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notesSlides/notesSlide1.xml" ContentType="application/vnd.openxmlformats-officedocument.presentationml.notesSlide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94" r:id="rId2"/>
    <p:sldId id="295" r:id="rId3"/>
    <p:sldId id="256" r:id="rId4"/>
    <p:sldId id="257" r:id="rId5"/>
    <p:sldId id="258" r:id="rId6"/>
    <p:sldId id="259" r:id="rId7"/>
    <p:sldId id="298" r:id="rId8"/>
    <p:sldId id="260" r:id="rId9"/>
    <p:sldId id="299" r:id="rId10"/>
    <p:sldId id="261" r:id="rId11"/>
    <p:sldId id="262" r:id="rId12"/>
    <p:sldId id="263" r:id="rId13"/>
    <p:sldId id="293" r:id="rId14"/>
    <p:sldId id="264" r:id="rId15"/>
    <p:sldId id="265" r:id="rId16"/>
    <p:sldId id="296" r:id="rId17"/>
    <p:sldId id="297" r:id="rId18"/>
    <p:sldId id="266" r:id="rId19"/>
    <p:sldId id="267" r:id="rId20"/>
    <p:sldId id="268" r:id="rId21"/>
    <p:sldId id="269" r:id="rId22"/>
    <p:sldId id="270" r:id="rId23"/>
    <p:sldId id="271" r:id="rId24"/>
    <p:sldId id="300" r:id="rId25"/>
    <p:sldId id="272" r:id="rId26"/>
    <p:sldId id="301" r:id="rId27"/>
    <p:sldId id="273" r:id="rId28"/>
    <p:sldId id="274" r:id="rId29"/>
    <p:sldId id="275" r:id="rId30"/>
    <p:sldId id="276" r:id="rId31"/>
    <p:sldId id="277" r:id="rId32"/>
    <p:sldId id="302" r:id="rId33"/>
    <p:sldId id="303" r:id="rId34"/>
    <p:sldId id="278" r:id="rId35"/>
    <p:sldId id="304" r:id="rId36"/>
    <p:sldId id="279" r:id="rId37"/>
    <p:sldId id="280" r:id="rId38"/>
    <p:sldId id="281" r:id="rId39"/>
    <p:sldId id="282" r:id="rId40"/>
    <p:sldId id="283" r:id="rId41"/>
    <p:sldId id="284" r:id="rId42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82412" autoAdjust="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39.4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652 1304 8,'-3'-5'153,"1"0"1,0 0-1,0 0 0,0-1 1,0 1-1,0-7 0,2 9-16,0 0 0,0 0 0,0 0-1,0 0 1,1 0 0,-1 0 0,1 0 0,0 1 0,0-1-1,0 0 1,0 0 0,0 1 0,3-5 0,7-9 290,0 1 0,1 0 1,1 1-1,0 1 0,1 0 1,0 0-1,1 1 0,31-18 1,141-67 348,-103 56-539,72-33 192,53-27 245,-156 72 117,90-66 1,-57 23 176,-60 47-671,2 2 0,1 1 0,0 1 0,34-17 0,-13 15-136,2 2 1,99-26-1,114-8 57,-193 41-107,244-34 310,-177 29-260,355-45 356,265-21-162,-356 55-214,-189 16-63,296-3 91,-464 17-168,996 46-41,-837-20 3,-1 9 0,349 107-1,-356-67-69,-93-33-11,240 122-328,-331-157 461,225 131-57,-128-72 27,44 36 13,-9-6-2,-81-58 12,-2 3 0,96 84 0,-138-105-16,-1 1 0,-1 0-1,-1 1 1,-1 1 0,0 1-1,16 37 1,-12-16-21,-2 0 0,22 90 0,-37-122 24,0 1 0,-2-1 0,1 1 0,-2-1 0,0 1 0,0-1-1,-5 23 1,3-27 9,0 0 0,0 0 0,-1 0 0,0-1 0,-1 0 0,0 1 0,0-1 0,-1-1 0,0 1 0,0-1 0,-1 0 0,-9 9 0,-41 34 113,-2-3 0,-70 43 0,88-63-80,7-4-5,-52 26 1,-43 23 11,68-37 7,42-23-37,-32 26 0,10-6-3,-148 92 23,30-42-7,101-52-20,-64 22-1,-146 29 73,-4-30-48,199-39-19,-128 21 38,-435 78 65,376-66-82,-376 17 1,43-49-48,344-11 20,-207-8-29,3 0-68,-299-21 61,462-10 51,-344-89-88,460 91 62,106 22 0,-435-96-25,490 106 30,-520-139 35,458 119-6,2-4 1,1-3-1,1-3 0,2-3 1,-125-89-1,154 96-8,-103-84 86,129 100-100,-1-1 0,2 0 0,0-1 0,0 0 0,1 0 0,1-1 0,-10-24 0,17 32-36,0 1 0,0-1 1,1 1-1,1-1 0,-1 0 0,1 0 0,1 1 0,-1-1 0,1 0 1,0 0-1,1 0 0,0 0 0,1 0 0,-1 1 0,1-1 1,5-11-1,-3 10-332,0 1-1,1-1 1,0 1 0,0 0 0,10-11 0,-7 11-784,0 0 0,0 0 0,1 1 0,15-10 0,1 2-2171,0 2-820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40.6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0 624,'-2'2'9782,"2"5"-8602,0-1-628,1 1 0,0 0-1,1 0 1,-1-1-1,5 13 1,17 31 776,-21-45-1164,64 109 1671,-53-94-1634,67 104 362,-63-91-527,-9-17-263,-24-39-18561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40.9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13 204 152,'0'-1'310,"0"1"0,0-1 1,0 1-1,0 0 0,0-1 0,-4-3 3412,4 4-3412,0-1 0,-1 1 0,0-1-30,1 1-1,-1 0 0,1 0 1,-1-1-1,1 1 0,-1-1 1,1 1-1,0-1 0,-1 1 1,1 0-1,0-1 0,-1 1 1,1-1-1,0 1 0,-1-1 1,1 0-1,0 1 0,0-1 1,0 1-1,0-1 0,-1 0 1,2-1 195,-1 0-1,0 0 1,0 1 0,1-1 0,-1 0 0,1 1-1,-1-1 1,1 0 0,0 1 0,-1-1 0,3-2-1,-1 1-178,0 1 0,1-1 0,-1 0-1,1 1 1,3-3 0,0 0-233,1 0 0,0 1 1,0 0-1,10-3 0,106-31 216,-51 18-223,-54 15-125,-13 4-50,1 0 0,0-1 1,-1 0-1,1 0 0,-1 0 0,0 0 1,0-1-1,0 0 0,0 0 1,0 0-1,8-8 0,-13 11-60,0 0-1,1-1 1,-1 1-1,0 0 1,0-1-1,1 1 1,-1 0-1,0-1 1,0 1-1,0-1 1,0 1 0,1 0-1,-1-1 1,0 1-1,0-1 1,0 1-1,0 0 1,0-1-1,0 1 1,0-1-1,0 1 1,0 0-1,0-1 1,0 1 0,0-1-1,0 1 1,-1 0-1,1-1 1,0 1-1,0-1 1,0 1-1,0 0 1,-1-1-1,1 1 1,0 0-1,0-1 1,-1 1-1,1 0 1,0 0 0,-1-1-1,1 1 1,0 0-1,-1 0 1,1-1-1,0 1 1,-1 0-1,1 0 1,-1 0-1,0 0 1,-1-1-788,-1 0 0,1 0 0,-1 1 0,1-1 0,-1 1 0,-3-1 0,-5 3-2723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41.3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69 8,'2'0'615,"14"2"6797,-1 0-3810,-10-1-3061,0 0 0,0 0 0,0 0 0,0-1 0,0 0 0,0 0 1,0-1-1,0 1 0,6-2 0,36-13 1941,86-39-1,-128 49-3885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41.8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3993,'3'9'12066,"2"11"-12000,0 0-1,2-1 0,0 1 1,1-2-1,21 35 0,64 80 443,-64-96-482,-27-34-102,0 0-319,1 0 1,-1 1-1,0-1 1,1 1-1,-2 0 1,3 4-1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42.5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37 305 2120,'4'3'1595,"-1"1"0,0 0-1,0 0 1,-1 0-1,4 7 1,1 5-208,7 25 0,2 5-415,30 39-118,-10-21-652,-32-53-412,-4-9-131,-3-7 19,-44-80-2096,-5-8 685,33 53 1446,-17-51 0,30 72 482,1-1-1,1 1 0,1-1 0,0 0 0,0-22 0,3 35 88,1-1-1,0 1 0,0-1 1,0 1-1,1 0 1,0 0-1,0 0 0,5-10 1,-5 13-135,0-1 0,1 1 0,0 0 0,-1 0 0,1 1 0,1-1 0,-1 1 0,0-1 0,1 1 1,0 0-1,0 0 0,0 1 0,8-5 0,-4 3-111,1 1 0,-1 1 0,0-1 0,1 1 0,0 1 0,-1 0 0,1 0 0,0 0 0,-1 1 0,1 1 0,0-1 0,0 2 0,-1-1 0,1 1 0,-1 0 0,1 1 0,8 3 0,-16-5-45,1 0 1,-1-1-1,1 1 0,-1 0 1,0 0-1,1 0 0,-1 0 0,0 0 1,0 0-1,0 0 0,0 0 1,0 1-1,0-1 0,0 0 1,0 0-1,0 1 0,-1-1 0,1 1 1,0-1-1,-1 1 0,1 1 1,-1-1 3,0 1 1,0 0-1,0-1 0,0 1 1,0 0-1,-1-1 1,1 1-1,-1-1 1,0 1-1,0-1 1,-2 5-1,-3 4 26,0 0-1,-1-1 0,-1 1 1,-9 9-1,14-17-9,-8 9 51,-18 15 0,20-19-25,0 0 1,1 0-1,-1 1 0,-6 10 0,14-18-11,0 1 0,0-1 1,0 1-1,1-1 0,-1 1 0,0 0 0,1-1 0,-1 1 0,1 0 0,0 0 0,0-1 0,-1 1 0,1 0 0,0 0 0,0 0 0,1-1 0,-1 1 0,0 0 0,1 0 0,-1-1 0,1 1 0,-1 0 0,1-1 0,0 1 0,-1-1 0,1 1 0,0-1 0,0 1 0,0-1 0,1 1 0,1 1 0,4 4 153,0-1-1,1 0 0,0-1 0,14 8 1,-16-9-146,29 15 197,1-1 0,1-2 0,50 14 0,119 23 46,-35-10-626,-158-40 15,13 3-409,-14 2-3201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0.1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66 2336,'2'-4'1605,"0"1"0,0-1 0,0 1 0,0 0 0,4-3 0,17-12 4176,-16 15-5250,0-1 0,0 1 0,0 0 0,0 1 0,1 0 0,7-2 0,-4 3-496,-1-1-1,1 2 1,0-1 0,-1 1 0,1 1 0,0 0 0,-1 0 0,1 1 0,16 6 0,-25-8-32,0 1 1,0 1 0,0-1-1,0 0 1,0 0 0,0 1 0,-1-1-1,1 1 1,0 0 0,-1 0-1,1-1 1,-1 1 0,1 0-1,-1 0 1,0 0 0,0 0-1,0 1 1,0-1 0,0 0 0,-1 0-1,1 0 1,-1 1 0,1-1-1,-1 0 1,0 4 0,0 6-3,0 0 0,0 0 0,-5 21 1,3-24 31,-3 24 8,-1-3 37,2-1 0,1 1 0,2 45 1,1-71-24,1 1 1,0-1-1,0 1 1,1-1-1,-1 0 1,1 0-1,0 0 1,0 0-1,0 0 1,1 0-1,0 0 0,-1-1 1,1 1-1,0-1 1,6 5-1,-5-5 23,0 1 0,1-1 0,-1 0 0,1 0 0,0-1 0,0 1 0,0-1 0,0 0 0,0 0-1,0-1 1,0 0 0,9 2 0,0-3-107,-1-1 1,0-1-1,0 1 0,0-2 0,0 0 0,-1-1 1,1 0-1,-1 0 0,16-10 0,-25 13-257,0-1-1,0 1 1,-1-1 0,1 0 0,-1 0-1,1-1 1,-1 1 0,0 0-1,0-1 1,4-5 0,-6 7-140,1 0 0,-1 0 0,1 0 0,-1-1 0,1 1 1,-1 0-1,0 0 0,1-1 0,-1 1 0,0 0 0,0-1 1,0-1-1,0 2-266,-1 0 1,1 0-1,0-1 1,-1 1 0,1 0-1,-1 0 1,1 0-1,-1 0 1,0 0-1,1 0 1,-1 0 0,0 0-1,0 0 1,1 0-1,-3-1 1,-9-7-3466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0.3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8,'10'0'0,"3"3"0,3-1 0,1 1 0,-2-1 0,1 3 0,2-4 0,-4 3 0,4-1 0,-2-2 0,0 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1.0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176 261 3993,'1'-1'638,"-1"1"0,1-1 0,0 0 0,-1 0 0,1 0 0,-1 0 0,1 0 0,-1-1 0,1 1 0,-1 0 0,0 0 0,1-2 0,-2-17 3542,-1 12-3049,0 0-1,-5-13 1,3 13-796,0 0 0,0 1-1,-1-1 1,0 1 0,0 0 0,-1 0 0,-8-7 0,-6-5 231,-23-15 0,-3-2 131,43 33-666,-4-3 55,6 6-108,1 0 1,0 0-1,0 0 0,0 0 0,0 0 0,-1 0 0,1 0 1,0 0-1,0 0 0,0 0 0,0 0 0,-1 0 1,1 0-1,0 0 0,0 1 0,0-1 0,0 0 0,-1 0 1,1 0-1,0 0 0,0 0 0,0 0 0,0 1 0,0-1 1,0 0-1,0 0 0,0 0 0,-1 0 0,1 1 1,0-1-1,0 0 0,0 0 0,0 0 0,0 0 0,0 1 1,0-1-1,0 0 0,0 0 0,0 0 0,0 0 0,0 1 1,0-1-1,0 0 0,0 0 0,0 0 0,0 0 1,0 1-1,1-1 0,-1 0 0,1 22-21,2 0-1,0 0 1,2-1 0,0 1-1,1-1 1,1 0 0,11 22-1,-17-42 45,7 18 30,15 25 0,-21-40-6,1 0 0,0 1-1,0-1 1,0 0-1,0-1 1,1 1 0,0-1-1,0 1 1,0-1 0,0 0-1,6 3 1,-5-4 17,0-1-1,-1 1 1,1-1-1,0-1 1,0 1 0,0-1-1,0 1 1,0-1 0,6-1-1,4-1-5,23-6 0,-3 0-223,1 3-1,-1 1 0,1 1 1,0 2-1,52 5 1,-64-2 164,4 0 132,53-2 1,-68-3 301,-13 3-384,0-1 0,1 1-1,-1 0 1,0 0-1,0 0 1,0-1-1,1 1 1,-1 0 0,0 0-1,0-1 1,0 1-1,0 0 1,0 0 0,0-1-1,1 1 1,-1 0-1,0 0 1,0-1-1,0 1 1,0 0 0,0-1-1,0 1 1,0 0-1,0-1 1,-1-1 75,0 0 1,0 0 0,0 0-1,0 0 1,0 0-1,-1 1 1,-2-4 0,-1-2-324,-31-35 211,24 29 132,-17-22 0,25 29-55,1 0 0,-1 0 0,1 0 0,0-1 0,1 1 0,0-1 1,-3-10-1,5 14-54,0 0-1,0 1 1,0-1 0,0 0 0,1 0 0,-1 1 0,1-1-1,-1 0 1,1 1 0,0-1 0,0 1 0,0-1 0,0 1 0,1-1-1,-1 1 1,1 0 0,-1 0 0,1-1 0,3-2 0,0 0-74,1 0 1,-1 1 0,1-1-1,0 1 1,0 1 0,11-6-1,5 0-53,1 0-1,43-9 0,-47 15-704,21-1 1,-26 3-1244,0 1-1,16 2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1.4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178 121 976,'-1'0'4032,"-5"-7"-922,1 3-2166,1-1 0,-1 1 0,-1 0 0,1 0 0,-1 0 0,1 1 0,-8-3 0,2 0-72,0 2-1,-1 0 1,-12-3-1,21 6-782,1 1-1,-1-1 1,1 1-1,-1 0 1,1-1-1,-1 1 1,1 1-1,-1-1 1,1 0 0,-1 1-1,1-1 1,-1 1-1,1-1 1,0 1-1,-1 0 1,1 0-1,-3 2 1,4-2-74,-1 1-1,1-1 1,0 0 0,-1 1-1,1 0 1,0-1 0,0 1-1,0 0 1,0-1 0,0 1-1,1 0 1,-1 0 0,0 0-1,1 0 1,0 0 0,-1 0-1,1 0 1,0-1 0,0 1-1,0 0 1,0 0 0,0 0-1,1 2 1,0 2 55,0 0-1,1 0 1,0 0 0,0 0-1,0-1 1,1 1 0,0-1 0,0 1-1,0-1 1,1 0 0,0-1-1,0 1 1,0 0 0,0-1 0,10 7-1,0 0 50,1-1-1,1 0 1,-1-1 0,18 6-1,-21-9-57,0-2 0,0 0 0,1 0-1,-1-1 1,22 2 0,-27-4-31,0-1 1,0 0-1,0 0 1,0-1-1,0 1 0,0-2 1,0 1-1,0-1 1,-1 0-1,1-1 0,10-4 1,-15 6-39,0 0 0,0-1 0,0 1 0,0-1 0,0 1-1,0-1 1,-1 1 0,1-1 0,-1 0 0,1 0 0,-1 0 0,1 0 0,-1 0 0,0 0 0,0 0 0,0 0 0,0-1 0,-1 1 0,1 0 0,-1-1 0,1 1 0,-1 0 0,0-1 0,1 1 0,-1 0 0,-1-1 0,1 1 0,0-1 0,0 1 0,-1 0 0,0-1 0,-1-2-1,-1-3-67,0 1 0,0-1 0,-1 1 0,0 0 0,-1 0 0,1 1 0,-1 0 0,-9-9 0,-2-1-223,0 1 0,-1 1 0,-1 0 0,-30-17 0,38 25-195,-1 1 0,0 1 0,0 0 0,-13-3-1,14 5-536,0 0 0,0 1 0,0 0 0,0 1-1,-15 1 1,18-1-157,3 0 353,0 0 0,-1 1 0,1 0 0,0-1-1,0 1 1,0 0 0,0 1 0,-5 1 0,-2 6-2890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1.8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68 36 5881,'-21'-15'7017,"-6"-5"-1571,25 19-4537,4 6-1309,5 7-693,82 82 803,-82-86 269,76 71 29,117 86 0,-190-158-22,-5-4-36,0 0-1,-1 0 1,0 1 0,1 0 0,-1 0 0,0 0 0,-1 0-1,1 0 1,3 6 0,-7-9 37,0-1 1,0 1-1,0-1 0,0 1 1,0 0-1,0-1 1,0 1-1,0-1 0,0 1 1,-1 0-1,1-1 0,0 1 1,0-1-1,0 1 1,-1 0-1,1-1 0,0 1 1,-1-1-1,1 1 0,0-1 1,-1 1-1,1-1 1,0 0-1,-1 1 0,1-1 1,-1 1-1,1-1 0,-1 0 1,1 1-1,-2-1 1,-19 10 171,18-8-68,-11 3 258,0 0 1,0-2-1,-1 1 0,1-2 1,-21 2-1,-76-2 481,15-2-870,88 1-171,-49 4-1304,51-3-593,-1-1 0,1 1 0,-11 5-1,4-1-7418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2.6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14 1592,'11'-7'7185,"4"3"-3696,16 2-1554,-22 1-1357,4 1-403,0 1-1,0 0 0,15 3 1,-13-2-998,25 1 0,-37-2-1904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4.2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65 8,'0'-3'1262,"1"0"1,-1 1-1,0-1 0,1 0 1,-1 1-1,1-1 1,1-2-1,-1 3-527,0 0 1,0 0-1,0 0 0,0 0 0,1 0 1,-1 1-1,3-4 0,-1 3-414,0 0 0,0 0 1,0 0-1,0 0 0,0 0 0,0 1 0,1 0 0,-1-1 0,1 1 0,4-1 1,1 1-407,0 0 0,0 0 0,1 1 0,-1 0 1,0 0-1,0 1 0,0 1 0,13 2 1,-13-1 64,-1 0 1,1 0 0,-1 1 0,1 0-1,-1 0 1,0 1 0,9 6 0,-14-8-7,1 1 1,-1-1 0,1 0-1,-1 1 1,0 0 0,-1-1 0,1 1-1,-1 0 1,1 1 0,-1-1-1,-1 0 1,1 1 0,0-1-1,-1 1 1,0-1 0,1 6 0,-1 15 7,-1 1 0,-6 46 1,4-56 31,2-11-4,-2 14 60,0 26 1,2-39-31,1-1 1,-1 1-1,1-1 1,1 1-1,-1-1 1,1 0-1,0 1 1,0-1-1,3 6 1,-4-9-25,3 5 120,0 0 0,1 0 0,0 0 0,0-1 0,7 7 1,-11-11-73,1-1 1,0 0 0,0 1 0,0-1 0,0 0 0,0 0 0,0 0 0,1 0 0,-1 0-1,0 0 1,0-1 0,1 1 0,-1-1 0,0 0 0,1 0 0,-1 0 0,0 0-1,1 0 1,-1 0 0,0 0 0,1-1 0,-1 1 0,2-2 0,1 1-59,0-1 1,0 0 0,0 0-1,0 0 1,-1 0 0,1-1-1,-1 0 1,0 0 0,0 0-1,4-5 1,-6 6-486,1-1 0,-1 0-1,0 0 1,0 0 0,0 0 0,1-4 0,-1 3-1228,-1 0 1,0 0-1,0-1 1,0 1-1,1-7 1,-2-1-5848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4.6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312 1 2160,'6'0'3815,"4"1"2820,-15 0-5103,-93 11 4102,-52-9-4819,106-1-3839,28-1-2422,1-1-4835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5.2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252 16 6905,'-6'0'2633,"-7"-5"-569,-5 2-191,-6 0-297,5 1-448,0 1-399,-1 1-249,4-2-168,0 2-88,0 0-96,0 0-64,6 2-56,-2-1-96,-1-1-176,0 2-360,0-2-1161,5 1-2304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5.8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41 277 8050,'4'86'4824,"-3"-75"-4622,1 1 0,1-1-1,0 0 1,1 0 0,7 16-1,5 7 132,20 41-4,-29-64-221,0 0 1,0 0-1,1-1 1,11 12 0,-19-21-52,0-1 1,0 0-1,0 0 0,1 1 1,-1-1-1,0 0 1,0 0-1,0 0 1,1 1-1,-1-1 1,0 0-1,0 0 0,1 0 1,-1 1-1,0-1 1,0 0-1,1 0 1,-1 0-1,0 0 1,1 0-1,-1 0 1,0 0-1,0 0 0,1 0 1,-1 0-1,0 0 1,1 0-1,-1 0 1,0 0-1,0 0 1,1 0-1,-1 0 1,0 0-1,1 0 0,-1 0 1,0 0-1,0-1 1,1 1-1,-1 0 1,1-1 52,-1 0 0,1 0 0,-1 0 1,1 0-1,-1 0 0,1 0 0,-1-1 1,0 1-1,0 0 0,1-2 0,-2-31 200,-10-11-418,-29-79 0,1 9 46,32 89 71,1-1 0,-4-39 0,9 54-11,1 0 0,0 1-1,0-1 1,1 1 0,1-1-1,0 1 1,1 0 0,5-17-1,-7 25-53,1 0 0,-1 0-1,1 0 1,-1 0 0,1 0 0,0 0-1,0 1 1,0-1 0,0 1-1,1 0 1,-1-1 0,1 1-1,-1 0 1,1 0 0,0 1 0,5-4-1,-3 4-60,-1-1 0,1 1 1,-1 0-1,1 1 0,-1-1 0,1 1 0,0 0 0,-1 0 0,1 0 0,8 2 0,2 2-73,1 0 0,-1 1 0,0 1 0,0 1 0,23 13 0,-30-15 131,0 0 0,0 1 0,-1 0 0,0 0 0,0 1 0,-1-1 0,1 2 0,-1-1 0,5 9 0,-9-13 36,0 0 0,0 1 0,-1-1 0,1 0 0,-1 1 0,1-1 0,-1 1 0,0 0 0,-1-1 0,1 1 0,-1 0 0,1-1 1,-1 1-1,0 0 0,0 0 0,-1-1 0,1 1 0,-1 0 0,0-1 0,0 1 0,0 0 0,0-1 0,-1 0 0,0 1 0,1-1 0,-3 4 0,-2-1 81,0 1-1,-1-1 0,1 0 0,-1 0 0,0-1 0,0 0 0,-1 0 1,0-1-1,0 0 0,0 0 0,0-1 0,0 0 0,-10 2 1,-7 1-33,0-1 0,-1-1 0,-30 1 0,41-5-905,-1 0 0,-22-3 0,27 1-1563,1 0 0,-14-5 0,8 2-2725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6.3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 6993,'2'-6'9841,"5"12"-9057,-7-6-961,7 8-22,-1 0 0,0 0 1,6 12-1,3 4 198,11 16 48,-2 1-1,24 56 1,26 95 146,-60-157-209,5 13-64,-18-43-565,0 0 0,0 0 0,0 0 0,0 8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6.7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203 56 5969,'-44'-18'6621,"26"10"-5278,0 1-1,0 1 1,-1 0-1,-22-3 1,40 8-1326,-1 1-1,1 0 1,-1 0 0,1 0-1,-1 0 1,1 0 0,-1 0 0,1 0-1,-1 0 1,1 1 0,-1-1-1,1 0 1,-1 1 0,1-1 0,-1 1-1,1 0 1,0-1 0,-1 1 0,1 0-1,0 0 1,0 0 0,0 0-1,0 0 1,0 0 0,0 0 0,0 0-1,0 1 1,-2 1 0,2 0-14,0 0 0,1 0 0,-1 0 0,0 0 0,1 0 0,0-1 0,0 1 0,0 0 0,0 0 0,0 0 0,0 0 0,1 0 0,0 0 1,0 3-1,3 4 77,-1 0 1,1-1 0,1 0 0,0 0 0,0 0 0,1-1-1,0 1 1,12 12 0,-15-17-44,0-1-1,1 0 1,-1 0-1,1 0 1,-1-1-1,1 1 1,0-1-1,0 0 1,0 0-1,0 0 1,0-1-1,0 1 1,0-1-1,1 0 1,-1 0-1,0 0 1,1-1-1,-1 0 1,1 0-1,-1 0 1,1 0-1,7-2 1,-11 2-5,1-1 0,-1 1 0,1-1 0,-1 1 1,1-1-1,-1 0 0,1 0 0,-1 0 1,0 0-1,1 0 0,-1 0 0,0 0 1,0 0-1,0 0 0,0-1 0,0 1 0,0 0 1,0-1-1,0 1 0,-1-1 0,1 1 1,0-1-1,-1 1 0,1-4 0,0-1 63,0-1 1,-1 1-1,0-1 0,-1-12 0,-1-3 523,15 34-2353,54 57 1241,-45-51-87,26 19-1,-23-21-3747,1-2-5814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39:57.5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5 212 5113,'-4'2'8456,"5"5"-5788,8 7-3612,-7-11 1677,66 97 194,-61-90-1006,-4-4-43,1-1 0,-1 0 0,1-1 0,5 6 0,-8-9 59,-1-1 0,1 1 1,0 0-1,-1-1 0,1 1 0,0-1 0,0 1 1,0-1-1,-1 1 0,1-1 0,0 0 1,0 1-1,0-1 0,0 0 0,0 0 1,0 0-1,0 0 0,-1 0 0,1 0 0,0 0 1,0 0-1,0 0 0,0 0 0,0 0 1,0 0-1,0-1 0,0 1 0,-1 0 1,1-1-1,0 1 0,0-1 0,0 1 0,1-2 1,-1 1-7,0-1 0,0 1 1,1-1-1,-1 0 0,0 1 1,0-1-1,-1 0 0,1 0 1,0 0-1,-1 1 0,1-1 1,-1 0-1,1-2 0,1-26-259,-4 5 347,1 20 296,0 0-1,1 0 1,0-1-1,0 1 1,0 0-1,0 0 1,2-7-1,-2 11-310,0 1-1,0 0 1,1 0 0,-1 0-1,0-1 1,0 1-1,0 0 1,1 0 0,-1 0-1,0 0 1,0 0-1,1-1 1,-1 1-1,0 0 1,0 0 0,1 0-1,-1 0 1,0 0-1,0 0 1,1 0 0,-1 0-1,0 0 1,1 0-1,-1 0 1,0 0-1,0 0 1,1 0 0,-1 0-1,0 0 1,0 1-1,1-1 1,-1 0 0,0 0-1,0 0 1,1 0-1,-1 0 1,0 1-1,0-1 1,0 0 0,1 0-1,-1 0 1,0 1-1,12 8-1187,-11-8 1223,22 20-312,37 30 316,-53-46 31,1 0 0,0 0 0,0-1 0,0 0 0,1 0 0,11 3 0,-16-6-25,-1-1-1,0 1 0,0-1 1,1 0-1,-1 0 0,0 0 1,1-1-1,-1 1 0,0-1 1,0 1-1,1-1 0,-1 0 1,0 0-1,0-1 0,0 1 0,0-1 1,0 1-1,-1-1 0,5-3 1,4-4 20,-1-1-1,-1 1 1,13-17 0,-10 12 38,-3 3 3,-1 0 1,0-1 0,-1 0 0,0 0-1,8-20 1,-6 9 336,-2 0-1,6-32 1,-6 33 239,-6 20-614,0-1 0,0 1 0,0 0 0,-1-1 0,1 1 0,0-1 0,-1 1 0,0 0 1,1-1-1,-1 1 0,0-1 0,0 1 0,0-1 0,-1 1 0,1-1 0,-1 1 0,1-1 0,-1 1 0,-2-4 0,3 4-51,-1 0 0,0 0 1,-1 1-1,1-1 0,0 1 0,0-1 0,-1 1 0,1-1 0,-3 0 0,4 1-51,0 1-1,-1 0 1,1 0 0,0 0-1,0 0 1,0 0 0,-1 0 0,1 0-1,0 0 1,0 0 0,-1 0-1,1 0 1,0 0 0,0 0-1,-1 0 1,1 0 0,0 0 0,0 1-1,-1-1 1,1 0 0,0 0-1,0 0 1,0 0 0,-1 0 0,1 0-1,0 1 1,-1-1 0,-5 13-710,3-3 727,1 0 0,0 0-1,0 0 1,1 1 0,0-1 0,1 0 0,1 1 0,-1-1 0,1 0 0,1 1 0,3 11 0,-1-9 97,0-1 0,1 0 0,0 0 0,1 0 0,0-1 0,1 1 1,0-2-1,14 17 0,-15-21 7,0 1-1,1-1 1,0 0 0,0-1 0,0 1-1,1-2 1,0 1 0,0-1 0,0 0 0,0 0-1,14 3 1,-10-4-91,1-1 0,-1-1 0,0 1 0,1-2-1,-1 0 1,1 0 0,20-4 0,8-6-2175,-6 0-6008,-17 7-1802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06.0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1899 8,'4'-3'0,"1"1"0,-1-1 0,1 1 0,0 0 0,-1 0 0,1 0 0,0 1 0,0 0 0,0 0 0,0 0 0,6 0 0,7-2 0,-18 3 0,19-4 0,0 0 0,-1-1 0,1-1 0,-1 0 0,20-11 0,-36 16 54,1-1 0,-1 0 0,0 1-1,1-1 1,-1 0 0,0 0 0,0 0 0,0 0 0,-1-1-1,1 1 1,0-1 0,-1 1 0,0-1 0,1 1-1,-1-1 1,0 0 0,0 1 0,-1-1 0,1 0 0,0 0-1,-1 0 1,0 0 0,0 1 0,0-1 0,0 0 0,0 0-1,-1-3 1,-1-7 345,-1 0-1,-1 1 0,0-1 1,-10-19-1,11 26-366,-6-13 435,-1 0 1,-13-16-1,-13-25 772,32 52-987,0 0-1,1 0 1,0 0 0,1-1-1,0 1 1,-1-11 0,2 10 15,0 1 1,1 0 0,0-1 0,1 1-1,0-1 1,0 1 0,1 0 0,0 0-1,6-14 1,-4 12-92,1 0-1,1 1 0,0-1 1,0 1-1,1 0 1,0 1-1,8-9 1,3 1-68,0 0 0,40-25 0,47-20-57,-61 37-12,-25 13-13,104-63 292,90-70 1607,54-15-909,-259 154-1004,41-20 20,0 2 0,59-18 1,107-24-18,-189 58-19,288-63 45,110-28 89,-306 69 48,161-18-1,123 22-37,394 45-36,86-5-26,-236-49 8,-583 31-81,727-67 19,-46-21 21,-595 69-46,38-4 18,448-33-77,-627 58 60,534-29 31,0 19-6,56 57-93,-580-44 68,517 78-37,-496-72 32,211 48-22,-5 20-13,158 95 42,-338-137-28,-1 2 0,-1 3 0,110 92 1,-146-108-17,43 53 0,-57-60 16,-1 1 0,0 1 0,-2 0 0,14 30 0,1 19-19,-4 0 1,-2 2-1,-3 0 0,6 72 0,-18-109 3,-2-1 1,-1 1-1,-2 0 0,-1-1 1,-1 1-1,-11 41 0,8-49 1,-1 0-1,-1-1 1,-2 0 0,0 0-1,-1-1 1,-1-1 0,-1 0-1,-27 33 1,15-26 54,-2-2 0,0 0 0,-46 32 1,-101 50 77,75-57-26,-175 63 1,-118 4 232,-70-18 93,-4-23-236,-82 15 17,-311 40 59,-275-39-80,-5-72 238,392-38 11,1-21-83,-554-65 224,5-43 357,803 75-655,341 41-138,-179-60-1,285 74-61,-62-30-1,90 38-30,1-2 1,0 1-1,1-2 0,0 0 0,0-1 1,-23-25-1,34 31-57,-1 0-1,1 1 1,0-1-1,1-1 1,0 1 0,0 0-1,0-1 1,0 0-1,1 0 1,1 1 0,-1-1-1,1 0 1,0-1-1,0-10 1,2 9-518,-1 0 1,2 0 0,-1-1-1,1 1 1,1 0-1,-1 1 1,2-1-1,-1 0 1,1 1-1,9-14 1,-2 4-3368,16-17 0,-5 11-1657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07.3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0 3697,'-6'4'16094,"2"13"-15245,2-13-721,1 0 0,0 1 0,0-1 0,0 7 1,2 8 232,0-1 0,2 1 0,0 0 0,6 18 0,27 74 382,-9-34-448,-12-39-191,-11-29-79,0 1 0,0 0 0,2 11 0,-5-18-10,0 1 1,0 0-1,0-1 1,0 1-1,1-1 0,0 0 1,-1 1-1,4 3 1,-4-7-46,2-19-16069,-5 9 7769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07.9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8,'-7'4'16525,"7"1"-15414,9 38 262,24 65-532,-22-80-735,3 11 11,10 43 0,-19-64-303,-3-7 310,1 0-1,0 12 0,-3-19-604,0 1 1,0-1-1,0 0 1,0 0-1,-2 5 0,2-6-1180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08.8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5 278 4409,'1'0'515,"0"0"1,0 1-1,0-1 0,-1 0 0,1 0 1,0 0-1,0 1 0,0-1 1,0 1-1,-1-1 0,1 0 0,0 1 1,0-1-1,-1 1 0,2 0 1,9 14 2563,4 22-2916,-12-27 723,9 26-437,-2 1-1,10 73 1,-17-88-373,2 8 131,0 43 1,-14-90 66,-29-73-300,24 47 55,2-2 1,2 1 0,2-2 0,2 1 0,0-79-1,6 113 49,1-1-1,0 0 0,0 1 0,1-1 0,0 1 0,1 0 0,1-1 0,7-16 0,-8 22-35,0 1 0,0 0 0,0 0 0,1 0-1,0 1 1,0-1 0,0 1 0,1 0 0,-1 0-1,1 0 1,0 1 0,0 0 0,0 0 0,0 0-1,1 0 1,-1 1 0,1 0 0,8-2 0,-6 2-44,0 1 0,0 0 1,0 0-1,0 1 0,0 0 1,0 0-1,0 1 0,15 2 0,-9 1-12,1 1-1,0 0 0,22 12 0,-20-4-42,-16-12 45,-1-1-1,1 1 0,-1-1 1,1 1-1,-1-1 0,1 1 1,-1-1-1,0 1 0,1 0 0,-1-1 1,0 1-1,0 0 0,1-1 1,-1 1-1,0 0 0,0-1 1,0 1-1,0 0 0,0 0 1,0-1-1,0 1 0,0 0 0,0-1 1,0 1-1,0 0 0,0-1 1,-1 2-1,-10 14 60,-1 0 0,0-1 0,-1 0 0,0-1 0,-28 22 0,-11 11 60,50-44-103,-1 0 0,1 0 0,-1 0 1,1 0-1,0 0 0,0 1 0,0-1 0,1 1 0,-1 0 0,1-1 0,0 1 0,0 0 0,0 0 0,0 4 0,1-2 20,0 1 0,0-1 0,0 0 0,1 1 0,0-1 0,1 0 0,-1 0 0,4 7 0,0-1 55,0-1 0,1 0-1,0 0 1,1 0 0,0-1 0,0 0 0,1-1 0,14 13 0,-12-14 8,1 0 0,0 0 0,0-1 0,1-1 0,0 0 0,0-1 0,26 8-1,93 14 430,-122-25-489,82 10 237,-49-8-398,76 19 0,-116-23-183,0 1 0,0-1 1,0 1-1,-1 0 0,1 0 0,0 0 0,0 0 1,2 2-1,5 9-8705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2.6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85 8,'-2'-8'7653,"-9"-14"5121,11 23-12774,0 0-1,1 0 1,-1 1-1,0-1 1,1 0-1,-1 0 1,0 0-1,0 1 1,0-1-1,0 0 1,-1 2 0,1-1 14,1 16 23,0-1 1,1 0-1,8 29 0,20 50 38,-17-58-15,25 67 50,-20-60-54,-2 0-1,16 77 1,-32-119-51,1 0 1,-1 1 0,0-1 0,1 0 0,-1 1 0,-1-1-1,0 7 1,-1-12-58,1 1-1,-1 0 1,0-1 0,1 1-1,-1-1 1,1 1 0,-3-4-1,-28-44-1309,3-1-1,2-1 1,2-2-1,2-1 1,-24-87-1,44 127 1176,0 1 0,0-1 0,0-26 0,2 35 213,1 0 1,1 0-1,-1 0 1,1 0 0,0 0-1,0 0 1,0 0 0,1 0-1,0 0 1,0 1-1,0-1 1,0 0 0,6-6-1,-2 4 221,1-1 0,0 1 0,0 1-1,1-1 1,0 2 0,0-1 0,1 1 0,-1 0 0,1 0-1,0 1 1,0 1 0,1-1 0,-1 2 0,20-5-1,-18 5 15,1 1 0,-1 0-1,0 0 1,1 1-1,-1 1 1,0 0-1,0 0 1,1 1 0,14 5-1,-25-7-263,-1 0 0,1 1 0,0-1 0,0 0 0,0 1 0,-1-1 0,1 1 0,0-1 0,-1 1 0,1-1 0,0 1 0,-1 0 0,1-1-1,-1 1 1,1 0 0,-1-1 0,1 1 0,-1 0 0,0 0 0,1-1 0,-1 1 0,0 0 0,1 1 0,-1 0 4,0 1 1,0-1-1,0 0 1,0 1 0,0-1-1,0 0 1,-1 1-1,0 3 1,-2 3 68,-1 0 0,0 0-1,-6 11 1,-9 9 144,-1-1 0,-1-1-1,-29 29 1,45-50-616,-1-1 0,1-1 0,-1 1 0,-8 4 0,0-1-3555,1-1-3372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3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58 6489,'6'-1'3619,"2"2"2360,-11 8-4471,0-2-2210,-1 5 840,-1 0 1,-1 0-1,0-1 0,0 1 1,-1-1-1,-11 14 0,15-22-21,0 0-1,0 0 1,0 1 0,0-2-1,-1 1 1,1 0-1,-7 3 1,8-5-61,1-1 0,-1 0-1,0 1 1,1-1 0,-1 0 0,0 0-1,1 0 1,-1 0 0,0 0 0,1 0-1,-1 0 1,0-1 0,1 1 0,-1-1-1,1 1 1,-1-1 0,0 1 0,1-1-1,0 0 1,-1 0 0,1 0 0,-1 0 0,-1-2-1,-1 0 32,0-1 0,0 0-1,0 0 1,0 0-1,1 0 1,0-1 0,0 0-1,0 1 1,0-1-1,1 0 1,0 0-1,0 0 1,0-1 0,1 1-1,-1 0 1,1-1-1,1 1 1,-1-1 0,1 1-1,0-1 1,0 1-1,0-1 1,1 1 0,0-1-1,0 1 1,1-1-1,-1 1 1,1 0 0,0 0-1,4-7 1,-4 10-110,-1 0 0,1 0 0,0 0 0,0 0 0,0 0 0,0 1 0,0-1 0,0 1 0,1 0 0,-1 0 0,0-1 0,1 1 0,-1 1 1,1-1-1,-1 0 0,1 1 0,0-1 0,2 1 0,4-1-207,-1 1 0,0 0 0,1 0 0,11 2 0,2 3-1647,0 0-1,35 14 1,7 10-7079,-36-15 2321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4.0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61 837 8,'11'-20'4136,"-6"12"-2840,-1 0 1,0-1 0,-1 1 0,4-13 0,-4 8-399,-1 0-1,-1 0 1,0 0 0,-1-18 0,-7-54 1156,1 33-1424,6 51-625,-19-180 2363,10 122-1517,-16-60-1,16 85-586,1-1 0,-6-53-1,14 69 113,0 12-317,0 8-749,-5 68-11,5-48 693,4 168-59,-1-139 88,17 85 0,-16-119 3,1-1 1,0 0-1,1 0 0,1 0 1,0-1-1,1 0 1,1 0-1,0-1 1,1 0-1,0-1 1,1 0-1,0-1 1,16 12-1,-9-8 57,1-2 0,1 0 0,0-1 0,0-1 0,2 0 0,-1-2 0,1-1 0,33 9 0,-39-14-21,-1-1 0,1 0 1,0 0-1,-1-2 1,29-2-1,-36 1-26,0 0 1,1 0-1,-1-1 0,0-1 1,0 1-1,0-1 0,-1-1 0,1 1 1,-1-1-1,1 0 0,-1-1 0,9-8 1,-12 10-40,-1-1 1,0 0-1,0 0 0,0-1 1,0 1-1,-1 0 1,1-1-1,-1 0 0,0 1 1,-1-1-1,1 0 1,-1 0-1,0 0 0,0 0 1,-1 0-1,1 0 1,-2-9-1,1 5-29,-1 1 0,0-1 0,-1 0-1,0 1 1,0 0 0,-1-1 0,0 1 0,-1 0 0,-7-12 0,10 17 8,-1 0 0,0 0 1,-1 1-1,1-1 1,-1 1-1,1-1 0,-1 1 1,0 0-1,1 0 1,-1 0-1,-4-2 1,6 4 7,0-1 1,0 1 0,0 0-1,0-1 1,0 1 0,0 0-1,0 0 1,0 0 0,0 0 0,0 0-1,0 0 1,0 0 0,0 0-1,0 0 1,0 1 0,0-1-1,0 0 1,0 1 0,0-1 0,0 0-1,0 1 1,0 0 0,0-1-1,1 1 1,-1-1 0,0 1 0,0 0-1,0 0 1,1-1 0,-1 1-1,0 0 1,1 0 0,-1 0-1,1 0 1,-1 0 0,1 0 0,0-1-1,-1 1 1,1 0 0,-1 2-1,-2 5 40,1 0 0,-1 0 0,1 0 0,1 1 0,0-1 0,0 0 0,0 1 0,1-1 0,0 0 0,1 1 0,0-1 0,0 1 0,1-1 0,0 0 0,0 0 0,1 0 0,0 0 0,1 0 0,-1-1 0,1 0 0,1 1 0,-1-1 0,1-1 0,7 8 0,-5-7 58,1 1 21,-1 0 0,1 0-1,1-1 1,-1 0 0,1-1 0,1 1-1,-1-2 1,16 8 0,-16-10 9,0 0 0,0 0 0,0-1 0,0 0 0,13 0 0,-18-1-168,1-2 1,-1 1-1,1 0 0,-1-1 1,0 0-1,1 0 0,-1 0 1,0 0-1,0-1 1,0 0-1,0 0 0,0 0 1,6-4-1,-8 4-355,0 1 0,0-1 0,-1 0 0,1 0 0,0-1-1,-1 1 1,1 0 0,-1 0 0,2-5 0,4-14-7277,-7 5-1754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4.3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32 5409,'-23'-17'6855,"19"14"-6441,-1 1 1,1 0-1,-1 0 0,0 1 0,0-1 0,-8 0 0,12 2-419,1 0 0,-1 0 0,0 0-1,1 0 1,-1 0 0,0 0 0,1 1-1,-1-1 1,0 0 0,1 1 0,-1-1 0,0 0-1,1 1 1,-1-1 0,1 1 0,-1-1-1,1 1 1,-1-1 0,1 1 0,-1-1 0,1 1-1,-1-1 1,1 1 0,0 0 0,-1-1-1,1 1 1,0 0 0,0-1 0,0 1 0,-1 1-1,-4 24 6,5-25 10,-3 18 82,2 0-1,0 0 1,2 0-1,0 0 1,0 0-1,2-1 1,1 1-1,0 0 1,1-1-1,1 0 1,1 0-1,11 21 1,-9-25 60,1 0 1,0-1 0,1 0-1,1-1 1,24 20 0,-26-24-78,-10-7-83,1-1 0,0 1 0,0-1 0,0 1 0,-1 0-1,1-1 1,0 1 0,-1 0 0,1 0 0,-1-1 0,1 1 0,-1 0 0,1 0 0,-1 0 0,1 0 0,-1 0 0,0-1 0,0 1 0,1 0 0,-1 0 0,0 0 0,0 0 0,0 0 0,0 0 0,0 0 0,0 0 0,0 0 0,0 0 0,0 0 0,-1 0 0,0 1 0,0 0-5,0-1 0,0 1 1,-1-1-1,1 0 0,-1 1 0,0-1 1,1 0-1,-1 0 0,0 0 1,1 0-1,-1 0 0,0-1 1,-3 2-1,-22 6-238,0-1 1,-41 4 0,-15-3-7027,41-6-1444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5.2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 5305,'6'-2'1627,"0"-1"-1,0 1 1,1 0-1,10-2 1,-5 2-42,24 0-1,-12 3-809,44 8-1,-60-8-722,1 1 1,0 1 0,-1 0-1,1 0 1,-1 1 0,0 0-1,0 0 1,-1 1-1,11 7 1,-14-9-73,-1 0 0,1 0 0,-1 1 0,0-1 0,0 1 0,0-1 0,-1 1 0,1 0 0,-1 0 0,0 0 0,0 0 0,0 0 0,-1 1 0,1-1 0,-1 1 0,0-1 0,0 1 1,-1-1-1,1 9 0,-3 3 7,-1 0 1,-1 0 0,0-1 0,-1 1 0,0-1 0,-13 23 0,9-18 106,1 0 1,-10 37-1,17-52-17,1 0-1,-1 1 0,1-1 0,0 0 1,1 0-1,-1 1 0,1-1 0,0 0 1,0 0-1,1 0 0,-1 0 0,1 0 1,0 0-1,1-1 0,-1 1 0,1 0 1,0-1-1,0 0 0,0 0 0,7 6 1,2 3 142,2-2 1,-1 0-1,1 0 1,29 15 0,-37-23-172,1 0 1,-1 0-1,1-1 1,0 1-1,0-2 1,0 1 0,0-1-1,0 0 1,0 0-1,0-1 1,0 0-1,0-1 1,11-1 0,-10 1-797,1-1 0,-1-1 0,11-3 0,-17 5 160,0 0-1,-1 1 1,1-1-1,-1 0 0,1 0 1,-1 0-1,0 0 1,1 0-1,-1-1 0,0 1 1,0 0-1,0-1 1,0 1-1,0 0 0,0-1 1,0 1-1,0-1 1,0 0-1,0-2 1,0-9-6502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5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52 6569,'-5'-4'2945,"-7"0"-945,-6-3-375,-1-1-225,-1 3-264,3-1-271,-6 1-241,4 0-168,-2 2-184,3 1-120,-2 1-80,3-1-56,3 4-32,3 1-160,-4 2-800,4 0-2153,-2 3-8001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5.9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54 4409,'-8'-3'2841,"-7"-1"-1297,-2 1-232,-1-2-80,-3 1-231,2-1-313,0 2-280,1-2-184,-3 0-128,5 2-104,-6-1-336,1 3-1112,0-2-1721,0-2-5585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6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146 178 5625,'2'15'5121,"3"8"-2862,2 5-1413,5 40 13,35 108 1,-42-159-786,7 20 215,-18-51 1010,0 0 0,-5-19 0,-12-71-1583,18 75 608,-2-5-428,2-1-1,0-50 1,4 68-195,2 0-1,1 0 0,0 0 0,1 0 0,0 0 0,12-31 0,-14 45 250,0 1 0,1-1-1,-1 1 1,0-1 0,1 1-1,0-1 1,-1 1-1,1 0 1,0 0 0,0 0-1,0 0 1,1 0-1,-1 0 1,0 1 0,1-1-1,2-1 1,-1 2-7,-1 0 1,1 0-1,0 0 1,-1 1-1,1-1 1,-1 1-1,1 0 1,0 0-1,-1 0 1,1 0-1,4 1 1,7 3-52,-1 1 1,1 0 0,-1 0-1,24 14 1,-35-17 113,5 2-84,0 0 1,0 1 0,-1 0 0,1 1 0,11 10 0,-18-14 38,1-1-1,-1 1 1,1 0 0,-1-1 0,0 1 0,0 0 0,0 0 0,0 0-1,0 0 1,0 0 0,0 0 0,-1 0 0,1 0 0,-1 0 0,1 0-1,-1 0 1,0 1 0,0-1 0,0 0 0,0 0 0,0 0 0,0 0-1,-1 1 1,1-1 0,-1 0 0,0 0 0,1 0 0,-1 0 0,0 0-1,-1 2 1,-1-1 53,1 0-1,-1 0 1,0 0-1,0-1 1,0 1-1,0-1 1,0 1-1,0-1 1,-1 0-1,1 0 1,-1-1-1,-3 2 1,-5 2 75,-1-1 1,-15 3-1,-11-1-222,1-1 0,-1-2 0,-73-3 0,15-8-9350,78 5 5346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6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25 7090,'-1'-13'7280,"0"1"-3505,19 40-2760,-6-5-1046,-1 0-1,-2 1 0,0 0 1,7 35-1,14 106 62,-16-79-35,28 120 161,-37-187-95,1-1-1643,-4-5-5563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7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98 3513,'-13'-8'2775,"-84"-48"7470,85 50-9694,-1 0 0,0 1 1,0 1-1,0 0 0,-28-4 0,40 7-544,-1 1-1,0 0 1,0 0 0,0 0-1,0 0 1,0 0-1,0 1 1,0-1 0,0 0-1,0 1 1,0 0-1,1-1 1,-1 1-1,0 0 1,0 0 0,1 0-1,-1 0 1,1 0-1,-1 0 1,1 1 0,-1-1-1,1 0 1,-1 1-1,1-1 1,0 1 0,0-1-1,0 1 1,0 0-1,0-1 1,0 1-1,-1 4 1,1 1 28,-1 0 0,1 0 0,0 0 0,0 0 0,1 0 0,0 0 0,1 11 0,0-11 47,0 0 1,1-1-1,0 1 1,0 0-1,1-1 1,-1 1-1,2-1 0,3 7 1,34 44 437,-40-56-511,3 4 57,-1-1 0,1 0 0,0-1 1,0 1-1,0-1 0,1 0 0,-1 0 0,1 0 0,0 0 1,0-1-1,0 0 0,0 0 0,10 2 0,-13-3-38,1-1 0,-1 1 0,1-1 0,0 0 0,-1 0 0,1 0 0,0-1 0,-1 1 0,1 0 0,0-1 0,-1 0 0,1 0 0,-1 0 0,1 0 0,-1 0 0,0 0 0,1 0 0,-1-1 0,0 0 0,0 1 0,0-1 0,0 0 0,0 0 0,0 0 0,-1 0 0,1 0 0,-1 0 0,1 0 0,1-5 0,0 2-43,-1-1 0,-1 1 1,1 0-1,-1 0 0,0-1 1,0 1-1,0-1 0,-1-7 1,-1-6-77,-3-22 0,0 1 99,3 27 33,0 9 0,1 1 0,-1 0 0,1 0 1,0 0-1,0-1 0,0 1 0,0 0 0,1 0 0,1-5 0,-2 8-13,3 4-252,0 0-1,-1 1 0,1 0 1,-1 0-1,3 6 0,-4-7 161,12 23 88,1-1 1,1-1-1,1 0 0,1-1 0,30 31 0,-31-40-269,-13-13-415,0 0 0,0 1 1,0-1-1,-1 1 0,3 3 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7.9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0 6489,'-3'2'7284,"3"-2"-7220,-1 0-1,1 0 0,0 0 0,0 0 0,0 0 1,0 0-1,0 0 0,0 0 0,0 0 0,0 0 1,0 0-1,-1 0 0,1 0 0,0 0 0,0 0 0,0 0 1,0 0-1,0 0 0,0 0 0,0 0 0,0 0 1,0 0-1,-1 0 0,1 0 0,0 1 253,0-1-253,0 0 0,0 0 1,0 0-1,0 0 0,0 0 0,0 0 0,0 0 1,0 0-1,0 1 0,-1-1 0,1 0 0,0 0 1,0 0-1,0 0 0,0 0 0,0 0 0,0 0 1,0 0-1,0 1 0,0-1 0,0 0 0,0 0 0,0 0 1,1 0-1,-1 0 0,0 0 0,0 0 0,10 19 882,-2-2-576,16 19 136,-14-19-413,1 0-1,17 19 0,-25-33-194,-1-1 0,0 0 1,0 0-1,1 0 0,-1 0 0,1-1 1,0 1-1,-1 0 0,1-1 0,0 0 1,0 0-1,0 0 0,0 0 0,5 1 1,-7-2 59,1 0 0,-1 0 0,1-1 0,-1 1 0,0 0 0,1-1 0,-1 1 0,1 0 0,-1-1 0,0 0 0,1 1 0,-1-1 0,0 0 0,0 1 0,0-1 0,1 0 0,-1 0 0,0 0 0,0 0 0,0 0 0,0-1 0,-1 1 0,1 0 0,0 0 1,0 0-1,-1-1 0,1 1 0,-1 0 0,1-1 0,-1 1 0,1-1 0,-1 1 0,0-2 0,3-13 100,0 0 1,-2-1-1,0-25 0,-1 39 157,0 0-1,0 0 1,1 0-1,-1 0 1,1 0-1,0-1 1,-1 1-1,2 0 1,-1 1-1,0-1 1,0 0-1,3-3 1,-3 6-263,1 1 0,-1-1 1,1 1-1,-1 0 1,1-1-1,-1 1 0,1 0 1,-1 0-1,0 0 1,1 0-1,0 1 0,1 0-24,88 63-249,-51-35-445,-33-26 140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18.4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0 310 4825,'17'-6'1160,"-1"-1"0,-1 0-1,1-2 1,-1 1 0,0-2 0,24-21-1,-6 7 636,-25 18-1417,-1-1 1,1 1-1,-1-1 1,0 0 0,-1-1-1,7-8 1,-11 13-280,0 0 1,0 0-1,-1 0 0,1 0 1,-1 0-1,0-1 1,1 1-1,-2 0 1,1-1-1,0 1 1,-1-1-1,1 1 1,-1-1-1,0 1 0,0-1 1,0 1-1,-1-1 1,1 1-1,-1-1 1,-2-5-1,1 3-95,-1 0-1,0 1 1,0-1-1,0 0 0,0 1 1,-1 0-1,0 0 1,0 0-1,-6-5 1,8 8-41,-1 1 0,1-1 1,-1 0-1,1 1 1,-1 0-1,1 0 0,-1-1 1,0 2-1,1-1 1,-1 0-1,0 0 0,0 1 1,0 0-1,0-1 0,0 1 1,1 0-1,-1 0 1,0 1-1,0-1 0,0 1 1,0-1-1,1 1 1,-4 1-1,1 0 21,0 0 0,1 1 0,-1-1 1,1 1-1,0 0 0,0 0 0,0 0 0,0 1 0,1-1 0,-1 1 0,1 0 1,0 0-1,0 0 0,0 1 0,1-1 0,0 1 0,0-1 0,0 1 0,0 0 1,0 0-1,1-1 0,-1 10 0,0-6 53,1 1 1,1 0-1,0 0 0,0 0 1,0 0-1,1 0 0,1 0 0,-1-1 1,1 1-1,1 0 0,0-1 1,4 10-1,-2-9 127,0 1-1,1-1 1,-1 0-1,2-1 1,-1 1 0,2-1-1,-1-1 1,1 1-1,0-1 1,0 0 0,1-1-1,0 0 1,0-1-1,12 6 1,-10-6-9,3 2 46,-1-1 0,2-1 0,-1 0-1,1-1 1,26 4 0,-29-8-199,0 0-1,0-1 1,21-3 0,-17 1-3541,1 1-3919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42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1120 64 8,'37'-5'27,"0"2"1,75 2-1,-51 2 523,222 9 5072,-166-4-3429,-107-5-1851,33 1 595,-31-2 342,-18 1 1202,-85 2-1726,-48-1-370,-228-34 1377,273 25-1565,-110 6 0,93 2-126,-29 5 7,-41-1 61,26-20 391,50 3-413,-76-7-6,124 12-83,71 14-1242,-4 1-3139,4 0-7936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0:43.6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32 8,'7'0'2562,"8"-1"-1958,-1 1 1,1 0-1,0 1 1,-1 0-1,1 1 1,13 5-1,19 1-219,516 27 3314,-126-41-1766,2-16 1379,-243 11-1914,-56 4 363,-349 9-733,107-4-933,-580-9 312,161-5-47,393 6-196,106 9-290,0 1 1,-41 6-1,54-5 7,-3 0 231,27 0-183,199 8-890,-75-2 387,27-1-19,284 14 226,-434-19 339,-4-1-45,0 1-1,0 0 0,0 1 1,22 7-1,-52-6-566,-44-3 1303,-68-8 1,37 1-367,-194-13 521,-313-9 553,572 29-1336,-9 0 44,-65 7 0,92-5 118,24-1 360,-11-1-535,88 9-139,-65-7-49,0 0 1,31 8-1,-6-1-13,263 22-759,1-17-64,-241-11 708,208 5-4107,-1-6-6612,-219-2 7323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4:24.5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1299 151 8,'18'-2'134,"-16"2"364,1 0-1,-1-1 0,0 0 1,0 1-1,1-1 0,-1 0 1,0 0-1,0 0 0,2-2 1,-35-2 463,-443-52 2325,236 33-1980,168 21-1107,-97 9-1,76 10-161,28-4-51,37-7 36,-44 5 34,62-10-19,0 0-1,0 0 1,0-1 0,1 0-1,-1 0 1,-13-4 0,0 2 140,19 3-171,0 0 1,0 0 0,0 0 0,-1 0-1,1-1 1,0 1 0,0-1-1,-2 0 1,4 1 48,0 0 246,1 0 1,0 0-1,0 0 0,0 0 1,-1 0-1,1 0 0,0 0 1,0 0-1,0-1 1,-1 1-1,1 0 0,0 0 1,0-1-1,-1 1 1,1 0-1,0-1 0,0 0 1,2 0-501,18-4 204,-1 0 0,41-2-1,43 3-81,-69 4 87,767-6-1248,-393 12 1005,-402-7 360,-19 0 55,-21-1 100,-184-17 416,55 3-467,-394-4 313,153 39 239,393-19-839,8 0 283,5 0 881,-2 0-941,12-4-397,-11 3-135,0 1 0,0 0-1,0-1 1,1 1 0,-1 0-1,0 0 1,0 1-1,3 0 1,7 3-8281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4:26.0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383 106 8,'0'-1'685,"0"-1"-1,0 1 1,-1 0-1,1-1 1,0 1 0,-1 0-1,1-1 1,-1 1-1,1 0 1,-2-2 0,-17-20 3444,9 12-1829,3 4-1449,1 0 0,-1 1-1,-1-1 1,1 1 0,-1 1-1,-16-10 1,21 14-839,-1 1-1,1-1 1,0 1 0,-1 0-1,1 0 1,-1 0 0,1 0-1,0 0 1,-1 1 0,1-1-1,0 1 1,-7 2-1,-16 3 318,4-5 78,8 0 5,-1 0-1,-17 4 1,16-1-80,13-4-316,0 0 0,1 1 0,-1-1 0,0 1 0,1 0 1,-1 0-1,1 0 0,0 0 0,-1 0 0,1 1 0,0-1 1,-1 1-1,1-1 0,0 1 0,0 0 0,0 0 0,-1 2 1,-12 19 28,-4 3-8,17-23-23,-1 0 0,1 0 0,0 0 0,0 1 0,0-1-1,0 0 1,1 1 0,-1-1 0,1 1 0,-1 4 0,-5 38 197,7-42-184,-1 10 60,1-1 0,2 17 0,0 9 3,-1-22-43,6 30 1,-4-23 2,-1-16-2,-1 0 0,2 0 0,-1 0 0,1 0 0,0 0-1,0-1 1,1 0 0,0 1 0,0-1 0,1-1 0,0 1 0,0-1 0,1 1 0,-1-1 0,1-1-1,1 1 1,-1-1 0,1 0 0,0-1 0,0 0 0,0 0 0,1 0 0,-1-1 0,14 4 0,15 4 108,60 10 1,-76-19-271,-1 0-1,1-1 1,0 0-1,36-6 1,-30-2-1082,-14 0-2135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4:26.7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95 58 1480,'-9'-9'3121,"0"0"0,-1 0-1,0 1 1,-20-13 0,29 21-3077,1 0 1,-1 0 0,1 0-1,0-1 1,-1 1 0,1 0 0,-1 0-1,1 0 1,-1 0 0,1 0-1,0 0 1,-1 0 0,1 0 0,-1 0-1,1 0 1,-1 0 0,1 0-1,-1 0 1,1 0 0,-1 0 0,1 1-1,0-1 1,-1 0 0,1 0-1,-1 0 1,1 1 0,0-1 0,-1 1-1,0 0-3,0 0-1,0 0 0,0 0 1,1 0-1,-1 1 1,0-1-1,1 0 1,-1 1-1,0 1 0,-1 6-8,1-1 0,-1 14 0,2-17 127,-1 9 7,2 0 0,0 0 0,3 17 0,1 10 147,-4 24 479,2-63-631,0-1-1,0 0 0,0 0 0,0 0 0,0-1 0,0 1 0,5 0 0,-6-1-114,7 1-37,0-1-1,0 1 0,1-1 0,-1-1 0,0 0 1,0 0-1,0-1 0,0 0 0,0-1 0,0 0 1,-1 0-1,1-1 0,-1 0 0,0 0 0,0-1 0,0 0 1,-1-1-1,1 1 0,-1-2 0,9-9 0,-14 14-5,0-1-1,0 0 1,0 0-1,-1 0 1,1 0-1,-1 0 0,2-5 1,-3 7 4,1 0 0,-1-1 0,0 1 1,0 0-1,0-1 0,0 1 0,0 0 0,0-1 1,0 1-1,0 0 0,0-1 0,-1 1 0,1 0 1,-1-1-1,1 1 0,-1 0 0,1 0 0,-1-1 1,0 1-1,0-1 0,-4-5 120,1 1-151,3 15-144,2-4 174,0-1 1,1 0-1,-1 0 0,1 0 1,0 0-1,0 0 1,0 0-1,0-1 0,1 1 1,-1-1-1,1 1 0,5 4 1,7 5 15,24 18 1,-21-17-26,-5-4-234,1 0-1,26 14 1,-34-21-407,6 3-1110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4:27.4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21 592,'5'-5'6299,"-2"1"-2504,-2 4-3790,-1 0 1,0 0-1,1 0 0,-1 0 1,0 1-1,0-1 1,1 0-1,-1 0 1,0 0-1,1 1 1,-1-1-1,0 0 1,0 0-1,0 0 1,1 1-1,-1-1 0,0 0 1,0 0-1,0 1 1,0-1-1,1 0 1,-1 1-1,0-1 1,0 0-1,0 1 1,59 119 1798,-57-117-1632,0 0 0,-1 0 0,2 0 0,-1 0 0,0 0 0,0 0 0,1-1 0,0 1 0,-1-1 0,1 0 0,0 0 0,0 0 0,0 0 0,1 0 0,-1-1 0,0 1 0,5 0 0,-6-1-105,1-1 0,-1 1 0,0-1-1,1 0 1,-1 0 0,1 0 0,-1 0 0,1 0 0,-1-1 0,0 1-1,1-1 1,-1 1 0,1-1 0,-1 0 0,0 0 0,0 0 0,0 0-1,1 0 1,-1-1 0,0 1 0,0-1 0,-1 1 0,1-1 0,0 0-1,-1 0 1,2-2 0,0 0-80,0 0 0,0 0 0,-1-1-1,0 1 1,0-1 0,0 0 0,-1 0 0,0 0-1,0 1 1,1-9 0,-1-5-160,-1-29-1,-1 18 315,1 29-136,0 0 0,0-1 0,0 1 0,0 0 0,0 0 0,0-1 0,0 1 0,0 0-1,0 0 1,0-1 0,0 1 0,0 0 0,0-1 0,0 1 0,0 0 0,1 0 0,-1 0 0,0-1-1,0 1 1,0 0 0,0 0 0,0-1 0,1 1 0,-1 0 0,0 0 0,0 0 0,0 0 0,1-1 0,6 5-125,12 17-313,-7-8 501,8 6-43,-8-6-12,1-1-1,0-1 1,1 0-1,0-1 1,1 0-1,16 8 1,-22-14-98,-5-2-54,0 0 1,-1-1-1,1 1 1,0-1-1,0 1 0,0-1 1,0-1-1,0 1 0,0-1 1,7 1-1,-11-1-76,1 0 0,-1 0 0,0 0 0,1 0 0,-1 0 0,1 0 0,-1-1 0,0 1-1,1 0 1,-1 0 0,0 0 0,1 0 0,-1 0 0,0-1 0,1 1 0,-1 0 0,0 0 0,0-1 0,1 1-1,-1 0 1,0-1 0,0 1 0,1 0 0,-1 0 0,0-1 0,0 1 0,0-1 0,1 1 0,-1 0 0,0-1 0,0 1-1,0 0 1,0-1 0,0 1 0,0 0 0,0-1 0,0 1 0,0-1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4:28.3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0 248 8,'15'0'3567,"0"-1"0,19-3 0,-28 3-3205,-1 0 1,1-1 0,-1 1 0,1-1-1,-1-1 1,0 1 0,0-1 0,0 0 0,6-5-1,-6 4-99,0-1 0,0 0-1,0 0 1,0-1 0,-1 0-1,0 1 1,0-1 0,0-1-1,-1 1 1,0 0 0,0-1-1,2-8 1,-4 11-218,-1 0 0,1 1 1,0-1-1,-1 0 0,0 1 0,0-1 0,0 0 1,0 0-1,0 1 0,-1-1 0,0 0 1,0 1-1,0-1 0,0 1 0,0-1 0,-1 1 1,1-1-1,-1 1 0,0 0 0,0 0 1,-1 0-1,1 0 0,0 0 0,-6-4 0,7 6-50,-6-5-35,0 0 1,-12-6-1,18 11 23,-1 0 0,-1 0 0,1 0 0,0 0 0,0 0 0,0 0 0,0 1 0,-1-1 0,1 1-1,0 0 1,0 0 0,-1 0 0,1 0 0,0 0 0,-4 1 0,5-1 5,0 1 0,0 0 0,0 0 0,0-1-1,-1 1 1,1 0 0,0 0 0,0 0 0,1 0 0,-1 1 0,0-1 0,0 0 0,1 0 0,-1 0-1,0 1 1,1-1 0,-1 0 0,1 1 0,0-1 0,-1 0 0,1 3 0,-4 28 43,4-23-1,1 0 0,0 0 1,1 0-1,0 0 0,0-1 0,6 13 0,0-1 162,17 28 0,-21-42-148,1-1 0,-1 0 0,0 0 0,1 0 0,0 0 0,0-1 0,1 0 0,-1 0 0,1 0 0,0-1 0,0 0 0,0 0 0,0 0 1,1-1-1,-1 0 0,11 2 0,10 1-358,1-1 0,44 1 0,-66-4 220,45 2-551,49 0-306,-85-3 1004,-1-1 0,0-1 0,1 0 0,24-7 0,-38 8 8,0 1-1,-1 0 0,1 0 0,0-1 1,-1 1-1,1 0 0,0-1 1,-1 1-1,1-1 0,0 1 0,-1-1 1,1 1-1,-1-1 0,1 1 1,-1-1-1,1 1 0,-1-1 0,0 0 1,1 1-1,-1-1 0,0 0 0,1 1 1,-1-1-1,0 0 0,0 1 1,0-2-1,0 0 12,0 0 1,0 0-1,0 0 1,0 0 0,-1 0-1,1 1 1,-1-1-1,0 0 1,1 0-1,-2-2 1,-3-3 23,1-1 0,-1 1 0,-10-11 0,-30-40 104,33 41-117,9 14-40,1-1 0,0 1 0,0-1 0,0 1-1,0-1 1,1 0 0,0 0 0,-1 0 0,1 0 0,1 0 0,-1 0 0,0 0-1,1 0 1,0 0 0,0-5 0,1 6-46,-1 0-1,1 1 1,0-1 0,0 1-1,0-1 1,0 1 0,0-1-1,0 1 1,1-1-1,-1 1 1,1 0 0,0 0-1,-1 0 1,1 0 0,0 0-1,0 0 1,0 0 0,1 1-1,-1-1 1,0 1 0,1 0-1,-1-1 1,4 0-1,6-2-216,1 1-1,-1 1 0,1-1 0,-1 2 1,1 0-1,0 0 0,-1 1 0,17 3 0,-27-3-51,-1 0-1,1 0 1,-1 1-1,1-1 1,-1 1-1,1-1 1,-1 1-1,0-1 1,1 1-1,-1 0 1,0 0-1,2 1 1,6 9-6077,-2 1-2689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4:29.3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7 8,'17'-7'1027,"-13"7"-713,0 0 1,0 0-1,0 0 0,0 1 1,0-1-1,-1 1 1,1 0-1,0 0 0,0 1 1,-1-1-1,7 4 1,-2-1-410,0 1 1,-1 0-1,1 0 1,-1 1-1,-1 0 1,1 0-1,10 13 1,1 6-3042,-11-13 2228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4:30.2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 75 8,'-1'-1'56,"1"-1"0,0 1 0,-1-1 0,1 1 0,-1-1-1,0 1 1,1-1 0,-1 1 0,0 0 0,0-1 0,0 1 0,-1-2 0,1 3 205,0-1 1,0 0-1,1 1 0,-1-1 1,0 0-1,1 0 1,-1 0-1,0 0 0,1 1 1,-1-1-1,1 0 1,0 0-1,-1 0 0,1 0 1,0 0-1,-1 0 0,1 0 1,0 0-1,0 0 1,0 0-1,0 0 0,0 0 1,0 0-1,0 0 1,1 0-1,-1 0 0,0 0 1,0 0-1,1 0 1,-1 0-1,1-2 0,1 1-99,-1 0 1,1 0-1,0 1 0,0-1 0,0 0 0,-1 1 1,1-1-1,1 1 0,-1 0 0,0 0 0,0 0 0,0 0 1,1 0-1,-1 0 0,0 0 0,1 1 0,-1-1 1,1 1-1,-1 0 0,3 0 0,-1 0-185,0 0 0,0 1 0,-1-1 0,1 1 0,0 0 0,-1 1 0,1-1 0,-1 0 0,1 1 0,-1 0 0,0 0 0,0 0 0,4 3 0,5 4 48,0 1 0,-1 1 1,16 18-1,-24-24-271,1 1 0,-1-1 0,0 1 0,4 8 0,-5-9-482,0 0 0,-1 0 0,0 0 0,0 0 0,-1 0 0,1 8 1,-1 3-5224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36.0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 14427,'-3'5'8719,"1"-1"-7080,3 5-1359,0 0-1,0 0 0,0 0 0,1 0 0,0-1 1,5 10-1,23 50 182,-19-47-383,14 41 0,-15-31-51,-5-17-17,0 1 1,-1 0 0,-1 0-1,0 0 1,0 21-1,-3 39-642,0-73-328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36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82 8,'-1'-2'852,"1"0"-1,0 1 1,0-1 0,0 1-1,1-1 1,-1 0-1,0 1 1,0-1 0,1 1-1,-1-1 1,1 1 0,0-1-1,-1 1 1,1-1 0,0 1-1,1-3 1,0 3-518,0 0 0,0-1 1,-1 1-1,1 0 0,0 0 1,0 0-1,0 0 0,3 0 0,1-2 127,7-2 68,0 1 0,0 0 0,0 1-1,16-2 1,352-14 863,-349 20-1379,-1-2-6,1 2 0,0 1 0,0 2 0,41 10 0,-72-14-22,1 1 1,-1-1-1,1 1 0,0-1 0,-1 1 0,1 0 0,-1 0 0,1-1 0,-1 1 0,0 0 1,1 0-1,-1 1 0,0-1 0,0 0 0,1 0 0,-1 0 0,0 1 0,0-1 0,-1 1 1,1-1-1,0 1 0,0-1 0,-1 1 0,1-1 0,-1 1 0,1 0 0,-1-1 1,0 1-1,1 0 0,-1-1 0,0 1 0,0 0 0,0-1 0,-1 1 0,1 0 0,0-1 1,-1 1-1,1 0 0,-1-1 0,-1 4 0,0 1 4,-1 0 1,0 0-1,0 0 1,-1-1-1,1 1 1,-1-1-1,-1 0 0,1 0 1,-7 5-1,-10 7 20,-1-2-1,-28 14 0,25-15-22,-35 27 1,59-41 11,1 1 0,-1-1 1,0 1-1,0-1 0,1 1 0,-1-1 1,0 1-1,1 0 0,-1-1 1,1 1-1,-1 0 0,1-1 1,-1 1-1,1 0 0,-1 0 1,1-1-1,0 1 0,-1 0 1,1 0-1,0 0 0,0 0 1,-1-1-1,1 1 0,0 0 1,0 0-1,0 0 0,0 0 1,0 0-1,0-1 0,1 1 0,-1 0 1,0 0-1,0 0 0,1 0 1,-1 0-1,0-1 0,1 1 1,-1 0-1,1 0 0,-1-1 1,1 1-1,-1 0 0,1-1 1,-1 1-1,1 0 0,0-1 1,-1 1-1,1-1 0,1 1 1,12 9-10,0-1 0,0 0 1,25 11-1,52 16-58,-60-25 55,19 7-17,-16-6 17,0 1 1,-1 1-1,41 25 1,-69-36 2,0 0 1,0 1-1,-1-1 0,0 1 1,1 0-1,-1 0 1,4 6-1,-7-8 7,0-1 1,-1 1-1,1-1 0,0 1 1,-1 0-1,1-1 0,-1 1 1,1 0-1,-1 0 0,0-1 1,1 1-1,-1 0 0,0 0 1,0-1-1,0 1 0,-1 0 1,1 0-1,0-1 0,-1 1 1,1 0-1,-1-1 0,1 1 1,-1 0-1,0-1 0,0 1 0,-2 2 1,0 0 35,0 0 0,-1 0 1,1-1-1,-1 1 0,0-1 0,0 0 1,-1 0-1,1 0 0,0-1 0,-1 1 1,0-1-1,-6 2 0,-9 2 340,-36 7 0,36-9-102,-37 6 668,-100 7-1,109-17-1179,-91-11-1,100 5-3659,-1-1-3652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37.1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87 20 8162,'-19'-5'4441,"-12"-2"-1595,29 7-2603,0-1-1,1 1 0,-1 0 1,0 1-1,0-1 1,1 0-1,-1 0 1,0 1-1,0-1 1,1 1-1,-1-1 0,1 1 1,-1 0-1,0 0 1,-1 1-1,2-1-110,1-1 0,-1 1-1,0 0 1,1 0 0,-1 1 0,0-1 0,1 0-1,-1 0 1,1 0 0,0 0 0,-1 0-1,1 1 1,0-1 0,0 0 0,0 0-1,0 0 1,0 1 0,0-1 0,0 0 0,0 0-1,0 0 1,0 1 0,1 1 0,0 1 61,1 0 1,-1 0-1,1 0 1,0 0-1,3 7 1,0-5-123,0 0 0,0-1 0,1 1 1,0-1-1,0 0 0,0-1 1,8 6-1,2-1-44,31 14 1,-39-20-50,0 0 0,0-1 0,1 0 0,-1 0 0,0-1 0,1 0-1,-1-1 1,0 0 0,1 0 0,-1 0 0,1-1 0,-1-1 0,0 1 0,0-1 0,10-4 0,-14 4 5,0 1 1,1-1-1,-1-1 1,0 1 0,0 0-1,-1-1 1,1 0 0,0 0-1,-1 0 1,0-1 0,0 1-1,0-1 1,0 1-1,0-1 1,-1 0 0,0 0-1,0 0 1,0-1 0,0 1-1,0 0 1,-1-1 0,0 1-1,0-1 1,0 1-1,-1-1 1,1 0 0,-1 1-1,0-7 1,-1 8 11,1 1 1,-1-1-1,0 0 0,1 1 1,-1-1-1,-3-4 0,3 5 38,0 0-1,0 0 1,0-1-1,1 1 0,-1 0 1,0 0-1,1-1 0,-1-2 1,3 9-28,0 0 1,0-1-1,0 1 1,0-1-1,5 6 1,2 2 1,48 68-807,-39-61-1556,-11-14-1537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37.5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5 6985,'-3'-4'11488,"3"7"-11201,-1-1-1,1 1 1,0 0-1,0 0 0,0 0 1,0 0-1,0-1 1,1 1-1,-1 0 1,1 0-1,2 4 0,-1 6 117,6 21-68,2 1 0,1-2 0,20 43 0,31 57-258,-14-35-766,-29-60-6239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37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6 8378,'-2'-5'10453,"2"5"-10192,-1 7 2329,5 29-2007,10 24-89,22 64 0,-17-73-683,38 77-1,-20-69-1765,-24-40-1973,0-1-4369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38.1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646 14 928,'-32'-6'6978,"-37"-1"-1,-30 7-958,48 4-4921,-97 22 0,118-19-1172,-15 4-620,-1-2 1,-51 4 0,79-13-3160,7-3-3647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38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169 251 5841,'-2'-33'7187,"-3"2"-3485,1 12-2721,-2 1 1,0 0-1,-9-19 0,5 17-385,5 10-154,1 1 0,0 0 0,0-1 0,-3-15 0,6 26-481,0-1-1,0 0 1,1 0 0,-1 1-1,0-1 1,0 0 0,1 1-1,-1-1 1,0 1 0,1-1-1,-1 1 1,0-1 0,1 1-1,-1 0 1,1-1 0,-1 1-1,1 0 1,-1 1 0,-24 25-49,13-14 59,6-6 21,1 0 0,0 0 0,0 0 0,1 0 0,-7 15 0,9-18 9,0 0 0,1 1 0,-1-1 0,1 1 1,0-1-1,1 1 0,-1-1 0,1 1 0,-1 0 0,2-1 0,-1 1 0,1 6 0,1-7 36,-1 0-1,1-1 1,0 1-1,0 0 1,1-1-1,-1 1 1,1-1-1,0 0 1,0 0-1,0 0 1,0 0-1,0 0 1,1-1-1,-1 1 0,1-1 1,0 0-1,-1 0 1,6 1-1,9 5 31,1-1 0,28 6 0,-43-12-66,50 9 14,0-2 1,85 3-1,-127-11 18,-1 0 1,14-2 0,-22 1 76,1 1 1,0-1-1,0 0 1,0 0-1,-1 0 0,1-1 1,0 1-1,-1-1 1,6-4-1,-8 5-58,0 0 0,0 0 0,0 0 0,-1 0-1,1 0 1,0 0 0,-1 0 0,1 0 0,-1 0-1,0 0 1,1 0 0,-1-1 0,0 1 0,1 0-1,-1 0 1,0 0 0,0-1 0,0 1 0,0 0 0,0 0-1,-1 0 1,1-1 0,0 1 0,0 0 0,-1-2-1,-2-4-26,0 0-1,-7-13 0,7 13 43,-37-60-9,29 50-37,0-1 0,1 0 1,-13-33-1,23 50-82,-1-1 1,1 1-1,0-1 1,-1 1-1,1-1 0,0 1 1,0-1-1,0 1 1,0-1-1,0 1 0,0-1 1,0 1-1,0-1 0,1 1 1,0-3-1,0 3-70,-1 0 0,1 0-1,-1 0 1,1 1 0,0-1-1,-1 0 1,1 0 0,0 1-1,0-1 1,-1 1 0,1-1-1,0 0 1,0 1 0,0-1-1,0 1 1,0 0 0,2-1-1,0 0-220,-1 1-1,1 0 1,0 0-1,0 0 1,-1 0-1,1 0 1,0 0-1,0 1 1,-1-1-1,1 1 1,0 0-1,-1 0 1,1 0-1,-1 0 1,5 3-1,11 8-5972,1 2-4563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39.4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10 158 7162,'-4'12'2647,"3"-11"-2298,1 1 0,-1-1 0,0 1 0,1-1 0,-1 1 0,1-1 0,0 1 0,-1 0 0,1-1 0,0 4 0,1 3 13,1 0-1,0-1 0,1 1 1,-1-1-1,1 1 1,1-1-1,0 0 0,0 0 1,0 0-1,9 9 1,-3-3-456,1-2 0,1 1 0,-1-1 0,19 12 0,-27-21-135,0 0 0,0 0 0,0-1 0,1 1-1,-1 0 1,1-1 0,-1 0 0,1 0 0,-1 0 0,1 0-1,6 0 1,-8-1 11,-1 0 0,1-1 0,0 1 0,-1 0 0,1-1 0,0 1 0,-1-1 0,1 1-1,-1-1 1,1 0 0,-1 0 0,1 1 0,-1-1 0,1 0 0,-1 0 0,0-1 0,0 1 0,1 0 0,-1 0-1,0 0 1,0-1 0,0 1 0,0-1 0,-1 1 0,1-1 0,0 1 0,0-4 0,1 1 55,-1 0 0,0 0 1,-1-1-1,1 1 0,-1-1 1,0 1-1,0-1 0,0 1 1,0 0-1,-1-1 0,0 1 1,0 0-1,0-1 1,0 1-1,-3-5 0,-4-7 478,0 0 0,-15-22-1,6 11 1029,3 13 5045,61 55-4112,-24-24-2198,0 0-1,2-2 1,37 18-1,-52-29-41,-1 0 1,1 0-1,1-1 0,-1 0 0,0-1 0,1 0 0,-1-1 1,1 0-1,-1-1 0,1 0 0,-1-1 0,21-3 0,-27 3-9,0 0 0,0 0 0,0-1-1,0 1 1,-1-1 0,1 0 0,0 0-1,-1 0 1,0 0 0,1-1 0,-1 1-1,0-1 1,0 0 0,0 0 0,-1 0-1,1-1 1,-1 1 0,0 0-1,0-1 1,0 0 0,0 1 0,-1-1-1,1 0 1,-1 0 0,0 0 0,0 0-1,0 0 1,-1 0 0,1 0 0,-1 0-1,0 0 1,0 0 0,-1 0 0,1-1-1,-1 1 1,0 0 0,0 0 0,-2-5-1,-2-2-85,-1-1 0,0 1-1,-1 0 1,0 1 0,-1-1-1,0 1 1,0 1 0,-1 0-1,-13-11 1,15 14-344,-1 0-1,1 1 1,-1 0-1,0 0 1,-1 1-1,1 0 1,-1 1 0,1 0-1,-1 0 1,0 0-1,0 1 1,-1 1-1,-13-1 1,21 2-278,-1 0 0,1 0 0,0 1 0,0-1 0,-1 1-1,1-1 1,0 1 0,0 0 0,-4 2 0,-2 2-4728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39.8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 98 2152,'-1'-4'1187,"0"1"0,0-1 0,0 0 0,-1 1-1,0-1 1,-3-4 0,-2-3 850,-1 1 1,-9-9-1,11 13-1095,4 4-720,0 0 0,0 0-1,0 0 1,0 0-1,0 0 1,-1 1 0,1-1-1,0 1 1,-1-1-1,0 1 1,-2-1 0,3 3-189,1 0 0,-1 1 0,1-1 1,-1 0-1,1 1 0,0-1 0,0 1 0,0 0 1,0-1-1,-1 3 0,-2 4 53,1 1 0,0 0-1,1 0 1,-1 0 0,2 0 0,-1 0-1,2 0 1,-1 17 0,2-11-44,0 0-1,1 0 1,1-1 0,7 26-1,-6-28 37,1 0-1,1 0 1,0-1-1,0 0 1,10 13-1,-13-19 12,1 0 0,-1-1 0,1 0 1,0 0-1,0 0 0,1 0 0,-1-1 0,1 0 0,0 0 0,0 0 0,0 0 1,0-1-1,0 0 0,6 2 0,-8-4-37,-1 1 0,0-1 1,0 0-1,0 0 0,0 0 0,0 0 0,0 0 1,0 0-1,0-1 0,0 1 0,0-1 0,0 1 0,0-1 1,0 0-1,0 0 0,0 0 0,-1 0 0,1 0 1,0 0-1,-1 0 0,1-1 0,-1 1 0,1-1 1,-1 1-1,1-1 0,-1 1 0,0-1 0,0 0 1,0 0-1,0 0 0,0 1 0,0-1 0,0-4 0,2-3-23,-1 1-1,0-1 0,0 0 0,-1 0 0,0 1 0,-1-16 0,-1 9-98,0 1 1,-1-1-1,-1 1 0,0 0 0,-1 0 1,-10-24-1,11 32-243,0-1 0,0 1 0,-1 0 1,1 0-1,-2 0 0,1 1 0,-1-1 0,1 1 1,-2 0-1,1 0 0,0 1 0,-1 0 0,0 0 1,0 0-1,-12-5 0,15 7-1072,-2 1 0,1 0 1,0 1-1,0-1 0,-6 0 0,-8 1-7328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40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120 375 4073,'20'5'19805,"-25"-12"-18968,-4-7-1127,-3-8 273,-26-38 0,28 47 45,2 1 1,-1-2 0,1 1-1,1-1 1,1 0 0,0 0-1,-8-29 1,14 42-33,-2-10 28,0-1 0,0 1 0,1 0 0,1-1 0,0-13 0,0 22-48,1 0 0,-1 1 1,1-1-1,0 1 0,-1-1 1,1 1-1,0 0 0,0-1 1,0 1-1,1 0 0,-1 0 1,1 0-1,-1 0 0,1 0 0,0 0 1,-1 0-1,1 0 0,0 0 1,0 1-1,0-1 0,1 1 1,-1 0-1,0 0 0,0-1 1,1 1-1,-1 1 0,1-1 1,-1 0-1,5 0 0,0 0-100,-1 1 0,0 0 0,1 0 0,-1 0 0,1 1 0,-1 0 0,0 0 0,1 1 0,-1-1 0,9 5 0,7 4-491,30 17 0,-46-23 455,67 41-3666,-5 4-6205,-46-32 2601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40.8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12307,'17'-5'8228,"-2"3"-5841,-13 3-2387,0-1 0,0 1 0,0-1 0,0 1 0,0-1 0,0 1 0,0 0 0,0 0 0,0 0 0,0 0 0,-1 1 0,1-1 0,-1 0 0,3 3 0,5 5-5,-1 1 0,0 0 0,0 0 0,-1 0-1,-1 1 1,8 16 0,25 73 1,69 309-90,-90-325 54,9 47-267,-23-100-3,-3-28 219,-1-1 0,0 1 0,0-1 0,0 1 0,-1 0 0,1-1 0,-1 1 1,1-1-1,-2 5 0,1-7 44,1 0-1,0 0 1,0 1 0,0-1 0,0 0-1,-1 1 1,1-1 0,0 0 0,0 0-1,-1 1 1,1-1 0,0 0 0,0 0-1,-1 0 1,1 1 0,0-1 0,-1 0-1,1 0 1,0 0 0,0 0 0,-1 0-1,1 1 1,0-1 0,-1 0 0,1 0-1,0 0 1,-1 0 0,1 0 0,-1 0-1,-9-7-2278,-5-16-3136,14 21 4750,-9-17-3971,2-4-1930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41.8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310 29 3889,'-12'-4'5080,"-22"-9"817,-6 6-3542,-37 2-1638,68 6-807,-1-1 0,1 1 0,0 1-1,0 0 1,0 0 0,-16 6 0,-24 16-7527,31-13-2065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42.4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36 9194,'2'-11'5155,"-2"9"-4544,0 0 1,0 0-1,0 0 0,1 0 1,-1 0-1,1 0 0,-1 1 1,1-1-1,0 0 0,2-3 1,-3 5-573,0 0 1,0 0-1,0 0 1,0 0-1,1 0 1,-1 0-1,0 0 1,0 0-1,0 0 1,0 0-1,1 0 0,-1 0 1,0 0-1,0 0 1,0 0-1,0 0 1,0 0-1,1 0 1,-1 0-1,0 0 1,0 0-1,0 1 1,0-1-1,0 0 1,1 0-1,-1 0 1,0 0-1,0 0 0,0 0 1,0 0-1,0 1 1,0-1-1,0 0 1,0 0-1,0 0 1,0 0-1,0 0 1,1 1-1,-1-1 1,0 0-1,0 0 1,0 0-1,0 0 0,0 1 1,0-1-1,3 12-449,-1-6 444,7 25-68,-2 1 1,4 34-1,-7-44 27,13 136-10,-12-98-2,2-1-1,19 71 1,-20-108 3,-3-12-2,0 0 0,0 0 0,-1 0 0,1 15-1,-3-25 61,0-9 579,17-102-728,-14 95 110,-1 8 3,-1 0 1,2 0-1,3-10 0,-5 16 11,0-1-1,0 1 1,1 0 0,-1-1-1,1 1 1,-1 0 0,1 0-1,-1 0 1,1 0 0,0 0-1,0 0 1,0 1 0,0-1-1,4-1 1,-4 2-17,0 1 0,0 0 0,0-1 0,0 1 0,1 0 0,-1 0-1,0 0 1,0 1 0,0-1 0,1 0 0,-1 1 0,0-1 0,0 1 0,2 1 0,29 13-58,-33-15 58,134 85 28,-55-32-9,-55-38-71,1 0-211,-1 0 0,-1 2 1,24 22-1,-47-39 190,9 10-958,-8-4-1373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8:45.0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6150 89 8,'12'-4'160,"18"-9"382,-12 0 5240,-22 7-738,-9-6-4555,8 10-451,0 1-1,0-1 1,0 0-1,0 1 0,0 0 1,-1 1-1,1-1 1,-6 1-1,-46 3-31,33-1 79,-340 11 2443,181-9-1256,-103 2-128,-158 7 396,304-6-1148,-182 12 250,79 0-360,-171 11-3,-63-28-103,461-3-166,-422-30 211,-318 5-152,327 44 222,119-4 31,143-11-186,-242-27 0,360 19-117,-199-30 43,129 11 6,109 22-52,15 2-152,18 2-201,33 12 159,-43-10 235,1-1 0,-1 0-1,1 0 1,0-2 0,20 1-1,457 0 367,350 50-825,-731-43 357,5-1 103,0-5 0,0-5-1,160-23 1,138-39 577,-223 39-585,1 8 0,1 8 0,345 29 0,-125 27-67,-263-27 11,391 44 85,-264-53-59,-193-13 18,109-15 0,-90-4 46,-65 12-89,-31 8-60,-1 1 1,0-1 0,1 1 0,-1-1-1,0 2 1,1-1 0,-1 1 0,0-1-1,0 1 1,1 1 0,8 3 0,-1-1-413,-10-5 10,-8-2-172,-7-2 451,1 0 0,0 1 0,-1 1 0,-14-3 0,-51-5 195,53 8-80,-256-11-14,201 12 72,-647 13-60,-53 4 203,109-12-51,114 2 74,220-3-4,-385 53 1,606-41-76,-55 7 32,-133 8-10,176-26 156,-159-17 0,215 7-137,-76-6 46,106 12-137,-66 5-1,59 0-644,-27 3 1991,38 1-4652,3 5-5749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04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3841 186 8,'29'-13'146,"30"-15"1034,-23 4 2738,-36 24-3862,0 0 1,0 0-1,1 0 1,-1 0-1,0 0 1,0-1 0,0 1-1,0 0 1,0 0-1,0 0 1,0 0-1,0 0 1,0-1-1,0 1 1,0 0-1,0 0 1,0 0-1,0 0 1,0 0 0,0-1-1,0 1 1,0 0-1,0 0 1,0 0-1,0 0 1,0 0-1,0-1 1,0 1-1,0 0 1,-1 0-1,1 0 1,0 0 0,0 0-1,0 0 1,0-1-1,0 1 1,0 0-1,0 0 1,0 0-1,-1 0 1,1 0-1,0 0 1,0 0-1,0 0 1,0 0 0,0 0-1,-1 0 1,1 0-1,0 0 1,0 0-1,0 0 1,0 0-1,0 0 1,-1 0-1,1 0 1,0 0-1,0 0 1,0 0 0,0 0-1,-1 0 1,-12-2-606,11 1 773,-91-7-141,-103 4 0,16 2 44,-603-20 1288,-1 20 2376,105 2-1028,-116-31-574,746 28-2035,-23-1-9,-78-3 427,424 19 281,-208-8-846,1039 57-3719,109-20 2321,-1005-39 1645,-192-3-106,-61-6-318,8 1 273,-493-54 801,249 37-458,-509-28 1024,616 50-1164,-1 7 0,-264 43 0,71 20-36,165-33-157,185-34 284,17-4-281,10-2-1385,32-5-8967,-38 8 9152,17-2-6743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05.8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3497 145 8,'145'1'179,"222"-4"-552,-255-3 1529,140-26 1,-223 27 643,1-1-1,42-18 1182,-74 24-2278,-10-1-282,-15 0-349,-196 16 768,63-3-469,-334-2 842,-2-17 153,-42 0-293,25 8-153,-488-2 794,645-8-1399,2-24 39,249 22-261,57 7 197,-96-21 1,136 24-138,6 1-86,1 0-1,-1 0 1,1-1-1,-1 1 1,1 0 0,-1 0-1,1-1 1,-1 1-1,1-1 1,-1 0 0,1 1-1,-1-1 1,-1-1 690,57 4-753,97 19-1,-55-6-94,649 56-236,191-23 325,-294-53 40,-291 0-48,657-20-53,-898 13 179,-84 9-81,-20 3-128,-14 1-326,-1 1 344,-10 4 80,0-2 0,-1-1 0,-25 2 0,-62-3 62,78-2-49,-402-5 392,128 1-205,-1049-20 607,1246 21-744,-355-15 148,-191-2 108,643 20-326,-52 2-96,54-1 79,0 0-1,0 0 0,0 0 1,0 1-1,0 1 1,-8 2-1,13-3-63,0-1 0,0 1 0,0-1 0,0 1 0,0-1 0,0 1 0,0 0 1,0 0-1,1 0 0,-1 0 0,1 0 0,0 1 0,-1-1 0,1 0 0,0 1 0,-1 1 0,2-1-702,-1-1 0,0 1 0,1-1 0,0 1 0,0-1-1,-1 1 1,1-1 0,1 1 0,-1-1 0,1 4 0,3 8-9691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15.8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1154 99 8,'-15'-16'362,"-9"-3"4338,-5-4 2679,25 14-2245,3-9-2202,1 13-1902,-2 4-994,-1 0 0,0 0 0,0 0 0,0 0 0,1 1 0,-6-1 0,-11-1-14,0 2-1,0 0 1,0 1 0,0 1 0,-30 7 0,4 3 56,-48 20 1,-23 20 25,63-27-44,-12 5 31,-116 57 347,105-35-164,9-4 32,2-12-65,39-23-24,2 1 1,-47 35 0,52-33 195,10-9-145,6-4-114,5-2 28,0-1-1520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16.7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411 119 8,'-7'-7'1307,"0"1"0,0 1-1,-1-1 1,0 1 0,0 0 0,-11-4 0,-55-18 4497,32 13-3940,17 5-753,0 2 1,-1 0-1,-47-5 1,70 12-1087,0 0 1,0 0-1,1 0 1,-1 1-1,0-1 1,0 1-1,0-1 0,1 1 1,-1 0-1,1 0 1,-1 0-1,0 0 1,1 1-1,0-1 1,-1 1-1,1-1 1,0 1-1,0 0 0,0 0 1,0 0-1,0 0 1,0 0-1,0 0 1,1 1-1,-1-1 1,1 0-1,0 1 0,-1-1 1,0 6-1,-1 2 36,0-1 1,1 1-1,0 0 0,0 0 0,1 0 0,1 21 0,2-3 62,2 0 0,1 0 0,1 0 0,15 42 0,5-3-41,37 66 0,-30-66-37,17 39-45,56 168 0,-81-212-19,-60-156-5802,29 74 1402,0 0 1,-6-38-1,7 33 238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16.9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424 1 8,'-41'6'10680,"-100"1"-2614,-73-4-4339,214-3-3735,-16 1 162,16-1-185,-1 0 0,1 0 1,-1 0-1,0 0 0,1 0 0,-1 0 0,1 0 0,-1 0 1,1 0-1,-1 0 0,1 0 0,-1 1 0,1-1 0,-1 0 1,1 0-1,-1 1 0,1-1 0,-1 0 0,1 1 0,-1-1 1,0 1-1,3 0-310,0 1 0,0-1 1,-1 0-1,1 0 1,0 0-1,0-1 0,0 1 1,0 0-1,0-1 1,3 1-1,-3 0-521,30 7-10034,-19-6 4460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17.3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3 8,'-4'-2'3499,"12"9"-1632,44 59 295,-37-50-924,-1 2-1,0-1 1,12 25 0,-7-12 40,-12-19-595,11 22 0,-18-27-609,-6-8-217,-13-12-748,13 9 208,-6-5-3003,-18-19 0,24 24 2483,-11-14-3702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17.4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2120,'6'-11'11545,"-5"8"-10262,5-12 4936,-20 41-17468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17.9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4825,'-2'6'15843,"6"-1"-15548,11 13-216,1-2 0,1 0 0,0-1 0,1-1 1,1 0-1,0-2 0,0 0 0,2-1 0,26 11 0,-44-21-116,0 0 0,0 0 1,0-1-1,1 1 0,-1-1 0,0 1 1,0-1-1,0 0 0,1 0 0,-1 0 1,0-1-1,0 1 0,0-1 0,1 0 1,-1 0-1,0 0 0,0 0 0,0 0 1,-1 0-1,1-1 0,0 0 0,3-2 0,-4 2 16,1-1 0,-1 1-1,1-1 1,-1 0 0,0 0-1,0 0 1,-1 0 0,1 0-1,-1 0 1,1 0 0,-1-1-1,0 1 1,0 0 0,0-1-1,-1 1 1,1-1 0,-1 1-1,0-1 1,0-6 0,-1 3 50,1 0 147,-1 0 1,1 1 0,0-1 0,2-9 0,-2 16-154,0 0-1,1 0 1,-1-1-1,0 1 1,1 0-1,-1 0 1,0 0-1,1 0 0,-1-1 1,0 1-1,1 0 1,-1 0-1,1 0 1,-1 0-1,0 0 1,1 0-1,-1 0 1,0 0-1,1 0 1,-1 0-1,1 0 1,-1 0-1,0 1 0,1-1 1,-1 0-1,0 0 1,1 0-1,-1 0 1,0 1-1,1-1 1,-1 0-1,0 0 1,0 0-1,1 1 1,16 9-162,-15-8 177,24 15-631,-1 2 1,23 22-1,-28-22-3771,-2 0-3785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18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273 569 304,'-2'-2'1157,"0"1"0,0-1-1,-1 0 1,1 1 0,-1-1-1,1 1 1,-1 0 0,1-1 0,-4 0-1,1 1-431,0 0-1,0 0 0,0 1 0,0-1 0,-5 1 0,4 0-498,-1 1 0,1-1-1,-1 1 1,1 1 0,0-1 0,-1 1-1,1 0 1,-9 5 0,13-6-199,0 0-1,0 1 1,0-1 0,0 1-1,0 0 1,0-1 0,1 1-1,-1 0 1,1 0 0,-1 0-1,1 0 1,0 0 0,0 0-1,0 1 1,0-1 0,0 0-1,0 1 1,0-1 0,1 1-1,-1-1 1,1 0 0,0 1 0,0-1-1,0 1 1,0-1 0,1 5-1,-1-2 22,1-1 1,0 1-1,1-1 0,-1 1 0,1-1 0,0 0 1,0 0-1,0 0 0,0 0 0,1 0 0,0 0 0,-1-1 1,7 6-1,2 1 1,0-1 0,1-1 1,25 14-1,-29-18-51,-1-1 0,1 1-1,0-2 1,0 1 0,0-1 0,0 0 0,0-1-1,13 1 1,-19-2 3,0 0-1,0 0 0,0 0 0,0-1 1,0 1-1,0 0 0,0-1 0,0 0 1,0 1-1,0-1 0,0 0 0,0 0 1,0 0-1,0 0 0,-1 0 1,1-1-1,0 1 0,-1-1 0,2-1 1,-1 1-4,0-1 1,-1 0-1,1 1 1,-1-1-1,0 0 1,0 0-1,0 0 1,0 0-1,0 0 1,0 0-1,-1-5 1,1-4-6,-2 1 0,1 0 0,-1-1 0,-1 1 0,-5-20 0,-9-14 16,-1 0 0,-3 2 0,-29-50 0,31 60 0,-120-190 63,61 105 252,74 113-277,-3-6 12,4 11-77,2 7-56,1 4 105,1 0 1,0 0-1,1 0 0,7 16 0,20 41 180,-26-60-191,64 121-21,114 166 0,-161-266-162,27 28 0,-17-23-2928,-8-9-3035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19.2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254 317 216,'-1'-7'8530,"-2"13"-3919,-1 13-2742,5-9-1549,0 1 0,0-1 0,1 0-1,0 0 1,1 0 0,0 0 0,0 0 0,6 10 0,4 5-48,28 41 0,-3-21-98,-43-55 839,1 2-971,0 0-1,-1 0 0,-8-11 1,-14-10-24,-11-13 92,-54-73 0,82 100-76,-11-17 117,-28-54 0,44 77-110,1-1 0,0 1 0,1-1-1,0 0 1,1 0 0,0 0 0,0 0 0,1 0-1,0 0 1,1-1 0,1-10 0,0 18-33,-1 0 0,1-1 0,0 1-1,0 0 1,0 0 0,0 0 0,0 0 0,1 0 0,-1 0 0,1 0 0,0 0 0,0 0 0,0 1 0,1-1-1,-1 1 1,0 0 0,1-1 0,0 1 0,-1 0 0,1 1 0,0-1 0,0 0 0,0 1 0,0-1-1,0 1 1,0 0 0,1 0 0,-1 1 0,0-1 0,0 0 0,6 1 0,1-1-17,1 1 0,-1 1 0,1 0 0,-1 0 1,1 1-1,-1 0 0,0 1 0,18 7 0,-13-3-7,0 0 1,0 0-1,-1 1 0,-1 1 1,0 1-1,0-1 0,0 2 0,-1 0 1,19 23-1,-30-32 5,1 0 1,-1 0-1,0 0 1,0 0-1,0 0 1,0 0-1,0 0 1,0 0-1,0 0 1,-1 1-1,1-1 1,-1 0-1,1 0 1,-1 1-1,0-1 1,0 0-1,0 1 1,0-1-1,-1 0 1,1 1-1,-1-1 1,1 0-1,-1 0 1,0 0-1,1 1 1,-4 2-1,2-1 2,-1-1-1,0 1 0,0-1 1,0 0-1,-1 0 1,1 0-1,-1-1 1,1 1-1,-1-1 1,0 0-1,0 0 1,0 0-1,-6 2 0,-9 1-63,0 0 0,0-1 0,0-1 0,-35 1 0,-80-8-2949,76 1-1414,27-1-3637,24 2 3313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19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198 207 2040,'-7'-17'4139,"1"0"-1,-18-29 1,16 33-2752,-1 0 0,0 1 0,-18-19 0,16 18-605,-9-8 283,19 20-1009,0 0-1,0 0 1,0 0 0,-1 0 0,1 0-1,0 0 1,-1 1 0,1-1 0,0 1 0,-1-1-1,1 1 1,-1-1 0,1 1 0,-2-1 0,2 2-56,1 0 1,-1-1-1,1 1 1,-1-1-1,1 1 1,0 0-1,-1-1 1,1 1-1,0 0 1,0 0-1,-1-1 1,1 1-1,0 0 1,0 0-1,0-1 1,0 1-1,0 0 1,0 0-1,0 0 1,0 2 3,-1 8 19,1 0-1,0 0 1,1-1-1,0 1 1,1 0-1,0-1 1,1 1-1,0-1 1,0 1 0,8 14-1,-3-8 15,1 0 0,1-1-1,1 0 1,0 0 0,15 15-1,-19-23-8,1 0 0,1 0 0,0-1 0,0 0-1,17 10 1,-22-15 9,0 0 0,0 0 0,0 0 0,1-1 0,-1 1-1,1-1 1,-1 0 0,1 0 0,0-1 0,-1 1 0,1-1 0,0 0-1,-1-1 1,1 1 0,0-1 0,6-1 0,-9 1-18,0 0-1,0 0 1,0 0 0,0 0 0,0 0-1,0-1 1,0 1 0,-1-1 0,1 1 0,0-1-1,-1 1 1,1-1 0,-1 0 0,0 0-1,1 0 1,-1 0 0,0 0 0,0 0 0,-1 0-1,1 0 1,0 0 0,-1 0 0,1-1-1,-1 1 1,1 0 0,-1 0 0,0-1-1,0 1 1,0 0 0,-1-3 0,0-3-15,0 0 0,0 0 0,-1 0 0,0 0-1,-1 0 1,1 1 0,-6-10 0,-4-3-161,0 0 1,-2 2-1,0-1 0,-1 2 0,-1 0 0,-1 1 0,-24-19 0,33 28-266,-1 2-1,0-1 0,0 1 1,-1 0-1,0 1 0,1 0 1,-14-3-1,16 5-1356,-1 0 0,0 1-1,0 0 1,0 0 0,-16 2-1,-1 3-7462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0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319 655 8,'2'-4'543,"-1"1"1,1-1-1,-1 0 0,-1 0 0,1 1 1,0-1-1,-1 0 0,0 0 0,0 0 1,0-5-1,-9-40 3591,6 33-3008,-5-16-30,-1 0 0,-19-45 1,-34-57-457,53 115-428,-6-10 312,-1 1 1,-2 0-1,0 1 1,-2 1-1,0 0 1,-30-26-1,40 42-268,-15-12 630,24 22-901,1 0 0,0 0 0,-1 0 1,1 1-1,0-1 0,-1 0 1,1 0-1,0 1 0,0-1 0,-1 0 1,1 0-1,0 1 0,0-1 1,-1 0-1,1 1 0,0-1 0,0 1 1,0-1-1,0 0 0,0 1 1,0-1-1,-1 0 0,1 1 0,0-1 1,0 1-1,0-1 0,0 0 1,0 1-1,0-1 0,0 0 0,1 1 1,-2 16-30,1-3 64,2 0 1,0 0-1,0 0 1,2 0-1,-1-1 0,12 25 1,42 76 162,-48-98-148,26 48 203,45 60 0,-66-104-152,1-2-1,0 1 1,2-2-1,0 0 1,1-1-1,1-1 1,21 13 0,-32-23-20,1-1 1,0 0 0,-1 0-1,1-1 1,0 0 0,1-1-1,-1 1 1,0-2 0,1 0-1,-1 0 1,1-1 0,-1 0-1,1 0 1,-1-1 0,15-3-1,-20 3-40,0-1 0,1 0-1,-1 0 1,0 0-1,0 0 1,-1-1 0,1 0-1,0 0 1,-1 0-1,0 0 1,1 0-1,-1 0 1,0-1 0,-1 0-1,1 0 1,-1 1-1,0-1 1,3-6 0,-3 4-28,0 0 1,0-1 0,0 1-1,-1 0 1,0-1 0,0 1 0,0 0-1,-1-1 1,0 1 0,-1-1-1,1 1 1,-3-9 0,1 6-4,-1-1 1,0 1-1,-1 0 0,0 0 1,-1 1-1,1-1 0,-2 1 1,1 0-1,-1 0 1,0 0-1,-1 1 0,0 0 1,0 0-1,-10-6 1,11 9 20,2 0 2,-1 1 0,0 0-1,1 0 1,-1 1-1,0-1 1,-7-1 0,11 4-16,0-1 0,0 1 0,0 0 0,-1 0 0,1 0 0,0 0 0,0 0 0,0 0 0,0 1 0,0-1 0,0 0 0,-1 0 0,1 1 0,0-1 0,0 1 0,0-1 0,0 1 0,0-1 0,0 1 0,0 0 0,1-1 0,-1 1 0,0 0 0,0 0 0,0 0 0,1 0 0,-1-1 0,0 1 0,1 0 0,-1 0 0,1 0 0,-1 0 0,1 1 0,0-1 0,-1 0 0,1 0 0,0 1 0,-1 3 32,0-1 0,0 1 0,0 0 1,1-1-1,0 1 0,0 0 0,1-1 1,-1 1-1,1-1 0,0 1 0,0 0 1,0-1-1,4 9 0,0-3 66,0 0-1,0 0 1,1-1 0,11 15-1,-6-11-30,-1 0-1,2-1 1,-1 0-1,2-1 1,0-1-1,0 0 1,24 14-1,-13-13-24,0-1 1,31 9-1,-45-16-64,0-1 0,0 0 0,0-1 0,1 0 0,-1 0 0,0-1 0,1 0 0,16-4 1,-26 4-74,1 0 1,-1 0 0,0-1-1,1 1 1,-1 0-1,0-1 1,0 1 0,1-1-1,-1 0 1,0 1 0,0-1-1,0 0 1,0 0 0,0 1-1,0-1 1,0 0 0,0 0-1,0 0 1,0 0 0,1-3-1,-2 3-537,0-1-1,1 1 1,-1-1-1,0 0 1,0 1-1,0-1 1,0 0-1,0 1 1,0-1-1,-1 1 1,1-1-1,0 0 1,-1 1-1,0-1 1,1 1-1,-1-1 1,-1-1-1,-6-10-10151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0.8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301 96 4385,'-52'-43'9606,"39"34"-8250,0 0-1,0 0 0,-1 2 1,-19-9-1,32 16-1312,0-1-1,0 1 1,0 0-1,1-1 1,-1 1-1,0 0 1,0 0-1,0 0 1,0 0-1,0 0 1,0 0-1,0 0 1,0 0-1,0 0 1,1 0-1,-1 0 1,0 0-1,0 1 1,0-1-1,0 0 1,0 1-1,0-1 1,1 1-1,-1-1 1,0 1-1,0 0 1,0 0-18,-1 1-1,1-1 1,0 1 0,1-1 0,-1 1 0,0 0 0,0 0 0,1-1 0,-1 1 0,1 0 0,-1 0 0,1 2 0,-1 5 14,1 0-1,0 0 1,0 0-1,3 11 1,0-7-3,0 0 0,0 0 0,2 0-1,0-1 1,0 0 0,1 0 0,0-1 0,1 1 0,9 10 0,8 8 104,50 46-1,-43-45-86,-30-30-65,0 0 0,1 0 0,-1 0 1,0 1-1,0-1 0,0 0 1,0 1-1,0-1 0,0 1 0,-1-1 1,1 1-1,0 0 0,-1-1 0,1 1 1,-1 0-1,0-1 0,0 1 1,1 0-1,-1-1 0,0 1 0,0 0 1,-1 0-1,1-1 0,0 1 0,0 0 1,-1-1-1,1 1 0,-1 0 1,0-1-1,1 1 0,-1-1 0,0 1 1,0-1-1,0 1 0,-2 1 0,-2 3-25,0-1 0,0 0 0,-1-1-1,0 1 1,0-1 0,0 0 0,-9 4-1,-18 8-860,-63 20 0,6-11-7044,41-14-2747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1.6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8,'0'4'1286,"-1"0"-1,1 0 1,-1 0-1,0 0 1,-3 7 0,3-9-564,0 1 0,0 0 1,0 0-1,1 0 1,-1 0-1,1 0 0,-1 0 1,1 0-1,0 0 0,0 0 1,1 5-1,2 2-249,0 0 1,1 0-1,0-1 0,1 1 0,0-1 0,0 0 0,1 0 1,0-1-1,1 0 0,8 8 0,-3-4-484,1-1 0,0 0 0,0-1 1,1-1-1,24 12 0,-32-19 157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1.8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34 3345,'0'0'575,"2"-22"12058,2 12-9068,-3 10-3499,-1 0-1,0 0 1,0-1-1,1 1 0,-1 0 1,0 0-1,0 0 1,0 0-1,1 0 0,-1 0 1,0 0-1,0 0 1,1-1-1,-1 1 0,0 0 1,0 0-1,1 0 1,-1 0-1,0 0 0,1 0 1,-1 1-1,0-1 1,0 0-1,1 0 1,-1 0-1,0 0 0,0 0 1,0 0-1,1 0 1,-1 0-1,0 1 0,1-1 1,1 3-187,0 0 1,1 0-1,-1 0 1,0 0-1,-1 0 0,1 0 1,0 0-1,-1 1 1,0-1-1,2 7 1,0-1-309,7 25-2251,-5-10-3670,-1-3-4150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2.2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92 504,'-2'2'9174,"6"6"-2238,1 2-3227,0-3-4381,2 1 801,0-1-1,1 0 1,-1 0 0,2 0-1,-1-1 1,1-1 0,13 8-1,-3-5-99,0 0-1,35 10 1,-52-17-29,1-1 1,-1 1 0,0-1 0,1 0-1,-1 0 1,0 0 0,1 0-1,-1 0 1,0 0 0,1-1 0,-1 1-1,0-1 1,1 1 0,-1-1-1,0 0 1,0 0 0,0 0 0,0 0-1,0 0 1,0-1 0,0 1-1,0-1 1,-1 1 0,1-1 0,0 0-1,-1 0 1,1 1 0,-1-1-1,0 0 1,1 0 0,-1 0 0,0 0-1,0-1 1,-1 1 0,1 0-1,0 0 1,-1-1 0,1 1 0,-1 0-1,0-1 1,0 1 0,0 0-1,0-1 1,-1-3 0,-2-4-17,0-1 0,-1 1 0,0 0 0,-1 0 1,0 0-1,-10-13 0,7 12 228,2-1 1,-1 0-1,-7-19 1,14 31-199,0 0 1,0 0 0,0 0 0,0 0 0,0 0 0,0 0-1,0 0 1,0 0 0,0 0 0,0 0 0,0-1 0,0 1-1,0 0 1,0 0 0,0 0 0,0 0 0,0 0-1,0 0 1,0 0 0,0 0 0,0 0 0,0 0 0,0 0-1,0 0 1,0 0 0,0 0 0,0 0 0,0 0 0,1-1-1,-1 1 1,0 0 0,0 0 0,0 0 0,0 0 0,0 0-1,0 0 1,0 0 0,0 0 0,0 0 0,0 0 0,0 0-1,0 0 1,0 0 0,0 0 0,0 0 0,0 0-1,1 0 1,-1 0 0,0 0 0,0 0 0,0 0 0,0 0-1,0 0 1,0 0 0,0 0 0,0 0 0,0 0 0,0 0-1,0 0 1,7 3 147,8 5-239,108 60 106,1 0-1012,-113-61 394,19 12-1622,-10-4-7520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3.0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316 2 8,'-38'-1'11210,"-8"1"-5374,-29 2-3558,59-1-1938,-1 1 0,1 0 0,-1 2 0,1 0 0,-22 8 1,35-11-299,1 0 1,0 0-1,0 0 1,-1 1-1,1-1 1,0 0-1,0 1 1,0-1-1,0 1 1,1 0-1,-1 0 1,0 0-1,1 0 1,-1 0-1,1 0 1,0 0-1,-2 4 1,2-4-9,1 1 0,-1-1 1,1 0-1,0 1 1,0-1-1,0 0 1,1 0-1,-1 1 0,0-1 1,1 0-1,-1 1 1,1-1-1,0 0 1,0 0-1,0 0 0,0 0 1,0 0-1,0 0 1,3 3-1,2 3 27,1 0 0,0-1 0,0 0 0,1 0 1,0 0-1,0-1 0,0-1 0,15 9 0,9 1 22,38 14 0,-38-17-43,88 29 73,-19-7-110,-101-34-5,0 0 0,0 0-1,1 1 1,-1-1-1,0 0 1,0 0 0,0 0-1,1 0 1,-1 0-1,0 0 1,0 1 0,0-1-1,1 0 1,-1 0-1,0 0 1,0 0 0,0 1-1,0-1 1,0 0-1,1 0 1,-1 0 0,0 1-1,0-1 1,0 0-1,0 0 1,0 1 0,0-1-1,0 0 1,0 0-1,0 1 1,0-1 0,0 0-1,0 0 1,0 1-1,0-1 1,0 0 0,0 0-1,0 1 1,0-1-1,0 0 1,-1 0 0,1 0-1,0 1 1,0-1-1,0 0 1,0 0 0,0 0-1,0 1 1,-1-1-1,1 0 1,0 0 0,0 0-1,0 0 1,-1 0-1,1 1 1,0-1 0,-1 0-1,-12 9-14,8-7 23,0 0 1,0 0-1,-1 0 0,1-1 0,0 0 0,-1 0 0,-8 0 0,-43-2-5,41 1-12,-13-1-657,-113-2 1278,95 5-3729,1 2-4228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3.8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29 142 8,'0'-23'1744,"0"2"13891,3 39-15260,4 4-194,0-2 0,1 1 0,22 36-1,1-7 18,2-2-1,74 82 0,-92-116-192,-5-4 2,-1 0 0,0 0 0,0 1-1,-1 0 1,7 13 0,-15-24-5,0 0 0,0-1 0,0 1 1,-1 0-1,1 0 0,0 0 0,0 0 1,-1 0-1,1 0 0,0 0 0,0 0 0,-1 0 1,1 0-1,0 0 0,0 0 0,-1 0 1,1 0-1,0 0 0,0 0 0,-1 0 1,1 0-1,0 0 0,0 0 0,-1 0 0,1 0 1,0 0-1,0 0 0,-1 1 0,1-1 1,0 0-1,0 0 0,0 0 0,-1 0 0,1 1 1,0-1-1,0 0 0,0 0 0,0 1 1,0-1-1,-1 0 0,1 0 0,0 0 0,0 1 1,0-1-1,0 0 0,0 0 0,0 1 1,0-1-1,0 0 0,0 0 0,0 1 1,0-1-1,0 0 0,0 1 0,0-1 0,0 0 1,0 0-1,0 0 0,0 1 0,0-1 1,1 0-1,-1 0 0,0 1 0,0-1 0,0 0 1,0 0-1,0 0 0,1 1 0,-18-8 333,-4-6-168,1-1 0,1-1 1,0-1-1,1 0 0,1-2 1,-23-28-1,22 20-115,0 0 0,1-1 0,2-1 0,-20-47 0,27 52-54,-16-57-6,22 72-12,0 0 0,1-1-1,0 1 1,1-1 0,-1 1-1,2-1 1,1-12 0,-2 18-1,1 1 0,0-1 0,-1 1 0,1-1-1,0 1 1,0 0 0,0-1 0,1 1 0,-1 0 0,0 0 0,1 0 0,0 0 0,-1 0 0,1 0 0,0 0 0,0 0 0,0 1 0,4-3 0,-3 2-18,1 1 1,0 0-1,-1-1 1,1 1-1,0 1 1,0-1-1,0 0 1,0 1-1,0 0 1,0 0 0,4 1-1,5 0-34,0 2-1,0 0 1,-1 0-1,0 1 1,1 1-1,15 8 1,-17-7 14,0 0 1,0 1 0,-1 0 0,0 0 0,9 9 0,-16-13 28,-1-1 1,1 1-1,-1 0 1,0 0-1,0 0 1,0 0-1,0 0 1,0 0-1,-1 0 1,1 1-1,-1-1 1,0 1-1,0-1 1,0 1-1,0-1 1,-1 1-1,0-1 1,1 1-1,-1 0 1,-1-1-1,0 7 1,0-4-17,-1 0 0,0 0 1,0 0-1,-1-1 0,0 1 0,1-1 0,-2 1 0,1-1 1,-1 0-1,0-1 0,-4 6 0,1-4 62,-1 1-1,0-1 1,0 0-1,-1 0 0,1-1 1,-12 5-1,3-3-880,0-1 0,-31 8 0,24-9-3466,-31 2 0,28-5-2458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4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9 3641,'-5'-8'10932,"18"21"-8581,224 398 389,-183-313-3671,-47-81 148,1 2-5927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4.7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171 37 2721,'-4'-2'1699,"0"-1"0,0 1 1,0 0-1,-5-5 0,6 5-1039,1 0 0,-2 0-1,1 0 1,0 0 0,0 0-1,0 1 1,-1-1 0,-6-1-1,6 2-460,-1 1-1,1-1 0,-1 1 0,0 0 0,1 0 1,-1 0-1,0 1 0,1-1 0,-1 1 1,0 0-1,1 1 0,-1-1 0,1 1 0,0 0 1,-5 2-1,7-2-151,-1 0 0,1-1 0,-1 1 0,1 0-1,0 0 1,0 0 0,0 1 0,0-1 0,1 0 0,-1 1 0,1-1 0,-1 1 0,1-1 0,0 1 0,0 0 0,0 0 0,0-1 0,0 1-1,1 0 1,-1 0 0,1 0 0,0 0 0,0 0 0,0 0 0,1 3 0,0 1 1,1-1 0,-1 0 1,1 1-1,1-1 0,-1 0 0,1 0 1,0-1-1,1 1 0,-1-1 1,1 1-1,0-1 0,0 0 0,1-1 1,-1 1-1,1-1 0,8 6 0,-1-2-8,1 1-1,0-2 1,0 0-1,0 0 0,1-2 1,16 6-1,-25-10-33,-1 0-1,1 0 0,0 0 1,-1-1-1,1 0 0,0 1 1,0-2-1,-1 1 0,1 0 1,0-1-1,-1 0 0,1 0 1,8-4-1,-11 4-2,1 0-1,-1 0 1,1-1 0,-1 1-1,0-1 1,1 0-1,-1 0 1,0 0 0,0 0-1,0 0 1,-1 0-1,1 0 1,0 0 0,-1-1-1,0 1 1,1-1-1,-1 1 1,0-1 0,0 0-1,0 1 1,-1-1-1,1 0 1,-1 0 0,1-3-1,-1 0-3,-1-1 0,1 1 0,-1 0 0,-1-1 0,1 1 0,-1 0 0,0 0 0,0 0 0,-1 0 0,1 1 0,-2-1 0,-4-6-1,-5-14 47,19 40-358,-2-5 304,0 0 1,9 13-1,-2-6-23,-2-2-202,2 0 0,-1-1 1,17 15-1,-4-5-1117,-4-4-2741,2-3-6708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5.3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0 281 3585,'1'2'17392,"2"4"-15417,55 37-1587,-39-27-431,2 0 1,42 24 0,-62-39 35,0-1-1,0 1 1,0-1-1,0 1 1,0-1-1,0 1 1,0-1 0,0 0-1,0 0 1,0 0-1,0 1 1,0-1 0,1 0-1,-1 0 1,0 0-1,0-1 1,0 1-1,0 0 1,0 0 0,0-1-1,0 1 1,0 0-1,0-1 1,0 1 0,0-1-1,0 1 1,0-1-1,0 0 1,0 1-1,-1-1 1,1 0 0,0 0-1,0 1 1,-1-1-1,1 0 1,0 0 0,-1 0-1,1 0 1,-1 0-1,1 0 1,-1 0 0,0 0-1,1 0 1,-1 0-1,0 0 1,0 0-1,0-1 1,0 1 0,0-1-1,0-6-42,0 1 0,-1 0 0,0-1 0,0 1 0,0 0 0,-1 0 0,-1 0-1,1 0 1,-1 0 0,-4-7 0,2 2 79,0 0-1,-4-14 1,9 26-28,0 0 1,0 0-1,0 0 0,0 0 1,0 0-1,0 0 1,0 0-1,0-1 1,0 1-1,0 0 0,0 0 1,0 0-1,0 0 1,0 0-1,0 0 0,0 0 1,0 0-1,0 0 1,0 0-1,0-1 1,0 1-1,0 0 0,0 0 1,0 0-1,0 0 1,0 0-1,1 0 1,-1 0-1,0 0 0,0 0 1,0 0-1,0 0 1,0 0-1,0 0 0,0 0 1,0 0-1,0 0 1,0 0-1,0-1 1,0 1-1,0 0 0,1 0 1,-1 0-1,0 0 1,0 0-1,0 0 1,0 0-1,0 0 0,0 0 1,0 0-1,0 0 1,0 0-1,0 0 0,1 0 1,-1 1-1,0-1 1,8 3-62,5 5-75,5 7 83,0 0 0,2-2-1,-1 0 1,1-1-1,1-2 1,0 0 0,1-1-1,0 0 1,23 4-1,-24-8-109,1-2 0,-1 0 0,23-1-1,-32-2 39,0 0 0,-1-1-1,1-1 1,0 0 0,0 0 0,22-9-1,-30 9 109,-1 1 0,1-1 0,0 0-1,-1 0 1,1-1 0,-1 1-1,0-1 1,0 1 0,0-1 0,0 0-1,0 0 1,-1-1 0,1 1 0,-1-1-1,0 1 1,0-1 0,0 1 0,0-1-1,-1 0 1,2-7 0,-2 5 13,0 0 0,0 0-1,-1 1 1,0-1 0,0 0 0,-1 0 0,0 0 0,0 0 0,0 0-1,-1 1 1,1-1 0,-1 1 0,-6-11 0,-3-6 110,-2 0 0,-1 1 0,-1 0 0,0 2 0,-1-1 0,-2 2 0,-31-27 0,45 42-64,0 0 1,1 0-1,-1 1 0,0 0 0,0 0 1,-9-3-1,12 5-43,0-1-1,0 1 1,0 0 0,0 0 0,0 0-1,0-1 1,-1 1 0,1 0 0,0 0-1,0 1 1,0-1 0,0 0-1,0 0 1,0 1 0,0-1 0,0 0-1,0 1 1,0-1 0,0 1-1,0-1 1,0 1 0,0 0 0,0-1-1,0 1 1,1 0 0,-1-1-1,0 1 1,0 0 0,1 0 0,-1 0-1,1 0 1,-1 0 0,0 2-1,-2 3 13,1-1-1,1 1 0,-1 0 0,1 0 0,0 0 0,0 0 0,1 1 1,0-1-1,0 0 0,0 0 0,2 6 0,0 2 53,1-1-1,1 1 1,9 23 0,-9-30-33,-1-1 1,1 1-1,0-1 1,0 0-1,1 0 1,0 0-1,0-1 1,11 9-1,-5-5 3,0-1 0,1-1 0,23 12-1,-21-13 28,1 0 1,0-1-1,1-1 0,-1-1 0,1 0 0,31 1 0,-27-4-745,32-3 1,-33 1-2445,30-9-1,-34 6-2305,-2-2-3719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6.0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72 2537,'-11'-8'1855,"-1"-1"0,0 2 0,0-1 0,-1 2 0,-14-7 1,16 9-1048,-1 0 1,1 1 0,-1 0-1,0 1 1,0 0-1,-17 0 1,26 2-732,-1 0 0,1 0-1,-1 0 1,1 1 0,-1-1 0,1 1-1,-1 0 1,1 0 0,0 1 0,0-1-1,-1 0 1,1 1 0,0 0 0,0 0-1,0 0 1,1 0 0,-1 1 0,0-1 0,1 0-1,0 1 1,-1 0 0,1 0 0,0 0-1,0 0 1,1 0 0,-1 0 0,-2 7-1,1-1 41,1 1 1,0-1-1,0 1 0,1 0 0,0 0 0,1 0 0,0 0 0,3 18 0,1-4-44,1-1-1,1 0 1,1 0-1,1-1 1,2 0-1,0 0 1,20 31-1,12 10-102,52 59-1,-49-65-9,63 70-37,-85-104-35,1-2-1,1 0 1,32 21-1,-43-33-708,42 25 604,-26-22-3979,-25-11 1963,-1 0 0,1 0-1,0 0 1,7-1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6.6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341 345 576,'-44'-45'7091,"22"20"-2498,-2 2 1,-36-29-1,59 51-4549,0 0-1,1 1 1,-1-1-1,0 1 1,0-1 0,0 1-1,0 0 1,0-1-1,0 1 1,0 0-1,0 0 1,0-1-1,0 1 1,0 0 0,0 0-1,0 0 1,0 0-1,0 0 1,0 1-1,-2-1 1,1 1-26,1 0 1,-1 0 0,1-1-1,-1 1 1,0 1-1,1-1 1,0 0-1,-1 0 1,1 0 0,-3 4-1,-1 2-84,0 2 1,0-1-1,-6 16 0,7-16 120,-6 15-286,6-12-48,-1 1 0,-12 20 0,15-30 129,1 0 0,0 0 0,-1 0-1,1 0 1,-1-1 0,0 1 0,1 0-1,-1-1 1,0 1 0,0-1 0,0 0-1,0 0 1,0 1 0,-1-1 0,1-1-1,0 1 1,0 0 0,-1 0 0,1-1-1,-5 1 1,6-1-46,-1 0-1,1 0 1,0 0 0,-1-1-1,1 1 1,0 0-1,-1-1 1,1 1-1,0-1 1,-1 1 0,1-1-1,0 1 1,0-1-1,0 0 1,0 0 0,-1 0-1,1 0 1,0 0-1,-1-1 1,0-1-33,1 1 1,0 0-1,0-1 1,-1 1-1,1-1 1,1 1-1,-1-1 1,0 1-1,0-5 1,0 1 78,1 0 0,0 1 1,0-1-1,0 1 0,1-1 0,-1 1 0,1-1 1,1 1-1,2-8 0,-3 9-22,2 0 1,-1-1-1,0 1 0,1 0 1,0 1-1,-1-1 0,2 0 0,-1 1 1,0 0-1,1-1 0,-1 1 0,1 1 1,0-1-1,0 0 0,0 1 0,0 0 1,1 0-1,-1 0 0,1 1 1,-1-1-1,1 1 0,7-1 0,4 1 81,0 0 0,0 0-1,0 2 1,26 3-1,63 18 383,-79-16-187,211 68 4259,-118-34 711,-96-31 129,-33-15-3536,9 6-1649,-16-10 360,-137-87 1346,136 83-1600,-1 0 0,2-2 1,0 0-1,1-1 1,-24-33-1,35 43-95,0-1-1,1 1 1,0-1-1,-4-13 1,7 17-81,-1 0 0,1 0-1,0-1 1,1 1 0,-1 0-1,1-1 1,0 1 0,0-1 0,0 1-1,2-8 1,-2 12-19,0-1 0,0 1 0,1-1 1,-1 1-1,0 0 0,0-1 0,1 1 0,-1-1 0,0 1 0,0 0 1,1-1-1,-1 1 0,0 0 0,1-1 0,-1 1 0,0 0 0,1 0 1,-1-1-1,1 1 0,-1 0 0,0 0 0,1 0 0,-1 0 0,1 0 0,-1-1 1,1 1-1,16 2-3020,14 10-3696,3 3-860,-14-5 2096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6.9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164 100 336,'0'-2'468,"0"1"1,-1-1-1,1 0 0,-1 1 0,0-1 0,1 1 1,-1-1-1,0 1 0,0-1 0,0 1 1,0-1-1,0 1 0,-1 0 0,1 0 1,0 0-1,0-1 0,-1 1 0,1 0 1,-1 0-1,-1 0 0,-4-4 1178,-1 1 0,-13-4 0,-24-7 1764,41 15-3202,1-1-1,-1 0 1,1 1 0,-1 0 0,1 0 0,-1 0 0,0 0 0,1 0 0,-1 1-1,1 0 1,-6 1 0,8-2-180,1 1 0,-1-1 0,0 0-1,0 1 1,1-1 0,-1 1 0,1-1 0,-1 1-1,0-1 1,1 1 0,-1 0 0,1-1 0,-1 1 0,1 0-1,-1-1 1,1 1 0,0 0 0,-1 0 0,1-1-1,0 1 1,0 0 0,-1 1 0,1-1 9,0 1 1,0 0-1,0 0 0,0 0 1,0 0-1,1 0 1,-1 0-1,1 0 1,0 2-1,2 2 47,0 1 1,0-1-1,0 0 1,6 7-1,-3-5-58,1-1 0,0 0 0,0 0 0,0-1 0,1 0 0,0 0 0,0-1 0,1 0 0,8 4 0,1-1 22,0-1 0,0 0-1,31 5 1,-42-10-37,0-1-1,0 0 1,0 0 0,0-1-1,0 0 1,7-1 0,-12 1-10,-1 0 1,0 0 0,1-1 0,-1 1 0,1 0 0,-1-1 0,0 1-1,1-1 1,-1 0 0,0 1 0,0-1 0,0 0 0,1 0-1,-1 1 1,0-1 0,0 0 0,0 0 0,0 0 0,0 0 0,-1-1-1,1 1 1,0 0 0,0 0 0,-1 0 0,1-1 0,-1 1-1,1 0 1,-1-1 0,1 1 0,-1 0 0,0-1 0,0 1 0,0-1-1,0 1 1,0 0 0,0-3 0,-1-3-20,0 1-1,-1 1 1,0-1 0,0 0-1,0 0 1,-1 1 0,0-1-1,0 1 1,0 0 0,-1 0 0,-7-8-1,2 2-20,-2 1-1,1 0 1,-24-17 0,-15-3-132,43 27 9,-1 0-1,1 0 1,0 1 0,-1 0-1,1 0 1,-11-1 0,16 3-80,0 0 0,0-1 0,-1 1 1,1 1-1,0-1 0,0 0 1,-1 0-1,1 0 0,0 0 1,0 1-1,0-1 0,-1 1 0,1-1 1,0 1-1,-2 1 0,2-1-666,1-1 453,-1 1 1,1-1 0,-1 1 0,1 0-1,0-1 1,-1 1 0,1 0-1,0-1 1,0 1 0,0 0 0,-1-1-1,1 1 1,0 0 0,0 0-1,0-1 1,0 1 0,0 0-1,0-1 1,0 1 0,0 0 0,1 0-1,-1-1 1,0 1 0,0 0-1,1 1 1,3 8-4307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7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49 147 1616,'-13'-19'10644,"-1"0"-6024,12 17-4174,0-1 1,-1 1 0,1 0 0,0 0 0,1-1 0,-1 1 0,0-1 0,1 0 0,-1 1-1,0-5 1,17 7-137,3 3-550,-1 1 0,1 1 1,22 9-1,24 6 194,-40-13 62,-12-4 35,0 1 0,0-2-1,0 1 1,1-2 0,-1 0 0,23 0-1,-35-2-24,1 1 1,0 0-1,-1-1 0,1 1 0,-1-1 1,1 1-1,-1-1 0,1 1 0,-1-1 0,1 1 1,-1-1-1,0 0 0,1 1 0,-1-1 0,0 0 1,1 1-1,-1-1 0,0 0 0,0 1 1,0-1-1,0 0 0,0 1 0,1-1 0,-1 0 1,0 0-1,-1 1 0,1-1 0,0 0 1,0 1-1,0-1 0,0 0 0,-1-1 0,-6-25-121,5 20 85,-1-1 0,1 0 1,1 0-1,0-1 0,-1-10 1,2 17-16,0 0 0,1 0 0,-1 0 0,0 0 1,0 0-1,1 0 0,0 1 0,-1-1 0,1 0 1,0 0-1,0 1 0,2-4 0,-3 4-22,1 0-1,0 0 1,1 0-1,-1 0 0,0 1 1,0-1-1,0 0 1,0 1-1,1-1 1,-1 1-1,0-1 1,0 1-1,1 0 1,-1-1-1,0 1 1,1 0-1,-1 0 0,0 0 1,1 0-1,1 0 1,7 2-135,-1 0 1,1 0 0,-1 1-1,0 0 1,15 8-1,8 3-88,-9-5-537,33 18-1,-31-12-2156,-2 1-3293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8.1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7666,'2'1'389,"0"0"-1,0-1 1,0 1 0,-1 0 0,1 0 0,0 1 0,-1-1 0,1 0 0,0 1-1,-1-1 1,0 0 0,3 3 0,13 24 873,-9-16-523,28 44 411,-5-6-851,72 88 0,0-29-2386,-67-74-1685,1-2-3710,-18-18 4361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8.3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442 86 1944,'-110'-44'11419,"77"33"-9534,0 1 1,0 2-1,-42-4 0,64 11-1743,0 1-1,1 0 0,-1 1 0,0 0 0,-11 2 0,17-2-192,-1 0-1,1 1 0,0 0 0,0-1 0,0 2 1,0-1-1,1 0 0,-1 1 0,1 0 0,-1 0 0,1 1 1,-5 4-1,-4 11-1455,11-8-2053,3-11 3036,-1 1 1,0 0-1,0-1 0,1 1 0,-1 0 1,0-1-1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8.9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6505,'2'4'10635,"4"6"-5498,35 62-5140,-15-31 52,1 0 1,3-2-1,1-1 0,1-2 1,50 42-1,-57-55-192,45 28 0,-58-43 51,0-1 1,1-1-1,0 0 0,0 0 0,1-1 1,18 4-1,-30-8 91,0-1 0,0 1 0,1-1 0,-1 0 0,0 0 0,0 0 0,0 0 0,0 0-1,1 0 1,-1 0 0,0-1 0,0 1 0,0-1 0,0 1 0,0-1 0,0 0 0,0 0 0,0 0 0,0 0 0,0 0 0,-1 0 0,1-1 0,0 1 0,-1 0 0,1-1-1,-1 0 1,1 1 0,-1-1 0,0 0 0,0 0 0,0 1 0,0-1 0,0 0 0,0 0 0,0 0 0,0 0 0,-1-1 0,1 1 0,-1 0 0,0 0 0,0 0 0,0 0 0,0 0-1,0-1 1,0 1 0,0 0 0,-1-2 0,-1-8 257,0 1 0,-1-1 0,-1 1 1,-7-19-1,14 35-301,1 0 0,-1 0 0,1-1 0,1 1 0,-1-1 0,1 0 0,-1 0 0,1 0 0,7 4 0,58 31-5,-57-33-32,12 6-104,47 14-1,-50-19 148,-14-4 16,0-1 0,0 0 0,0 0 0,0-1 0,0 0 1,1-1-1,-1 0 0,0 0 0,0 0 0,10-3 0,-17 3-109,-1 0 0,1 0 0,0 0 0,0-1 0,0 1 1,0 0-1,0-1 0,-1 1 0,1-1 0,0 1 0,0-1 0,0 1 0,-1-1 0,1 1 0,0-1 0,-1 0 1,1 1-1,-1-1 0,1 0 0,-1 0 0,1 0 0,-1 1 0,1-1 0,-1 0 0,0 0 0,0 0 0,1 0 1,-1 0-1,0 0 0,0 1 0,0-1 0,0 0 0,0 0 0,0 0 0,0 0 0,0 0 0,0 0 0,0 0 1,-1 0-1,1 0 0,0 1 0,-1-1 0,1 0 0,0 0 0,-1 0 0,1 1 0,-2-2 0,-3-5-1730,0 0-1,0 1 1,-1-1-1,-8-6 0,7 6 950,2 3 659,1 0 1,0-1-1,-1 0 1,2 1-1,-1-2 1,1 1-1,0 0 1,0 0-1,0-1 1,1 0-1,-1 0 1,-1-8-1,4 13 372,0 0 0,-1 0 0,1 0-1,0 1 1,0-1 0,0 0-1,0 0 1,0 0 0,0 0 0,0 1-1,1-1 1,-1 0 0,0 0-1,0 0 1,1 1 0,-1-1 0,0 0-1,1 0 1,-1 1 0,1-1-1,-1 0 1,1 1 0,-1-1 0,1 1-1,-1-1 1,1 0 0,0 1-1,-1-1 1,1 1 0,0 0 0,-1-1-1,1 1 1,0 0 0,0-1-1,-1 1 1,1 0 0,0 0 0,0-1-1,0 1 1,-1 0 0,1 0 0,0 0-1,0 0 1,0 0 0,1 0-1,3 1 411,1-1-1,-1 1 0,1 0 0,-1 0 0,7 2 0,0 2-118,-1-1-1,1 2 0,-1 0 1,0 0-1,0 1 1,-1 0-1,14 12 0,-12-8-918,-1 1-1,18 22 0,-28-34 388,-1 0 1,0 0-1,0 1 0,0-1 0,0 0 0,0 0 0,0 0 1,0 1-1,0-1 0,0 0 0,0 0 0,1 0 0,-1 1 0,0-1 1,0 0-1,0 0 0,0 1 0,0-1 0,-1 0 0,1 0 1,0 0-1,0 1 0,0-1 0,0 0 0,0 0 0,0 0 0,0 1 1,0-1-1,0 0 0,-1 0 0,1 0 0,0 0 0,0 1 1,0-1-1,0 0 0,0 0 0,-1 0 0,1 0 0,0 0 1,0 1-1,0-1 0,-1 0 0,1 0 0,0 0 0,0 0 0,0 0 1,-1 0-1,1 0 0,0 0 0,0 0 0,-1 0 0,1 0 1,0 0-1,0 0 0,0 0 0,-1 0 0,1 0 0,0 0 1,0 0-1,0 0 0,-1-1 0,-6-1-4338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9.1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61 131 104,'-32'-79'12203,"29"73"-11145,1 1 1,0-1-1,0 0 1,0 0-1,1 1 1,-1-12-1,2 17-1087,-2 8-3861,-6 31 548,5-12-2009,1-8-1745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29.5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63 106 4145,'-20'-38'7750,"16"28"-6428,-1 1 0,0 0 0,0 0 0,-1 0 0,-11-13 0,18 36-1130,6 8-320,-1-5 161,0-1 0,2 0 0,0 0 0,0-1 0,2 0-1,11 15 1,76 80 45,-66-76-66,91 110-347,-122-143 319,1-1 0,0 1 0,0 0 0,-1 0 0,1 0 0,-1 0 0,1 0 0,-1 0 0,1 0 0,-1 0 0,1 0 0,-1 0 0,0 0 0,0 1 0,0-1 0,0 0 0,0 0 0,0 0 0,0 0 0,0 0 0,0 0 0,0 1 0,0-1 0,-1 0 0,1 0 0,0 0 0,-1 0 0,1 0 0,-1 0 0,1 0 0,-1 0 0,0 0 0,1 0 0,-1-1 0,0 1 0,0 0 0,1 0 0,-1 0 0,0-1 0,-2 2 0,-3 1 16,0 0 1,0 0-1,0 0 1,-1-1-1,-8 2 1,9-2 4,-18 3-29,-1 0 0,-35 1 0,-17 3-1658,45-2-2537,-2 1-5675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59.5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17 111 1496,'-9'-12'10814,"8"10"-8651,0-1 0,-2-4 2744,2 6-4774,1 0 0,0 0-1,0 0 1,-1 1-1,1-1 1,0 0 0,0 0-1,0 0 1,0 0 0,0 0-1,0 1 1,0-1 0,0 0-1,0 0 1,1-1 0,0-3 165,-1 0-142,0 0 0,0 0 0,0 1 1,1-1-1,0 0 0,0 1 0,3-9 0,-4 12-98,1 0 0,-1 1 0,0-1 0,0 0 0,0 1-1,1-1 1,-1 0 0,0 1 0,0-1 0,0 0 0,0 1 0,0-1-1,0 0 1,0 1 0,0-1 0,-1 0 0,1 0 0,0 1 0,0-1-1,-1 1 1,1-1 0,0 0 0,0 1 0,-1-1 0,1 1 0,-1-1-1,1 0 1,-1 0 0,2 1 102,-1 0-156,0 0 0,0 0 1,0 0-1,0 0 0,0 0 0,0 0 1,0 0-1,0 0 0,1 0 0,-1 0 1,0 0-1,0 0 0,0 0 0,0 0 1,0 0-1,0 0 0,0 0 0,0 0 1,1 0-1,-1 0 0,0 0 0,0 0 1,0 0-1,0 0 0,0 0 0,0 0 1,0 0-1,0 0 0,0 0 0,1 0 1,-1 0-1,0 0 0,0 0 0,0 0 1,0 1-1,0-1 0,0 0 0,0 0 1,0 0-1,0 0 0,0 0 0,0 0 1,0 0-1,0 0 0,0 0 0,0 1 1,0-1-1,0 0 0,0 0 0,0 0 1,0 0-1,0 0 0,0 0 0,0 0 1,0 1-1,0-1 0,0 0 0,0 0 1,0 0-1,0 0 0,0 0 0,0 0 0,0 0 1,0 0-1,0 1 0,0-1 24,1 12 6,0-2 4,1 1 1,0-1-1,0 1 1,5 11-1,-2-3 19,26 79 238,2 7-81,-17-41-102,-2 1 0,8 113-1,-15-117 17,-7-61-120,-1 0 0,1 1 0,0-1 0,0 0-1,0 1 1,0-1 0,0 0 0,0 1 0,0-1 0,0 0 0,0 1 0,0-1 0,1 0-1,-1 1 1,0-1 0,0 0 0,0 1 0,0-1 0,0 0 0,1 1 0,-1-1-1,0 0 1,0 0 0,0 1 0,1-1 0,-1 0 0,1 1 0,5-6 15,6-13-478,-12 18 445,2-5-835,0 1-1,0-1 1,0 0 0,1-9 0,-2 2-3488,-1 2-3294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49:59.9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45 8,'6'-1'7944,"10"0"-3044,2 3-2810,-1-1 0,1-1 1,34-3-1,53-16-1505,-38 6-336,-67 13-296,15-3-373,-12 1-2077,-19-1-8859,2 0 3637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00.4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0 720,'-3'3'14081,"2"-2"-13648,0 0-1,0 0 1,0 0 0,1 0 0,-1 0-1,0 0 1,0 1 0,1-1-1,-1 0 1,1 1 0,-2 1 0,3 3-103,0 0 0,0 0 0,1 0 1,-1 0-1,1 0 0,5 8 1,1 7-28,36 92 637,-3-9-146,-29-67-526,1 2 99,9 40 0,5 24 38,-9-45-235,-15-52-180,0 2-325,-4-7-236,-3-4-424,1 1-1498,0 0 0,0-1 0,-9-10-4987,6 2-1562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01.6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65 8,'-10'-8'4988,"0"0"-1158,-27-8 10338,22 13-12471,19 4 594,-7-1-1635,8 0-328,-5 0-255,10-5-174,-11 5 51,1 0 1,0 0-1,0 0 1,0 0-1,0 0 1,0-1-1,0 1 1,-1 0-1,1 0 1,0 0-1,0 0 0,0 0 1,0 0-1,0 0 1,0-1-1,0 1 1,-1 0-1,1 0 1,0 0-1,0 0 1,0 0-1,0-1 1,0 1-1,0 0 0,0 0 1,0 0-1,0 0 1,0 0-1,0-1 1,0 1-1,0 0 1,0 0-1,0 0 1,0 0-1,0-1 1,0 1-1,0 0 0,0 0 1,0 0-1,1 0 1,-1 0-1,0-1 1,0 1-1,0 0 1,0 0-1,0 0 1,0 0-1,0 0 1,0 0-1,1 0 0,-1-1 1,0 1-1,0 0 1,0 0-1,0 0 1,0 0-1,1 0 1,-1 0-1,0 0 1,0 0-1,0 0 1,0 0-1,0 0 0,1 0 1,-1 0-1,0 0 1,0 0-1,1 0 1,-16-8-5822,12 6 3503,-15-6-7288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02.3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159 41 136,'-3'-2'1559,"0"0"0,1 0 0,0 0-1,-1 0 1,1 0 0,-4-5 0,5 5-994,0 0 1,-1 1-1,1-1 0,-1 0 0,0 1 1,1-1-1,-1 1 0,0 0 0,0-1 1,0 1-1,0 0 0,0 0 0,0 0 1,-3 0-1,5 1-467,-1 0 1,1 0-1,-1 0 0,0 0 1,1 0-1,-1 1 0,1-1 1,-1 0-1,1 1 0,-1-1 1,1 0-1,-1 1 0,1-1 1,-1 0-1,1 1 0,-1-1 1,1 1-1,-1-1 1,1 1-1,-1 0 0,-7 14 298,6-13-197,-13 29 210,1 2 0,1 0 0,2 0 0,-13 66 0,20-75-262,1 1-1,0 0 1,2 0 0,1 0-1,1 0 1,1 0 0,2-1-1,0 1 1,1-1 0,2 1 0,18 45-1,-3-23-73,2 0 0,2-2-1,2-1 1,2-1 0,40 44-1,-60-76-87,1-1 0,0 1 0,1-1 0,0-1-1,1-1 1,0 1 0,19 8 0,-31-17-90,0 1 0,0-1 1,-1 0-1,1 0 0,0 0 0,0 1 1,0-1-1,-1 0 0,1 0 0,0 0 1,0 0-1,0 0 0,0-1 0,-1 1 0,1 0 1,0 0-1,0 0 0,1-1 0,-2 0-395,1 1 0,0 0 0,-1-1 0,1 1 0,-1-1 0,3-2-2001,-3 3 2001,1-1 0,-1 0 0,0 1 0,1-1-1,-1 0 1,0 0 0,0 1 0,1-1 0,-1 0 0,0 0 0,0 1 0,0-1-1,0 0 1,0 0 0,0 1 0,0-1 0,0 0 0,-1-1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02.9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0 744,'0'11'9464,"0"0"-4664,0 34-1475,3-29-2914,0-1 0,1 1 0,0 0-1,1-1 1,1 0 0,15 27 0,58 78 50,-17-28-286,-51-77-167,-9-13-6,0-1-1,0 2 1,-1-1 0,1 0-1,-1 0 1,1 0-1,-1 1 1,0-1-1,0 1 1,0-1-1,0 1 1,-1 0-1,1-1 1,-1 1-1,1 4 1,-1-6 2,-1-1-1,1 1 1,0 0-1,-1-1 1,1 1-1,-1 0 1,1-1 0,-1 1-1,1-1 1,-1 1-1,0-1 1,1 1-1,-1-1 1,0 1-1,1-1 1,-1 0 0,0 1-1,1-1 1,-1 0-1,0 0 1,0 1-1,1-1 1,-1 0 0,0 0-1,0 0 1,0 0-1,1 0 1,-3 0-1,-25-2 135,27 2-132,-26-5 82,0-2 1,1 0 0,-40-18 0,42 16-51,-5-3 39,-51-28 0,65 31-32,1 0 0,1-1-1,0 0 1,0-1 0,-13-15 0,25 25-36,0 0 1,0 0-1,0 0 0,0 0 1,0-1-1,1 1 0,-1 0 1,0 0-1,1-1 0,-1 1 1,1 0-1,-1-1 1,1 1-1,0-1 0,-1 1 1,1 0-1,0-1 0,0 1 1,0-1-1,0 1 0,0-1 1,0 1-1,1 0 0,-1-1 1,0 1-1,2-2 0,-1 0-11,1 0-1,0 0 0,0 1 1,0-1-1,1 1 0,-1-1 0,1 1 1,-1 0-1,1 0 0,4-3 1,5-2-260,1 1 0,0 0 0,24-7 0,3-1-2737,-32 10 222,0 0-1,13-8 1,-5-1-7800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03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32 105 6593,'-12'-31'8272,"8"23"-6904,0 0 0,1 0 0,1 0 0,-1 0 0,-1-11 0,5 7-269,1 10-1738,1 10-1352,-1 16-6779,-2-6-2282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03.9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20 495 608,'37'0'16191,"0"2"-9930,88-2-6175,-30-4-32,-95 4-145,-20 5-138,9-3 253,-1-2 0,0 1 0,1-1 0,-1-1 0,1 0 0,-1-1 0,1 0 0,-15-5 0,-2-2 68,1-1 0,-30-16 0,52 24-57,0-1 0,0 0 0,1 0 0,-1 0 0,1 0 0,0-1 0,0 1 0,0-1 0,-6-8 0,8 9 1,0-1 0,1 1 1,-1 0-1,1 0 0,0-1 1,0 1-1,0-1 1,0 1-1,0-1 0,1 1 1,0-1-1,0 1 0,0-1 1,0 1-1,0-1 1,2-3-1,0-5 9,1 0 1,1 0 0,0 1-1,1-1 1,0 1-1,1 0 1,10-15 0,1 3-44,1 0 0,22-22 0,-26 32-42,0 1 1,1 0-1,0 1 1,1 0-1,0 2 1,33-16 0,-22 15-11,0 0 0,1 2 1,52-10-1,-68 16 45,-1 1 1,1 0-1,-1 1 1,1 0-1,0 1 1,-1 0-1,1 1 1,-1 1-1,0-1 1,21 9 0,-30-10 0,-1-1 0,0 1 0,0 0 0,0 0 0,1-1 0,-1 1 0,0 0 0,0 0 0,0 0 0,-1 0 0,1 1 0,0-1 0,0 0 0,0 0 0,-1 0 0,1 1 0,-1-1 0,1 0 0,-1 1 0,1-1 0,-1 0 0,0 1 0,0-1 0,0 1 0,0-1 0,0 0 0,0 1 0,0-1 0,0 1 0,0-1 0,-1 0 0,1 2 0,-3 4-6,1 1 0,-1-1 0,0 0 0,-6 10 0,7-13 17,-10 15 8,-1 0 1,-26 29-1,-9 13-3,37-46 6,5-6-23,0-1 0,0 1 0,1 0 0,-7 16 0,11-23 8,1 0 1,-1 0-1,0 0 1,1 0-1,0 0 0,-1 0 1,1 0-1,0 0 1,0 0-1,0 0 0,0 0 1,1 0-1,-1 0 1,0 0-1,1 0 0,0 0 1,-1 0-1,1 0 1,0-1-1,0 1 0,0 0 1,0 0-1,0-1 1,0 1-1,1 0 1,-1-1-1,0 1 0,1-1 1,2 2-1,5 3 18,0 0 0,1-1-1,0 0 1,0 0 0,0-1-1,1 0 1,-1-1 0,1 0 0,14 1-1,4 0-26,0-2 0,38-2-1,-42-1-403,42-8-1,-29 0-5636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04.3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3745,'6'-2'1447,"0"-1"1,-1 1-1,1 0 1,9-2-1,-10 3-839,0 1-1,1-1 0,-1 1 0,11 1 0,-9 0-415,0 1 0,1 0 0,-1 0 0,0 0-1,0 1 1,0 0 0,-1 1 0,9 5 0,8 7 206,-2 0 0,0 2 0,-1 0-1,-1 2 1,0 0 0,-2 1 0,-1 0 0,0 2 0,15 29 0,2 12 204,-3 1 0,27 87 0,-56-149-592,46 150 331,-42-132-330,-1 1-1,-1 0 1,-1 1 0,-1-1-1,-2 25 1,1-41-30,-1 0 1,0 0-1,0 0 1,-1-1-1,0 1 0,0 0 1,0-1-1,-1 1 1,1-1-1,-1 0 1,-1 0-1,1 0 1,-1 0-1,0-1 1,0 1-1,-7 5 0,4-4-545,0-1-1,-1 1 0,-16 7 1,11-7-3045,-26 8 0,8-7-6920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05.0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462 94 2401,'-19'-2'7278,"-11"-5"-2607,2 0-2005,24 6-2489,-270-56 5427,252 53-5518,-26-3-1,18 3-417,29 4 276,1 0 1,0 0-1,0 0 1,0 1-1,0-1 1,-1 0-1,1 0 1,0 0-1,0 0 1,0 0-1,0 0 1,-1 0-1,1 0 1,0 0-1,0-1 1,0 1 0,-1 0-1,1 0 1,0 0-1,0 0 1,0 0-1,0 0 1,0 0-1,-1 0 1,1 0-1,0 0 1,0-1-1,0 1 1,0 0-1,0 0 1,0 0 0,-1 0-1,1 0 1,0-1-1,0 1 1,0 0-1,0 0 1,0 0-1,0 0 1,0-1-1,0 1 1,0 0-1,0 0 1,0 0-1,0 0 1,0-1-1,0 1 1,0 0 0,0 0-1,0-1 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05.2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394 28 5185,'-55'-10'12248,"-3"-1"-7606,40 8-4203,-1 1 0,-31 1 0,-3 4-310,-6 0-869,19-3-3096,19 0-2422,0-3-4941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26.1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8,'0'-8'21138,"3"19"-19747,6 22-1551,7 59 623,56 189 456,-31-132-541,-35-123-331,20 66 138,-23-79-59,-4-8-1821,-14-34-11782,6 18 4162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26.4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0 104 8,'2'1'828,"1"-1"1,-1 0-1,0 0 0,1 0 0,-1 0 1,0 0-1,1 0 0,-1-1 1,5-1-1,0 1 994,49-3 2375,-26 3-3378,-1-2 1,0-1-1,44-11 1,-71 14-920,-1 1 1,1 0-1,-1-1 1,0 1-1,1-1 1,-1 0-1,0 1 0,1-1 1,-1 0-1,0 0 1,0 0-1,0 0 1,0 0-1,0 0 1,0 0-1,0 0 1,0 0-1,0-1 1,0 1-1,-1 0 0,1 0 1,0-1-1,0-1 1,-1 1-421,0 0 1,0 0-1,0 0 1,0 0-1,-1 0 1,1 0-1,-1 0 1,1 1-1,-1-1 1,1 0-1,-1 0 1,0 0-1,0 1 0,0-1 1,0 0-1,0 1 1,0-1-1,-2 0 1,-11-13-4801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26.8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95 6 3905,'-2'-1'997,"0"0"0,0 0 0,0 1 0,0-1 0,-1 0 0,1 1 0,0 0-1,-3-1 1,2 1-523,1 0-1,0 1 1,0-1-1,0 0 1,0 1-1,0-1 1,0 1 0,-2 1-1,1 0-209,0 0 1,-1 0-1,1 0 0,1 0 0,-1 0 0,0 1 1,0 0-1,1-1 0,0 1 0,-4 5 1,4-3-102,-1 0 0,1 0 0,-1 1 1,2-1-1,-1 0 0,0 1 0,1 0 1,0-1-1,1 1 0,-1 0 0,1 0 1,0-1-1,0 1 0,1 0 0,1 8 1,2 3 120,1-1 0,0 1 0,14 29 0,10 9 10,2-1 0,69 88 0,-71-103-246,-21-29-48,-6-8-19,0 0 0,0 1 0,-1-1 0,1 1 0,2 4 1,-4-6-46,0-1-1,0 0 1,0 0 0,0 0 0,0 0 0,0 1 0,1-1 0,-1 0 0,0 0 0,0 0 0,0 0 0,0 1-1,0-1 1,0 0 0,0 0 0,0 0 0,0 1 0,0-1 0,0 0 0,-1 0 0,1 0 0,0 1 0,0-1 0,0 0-1,0 0 1,0 0 0,0 0 0,0 0 0,0 1 0,0-1 0,-1 0 0,1 0 0,0 0 0,0 0 0,0 0 0,0 0-1,0 1 1,-1-1 0,1 0 0,0 0 0,0 0 0,0 0 0,0 0 0,-1 0 0,1 0 0,0 0 0,0 0-1,0 0 1,-1 0 0,1 0 0,0 0 0,0 0 0,0 0 0,-1 0 0,1 0 0,0 0 0,0 0 0,0 0 0,0 0-1,-1 0 1,1 0 0,0 0 0,0-1 0,-17-5-8000,1-1-2901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27.8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 8,'-5'4'14814,"7"-1"-13449,2-1-1070,-1 1-1,1 0 0,-1 0 0,0 0 0,0 1 0,3 3 0,1 1 1,8 8-69,2 0-1,0-2 1,19 14-1,16 12 32,-2 8-277,-50-48-14,0 0 0,0 1 0,0-1-1,1 0 1,-1 0 0,0 0 0,0 0-1,0 0 1,1 1 0,-1-1 0,0 0 0,0 0-1,0 0 1,0 0 0,0 1 0,0-1-1,0 0 1,1 0 0,-1 0 0,0 1 0,0-1-1,0 0 1,0 0 0,0 0 0,0 1-1,0-1 1,0 0 0,0 0 0,0 1 0,0-1-1,0 0 1,-7 1-3457,-10-7-4922,9 0 1740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28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0 3649,'-4'1'9680,"-4"2"-4713,4 3-4354,-1-1 0,0 1 0,0-1 0,-7 5 0,6-5-309,-1 1 0,-9 12 0,8-7-354,0 2 0,1-1 0,0 1 0,1 0 1,0 1-1,1-1 0,1 1 0,0 0 0,1 0 0,0 1 0,1-1 1,1 1-1,0-1 0,1 1 0,2 17 0,2-21-2575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28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408 66 4193,'-31'-10'8948,"0"0"-4350,-64-13-438,62 17-3505,4 0-338,0 2 0,-38-2 0,61 6-384,-1 1 0,1 0 0,0 0 0,-1 0 0,1 1 0,0 0 0,-10 4 0,10-3-1471,0 1 1,1-1 0,-11 8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29.5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61 8,'0'-12'5078,"-1"0"1,-4-25 4302,7 38-8432,-1-1-825,-13 20-75,7-9-11,2-4-3,0-1-1,-1 0 1,1 0-1,-6 6 1,4-5 26,-1 1-1,2-1 1,-1 1-1,1 0 0,1 0 1,-1 0-1,-1 10 1,-1 1 138,2 1 0,-2 22-1,4-20-71,2 1-1,0-1 1,1 1-1,2-1 1,0 0-1,1 0 1,2 0-1,0-1 1,11 26-1,12 19 6,58 93-1,-75-138-124,10 20-254,-13-22-4,21 29 0,-25-41-1042,0-1 1,0 0-1,1 0 1,9 7-1,-7-8-4439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30.0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0 3041,'-3'4'11522,"0"4"-10191,4 3-898,-1 1 0,2-1 1,0 0-1,0 0 0,7 18 0,26 53-174,-18-47-106,41 78-100,-37-76-233,-2 1 0,28 77-1,-46-112 148,0 0 0,-1 0 1,1 0-1,-1 1 0,1-1 0,-1 0 0,0 1 0,0-1 0,-1 0 0,1 1 0,-1-1 0,1 0 1,-1 0-1,-2 4 0,3-5 25,-1-1-1,0 0 1,0 1 0,0-1 0,0 0-1,0 0 1,0 1 0,-1-1-1,1 0 1,0 0 0,0-1 0,-1 1-1,1 0 1,-1 0 0,1-1 0,-1 1-1,1 0 1,-1-1 0,1 0 0,-1 1-1,1-1 1,-1 0 0,0 0 0,1 0-1,-1 0 1,1 0 0,-1 0 0,0 0-1,1 0 1,-3-1 0,-7-2 30,1 0 0,-1 0 0,1-1 0,0 0 0,0-1-1,0 0 1,0 0 0,1-1 0,0 0 0,0-1 0,1 0 0,-12-12 0,19 18-13,0 0 0,0 0 0,0-1 1,0 1-1,0 0 0,0-1 0,1 1 0,-1-1 0,0 1 0,1-1 0,-1 1 0,1-1 0,-1 1 0,1-1 1,0 1-1,0-1 0,-1 1 0,1-1 0,0 0 0,1 1 0,-1-1 0,0 1 0,0-1 0,1 0 0,0-1 1,10-13-1878,4 2-4309,-8 8 1843,0-2-1469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30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 54 8530,'-7'-10'3553,"-3"-3"-793,2 0-719,-1 5-529,6 3-272,3 2-352,0 2-360,-2 1-183,2 1-1090,-5 4 177,2 3-296,-3 2-696,-1 1-2473,2 3-7498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31.1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0 504 8,'20'5'4082,"1"-1"0,40 4 0,-41-6-3133,26 3 649,1-2 1,-1-2-1,59-7 0,-104 6-1550,7-1 717,-7 1-312,-4 0-160,-12-9 244,8 3-474,-27-11 44,26 14-72,0-1 1,0 0-1,0 0 0,1-1 0,0 0 0,0-1 0,0 1 0,-6-7 0,-4-7 49,12 13-47,0 1 0,0-1 0,0 0-1,-6-12 1,4 7-10,2-1 0,0 1 0,0-1 0,1 0 0,0 0 1,1 0-1,1 0 0,0 0 0,-1-18 0,3 17-21,-1 0 0,2 0 0,0 0 0,0 0 0,2 1 0,-1-1 0,1 0 0,1 1 0,9-19 0,-9 22-30,0 1 0,0 1 1,1-1-1,1 1 0,-1 0 0,1 0 0,0 0 1,14-10-1,-16 14 0,1 0 0,-1 0 1,1 0-1,0 1 1,0 0-1,-1 0 0,2 0 1,-1 1-1,0-1 0,0 1 1,0 0-1,1 1 0,-1-1 1,0 1-1,1 0 0,6 1 1,-4 1 13,0-1-1,-1 1 1,1 0 0,0 1 0,-1 0-1,1 0 1,-1 1 0,0-1 0,0 2-1,8 6 1,-11-9 3,-1 1 1,0 0-1,0 0 1,0 0-1,0 1 0,-1-1 1,0 0-1,1 1 0,-1 0 1,0 0-1,-1 0 0,1 0 1,-1 0-1,1 0 1,-1 0-1,-1 0 0,1 0 1,0 0-1,-1 1 0,0-1 1,0 5-1,-3 8-11,-1 1 0,0-1 0,-12 31-1,9-30 33,1 0-1,-7 34 1,13-49-9,-1 0-1,1 0 1,0 0-1,0 0 1,1 0 0,-1 0-1,1 0 1,-1 0-1,1 0 1,0 0-1,0 0 1,0 0 0,0 0-1,3 3 1,-1-1 1,0-1 1,0 0 0,1-1-1,-1 1 1,1-1 0,0 1-1,0-1 1,5 3-1,7 3 11,1-1 0,0 0 0,32 9 0,-36-13-14,22 7-206,0-2 1,1-2 0,0-1 0,0-1-1,48-1 1,-82-4-135,18-2-1010,-12-1-1791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31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 8,'1'-2'2347,"4"-7"4339,-4 9-6551,-1 0 0,1-1 0,-1 1 0,1 0 0,-1 0 0,1 0 0,0 0 0,-1 0 0,1 0 0,-1-1 0,1 1 0,-1 1 0,1-1 0,0 0 0,-1 0 0,1 0 0,-1 0 0,1 0 0,0 0 0,-1 1 0,1-1 0,-1 0 0,1 1 0,-1-1 0,1 1 0,10 4 295,-1 1 0,0 0 1,0 1-1,-1 0 0,13 13 0,40 47 602,-46-49-711,25 29 205,-2 1 0,-2 2 0,41 74 0,-58-86-310,-1 1 0,18 58-1,-33-84-191,0 1 0,-1 0-1,-1-1 1,0 1 0,-1 0 0,0 0 0,-1 1-1,-1-1 1,0 0 0,-1 0 0,-5 18 0,4-23-14,0-1 1,0-1 0,-1 1 0,0 0 0,-1-1 0,0 0 0,0 0 0,0-1 0,-1 1 0,-8 6-1,4-4-510,0-1-1,-12 8 0,9-9-2324,-20 10 0,4-6-7271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32.3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312 71 2168,'-5'-4'12753,"-10"-6"-10204,1 3-1623,-1 1 0,0 0 0,-23-5-1,7 3-225,14 3-388,0 0 0,-25-2 1,36 7-336,0-1 0,-1 1 1,1 0-1,0 0 1,0 1-1,0 0 0,0 0 1,0 0-1,0 1 0,-9 3 1,2 5-732,0-1-3065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32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274 58 2256,'-19'-12'5110,"6"4"-2376,-1 0 1,0 0 0,-20-7-1,29 13-2611,-1 1 0,1 0 0,0 0 0,0 0 0,0 0 0,-1 1 0,1 0 0,0 0 0,0 1 0,-1-1 0,1 1 0,0 0-1,0 1 1,-7 2 0,2 0-301,0 1 0,-11 7-1,-5 5-3838,16-10 400,-7 3-6930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34.6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408 24 8,'1'-3'1267,"-4"-18"11317,2 21-12324,-177 1 5704,175-1-5872,0 1 0,1-1 1,-1 1-1,0 0 0,1 0 0,-1 0 1,1 0-1,0 0 0,-1 1 0,-2 2 1,-5 1 63,-27 19 361,15-10-330,18-12-146,0 0 0,-1 1-1,1 0 1,0 0 0,0 0-1,1 0 1,-1 1 0,1 0-1,-4 4 1,0 5 105,0 1 1,1 0-1,0 0 1,-5 23 0,-3 5 147,9-27-158,-4 26 0,-2 8 134,8-36-175,1 0-1,0 0 0,1 0 0,0 0 0,1 0 0,3 21 0,-2-16 1,17 126 613,-9-105-372,28 74 0,-18-62-193,16 73 0,4 23 98,-20-70-148,-17-68-83,-1 0 1,0 1-1,-1-1 0,0 0 0,-1 0 0,-2 13 0,1-12-12,-1-1 1,0 1-1,-8 15 0,-1 3-94,10-22-33,-12 32-4080,4-13-6653,5-10-586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39.6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89 208,'0'-1'775,"0"-1"-1,0 1 1,0-1 0,-1 1 0,1 0-1,-1-1 1,1 1 0,0 0-1,-1-1 1,0 1 0,1 0 0,-2-2-1,-12-12 3841,-1-2-2452,12 12-1763,2 4-174,0 0-1,1 0 1,-1 0 0,0 0-1,1 0 1,-1-1 0,1 1-1,-1 0 1,1 0-1,0 0 1,-1 0 0,1-1-1,0 1 1,0 0 0,0 0-1,0-1 1,0 1 0,0 0-1,0 0 1,0-1-1,0 1 1,1 0 0,-1 0-1,1 0 1,0-3 0,-1 22 498,5 31 0,57 208-108,-19-148-323,-5-18-140,-30-66-122,-1 0 1,-2 1-1,0 0 1,-2 0-1,1 48 1,-7-19 712,11-71-78,-6 11-618,3-8-32,0 0 0,6-25 0,4-14-30,-6 30-23,-3 4 2,14-24 1,-18 37 39,0 1 0,1 0-1,0 0 1,0 0 0,0 0-1,1 0 1,-1 1 0,1 0-1,0-1 1,6-3 0,-9 7-13,0-1 1,0 1-1,0 0 1,1-1 0,-1 1-1,0 0 1,0 0 0,0 0-1,0 0 1,0 0 0,0 0-1,1 0 1,-1 0-1,0 1 1,0-1 0,0 0-1,0 1 1,0-1 0,0 0-1,0 1 1,0 0-1,0-1 1,0 1 0,0 0-1,0-1 1,0 1 0,-1 0-1,1 0 1,0 0 0,1 1-1,3 5-6,0 0 0,0 0 0,4 8-1,-7-10 18,14 23 12,1 0 1,1-1-1,1-1 1,2 0 0,25 24-1,-13-21-274,-33-29 82,-13-11-4241,-15-8-6142,7 4-809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40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82 8,'-2'-4'1058,"0"1"-1,0-1 1,1 0-1,0 0 1,-1 0 0,1 0-1,0-5 1,0 5 463,1-1 0,-2 1 0,1-1 1,0 1-1,-4-7 0,-2-1 3581,6 26-5059,-1 1 0,0-1 0,-5 16 0,1-4 5,-17 67 153,-5 28 114,25-100-226,0 0 0,2 0 0,2 40 0,2-37-50,1 0 0,1-1-1,1 1 1,1-2-1,1 1 1,1-1-1,1 0 1,2 0-1,-1-2 1,2 1 0,25 29-1,-26-36-1293,1 0 0,16 13-1,-24-22 584,1-1 0,0 0 0,0 0 0,0-1 0,0 1 0,0-1 0,1-1 0,12 4 0,-12-5-4968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40.9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1 100 1128,'1'-28'7665,"-2"-21"1789,1 34-7363,1 8-660,1 7 508,0 3-1942,0 0 0,0 0 1,0 1-1,-1-1 1,0 1-1,1-1 0,-1 1 1,1 5-1,1 3 8,5 21 10,-2 1 0,-1 0 0,1 59 0,-1-14 22,18 125 89,-20-184-99,0 1 1,8 25-1,-7-30-27,-3-13 7,0 0-1,0 0 0,0 0 1,0 0-1,0 0 0,3 5 0,-3-6 8,0-1 0,0 1 0,-1-1 0,1 0-1,0 0 1,0 1 0,0-1 0,0 0 0,0 0-1,1 0 1,-1 0 0,0 0 0,0 0 0,1-1-1,-1 1 1,0 0 0,1-1 0,-1 1 0,1-1-1,-1 1 1,1-1 0,1 1 0,8-1-13,-1 1 0,0-2 0,0 1 0,0-1 0,0-1 0,0 0 0,13-3 0,-16 2-919,0 0 1,0 0 0,0 0-1,0-1 1,-1 0 0,8-5-1,-1-1-5059,2 1-4892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41.1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364 3 2985,'-45'-1'7056,"22"0"-5077,-1 1 0,1 1 0,0 1 0,-27 5 0,39-3-1874,1 0-1,0 1 0,0 0 1,0 0-1,0 1 0,1 0 1,-16 14-1,-7 4-2914,-3-3-5184,21-15-1965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41.5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51 2953,'16'-20'7895,"-14"17"-6963,1 0 0,-1-1 0,1 1 0,0 0 0,6-5 0,-8 7-848,1 0-1,-1 1 1,1-1-1,-1 0 0,1 1 1,0-1-1,-1 1 1,1-1-1,0 1 1,-1 0-1,1 0 1,0 0-1,-1 0 1,1 0-1,0 0 0,-1 0 1,1 1-1,-1-1 1,3 1-1,1 1-68,0 0 0,0 0 0,0 1 1,-1 0-1,1-1 0,-1 2 0,0-1 0,0 0 0,6 7 0,3 5 13,14 19 0,-21-25-9,16 23 65,-2 1 0,-1 1 0,-1 1 0,-3 1 0,0 0 0,-2 1 0,-2 0 0,10 64 0,-17-76-13,-2 1 0,0-1 0,-2 1 0,-1 0 1,-1-1-1,0 1 0,-8 24 0,8-41-31,-1-1 0,0 0 0,-1 0-1,0 0 1,0 0 0,0-1 0,-1 1 0,0-1 0,-1 0-1,1-1 1,-10 9 0,6-7-384,0 0 1,-1-1-1,-10 6 0,10-7-1262,1-2 0,-1 1 0,-14 4 0,-2-2-8637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42.1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13 4609,'-1'-13'13428,"7"16"-10704,-2-1-2847,11 8 148,1 0 1,-2 1-1,1 1 1,-2 0-1,24 27 1,5 5-61,37 33-173,-55-52-205,-15-9-2242,-9-15 1932,0 0 1,1 0-1,-1 0 1,0 0-1,0 0 0,1 0 1,-1 0-1,0 0 0,0 0 1,0 0-1,-1 3 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42.3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7 1904,'3'-7'17596,"-5"10"-17579,1 0-1,0-1 1,0 1-1,0 0 1,1-1-1,-2 4 1,1 0 26,-2 8-7,2 0 0,-1-1 0,1 19 0,1-7-59,-1-9-347,-5 52-23,5-59-1573,-1 0 0,0-1 0,-4 9 0,2-10-2600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42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479 47 1040,'-10'-5'3289,"-6"0"-144,-8-3-169,-5 2-367,-5-1-609,-1 3-631,3-1-441,-8 2-328,5-1-232,-2 4-184,3 4-104,0 0-144,1 3-248,4 2-584,0 4-2145,1-2-8305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44.6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1 187 8,'0'-1'515,"1"0"1,-1 1-1,1-1 0,-1 0 1,2 0 1029,-2 0-1029,1 0-1,0 1 0,-1 0 1,1-1-1,0 1 0,-1-1 1,1 1-1,0 0 0,1-1 0,17-8 2138,-14 7-2497,0 1 0,1 0 0,-1 1-1,1-1 1,-1 1 0,0 0 0,1 0 0,5 2 0,10-1 79,10-1 587,46-7 1,-64 5-335,1-1 0,-1 0 0,0-1 0,0 0 0,23-12 0,-34 15-368,0 0 0,0 0 0,0 0-1,0-1 1,0 1 0,0-1 0,-1 1 0,1-1 0,-1 0 0,1 0 0,-1 1 0,0-1 0,0 0 0,1 0 0,-2 0 0,1 0 0,0 0 0,0-1 0,0 1 0,-1 0 0,0 0 0,1-1 0,-1 1 0,0-3 0,0 2-61,0 0-1,-1 1 0,1-1 1,-1 0-1,0 1 1,0-1-1,0 1 0,0-1 1,0 1-1,-1-1 1,1 1-1,-1 0 0,1 0 1,-1-1-1,0 1 1,0 0-1,0 1 0,0-1 1,-4-3-1,-1 1-42,0 0 0,0 1 0,0 0 1,-1 0-1,1 0 0,-1 1 0,0 0 0,1 0 0,-1 1 0,0 0 0,-13 1 0,16 0 19,0 0-1,0 1 0,0 0 1,1 0-1,-6 3 0,-12 1 155,0-1-13,7-1 95,-22 6 1,35-8-228,1-1 0,-1 1 0,1 0 0,-1-1 0,1 1 0,-1 0 0,1 0 0,0 0 0,-1 0 0,1 0 0,0 0 0,0 0 0,-2 2 0,-4 6 64,0-2-19,1-1-1,-1 2 1,2-1-1,-9 14 1,11-16-52,1 0-1,0 1 1,0-1 0,0 0-1,1 0 1,0 1 0,0-1-1,0 1 1,1 8 0,0 7 73,2 0 1,1-1 0,8 31-1,3-15 26,-13-33-107,1 0-1,0 0 0,0 0 0,0 0 0,0 0 0,0 0 0,1-1 0,-1 1 0,1-1 0,0 0 0,0 0 0,-1 0 1,1 0-1,6 3 0,3 0 59,0-1 0,22 6 0,-16-6-69,26 5-84,0-2-1,84 3 1,-57-6-864,-37-4-1064,-11-1-4297,-9-2-5032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54.8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153 509 8,'7'0'362,"0"-1"0,-1 0 1,11-3-1,10-10 15848,-27 13-15929,-7-11 2048,-16-8-2324,12 14 370,1 0 0,-20-9 0,26 14-342,1-1-1,-1 1 0,1 1 1,-1-1-1,1 0 1,-1 1-1,0-1 0,1 1 1,-1 0-1,1 1 1,-1-1-1,0 0 0,-5 3 1,7-2-27,0 0 1,0 0 0,1 1 0,-1-1-1,1 1 1,-1-1 0,1 1 0,-1 0-1,1-1 1,0 1 0,0 0 0,0 0-1,-1 2 1,-6 8 32,-5 11 1,6-7-21,-15 27 41,20-39-46,1 0 1,-1 0 0,1 0-1,0 0 1,1 1 0,-1-1-1,0 0 1,1 0 0,0 6-1,1-7 16,0-1 0,0 1 0,0 0 0,0 0 0,1 0 0,-1-1 0,1 1 0,0-1 0,-1 1 0,1-1 0,0 0 0,0 0 0,1 0 0,-1 0 0,0 0 0,1 0 0,-1 0 0,1-1 0,-1 1 0,1-1 0,0 0 0,3 1 0,5 2 3,1 0-1,-1-1 1,1-1-1,14 2 1,-16-3-19,-1 0 1,0-1 0,0-1-1,0 1 1,1-2 0,-1 1-1,0-1 1,0-1 0,0 1-1,-1-1 1,1-1 0,-1 0-1,9-5 1,-14 6-7,1 1 0,-1-1 0,1 0 0,-1-1 0,0 1 1,0-1-1,-1 1 0,1-1 0,-1 0 0,1 0 0,-1 0 0,-1 0 0,3-7 0,-1 3-4,-2 1 1,1-1-1,-1 1 0,0-1 0,-1 1 0,1-1 1,-2-10-1,-3-3-1,-1-1 0,-1 1 0,-13-32 1,10 28-1,-103-278 294,106 287-206,2 7 116,0 1 1,-3-16 0,20 98 72,9 50-260,-6-64-18,3 0 0,3-2 0,2 0 0,38 67 0,-26-52-435,-32-60 24,2 2-3467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55.6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60 8,'5'-10'2361,"-3"-20"11841,-2 25-12084,-3-5 423,2 5-895,4 7 133,-2 1-1825,-1 0 0,1 0 0,-1 0 0,0 0 0,0 0 0,0 0 0,-1 3 1,0-3 26,0 38 77,8 65 0,-3-46 53,17 152 394,-17-191-406,1 1 1,0-2-1,2 1 0,0 0 0,1-1 0,1-1 0,1 0 0,17 25 1,-21-36-51,0-1 1,1 0-1,-1 0 1,2 0-1,-1-1 1,15 10-1,-16-13-17,0 0 0,0 0 0,0-1 0,1 1 0,-1-1 0,1-1 0,0 1 0,-1-1 0,1 0 0,10-1 0,-11 1-182,0-1-1,1-1 1,-1 1-1,0-1 1,0 0-1,0 0 1,0-1-1,0 0 1,0 0-1,0 0 1,-1-1-1,1 0 1,8-5-1,-6 2-1824,5-4-7271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55.8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381 57 6017,'-29'-6'4177,"-11"-4"-704,-13-3-857,8 5-663,13-2-601,4 6-552,3 0-368,1 3-256,8 1-128,-7 1-192,5 4-432,2 5-1088,0-1-3753,0 3-6498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02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305 11 8,'10'0'-82,"15"0"3338,-22 0-2129,-1-1 0,1 1 0,0 0 0,-1-1 0,1 0 0,4-1-1,-20 3 7258,-23-2-7582,13 1-150,-85-2 381,-1-1-1769,36 5-7826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02.6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376 27 8,'11'-3'15558,"-16"2"-14311,-70-13 3133,49 11-3777,4 0-416,1 1-1,-1 1 1,1 1-1,-43 6 1,-2 5-2617,23-6-6808,22-4-1535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0.6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256 556 744,'0'-2'472,"0"1"-1,0-1 1,-1 1-1,1-1 1,-1 1-1,1-1 1,-1 1-1,0 0 1,1 0-1,-1-1 1,0 1-1,0 0 1,0 0-1,-1-2 1,-20-16 1984,13 11-980,-2-1-675,-1-1 0,-1 2 0,1-1 0,-1 2 0,-1 0 1,1 0-1,-1 1 0,-29-7 0,42 12-791,-1 1 1,0-1 0,0 1 0,0 0-1,0 0 1,1-1 0,-1 1 0,0 1-1,0-1 1,0 0 0,0 0 0,0 1-1,1-1 1,-1 1 0,0 0 0,0-1-1,1 1 1,-4 2 0,3-2-8,0 1-1,0 0 1,0 0 0,0 0 0,0 0-1,0 1 1,1-1 0,-1 1 0,1-1 0,0 1-1,-2 2 1,1 3 6,0-1 0,0 0-1,0 0 1,1 1 0,0-1 0,0 1-1,1 0 1,1 9 0,1 5 31,-3-16-4,2 0 0,-1 1 1,1-1-1,0 0 0,0 0 0,1 0 0,-1 0 0,6 10 0,-5-13 24,0-1-1,1 0 1,-1 1 0,1-1-1,-1 0 1,1 0-1,0 0 1,0 0-1,5 2 1,29 9 91,-32-11-118,0-1 0,1 0 0,-1 0 0,0 0 0,0-1 0,0 1 0,0-2 0,1 1 0,-1 0 0,0-1 0,8-2 1,-11 2-17,1 1 0,-1-1 0,1 0 0,-1-1 0,0 1 0,0 0 0,0-1 0,0 1 0,0-1 0,0 0 0,0 0 0,0 1 0,-1-1 0,1 0 0,-1-1 0,1 1 0,-1 0 0,0 0 0,0 0 0,0-1 0,0 1 0,0-1 0,-1 1 0,1-1 0,0-2 0,0-9-8,0-1 0,-1 1-1,0 0 1,-1-1 0,-1 1 0,-6-27 0,-33-84 21,28 91 5,-12-44 23,-19-107 1,30 117 312,63 246-561,6-20 216,13 47-513,-67-200 342,-1-1-133,1-1 0,0 1 0,0-1 0,0 0 0,1 1 0,2 4 0,-3-6 966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1.1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21 117 1240,'-4'-36'10848,"-4"-1"-4923,-1-7-1639,17 61-2600,4 6-1661,13 36-1,16 148 185,-36-181-197,1 47 33,0-6-6,4 13 9,5 35 12,-10-93-37,0 0 1,1 0-1,10 23 0,-14-42-6,-1-1 0,0 1 0,1 0 0,-1-1 0,1 1 0,0-1 0,0 0 0,0 0 0,0 1 0,0-1 0,1-1 0,-1 1 0,0 0 0,1 0 0,0-1 0,-1 0 0,1 1 0,0-1 0,0 0 0,-1 0 0,1-1 0,0 1 0,0 0 0,0-1 0,0 0 0,4 0 0,4 0-221,1-1-1,-1-1 1,0 0 0,1-1-1,15-5 1,2-3-3540,-3-5-7359,-15 5 2185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1.2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371 23 4513,'-17'-2'3961,"-11"-3"-232,-2 0-809,1 1-815,6 0-593,-1 3-504,3-1-368,4 4-240,-1-1-200,2 1-103,0 4-65,2-1-40,-4 2-57,-1 4-175,1-2-432,-4 3-1264,2 4-3393,-1-3-6490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2.5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95 8,'1'-1'434,"0"0"1,0 0-1,0 0 0,0 0 0,0 0 1,-1 0-1,1 0 0,0 0 1,0 0-1,-1 0 0,1 0 1,-1 0-1,1-1 0,-1 1 0,0 0 1,0 0-1,1 0 0,-1-1 1,0 1-1,0 0 0,0-1 0,0 1 1,0 0-1,-1-2 0,-5-33 7628,5 31-7612,0-7 764,0 1 250,0 10-549,0 4 152,-15 54-909,13-34-14,1 1 0,1 0 1,2-1-1,2 27 0,24 93 319,4 12-446,-29-129-1026,-15-30-4303,-6-12-5100,3 4 1757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3.0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73 8,'-1'-6'1690,"0"0"1,0 0-1,0 1 1,-1-1-1,0 0 1,0 1-1,0 0 0,-1-1 1,1 1-1,-5-5 1,12 13 1139,21 13-2793,49 46 5,-39-31-47,68 45-1,-214-154 243,-16-11-10,119 85-202,0 0 1,0 1 0,0-1 0,0 1 0,0 1-1,-16-4 1,21 5-21,1 1 0,-1 0-1,0 0 1,0 0-1,1 0 1,-1 0 0,0 0-1,0 0 1,1 0 0,-1 1-1,0-1 1,1 1 0,-1-1-1,0 1 1,1 0-1,-1 0 1,1 0 0,-1 0-1,1 0 1,-1 0 0,1 0-1,0 0 1,0 0-1,-1 1 1,1-1 0,0 0-1,0 1 1,0-1 0,0 1-1,1-1 1,-1 1 0,0 0-1,1-1 1,-1 1-1,1 0 1,-1 2 0,-7 46 82,5-34-71,1 1-1,-7 18 0,7-29-156,-1-1 0,1 0 0,-1 0 0,0 0 0,-1 0 0,1 0 0,-5 4 0,-5 3-3461,0-3-4072,0-2-2364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3.9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8,'1'5'5960,"4"8"-2142,0-3-1779,0 4-964,1-2 1,0 1-1,1-1 0,12 16 0,1 4-447,-7-11-412,-4-8-163,-1 0 0,-1 1 0,0 0-1,6 19 1,-13-31-943,-5-8-1038,-8-14-3753,6 10 2150,-4-6-2740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4.1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24 8322,'-1'-3'7040,"-3"-9"-3233,4 4-785,-2 20-4497,0 12-1597,2-22 1984,0 0 0,0-1 0,-1 1 0,2 0 0,-1 0 1,0 0-1,0 0 0,1 3 0,0 0-2701,1 3-267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4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142 199 656,'1'-2'979,"0"-1"0,0 0 0,0 0 0,0 0 0,-1 0-1,1 0 1,-1 0 0,0-4 0,0 2 207,0-1-1,-1 0 1,-2-10 0,0 7-389,1 0-1,-2 1 1,1 0 0,-1 0 0,-7-11-1,4 9-80,-1-1-1,-13-13 0,18 21-563,0 0 0,0 0 0,-1 0 0,0 1 0,1-1-1,-1 1 1,0 0 0,0 0 0,0 0 0,-8-2 0,12 4-145,-1 0-1,0 0 1,1 0 0,-1 0-1,0 0 1,1 0 0,-1 0-1,0 1 1,1-1-1,-1 0 1,1 1 0,-1-1-1,0 0 1,1 1 0,-1-1-1,1 0 1,-1 1-1,1-1 1,-1 1 0,1-1-1,-1 1 1,1-1-1,0 1 1,-1 0 0,1-1-1,0 1 1,-1-1 0,1 2-1,-8 18 78,5-5 2,0 0 0,1 0 0,1 1 0,0-1 0,3 31 0,1-18 35,2 1 0,9 35 0,3-9-41,33 72-1,33 48-149,-57-125 45,23 42-59,-26-51-167,-2 1 0,26 70 0,-46-110 114,-1 0 1,1 0-1,-1 0 1,1 0-1,-1 0 1,0 0 0,0 0-1,0 0 1,0 3-1,-13-18-3250,11 10 2579,-4-4-2065,1 0 0,0-1 0,0 1 0,-6-15 0,3 4-382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4.7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482 59 2280,'-14'-10'7261,"-13"1"-3176,15 5-2445,-13-3-205,0 1 0,0 2 1,-33-3-1,15 3-764,9 0-320,0 1 1,-39 2-1,53 3-2537,1 0 0,-34 9 0,33-6-6562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5.6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15 2593,'-19'-15'18796,"16"16"-16742,5-1-1468,3 19 70,2 0-482,1 1-1,0-1 0,1-1 1,1 0-1,1 0 0,22 27 1,-12-16-96,31 53 1,-19-28-65,-22-34 0,0 0 0,-1 1 0,12 34 0,-22-55-12,0 0 1,0 0 0,0 0 0,0 1 0,0-1-1,0 0 1,0 0 0,0 0 0,0 0 0,0 1-1,0-1 1,0 0 0,0 0 0,0 0 0,0 0-1,0 1 1,0-1 0,0 0 0,1 0 0,-1 0-1,0 0 1,0 0 0,0 1 0,0-1 0,0 0-1,0 0 1,0 0 0,1 0 0,-1 0-1,0 0 1,0 0 0,0 0 0,0 0 0,1 1-1,-1-1 1,0 0 0,0 0 0,0 0 0,0 0-1,0 0 1,1 0 0,-1 0 0,0 0 0,0 0-1,0 0 1,0 0 0,1 0 0,3-10 417,0-19-158,-4 10-247,1 0 1,5-21 0,-4 31-15,0-1 0,0 1 1,1 0-1,1-1 0,8-15 0,-11 23 2,0 1 0,1-1-1,-1 1 1,0-1 0,1 1-1,-1 0 1,1 0-1,-1 0 1,1 0 0,0 0-1,-1 0 1,1 0 0,0 0-1,2 0 1,-2 0 2,0 0-1,0 1 1,0-1 0,0-1 0,0 1-1,0 0 1,0 0 0,-1-1-1,4-2 1,-5 4-9,1-1 0,0 0 0,0 1 0,-1-1 0,1 1 0,0-1 0,0 1 0,0-1 0,0 1-1,0 0 1,0-1 0,0 1 0,0 0 0,0 0 0,0 0 0,0 0 0,0 0 0,0 0 0,0 0 0,0 0 0,0 0 0,0 0 0,0 0 0,0 1-1,-1-1 1,3 1 0,28 15-87,-18-8 81,32 17 11,61 46 0,-31-24-195,-124-70-13726,23 11 2688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6.2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119 110 8,'1'-3'708,"-1"0"0,0 1 0,0-1 0,0 0 0,0 1 0,0-1 0,0 0-1,-1 1 1,1-1 0,-1 0 0,0 1 0,-1-4 0,-14-28 6016,13 30-6157,1 0 0,-1 0 0,0 0 0,0 1 0,-4-4 0,6 6-455,-1 0 0,1 0 0,0 0 0,0 0 0,-1 0 0,1 0 0,-1 0 0,1 1 0,0-1 0,-1 1 0,0-1 0,1 1 0,-1-1 0,1 1 0,-1 0 0,1 0 0,-1 0 0,-1 0 0,1 0-79,1 1 0,0-1 1,0 1-1,0-1 0,0 1 1,0 0-1,0-1 0,0 1 1,0 0-1,0 0 0,1 0 1,-1-1-1,0 1 0,0 0 1,1 0-1,-1 0 0,0 0 1,1 0-1,-1 1 0,0 1 1,-7 27 310,6-21-223,-3 16 116,2-1 1,-1 34-1,1-9-38,0-22-105,1 0 0,2 0 1,1 0-1,1 0 0,8 38 0,-8-54-74,1-1 0,1 1 1,0-1-1,0 1 0,1-1 0,0 0 0,1-1 1,0 1-1,0-1 0,1-1 0,0 1 0,1-1 1,0 0-1,0-1 0,17 13 0,-11-12 9,1 1 0,15 6 0,-24-13-43,0 1 1,1-1 0,-1 0-1,0-1 1,1 0 0,-1 0-1,0 0 1,10 0 0,-15-1-82,1 0 0,-1 0 0,0 0 0,1 0-1,-1-1 1,1 1 0,-1 0 0,0 0 0,1-1 0,-1 1 0,0-1 0,1 0 0,-1 1 0,0-1 0,0 0 0,0 1 0,0-1-1,0 0 1,1 0 0,-1 0 0,-1 0 0,1 0 0,0 0 0,0 0 0,0-1 0,-1 1 0,1 0 0,0 0 0,-1-1 0,1 1-1,0-3 1,-1 1-1091,0-1-1,0 0 0,0 1 0,-1-1 1,1 1-1,-1-1 0,0 1 0,0-1 0,0 1 1,-1 0-1,-2-5 0,-4-8-5917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6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26 122 1024,'0'-14'4107,"0"-1"1004,-3-28 1,3 39-4681,-1 0 0,0 0 0,0 1 0,0-1 0,0 0 0,-1 1 0,0-1 0,1 1 0,-1 0 1,0-1-1,-1 1 0,-3-4 0,9 25 29,1 1-206,11 28 0,-2-7-30,62 217 372,-44-171-549,-2-10-16,-24-60-36,1 0 0,1 0 0,15 27 0,-18-37-7,-1-1 1,1 0-1,0 0 0,0 0 1,0-1-1,0 0 0,1 1 1,0-1-1,0-1 0,0 1 1,0-1-1,1 0 0,8 4 1,-11-6-81,0-1 1,0 1 0,-1-1-1,1 0 1,0 1-1,0-1 1,-1 0 0,1-1-1,0 1 1,0 0-1,-1-1 1,1 0 0,0 1-1,-1-1 1,1 0-1,0-1 1,2 0 0,17-15-4385,-6-5-5863,-9 7 4166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6.8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333 1 8,'-32'4'2304,"-64"14"3630,81-15-5566,1 2 0,0 0-1,0 0 1,-21 13 0,14-6-430,-26 15-1717,14-12-3280,22-12 1882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7.1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8,'5'-1'945,"1"0"0,-1 0 0,1 0 1,-1 1-1,1 0 0,7 1 0,-10 0-683,1 0 0,-1 0 0,1 0 0,-1 0-1,0 1 1,1 0 0,-1-1 0,0 1 0,0 0 0,5 5 0,12 11 503,-1 1 0,25 32 1,27 48 46,-59-81-700,22 31 74,-2 1-1,-3 1 1,25 62-1,-48-98-163,-1 0 1,0 1 0,-1-1-1,-1 1 1,-1 0-1,0 0 1,-1 0-1,-1 0 1,0 0-1,-3 18 1,1-27-18,0 1-1,0-1 1,0 1-1,-1-1 1,0 0-1,0 0 1,0 0 0,-1 0-1,-9 11 1,5-9 30,1-1 1,-1-1-1,0 1 0,-1-1 1,1-1-1,-15 9 0,6-6-404,-2 0-1,1-1 0,-1-1 0,0-1 0,-1-1 0,1 0 0,-25 2 0,-3-3-3436,-1-1-3429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7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3153,'-7'7'10983,"7"-7"-10505,-5 17 3763,4-11-3763,0 0 0,1 1 0,0 10 0,0-12-352,1-1 0,1 1 0,-1 0 0,1 0-1,0-1 1,0 1 0,0-1 0,0 0 0,1 0 0,5 8 0,3 0-170,23 22 0,-12-14-1241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7.9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54 2841,'-1'-4'1279,"-1"1"1,1 0 0,0-1 0,-1 1-1,0 0 1,-3-5 0,3 5-11,0 0-1,0 0 1,1-1 0,-1 1-1,-1-5 1,3 8-1228,0 0 1,0 0 0,0 0-1,1 0 1,-1 0-1,0 0 1,0 0 0,0 0-1,0 0 1,0 0-1,0 0 1,0 0-1,0 0 1,0 0 0,0 0-1,0 0 1,1 0-1,-1 0 1,0 0 0,0 0-1,0 0 1,0 0-1,0 0 1,0 0 0,0 0-1,0 0 1,0 0-1,0 0 1,1 0 0,-1 0-1,0 0 1,0 0-1,0 0 1,0 0-1,0-1 1,0 1 0,0 0-1,0 0 1,0 0-1,0 0 1,0 0 0,0 0-1,0 0 1,0 0-1,0 0 1,0 0 0,0 0-1,0-1 1,0 1-1,0 0 1,6 8-870,-3-1 443,10 36-1558,-8-13-3962,-3-8-4213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8.4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71 2897,'0'-2'1342,"0"-1"1,0 0 0,-1 0 0,1 1 0,-1-1-1,0 0 1,0 1 0,0-1 0,-2-4-1,1 4-731,0 0 0,0 0 0,0 0 0,-1 1 0,1-1 1,-1 1-1,-4-4 0,5 4-535,0 1 0,-1-1 0,1 1 0,-1-1 0,1 1 0,-1 0 1,0 0-1,1 0 0,-1 0 0,0 1 0,0-1 0,0 1 0,0 0 0,1 0 1,-1 0-1,0 0 0,0 0 0,0 0 0,0 1 0,0 0 0,-3 1 1,4-1-71,1 0 1,-1 0-1,0 0 1,1 0-1,-1 1 1,0-1-1,1 1 1,0-1-1,-1 1 1,1 0 0,0-1-1,0 1 1,0 0-1,0 0 1,0 0-1,1 0 1,-1 0-1,0 0 1,1 0-1,-1 0 1,1 0-1,0 0 1,0 2 0,-1 4 10,1 0 0,0 0 0,1 0 0,2 14 0,0-10-10,1-1 0,0 1 0,1 0 0,1-1 0,-1 0 0,2 0 0,9 13 0,5 4-34,34 33 0,-22-30-123,38 28 0,-41-35 127,-25-19-13,0-1 0,0 1 0,6 9 0,-12-14 36,1 1-1,0 0 1,-1-1 0,1 1 0,0-1 0,-1 1 0,1-1-1,-1 1 1,1-1 0,-1 1 0,1-1 0,-1 0-1,1 1 1,-1-1 0,1 0 0,-1 1 0,0-1-1,1 0 1,-1 0 0,0 1 0,1-1 0,-1 0-1,1 0 1,-1 0 0,0 0 0,1 0 0,-2 0 0,-35-2-57,-63-11 1,-4-2-5626,71 13-481,2 1-4531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19.4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88 256 3953,'18'22'6985,"1"16"-4009,1-2-1887,9 17-208,-21-36-761,2-1 0,-1 0 0,16 19-1,9 10-52,-41-67 1751,-3 2-1793,-2 0 1,-15-23 0,-8-11 37,15 20 4,-2 1 0,-30-36 0,-16-19 600,67 87-613,1 0 0,-1 0-1,0 0 1,1 1 0,-1-1 0,1 0-1,-1 0 1,1 0 0,0 0 0,-1 0-1,1 0 1,0 0 0,0 0 0,-1-1-1,2 2-35,-1 0-1,1 0 0,-1 0 1,1 0-1,-1 0 0,0 0 1,1 0-1,-1 0 1,1 0-1,-1 0 0,0 1 1,1-1-1,-1 0 0,1 0 1,-1 0-1,0 1 0,1-1 1,-1 0-1,0 0 0,1 1 1,-1-1-1,0 0 1,1 0-1,-1 1 0,0-1 1,0 0-1,1 1 0,-1-1 1,0 1-1,15 13-21,0 0-1,1-1 1,0-1 0,1-1-1,1 0 1,0-2 0,25 11-1,-29-15 22,-1-1 0,1-1 0,0 0 0,0-1-1,0-1 1,0 0 0,0 0 0,0-2 0,0 0-1,24-4 1,-29 3-2,-1-1 0,1 0 0,-1 0 0,0 0 0,0-1 0,0 0 0,-1-1 0,8-5 0,-10 6-9,0 0 1,-1 0-1,1-1 1,-1 0-1,0 0 1,0 0-1,-1 0 1,0-1-1,1 1 1,-2-1-1,5-12 1,-5 12 7,-1 0 0,0 0 0,0 0 0,-1 0 0,1-1 0,-1 1 0,-1 0 0,1 0 0,-1 0 0,0-1 0,-3-8 0,2 10-14,1 0-1,-1 1 0,0 0 1,0-1-1,0 1 1,-1 0-1,1 0 0,-1 0 1,0 1-1,0-1 1,-1 0-1,1 1 0,-1 0 1,0 0-1,-5-3 1,8 5-6,0 1 0,-1 0 0,1-1 1,0 1-1,0 0 0,0 0 1,0 0-1,-1 0 0,1 0 0,0 0 1,0 1-1,0-1 0,0 0 1,0 1-1,-1-1 0,1 0 0,0 1 1,0-1-1,0 1 0,0 0 1,0-1-1,0 1 0,1 0 0,-3 1 1,-19 21-56,22-23 60,-6 7-5,1 0 0,0 0 0,0 0 0,1 1 0,0 0 0,0 0 0,1 0 0,0 0 0,0 1 0,1-1 0,0 1 0,0-1 0,1 1 0,0 0 0,1 0 0,0 0 0,0-1 0,1 1 0,0 0 0,1-1 0,0 1 0,4 12 0,-2-10 11,0-1-1,0 0 1,1-1 0,1 1 0,-1-1 0,1 0-1,1 0 1,0-1 0,0 0 0,1 0 0,0-1 0,0 0-1,0 0 1,1-1 0,0 0 0,1 0 0,19 8-1,-7-6 24,0-1-1,1 0 1,32 4-1,-46-10-37,1 0 1,0-1-1,0 1 0,-1-2 0,1 0 0,0 0 0,-1 0 1,1-1-1,-1-1 0,0 0 0,10-4 0,-14 5-86,-1-1 0,1 1-1,-1-1 1,0 0-1,5-6 1,4-6-2393,-7-3-4699,-4 1-3021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20.1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228 658 8,'-1'-2'1028,"-1"-1"0,0 1 0,0 0 0,0 0 0,0 0 0,0 1 1,0-1-1,-1 0 0,1 1 0,-1-1 0,-3-1 0,1 2-187,0-1 0,0 1 0,0-1 0,0 1-1,-9 0 1,1 1-90,0 0 0,1 1 0,-1 1 0,-15 3 0,23-4-658,0 0 1,1 1 0,-1 0-1,1-1 1,0 2 0,-1-1 0,1 0-1,0 1 1,1 0 0,-1 0 0,0 0-1,1 0 1,-1 0 0,1 1 0,-4 5-1,5-6-67,1 0 0,-1 0 0,1 0 0,-1 1 0,1-1 0,0 0 0,0 0 0,0 1 0,1-1 0,-1 1 0,1-1 0,0 1 0,0-1 0,0 0-1,1 1 1,-1-1 0,1 1 0,-1-1 0,1 0 0,0 1 0,1-1 0,1 4 0,5 10 60,1 0 0,21 29 0,-25-40-81,-1 0 0,2 0 0,-1-1 0,1 0 0,-1 0 0,1 0 0,1 0 0,-1-1 0,1 0 0,7 3 0,-11-6 3,-1 0 0,0-1 0,0 1 0,1-1-1,-1 1 1,0-1 0,1 0 0,-1 0-1,0 0 1,1 0 0,-1 0 0,0-1 0,0 1-1,1-1 1,-1 1 0,0-1 0,0 0 0,0 0-1,0 0 1,1 0 0,-1 0 0,-1-1 0,1 1-1,0-1 1,2-1 0,-1 0-2,0 0 1,-1 0-1,1 0 1,-1-1-1,0 1 0,0-1 1,0 1-1,-1-1 1,1 0-1,-1 1 0,0-1 1,0 0-1,0 0 1,0-5-1,0 3-5,-1 0 0,0-1 0,0 1 0,0-1 0,-1 1 0,0 0 0,0-1 1,-1 1-1,0 0 0,0 0 0,0 0 0,-1 0 0,1 0 0,-2 1 0,1-1 0,-1 1 0,1 0 0,-10-10 0,13 16-11,-1-1 0,1 0 0,0 1-1,-1-1 1,1 0 0,0 1 0,0-1 0,-1 1 0,1-1 0,0 0-1,0 1 1,0-1 0,-1 1 0,1-1 0,0 1 0,0-1 0,0 1-1,0-1 1,0 1 0,0-1 0,0 1 0,0-1 0,0 1-1,-1 16-26,1-8 22,0-1 1,1 0 0,0 1 0,1-1-1,0 0 1,0 1 0,0-1-1,1-1 1,1 1 0,-1 0 0,1-1-1,1 1 1,5 7 0,-4-6-43,0-1 0,1 0 0,0-1 0,0 1 0,1-1 0,8 7 0,-13-13 51,-1 1-1,1 0 1,-1-1 0,1 1-1,0-1 1,0 0 0,0 0-1,-1 0 1,1 0 0,0-1 0,0 1-1,0-1 1,0 0 0,0 0-1,0 0 1,0 0 0,0 0-1,0 0 1,0-1 0,0 0-1,0 1 1,0-1 0,0 0-1,0-1 1,2 0 0,0-1 14,-1 0 1,1 0 0,-1-1-1,0 1 1,0-1 0,0 0-1,0 0 1,-1 0-1,1-1 1,4-9 0,-4 7-2,0-1 1,-1-1 0,0 1 0,-1 0-1,0-1 1,1-10 0,-1-5 7,-1 0 0,-1 1 0,-1-1 0,-6-29 0,-5-24 17,-45-148 0,39 174-4,-2 0-1,-2 2 1,-49-80 0,69 126-26,-4-8 47,-2 0 0,1 1 0,-1 0 1,-12-12-1,20 22-49,0 0 1,-1 0-1,1-1 0,0 1 1,0 0-1,-1 0 1,1 0-1,0-1 1,-1 1-1,1 0 1,0 0-1,-1 0 0,1 0 1,0 0-1,-1 0 1,1-1-1,0 1 1,-1 0-1,1 0 0,0 0 1,-1 0-1,1 0 1,0 1-1,-1-1 1,1 0-1,0 0 1,-1 0-1,1 0 0,0 0 1,-1 0-1,1 0 1,0 1-1,-1-1 1,-7 13-24,2 18-1,6-12 26,0 0 0,2 1 0,0-1 0,8 31 1,-5-27-4,7 34 12,2-2-1,3 1 0,43 94 1,-45-120-17,1-1 1,1 0 0,2-1-1,1-1 1,0-1 0,3-1-1,49 45 1,-46-49-10,1-2-1,32 20 1,-46-32-41,0-1-1,1 0 0,0-1 1,0 0-1,0-1 0,0 0 1,21 2-1,-30-6-157,0 0 0,-1 0-1,1 0 1,0 0-1,5-2 1,3-2-6838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31.3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1 8,'11'-1'5131,"8"1"2284,-7 4-5425,-3 1-882,-1 0 0,-1 0 0,10 9 0,9 5 447,-21-15-1384,-4-3-88,0 0 0,1 0-1,-1 0 1,1 0-1,-1 0 1,1 0 0,0 0-1,1 0 1,-2-1 48,-19-6 2154,-11 1-1655,-54-3 0,45 5-460,-1 1-92,-49 3 0,32 3-2840,41-4-1731,9 0 1139,-6 0-5788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31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376 44 8,'5'0'1988,"-1"-1"0,0 1 0,0-1 0,0 0 0,0 0 0,0 0 0,0 0 0,7-4 2166,-15 5-777,-14-1-2772,-70-11-166,-19-3 2,93 14-536,-54-2-2608,40 2-1540,-45 5 0,54-1-6912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13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203 190 8,'22'-7'0,"23"-10"0,0 0 0,-38 15 0,-3 1 0,-1 0 0,1 0 0,-1-1 0,1 1 0,-1-1 0,1 0 0,-1 1 0,0-2 0,0 1 0,6-5 0,1-3-22,-8 9 141,-1 0 2,0 0-1,0 0 0,1 0 1,-1 0-1,0-1 0,0 1 0,0 0 1,1-3-1,-2 4 242,0-1 0,0 0-1,0 0 1,1 0 0,-1 1 0,0-1-1,0 0 1,0 0 0,0 0 0,0 1 0,0-1-1,-1 0 1,1 0 0,0-1 0,-3-7 5039,3 7-5074,-1 1 1,1 0-1,0-1 1,-1 1-1,1 0 1,-1-1-1,1 1 0,-1 0 1,0 0-1,1 0 1,-1 0-1,0-1 1,0 1-1,0 0 0,0 0 1,0 1-1,0-1 1,-2-2-1,-24-16 1461,22 15-1611,-1-1 0,1 1 0,-1 1 0,0-1 0,0 1 0,0 0 0,0 0 0,-7-1 0,10 3-152,-1 1-1,1-1 1,-1 1 0,1 0-1,-1 0 1,1 1 0,0-1-1,-1 1 1,1 0-1,0 0 1,-1 0 0,1 0-1,-3 2 1,-7 3 64,-22 15 0,21-12 31,-23 23 311,34-29-360,0 0 1,0 1 0,1-1-1,-1 0 1,-1 5 0,-9 10 211,6-9-166,-1 0 1,1 1-1,1 0 0,0 0 0,0 1 1,1-1-1,0 1 0,1 0 1,0 1-1,1-1 0,0 1 0,1-1 1,0 1-1,1 0 0,0 0 1,1 0-1,3 23 0,29 143 923,-20-125-846,2 8 40,-4-17-18,7 62 1,-7-24 7,-4-37-77,1 49-1,-2 89 114,-3-140-223,0-30-25,-2 0-1,1-1 1,-3 16 0,2-21-3,-1 1-1,0-1 1,-1 1 0,0-1 0,0 0-1,0 1 1,-1-1 0,0 0 0,0-1-1,-7 10 1,-7 14-41,12-25 101,1-1 0,-1 1 1,0-1-1,0 0 0,0 0 0,-1 0 0,0-1 0,-7 4 1,-16 11-2574,26-16 865,-1 1 0,1 0-1,0 0 1,0 0 0,0 0-1,-2 3 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15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89 8,'2'-6'1951,"-1"-1"1,0 0-1,0 0 0,0-7 1,-1 8 178,0-1 1,1 1-1,3-13 1,-3 13-256,0 2 73,-1 6-1008,1 3-943,-1-1 0,1 0-1,1 0 1,-1 0 0,2 4-1,1 5 10,9 28 49,72 241 952,-31-91-365,-42-148-515,-5-20-71,-1 0-1,-1 1 1,-1-1 0,0 29-1,-5-36 260,0-15 426,0-11-168,1 2-566,1 1 0,-1 0 0,1-1 1,0 1-1,1 0 0,0-1 0,0 1 1,1 0-1,4-10 0,-5 14-11,0-1 0,0 1 1,1 0-1,-1 0 0,1 0 0,-1 1 0,1-1 0,0 0 1,0 1-1,0 0 0,0 0 0,1 0 0,-1 0 0,1 0 1,-1 1-1,1-1 0,-1 1 0,1 0 0,0 0 1,5 0-1,2 1-5,-1 0 1,1 1-1,-1 0 0,0 0 1,1 1-1,-1 1 1,0 0-1,0 0 1,-1 1-1,1 0 0,-1 1 1,1 0-1,14 11 1,-17-10-3,0 1 0,0 0 1,-1 0-1,10 14 0,13 16-65,-19-24-1174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16.1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58 8,'8'-7'795,"1"-3"6309,-8 9-6734,-1 1 0,0-1-1,0 1 1,0-1 0,0 1-1,0-1 1,1 1 0,-1-1-1,0 1 1,0-1 0,0 1-1,0-1 1,0 1 0,0-1-1,0 1 1,-1 0 0,1-1-1,0 1 1,0-1 0,0 1-1,0-1 1,-1 1 0,1-1-1,0 0 1,-7-5 1759,6 4-1913,0 0 0,-1 1 0,1-1 1,-1 1-1,0-1 0,1 1 0,-1 0 0,0 0 1,0-1-1,0 1 0,0 0 0,0 1 0,0-1 0,0 0 1,-4 0-1,2 0-158,0 1 1,0-1 0,0 1-1,0 0 1,0 0 0,1 1-1,-1-1 1,0 1 0,0 0-1,0 0 1,0 0-1,1 0 1,-1 1 0,1 0-1,-1-1 1,1 1 0,0 1-1,-1-1 1,1 0-1,0 1 1,0-1 0,1 1-1,-1 0 1,1 0 0,-4 5-1,-1 3 10,0 1 0,1-1 0,1 1 0,-1 0 0,2 1-1,0-1 1,0 1 0,2 0 0,-1 0 0,0 21 0,2 5 117,1-1 1,7 54-1,-4-71-138,1 0-1,0 1 0,2-1 1,0-1-1,2 1 1,0-1-1,1-1 1,1 0-1,1 0 0,13 18 1,-14-24 158,0 0 1,0-1 0,1 0-1,24 19 1,-30-28-523,-1 0 0,1 0 0,0 0 0,0-1 0,0 0 0,0 0 0,1 0 1,4 1-1,-6-3-574,0 1 1,-1-1-1,1 0 1,0 0 0,4-1-1,-4 1-630,0-1 1,0 0-1,-1 0 0,1-1 0,5-2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16.6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79 1960,'1'-4'1234,"-1"0"0,0 0 0,0-1 0,-1 1 0,1 0 0,-1 0 0,1 0 0,-1 0 0,-1 0 0,1 0 0,-2-4-1,-5-17 3915,9 44-3694,0 34-1,0 36-1587,11 15 268,32 199 640,-38-279-648,13 36 0,-16-51-86,1-1 0,0 1 0,1-1-1,-1 0 1,2-1 0,-1 1 0,9 8 0,-13-15-29,0-1 1,-1 1-1,1 0 1,1 0-1,-1-1 1,0 1-1,0 0 1,0-1-1,0 1 1,0-1-1,0 0 1,1 1-1,-1-1 1,0 0-1,0 0 1,1 0-1,-1 0 1,2 0-1,0 0-6,-1-1-1,1 1 0,-1-1 1,1 0-1,-1 0 1,0 0-1,1 0 0,3-2 1,-1-1-323,1 0-1,-1-1 1,1 1 0,-1-1 0,-1 0-1,6-6 1,7-19-4771,-4-3-4925,-5 13 928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16.8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433 23 8,'-25'-1'5092,"-37"-6"0,-17-2 514,33 7-3520,17 0-1556,1 1 0,0 1 0,-41 6 0,33 4-992,17-1-2099,7 1-5579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17.2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 4441,'18'-8'5504,"-17"7"-5297,1 0 0,-1 0 1,1 0-1,-1 0 0,1 1 0,0-1 0,-1 0 0,1 1 0,0-1 0,0 1 0,-1 0 1,1 0-1,0 0 0,0 0 0,0 0 0,-1 0 0,1 0 0,0 0 0,0 1 1,0-1-1,3 2 0,6 3 62,-1 0 1,1 1 0,-1 0 0,0 0-1,0 1 1,-1 1 0,0 0 0,14 16-1,0 3 129,33 50-1,-16-15-258,-3 1 1,-2 2 0,-4 2-1,-2 1 1,22 80-1,-47-133-135,22 89 6,-23-87-19,-1-1 0,0 1-1,-2 0 1,-1 21 0,1-32-10,-1 0 1,-1 0-1,1-1 0,-1 1 0,0-1 0,0 1 0,0-1 0,-1 0 0,0 0 0,0 0 1,0 0-1,-1 0 0,0-1 0,1 0 0,-2 0 0,1 0 0,0 0 0,-1 0 1,0-1-1,1 0 0,-2 0 0,-6 3 0,1 0-582,-1-2 0,0 0-1,-22 6 1,17-7-1776,0-1 0,-19 0 0,2-1-6174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18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1 253 8,'4'2'8302,"3"-2"-3451,24-3-2625,-5 1-1423,2 2-104,0-1 0,0-1 0,1-1-1,-1-2 1,-1-1 0,1-1 0,30-12 0,-55 17-572,1 1 0,-1-1 1,0 0-1,1 0 0,-1 0 1,0 0-1,0-1 0,0 1 1,-1-1-1,1 0 0,-1 0 0,1 0 1,-1 0-1,3-7 0,-3 8-67,-1-1 0,-1 0-1,1 0 1,0 1-1,-1-1 1,1 0-1,-1 0 1,0 0 0,0 0-1,0 0 1,0 1-1,-1-1 1,1 0-1,-1 0 1,0 0-1,0 1 1,0-1 0,0 0-1,0 1 1,-2-4-1,0 1-33,-1 0-1,0 0 0,0 0 1,0 0-1,0 0 0,-1 1 1,-7-6-1,-4-1 65,-19-10 0,24 15-55,6 3-17,-1 0-1,1 1 1,-1-1 0,1 1 0,-1 0 0,0 1 0,0 0 0,0-1 0,0 2-1,0-1 1,0 1 0,0 0 0,0 0 0,-8 2 0,11-1-17,1 0 0,-1 1 0,0-1 0,0 1 0,1 0 0,-1 0 0,1 0 0,0 0 0,-1 0 0,1 0 0,0 1 0,0-1 0,-2 4 0,-1 3 11,0 0-1,-7 15 1,8-10 2,1 0 1,0 1-1,1-1 0,0 1 0,1-1 0,1 27 0,1-23 7,-2-9-10,2 1 0,-1 0 0,1 0 0,1-1-1,0 1 1,3 11 0,-2-15 9,-1 0 1,1 0-1,0-1 0,0 1 0,1-1 0,0 0 0,0 0 0,0 0 1,0 0-1,1-1 0,0 0 0,0 1 0,0-2 0,0 1 1,1-1-1,8 5 0,22 7-35,0 0 0,1-3 0,1-1 0,0-1 1,0-3-1,67 6 0,-95-13-252,-1 1 0,1-1 0,15-2 0,-7-3-2694,-2-3-3815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18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378 54 7842,'-10'-2'5178,"-5"-5"-2856,2 0-647,-5 1-216,0 0 0,-22-4-1,-79-6 127,110 16-1581,-1 0 0,1 1 0,-1-1 0,1 2 0,0-1 0,0 1 0,-14 6 0,-13 5-2672,32-12 2178,-6 2-2808,3-2-2586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19.9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27 552,'0'-2'1245,"0"0"-1,0 0 0,0 0 1,1 0-1,-1 0 0,1 0 1,0-3-1,0 5-1099,-1-1-1,0 1 1,0-1 0,0 1-1,1-1 1,-1 1-1,0 0 1,1-1 0,-1 1-1,0 0 1,1-1-1,-1 1 1,1 0 0,-1 0-1,0-1 1,1 1-1,-1 0 1,1 0 0,-1 0-1,1-1 1,-1 1-1,1 0 1,-1 0 0,1 0-1,-1 0 1,0 0-1,1 0 1,-1 0 0,1 0-1,-1 0 1,1 0-1,-1 0 1,1 0-1,-1 1 1,1-1 0,1 1-137,-1 1 1,0-1 0,1 1 0,-1-1 0,0 1 0,0-1-1,0 1 1,0 0 0,-1-1 0,1 1 0,0 0-1,-1 0 1,1 0 0,0 3 0,9 181 2341,-3-28-441,5-65-1335,-7-68-419,0 0 1,1 0 0,17 41 0,-21-64-123,-1 1 1,0-1-1,1 0 1,0 1-1,-1-1 0,1 0 1,0 0-1,0 0 1,0-1-1,0 1 1,1 0-1,-1-1 1,0 1-1,1-1 1,-1 0-1,1 0 1,-1 0-1,1 0 1,-1 0-1,1-1 1,3 1-1,-2 0-84,1-1 0,-1 1-1,0-1 1,0 0-1,1 0 1,-1-1 0,0 1-1,0-1 1,0 0-1,0 0 1,0-1 0,0 1-1,4-3 1,-2 1-488,11-8-2297,-7 2-2426,-1-5-5323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20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441 29 2585,'-19'-1'3520,"-15"-4"97,-3 0-488,0 2-737,6-2-703,3 0-529,0 4-424,1-1-312,5 1-208,-4 2-104,5-1-96,0 2-72,-3-1-144,3 6-280,0-2-536,-1-1-1657,1 4-8633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21.0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285 519 3969,'-15'-6'2757,"0"1"0,-27-7-1,22 7-1005,0-1-338,0 2 0,-22-2 1,37 5-1302,-1 0 1,0 1 0,0 0 0,0 1 0,0-1-1,0 1 1,0 0 0,1 1 0,-1-1-1,0 1 1,-9 4 0,13-4-106,0-1 1,-1 0 0,1 1-1,0 0 1,0-1 0,1 1-1,-1 0 1,0 0-1,1 0 1,-1 0 0,1 0-1,-1 1 1,1-1 0,0 0-1,0 1 1,0-1-1,0 1 1,0-1 0,1 1-1,-1-1 1,1 5 0,0-3 9,0-1 0,0 0 0,1 0 0,-1 0 0,1 1 0,0-1 0,0 0 0,0 0 0,0 0 0,1 0 0,-1 0 0,1-1 0,0 1 0,-1 0 0,1-1 0,5 5 0,2 1 14,0 0 0,1 0 0,0-1 0,0 0-1,1-1 1,0 0 0,0-1 0,1 0 0,22 6-1,-26-8-1,1-2 0,-1 1 0,0-1-1,1 0 1,-1-1 0,1 0 0,0 0-1,-1-1 1,1 0 0,-1 0 0,0-1-1,1 0 1,-1-1 0,0 0 0,9-4-1,-13 4-1,0 1-1,0-1 0,0 0 1,0 0-1,-1 0 0,0-1 1,0 1-1,0-1 0,0 1 1,0-1-1,3-6 0,-3 2-5,1 1-1,-2-1 1,1 1-1,-1-1 1,0 0-1,1-9 0,-2-4-2,0 0 0,-1 1-1,-1-1 1,-6-28-1,-3-8 200,-3 0-1,-3 1 0,-2 1 0,-49-104 1,48 133 383,17 26-569,-1 5-68,0 8-20,1 12 85,0 0 0,2 0 0,0 0 0,2 0 0,1 0 0,1-1 0,10 37 0,1-15-24,2-1 1,42 83 0,-51-114-233,1 1 1,1-2-1,0 1 1,0-1 0,15 13-1,-17-20-1960,-3-5-1037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21.5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99 2745,'-11'-23'4469,"-4"-12"441,14 33-4288,0-1 1,1 0-1,-1 0 0,1 1 1,-1-1-1,1 0 0,0 0 0,0 1 1,0-1-1,1-5 0,-1 8-582,1 0-1,-1-1 1,0 1-1,0 0 1,0-1-1,0 1 1,1 0-1,-1 0 1,0-1-1,0 1 1,0 0-1,1 0 1,-1-1-1,0 1 1,1 0-1,-1 0 1,0 0-1,0 0 1,1-1-1,-1 1 1,0 0-1,1 0 1,-1 0-1,0 0 1,1 0-1,-1 0 1,0 0-1,1 0 1,-1 0-1,0 0 1,1 0-1,-1 0 1,0 0-1,1 0 1,-1 0-1,0 0 1,1 0-1,-1 1 1,0-1-1,1 0 1,-1 0-1,0 0 1,0 0-1,1 1 1,13 9-184,-8-2 132,0-1 0,-1 1-1,0 1 1,-1-1 0,0 1-1,0-1 1,0 1 0,1 10 0,16 77 90,-19-80-66,0-6 2,8 42 166,4 104 1,-14-123 42,1 1 1,1-1-1,10 42 0,-11-68-158,2 1 0,-1-1 0,1 0-1,0 0 1,0 0 0,1 0 0,0 0 0,0-1-1,11 12 1,-13-15-32,1 0-1,0-1 1,0 0-1,0 1 1,0-1-1,0 0 1,0 0-1,0-1 0,1 1 1,-1-1-1,1 0 1,0 1-1,-1-2 1,1 1-1,0 0 1,-1-1-1,1 1 1,0-1-1,0 0 1,-1-1-1,1 1 1,4-1-1,3-2-127,-1 0-1,1 0 0,-1-1 0,0 0 1,-1 0-1,1-1 0,15-11 0,1-8-3401,-5-4-4629,-11 8-2595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21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4 8,'-20'0'1592,"-14"0"761,-8-3-73,7 6-327,3-3-633,4 3-560,4 0-408,-1 4-248,2-1-280,1 1-624,-6 2-1424,3 1-5290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08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0 24575,'-1'2'0,"0"-1"0,-1 1 0,1-1 0,0 1 0,0 0 0,0-1 0,1 1 0,-1 0 0,0 0 0,1 0 0,-1-1 0,1 1 0,-1 0 0,1 0 0,0 0 0,0 0 0,0 0 0,0 0 0,0 0 0,0 0 0,1 0 0,0 2 0,1 4 0,1 1 0,1-1 0,6 13 0,-2-4 0,64 115 0,-41-81 0,-9-13 0,-4-8 0,-1 1 0,23 57 0,-39-84 0,0 1 0,1-1 0,-1 1 0,-1-1 0,1 1 0,-1 0 0,0-1 0,-1 10 0,1-13 0,0 1 0,-1 0 0,1-1 0,0 1 0,-1 0 0,0-1 0,1 1 0,-1-1 0,0 1 0,0-1 0,0 1 0,0-1 0,0 0 0,0 0 0,-1 1 0,1-1 0,0 0 0,0 0 0,-1 0 0,1 0 0,-1 0 0,1-1 0,-1 1 0,1 0 0,-1-1 0,0 1 0,-1 0 0,-4 0 0,0-1 0,1 1 0,-1-1 0,0 0 0,0-1 0,0 0 0,0 0 0,1 0 0,-1-1 0,-10-3 0,4 0 0,0-1 0,0 0 0,1-1 0,-15-10 0,24 15 0,-1-1 0,1 0 0,0 1 0,0-1 0,0-1 0,0 1 0,0 0 0,1-1 0,0 1 0,-1-1 0,1 0 0,0 0 0,1 0 0,-1 0 0,1 0 0,0 0 0,0 0 0,0 0 0,1 0 0,-1-1 0,1 1 0,0 0 0,0-1 0,0 1 0,1 0 0,0 0 0,2-8 0,4-18-1365,-5 17-5461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08.2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24575,'2'0'0,"2"2"0,-1 4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09.2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72 350 24575,'21'0'0,"-7"-1"0,22 3 0,-32-2 0,0 1 0,0 0 0,-1 0 0,1 0 0,0 0 0,-1 0 0,1 1 0,0 0 0,-1 0 0,4 2 0,-7-3 0,1-1 0,-1 0 0,0 0 0,1 0 0,-1 0 0,0 0 0,0 0 0,1 1 0,-1-1 0,0 0 0,0 0 0,1 0 0,-1 1 0,0-1 0,0 0 0,0 0 0,0 1 0,1-1 0,-1 0 0,0 1 0,0-1 0,0 0 0,0 0 0,0 1 0,0-1 0,0 0 0,0 1 0,-7-1 0,-14-7 0,20 6 0,-70-39 0,62 35 0,1-1 0,0 0 0,0-1 0,1 0 0,-13-15 0,16 17 0,0-1 0,1 0 0,-1 1 0,2-1 0,-1 0 0,0 0 0,1-1 0,0 1 0,1 0 0,0-1 0,0 1 0,0-1 0,0 0 0,1 1 0,0-1 0,1 1 0,1-10 0,0 9 0,0 0 0,0 0 0,1 0 0,0 0 0,0 0 0,0 1 0,1-1 0,0 1 0,1 0 0,-1 0 0,1 0 0,0 1 0,1 0 0,-1 0 0,7-5 0,-2 2 0,1 1 0,0 0 0,0 0 0,0 1 0,16-6 0,-26 12 0,-1 0 0,1 0 0,0-1 0,0 1 0,0 0 0,0 0 0,0 0 0,-1 0 0,1 0 0,0 0 0,0 1 0,0-1 0,0 0 0,-1 0 0,1 1 0,0-1 0,0 0 0,0 1 0,-1-1 0,1 1 0,1 0 0,-1 0 0,1 1 0,-1-1 0,0 1 0,0-1 0,0 1 0,0 0 0,0-1 0,0 1 0,0 3 0,2 2 0,-2 0 0,1 0 0,-1 0 0,1 8 0,-3 65 0,1 6 0,1-83 6,0 1 0,-1-1 0,1 1 0,0-1 0,1 0 0,-1 1 0,1-1 0,-1 0 0,1 0 0,0 0 0,0 0 0,0-1 0,0 1 0,1 0 0,-1-1 0,1 0 0,0 1 0,-1-1 0,7 3 0,-6-3-93,1 0-1,0 0 1,-1-1 0,1 1-1,0-1 1,0 0 0,0 0-1,0 0 1,1 0-1,-1-1 1,0 0 0,0 0-1,0 0 1,1 0 0,-1-1-1,5-1 1,1-1-6739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52.0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0 8,'-8'2'22768,"8"-2"-22665,0 0 0,1 0-59,0 1-1,-1 0 1,1 0-1,0-1 1,0 1-1,-1 0 0,1 0 1,-1 0-1,1 0 1,-1 0-1,1 0 1,-1 0-1,0 0 1,1 0-1,-1 0 1,0 0-1,0 0 0,0 1 1,6 32 14,-3-19 70,14 114 346,-3-16-199,-6-65-185,22 135 340,-30-178-423,8 96 179,-8-99-154,1 18-7,-1-19-4,0-1 0,0 1 1,0-1-1,0 1 1,1-1-1,-1 0 0,0 1 1,0-1-1,0 1 1,0-1-1,1 1 0,-1-1 1,0 0-1,1 1 1,-1-1-1,0 1 0,1-1 1,-1 0-1,0 0 1,1 1-1,-1-1 1,0 0-1,1 1 0,-1-1 1,1 0-1,-1 0 1,1 0-1,-1 0 0,1 1 1,-1-1-1,1 0 1,24-2 21,-1-1 1,0-1-1,0-1 1,24-9-1,-42 13-88,65-22-2033,-41 12-3213,-14 5-36,2-1-6091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0:52.3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400 37 2761,'-51'-16'8064,"40"12"-7098,0 0 0,0 1 0,0 0 0,0 0 0,-1 2 0,1-1 0,-1 1 0,-17 1 0,10 4-690,1 0 0,0 1 0,0 1-1,-30 14 1,7-3-2472,-3-2-4014,20-9-4258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11.9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24575,'1'0'0,"1"1"0,-1-1 0,0 0 0,1 1 0,-1 0 0,0-1 0,0 1 0,1 0 0,-1-1 0,0 1 0,0 0 0,0 0 0,0 0 0,0 0 0,0 0 0,0 0 0,1 2 0,14 22 0,-14-21 0,32 54 0,57 109 0,-85-156 0,0 1 0,-2 0 0,1 0 0,-1 0 0,-1 1 0,0-1 0,1 18 0,-4-29 0,0 1 0,0-1 0,0 0 0,0 0 0,-1 1 0,1-1 0,0 0 0,-1 0 0,1 1 0,0-1 0,-1 0 0,0 0 0,1 0 0,-1 0 0,0 0 0,1 0 0,-1 0 0,0 0 0,0 0 0,0 0 0,0 0 0,0 0 0,-1 0 0,0 0 0,0 0 0,-1 0 0,1 0 0,0-1 0,-1 1 0,1-1 0,0 1 0,-1-1 0,1 0 0,-1 0 0,-3-1 0,-3 0 0,0-1 0,-1 0 0,1 0 0,1-1 0,-13-5 0,14 4 0,-1 1 0,1-1 0,-1 0 0,1-1 0,1 0 0,-1 0 0,1 0 0,-1-1 0,2 0 0,-1 0 0,1-1 0,-1 1 0,-4-10 0,9 15 2,1-1 0,-1 1-1,1 0 1,-1 0 0,1-1 0,0 1-1,-1 0 1,1-1 0,0 1 0,0-1-1,0 1 1,0 0 0,0-1 0,0 1-1,0 0 1,0-1 0,1 1 0,-1 0-1,1-1 1,-1 1 0,1 0-1,-1 0 1,1-1 0,0 1 0,-1 0-1,1 0 1,0 0 0,0 0 0,0 0-1,0 0 1,0 0 0,0 0 0,0 0-1,0 0 1,0 1 0,2-2 0,6-2-87,-1 0 0,1 0 1,-1 1-1,15-3 0,-5 1-921,-8 1-5820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12.2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24575,'3'-3'0,"-2"0"0,-1 2 0,-1 5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12.9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2 433 24575,'4'-6'0,"0"1"0,0 0 0,1 0 0,0 0 0,0 1 0,0 0 0,0 0 0,0 0 0,1 0 0,8-4 0,-10 7 0,0-1 0,0 1 0,-1 0 0,1-1 0,0 2 0,0-1 0,0 0 0,0 1 0,0 0 0,0 0 0,0 0 0,0 0 0,0 1 0,0-1 0,0 1 0,0 0 0,0 1 0,6 1 0,-9-2 0,0-1 0,-1 0 0,1 1 0,0-1 0,0 0 0,0 1 0,0-1 0,0 1 0,-1 0 0,1-1 0,0 1 0,-1 0 0,1-1 0,0 1 0,-1 0 0,1 0 0,-1 0 0,1-1 0,-1 1 0,1 0 0,-1 0 0,0 0 0,1 0 0,-1 0 0,0 0 0,0 0 0,0 0 0,0 0 0,1 0 0,-1 0 0,-1 0 0,1 0 0,0 0 0,0 0 0,0-1 0,0 1 0,-1 0 0,1 0 0,0 0 0,-2 2 0,1-2 0,0 1 0,0-1 0,-1 1 0,1-1 0,0 1 0,-1-1 0,0 0 0,1 0 0,-1 1 0,0-1 0,1 0 0,-1-1 0,0 1 0,0 0 0,0 0 0,0-1 0,0 1 0,0-1 0,-3 1 0,1-2 0,-1 1 0,1 0 0,0-1 0,-1 0 0,1 0 0,0 0 0,-1-1 0,1 1 0,0-1 0,0 0 0,0 0 0,1-1 0,-1 1 0,0-1 0,1 0 0,-1 0 0,1 0 0,0 0 0,-5-7 0,3 3 0,1 1 0,0 0 0,0-1 0,1 0 0,-1 0 0,2 0 0,-1 0 0,1-1 0,0 1 0,-2-15 0,3 5 0,0-1 0,2 1 0,-1-1 0,2 1 0,1 0 0,0 0 0,7-23 0,-7 32 0,0-1 0,1 1 0,0 0 0,0 0 0,1 0 0,0 1 0,0 0 0,0-1 0,1 2 0,1-1 0,-1 1 0,1 0 0,0 0 0,0 1 0,0 0 0,9-4 0,-9 6 0,0 0 0,0 1 0,0 0 0,0 0 0,1 0 0,-1 1 0,1 1 0,-1-1 0,15 2 0,-15-1 0,-1 1 0,1 0 0,-1 0 0,0 1 0,0-1 0,1 1 0,-1 1 0,0-1 0,-1 1 0,1 0 0,9 7 0,-12-7 0,1 1 0,-1-1 0,1 1 0,-1 0 0,0 0 0,-1 0 0,1 0 0,-1 0 0,0 1 0,0-1 0,0 1 0,0 0 0,-1-1 0,0 1 0,0 0 0,0 0 0,-1 0 0,1 0 0,-1 0 0,0 0 0,-1-1 0,0 7 0,-1 1 0,-1 1 0,-1-1 0,0 0 0,0 0 0,-1 0 0,0 0 0,-10 14 0,14-25 0,0 0 0,1 0 0,-1 0 0,0 0 0,1 1 0,-1-1 0,1 0 0,-1 0 0,1 0 0,0 1 0,0-1 0,-1 0 0,1 0 0,0 1 0,0-1 0,0 0 0,0 0 0,1 1 0,-1-1 0,0 0 0,0 0 0,1 0 0,0 2 0,0-1 0,0-1 0,1 1 0,-1-1 0,0 0 0,1 1 0,-1-1 0,1 0 0,-1 0 0,1 0 0,0 0 0,0 0 0,-1-1 0,1 1 0,0 0 0,2 0 0,7 1 0,0 0 0,0-1 0,0 0 0,11-1 0,-9 0 0,0 1 0,18 2 0,12 4-1365,-30-6-5461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04.1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388 16 8,'-18'-10'8942,"15"9"-8481,0 0 0,1 0-1,-1 0 1,0 1 0,0-1 0,0 1 0,0 0-1,-1 0 1,1 0 0,-4 0 0,-35 8 2161,15-3-1174,14-3-1151,0 0-1,0 1 1,0 1-1,0 0 1,1 0-1,-1 1 0,1 1 1,0 0-1,-16 11 1,7-2-99,8-5-35,0 0 0,-14 13-1,24-19-117,-1 0 1,1 0-1,0 0 0,0 0 0,0 1 0,0 0 0,1-1 0,-1 1 0,2 0 1,-4 9-1,2-2 41,0 1 70,0 1 0,1-1-1,-1 22 1,3 0 78,1 0 0,12 67 0,26 38 198,-25-98-356,-2-2-7,25 70 67,-22-74-83,10 24 31,21 80-1,-41-120-94,-1 0-1,0-1 0,-2 1 0,0 1 1,-2-1-1,0 0 0,-1 0 1,-5 29-1,2-31 17,0-1 1,-1 0-1,-7 18 0,8-29-7,1 1-1,-1 0 0,0-1 1,0 0-1,-1 0 0,0 0 1,0-1-1,0 1 0,-11 7 1,1-3-296,-15 11-257,29-19-103,0-1-1,-1 0 1,1 1-1,0-1 1,0 1 0,0-1-1,0 1 1,0 0 0,0 1-1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04.9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66 8,'-4'-5'3497,"1"-1"-1,0 0 1,-2-9-1,4 13-2883,0 0 0,0 0 0,1 0 0,-1 0-1,1 0 1,0 0 0,-1 0 0,1 0 0,0 0 0,0-1 0,0 1-1,1 0 1,0-4 1376,5 14-2057,5 14 76,-2 1-1,12 40 1,-15-44-7,12 53-14,13 97-1,-26-135 13,16 176 64,-21-196-69,-3 25 0,0 3 3,3-41 54,2-3 87,-1 1 0,0-1 1,0 0-1,1 1 0,-1-1 0,0 0 0,0 0 1,-1 0-1,1 0 0,1-2 0,-1 1-31,8-15-113,1 1 0,0 0 0,1 1 0,23-26-1,-30 38-13,0 0-1,0 0 0,0 1 1,0-1-1,0 1 0,1 0 1,-1 0-1,1 0 0,0 1 1,6-3-1,-8 5-5,0-1 0,0 0 0,0 1 0,0-1 1,0 1-1,0 0 0,1 0 0,-1 0 0,0 1 0,0-1 0,0 1 1,0-1-1,0 1 0,0 0 0,0 0 0,0 1 0,0-1 1,4 3-1,5 4 0,-1 1 1,0-1-1,-1 2 1,0-1 0,0 2-1,8 11 1,2 6-251,21 38 0,-39-60-3268,-18-15-7881,12 6 9012,-10-6-4322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05.3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75 3017,'0'-4'1617,"-1"1"1,0-1 0,0 1-1,0-1 1,-2-5 0,-5-14 3084,5 8-2268,2 15-2328,1-1-1,0 1 1,0-1 0,0 1 0,-1-1-1,1 1 1,0-1 0,0 1 0,-1-1 0,1 1-1,0 0 1,-1-1 0,1 1 0,-1-1-1,1 1 1,0 0 0,-1-1 0,1 1-1,-1 0 1,1 0 0,-1-1 0,0 1 334,0 12-130,-13 188 206,13-146-363,11 92-1,-5-114-117,1 0-1,2 0 1,1-1-1,1 0 0,2 0 1,20 35-1,-24-52-21,1-1 0,12 13 0,-5-6-20,-13-16 28,0-1-1,1 1 0,0-1 0,0 1 0,6 3 0,-8-6-316,-1 0 1,1 1-1,0-1 1,0 0-1,0-1 0,0 1 1,0 0-1,0 0 1,0-1-1,1 0 1,-1 1-1,0-1 1,0 0-1,4 0 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05.8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13 118 3433,'1'-8'2545,"-1"0"1,1 0-1,-2-9 1,0 5-745,0 1 0,-1-1 0,-4-13 0,2 10 29,5 13-805,4 9-842,5 11-173,-2 1-1,0 0 1,-1 0 0,-1 1 0,-1-1-1,-1 1 1,0 1 0,0 22-1,-1 23 25,-8 77 0,1-56 2,2-53 0,2 0 1,2 0 0,6 39 0,-7-66-9,1-1 1,-1 1-1,1-1 1,0 0-1,1 1 1,0-1-1,0 0 1,0-1 0,1 1-1,0-1 1,5 7-1,-6-9-17,1 1 0,0-1 0,0 0 0,0 0 0,1-1 0,-1 1 0,1-1 0,-1 0 0,1 0 0,0 0 0,0-1 0,0 0 0,-1 0 0,1 0 0,8 0 0,-6 0-284,57 1-549,-32-6-3256,-2-5-6307,-17 1 1238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06.0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319 10 2737,'-12'-1'2296,"-60"-5"6539,47 4-7042,0 2 0,-34 3 0,52-1-1801,0 0 0,-1 1 1,1-1-1,0 1 0,0 1 0,0-1 0,1 1 1,-8 6-1,-20 10-3028,12-10-4483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06.3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42 8,'11'-11'3486,"-10"9"-3018,1-1 0,0 1 1,1-1-1,-1 1 0,0 0 1,1 0-1,-1 0 0,1 1 1,0-1-1,-1 0 0,1 1 1,0 0-1,0 0 0,0 0 1,0 0-1,0 0 0,0 0 1,5 0-1,-1 2-304,1-1 0,-1 1 0,0 0 0,0 1 0,0 0-1,0 0 1,0 0 0,0 1 0,-1 0 0,1 0 0,10 8 0,0 0-18,-1 2 1,30 28-1,-25-18-74,-1 0 0,-1 2 0,-1 1 0,-1 0 0,-1 1 0,-1 1 0,19 52 0,-24-51 17,-1 1-1,-1 1 1,-2 0 0,-1-1-1,-2 2 1,0-1 0,-3 43-1,-2-61-43,0 0 0,-1-1 0,0 1 0,-1-1-1,0 0 1,-1 0 0,0 0 0,-7 11-1,-3 1 16,0-1 0,-32 36 0,33-44-362,-22 19 0,-1-5-5877,19-15-3368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07.7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0 275 8,'9'-8'3387,"0"0"0,14-10-1,-7 8-2002,1 1 0,20-9 0,-10 8-705,-10 3-102,-1 0-1,21-13 1,-32 17-397,-1 0 1,0 0-1,0 0 1,0 0 0,0-1-1,-1 0 1,1 0-1,-1 0 1,0 0-1,0 0 1,-1-1 0,5-8-1,-6 11-100,0-1 1,-1 1-1,1-1 0,0 1 1,-1-1-1,0 1 0,1-1 1,-1 1-1,0-1 1,0 0-1,-1 1 0,1-1 1,0 1-1,-1-1 0,0 1 1,1-1-1,-1 1 0,-3-5 1,2 4-30,0-1 0,0 1 0,-1 0 1,0 1-1,1-1 0,-1 0 0,0 1 1,0-1-1,-1 1 0,1 0 0,-6-3 1,3 3-29,0-1 0,0 1 0,0 0 0,0 0 0,-1 1 0,1 0 0,0 0 0,-1 0 1,1 1-1,-1 0 0,1 0 0,0 1 0,-1 0 0,1 0 0,-8 2 0,9-1-1,0 0-1,1 1 0,-1 0 0,1 0 1,0 0-1,0 0 0,0 0 1,0 1-1,0 0 0,1 0 0,-1 0 1,1 0-1,0 0 0,1 1 0,-1-1 1,1 1-1,0 0 0,0 0 1,0 0-1,1 0 0,-1 0 0,1 0 1,0 0-1,0 6 0,1-1 34,0 0 0,0 0 0,1 1 0,0-1 0,0 0 0,1-1 0,1 1 0,0 0 0,0 0 0,1-1 1,8 15-1,1-2 32,0-1 0,26 30 0,-29-41-44,0 0 0,0 0 0,1-1-1,0 0 1,0-1 0,14 7 0,-10-7 13,1 0 0,0-2-1,29 9 1,-37-13-119,0 0-1,-1-1 0,1 0 1,0 0-1,0-1 1,0 0-1,0-1 1,0 0-1,0 0 0,9-2 1,0-6-2510,-17 8 1986,1 1 0,0-1 0,-1 0 0,1 0 0,0 1 0,-1-1 0,1 0-1,-1 0 1,1 0 0,-1 0 0,0 0 0,1 0 0,-1 0 0,0 0 0,0 0 0,0-1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08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45 8,'-1'-15'3883,"0"13"-3216,1 0 1,0 0 0,-1 0 0,1 0-1,0 0 1,1 0 0,-1-1 0,0 1-1,0 0 1,2-3 0,-2 4-598,1 1 0,-1 0-1,0-1 1,1 1 0,-1 0 0,0 0 0,1-1 0,-1 1 0,1 0 0,-1 0 0,0 0 0,1 0 0,-1-1-1,1 1 1,-1 0 0,1 0 0,-1 0 0,0 0 0,1 0 0,-1 0 0,1 0 0,-1 0 0,1 0 0,-1 0-1,0 1 1,1-1 0,-1 0 0,1 0 0,0 1 0,11 5 1,-10-4-53,0 1 0,0-1-1,0 1 1,-1-1 0,1 1-1,-1 0 1,1 0 0,-1-1-1,0 1 1,0 0 0,0 5-1,3 35 500,-3-20-71,0 7 835,-5 54-1,0-36-389,-2 20 11,-2 30 88,8-64-542,7 54 0,-6-79-391,1 1 0,0 0 0,1-1 0,0 1 0,0-1 0,1 0 0,1 0 0,-1 0 0,1-1 0,7 10 0,-8-15-8,-1 1 0,1-1 1,0 0-1,0 0 0,1 0 1,-1 0-1,1-1 0,-1 1 0,1-1 1,0-1-1,0 1 0,0-1 0,0 1 1,0-1-1,0-1 0,0 1 1,0-1-1,6 0 0,-3 0-442,0-1 0,0 0 1,0 0-1,13-4 0,-15 3-999,0 0 0,0-1 0,-1 1 0,1-1 0,-1 0 0,6-5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1:09.0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310 10 608,'-9'-3'3417,"-6"1"-240,-3-1-233,1 1-591,-2 2-737,1 0-568,3 0-408,-1 4-256,0-1-175,2 0-73,-1 2-64,-1 1-64,-3-1-96,1 5-161,-2-1-295,-1-1-592,0 4-1785,-2-3-7665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14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1 24575,'8'36'0,"2"-1"0,2 0 0,29 62 0,-32-81 0,1 0 0,19 22 0,-17-23 0,-1 1 0,12 21 0,-20-32 0,-1 0 0,-1 0 0,1 0 0,-1 0 0,0 0 0,1 10 0,-2-14 0,0 0 0,0 0 0,0 1 0,0-1 0,0 0 0,0 0 0,-1 0 0,1 0 0,0 0 0,-1 0 0,1 0 0,-1 0 0,1 0 0,-1 0 0,1 0 0,-2 1 0,2-1 0,-1-1 0,0 1 0,0-1 0,0 0 0,1 1 0,-1-1 0,0 0 0,0 0 0,0 0 0,0 1 0,1-1 0,-1 0 0,0 0 0,0 0 0,0 0 0,0-1 0,0 1 0,0 0 0,1 0 0,-1 0 0,0-1 0,0 1 0,0 0 0,-1-1 0,-17-9 0,1 0 0,0-1 0,0-1 0,-16-14 0,6 5 0,24 17 0,-28-21 0,31 23 0,-1 1 0,1-1 0,-1 0 0,1 0 0,-1 1 0,1-1 0,0 0 0,0 0 0,0 0 0,0 0 0,0 0 0,1-1 0,-1 1 0,0-4 0,1 5 0,0 0 0,1 0 0,-1 0 0,0 0 0,0 0 0,1 1 0,-1-1 0,1 0 0,-1 0 0,1 0 0,-1 0 0,1 1 0,-1-1 0,1 0 0,0 1 0,-1-1 0,1 0 0,0 1 0,0-1 0,-1 1 0,1-1 0,0 1 0,0 0 0,0-1 0,0 1 0,0 0 0,-1-1 0,1 1 0,0 0 0,0 0 0,0 0 0,1 0 0,6-1 0,0 0 0,14 2 0,-16-1 0,99 2-1365,-91-2-5461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14.8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5 24575,'-5'-5'0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15.7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20 323 24575,'10'0'0,"0"1"0,0 0 0,0 0 0,0 0 0,0 1 0,0 1 0,-1 0 0,12 5 0,-15-6 0,1 0 0,0 0 0,1 0 0,7 0 0,-33-5 0,1-1 0,-19-6 0,27 7 0,1 0 0,0-1 0,0 0 0,0 0 0,1 0 0,0-1 0,-8-7 0,12 9 0,1 0 0,0 0 0,0 0 0,0-1 0,0 1 0,1-1 0,-1 1 0,1-1 0,0 1 0,0-1 0,0 0 0,1 0 0,-1 0 0,1 1 0,0-1 0,0-5 0,1 1 0,-1 1 0,1 0 0,0-1 0,1 1 0,0 0 0,0-1 0,5-9 0,2 0 0,2 1 0,0 0 0,1 0 0,0 1 0,1 1 0,1 0 0,21-17 0,-31 28 0,0 0 0,0 1 0,0-1 0,0 1 0,0 0 0,1 0 0,-1 0 0,8-1 0,-11 2 0,0 1 0,0 0 0,1 0 0,-1 0 0,0 0 0,0 0 0,0 0 0,0 0 0,1 0 0,-1 0 0,0 0 0,0 1 0,0-1 0,0 1 0,0-1 0,0 1 0,0-1 0,0 1 0,0-1 0,0 1 0,0 0 0,0 0 0,0-1 0,0 1 0,-1 0 0,1 0 0,0 0 0,0 0 0,-1 0 0,1 0 0,-1 0 0,1 0 0,-1 0 0,1 0 0,-1 0 0,0 0 0,0 1 0,1-1 0,-1 1 0,1 6 0,0 0 0,-1 0 0,1 0 0,-1 0 0,-1 0 0,-2 10 0,-13 46 0,8-37 0,7-25 0,1 1 0,-1 0 0,1-1 0,-1 1 0,1 0 0,0-1 0,0 1 0,0 0 0,0-1 0,1 1 0,-1 0 0,1-1 0,-1 1 0,1 0 0,0-1 0,0 1 0,0-1 0,1 0 0,-1 1 0,0-1 0,3 3 0,0-1 0,-1-1 0,1 0 0,0 0 0,-1 0 0,1-1 0,0 1 0,1-1 0,-1 0 0,0 0 0,1-1 0,8 3 0,13 2-341,1 0 0,0-2-1,42 1 1,-55-5-6485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22.2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0 24575,'-1'10'0,"-4"13"0,2-14 0,0 11 0,0 0 0,1 0 0,1 0 0,1 0 0,4 37 0,26 98 0,-29-148 0,46 157 0,1 3 0,-41-124 0,-14-78-1365,4 21-5461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22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1 103 24575,'7'-3'0,"19"-8"0,1 1 0,0 1 0,1 1 0,54-8 0,-68 15 0,1 0 0,0-1 0,0 0 0,0 0 0,22-8 0,-37 10 3,1 0 0,-1-1 0,0 1-1,1 0 1,-1 0 0,0 0 0,1 0-1,-1-1 1,0 1 0,1 0 0,-1 0 0,0 0-1,1-1 1,-1 1 0,0 0 0,0-1-1,1 1 1,-1 0 0,0-1 0,0 1-1,0 0 1,0-1 0,1 1 0,-1 0 0,0-1-1,0 1 1,0 0 0,0-1 0,0 1-1,0-1 1,-6-9-1454,-1 1-5375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23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10 24575,'-6'-10'0,"7"12"0,7 20 0,-3-9 0,4 16 0,-1 1 0,6 48 0,-2 63 0,-2-18 0,-4-66 0,10 67 0,-14-109-60,-1-10-157,0 0-1,0 0 1,0 0-1,0 0 1,4 7-1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23.9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34 24575,'12'-29'0,"-9"25"0,-7 19 0,-12 23 0,5-12 0,-12 46 0,14-24 0,3-1 0,1 1 0,3 0 0,5 69 0,-1-93 0,1 0 0,1-1 0,1 1 0,1-1 0,1 0 0,2-1 0,0 0 0,15 28 0,-5-19 0,0-1 0,2-1 0,1-1 0,48 48 0,-62-69-151,-1 0-1,1-1 0,0 0 0,0 0 1,1-1-1,0 0 0,0-1 1,15 6-1,-11-6-6674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24.9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11 24575,'0'0'0,"-1"-1"0,1 1 0,0-1 0,0 0 0,0 1 0,-1-1 0,1 1 0,0-1 0,0 1 0,-1 0 0,1-1 0,0 1 0,-1-1 0,1 1 0,-1-1 0,1 1 0,0 0 0,-1-1 0,1 1 0,-1 0 0,1 0 0,-1-1 0,1 1 0,-1 0 0,1 0 0,-1 0 0,0-1 0,1 1 0,-1 0 0,1 0 0,-1 0 0,1 0 0,-1 0 0,-1 0 0,-19 3 0,-194 34-1365,202-36-5461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25.6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1 24575,'-2'0'0,"1"0"0,-1 0 0,0 0 0,1 0 0,-1 1 0,1-1 0,-1 0 0,0 1 0,1 0 0,-1-1 0,1 1 0,-1 0 0,1 0 0,0-1 0,-1 1 0,1 0 0,0 1 0,-2 0 0,1 1 0,1-1 0,-1 0 0,1 0 0,0 1 0,0-1 0,0 1 0,0-1 0,0 1 0,0-1 0,0 5 0,0 3 0,1-1 0,0 1 0,0-1 0,1 1 0,2 12 0,8 25 0,1 0 0,3-1 0,26 57 0,73 126 0,-111-223 0,15 31 0,-17-35 0,0 0 0,0 1 0,-1-1 0,1 0 0,-1 1 0,0-1 0,1 1 0,-1-1 0,0 0 0,0 1 0,0-1 0,-1 1 0,0 3 0,0-5 0,1 1 0,-1-1 0,0 0 0,0 0 0,0 0 0,0 0 0,1 0 0,-1 0 0,0-1 0,-1 1 0,1 0 0,0 0 0,0-1 0,0 1 0,0 0 0,-1-1 0,1 0 0,0 1 0,0-1 0,-1 0 0,1 1 0,0-1 0,-1 0 0,1 0 0,0 0 0,-1 0 0,1 0 0,0 0 0,0-1 0,-1 1 0,0-1 0,-6 0 0,0-1 0,0-1 0,-12-5 0,11 4 0,0-1 0,0-1 0,0 1 0,1-2 0,0 1 0,0-1 0,0 0 0,1-1 0,0 1 0,-10-16 0,14 18 0,-1 0 0,1 0 0,0 0 0,1-1 0,-1 1 0,1-1 0,0 0 0,1 0 0,-1 0 0,1 0 0,0 0 0,1 0 0,-1 0 0,1 0 0,1 0 0,-1 0 0,1 0 0,0 0 0,2-9 0,-1 13 0,-1-1 0,0 1 0,1-1 0,0 1 0,0 0 0,-1 0 0,1-1 0,0 1 0,1 1 0,-1-1 0,0 0 0,0 1 0,1-1 0,-1 1 0,1-1 0,0 1 0,-1 0 0,1 0 0,0 1 0,3-2 0,6 0 0,1-1 0,0 2 0,12-1 0,51 2-1365,-62 1-5461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25.8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13 24575,'0'-5'0,"-2"1"0,-4 1 0,-1 4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26.8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0 434 24575,'19'0'0,"13"-1"0,0 2 0,48 8 0,-71-7 0,-1-1 0,1 1 0,-1-1 0,1-1 0,-1 0 0,1 0 0,-1 0 0,10-3 0,-18 3 0,0 1 0,0-1 0,0 0 0,1 0 0,-1 0 0,0 0 0,0-1 0,0 1 0,1 0 0,-1 0 0,0 0 0,0 0 0,0 0 0,1 0 0,-1 0 0,0 0 0,0 0 0,0 0 0,0 0 0,1-1 0,-1 1 0,0 0 0,0 0 0,0 0 0,0 0 0,0-1 0,0 1 0,1 0 0,-1 0 0,0 0 0,0 0 0,0-1 0,0 1 0,0 0 0,0 0 0,0 0 0,0-1 0,0 1 0,0 0 0,0 0 0,0 0 0,0-1 0,0 1 0,0 0 0,0 0 0,0 0 0,0-1 0,0 1 0,0 0 0,-10-8 0,1 1 0,2-2 0,1 0 0,-5-11 0,7 11 0,-1 1 0,0 0 0,-11-13 0,-11-6 0,19 19 0,0 1 0,1-1 0,0 0 0,0-1 0,0 0 0,1 0 0,1 0 0,-1-1 0,-5-14 0,9 15 0,-1 1 0,1-1 0,1 1 0,0-1 0,0 0 0,0 0 0,1 1 0,2-12 0,-2 14 0,1 1 0,1 0 0,-1 0 0,0 0 0,1 1 0,0-1 0,0 0 0,1 1 0,-1-1 0,1 1 0,0 0 0,0 0 0,1 0 0,-1 0 0,5-4 0,0 3 0,0-1 0,0 1 0,0 1 0,1-1 0,-1 1 0,1 1 0,0 0 0,0 0 0,1 1 0,-1 0 0,0 0 0,18 0 0,-6 2 0,1 1 0,-1 0 0,0 2 0,35 8 0,-40-7 0,1 1 0,-1 1 0,0 0 0,0 1 0,-1 1 0,0 0 0,23 17 0,-36-23 0,1 0 0,-1 0 0,1 1 0,-1-1 0,0 1 0,0-1 0,0 1 0,0 0 0,-1 0 0,1 0 0,-1 0 0,0 0 0,1 0 0,-1 0 0,-1 0 0,1 0 0,0 1 0,-1-1 0,0 0 0,0 1 0,0-1 0,0 0 0,0 1 0,-1-1 0,0 4 0,-1 0 0,-1 0 0,1-1 0,-1 1 0,0-1 0,-1 1 0,0-1 0,0 0 0,0 0 0,-1-1 0,-7 8 0,-7 6 0,9-11 0,0 2 0,1-1 0,1 1 0,-12 16 0,19-25 0,1 0 0,-1 0 0,1 0 0,0 0 0,-1-1 0,1 1 0,0 0 0,-1 0 0,1 0 0,0 0 0,0 0 0,0 0 0,0 0 0,0 0 0,0 0 0,0 0 0,0-1 0,0 1 0,0 0 0,1 0 0,-1 0 0,0 0 0,1 1 0,0 0 0,0-1 0,0 0 0,0 0 0,1 1 0,-1-1 0,0 0 0,0 0 0,1 0 0,-1 0 0,1-1 0,-1 1 0,3 1 0,3 0 0,1 1 0,0-1 0,-1-1 0,12 2 0,23 0 0,51-3 0,-41-1 0,-40 0-383,1 0 0,22-6 0,-33 7 167,11-3-6610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27.2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24575,'19'-2'0,"1"2"0,-1 0 0,0 1 0,0 1 0,1 1 0,-1 0 0,-1 2 0,25 8 0,-22-4 0,1 1 0,-2 0 0,0 2 0,0 0 0,-1 1 0,28 25 0,-14-7 0,-1 1 0,-1 1 0,-2 2 0,44 66 0,-60-79 0,-1 0 0,-1 1 0,0 0 0,-2 0 0,-1 1 0,-1 1 0,-1-1 0,-1 1 0,-1 0 0,1 27 0,-5-40 0,-1 0 0,0 1 0,0-1 0,-1 1 0,-1-1 0,0 0 0,-1 0 0,0-1 0,-1 1 0,0-1 0,-11 18 0,7-16 0,-1 0 0,0-1 0,-1 0 0,0 0 0,-1-1 0,0-1 0,-1 0 0,-21 13 0,-89 46-1365,103-57-5461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07.1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8 24575,'0'0'0,"1"-1"0,-1 1 0,0-1 0,0 1 0,0-1 0,1 1 0,-1-1 0,0 1 0,1 0 0,-1-1 0,0 1 0,1-1 0,-1 1 0,1 0 0,-1-1 0,0 1 0,1 0 0,0-1 0,0 1 0,-1 0 0,0 0 0,0 1 0,0-1 0,1 0 0,-1 0 0,0 0 0,0 0 0,1 0 0,-1 1 0,0-1 0,0 0 0,0 0 0,0 0 0,1 0 0,-1 1 0,0-1 0,0 0 0,0 0 0,0 1 0,0-1 0,0 0 0,0 0 0,1 1 0,-1-1 0,2 23 0,-16 107 0,0-13 0,13-80 0,1 1 0,2-1 0,1 1 0,12 49 0,8 16-1365,-22-90-5461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57.3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 24575,'0'-5'0,"0"12"0,2 39 0,7-5 0,1-1 0,28 67 0,-34-95 0,40 84 0,-1 0 0,-38-84 0,-1-1 0,-1 1 0,0-1 0,-1 1 0,2 21 0,-4-32-4,0-1 0,0 1 0,0 0 0,0 0 0,0 0-1,0 0 1,0 0 0,-1 0 0,1 0 0,0 0 0,0-1 0,-1 1-1,1 0 1,-1 0 0,1 0 0,-1 0 0,1-1 0,-1 1 0,1 0-1,-1-1 1,-1 2 0,1-1 14,1-1-1,-1 0 1,0 0 0,0 0-1,0 0 1,0 0 0,1 0-1,-1 0 1,0 0 0,0 0-1,0 0 1,1 0 0,-1 0-1,0-1 1,0 1 0,0 0-1,1 0 1,-1-1-1,-1 0 1,-4-3-208,0 0 0,-1 0 0,2-1-1,-7-5 1,9 7-278,-5-5-6350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57.6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1 234 24575,'97'-31'0,"49"-21"0,-136 48 0,1-1 0,-2 0 0,1-1 0,-1 0 0,17-14 0,-24 18 0,0 0 0,0 0 0,-1 0 0,1 0 0,0 0 0,-1 0 0,1 0 0,-1-1 0,0 1 0,0 0 0,0-1 0,0 1 0,0-1 0,0 1 0,-1-1 0,1 0 0,-1 1 0,0-1 0,0 0 0,0 1 0,0-1 0,0 0 0,0 1 0,-1-1 0,1 1 0,-1-1 0,0 0 0,0 1 0,0 0 0,-1-4 0,-7-8-1365,-1 1-5461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58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24575,'22'35'0,"41"73"0,-52-87 0,-1 0 0,-2 1 0,0 0 0,-1 0 0,-1 1 0,-2 0 0,0 0 0,-1 0 0,0 34 0,-4-43-1365,1-1-5461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2:58.7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18 24575,'-1'-2'0,"-4"-11"0,1 11 0,0 8 0,-36 138 0,36-118 0,1 0 0,2 1 0,2 42 0,1-13 0,-3-24 0,2-1 0,1 1 0,2 0 0,15 61 0,-12-69 0,2 1 0,17 34 0,-19-47 0,0 0 0,1-1 0,0 1 0,1-1 0,0-1 0,14 12 0,-19-17-124,1-1 0,0 0 0,0 0 0,1 0 0,-1-1 0,1 0-1,-1 0 1,1 0 0,0 0 0,10 1 0,-4-1-6702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01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17 24575,'-8'-7'0,"-3"-2"0,7 9 0,3 6 0,2 4 0,1-1 0,1 0 0,0 1 0,0-1 0,0 0 0,7 10 0,-7-11 0,106 202 0,-109-210 0,22 42 0,-21-39 0,1 0 0,-1 0 0,0 0 0,0 1 0,0-1 0,-1 1 0,1-1 0,-1 0 0,0 1 0,0 6 0,0-9 0,-1 0 0,1 0 0,-1 1 0,0-1 0,1 0 0,-1 0 0,0 0 0,0 0 0,0 0 0,0-1 0,0 1 0,0 0 0,0 0 0,0 0 0,0-1 0,0 1 0,0-1 0,0 1 0,0-1 0,-1 1 0,1-1 0,0 0 0,0 1 0,-1-1 0,1 0 0,-3 0 0,-3 1 0,0-1 0,-1 0 0,-8-2 0,4 1 0,0-2 0,0 1 0,1-2 0,-1 0 0,1 0 0,0-1 0,0 0 0,0-1 0,1 0 0,0-1 0,0 0 0,1 0 0,0-1 0,-15-16 0,22 21 12,-1-1 0,1 0 0,0 0 0,0 0 0,0 0 0,0 0 0,1 0 0,0 0 0,-1-5 0,1 7-95,1-1 1,0 1-1,-1-1 1,1 1-1,1-1 1,-1 1-1,0 0 1,0-1-1,1 1 1,-1-1-1,1 1 1,0 0-1,0-1 1,0 1-1,0 0 1,0 0-1,2-3 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01.8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27 24575,'-5'-8'0,"-4"-2"0,-1 3 0,2 6 0,2 4 0,-1 3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03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1 446 24575,'6'-1'0,"13"0"0,1-1 0,-1-1 0,0-1 0,0 0 0,30-12 0,-49 16 0,1-1 0,0 1 0,0 0 0,0-1 0,0 1 0,0-1 0,-1 1 0,1-1 0,0 0 0,0 1 0,-1-1 0,1 0 0,0 1 0,-1-1 0,1 0 0,-1 0 0,1 1 0,-1-1 0,1 0 0,0-1 0,-1 1 0,-1 0 0,1 1 0,0-1 0,0 0 0,0 1 0,0-1 0,-1 1 0,1-1 0,0 0 0,-1 1 0,1-1 0,0 1 0,-1-1 0,1 1 0,-1-1 0,1 1 0,-1-1 0,1 1 0,-1 0 0,1-1 0,-2 0 0,-3-2 0,-1 1 0,1-1 0,-1 1 0,-9-3 0,6 3 0,1 0 0,-1-1 0,1-1 0,0 1 0,-9-7 0,14 9 0,1-1 0,-1 0 0,1 0 0,0 0 0,0 0 0,0 0 0,0 0 0,0-1 0,0 1 0,1-1 0,-1 1 0,1-1 0,0 0 0,-1 1 0,1-1 0,1 0 0,-1 0 0,0 0 0,0-3 0,0-7 0,0 0 0,1-1 0,1 1 0,0 0 0,0 0 0,1 0 0,1 0 0,8-23 0,-7 26 0,0 1 0,1-1 0,0 1 0,0 1 0,1-1 0,0 1 0,1 0 0,0 0 0,0 1 0,1 0 0,15-12 0,-17 15 0,6-4 0,0 0 0,17-8 0,-26 15 0,0-1 0,0 1 0,0 0 0,0 0 0,1 0 0,-1 1 0,0-1 0,0 1 0,0 0 0,1 0 0,-1 0 0,0 0 0,0 0 0,1 1 0,-1-1 0,4 2 0,-6-1 0,0 0 0,1-1 0,-1 1 0,0 0 0,0 0 0,1 0 0,-1 1 0,0-1 0,0 0 0,0 0 0,0 1 0,-1-1 0,1 0 0,0 1 0,0-1 0,-1 1 0,1-1 0,-1 1 0,1-1 0,-1 1 0,0-1 0,0 4 0,1 4 0,-1 1 0,-1 15 0,0-12 0,-1 12 0,-1 0 0,-1-1 0,-13 41 0,17-63 0,-1 0 0,0 0 0,1 1 0,-1-1 0,1 0 0,0 1 0,0-1 0,0 0 0,0 1 0,0-1 0,0 1 0,1-1 0,-1 0 0,1 0 0,0 1 0,-1-1 0,1 0 0,0 0 0,3 4 0,-3-4 0,1 0 0,0-1 0,0 1 0,0 0 0,1-1 0,-1 0 0,0 1 0,1-1 0,-1 0 0,1 0 0,-1 0 0,1-1 0,-1 1 0,1-1 0,-1 1 0,1-1 0,4 0 0,4 0 26,1 0 0,-1-1 0,1-1 1,13-3-1,25-3-1522,-38 7-5330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05.9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24575,'70'84'0,"80"127"0,-142-196 0,0 0 0,0 0 0,-2 1 0,8 23 0,-12-31 0,0 1 0,0-1 0,-1 0 0,0 1 0,-1 0 0,0-1 0,0 1 0,-1-1 0,0 1 0,-3 13 0,2-17 9,0-1 1,0 0-1,0 0 0,0 1 0,0-2 1,-1 1-1,0 0 0,0 0 0,0-1 0,0 0 1,-1 1-1,-5 3 0,1-2-257,1 0 1,-1-1-1,1 0 1,-1 0-1,-15 4 1,9-4-6579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06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1 24575,'-4'22'0,"1"1"0,1 1 0,2-1 0,2 34 0,3-8 0,14 49 0,-13-71 0,0 1 0,0 1 0,1 31 0,-7-54-52,0 0-1,0 0 1,0 0-1,-1 0 1,0 0-1,0 0 1,-1 0-1,0 0 1,0 0-1,0 0 1,-1-1-1,0 1 1,0-1-1,0 0 1,0 0-1,-1 0 1,0 0-1,0-1 1,0 1-1,-1-1 1,0 0-1,1 0 0,-1-1 1,-1 0-1,-9 5 1,1 0-6774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07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 24575,'11'-2'0,"0"0"0,-1 1 0,2 1 0,-1 0 0,0 0 0,0 1 0,-1 0 0,1 1 0,0 0 0,0 1 0,-1 0 0,1 1 0,-1 0 0,19 11 0,-27-14 0,-1 0 0,1-1 0,-1 1 0,0 0 0,1 0 0,-1 1 0,0-1 0,0 0 0,0 0 0,0 0 0,0 1 0,0-1 0,0 1 0,0-1 0,0 1 0,-1-1 0,1 1 0,-1-1 0,1 1 0,0 2 0,-1-1 0,0 0 0,0-1 0,-1 1 0,1-1 0,-1 1 0,1-1 0,-1 1 0,0-1 0,0 0 0,0 1 0,0-1 0,-2 3 0,-3 4 0,0-1 0,-1 0 0,0-1 0,0 0 0,-14 11 0,17-15 0,-23 21 0,26-23 0,-1 0 0,1 1 0,0-1 0,0 0 0,0 0 0,0 1 0,0-1 0,0 1 0,1-1 0,-1 1 0,0-1 0,1 1 0,-1 0 0,1-1 0,0 1 0,-1 0 0,1 2 0,0-4 0,1 1 0,-1 0 0,1 0 0,-1 0 0,0 0 0,1-1 0,-1 1 0,1 0 0,0-1 0,-1 1 0,1 0 0,-1-1 0,1 1 0,0 0 0,0-1 0,-1 1 0,1-1 0,0 0 0,0 1 0,0-1 0,0 0 0,-1 1 0,1-1 0,0 0 0,0 0 0,2 1 0,26 0 0,-24-1 0,159-2-1365,-151 2-5461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08.5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280 16 24575,'-18'-2'0,"-8"-2"0,-2 1 0,1 1 0,3 0 0,2 1 0,4 0 0,1 1 0,1 2 0,2 2 0,-1-1 0,1 0 0,0-1 0,0-1 0,2-3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08.7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256 27 24575,'-31'-7'0,"-11"-3"0,-2 3 0,6 5 0,8 3 0,6 4 0,5 1 0,3 1 0,4 1-8191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09.8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27 24575,'-1'-5'0,"1"2"0,-1 1 0,0-1 0,0 1 0,1-1 0,-1 1 0,-3-4 0,8 35 0,1-4 0,15 72 0,49 146 0,9-46 0,-64-156-1365,-10-33-5461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0.1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22 24575,'30'-3'0,"13"0"0,3 0 0,-2 0 0,-5 1 0,-6 1 0,-6 1 0,-6 0 0,-5-3 0,-4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0.3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24575,'32'67'0,"35"108"0,-14-42 0,-24-62 0,-23-57-1365,-3-2-5461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0.9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1 24575,'-4'0'0,"-1"1"0,1-1 0,-1 1 0,1 0 0,-1 0 0,1 0 0,0 1 0,-1 0 0,1 0 0,0 0 0,0 0 0,1 0 0,-1 1 0,0 0 0,1 0 0,-1 0 0,1 0 0,0 0 0,0 1 0,1-1 0,-1 1 0,1 0 0,-4 7 0,-3 7 0,2 0 0,0 1 0,1 0 0,-4 20 0,10-37 0,-6 23 0,1 1 0,1 0 0,2-1 0,0 1 0,2 0 0,3 26 0,-1-34 0,1-1 0,1 0 0,0-1 0,1 1 0,1-1 0,0 0 0,1 0 0,1 0 0,19 27 0,-19-33-151,0 0-1,1-1 0,0 1 0,1-2 1,0 1-1,0-1 0,1-1 1,18 10-1,-16-10-6674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1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1 24575,'-2'2'0,"0"0"0,0 1 0,1-1 0,-1 1 0,1 0 0,-1-1 0,1 1 0,0 0 0,0 0 0,0 0 0,0 0 0,1 0 0,-1 0 0,1 0 0,0 0 0,0 0 0,0 0 0,0 0 0,0 0 0,1 0 0,-1 0 0,1 0 0,1 3 0,3 8 0,0 0 0,1-1 0,11 20 0,-10-21 0,65 100 0,-10-17 0,-59-89 0,16 30 0,-18-34 0,0 1 0,0 0 0,0-1 0,0 1 0,0 0 0,-1 0 0,0-1 0,1 1 0,-1 0 0,0 0 0,0 3 0,-1-6 0,1 1 0,0 0 0,0 0 0,-1 0 0,1 0 0,0-1 0,-1 1 0,1 0 0,0 0 0,-1-1 0,1 1 0,-1 0 0,0-1 0,1 1 0,-1-1 0,1 1 0,-1 0 0,0-1 0,1 1 0,-1-1 0,0 0 0,-1 1 0,0 0 0,0-1 0,0 1 0,0-1 0,1 0 0,-1 0 0,0 0 0,0 0 0,0 0 0,-4-1 0,0 0 0,0-1 0,0 0 0,0 0 0,0-1 0,-6-4 0,2 1-170,0 0-1,1-1 0,0 0 1,0-1-1,1 0 0,0 0 1,-11-15-1,11 11-6655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1.6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20 24575,'-8'-8'0,"-2"1"0,1 3 0,1 5 0,3 5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2.4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1 488 24575,'92'-40'0,"-77"34"0,0 2 0,0 0 0,0 1 0,22-2 0,-48 6 0,0-1 0,0 0 0,0-1 0,0-1 0,-15-3 0,21 4 0,-1-1 0,1 0 0,0 0 0,0 0 0,-1-1 0,2 0 0,-1 0 0,0 0 0,1-1 0,-1 1 0,1-1 0,0 0 0,0 0 0,-3-5 0,3 3 0,0 0 0,0 0 0,1 0 0,0 0 0,0-1 0,1 1 0,0-1 0,0 0 0,0 1 0,1-1 0,0 0 0,0 0 0,1 0 0,0 0 0,0 0 0,1 0 0,-1 0 0,1 0 0,1 0 0,0 1 0,0-1 0,0 0 0,1 1 0,-1-1 0,2 1 0,-1 0 0,7-9 0,9-10 0,30-30 0,-27 32 0,-15 15 0,1 0 0,1 0 0,-1 1 0,1 1 0,13-9 0,-16 12 0,1 0 0,-1 0 0,0 1 0,1-1 0,0 1 0,-1 1 0,1-1 0,0 1 0,13 0 0,-18 1 0,1 0 0,-1 0 0,0 1 0,1-1 0,-1 1 0,0-1 0,1 1 0,-1 0 0,0 0 0,0 0 0,1 0 0,-1 0 0,0 0 0,0 1 0,0-1 0,-1 1 0,1 0 0,0-1 0,-1 1 0,1 0 0,-1 0 0,1 0 0,-1 0 0,0 0 0,0 0 0,0 0 0,0 1 0,0-1 0,0 0 0,0 0 0,0 4 0,1 7 0,0 0 0,-1 1 0,-1-1 0,-1 20 0,0-19 0,-7 64 0,4-51 0,0 31 0,4-57 0,0 1 0,0 0 0,-1-1 0,1 1 0,1 0 0,-1-1 0,0 1 0,0 0 0,1-1 0,-1 1 0,1 0 0,-1-1 0,1 1 0,0-1 0,0 1 0,-1-1 0,1 1 0,0-1 0,0 1 0,0-1 0,1 0 0,-1 0 0,0 0 0,0 1 0,1-1 0,-1 0 0,1-1 0,-1 1 0,1 0 0,-1 0 0,1-1 0,-1 1 0,1-1 0,0 1 0,-1-1 0,1 1 0,0-1 0,-1 0 0,1 0 0,0 0 0,2 0 0,12 0 0,-1-1 0,1 0 0,30-6 0,46-18 0,-53 14 0,-27 6-1365,-3 1-5461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2.8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24575,'21'2'0,"-1"1"0,1 1 0,-1 1 0,0 1 0,-1 0 0,1 2 0,-1 0 0,28 16 0,-32-14 0,-1 0 0,0 1 0,-1 0 0,0 1 0,0 1 0,-1 0 0,-1 1 0,0 0 0,-1 0 0,11 22 0,3 9 0,34 93 0,-53-120 0,1 0 0,-2 0 0,0 0 0,-2 1 0,0-1 0,-1 1 0,0 0 0,-5 32 0,3-43 11,-1 1 0,-1-1 0,1 0 0,-1 1 0,-1-1 0,0-1-1,0 1 1,0 0 0,-1-1 0,-7 8 0,4-5-223,-1-1 0,-1 0 0,1 0-1,-1-1 1,-1 0 0,-12 7 0,6-6-6614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3.8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24575,'0'2'0,"3"2"0,3 1 0,3 1 0,2-1 0,3 1 0,0 0 0,1-1 0,-2 0 0,-6 1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4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24575,'3'3'0,"-1"0"0,0 1 0,0-1 0,0 1 0,-1-1 0,1 1 0,1 6 0,0 0 0,23 60 0,31 82 0,-46-127 0,10 25 0,-1 1 0,14 62 0,-33-110-151,0 1-1,-1 0 0,1 0 0,-1 0 1,0 0-1,0 0 0,0 0 1,-1 6-1,-2-1-6674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5.3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1 404 24575,'249'-16'0,"-243"16"0,0-1 0,0 0 0,0 0 0,0 0 0,-1-1 0,1 0 0,10-5 0,-14 6 0,1 0 0,-1-1 0,0 0 0,0 0 0,0 1 0,0-1 0,0 0 0,0-1 0,0 1 0,-1 0 0,1 0 0,-1-1 0,1 1 0,-1-1 0,0 0 0,0 1 0,0-1 0,1-4 0,0-5 0,-1-1 0,0 0 0,-1 1 0,0-1 0,0 0 0,-2 0 0,0 1 0,0-1 0,-1 1 0,0 0 0,-6-13 0,-7-12 0,-1 1 0,-26-39 0,31 60 0,6 14 0,5 1 0,1 0 0,0 1 0,-1-1 0,1 1 0,0-1 0,-1 0 0,1 1 0,0-1 0,-1 1 0,1-1 0,0 1 0,0-1 0,0 1 0,-1-1 0,1 1 0,0-1 0,0 1 0,-1 6 0,0 0 0,1 0 0,0 0 0,0 0 0,1 0 0,2 13 0,13 40 0,3-7 0,4-2 0,42 75 0,-9-21 0,-48-91-1365,-2-2-5461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5.9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50 24575,'-1'-3'0,"-11"-23"0,11 24 0,0 0 0,0 1 0,0-1 0,0 1 0,0-1 0,-1 1 0,1-1 0,0 1 0,-1 0 0,1 0 0,-1 0 0,-2-2 0,3 3 0,0 0 0,1 0 0,-1 0 0,0 0 0,0 0 0,1 0 0,-1 0 0,0 0 0,0 0 0,0 0 0,1 1 0,-1-1 0,0 0 0,0 1 0,1-1 0,-1 0 0,0 1 0,1-1 0,-1 1 0,0-1 0,1 1 0,-1-1 0,1 1 0,-1-1 0,1 1 0,-1 0 0,1-1 0,-1 1 0,1 0 0,0-1 0,-1 1 0,1 1 0,-11 27 0,10-27 0,-18 53 0,12-38 0,0 1 0,2 0 0,0 0 0,1 0 0,-1 20 0,4-16 0,1 1 0,2-1 0,0 0 0,1 1 0,2-1 0,0 0 0,1-1 0,15 35 0,-10-30 0,2-1 0,1-1 0,1 0 0,1-1 0,1-1 0,30 31 0,-32-38-104,63 59 341,-68-66-451,0 0 0,0-1 0,1-1 0,0 1 0,0-2 0,18 7 0,-20-9-6612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6.3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295 42 24575,'-23'-8'0,"-9"-2"0,-3 1 0,3 1 0,4 3 0,2 4 0,2 2 0,1 4 0,2 4 0,2-1 0,1 0 0,4-3-8191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6.9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80 1 24575,'0'19'0,"2"-1"0,0 1 0,8 28 0,20 53 0,-19-67 0,39 99 0,-29-83 0,25 94 0,-45-140 0,0 0 0,-1-1 0,1 1 0,-1 0 0,0-1 0,0 1 0,0 0 0,0-1 0,-1 6 0,0-7 0,1 0 0,-1 0 0,1 0 0,-1 0 0,0 0 0,1 0 0,-1-1 0,0 1 0,0 0 0,1 0 0,-1 0 0,0-1 0,0 1 0,0 0 0,0-1 0,0 1 0,0-1 0,0 1 0,0-1 0,0 0 0,0 1 0,0-1 0,0 0 0,0 0 0,-1 0 0,0 0 0,-8 1 0,0-1 0,0 0 0,0-1 0,0 0 0,1-1 0,-1 0 0,-14-5 0,3-1 0,-1-1 0,-22-12 0,40 18 0,0 0 0,0 1 0,0-2 0,1 1 0,-1 0 0,1-1 0,-1 1 0,1-1 0,0 0 0,1 0 0,-5-8 0,6 10 0,1 1 0,-1-1 0,1 1 0,-1-1 0,1 1 0,0-1 0,-1 1 0,1-1 0,0 1 0,0-1 0,0 1 0,0-1 0,0 0 0,1 1 0,-1-1 0,1-1 0,0 1 0,0 1 0,0 0 0,0-1 0,0 1 0,0 0 0,0 0 0,0 0 0,0-1 0,1 1 0,-1 1 0,0-1 0,1 0 0,-1 0 0,0 0 0,1 1 0,-1-1 0,1 1 0,0-1 0,1 0 0,18-3 60,27-3 0,-27 4-803,27-6 1,-33 5-6084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7.1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24575,'0'-5'0,"3"1"0,0 3 0,3 5 0,0 7 0,-1 3 0,-2 3 0,0 0 0,-2-2-8191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8.1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0 463 24575,'42'-11'0,"79"-9"0,-17 5 0,-101 15 0,-1 0 0,1-1 0,0 1 0,0-1 0,-1 1 0,1-1 0,-1 0 0,1 0 0,2-2 0,-6 2 0,-1-1 0,1 1 0,-1 0 0,1 0 0,-1 0 0,0 0 0,1 0 0,-1 0 0,0 1 0,-2-2 0,-7-2 0,0-1 0,0 0 0,1-1 0,0 0 0,0-1 0,1 0 0,0-1 0,0 1 0,0-2 0,1 1 0,0-1 0,-10-16 0,16 20 0,0 0 0,0 0 0,0-1 0,1 1 0,-1-1 0,1 1 0,0-1 0,1 1 0,-1-8 0,5-50 0,-2 53 0,0 0 0,0 0 0,1 1 0,0-1 0,1 1 0,0 0 0,5-9 0,-5 11 0,0 1 0,0-1 0,1 1 0,-1 0 0,2 0 0,-1 1 0,0 0 0,1 0 0,12-8 0,-12 10 0,0 0 0,1 1 0,-1 0 0,1 0 0,0 1 0,-1 0 0,1 0 0,14 0 0,-12 1 0,1 0 0,0 1 0,0 1 0,0-1 0,15 6 0,-22-6 0,-1 0 0,1 0 0,-1 0 0,1 0 0,-1 1 0,1 0 0,-1-1 0,0 1 0,0 0 0,0 0 0,0 0 0,0 0 0,0 0 0,0 0 0,-1 1 0,1-1 0,-1 1 0,0-1 0,1 1 0,-1 0 0,0 2 0,1 1 0,-1 0 0,-1 0 0,1 0 0,-1 0 0,0 0 0,0 0 0,-1 0 0,0 0 0,-2 7 0,-1 2 0,-11 26 0,10-31 0,2-1 0,-1 1 0,1-1 0,0 1 0,1 0 0,0 0 0,0 14 0,2-21 0,0-1 0,1 1 0,-1-1 0,1 0 0,-1 1 0,1-1 0,0 0 0,0 1 0,0-1 0,0 0 0,0 0 0,0 0 0,1 0 0,-1 0 0,1 0 0,2 2 0,-1-1 0,1 0 0,-1 0 0,1-1 0,0 0 0,0 0 0,0 0 0,1 0 0,4 1 0,5 1 0,-1-1 0,1-1 0,0 0 0,25 0 0,-30-2-99,6 0 215,25-3 0,-35 2-252,-1 1-1,0-1 1,0 0 0,0-1 0,0 1 0,0-1 0,0 0-1,0 0 1,0 0 0,5-4 0,-1-2-6690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18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24575,'19'-1'0,"-1"1"0,0 1 0,0 1 0,0 0 0,0 1 0,0 1 0,0 0 0,-1 2 0,0 0 0,0 1 0,0 1 0,-1 0 0,0 1 0,-1 1 0,0 0 0,0 1 0,-1 1 0,23 24 0,-15-12 0,-1 1 0,-2 1 0,0 1 0,-2 1 0,17 35 0,-26-47 0,-2 0 0,1 0 0,-2 1 0,0 0 0,-1 0 0,-1 1 0,-1-1 0,0 1 0,-1-1 0,-1 1 0,-3 22 0,1-27 11,-2 0 0,1-1 0,-1 1 0,-1-1 0,0 0 0,-1 0-1,-1 0 1,1-1 0,-2 0 0,-14 17 0,-1-3-506,0-1 0,-53 40 0,51-45-6331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1.5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1239 586 24575,'-220'-97'0,"134"57"0,-116-58 0,-17-8 0,-193-96 0,344 172-137,49 22-1091,6 3-5598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3.4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164 0 24575,'45'9'0,"-45"-9"0,1 0 0,-1 0 0,0 0 0,0 0 0,1 0 0,-1 0 0,0 0 0,0 0 0,0 0 0,1 0 0,-1 0 0,0 0 0,0 1 0,1-1 0,-1 0 0,0 0 0,0 0 0,0 0 0,1 0 0,-1 0 0,0 1 0,0-1 0,0 0 0,0 0 0,0 0 0,1 1 0,-1-1 0,0 0 0,0 0 0,0 0 0,0 1 0,0-1 0,0 0 0,0 0 0,0 1 0,0-1 0,0 0 0,-8 6 0,-15 1 0,-1-4 0,-1-1 0,0-2 0,-39-3 0,60 3-170,0-1-1,0 0 0,0 0 1,0 0-1,0 0 0,0-1 1,-4-2-1,-2-2-6655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3.7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218 21 24575,'-20'-5'0,"-9"-2"0,-2 1 0,1 3 0,4 3 0,3 1 0,1 0 0,2 1 0,4-1-8191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4.5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24575,'21'80'0,"36"86"0,-34-108 0,0-5 0,25 95 0,-43-120-1365,-4-15-5461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4.7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64 24575,'15'-8'0,"8"-2"0,2 1 0,2 1 0,-1 0 0,-3 1 0,-2 2 0,-3 2 0,-1 1 0,-4-1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5.0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24575,'9'11'0,"-2"-1"0,1 1 0,-2 1 0,1 0 0,-1-1 0,6 21 0,-10-27 0,51 115 0,4 13 0,-54-126-273,-1 0 0,0 0 0,0 1 0,0 7 0,-1-3-6553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5.5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 1 24575,'-9'90'0,"0"-32"0,-3 94 0,12-130 0,1 0 0,1-1 0,7 31 0,-5-37 0,0-1 0,1 0 0,0-1 0,2 1 0,14 24 0,-10-21-136,0-1-1,1-1 1,1 0-1,0-1 1,1 0-1,0-1 1,1 0-1,1-1 0,29 17 1,-31-22-6690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6.5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174 0 24575,'-18'6'0,"-55"23"0,62-24 0,1 0 0,0 0 0,0 1 0,-13 12 0,21-17 0,1 0 0,-1 0 0,1 1 0,0-1 0,-1 0 0,1 1 0,0-1 0,0 1 0,0-1 0,0 1 0,0 0 0,1-1 0,-1 1 0,0 0 0,1 0 0,-1 0 0,0 3 0,2-4 0,-1 1 0,0-1 0,0 1 0,1-1 0,-1 0 0,1 1 0,-1-1 0,1 0 0,0 1 0,-1-1 0,1 0 0,0 0 0,0 1 0,0-1 0,0 0 0,0 0 0,2 1 0,3 3 0,0-1 0,0 0 0,1-1 0,0 0 0,-1 0 0,1 0 0,10 2 0,8 1-273,-1-1 0,1-2 0,0 0 0,33-1 0,-44-2-6553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7.1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0 24575,'42'112'0,"110"206"0,-147-309 0,11 23 0,-15-29 0,0-1 0,0 0 0,0 1 0,-1 0 0,1-1 0,-1 1 0,1-1 0,-1 1 0,0-1 0,-1 5 0,1-6 0,-1 1 0,1-1 0,-1 0 0,1 0 0,-1-1 0,1 1 0,-1 0 0,0 0 0,0 0 0,0 0 0,1 0 0,-1-1 0,0 1 0,0 0 0,0-1 0,0 1 0,0-1 0,0 1 0,0-1 0,0 0 0,0 1 0,0-1 0,-1 0 0,1 0 0,0 1 0,0-1 0,0 0 0,0 0 0,0 0 0,-3-1 0,-3 1 0,0-1 0,-1 0 0,-8-3 0,4 1 0,0-2 0,1 0 0,0 0 0,0-1 0,0 0 0,1-1 0,-1 0 0,2-1 0,-1 0 0,1 0 0,0-1 0,-12-17 0,18 22-105,0-1 0,1 1 0,0-1 0,-1 0 0,2 0 0,-1 0 0,0 0 0,1 0 0,0 0 0,0 0 0,1 0 0,-1-8 0,1 0-6721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7.3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24575,'2'3'0,"2"3"0,-1 5 0,0 4 0,-4 4 0,-1-1-8191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8.0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1 418 24575,'45'-22'0,"91"-29"0,-126 49 0,-14 5 0,-16 4 0,15-7 0,0 1 0,1-1 0,-1-1 0,0 1 0,0-1 0,0 1 0,1-1 0,-1-1 0,1 1 0,-1-1 0,1 0 0,-1 0 0,1 0 0,0 0 0,0-1 0,0 1 0,0-1 0,0 0 0,-4-6 0,3 4 0,0-1 0,1 1 0,0-1 0,0 0 0,1 0 0,-1-1 0,1 1 0,1-1 0,-1 1 0,1-1 0,0 0 0,-1-12 0,2 9 0,1 0 0,0 0 0,0 1 0,1-1 0,0 0 0,1 0 0,0 0 0,1 1 0,0-1 0,0 1 0,1 0 0,8-16 0,-8 19 0,0 0 0,0 0 0,0 1 0,0 0 0,1 0 0,0 0 0,0 0 0,1 1 0,-1-1 0,1 2 0,0-1 0,0 0 0,0 1 0,1 0 0,-1 1 0,1-1 0,-1 1 0,1 1 0,7-2 0,5 1 0,0 1 0,31 1 0,-41 0 0,-1 1 0,1 1 0,-1-1 0,1 1 0,-1 1 0,0-1 0,0 1 0,10 6 0,-16-8 0,0 1 0,0 0 0,-1 0 0,1-1 0,0 1 0,-1 0 0,1 0 0,-1 1 0,0-1 0,1 0 0,-1 0 0,0 1 0,0-1 0,-1 1 0,1-1 0,0 0 0,-1 1 0,0-1 0,1 1 0,-1 0 0,0-1 0,0 1 0,-1-1 0,1 1 0,-1 2 0,-1 5 0,0 0 0,0 0 0,-1-1 0,-8 19 0,-3-2 0,10-19 0,0 0 0,1 0 0,-1 0 0,1 1 0,1-1 0,0 1 0,0 0 0,-2 11 0,4-17 0,1-1 0,-1 1 0,0 0 0,1-1 0,-1 1 0,1-1 0,0 1 0,-1 0 0,1-1 0,0 1 0,0-1 0,0 0 0,0 1 0,0-1 0,0 0 0,0 1 0,1-1 0,-1 0 0,0 0 0,1 0 0,-1 0 0,1 0 0,-1-1 0,1 1 0,-1 0 0,1-1 0,-1 1 0,1-1 0,2 1 0,6 1 0,0 0 0,-1 0 0,18 0 0,-13-1 0,-1-2 0,1 1 0,-1-2 0,27-5 0,-28 4-1365,-1 1-5461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8.3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24575,'25'7'0,"0"2"0,-1 0 0,0 2 0,0 0 0,-1 2 0,-1 0 0,0 2 0,-1 0 0,0 1 0,21 23 0,-30-27 0,-1 1 0,0 0 0,-1 1 0,-1 0 0,0 0 0,-1 1 0,0 0 0,-2 0 0,1 1 0,-2 0 0,0 0 0,-1 1 0,-1-1 0,0 1 0,-1 0 0,-1 30 0,-2-39 14,1 0-1,-2 0 0,1-1 0,-1 1 1,0 0-1,-1-1 0,0 1 1,-5 9-1,1-5-310,0-1 0,-1 0 0,0-1 0,-11 12 0,4-7-6529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49.7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24575,'0'2'0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50.2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24575,'55'158'0,"-36"-111"0,33 58 0,-11-41 0,-23-37 0,22 45 0,-37-66-227,-1 0-1,0 0 1,0 0-1,-1 0 1,1 10-1,-1-4-6598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50.3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7 24575,'27'0'0,"15"0"0,2 0 0,-3 0 0,-7 0 0,-6 0 0,-6 0 0,-6-3 0,-6 0-8191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50.6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24575,'5'20'0,"5"11"0,2 7 0,2 0 0,1 0 0,1-2 0,0-2 0,-1-4 0,1-3 0,-1-3 0,0 0 0,-3-2 0,0-3 0,-1-1 0,-1-2 0,-3-3-8191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51.0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163 1 24575,'-23'5'0,"-37"13"0,54-15 0,-1 0 0,1 0 0,-1 0 0,1 1 0,0 0 0,1 0 0,-1 0 0,1 1 0,0 0 0,-5 5 0,9-8 0,-1-1 0,1 1 0,0 0 0,0-1 0,0 1 0,1 0 0,-1 0 0,0-1 0,1 1 0,-1 0 0,1 0 0,0 0 0,-1 0 0,1 0 0,0 0 0,0 0 0,0 0 0,1 3 0,0-2 0,0 0 0,0 1 0,1-1 0,-1 0 0,1 0 0,0 0 0,-1 0 0,1 0 0,5 4 0,2 2 0,0-1 0,1 0 0,0 0 0,19 10 0,-24-15-97,0 1-1,1-1 1,-1-1-1,1 1 1,-1-1-1,1 0 1,0 0-1,-1-1 1,1 0-1,0 0 1,0 0-1,0-1 0,12 0 1,-6-3-6729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52.2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44 5 24575,'3'-4'0,"-2"5"0,-2 12 0,-6 25 0,6-33 0,-36 256 0,36-250 0,0 1 0,1-1 0,1 1 0,0-1 0,0 1 0,1-1 0,1 1 0,0-1 0,0 0 0,1 0 0,1 0 0,-1-1 0,2 0 0,0 0 0,0 0 0,0 0 0,1-1 0,1 0 0,0-1 0,15 14 0,-5-8-227,1-1-1,1 0 1,0-2-1,1 0 1,27 9-1,-37-16-6598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52.5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130 1 24575,'-17'0'0,"-9"2"0,-5 2 0,1 1 0,5 1-8191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53.11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 0 24575,'1'40'0,"2"0"0,2 0 0,17 67 0,-5-48 0,42 98 0,-55-148 0,0-2 0,-1-1 0,-1 0 0,1 1 0,2 10 0,-5-17 0,0 1 0,0 0 0,0-1 0,0 1 0,0 0 0,0 0 0,0-1 0,0 1 0,0 0 0,0 0 0,0-1 0,0 1 0,0 0 0,0 0 0,-1-1 0,1 1 0,0 0 0,-1-1 0,1 1 0,0 0 0,-1-1 0,1 1 0,-1-1 0,1 1 0,-1-1 0,1 1 0,-1-1 0,1 1 0,-1-1 0,0 1 0,1-1 0,-1 0 0,0 1 0,1-1 0,-1 0 0,0 0 0,0 1 0,1-1 0,-1 0 0,0 0 0,1 0 0,-1 0 0,0 0 0,0 0 0,1 0 0,-1 0 0,0 0 0,0 0 0,-1-1 0,-3 0 0,-1 0 0,1-1 0,-1 0 0,1 0 0,0 0 0,-1-1 0,1 0 0,1 0 0,-1 0 0,-7-7 0,6 5 0,0 0 0,0-1 0,1 1 0,-1-1 0,2-1 0,-1 1 0,-5-10 0,10 15 0,-1 0 0,0-1 0,1 1 0,-1-1 0,0 1 0,1 0 0,0-1 0,-1 0 0,1 1 0,0-1 0,0 1 0,0-1 0,0 1 0,0-1 0,0 1 0,0-1 0,1 1 0,-1-1 0,0 1 0,1-1 0,-1 1 0,1-1 0,0 1 0,-1-1 0,1 1 0,0 0 0,0 0 0,0-1 0,0 1 0,0 0 0,0 0 0,2-1 0,4-3 0,-1 1 0,1 0 0,0 1 0,1 0 0,10-4 0,15-6 0,-21 4-1365,-2 1-5461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53.3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41 24575,'0'-13'0,"0"-1"0,0 4 0,0 6 0,0 9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54.1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19 443 24575,'14'0'0,"1"2"0,17 3 0,-17-2 0,27 2 0,-35-5 0,-4 1 0,-1-1 0,1 0 0,-1 0 0,1 0 0,-1 0 0,1 0 0,-1 0 0,1-1 0,-1 1 0,1-1 0,-1 1 0,1-1 0,-1 0 0,4-2 0,-6 2 0,1 1 0,-1-1 0,0 1 0,0 0 0,1-1 0,-1 1 0,0-1 0,0 1 0,0 0 0,0-1 0,0 1 0,0-1 0,0 1 0,0-1 0,0 1 0,0-1 0,0 1 0,0-1 0,0 1 0,0 0 0,0-1 0,-1 1 0,1-1 0,0 1 0,0 0 0,0-1 0,-1 1 0,1-1 0,0 1 0,0 0 0,-1-1 0,1 1 0,0 0 0,-1-1 0,1 1 0,0 0 0,-1 0 0,1-1 0,-1 1 0,1 0 0,0 0 0,-1 0 0,-21-12 0,19 11 0,-4-2 0,-13-7 0,-32-18 0,47 24 0,0 1 0,0-1 0,0 0 0,0-1 0,1 1 0,-1-1 0,1 0 0,1 0 0,-1 0 0,-4-9 0,4 4 0,0 1 0,1-1 0,0 0 0,0-1 0,1 1 0,1 0 0,0-1 0,0 1 0,1-1 0,0 1 0,1-1 0,0 1 0,5-19 0,-4 22 0,0-1 0,1 0 0,0 1 0,0 0 0,1 0 0,0 0 0,0 0 0,0 1 0,1-1 0,0 1 0,1 0 0,-1 1 0,1-1 0,0 1 0,0 0 0,1 1 0,0-1 0,11-5 0,-2 4 0,0 0 0,0 1 0,31-5 0,51 0 0,-89 9 0,-1 1 0,0 0 0,0 0 0,1 1 0,-1 0 0,0 0 0,0 1 0,0 1 0,11 3 0,-15-4 0,-1 0 0,1-1 0,-1 1 0,0 1 0,0-1 0,0 0 0,0 1 0,0-1 0,-1 1 0,1 0 0,-1 0 0,1 0 0,-1 0 0,0 1 0,-1-1 0,1 1 0,0-1 0,-1 1 0,0-1 0,0 1 0,0 0 0,1 5 0,-2 0 0,0 0 0,-1 1 0,0-1 0,-1 0 0,1-1 0,-2 1 0,-5 17 0,4-16 0,0 1 0,1 0 0,1 0 0,-2 17 0,4-24 0,0-1 0,0 1 0,0 0 0,1 0 0,0-1 0,0 1 0,0 0 0,0-1 0,0 1 0,1-1 0,-1 1 0,1-1 0,0 0 0,0 1 0,0-1 0,1 0 0,3 4 0,-1-3 11,-1-1 0,1 1 0,0-1 0,-1 0 0,2 0 0,-1 0-1,0-1 1,0 0 0,1 0 0,9 2 0,-1-1-382,-1-1-1,1 0 1,18-1 0,-19-1-6455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3:54.5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24575,'29'7'0,"1"2"0,-2 1 0,1 2 0,-2 0 0,1 2 0,-2 1 0,0 1 0,-1 1 0,41 36 0,-49-37 0,0 1 0,-2 0 0,0 1 0,-1 1 0,-1 0 0,-1 1 0,0 0 0,-2 1 0,0 0 0,-2 0 0,0 1 0,-1 0 0,5 34 0,-10-44 12,-1 0 0,0 0 0,-1 0 0,0 0 0,-1 1 0,-1-1 0,0 0 0,0-1 0,-8 21 0,4-18-198,0 0 1,-1 0-1,-1-1 0,0 0 1,0-1-1,-2 0 1,-12 14-1,3-7-6640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1.3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412 100 24575,'-81'-34'0,"-107"-29"0,184 62 0,1 1 0,-1-1 0,1 1 0,-1-1 0,1 1 0,0 0 0,-1 1 0,1-1 0,-1 0 0,1 1 0,-1 0 0,1 0 0,0 0 0,0 0 0,-5 3 0,-1 1 0,0 1 0,1 0 0,-14 12 0,6-3 0,14-14 0,1 0 0,-1 0 0,1 1 0,-1-1 0,1 0 0,0 1 0,0-1 0,0 1 0,-1 0 0,2-1 0,-1 1 0,0 0 0,0 0 0,0-1 0,1 1 0,-1 0 0,1 3 0,0-3 0,0-1 0,0 1 0,0 0 0,1-1 0,-1 1 0,1 0 0,-1-1 0,1 1 0,-1-1 0,1 1 0,0 0 0,0-1 0,0 0 0,0 1 0,0-1 0,1 2 0,3 1 0,0 0 0,0 0 0,0 0 0,1-1 0,-1 1 0,1-1 0,0-1 0,0 1 0,7 1 0,28 7 0,0-3 0,62 6 0,-99-14 0,0 0 0,-1 1 0,1-1 0,0 0 0,0-1 0,-1 1 0,1-1 0,0 0 0,6-2 0,-8 2 0,0 0 0,-1 0 0,1 0 0,-1 0 0,0 0 0,1 0 0,-1 0 0,0-1 0,0 1 0,0 0 0,0-1 0,0 1 0,0-1 0,0 0 0,0 1 0,0-1 0,-1 0 0,1 1 0,-1-1 0,1 0 0,-1 0 0,0-2 0,1-1 0,-1 1 0,1 0 0,-1-1 0,-1 1 0,1-1 0,-1 1 0,1 0 0,-1-1 0,0 1 0,-1 0 0,1 0 0,-3-5 0,11 22-105,5 9 224,19 25 0,-25-40-306,-1 0 0,1-1-1,0 0 1,1 0 0,-1-1 0,1 1-1,13 7 1,-9-8-6639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1.8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24575,'4'3'0,"64"62"0,-55-54 0,0-1 0,1 0 0,23 12 0,-33-20 0,0 0 0,0-1 0,0 1 0,0-1 0,1 0 0,-1 0 0,0 0 0,8 0 0,-11-1 0,0 0 0,0 0 0,0 0 0,1-1 0,-1 1 0,0 0 0,0 0 0,0-1 0,0 1 0,0-1 0,1 1 0,-1-1 0,0 1 0,0-1 0,0 0 0,0 1 0,-1-1 0,1 0 0,0 0 0,0 0 0,0 0 0,-1 0 0,1 0 0,0 0 0,-1 0 0,1 0 0,-1 0 0,1 0 0,-1 0 0,1 0 0,-1 0 0,0 0 0,0-1 0,0 1 0,1 0 0,-1-1 0,-1-4 0,1 0 0,-1 0 0,1 0 0,-2 0 0,1 0 0,-4-9 0,-1-6 0,6 21 0,0 0 0,0 0 0,0 0 0,0 0 0,0 0 0,0 0 0,0 0 0,0 1 0,0-1 0,0 0 0,0 0 0,0 0 0,0 0 0,0 0 0,0 0 0,0 0 0,0 0 0,0 0 0,1 0 0,-1 0 0,0 0 0,0 0 0,0 0 0,0 0 0,0 0 0,0 0 0,0 0 0,0 0 0,0 0 0,0 0 0,0 0 0,0 0 0,0 0 0,0 0 0,0 0 0,0 0 0,1 0 0,-1 0 0,0 0 0,0 0 0,0 0 0,0 0 0,0 0 0,0 0 0,0 0 0,0-1 0,0 1 0,0 0 0,0 0 0,0 0 0,0 0 0,0 0 0,0 0 0,0 0 0,0 0 0,0 0 0,0 0 0,0 0 0,0 0 0,0 0 0,0 0 0,0 0 0,0 0 0,9 7 0,14 17 0,-14-15 0,-8-8-11,7 8-158,1-1-1,0 0 1,0 0 0,0 0 0,1-1-1,0-1 1,17 9 0,-16-11-6657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3.1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149 404 24575,'-11'-5'0,"-5"-1"0,-25-6 0,37 11 0,0 0 0,-1 0 0,0 1 0,1-1 0,-1 1 0,1 0 0,-1 1 0,1-1 0,-1 1 0,-6 2 0,10-3 0,0 0 0,-1 1 0,1-1 0,-1 1 0,1 0 0,0 0 0,0-1 0,-1 1 0,1 0 0,0 0 0,0 0 0,0 0 0,0 0 0,0 0 0,0 0 0,0 1 0,1-1 0,-1 0 0,0 0 0,1 1 0,-2 1 0,2-1 0,0 0 0,-1 0 0,1 1 0,0-1 0,0 0 0,0 0 0,1 1 0,-1-1 0,0 0 0,1 0 0,0 0 0,1 4 0,0 0 0,1-1 0,0 0 0,0 1 0,1-1 0,-1 0 0,1-1 0,0 1 0,1 0 0,6 4 0,-8-7 0,0 0 0,0 0 0,0 0 0,0-1 0,1 1 0,-1-1 0,0 0 0,1 0 0,-1 0 0,1-1 0,0 1 0,-1-1 0,1 0 0,-1 0 0,1 0 0,0 0 0,-1 0 0,1-1 0,4-1 0,-6 1 0,1 0 0,-1 0 0,1 0 0,-1 0 0,0-1 0,1 1 0,-1-1 0,0 1 0,0-1 0,0 0 0,0 0 0,0 0 0,-1 0 0,1 0 0,-1 0 0,1-1 0,-1 1 0,0 0 0,0-1 0,0 1 0,0-1 0,0 1 0,0-1 0,-1 0 0,1 1 0,-1-6 0,0 5 0,0-1 0,0 0 0,-1 1 0,1-1 0,-1 0 0,0 1 0,0-1 0,0 1 0,-1-1 0,1 1 0,-1 0 0,0-1 0,0 1 0,-4-5 0,14 34 0,-3-17 0,0 0 0,1 1 0,-1-2 0,2 1 0,11 13 0,-14-18 0,0-1 0,0 1 0,0-1 0,1 1 0,-1-1 0,1 0 0,-1-1 0,1 1 0,0-1 0,0 0 0,0 0 0,11 2 0,-14-4 0,0 0 0,0 0 0,0 0 0,1 0 0,-1 0 0,0-1 0,0 1 0,0-1 0,0 1 0,0-1 0,0 0 0,0 0 0,-1 0 0,1 0 0,0 0 0,0 0 0,-1-1 0,1 1 0,0 0 0,-1-1 0,1 1 0,-1-1 0,0 0 0,0 1 0,1-1 0,-1 0 0,1-3 0,3-6 0,-1 0 0,0 0 0,4-23 0,-3 14 0,1-7 0,-2 0 0,-1 0 0,-1 0 0,-3-46 0,0 29 0,1 28 0,-1 0 0,-1 1 0,-7-29 0,7 35 0,-1 1 0,0 0 0,0 0 0,-1 0 0,1 1 0,-2-1 0,1 1 0,-10-11 0,14 17 0,-1 1 0,1-1 0,0 1 0,0-1 0,-1 1 0,1 0 0,-1-1 0,1 1 0,0 0 0,-1-1 0,1 1 0,-1 0 0,1 0 0,-1-1 0,1 1 0,0 0 0,-1 0 0,1 0 0,-1-1 0,1 1 0,-1 0 0,1 0 0,-1 0 0,0 0 0,1 0 0,-1 0 0,1 0 0,-2 1 0,2-1 0,-1 1 0,1-1 0,-1 1 0,1 0 0,-1-1 0,1 1 0,-1 0 0,1-1 0,-1 1 0,1 0 0,0 0 0,-1 0 0,1-1 0,0 1 0,0 2 0,-2 5 0,2 1 0,-1 13 0,1-18 0,1 14 0,0 1 0,2 0 0,0 0 0,1-1 0,0 0 0,2 0 0,0 0 0,11 20 0,-10-24 0,0 0 0,1 0 0,1-1 0,0-1 0,1 1 0,0-2 0,1 1 0,0-1 0,1-1 0,17 12 0,-20-16 0,1 0 0,0-1 0,0 0 0,0 0 0,1-1 0,-1 0 0,1-1 0,0-1 0,0 1 0,17 0 0,-26-3 0,1 0 0,-1 0 0,0-1 0,1 1 0,-1 0 0,0-1 0,0 0 0,0 1 0,1-1 0,-1 0 0,0 0 0,0 0 0,0 0 0,0-1 0,0 1 0,-1-1 0,1 1 0,0-1 0,-1 1 0,1-1 0,-1 0 0,1 0 0,-1 0 0,0 0 0,0 0 0,0 0 0,0 0 0,0 0 0,1-3 0,0-4 0,-1 1 0,1-1 0,-1 0 0,-1 1 0,0-1 0,-1-12 0,1 27 0,1-1 0,0 0 0,1 0 0,-1 1 0,1-1 0,0 0 0,0 0 0,1 0 0,-1-1 0,1 1 0,0-1 0,0 1 0,5 4 0,-6-7 0,1 1 0,-1-1 0,1 0 0,0 0 0,-1 0 0,1-1 0,0 1 0,0-1 0,0 1 0,0-1 0,0 0 0,1 0 0,-1 0 0,0-1 0,0 1 0,1-1 0,-1 0 0,0 1 0,1-2 0,-1 1 0,0 0 0,0-1 0,1 1 0,-1-1 0,4-1 0,-4 0 0,0 1 0,0 0 0,0-1 0,0 0 0,0 1 0,0-1 0,-1-1 0,1 1 0,-1 0 0,1 0 0,-1-1 0,0 0 0,0 1 0,0-1 0,0 0 0,0 0 0,-1 0 0,2-3 0,7-12 0,-10 18 0,0-1 0,0 1 0,0 0 0,0-1 0,0 1 0,0 0 0,1 0 0,-1-1 0,0 1 0,0 0 0,1 0 0,-1-1 0,0 1 0,0 0 0,1 0 0,-1 0 0,0 0 0,0-1 0,1 1 0,-1 0 0,0 0 0,1 0 0,-1 0 0,0 0 0,0 0 0,1 0 0,-1 0 0,1 0 0,5 7 0,0 19 0,-5-22 0,47 157 0,0 0 0,-40-105 0,-7-50 0,-1 0 0,0-1 0,0 1 0,-1 0 0,0-1 0,1 1 0,-4 9 0,3-13 0,0 0 0,0 0 0,1-1 0,-1 1 0,0 0 0,0-1 0,-1 1 0,1-1 0,0 1 0,0-1 0,-1 0 0,1 1 0,-1-1 0,1 0 0,-1 0 0,1 0 0,-1 0 0,-3 1 0,2-1 0,0-1 0,0 1 0,1-1 0,-1 0 0,0 0 0,0 0 0,0 0 0,0 0 0,0-1 0,0 1 0,-3-2 0,-6-2 0,0-1 0,0 0 0,0-1 0,-14-10 0,23 14 0,-14-9-195,0-2 0,1 0 0,0 0 0,1-2 0,1 0 0,-15-19 0,16 17-6631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3.6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28 24575,'5'-4'0,"-1"1"0,1 0 0,0 0 0,-1 0 0,1 0 0,1 1 0,6-3 0,-10 5 0,0-1 0,-1 1 0,1 0 0,-1 0 0,1-1 0,-1 1 0,1 1 0,0-1 0,-1 0 0,1 0 0,-1 1 0,1-1 0,0 0 0,-1 1 0,1 0 0,-1-1 0,0 1 0,1 0 0,-1 0 0,0 0 0,1-1 0,-1 2 0,0-1 0,0 0 0,0 0 0,0 0 0,0 0 0,0 1 0,0-1 0,1 3 0,8 16 0,-1 1 0,-1 0 0,7 30 0,2 3 0,98 241 0,-112-286 0,-7-12 0,-8-13 0,6 6 0,-25-44 0,27 47 0,1-1 0,0 1 0,0-1 0,1 1 0,-2-13 0,4 18 0,-1 0 0,1 1 0,0-1 0,0 1 0,1-1 0,-1 0 0,0 1 0,1-1 0,-1 1 0,0-1 0,1 1 0,0-1 0,-1 1 0,1 0 0,0-1 0,0 1 0,0 0 0,0-1 0,0 1 0,0 0 0,0 0 0,0 0 0,0 0 0,1 0 0,-1 0 0,0 0 0,1 0 0,-1 1 0,1-1 0,-1 0 0,1 1 0,-1-1 0,1 1 0,1-1 0,7-1 0,-1 1 0,1 0 0,0 0 0,12 1 0,-18 0 0,26 1 0,35 4 0,-55-4 0,0 1 0,0 1 0,-1 0 0,1 0 0,-1 1 0,1 0 0,11 7 0,-13-6 0,0 0 0,-1 1 0,0 0 0,1 0 0,8 11 0,-14-14 0,0-1 0,0 1 0,0-1 0,-1 1 0,1-1 0,-1 1 0,0 0 0,1 0 0,-1 0 0,-1 0 0,1 0 0,0 0 0,-1 0 0,1 0 0,-1 0 0,0 0 0,0 0 0,0 1 0,-1-1 0,0 4 0,1-7-29,0 1 0,0-1 0,0 1 0,0-1 0,0 0 0,0 1 0,-1-1 0,1 1 0,0-1 0,0 0 0,0 1 0,-1-1 0,1 0 0,0 1 0,0-1-1,-1 0 1,1 1 0,0-1 0,-1 0 0,1 0 0,0 1 0,-1-1 0,1 0 0,-1 0 0,1 0 0,0 1 0,-1-1 0,1 0 0,-1 0 0,1 0 0,-1 0 0,1 0 0,0 0 0,-1 0 0,1 0 0,-1 0-1,1 0 1,-1 0 0,1 0 0,0 0 0,-1 0 0,1 0 0,-1-1 0,1 1 0,0 0 0,-1-1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3.8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24575,'2'5'0,"1"4"0,1 3 0,1 3 0,0 0 0,-1 3 0,-1 1 0,2 0 0,-1-4-8191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4.1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88 0 24575,'-5'0'0,"0"0"0,0 1 0,0-1 0,0 1 0,0 0 0,0 1 0,0-1 0,0 1 0,-7 3 0,10-4 0,0 1 0,0-1 0,0 1 0,0-1 0,0 1 0,0 0 0,1 0 0,-1-1 0,0 1 0,1 0 0,0 1 0,-1-1 0,1 0 0,0 0 0,0 1 0,0-1 0,0 0 0,1 1 0,-1-1 0,1 1 0,-1 3 0,1-4 0,0 0 0,1 1 0,-1-1 0,1 0 0,-1 1 0,1-1 0,0 0 0,0 0 0,0 0 0,0 0 0,0 0 0,0 0 0,0 0 0,1 0 0,-1 0 0,3 2 0,5 4 0,17 14 0,-20-17 0,6 4 0,1-1 0,-1 0 0,2 0 0,-1-1 0,1-1 0,0 0 0,1-1 0,-1-1 0,1 0 0,0-1 0,0 0 0,0-2 0,20 1 0,-32-2-76,-1 0 1,1 0-1,-1 0 0,1-1 0,-1 1 0,0-1 0,1 0 0,-1 0 1,0 1-1,1-1 0,-1-1 0,0 1 0,0 0 0,0 0 1,0-1-1,0 0 0,2-1 0,3-7-6750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4.8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294 29 24575,'-31'-5'0,"-37"-5"0,-76-3 0,140 13 0,1 0 0,0 0 0,0 0 0,-1 1 0,1-1 0,0 1 0,0 0 0,0 0 0,0 0 0,-4 2 0,7-3 0,-1 1 0,0 0 0,0-1 0,0 1 0,1 0 0,-1-1 0,0 1 0,0 0 0,1 0 0,-1 0 0,1-1 0,-1 1 0,1 0 0,-1 0 0,1 0 0,0 0 0,-1 0 0,1 0 0,0 0 0,0 0 0,0 0 0,-1 0 0,1 0 0,0 0 0,0 0 0,1 0 0,-1 0 0,0 0 0,0 0 0,0 0 0,1 0 0,-1 0 0,0 0 0,2 2 0,2 5 0,0 0 0,1 0 0,0-1 0,1 1 0,-1-1 0,2 0 0,-1-1 0,1 0 0,8 7 0,12 7 0,33 18 0,13 1-1365,-55-30-5461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5.2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46 24575,'-2'0'0,"0"1"0,1 0 0,-1-1 0,0 1 0,1 0 0,-1 0 0,0 0 0,1 0 0,-1 0 0,1 0 0,0 0 0,-1 1 0,1-1 0,0 0 0,0 1 0,0-1 0,0 1 0,0 0 0,-1 1 0,2-2 0,-1 1 0,1-1 0,0 1 0,0-1 0,0 0 0,0 1 0,0-1 0,0 1 0,1-1 0,-1 0 0,0 1 0,1-1 0,-1 0 0,1 1 0,-1-1 0,1 0 0,0 0 0,0 1 0,-1-1 0,1 0 0,0 0 0,0 0 0,0 0 0,0 0 0,2 1 0,4 3 0,0 1 0,0-1 0,1-1 0,-1 0 0,1 0 0,0 0 0,13 3 0,-5-2 0,0-1 0,1-1 0,16 1 0,-31-3 0,1-1 0,0 0 0,-1 0 0,1 0 0,-1 0 0,1-1 0,-1 1 0,1-1 0,-1 1 0,1-1 0,-1 0 0,0 0 0,1 0 0,-1 0 0,4-3 0,-5 2 0,1 1 0,-1 0 0,0 0 0,0-1 0,0 1 0,-1-1 0,1 1 0,0-1 0,0 1 0,-1-1 0,1 1 0,-1-1 0,1 1 0,-1-1 0,0 0 0,0 1 0,0-1 0,0 0 0,0 1 0,0-1 0,0 0 0,0 1 0,-1-1 0,1 0 0,-1-1 0,-1-3 7,-1-1 0,1 1-1,-1 0 1,0 0 0,-1 1-1,1-1 1,-1 1-1,-1 0 1,1 0 0,0 0-1,-1 0 1,0 1 0,0-1-1,-1 2 1,1-1 0,-1 0-1,-9-3 1,11 4-69,-1 1 0,0 1 0,1-1 0,-1 1 1,0 0-1,0 0 0,0 0 0,1 0 0,-1 1 0,0 0 0,0 0 0,0 0 1,0 1-1,0 0 0,0 0 0,0 0 0,0 0 0,1 1 0,-1 0 0,1 0 1,-1 0-1,1 0 0,-8 7 0,2-1-6764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5.6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24575,'1'2'0,"1"1"0,-1-1 0,0 0 0,1 0 0,-1 0 0,1 0 0,0 0 0,-1 0 0,1 0 0,4 2 0,-3-1 0,7 7 0,4 4 0,30 22 0,-38-32 0,0 0 0,0-1 0,0 1 0,1-1 0,0-1 0,-1 1 0,1-1 0,13 2 0,-14-3 0,0-1 0,0 0 0,0 0 0,0 0 0,-1 0 0,1-1 0,8-2 0,-11 2 0,0 0 0,0 0 0,0 0 0,0-1 0,0 1 0,0-1 0,0 0 0,0 0 0,-1 0 0,1 0 0,-1 0 0,1-1 0,-1 1 0,3-4 0,-5 5 0,0 0 0,1 1 0,-1-1 0,0 1 0,1-1 0,-1 0 0,1 1 0,-1-1 0,1 1 0,-1-1 0,1 1 0,-1 0 0,1-1 0,-1 1 0,1-1 0,-1 1 0,1 0 0,0-1 0,-1 1 0,1 0 0,0 0 0,-1 0 0,1-1 0,0 1 0,-1 0 0,1 0 0,0 0 0,-1 0 0,1 0 0,0 0 0,-1 0 0,1 0 0,0 1 0,2 0 0,-1 1 0,0-1 0,0 1 0,0 0 0,0 0 0,-1 0 0,4 3 0,-3-2 0,24 29-1365,-20-23-5461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6.0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24575,'2'0'0,"0"0"0,0 1 0,0-1 0,1 1 0,-1 0 0,0-1 0,0 1 0,0 0 0,0 0 0,0 1 0,0-1 0,0 0 0,0 1 0,-1-1 0,1 1 0,0-1 0,-1 1 0,0 0 0,1 0 0,1 3 0,3 4 0,-1 1 0,8 19 0,-12-25 0,26 60 0,-4 1 0,18 75 0,-39-132-170,-1 0-1,1 0 0,-2 1 1,1-1-1,-1 0 0,0 1 1,-2 10-1,-1-8-6655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6.3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75 24575,'77'1'0,"84"-2"0,-155 1 0,0-1 0,0 0 0,-1 0 0,1-1 0,-1 1 0,1-1 0,-1 0 0,1-1 0,-1 1 0,0-1 0,0 0 0,0-1 0,-1 1 0,1-1 0,-1 0 0,0 0 0,0 0 0,0 0 0,3-6 0,-6 8 0,0 1 0,0 0 0,0 0 0,0 0 0,0 0 0,0 0 0,0 0 0,0 0 0,0 0 0,1 0 0,-1 0 0,0 0 0,1 1 0,-1-1 0,3 0 0,-3 1 0,0 0 0,0 0 0,-1 1 0,1-1 0,0 0 0,0 0 0,0 1 0,0-1 0,-1 1 0,1-1 0,0 1 0,0-1 0,-1 1 0,1 0 0,0-1 0,-1 1 0,1 0 0,-1-1 0,1 1 0,-1 0 0,1 0 0,-1 0 0,1-1 0,-1 1 0,0 0 0,1 0 0,-1 1 0,32 69-1365,-25-58-5461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6.5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10 24575,'-3'-5'0,"-3"1"0,-3 4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6.9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24575,'10'31'0,"16"31"0,-20-49 0,1-1 0,0-1 0,1 1 0,0-1 0,13 12 0,-20-21 0,0-1 0,0 0 0,0 0 0,0 0 0,0 0 0,0-1 0,1 1 0,-1 0 0,0 0 0,0-1 0,1 1 0,-1-1 0,1 1 0,1 0 0,-2-1 0,0 0 0,0-1 0,0 1 0,0 0 0,0 0 0,0 0 0,0 0 0,0-1 0,-1 1 0,1-1 0,0 1 0,0 0 0,0-1 0,-1 1 0,1-1 0,0 0 0,0 1 0,0-2 0,3-3 0,-1 0 0,1 0 0,-1-1 0,0 1 0,4-12 0,-5 12 0,1 0 0,-1-1 0,1 1 0,4-6 0,-6 10 0,0 0 0,0 0 0,0 0 0,0 0 0,1 0 0,-1 0 0,0 0 0,0 1 0,1-1 0,-1 0 0,1 1 0,-1-1 0,0 1 0,1-1 0,-1 1 0,1 0 0,-1-1 0,1 1 0,-1 0 0,1 0 0,-1 0 0,1 0 0,-1 1 0,1-1 0,-1 0 0,1 1 0,-1-1 0,1 1 0,-1-1 0,1 1 0,-1-1 0,2 2 0,4 3 0,0 0 0,0 0 0,-1 1 0,11 11 0,2 1 0,4 1-97,21 18 315,-40-33-431,0 0 1,0 1 0,0-1 0,-1 1-1,1 0 1,4 11 0,-4-5-6614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7.5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0 24575,'-1'1'0,"0"0"0,1-1 0,-1 1 0,1 0 0,-1 0 0,1-1 0,-1 1 0,1 0 0,-1 0 0,1 0 0,0 0 0,0-1 0,-1 1 0,1 0 0,0 0 0,0 0 0,0 0 0,0 0 0,0 0 0,0 0 0,0 1 0,1 0 0,-1 0 0,1 0 0,0 0 0,0 0 0,0 0 0,0 0 0,0-1 0,3 4 0,2 2 0,0 0 0,1 0 0,9 6 0,-14-11 0,3 2 0,0-1 0,1 1 0,-1-1 0,1-1 0,-1 1 0,1-1 0,0 0 0,0 0 0,0 0 0,0-1 0,0 0 0,0 0 0,0-1 0,9 0 0,-12 0 0,1 0 0,-1 0 0,0-1 0,0 0 0,0 1 0,0-1 0,0 0 0,-1 0 0,1-1 0,0 1 0,0-1 0,-1 1 0,1-1 0,-1 0 0,1 0 0,-1 0 0,0 0 0,0 0 0,0-1 0,0 1 0,0 0 0,0-1 0,-1 0 0,1 1 0,-1-1 0,0 0 0,0 0 0,0 0 0,0 0 0,1-3 0,-2 1 0,7-19 0,-7 23 0,0 1 0,0-1 0,1 1 0,-1 0 0,0-1 0,0 1 0,1 0 0,-1-1 0,0 1 0,1 0 0,-1 0 0,0-1 0,1 1 0,-1 0 0,0 0 0,1-1 0,-1 1 0,0 0 0,1 0 0,-1 0 0,1 0 0,-1 0 0,0 0 0,1 0 0,-1-1 0,1 1 0,-1 0 0,0 0 0,1 1 0,-1-1 0,1 0 0,-1 0 0,0 0 0,1 0 0,-1 0 0,1 0 0,-1 0 0,0 1 0,1-1 0,-1 0 0,0 0 0,1 1 0,-1-1 0,0 0 0,1 0 0,-1 1 0,0-1 0,1 0 0,-1 1 0,0-1 0,0 0 0,1 1 0,6 8 29,-1 0-1,1 0 1,8 17-1,4 6-1507,-9-18-5347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8.0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137 8 24575,'-7'-2'0,"1"0"0,0 1 0,-1 0 0,1 0 0,-1 0 0,0 1 0,1 0 0,-1 0 0,1 1 0,-1 0 0,1 0 0,-9 3 0,12-3 0,1 0 0,-1 0 0,1 0 0,0 0 0,-1 0 0,1 1 0,0-1 0,0 1 0,0 0 0,0-1 0,0 1 0,0 0 0,1 0 0,-1 0 0,1 0 0,-1 1 0,1-1 0,0 0 0,-1 0 0,1 1 0,1-1 0,-1 1 0,0-1 0,1 1 0,-1 0 0,1-1 0,-1 1 0,1-1 0,0 1 0,0 0 0,1-1 0,-1 1 0,1 3 0,0-2 0,0-1 0,0 0 0,0 1 0,0-1 0,1 0 0,-1 0 0,1 0 0,-1 0 0,1 0 0,0 0 0,1 0 0,-1-1 0,0 1 0,4 2 0,-4-4 0,-1 0 0,0 0 0,0 0 0,1-1 0,-1 1 0,0-1 0,1 1 0,-1-1 0,0 1 0,1-1 0,-1 0 0,1 0 0,-1 1 0,1-1 0,-1 0 0,1-1 0,-1 1 0,1 0 0,-1 0 0,0 0 0,1-1 0,-1 1 0,1-1 0,-1 1 0,0-1 0,1 0 0,-1 1 0,0-1 0,0 0 0,0 0 0,1 0 0,-1 0 0,0 0 0,0 0 0,0 0 0,1-2 0,11-17 0,-11 15 0,0 1 0,1 0 0,0 0 0,0 0 0,5-6 0,-7 9 0,0 1 0,0-1 0,-1 1 0,1-1 0,0 1 0,0-1 0,0 1 0,0 0 0,0-1 0,0 1 0,0 0 0,-1-1 0,1 1 0,0 0 0,0 0 0,0 0 0,0 0 0,0 0 0,0 0 0,0 0 0,0 1 0,0-1 0,0 0 0,0 0 0,0 1 0,0-1 0,0 1 0,0-1 0,-1 0 0,1 1 0,0 0 0,0-1 0,0 2 0,11 8 0,-2 0 0,1 2 0,-2-1 0,1 1 0,-2 0 0,1 1 0,7 16 0,-11-17-1365,-1-2-5461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8.6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 24575,'6'-1'0,"-1"1"0,1 0 0,0-1 0,-1 2 0,1-1 0,0 1 0,-1 0 0,1 0 0,-1 0 0,1 1 0,-1 0 0,0 0 0,10 5 0,-9-3 0,1 1 0,-1 0 0,0 0 0,-1 0 0,1 1 0,-1 0 0,0 0 0,0 0 0,3 7 0,3 8 0,0 1 0,-2 0 0,-1 0 0,0 1 0,6 35 0,14 108 0,-28-162 0,1-2 0,-1 0 0,0 0 0,1 0 0,-1 0 0,0 1 0,0-1 0,0 0 0,-1 0 0,1 0 0,0 0 0,-1 0 0,1 0 0,-1 0 0,-1 4 0,1-6 0,1 0 0,0 0 0,-1 0 0,1 0 0,0 0 0,0 0 0,-1 0 0,1 0 0,0-1 0,-1 1 0,1 0 0,0 0 0,0 0 0,-1 0 0,1 0 0,0 0 0,-1-1 0,1 1 0,0 0 0,0 0 0,0 0 0,-1 0 0,1-1 0,0 1 0,0 0 0,0 0 0,-1-1 0,1 1 0,0 0 0,0 0 0,0-1 0,0 1 0,0 0 0,0-1 0,-1 1 0,-4-11 0,2 3 0,1 1 0,0-1 0,0 1 0,1-1 0,0 0 0,0 0 0,1 0 0,1-10 0,-1 15 0,1-1 0,-1 1 0,1 0 0,0-1 0,0 1 0,0 0 0,1-1 0,-1 1 0,3-4 0,-2 5 0,-1 1 0,0-1 0,1 1 0,-1-1 0,1 1 0,-1 0 0,1 0 0,0-1 0,-1 1 0,1 0 0,0 0 0,0 1 0,0-1 0,-1 0 0,1 1 0,0-1 0,3 0 0,-1 1 0,-1 0 0,1 0 0,0 1 0,-1-1 0,1 1 0,-1-1 0,1 1 0,0 0 0,5 3 0,33 18 0,-23-12 0,-15-9 0,0 1 0,-1 0 0,1 0 0,0 1 0,-1-1 0,1 1 0,-1 0 0,0 0 0,0 0 0,0 0 0,0 1 0,-1-1 0,1 1 0,-1-1 0,0 1 0,0 0 0,0 0 0,-1 0 0,1 0 0,-1 0 0,0 0 0,0 0 0,0 1 0,-1-1 0,1 0 0,-1 1 0,0-1 0,-2 8 0,2-11-59,0 0 0,0 1-1,0-1 1,-1 1-1,1-1 1,0 0 0,-1 1-1,0-1 1,1 0 0,-1 0-1,0 1 1,1-1 0,-1 0-1,0 0 1,0 0-1,0 0 1,0 0 0,0 0-1,0 0 1,0 0 0,-1 0-1,-1 0 1,-6 3-6767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8.8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 19 24575,'2'-8'0,"-1"1"0,-1 3 0,-3 6 0,-1 4 0,0 4 0,-2 0 0,1 1 0,0-1-8191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19.4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90 42 24575,'2'2'0,"0"-1"0,0 0 0,0 1 0,0 0 0,0 0 0,0-1 0,0 1 0,-1 0 0,1 0 0,-1 0 0,0 1 0,1-1 0,-1 0 0,0 0 0,0 1 0,0-1 0,-1 1 0,1-1 0,-1 1 0,1-1 0,-1 1 0,0-1 0,0 1 0,0-1 0,0 1 0,0-1 0,-1 4 0,1-4 0,-1 1 0,1 0 0,-1-1 0,0 1 0,0-1 0,0 1 0,0-1 0,0 1 0,0-1 0,-1 0 0,1 1 0,-1-1 0,1 0 0,-1 0 0,0 0 0,0 0 0,0 0 0,0-1 0,0 1 0,-1-1 0,1 1 0,0-1 0,-1 0 0,1 0 0,-4 1 0,3-1 0,1-1 0,-1 1 0,1-1 0,-1 0 0,1 0 0,-1 0 0,1 0 0,-1-1 0,1 1 0,-1-1 0,1 0 0,-1 1 0,1-1 0,0 0 0,-1 0 0,1 0 0,0-1 0,0 1 0,0-1 0,0 1 0,0-1 0,0 1 0,0-1 0,1 0 0,-1 0 0,1 0 0,-1 0 0,1 0 0,0 0 0,-1-1 0,1 1 0,0 0 0,1-1 0,-1 1 0,0 0 0,0-4 0,0 2 0,1 1 0,-1 0 0,1-1 0,-1 0 0,1 1 0,0-1 0,0 1 0,1-1 0,-1 1 0,1-1 0,0 1 0,0 0 0,0-1 0,0 1 0,0 0 0,1 0 0,0-1 0,-1 1 0,1 0 0,0 1 0,1-1 0,-1 0 0,0 1 0,1-1 0,4-3 0,0 2 0,-1 1 0,1 0 0,0 0 0,0 1 0,0 0 0,0 0 0,0 0 0,0 1 0,1 0 0,-1 1 0,0 0 0,0 0 0,1 0 0,-1 1 0,0 0 0,0 1 0,1-1 0,10 5 0,8 5 0,1 0 0,-2 2 0,35 23 0,-30-18 0,30 20 0,24 14 0,-82-51 0,-1 0 0,0 0 0,1-1 0,-1 1 0,1 0 0,-1-1 0,1 1 0,0-1 0,-1 0 0,1 1 0,-1-1 0,1 0 0,1 0 0,-2 0 0,0-1 0,-1 1 0,1-1 0,-1 1 0,1 0 0,0-1 0,-1 0 0,1 1 0,-1-1 0,1 1 0,-1-1 0,0 1 0,1-1 0,-1 0 0,0 1 0,1-1 0,-1 0 0,0 0 0,0 1 0,0-1 0,1 0 0,-1 1 0,0-1 0,0 0 0,0 0 0,0 1 0,0-1 0,0 0 0,-1 0 0,1 0 0,-2-40 0,0 23 0,1-29 0,1 45 0,0 1 0,1 0 0,-1-1 0,0 1 0,0 0 0,0-1 0,1 1 0,-1 0 0,1 0 0,-1-1 0,1 1 0,-1 0 0,1 0 0,0 0 0,0 0 0,-1 0 0,1 0 0,0 0 0,0 0 0,0 0 0,0 0 0,0 0 0,0 1 0,1-1 0,-1 0 0,0 1 0,0-1 0,0 1 0,1-1 0,-1 1 0,0 0 0,0-1 0,1 1 0,-1 0 0,0 0 0,1 0 0,-1 0 0,0 0 0,1 0 0,1 1 0,3 0 0,0 0 0,0 1 0,0-1 0,-1 1 0,1 1 0,-1-1 0,9 6 0,45 28 0,69 32 0,-119-64-273,-1 1 0,1 0 0,-1 1 0,14 12 0,-12-10-6553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22.1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500 10 24575,'40'0'0,"-14"-1"0,32 3 0,-52 0 0,-12 2 0,-14 1 0,-41-1 0,-81-3 0,63-3 0,5 3 0,-76-2 0,132-2-455,0 0 0,-31-11 0,36 10-6371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22.5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591 16 24575,'-145'-14'0,"113"12"0,0 2 0,-49 7 0,-55 7 0,65-7 0,-10-4-1365,68-3-5461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4:22.9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 0 24575,'-1'1'0,"0"-1"0,1 0 0,-1 1 0,0-1 0,1 1 0,-1-1 0,1 1 0,-1-1 0,1 1 0,-1-1 0,1 1 0,-1-1 0,1 1 0,0 0 0,-1-1 0,1 1 0,0 0 0,-1-1 0,1 1 0,0 0 0,0-1 0,0 1 0,-1 1 0,2 0 0,-1 0 0,0 0 0,0 0 0,1 0 0,-1 0 0,1 0 0,-1-1 0,1 1 0,1 2 0,2 3 0,0 0 0,1 0 0,6 7 0,7 5 0,0 0 0,0-2 0,2-1 0,21 15 0,91 48 0,-62-48 0,-9-5 0,-59-25 0,0 1 0,0-1 0,0 0 0,1 1 0,-2-1 0,1 1 0,0-1 0,2 3 0,-4-3 0,1-1 0,-1 1 0,0-1 0,0 1 0,0-1 0,1 1 0,-1-1 0,0 1 0,0-1 0,0 1 0,0-1 0,0 1 0,0-1 0,0 1 0,0 0 0,0-1 0,0 1 0,0-1 0,0 1 0,0-1 0,0 1 0,0-1 0,-1 1 0,1-1 0,0 1 0,0-1 0,-1 1 0,1-1 0,0 1 0,-1-1 0,1 1 0,-1-1 0,1 0 0,0 1 0,-1-1 0,1 0 0,-1 1 0,1-1 0,-1 0 0,0 1 0,-12 6 0,0-1 0,-1 0 0,0 0 0,0-2 0,0 0 0,-26 5 0,-9 2 0,-173 68-1284,220-79 1203,-13 6-6745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08.2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21 24575,'-15'-21'0,"39"76"0,27 77 0,2 7 0,-12-29 0,-40-109-136,0 1-1,0 0 1,0 0-1,0-1 1,0 1-1,0-1 1,0 1-1,0-1 0,3 3 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08.4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39 24575,'28'-5'0,"14"-1"0,2-1 0,-4 2 0,-6 1 0,-6 2 0,-5 1 0,-5 0 0,-2 1 0,-2 1 0,-3-4 0,-3-2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08.9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24575,'2'1'0,"0"0"0,1 1 0,-1-1 0,0 1 0,0 0 0,0 0 0,0-1 0,0 1 0,0 1 0,0-1 0,2 3 0,-1 0 0,8 8 0,-2 1 0,1 0 0,-2 0 0,9 21 0,21 63 0,-30-71 0,2-1 0,1-1 0,0 1 0,30 44 0,-36-63-118,0-2-20,-1 1-1,0-1 0,0 1 1,-1 0-1,0 0 1,0 1-1,0-1 1,2 10-1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0.2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107 16 24575,'-2'-2'0,"-1"0"0,0 0 0,0 1 0,1 0 0,-1-1 0,0 1 0,0 0 0,-1 0 0,1 0 0,0 1 0,0-1 0,0 1 0,-6 0 0,7 0 0,0 1 0,0-1 0,-1 1 0,1 0 0,0-1 0,0 1 0,0 0 0,0 1 0,0-1 0,0 0 0,0 0 0,1 1 0,-1-1 0,0 1 0,1 0 0,-1-1 0,1 1 0,0 0 0,-3 4 0,1-1 0,1 0 0,-1 0 0,1 0 0,0 0 0,0 0 0,0 1 0,1-1 0,0 1 0,0-1 0,0 1 0,1-1 0,0 1 0,0 0 0,0-1 0,1 1 0,0-1 0,0 1 0,0-1 0,1 1 0,-1-1 0,1 0 0,1 1 0,-1-1 0,1 0 0,0-1 0,0 1 0,0 0 0,1-1 0,-1 0 0,1 0 0,0 0 0,1 0 0,-1-1 0,9 6 0,9 3 0,1-1 0,29 10 0,-40-17 0,-1-1 0,0 0 0,1-1 0,0 0 0,-1-1 0,1-1 0,12 0 0,-10-2-1365,-2-2-5461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0.6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24575,'1'38'0,"1"-1"0,2 0 0,1 0 0,16 56 0,-14-70 0,1 0 0,1-1 0,0-1 0,2 1 0,1-1 0,0-1 0,2-1 0,19 23 0,-27-36-124,0 0 0,1-1 0,-1 0 0,1 0 0,0 0 0,1-1-1,-1 0 1,1-1 0,-1 1 0,10 1 0,-7-1-6702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1.0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92 1 24575,'-8'1'0,"0"1"0,0-1 0,-1 2 0,1-1 0,0 1 0,-10 5 0,16-7 0,1 0 0,-1 0 0,0 0 0,1 0 0,0 0 0,-1 0 0,1 1 0,-1-1 0,1 0 0,0 1 0,0-1 0,0 1 0,0-1 0,0 1 0,0-1 0,0 1 0,1 0 0,-1-1 0,1 1 0,-1 0 0,1 0 0,-1-1 0,1 1 0,0 0 0,0 0 0,0 0 0,0 0 0,0-1 0,1 1 0,-1 0 0,0 0 0,1 0 0,-1-1 0,1 1 0,1 2 0,6 11 0,2 0 0,-1-1 0,2 0 0,0 0 0,24 22 0,-27-28 0,87 76 0,-21-20 0,-73-63 0,-1-1 0,1 1 0,0-1 0,0 1 0,-1 0 0,1 0 0,-1-1 0,1 1 0,0 0 0,-1 0 0,1 0 0,-1-1 0,0 1 0,1 0 0,-1 0 0,0 0 0,1 0 0,-1 0 0,0 0 0,0 1 0,0-1 0,0 0 0,-1-1 0,1 1 0,-1-1 0,1 1 0,0-1 0,-1 1 0,1-1 0,-1 1 0,1-1 0,-1 0 0,1 1 0,-1-1 0,0 0 0,1 1 0,-1-1 0,1 0 0,-1 0 0,0 1 0,1-1 0,-1 0 0,-1 0 0,-6 1 0,-1 0 0,0 0 0,-13-2 0,14 1 0,-19-2-227,1 0-1,-1-2 1,0-1-1,1-1 1,-30-11-1,42 12-6598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1.3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24575,'31'8'0,"-1"2"0,0 2 0,-1 0 0,0 2 0,-1 1 0,-1 2 0,0 0 0,-1 2 0,-2 1 0,43 42 0,-47-40 0,-1 0 0,-1 1 0,-1 1 0,-1 1 0,-1 0 0,-1 1 0,-2 1 0,0 0 0,-2 0 0,-1 1 0,10 57 0,-17-74 0,-1 0 0,0 0 0,-1 0 0,0 0 0,-3 20 0,2-26 0,0-1 0,-1 1 0,1-1 0,-1 1 0,1-1 0,-2 0 0,1 0 0,0 1 0,-1-2 0,1 1 0,-1 0 0,0 0 0,-1-1 0,1 0 0,-1 1 0,-3 2 0,-1-2-114,0 1 1,0-1-1,-1-1 0,0 0 0,1 0 1,-1 0-1,0-1 0,0-1 0,0 1 1,0-1-1,-18-1 0,9 0-6712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1.7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24575,'0'0'-8191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2.4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12 24575,'1'-12'0,"3"21"0,0 1 0,120 276 0,-15-79 0,-106-203 0,-1 1 0,0-1 0,0 1 0,2 6 0,-4-11 0,0 1 0,0 0 0,1-1 0,-1 1 0,0-1 0,0 1 0,0 0 0,0-1 0,0 1 0,0-1 0,-1 1 0,1 0 0,0-1 0,0 1 0,0-1 0,0 1 0,-1 0 0,0 0 0,1-1 0,-1 1 0,1-1 0,-1 0 0,1 1 0,-1-1 0,1 0 0,-1 0 0,0 1 0,1-1 0,-1 0 0,0 0 0,1 0 0,-1 0 0,1 0 0,-1 0 0,0 0 0,1 0 0,-1 0 0,0 0 0,1-1 0,-1 1 0,0 0 0,-10-5-1365,2 0-5461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2.7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1 359 24575,'10'2'0,"218"27"0,-225-29 0,0 0 0,0 0 0,0 0 0,1 0 0,-1-1 0,0 1 0,0-1 0,0 0 0,0 0 0,0 0 0,5-2 0,-7 2 0,1 0 0,-1-1 0,0 1 0,1 0 0,-1-1 0,0 1 0,0-1 0,0 1 0,0-1 0,0 0 0,0 1 0,-1-1 0,1 0 0,-1 0 0,1 1 0,-1-1 0,1 0 0,-1 0 0,0 0 0,0-3 0,0-8 0,0 0 0,-1-1 0,-1 1 0,0 0 0,-1 1 0,-4-15 0,-33-72 0,17 45 0,10 27 0,10 21 0,-1-1 0,1 0 0,1 0 0,-1 0 0,1 0 0,-2-12 0,13 37 0,29 65 0,90 146 0,-66-144 0,-40-56 0,23 37 0,-38-51-1365,-2-3-5461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3.3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119 0 24575,'-3'0'0,"-1"0"0,0 0 0,0 0 0,0 1 0,0-1 0,1 1 0,-1 0 0,0 0 0,0 0 0,1 1 0,-1-1 0,1 1 0,0 0 0,-1 0 0,1 0 0,0 0 0,0 1 0,0-1 0,0 1 0,1 0 0,-1 0 0,1 0 0,-4 5 0,1-1 0,1 0 0,0 1 0,0-1 0,1 1 0,0 0 0,0 0 0,0 0 0,1 0 0,1 0 0,0 1 0,0-1 0,0 14 0,1-17 0,1 1 0,-1-1 0,1 0 0,1 1 0,-1-1 0,1 0 0,0 0 0,0 0 0,0 0 0,1 0 0,0 0 0,-1-1 0,2 1 0,-1-1 0,1 0 0,-1 0 0,1 0 0,0 0 0,0-1 0,7 5 0,3 0-114,0-1 1,1-1-1,-1 0 0,1 0 0,0-2 1,1 0-1,-1 0 0,1-2 0,-1 0 1,1 0-1,28-2 0,-31-1-6712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4.7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59 32 24575,'-8'-24'0,"7"24"0,1-1 0,0 1 0,0-1 0,-1 1 0,1-1 0,0 1 0,-1-1 0,1 1 0,-1-1 0,1 1 0,0 0 0,-1-1 0,1 1 0,-1 0 0,0-1 0,0 1 0,1 0 0,-1 0 0,1 0 0,0 0 0,-1 0 0,1 0 0,0 0 0,-1 1 0,1-1 0,0 0 0,-1 0 0,1 0 0,0 1 0,-1-1 0,1 0 0,0 0 0,0 1 0,-1-1 0,1 0 0,0 0 0,0 1 0,-1-1 0,1 0 0,0 1 0,0-1 0,0 0 0,0 1 0,-1 0 0,-3 10 0,1 1 0,-1 0 0,2 0 0,0 1 0,-1 15 0,-4 27 0,-2 37 0,8-79 0,1 0 0,1-1 0,1 1 0,0 0 0,4 15 0,-1-10 0,1 0 0,1-1 0,1 1 0,1-1 0,0-1 0,1 1 0,1-2 0,0 1 0,1-2 0,1 1 0,0-2 0,29 23 0,19 8 120,-53-39-368,0-1 1,1 0-1,0 0 1,-1-1-1,18 5 1,-13-6-6579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5.0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208 31 24575,'-16'-5'0,"-6"-1"0,-3-1 0,1 2 0,1 1 0,3 2 0,2 1 0,1 3 0,2 1 0,0 1 0,3 1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5.8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156 18 24575,'0'0'0,"-11"-4"0,0 0 0,0 1 0,0 1 0,-18-2 0,27 4 0,-1 0 0,1 0 0,-1 0 0,1 0 0,0 0 0,-1 1 0,1-1 0,-1 1 0,1-1 0,0 1 0,0 0 0,-1 0 0,1 0 0,0 0 0,0 1 0,0-1 0,0 1 0,0-1 0,0 1 0,1-1 0,-1 1 0,0 0 0,1 0 0,-1 0 0,1 0 0,0 0 0,-2 5 0,1-3 0,0 0 0,1 0 0,0 0 0,-1 0 0,2 1 0,-1-1 0,0 1 0,1-1 0,0 0 0,0 1 0,0-1 0,1 6 0,1-6 0,-1 0 0,0 0 0,1 0 0,0-1 0,0 1 0,0-1 0,0 1 0,1-1 0,-1 0 0,1 0 0,0 0 0,0 0 0,5 4 0,8 5 0,1-1 0,23 12 0,-27-17 0,-1 0 0,0 1 0,0 1 0,-1 0 0,0 1 0,-1 0 0,13 13 0,-22-21 0,0 0 0,0 1 0,0-1 0,-1 0 0,1 0 0,0 1 0,0-1 0,-1 1 0,1-1 0,-1 1 0,1-1 0,-1 0 0,0 1 0,1 0 0,-1-1 0,0 1 0,0-1 0,0 1 0,0-1 0,0 1 0,-1-1 0,1 1 0,0-1 0,-2 3 0,1-2 0,0-1 0,0 1 0,0-1 0,0 1 0,-1-1 0,1 0 0,-1 0 0,1 0 0,-1 1 0,1-2 0,-1 1 0,1 0 0,-1 0 0,0 0 0,0-1 0,1 1 0,-1-1 0,0 1 0,0-1 0,-2 0 0,-26 3 14,0-2 0,-36-3 0,10 0-1421,37 2-5419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6.2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24575,'32'11'0,"0"2"0,-1 1 0,52 31 0,-65-32 0,0 0 0,0 0 0,-1 2 0,-1 0 0,-1 1 0,25 33 0,-26-28 0,-1 0 0,-1 1 0,-1 0 0,0 1 0,10 37 0,-16-43 0,-1 0 0,-1 0 0,-1 0 0,0 0 0,-1 0 0,-1 1 0,-1-1 0,-5 32 0,4-41-68,0 0 0,-1 0-1,0-1 1,-1 1 0,1-1 0,-2 0-1,1 0 1,-1 0 0,0-1 0,0 0-1,-1 0 1,1 0 0,-1 0 0,-1-1-1,1 0 1,-1 0 0,0-1-1,0 0 1,-14 6 0,6-4-6758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7.5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366 21 24575,'-84'1'0,"-90"-2"0,152-2-455,0 0 0,-26-7 0,32 6-6371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17.9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270 16 24575,'0'-3'0,"-2"0"0,-4 0 0,-3 0 0,-5 1 0,-3 1 0,-3 0 0,-1 1 0,-2 0 0,-2 0 0,-2 0 0,-1 1 0,-1-1 0,2 0 0,5 0-8191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20.6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46 112 24575,'-6'-9'0,"0"0"0,1 0 0,0 0 0,0-1 0,1 1 0,1-1 0,-1 0 0,2-1 0,-3-15 0,9 36 0,4 13 0,10 41 0,2-1 0,38 78 0,-56-136 0,13 28-73,-7-17-185,-1-1-1,-1 1 1,0 0-1,3 19 1,-7-22-6568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22.0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2893 31 24575,'-49'1'0,"-65"7"0,55-2 0,-103-5 0,85-2 0,-79-6 0,9-1 0,108 8 0,-263 1 0,185 6 0,-51 1 0,-20-18 0,95 4 0,8-1 0,-73-1 0,-401 9 0,539-2 0,-32-6 0,32 4 0,-30-2 0,0 4 0,-92 3 0,69 11-1365,60-12-5461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26.4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428 29 24575,'-158'-24'0,"127"21"0,-1 1 0,-63 6 0,86-3 0,-1 1 0,1 0 0,-1 0 0,1 1 0,0 1 0,-10 4 0,16-6 0,-1 0 0,2 0 0,-1 0 0,0 0 0,0 0 0,1 1 0,-1-1 0,1 1 0,-3 3 0,4-5 0,0 1 0,0 0 0,1-1 0,-1 1 0,0 0 0,1 0 0,-1 0 0,1 0 0,-1 0 0,1 0 0,0 0 0,0-1 0,0 1 0,0 0 0,0 0 0,1 0 0,0 3 0,0-1 0,1-1 0,-1 1 0,1-1 0,0 1 0,0-1 0,1 0 0,-1 0 0,1 0 0,-1 0 0,1 0 0,6 4 0,3 2 0,23 13 0,90 35 0,-83-41 0,47 28 0,-84-42 0,-1 1 0,1 0 0,-1 0 0,0 0 0,0 0 0,0 1 0,5 5 0,-9-8 0,1 0 0,0 1 0,-1-1 0,1 0 0,-1 0 0,1 0 0,-1 1 0,0-1 0,1 0 0,-1 1 0,0-1 0,0 0 0,0 1 0,0-1 0,0 0 0,0 1 0,0-1 0,0 0 0,-1 0 0,1 1 0,0-1 0,-1 0 0,1 0 0,-1 1 0,0-1 0,1 0 0,-1 0 0,0 0 0,0 0 0,0 0 0,1 0 0,-1 0 0,-2 1 0,-1 2 0,0-1 0,-1 1 0,1-1 0,-1 0 0,0 0 0,0-1 0,0 1 0,0-1 0,0 0 0,-10 2 0,-7 0 0,-29 3 0,39-6 0,8-1-105,-1 1 0,1-1 0,0 0 0,-1-1 0,1 1 0,-1-1 0,1 0 0,0 0 0,0 0 0,-1-1 0,1 1 0,-5-4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26.8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203 1 24575,'-22'2'0,"-11"2"0,-1-1 0,2-1 0,4 0 0,4-1 0,6-3 0,7-1-8191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27.0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205 19 24575,'-28'-7'0,"-11"-1"0,-2 5 0,6 4 0,7 5 0,8 4 0,7 0-8191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27.6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1 24575,'-1'1'0,"0"1"0,0-1 0,1 1 0,-1-1 0,0 1 0,1 0 0,-1-1 0,1 1 0,-1 0 0,1-1 0,0 1 0,0 0 0,0 0 0,0-1 0,0 1 0,0 0 0,0 0 0,1-1 0,0 4 0,12 36 0,-11-34 0,124 263 0,-76-172 0,-40-80 0,-2 0 0,0 0 0,-1 1 0,8 35 0,-15-52 0,0-1 0,1 1 0,-1-1 0,0 1 0,0-1 0,0 1 0,-1-1 0,1 1 0,0-1 0,0 1 0,-1-1 0,1 1 0,-1-1 0,1 0 0,-1 1 0,0-1 0,1 0 0,-1 1 0,0-1 0,0 0 0,-2 2 0,1-1 0,0-1 0,0 0 0,0 0 0,0 0 0,0 0 0,-1 0 0,1 0 0,0 0 0,0-1 0,-1 1 0,1-1 0,-4 0 0,-2 0 0,1 0 0,0 0 0,0-1 0,0 0 0,1-1 0,-1 1 0,0-1 0,-11-5 0,11 3 0,0 0 0,0 0 0,1-1 0,-1 0 0,1 0 0,0-1 0,1 0 0,-1 0 0,1 0 0,0 0 0,1-1 0,-1 0 0,1 0 0,1 0 0,-1-1 0,1 1 0,1-1 0,-1 0 0,1 1 0,0-1 0,1 0 0,0 0 0,1 0 0,-1-1 0,1 1 0,1 0 0,0 0 0,0 0 0,0 0 0,1 0 0,0 0 0,1 1 0,0-1 0,7-13 0,8-8-1365,-10 16-5461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27.8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0 24575,'0'3'0,"-2"3"0,-1 3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28.5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1 418 24575,'103'0'0,"-103"0"0,1 1 0,-1-1 0,1 0 0,-1 0 0,1 0 0,-1 0 0,1 0 0,-1 0 0,0 0 0,1-1 0,-1 1 0,1 0 0,-1 0 0,0 0 0,1 0 0,-1 0 0,1-1 0,-1 1 0,0 0 0,1 0 0,-1-1 0,1 1 0,-6-7 0,-23-10 0,17 11 0,6 2 0,0 0 0,0-1 0,1 1 0,0-1 0,-1 0 0,2-1 0,-1 1 0,0 0 0,1-1 0,0 0 0,1 0 0,-1 0 0,-1-8 0,0 0 0,1 0 0,0 0 0,1 0 0,0 0 0,1-15 0,2 12 0,0 0 0,1-1 0,5-20 0,-5 30 0,0 0 0,1 0 0,0 1 0,0-1 0,1 1 0,0-1 0,0 1 0,10-13 0,-11 17 0,0 0 0,0 0 0,1 0 0,0 1 0,-1-1 0,1 1 0,0 0 0,0 0 0,0 0 0,0 0 0,8-1 0,-4 1 0,0 1 0,0 0 0,0 1 0,0-1 0,0 2 0,9 0 0,2 2 0,-1 1 0,1 1 0,-1 1 0,31 13 0,-47-18 0,11 5 0,-1-1 0,0 2 0,-1-1 0,21 16 0,-30-20 0,0 0 0,1 1 0,-1-1 0,0 0 0,0 1 0,0-1 0,-1 1 0,1 0 0,-1-1 0,1 1 0,-1 0 0,0 0 0,0 0 0,0 0 0,0 0 0,-1 0 0,1 0 0,-1 1 0,0-1 0,0 0 0,0 0 0,0 0 0,-1 0 0,1 0 0,-1 0 0,-1 5 0,-3 3 0,1 0 0,-11 17 0,10-21 0,1 0 0,0 1 0,1-1 0,-1 1 0,2 0 0,-5 16 0,7-22 0,0 0 0,-1 0 0,1 0 0,0 0 0,0 0 0,1 0 0,-1 0 0,0-1 0,1 1 0,-1 0 0,1 0 0,0 0 0,-1-1 0,1 1 0,0 0 0,0 0 0,0-1 0,2 3 0,-1-2 0,1 0 0,-1 0 0,0 0 0,1-1 0,-1 1 0,1-1 0,0 0 0,-1 1 0,1-1 0,0 0 0,3 0 0,6 1 0,2 0 0,-1-1 0,0 0 0,17-2 0,-25 1 0,32-7 75,-31 6-281,0-1 0,-1 1 1,1 1-1,0-1 0,0 1 1,8 0-1,-5 2-6620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29.7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501 7 24575,'-30'3'0,"-18"0"0,-5 1 0,1-2 0,4 0 0,6-1 0,7 0 0,4-1 0,6 0 0,4 0 0,3-3 0,2 0 0,2-1 0,0 2 0,0 0 0,0 1 0,0-2 0,2-1-8191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30.0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308 46 24575,'-30'-5'0,"-13"-5"0,-1 1 0,4 0 0,7 3 0,6 2 0,5 2 0,4 3 0,3 2 0,0 1 0,4 1 0,1 1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30.4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24575,'177'127'0,"-151"-108"0,78 61 0,-103-79 0,0 0 0,0 0 0,0-1 0,-1 1 0,1 0 0,0 0 0,0 0 0,-1 0 0,1 0 0,0 0 0,-1 0 0,1 0 0,-1 0 0,0 0 0,1 0 0,-1 0 0,0 0 0,1 2 0,-1-2 0,-1 0 0,1 0 0,0 0 0,0 0 0,-1 0 0,1 0 0,-1 0 0,1 0 0,-1-1 0,1 1 0,-1 0 0,1 0 0,-1 0 0,0-1 0,1 1 0,-1 0 0,-1 0 0,-4 3 0,0 0 0,-1-1 0,0 0 0,-12 4 0,9-3 0,-149 64-1033,152-65 701,-5 3-6494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31.6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1 412 24575,'21'-5'0,"0"1"0,0 0 0,0 2 0,0 1 0,35 1 0,-39 1 0,-6-3 0,-16-3 0,-21-6 0,21 9 0,-3 0 0,0-1 0,1-1 0,0 1 0,0-1 0,0 0 0,0-1 0,1 0 0,-1 0 0,1 0 0,1-1 0,-1 0 0,1 0 0,0 0 0,0-1 0,0 0 0,1 0 0,1 0 0,-1 0 0,1-1 0,-4-12 0,3 7 0,1-1 0,0 1 0,1 0 0,1 0 0,0-1 0,2-24 0,0 32 0,0 0 0,0 0 0,1 0 0,-1 0 0,1 0 0,1 1 0,-1-1 0,1 1 0,0 0 0,0-1 0,0 1 0,1 1 0,0-1 0,0 0 0,0 1 0,0 0 0,9-7 0,-5 7 0,-1 0 0,1 0 0,-1 1 0,1 0 0,0 0 0,1 1 0,-1-1 0,0 2 0,1-1 0,-1 2 0,1-1 0,-1 1 0,1 0 0,-1 0 0,1 1 0,-1 1 0,0-1 0,11 4 0,-8-1 0,-1-1 0,0 1 0,0 0 0,0 1 0,0 0 0,-1 1 0,0 0 0,0 1 0,0-1 0,-1 2 0,0-1 0,0 1 0,11 16 0,-16-21 0,-1 1 0,-1-1 0,1 0 0,0 1 0,-1-1 0,0 1 0,0 0 0,0-1 0,0 1 0,0 0 0,-1-1 0,0 1 0,0 0 0,0 0 0,0-1 0,-1 7 0,-2 0 0,0 0 0,-1 0 0,0-1 0,-7 14 0,-9 21 0,19-42 0,1-1 0,-1 1 0,1 0 0,-1 0 0,1 0 0,0-1 0,0 1 0,-1 0 0,2 0 0,-1 0 0,0 0 0,0 0 0,0 0 0,1-1 0,-1 1 0,1 0 0,0 0 0,1 2 0,-1-1 0,1-1 0,0 0 0,0 0 0,0 0 0,0 0 0,0 0 0,0 0 0,1 0 0,-1-1 0,0 1 0,4 0 0,5 3 0,1 0 0,-1-2 0,1 1 0,17 1 0,-20-3-170,0 0-1,0-1 0,0 0 1,1-1-1,-1 0 0,0 0 1,14-3-1,-13-1-6655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32.1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297 18 24575,'-28'-3'0,"-11"0"0,-2 0 0,4 0 0,5 2 0,6-1 0,5 2 0,3 0 0,3 0 0,0 0 0,2 0 0,1-3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32.3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221 65 24575,'-27'-13'0,"-12"-3"0,-2 0 0,3 6 0,7 4 0,5 3 0,7 3-8191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34.1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281 46 24575,'0'-1'0,"0"-1"0,0 1 0,-1 0 0,1 0 0,-1 0 0,1-1 0,-1 1 0,0 0 0,1 0 0,-1 0 0,0 0 0,0 0 0,1 0 0,-1 1 0,0-1 0,0 0 0,0 0 0,0 0 0,0 1 0,0-1 0,-1 1 0,1-1 0,-1 0 0,-31-10 0,28 9 0,-6-1 0,0 1 0,1 0 0,-1 0 0,0 1 0,-19 1 0,24 0 0,0 1 0,1 0 0,-1 0 0,0 0 0,0 0 0,1 1 0,-1 0 0,1 0 0,-1 1 0,1-1 0,0 1 0,-6 5 0,10-7 0,-1 0 0,1 0 0,0 0 0,-1 0 0,1 0 0,0 0 0,0 1 0,0-1 0,0 0 0,0 1 0,0-1 0,0 1 0,1-1 0,-1 1 0,1 0 0,-1-1 0,1 1 0,-1 0 0,1-1 0,0 1 0,0 0 0,0-1 0,0 1 0,0 0 0,0-1 0,0 1 0,0 0 0,1-1 0,-1 1 0,1 0 0,-1-1 0,1 1 0,0-1 0,1 3 0,1 1 0,1 0 0,0-1 0,0 1 0,0-1 0,0 0 0,1 0 0,0 0 0,6 4 0,29 15 0,1-2 0,43 17 0,-35-17 0,-44-19 0,0 0 0,0 1 0,0 0 0,6 5 0,-10-8 0,-1 1 0,1-1 0,0 1 0,-1-1 0,1 1 0,-1-1 0,1 1 0,-1-1 0,1 1 0,-1-1 0,1 1 0,-1 0 0,0-1 0,1 1 0,-1 0 0,0-1 0,0 1 0,1 0 0,-1-1 0,0 1 0,0 0 0,0-1 0,0 1 0,0 0 0,0 0 0,0-1 0,0 1 0,0 0 0,0 0 0,-1-1 0,1 1 0,0 0 0,0-1 0,-1 1 0,1 0 0,0-1 0,-1 1 0,1-1 0,-1 1 0,1 0 0,0-1 0,-1 1 0,0-1 0,1 1 0,-1-1 0,0 1 0,-4 2 0,1 0 0,-1 0 0,0-1 0,-1 0 0,1 0 0,0 0 0,0-1 0,-1 1 0,1-1 0,-8 0 0,-10 1 0,-26-1 0,30-2 0,-87 8 118,40-1-1601,53-5-5343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34.4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525 1 24575,'-30'0'0,"-15"0"0,-5 0 0,1 0 0,2 0 0,3 0 0,4 0 0,5 0 0,2 0 0,2 0 0,4 2 0,2 1 0,-1 1 0,3 1 0,4 0-8191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35.1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67 0 24575,'9'23'0,"1"0"0,2 0 0,0-1 0,24 32 0,-21-33 0,-7-9 0,2 3 0,14 27 0,-22-38 0,0-1 0,0 1 0,-1 0 0,0 0 0,0-1 0,0 1 0,0 0 0,-1 0 0,0 0 0,1 0 0,-1 0 0,-1 0 0,0 7 0,1-9 0,-1-1 0,0 1 0,1-1 0,-1 1 0,0-1 0,0 1 0,0-1 0,0 0 0,0 1 0,0-1 0,0 0 0,0 0 0,0 0 0,0 0 0,-1 0 0,-2 1 0,1 0 0,0-1 0,-1 1 0,1-1 0,-1 0 0,1 0 0,-1 0 0,-4-1 0,-4 1 0,-1-1 0,0 0 0,-15-3 0,22 1 0,-1 0 0,0 0 0,1 0 0,-1-1 0,1 0 0,0 0 0,0 0 0,0-1 0,0 0 0,1 0 0,-1-1 0,-6-7 0,11 12 0,1-1 0,-1 1 0,0-1 0,1 1 0,-1-1 0,0 0 0,1 1 0,-1-1 0,1 0 0,-1 0 0,1 1 0,0-1 0,-1 0 0,1 0 0,0 0 0,0 1 0,-1-1 0,1 0 0,0 0 0,0 0 0,0 0 0,0 0 0,0 1 0,0-1 0,0 0 0,0 0 0,0 0 0,1 0 0,-1 0 0,0 1 0,0-1 0,1 0 0,-1 0 0,0 0 0,1 1 0,-1-1 0,1 0 0,-1 1 0,1-1 0,0 0 0,-1 1 0,1-1 0,0 1 0,-1-1 0,1 1 0,0-1 0,0 1 0,0-1 0,4-2 0,0 1 0,0-1 0,1 1 0,-1 0 0,0 1 0,8-2 0,60-7 0,21-4 0,-58 7-1365,-22 5-5461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35.5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 24575,'2'0'0,"-1"0"0,-1-2 0,-3-1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38.0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397 39 24575,'355'23'0,"-294"-20"0,230 1 0,-176-5 0,-114 1 0,-3-2 0,-10-2 0,-14-4 0,-23-3 0,0 3 0,-1 2 0,-62 0 0,103 6 0,-78-7 0,50 4 0,0 0 0,1 3 0,-49 4 0,-71 15 0,97-14-227,-1-2-1,1-4 1,-1-2-1,1-2 1,-91-21-1,125 21-6598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40.5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24575,'6'150'0,"-1"-108"0,2 0 0,2-1 0,2-1 0,2 1 0,1-2 0,29 56 0,-29-71-1365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40.9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24575,'11'36'0,"25"54"0,-16-42 0,19 38 0,9 26 0,-47-109 15,0 0 0,0 0 0,0 0 0,-1 0 0,0 0 0,1 0 0,-1 4 0,0-5-86,-1-1 1,1 0-1,0 0 0,0 1 0,-1-1 1,1 0-1,-1 0 0,1 0 1,-1 0-1,1 1 0,-1-1 0,0 0 1,1 0-1,-1 0 0,0 0 1,0 0-1,0-1 0,0 1 0,0 0 1,-2 1-1,-5 2-6755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41.1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354 16 24575,'-30'-3'0,"-12"0"0,-5 0 0,1 0 0,4 1 0,3 1 0,4 1 0,5-1 0,5 1 0,7 0-8191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47.4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339 45 24575,'-19'-7'0,"7"2"0,-11-2 0,-5-1 0,-34-6 0,52 12 0,-1 1 0,1 0 0,-1 1 0,1 0 0,0 1 0,-1 0 0,-10 3 0,13-2 0,2-1 0,0 0 0,0 1 0,0 0 0,0 0 0,-8 5 0,13-7 0,0 1 0,0-1 0,0 1 0,1-1 0,-1 1 0,0 0 0,1-1 0,-1 1 0,0 0 0,1 0 0,-1-1 0,1 1 0,-1 0 0,1 0 0,0 0 0,-1 0 0,1 1 0,0-1 0,0 1 0,0-1 0,0 0 0,0 0 0,0 1 0,1-1 0,-1 0 0,0 0 0,1 0 0,-1 1 0,1-1 0,-1 0 0,1 0 0,0 0 0,0 0 0,1 2 0,5 4 0,1 1 0,0-2 0,1 1 0,-1-1 0,1 0 0,17 7 0,6 5 0,-27-15 0,-1 1 0,1 0 0,0-1 0,-1 1 0,0 1 0,0-1 0,0 1 0,-1 0 0,5 7 0,-7-11 0,0 1 0,-1-1 0,1 0 0,-1 1 0,1-1 0,-1 0 0,1 1 0,-1-1 0,0 1 0,0-1 0,1 1 0,-1-1 0,0 1 0,-1-1 0,1 1 0,0-1 0,0 1 0,-1-1 0,1 1 0,0-1 0,-1 0 0,0 1 0,1-1 0,-1 0 0,0 1 0,1-1 0,-1 0 0,0 0 0,0 1 0,0-1 0,0 0 0,0 0 0,-1 0 0,1-1 0,0 1 0,0 0 0,-1 0 0,1 0 0,0-1 0,-1 1 0,1-1 0,-2 1 0,-4 1 0,1 0 0,0 0 0,-1-1 0,0 0 0,1 0 0,-9 0 0,-42-3 0,18 0 0,24 2-1365,3 0-5461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48.3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1209 16 24575,'0'2'0,"0"-1"0,-1 1 0,1-1 0,-1 0 0,1 0 0,-1 1 0,1-1 0,-1 0 0,0 0 0,0 0 0,0 1 0,0-1 0,0 0 0,0 0 0,0 0 0,0-1 0,0 1 0,-2 1 0,-23 12 0,13-11 0,0 0 0,0-1 0,0 0 0,-1-1 0,1 0 0,0-1 0,-14-2 0,-9 0 0,-245-24 0,153 9 0,121 17 0,-234-17 0,178 17 0,-52 1 0,63 6 0,33-4 0,-31 2 0,7-5-1365,30 0-5461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49.4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59 19 24575,'-1'0'0,"0"-2"0,-1 1 0,1-1 0,0 1 0,-1-1 0,1 1 0,-1 0 0,0 0 0,0 0 0,1 0 0,-1 0 0,0 0 0,0 0 0,0 0 0,0 1 0,0-1 0,-2 0 0,4 2 0,-1-1 0,1 0 0,0 0 0,-1 1 0,1-1 0,0 1 0,0-1 0,0 0 0,-1 1 0,1-1 0,0 0 0,0 1 0,0-1 0,0 1 0,0-1 0,0 1 0,0-1 0,0 0 0,0 1 0,0-1 0,0 1 0,0-1 0,0 1 0,0-1 0,0 0 0,0 1 0,0-1 0,0 1 0,1-1 0,-1 1 0,6 17 0,-5-16 0,26 70 0,46 109 0,-69-172 0,10 18 0,-1 0 0,-1 2 0,14 55 0,-25-83 0,-1 1 0,0-1 0,1 0 0,-1 0 0,0 0 0,0 0 0,0 1 0,0-1 0,0 0 0,-1 0 0,1 0 0,0 0 0,0 1 0,-1-1 0,1 0 0,-1 0 0,1 0 0,-1 0 0,0 1 0,0-1 0,0 0 0,1-1 0,-1 1 0,0-1 0,0 1 0,0-1 0,0 0 0,0 1 0,0-1 0,1 0 0,-1 0 0,0 1 0,0-1 0,0 0 0,0 0 0,0 0 0,0 0 0,-2 0 0,-2-1 0,0-1 0,0 1 0,0-1 0,0 1 0,0-2 0,-9-4 0,1-1 0,0 0 0,0-1 0,1 0 0,0-1 0,1-1 0,0 0 0,-10-13 0,17 19 0,1 1 0,0-1 0,0 0 0,1 0 0,-1 0 0,1 0 0,0 0 0,0 0 0,1-1 0,0 1 0,0-1 0,0 1 0,0-1 0,1 1 0,0-1 0,0 1 0,1-1 0,0 1 0,-1-1 0,2 1 0,-1-1 0,4-8 0,9-14-26,-11 23-122,0-1-1,0 0 0,-1 0 0,0 0 0,0 0 0,0 0 1,0-1-1,0-6 0,-2 1-6677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49.6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15 24575,'-3'-7'0,"0"-1"0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51.9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1 344 24575,'27'-2'0,"0"-1"0,-1-1 0,35-10 0,-54 13 0,-6 1 0,0-1 0,0 1 0,0 0 0,-1 0 0,1 0 0,0-1 0,0 1 0,0-1 0,0 1 0,-1 0 0,1-1 0,0 1 0,0-1 0,-1 0 0,2 0 0,-2 0 0,0 1 0,0 0 0,0-1 0,0 1 0,0 0 0,0 0 0,0-1 0,0 1 0,0 0 0,0-1 0,0 1 0,0 0 0,0-1 0,0 1 0,-1 0 0,1 0 0,0-1 0,0 1 0,0 0 0,0 0 0,-1-1 0,1 1 0,0 0 0,0 0 0,-1 0 0,1-1 0,0 1 0,0 0 0,-1 0 0,-4-3 0,0 0 0,0 0 0,-9-3 0,8 4 0,-2-1 0,0-1 0,1 0 0,-1 0 0,1-1 0,0 0 0,0 0 0,1 0 0,0-1 0,0 0 0,0 0 0,1-1 0,0 0 0,0 0 0,0 0 0,1 0 0,0-1 0,1 1 0,-1-1 0,2 0 0,-1 0 0,1-1 0,0 1 0,-1-14 0,3 17 0,-1 1 0,1 0 0,0-1 0,1 1 0,-1 0 0,1-1 0,0 1 0,0 0 0,0 0 0,0 0 0,1 0 0,2-5 0,-1 5 0,0 0 0,0 0 0,0 0 0,1 1 0,-1-1 0,1 1 0,0 0 0,0 0 0,0 1 0,8-5 0,-5 4 0,1-1 0,0 1 0,0 1 0,0 0 0,0 0 0,1 0 0,14 0 0,1 2 0,35 3 0,-51-2 0,-1 0 0,1 0 0,-1 0 0,0 1 0,1 1 0,-1-1 0,9 5 0,-13-5 0,0-1 0,-1 1 0,1 0 0,-1 0 0,0 0 0,1 0 0,-1 0 0,0 1 0,0-1 0,0 0 0,-1 1 0,1 0 0,-1-1 0,1 1 0,-1 0 0,0 0 0,0 0 0,0 0 0,0 0 0,0 4 0,0-1 0,-1 0 0,-1 0 0,1-1 0,-1 1 0,1 0 0,-2-1 0,1 1 0,-1 0 0,1-1 0,-6 11 0,-3 8 0,9-21 0,0 1 0,0-1 0,0 1 0,0-1 0,1 1 0,-1-1 0,1 1 0,0 0 0,1 5 0,-1-8 0,0 1 0,1-1 0,-1 0 0,1 0 0,-1 1 0,1-1 0,-1 0 0,1 0 0,0 1 0,0-1 0,0 0 0,-1 0 0,1 0 0,0 0 0,0 0 0,0 0 0,1-1 0,-1 1 0,0 0 0,0-1 0,0 1 0,1 0 0,-1-1 0,0 1 0,0-1 0,1 0 0,1 1 0,12 1 8,0-1-1,0-1 1,24-2-1,-3 1-1402,-23 1-5431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52.6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203 11 24575,'-9'-3'0,"1"1"0,-1 0 0,1 1 0,-1 0 0,0 0 0,1 1 0,-1 0 0,0 1 0,1-1 0,-16 5 0,18-4 0,1 1 0,0-1 0,-1 1 0,1 1 0,0-1 0,0 1 0,1 0 0,-1 0 0,0 0 0,1 0 0,0 1 0,0 0 0,0 0 0,0 0 0,1 0 0,-1 1 0,1-1 0,-2 6 0,4-8 0,0 0 0,0-1 0,0 1 0,1 0 0,-1 0 0,1 0 0,-1 0 0,1-1 0,0 1 0,0 0 0,0 0 0,0 0 0,0 0 0,0 0 0,0 0 0,1 0 0,-1-1 0,1 1 0,-1 0 0,1 0 0,0 0 0,0-1 0,0 1 0,0 0 0,0-1 0,0 1 0,0-1 0,0 1 0,1-1 0,-1 0 0,0 0 0,1 1 0,-1-1 0,1 0 0,0 0 0,2 1 0,7 3 0,0 1 0,0-2 0,0 0 0,19 5 0,-19-7 0,3 2-273,0-2 0,0 0 0,1-1 0,20 0 0,-23-1-6553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54.7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106 43 24575,'-2'-4'0,"1"0"0,0 0 0,-1 0 0,1 0 0,-1 0 0,0 1 0,-3-6 0,4 9 0,1-1 0,-1 0 0,0 1 0,1-1 0,-1 1 0,0-1 0,0 1 0,1-1 0,-1 1 0,0 0 0,0-1 0,0 1 0,0 0 0,1 0 0,-1-1 0,0 1 0,0 0 0,0 0 0,0 0 0,0 0 0,0 0 0,1 0 0,-1 0 0,0 1 0,0-1 0,0 0 0,0 0 0,0 1 0,1-1 0,-1 0 0,0 1 0,0-1 0,1 1 0,-1-1 0,0 1 0,0 0 0,-4 3 0,0 0 0,1 0 0,0 0 0,0 0 0,0 1 0,1 0 0,-1 0 0,1 0 0,0 0 0,1 0 0,-1 0 0,1 1 0,0 0 0,0-1 0,1 1 0,-2 8 0,0 10 0,1 0 0,2 41 0,0-39 0,4 45 0,3-1 0,3 0 0,27 99 0,-33-155-151,0 1-1,1-1 0,1 1 0,0-1 1,1-1-1,0 1 0,1-1 1,15 18-1,-9-14-6674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55.4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24575,'4'0'0,"0"1"0,-1-1 0,1 1 0,-1 0 0,1 1 0,-1-1 0,0 0 0,1 1 0,-1 0 0,0 0 0,0 0 0,5 4 0,2 3 0,19 20 0,8 17 0,-1 1 0,-3 1 0,-2 2 0,-2 2 0,28 67 0,-46-92 0,-1 1 0,-1 0 0,-1 0 0,-2 1 0,5 41 0,-11-62 11,0-1 0,-1 1 0,1 0 0,-1-1 0,-1 1 0,0-1-1,0 0 1,0 0 0,-1 1 0,-6 11 0,3-8-259,-1-1 1,0 1-1,-1-1 1,0-1-1,-16 16 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56.3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40 24575,'3'-2'0,"13"-6"0,1 1 0,28-10 0,-41 16 0,0 0 0,0 0 0,0 0 0,0 0 0,0 1 0,1 0 0,-1 0 0,0 0 0,0 0 0,0 1 0,0-1 0,1 1 0,-1 0 0,0 0 0,0 1 0,-1-1 0,7 4 0,-8-3 0,0 0 0,0 0 0,0 0 0,-1 0 0,1 0 0,-1 0 0,1 0 0,-1 0 0,0 1 0,0-1 0,0 0 0,0 1 0,-1-1 0,1 1 0,0-1 0,-1 1 0,0-1 0,0 1 0,0 0 0,0-1 0,0 5 0,-1 2 0,0-1 0,-1 1 0,0-1 0,0 0 0,-4 11 0,-14 15 0,4-6 0,15-27 0,1 0 0,-1-1 0,1 1 0,0 0 0,0-1 0,-1 1 0,1 0 0,0-1 0,0 1 0,0 0 0,0 0 0,0-1 0,0 1 0,0 0 0,0-1 0,0 1 0,0 0 0,0 0 0,1-1 0,-1 1 0,0 0 0,0-1 0,1 1 0,-1 0 0,1 0 0,0 0 0,0 0 0,0-1 0,0 1 0,0 0 0,0 0 0,0-1 0,0 1 0,0-1 0,1 1 0,-1-1 0,0 0 0,0 1 0,2-1 0,6 1 0,0 0 0,0-1 0,13-1 0,-14 1 0,83-2-1365,-78 2-5461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5:56.9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88 24575,'0'23'0,"0"25"0,0-43 0,1-1 0,-1 1 0,1-1 0,0 0 0,0 0 0,1 1 0,0-1 0,2 4 0,-4-7 0,0-1 0,0 1 0,0-1 0,1 1 0,-1-1 0,0 1 0,0-1 0,1 0 0,-1 1 0,0-1 0,0 0 0,1 1 0,-1-1 0,1 0 0,-1 1 0,0-1 0,1 0 0,-1 0 0,1 1 0,-1-1 0,0 0 0,1 0 0,1-8 0,-4-16 0,-27-88 0,29 111 0,-1 0 0,1 0 0,0 0 0,0 0 0,-1 0 0,1 0 0,0-1 0,0 1 0,0 0 0,0 0 0,0 0 0,1 0 0,-1 0 0,0 0 0,0 0 0,1-1 0,-1 1 0,1 0 0,-1 0 0,1 0 0,-1 0 0,1 0 0,-1 1 0,1-1 0,1-2 0,0 3 0,-1-1 0,0 1 0,0-1 0,1 1 0,-1 0 0,1-1 0,-1 1 0,0 0 0,1 0 0,-1 0 0,0 0 0,1 0 0,-1 0 0,1 1 0,-1-1 0,0 0 0,1 1 0,-1-1 0,0 1 0,1-1 0,0 2 0,14 6 0,-1 1 0,0 0 0,17 15 0,26 17 0,-47-35 0,41 22 0,-48-26 0,1 0 0,-1-1 0,0 1 0,1-1 0,-1 0 0,1-1 0,0 1 0,-1-1 0,10 0 0,-13 0 0,1 0 0,-1 0 0,1-1 0,-1 1 0,0-1 0,1 1 0,-1-1 0,0 1 0,1-1 0,-1 0 0,0 0 0,0 1 0,1-1 0,-1 0 0,0 0 0,0 0 0,0-1 0,0 1 0,1-2 0,-1 1 0,0-1 0,0 0 0,0 1 0,0-1 0,-1 0 0,1 1 0,-1-1 0,1 0 0,-1-5 0,0-1 0,-1 1 0,0-1 0,-1 0 0,0 1 0,-5-15 0,3 12-110,3 7-15,0 0-1,-1 0 1,1 0-1,-1 0 1,0 0-1,0 0 0,-1 1 1,1-1-1,-5-4 1,-1 2-6701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01.8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0 245 24575,'43'-1'0,"45"-7"0,-30 3 0,59 3 0,-1 0 0,649-10 0,-623 12 0,-160-1 0,1-1 0,-26-6 0,19 3 0,-30-6 0,1-3 0,0-2 0,1-2 0,-54-28 0,46 14 0,53 28 0,-1-1 0,1 0 0,1-1 0,-1 1 0,-9-12 0,15 17 0,1-1 0,-1 0 0,1 1 0,-1-1 0,1 1 0,-1-1 0,1 0 0,0 0 0,-1 1 0,1-1 0,0 0 0,-1 0 0,1 1 0,0-1 0,0 0 0,0 0 0,0 1 0,0-2 0,0 1 0,0 1 0,0-1 0,1 1 0,-1 0 0,0 0 0,0-1 0,1 1 0,-1 0 0,0-1 0,1 1 0,-1 0 0,0 0 0,1-1 0,-1 1 0,1 0 0,-1 0 0,0 0 0,1 0 0,-1 0 0,0-1 0,1 1 0,-1 0 0,1 0 0,0 0 0,3 0 0,0 0 0,0 0 0,-1 1 0,1-1 0,7 3 0,40 14 0,48 23 0,-53-19 0,376 155 0,-417-174 0,0 1 0,0-1 0,-1 0 0,1 1 0,5 4 0,-9-6 0,-1-1 0,1 1 0,-1 0 0,1-1 0,-1 1 0,1-1 0,-1 1 0,1 0 0,-1-1 0,0 1 0,1 0 0,-1 0 0,0-1 0,0 1 0,1 0 0,-1 0 0,0-1 0,0 2 0,0-1 0,0 0 0,-1 0 0,1 0 0,0 0 0,-1 0 0,1 0 0,-1 0 0,1 0 0,-1-1 0,0 1 0,1 0 0,-1 0 0,0-1 0,1 1 0,-1 0 0,0-1 0,0 1 0,-1 0 0,-4 3 0,0-1 0,-1 0 0,1 0 0,0 0 0,-1-1 0,-13 3 0,-45 3 0,39-5 0,-80 6 0,58-6 0,0 2 0,1 2 0,-54 14 0,85-15-1365,5 0-5461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03.5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240 138 24575,'-17'-15'0,"-12"-11"0,-2 1 0,-1 1 0,-39-22 0,70 46 0,0 0 0,1-1 0,-1 1 0,0 0 0,0 0 0,1-1 0,-1 1 0,0 0 0,0 0 0,0 0 0,1 0 0,-1 0 0,0 0 0,0 0 0,1 0 0,-1 1 0,0-1 0,0 0 0,1 0 0,-1 1 0,0-1 0,0 0 0,1 1 0,-1-1 0,0 1 0,1-1 0,-1 1 0,1-1 0,-1 1 0,1-1 0,-1 1 0,1-1 0,-1 1 0,1 0 0,-1-1 0,1 1 0,0 0 0,-1 1 0,-2 4 0,0 1 0,1-1 0,-3 12 0,2-6 0,-2 6 0,1 0 0,1 0 0,0 0 0,1 1 0,1-1 0,3 36 0,1-24 0,2 0 0,0-1 0,15 44 0,-3-28 0,2 0 0,2-1 0,37 57 0,92 115 0,-149-216 0,29 38 0,10 15 0,-35-44-1365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03.7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339 46 24575,'-30'-7'0,"-13"-3"0,-3 0 0,3 2 0,6 3 0,7 1 0,7 3 0,4 2 0,2 3 0,3-1 0,3 3 0,1-1 0,2 2 0,0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04.0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24575,'0'2'0,"0"4"0,3 1 0,0 1 0,3 2 0,2 2 0,1 2 0,0-3 0,2-2 0,-1 0 0,0-2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04.2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30 24575,'-2'-10'0,"-2"-1"0,1 4 0,1 6 0,0 5 0,1 5 0,0 6 0,1 2 0,0-1-8191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04.5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13 24575,'5'8'0,"-1"0"0,1 0 0,1 0 0,-1-1 0,1 0 0,1 0 0,-1 0 0,1-1 0,0 0 0,16 9 0,-20-13 0,0 0 0,0-1 0,0 1 0,0-1 0,1 1 0,-1-1 0,1 0 0,-1-1 0,1 1 0,-1-1 0,1 1 0,-1-1 0,1 0 0,-1 0 0,1-1 0,-1 1 0,1-1 0,-1 0 0,1 0 0,-1 0 0,1 0 0,-1 0 0,0-1 0,0 1 0,0-1 0,0 0 0,0 0 0,0 0 0,0-1 0,4-4 0,-2 1 0,0 0 0,-1-1 0,6-10 0,-7 12 0,0 0 0,1-1 0,-1 1 0,1 1 0,0-1 0,8-8 0,-11 12 0,0 0 0,0 1 0,0-1 0,1 0 0,-1 1 0,0-1 0,0 1 0,0-1 0,0 1 0,1 0 0,-1 0 0,0-1 0,0 1 0,1 0 0,-1 0 0,0 0 0,1 0 0,-1 0 0,0 1 0,2-1 0,-1 1 0,1 0 0,-1 0 0,0 0 0,0 1 0,0-1 0,1 0 0,-2 1 0,1 0 0,4 3 0,-1 1 0,0 1 0,0 0 0,0 0 0,-1 1 0,5 8 0,9 31-1365,-14-34-5461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05.0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163 511 24575,'-21'-8'0,"-30"-9"0,45 16 0,1 0 0,0 0 0,-1 0 0,1 1 0,-1-1 0,1 1 0,-1 1 0,1-1 0,-1 1 0,1 0 0,-8 2 0,12-3 0,0 1 0,0-1 0,0 0 0,0 1 0,0-1 0,0 1 0,0 0 0,0-1 0,1 1 0,-1 0 0,0-1 0,0 1 0,1 0 0,-1 0 0,0 0 0,1 0 0,-1 0 0,1 0 0,-1 0 0,1 0 0,-1 2 0,1-2 0,-1 1 0,1 0 0,0 0 0,1 0 0,-1 0 0,0-1 0,0 1 0,1 0 0,-1 0 0,1-1 0,1 4 0,2 4 0,1-1 0,0 0 0,13 13 0,-17-19 0,7 7 0,0 0 0,1 0 0,0-2 0,0 1 0,17 10 0,-20-15 0,-1 1 0,1-1 0,0-1 0,0 1 0,1-1 0,-1 0 0,0-1 0,1 0 0,-1 0 0,1 0 0,12 0 0,-17-1 0,0-1 0,1 1 0,-1 0 0,0-1 0,0 0 0,0 1 0,0-1 0,0 0 0,0 0 0,0 0 0,0 0 0,0-1 0,0 1 0,0 0 0,2-4 0,-1 2 0,-1 0 0,0 0 0,0 0 0,-1 0 0,1 0 0,0 0 0,-1-1 0,0 1 0,1-5 0,0-2 0,0 0 0,-1-1 0,-1 1 0,0-1 0,-2-19 0,-2 2 0,-1 2 0,-2-1 0,-14-38 0,-40-73 0,-60-78 0,119 214 0,1-1 0,-1 1 0,1 0 0,-1-1 0,1 1 0,-1 0 0,0 0 0,0 0 0,-4-3 0,6 5 0,0 0 0,-1 0 0,1 0 0,0 0 0,0 0 0,0 0 0,0 0 0,0 0 0,-1 0 0,1 0 0,0 0 0,0 0 0,0 0 0,0 0 0,-1 0 0,1 0 0,0 0 0,0 1 0,0-1 0,0 0 0,0 0 0,0 0 0,-1 0 0,1 0 0,0 0 0,0 0 0,0 0 0,0 1 0,0-1 0,0 0 0,0 0 0,0 0 0,0 0 0,-1 0 0,1 1 0,0-1 0,0 0 0,0 0 0,0 0 0,0 0 0,0 0 0,0 1 0,0-1 0,0 0 0,0 0 0,0 0 0,0 0 0,0 1 0,1-1 0,-1 9 0,5 19 0,2-1 0,1 0 0,16 37 0,4-2 0,2 0 0,2-2 0,4-2 0,50 65 0,-73-106-1365,-2-3-5461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06.5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145 325 24575,'167'264'0,"-164"-259"0,-4-4 0,-8-8 0,-13-14 0,-37-34 0,-16-18 0,62 58 0,0 0 0,0-1 0,-12-22 0,12 14 0,1 0 0,1-1 0,-10-30 0,17 43 0,1-1 0,0 0 0,1 0 0,1 0 0,0 0 0,0 0 0,1 0 0,3-21 0,-2 30 0,0-1 0,0 1 0,0 0 0,1 0 0,0 0 0,0 0 0,0 0 0,0 0 0,0 0 0,1 0 0,0 1 0,-1-1 0,1 1 0,1 0 0,-1 0 0,0 0 0,1 0 0,-1 1 0,1-1 0,5-1 0,-3 1 0,0 1 0,-1 0 0,1 0 0,0 1 0,0 0 0,0 0 0,0 0 0,0 1 0,0-1 0,0 1 0,0 1 0,0-1 0,0 1 0,9 3 0,-4-1 0,0 1 0,0 0 0,0 1 0,0 0 0,-1 1 0,14 10 0,-20-14 0,-1 1 0,0 0 0,-1 0 0,1 0 0,0 0 0,-1 0 0,1 0 0,-1 1 0,0-1 0,1 4 0,-2-4 0,0-1 0,0 0 0,-1 1 0,1-1 0,-1 1 0,0-1 0,0 1 0,0-1 0,0 1 0,0-1 0,-1 0 0,1 1 0,-1-1 0,1 1 0,-1-1 0,0 0 0,-2 4 0,0-1 0,0-1 0,0 1 0,0-1 0,-1 0 0,1 0 0,-1-1 0,0 1 0,0-1 0,-1 0 0,1 0 0,-1 0 0,0 0 0,1-1 0,-7 2 0,-9 4 0,0-2 0,-23 5 0,-29 0 131,22-5-1627,33-3-5330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06.9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211 92 24575,'-23'-11'0,"2"1"0,-1 0 0,0 1 0,0 1 0,-40-8 0,60 16 0,1 0 0,0 0 0,-1-1 0,1 1 0,-1 0 0,1 0 0,-1 0 0,1 0 0,-1 1 0,1-1 0,0 0 0,-1 1 0,1-1 0,0 1 0,-1-1 0,1 1 0,0-1 0,-1 1 0,1 0 0,0 0 0,0 0 0,0 0 0,0 0 0,-2 1 0,3 0 0,-1-1 0,1 1 0,-1-1 0,1 1 0,-1-1 0,1 1 0,0-1 0,0 1 0,0 0 0,0-1 0,0 1 0,0-1 0,0 1 0,0 0 0,1-1 0,-1 1 0,1-1 0,-1 1 0,1-1 0,-1 1 0,2 1 0,3 4 0,-1 1 0,1-1 0,0 0 0,1 0 0,0-1 0,0 1 0,1-1 0,-1-1 0,1 1 0,0-1 0,10 5 0,-5-3 0,-1-2 0,1 1 0,1-1 0,-1-1 0,1 0 0,24 4 0,-31-8 0,0 0 0,0 1 0,0-2 0,0 1 0,0-1 0,0 0 0,0 0 0,0-1 0,-1 1 0,1-1 0,-1-1 0,8-3 0,-11 5 0,0 0 0,1-1 0,-1 1 0,0-1 0,0 0 0,0 0 0,0 0 0,0 0 0,0 0 0,0 0 0,-1 0 0,1-1 0,-1 1 0,1-1 0,-1 1 0,0-1 0,0 1 0,0-1 0,-1 0 0,1 1 0,-1-1 0,1 0 0,-1 0 0,0 0 0,0 1 0,0-1 0,0 0 0,-1-3 0,-1 1 0,1 0 0,-1 0 0,0 0 0,-1 0 0,1 1 0,-1-1 0,1 1 0,-2 0 0,1 0 0,0 0 0,-1 0 0,1 1 0,-9-7 0,6 5 0,-1 0 0,0 1 0,0 0 0,0 0 0,-1 1 0,1 0 0,-1 0 0,-8-2 0,-4 2-1365,3 1-5461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07.8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254 673 24575,'6'-36'0,"-3"1"0,-1-1 0,-4-61 0,-1 74 0,0 0 0,-2 0 0,-1 1 0,0-1 0,-2 1 0,-17-36 0,-9 0 0,-2 1 0,-49-58 0,85 114 0,-9-11 0,5 6 0,-1 0 0,0 1 0,-5-6 0,10 10 0,0 1 0,-1 0 0,1 0 0,0-1 0,0 1 0,0 0 0,-1 0 0,1 0 0,0-1 0,-1 1 0,1 0 0,0 0 0,0 0 0,-1 0 0,1 0 0,0-1 0,-1 1 0,1 0 0,0 0 0,-1 0 0,1 0 0,0 0 0,-1 0 0,1 0 0,0 0 0,-1 0 0,1 0 0,0 1 0,-1-1 0,1 0 0,0 0 0,0 0 0,-1 0 0,1 0 0,0 0 0,-1 1 0,1-1 0,0 0 0,0 0 0,-1 1 0,1-1 0,0 0 0,0 0 0,0 1 0,-1-1 0,1 0 0,0 0 0,0 1 0,0-1 0,0 0 0,0 1 0,-1-1 0,1 0 0,0 1 0,0-1 0,0 1 0,-3 21 0,3-20 0,-1 33 0,1 0 0,1 0 0,3-1 0,0 1 0,3 0 0,0-1 0,19 50 0,-19-68 0,0-1 0,1 0 0,1 0 0,0 0 0,1-1 0,1-1 0,0 0 0,0 0 0,2-1 0,-1-1 0,1 0 0,1 0 0,0-1 0,1-1 0,0-1 0,0 0 0,25 9 0,-7-5 0,44 11 0,-64-20 0,0-1 0,0 0 0,0-1 0,0 0 0,1-1 0,21-2 0,-28 1 0,0-1 0,0 0 0,0 0 0,0-1 0,0 0 0,-1 0 0,1 0 0,-1-1 0,10-6 0,-13 7 0,1 0 0,-1 0 0,0-1 0,0 1 0,0 0 0,0-1 0,-1 0 0,1 0 0,-1 0 0,0 0 0,0 0 0,-1 0 0,1 0 0,-1-1 0,0 1 0,1-7 0,-1 1 0,0 0 0,-1 0 0,-1 0 0,0 0 0,0 1 0,-5-19 0,5 24 0,0 0 0,-1 0 0,1 0 0,-1 0 0,0 0 0,0 0 0,0 0 0,-1 1 0,0-1 0,1 1 0,-1 0 0,0 0 0,-1 0 0,1 0 0,0 1 0,-1-1 0,-7-3 0,10 5 0,0 1 0,0-1 0,0 1 0,0 0 0,0-1 0,0 1 0,0 0 0,0 0 0,0 0 0,0 0 0,0 0 0,0 0 0,0 0 0,0 0 0,0 0 0,0 0 0,0 0 0,0 1 0,0-1 0,0 0 0,0 1 0,-1 0 0,1 0 0,-1 0 0,1 1 0,0-1 0,0 0 0,0 1 0,0-1 0,0 1 0,0-1 0,0 1 0,0-1 0,-1 4 0,0 3 0,0 0 0,0 0 0,1 0 0,-1 11 0,2-13 0,0-1 0,0 1 0,0-1 0,1 0 0,0 1 0,0-1 0,0 0 0,1 0 0,-1 1 0,1-1 0,1 0 0,-1-1 0,1 1 0,0 0 0,0-1 0,0 1 0,4 3 0,1 0 0,0-1 0,1 0 0,0 0 0,0-1 0,1 0 0,0-1 0,12 6 0,-8-5 0,1 0 0,0 0 0,0-2 0,0 0 0,0 0 0,0-2 0,1 0 0,19 0 0,-22-2-108,-4 1-144,-1-1 1,0-1 0,0 1-1,12-4 1,-10 1-6575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08.2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346 20 24575,'-23'-6'0,"-38"-6"0,53 11 0,0 1 0,-1 0 0,1 0 0,0 0 0,0 1 0,0 0 0,0 1 0,-10 2 0,15-3 0,1 0 0,-1 0 0,1 1 0,-1-1 0,1 0 0,0 1 0,0 0 0,0-1 0,0 1 0,0 0 0,0 0 0,0 0 0,0 0 0,1 0 0,-3 4 0,3-2 0,-1 0 0,0 0 0,1 0 0,0 1 0,0-1 0,0 0 0,1 0 0,-1 9 0,2 1 0,0-1 0,1 1 0,1-1 0,0 0 0,5 15 0,-1-9 0,1 0 0,0-1 0,2 1 0,0-2 0,0 1 0,2-2 0,0 1 0,1-2 0,28 27 0,-41-42 0,1 1 0,0-1 0,-1 1 0,1-1 0,0 1 0,-1-1 0,1 1 0,-1 0 0,1-1 0,-1 1 0,1 0 0,-1 0 0,1-1 0,-1 1 0,0 0 0,0 0 0,1 0 0,-1 0 0,0-1 0,0 1 0,0 0 0,0 0 0,0 0 0,0 0 0,0 1 0,-1-1 0,1 0 0,-1 0 0,0 0 0,0 0 0,0 0 0,0 0 0,1 0 0,-1-1 0,0 1 0,-1 0 0,1 0 0,0-1 0,0 1 0,0-1 0,0 1 0,0-1 0,-1 0 0,0 1 0,-42 9-225,1-2-1,-1-2 1,-49 1-1,79-6-237,-19 1-6363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0.7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 32 24575,'-1'-1'0,"1"0"0,0 1 0,-1-1 0,1 1 0,0-1 0,0 0 0,0 1 0,-1-1 0,1 0 0,0 0 0,0 1 0,0-1 0,0 0 0,0 1 0,0-1 0,0 0 0,0 1 0,1-1 0,-1 0 0,0 1 0,0-1 0,0 0 0,1-1 0,0 1 0,0 1 0,0-1 0,0 0 0,0 0 0,0 1 0,0-1 0,0 0 0,0 1 0,0-1 0,0 1 0,0-1 0,3 0 0,2 0 0,1 0 0,1 0 0,11 0 0,-17 1 0,14 0 0,-1 1 0,0 0 0,1 1 0,-1 1 0,0 0 0,20 8 0,-26-8 0,-1 0 0,0 1 0,-1 0 0,1 0 0,-1 1 0,0 0 0,0 0 0,0 1 0,0 0 0,-1 0 0,0 1 0,9 12 0,-14-17 0,0 0 0,0 0 0,0 0 0,0-1 0,0 1 0,0 0 0,-1 0 0,1 1 0,0-1 0,-1 0 0,0 0 0,0 0 0,0 0 0,0 0 0,0 0 0,0 1 0,0-1 0,0 0 0,-1 0 0,1 0 0,-1 0 0,0 0 0,0 0 0,0 0 0,0 0 0,0 0 0,0-1 0,0 1 0,0 0 0,-1-1 0,1 1 0,-1 0 0,1-1 0,-1 0 0,-2 2 0,-4 3 0,-1 0 0,0-1 0,0 0 0,0-1 0,-1 0 0,-10 3 0,2-2 0,0 0 0,-1-1 0,-34 2 0,40-5 0,0-1 0,0 0 0,0-1 0,0-1 0,0 0 0,-18-5 0,30 6 0,-1 1 0,1-1 0,-1 0 0,0 1 0,1-1 0,-1 0 0,1 0 0,0 0 0,-1 0 0,1 0 0,0 0 0,-1 0 0,1-1 0,0 1 0,0 0 0,0-1 0,0 1 0,1-1 0,-1 1 0,0-1 0,0 0 0,1 1 0,-1-1 0,1 1 0,0-1 0,-1 0 0,1 0 0,0 1 0,0-1 0,0 0 0,0 1 0,0-1 0,1 0 0,-1 0 0,0 1 0,1-1 0,-1 1 0,2-3 0,0-2 0,1-1 0,0 1 0,0-1 0,0 1 0,1 0 0,0 1 0,0-1 0,6-5 0,-5 6-273,0 1 0,0-1 0,0 1 0,11-6 0,-4 4-6553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1.2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402 295 24575,'-30'-33'0,"-103"-106"0,112 120 0,-1 1 0,0 1 0,-2 1 0,-45-23 0,65 37 0,0 0 0,0 0 0,-1 0 0,1 1 0,-1-1 0,1 1 0,-8 0 0,11 1 0,-1 0 0,1 0 0,0 0 0,-1 0 0,1 1 0,0-1 0,-1 1 0,1-1 0,0 1 0,0-1 0,-1 1 0,1-1 0,0 1 0,0 0 0,0 0 0,0 0 0,0 0 0,0 0 0,0 0 0,0 0 0,1 0 0,-1 0 0,0 0 0,1 0 0,-1 0 0,0 1 0,1-1 0,-1 0 0,1 0 0,-1 3 0,-1 5 0,0 1 0,1 0 0,0 0 0,0 0 0,1 1 0,0-1 0,1 0 0,2 10 0,2 10 0,14 40 0,-6-33 0,1 0 0,3-1 0,35 60 0,80 91 0,17-8 0,-116-145 0,1-1 0,72 54 0,-89-77-1365,-3-2-5461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1.4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59 0 24575,'-25'3'0,"-8"0"-8191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1.7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24575,'15'15'0,"7"10"0,6 8 0,2 6 0,2 5 0,-3 1 0,-1 1 0,0-2 0,0-1 0,1-4 0,-3-2 0,-3-3 0,-5-5 0,-6-4 0,-5-5 0,-4-2 0,-4-5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2.3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0 502 24575,'64'-2'0,"0"2"0,66 10 0,-95-7 0,-29-3 0,0 1 0,1-1 0,-1 0 0,1 0 0,-1-1 0,1 0 0,-1 0 0,12-5 0,-15 5 0,0 0 0,0-1 0,-1 1 0,1-1 0,0 0 0,-1 0 0,0 0 0,1 0 0,-1-1 0,0 1 0,0-1 0,0 1 0,-1-1 0,1 0 0,0 1 0,-1-1 0,0 0 0,0 0 0,0 0 0,1-3 0,-1-2 0,1 0 0,-2 0 0,1 0 0,-1 0 0,0 0 0,-1 0 0,0 0 0,0 0 0,-4-12 0,-2-4 0,-18-40 0,-2 11 0,-42-63 0,13 23 0,48 82 0,10 16 0,9 22 0,7 11 0,173 330 0,-187-363 0,48 73 0,-45-70 0,-1 0 0,2 0 0,-1-1 0,1 0 0,0-1 0,17 11 0,-24-16 0,1 0 0,-1 0 0,0-1 0,1 1 0,-1-1 0,0 1 0,1-1 0,-1 1 0,1-1 0,-1 0 0,1 0 0,-1 1 0,0-1 0,1 0 0,-1 0 0,1-1 0,-1 1 0,1 0 0,-1 0 0,1-1 0,-1 1 0,2-2 0,-1 1 0,0 0 0,-1 0 0,1-1 0,-1 1 0,1-1 0,-1 0 0,1 1 0,-1-1 0,0 0 0,0 0 0,0 0 0,0 0 0,1-3 0,1-4 0,0 0 0,-1-1 0,-1 1 0,1-1 0,-1-14 0,-2-7 0,0-16 0,2 43 0,-1 1 0,1-1 0,-1 0 0,1 1 0,0-1 0,0 0 0,1 1 0,-1-1 0,3-4 0,-3 7 0,-1 1 0,1-1 0,-1 0 0,1 1 0,-1-1 0,1 0 0,0 1 0,-1-1 0,1 1 0,-1-1 0,1 1 0,0-1 0,0 1 0,-1 0 0,1-1 0,0 1 0,0 0 0,-1-1 0,1 1 0,0 0 0,0 0 0,0 0 0,0 0 0,1 0 0,-1 0 0,1 1 0,0-1 0,0 1 0,-1-1 0,1 1 0,0 0 0,-1 0 0,1 0 0,0 0 0,2 2 0,3 4 0,1 0 0,-1 1 0,7 10 0,-10-13 0,15 20 0,-4-5 0,32 34 0,-43-50 0,1 1 0,0-1 0,0 0 0,0-1 0,0 1 0,1-1 0,0 0 0,-1 0 0,1-1 0,0 1 0,0-2 0,10 3 0,-14-4 0,0 1 0,1-1 0,-1 0 0,1 0 0,-1 0 0,1-1 0,-1 1 0,1 0 0,-1-1 0,1 0 0,-1 1 0,0-1 0,0 0 0,1 0 0,-1-1 0,0 1 0,0 0 0,0-1 0,0 1 0,2-3 0,1-1 0,-1-1 0,1 0 0,-1 0 0,-1 0 0,5-11 0,-7 16-119,-1 1 62,0-1 1,0 1-1,1-1 1,-1 1-1,0 0 0,0-1 1,0 1-1,0 0 0,1-1 1,-1 1-1,0 0 0,0-1 1,1 1-1,-1 0 0,0 0 1,1-1-1,-1 1 1,0 0-1,1 0 0,-1-1 1,1 1-1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2.7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24575,'16'27'0,"6"15"0,3 2 0,-3-3 0,-3-7 0,-4-6 0,-8-9 0,-7-9 0,-6-9 0,-5-7 0,-1-3-8191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2.9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 7 24575,'-7'-5'0,"-3"3"0,0 5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3.2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153 1 24575,'-6'0'0,"1"0"0,-1 0 0,0 1 0,1-1 0,0 2 0,-1-1 0,1 0 0,0 1 0,-8 3 0,12-4 0,-1 0 0,0 1 0,1-1 0,-1 0 0,1 1 0,-1-1 0,1 0 0,0 1 0,-1 0 0,1-1 0,0 1 0,0 0 0,0 0 0,0-1 0,1 1 0,-1 0 0,0 0 0,1 0 0,-1 0 0,1 0 0,0 0 0,-1 0 0,1 0 0,0 0 0,0 0 0,1 0 0,-1 0 0,1 4 0,1 3 0,1-1 0,-1 1 0,2-1 0,-1 1 0,10 14 0,29 39 0,-16-25 0,-6-9 0,-13-20 0,-1-1 0,-1 2 0,1-1 0,5 13 0,-11-20 0,1 0 0,-1 1 0,0-1 0,0 0 0,1 0 0,-1 1 0,0-1 0,0 0 0,0 1 0,0-1 0,0 0 0,0 0 0,-1 1 0,1-1 0,0 0 0,-1 1 0,1-1 0,-1 0 0,1 0 0,-2 2 0,1-1 0,-1 0 0,0 1 0,0-1 0,0 0 0,0 0 0,-1 0 0,1-1 0,-5 4 0,-3 0 0,0 0 0,-1 0 0,-16 4 0,-5-1-682,-39 7-1,40-11-6143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4.1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418 73 24575,'-48'-19'0,"-52"-14"0,77 27 0,0 1 0,-1 1 0,1 1 0,-38 0 0,54 3 0,0 1 0,0-1 0,1 1 0,-1 1 0,0-1 0,1 1 0,-1 0 0,-10 6 0,14-6 0,0 0 0,0-1 0,0 1 0,0 1 0,1-1 0,-1 0 0,1 1 0,0-1 0,0 1 0,0 0 0,0 0 0,0-1 0,1 1 0,-1 0 0,1 1 0,-1-1 0,1 0 0,0 0 0,0 5 0,-1 5 0,1-1 0,0 1 0,1 0 0,1-1 0,0 1 0,0 0 0,4 13 0,0-8 0,1 0 0,0 1 0,2-2 0,9 19 0,10 8 0,1-2 0,53 61 0,140 152 0,-208-240 0,6 8-455,-1 0 0,24 42 0,-37-56-6371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4.3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327 0 24575,'-30'0'0,"-12"0"0,-2 0 0,4 0 0,4 0 0,5 0 0,6 0 0,5 3 0,3 0 0,1 0 0,2 0 0,3-1-8191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4.7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1 24575,'-1'0'0,"0"0"0,0 0 0,1 0 0,-1 1 0,0-1 0,0 0 0,0 1 0,1-1 0,-1 0 0,0 1 0,0-1 0,1 1 0,-1 0 0,0-1 0,1 1 0,-1-1 0,1 1 0,-1 0 0,1 0 0,-1-1 0,1 1 0,-1 0 0,1 0 0,0-1 0,-1 1 0,1 0 0,0 1 0,0 0 0,0-1 0,0 1 0,1-1 0,-1 1 0,1-1 0,-1 0 0,1 1 0,0-1 0,-1 0 0,1 1 0,0-1 0,0 0 0,0 0 0,2 2 0,4 4 0,1 0 0,0-1 0,13 8 0,-4-3 0,1-1 0,1 0 0,22 7 0,-33-14 0,0 0 0,0-1 0,1 0 0,-1 0 0,0-1 0,1 0 0,-1-1 0,1 0 0,-1 0 0,14-3 0,-19 3 0,0-1 0,0 1 0,0-1 0,0 0 0,-1 0 0,1 0 0,0-1 0,-1 1 0,1-1 0,-1 1 0,1-1 0,-1 0 0,0 0 0,0 0 0,1 0 0,-1 0 0,-1-1 0,1 1 0,0 0 0,-1-1 0,1 0 0,-1 1 0,0-1 0,0 0 0,0 0 0,0 1 0,0-1 0,0 0 0,-1 0 0,0 0 0,1 0 0,-2-5 0,1-3 0,0 8 0,-1 1 0,1-1 0,0 1 0,0-1 0,0 1 0,0 0 0,1-1 0,-1 1 0,1-1 0,-1 1 0,1-1 0,0 1 0,1-3 0,-1 5 0,-1-1 0,1 1 0,-1 0 0,1 0 0,-1-1 0,1 1 0,-1 0 0,1 0 0,-1 0 0,1 0 0,-1-1 0,1 1 0,-1 0 0,1 0 0,-1 0 0,1 0 0,-1 0 0,1 0 0,0 1 0,-1-1 0,1 0 0,-1 0 0,1 0 0,-1 0 0,1 1 0,-1-1 0,0 0 0,1 0 0,-1 1 0,1 0 0,16 11 0,-13-9 0,3 3-70,16 13-254,1-1 0,1-1 1,39 21-1,-55-34-6502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5.1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24 24575,'8'7'0,"0"0"0,1-1 0,0 0 0,0 0 0,1-1 0,18 7 0,-27-12 0,0 1 0,0-1 0,-1 0 0,1 1 0,0-1 0,0 0 0,0 0 0,0 0 0,0 0 0,0 0 0,0 0 0,0 0 0,0 0 0,0 0 0,0 0 0,0 0 0,0-1 0,0 1 0,0 0 0,0-1 0,0 1 0,-1-1 0,1 1 0,0-1 0,0 1 0,0-1 0,-1 0 0,2 0 0,1-3 0,-1 0 0,1 1 0,-1-1 0,0 0 0,2-7 0,7-13 0,-10 23 0,-1 0 0,1 0 0,0 0 0,0 1 0,-1-1 0,1 0 0,0 0 0,0 0 0,0 1 0,0-1 0,0 0 0,0 1 0,0-1 0,0 1 0,0-1 0,2 0 0,1 1 0,-1 0 0,1 0 0,-1 0 0,1 0 0,-1 0 0,0 1 0,1 0 0,-1-1 0,1 1 0,-1 1 0,0-1 0,6 3 0,5 4 0,19 14 0,-20-12 0,4 1-227,-1 1-1,0 1 1,-1 1-1,-1 0 1,21 26-1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5.4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192 0 24575,'-30'0'0,"-28"4"0,49-3 0,1 1 0,-1-1 0,1 2 0,0-1 0,0 1 0,0 0 0,1 0 0,-10 6 0,15-8 0,1 0 0,-1 0 0,1 0 0,-1 0 0,1 1 0,0-1 0,-1 0 0,1 1 0,0-1 0,0 0 0,0 1 0,0 0 0,0-1 0,0 1 0,1-1 0,-1 1 0,1 0 0,-1 0 0,1-1 0,-1 3 0,1-2 0,0 1 0,1-1 0,-1 0 0,1 1 0,-1-1 0,1 0 0,0 0 0,-1 0 0,1 0 0,0 0 0,1 0 0,-1 0 0,3 3 0,3 4 0,1-1 0,0 0 0,1-1 0,0 0 0,10 6 0,1 0 0,0 0 0,25 9 0,-35-17 0,1-1 0,0 0 0,1-1 0,-1 0 0,1-1 0,14 1 0,-23-3 0,0 1 0,0-1 0,0 0 0,0-1 0,0 1 0,0-1 0,0 1 0,0-1 0,-1 0 0,1 0 0,0 0 0,0 0 0,-1-1 0,1 1 0,-1-1 0,1 1 0,-1-1 0,0 0 0,1 0 0,-1 0 0,0 0 0,2-4 0,-2 3 0,0-1 0,-1 1 0,1-1 0,-1 0 0,1 0 0,-1 0 0,-1 1 0,1-1 0,0 0 0,-1 0 0,0 0 0,0 0 0,0 0 0,-1 0 0,1 0 0,-2-4 0,-3-13-1365,-3 3-5461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5.9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24575,'298'456'0,"-255"-389"0,-46-73 0,-1 1 0,-1 0 0,-8-7 0,-4-6 0,7 6 0,0 0 0,-12-21 0,19 28 0,0-1 0,0 1 0,1-1 0,-1 0 0,1 0 0,1 0 0,-1 0 0,1 0 0,-1-9 0,2 13 0,0 0 0,0 0 0,0-1 0,1 1 0,-1 0 0,1 0 0,-1 0 0,1 0 0,-1 0 0,1 0 0,0 0 0,0 0 0,0 0 0,0 0 0,1 1 0,-1-1 0,0 0 0,2-1 0,0 1 0,0 0 0,0 0 0,-1 0 0,1 1 0,0-1 0,0 1 0,0 0 0,1 0 0,-1 0 0,5-1 0,3 1 0,-1 0 0,1 0 0,0 1 0,-1 1 0,1 0 0,13 3 0,25 3 0,-36-6 0,0 1 0,0 0 0,0 1 0,0 0 0,24 10 0,-35-11 0,1 0 0,0 0 0,-1 0 0,1 0 0,-1 0 0,1 1 0,-1-1 0,0 1 0,0-1 0,0 1 0,0 0 0,-1 0 0,1 0 0,1 6 0,1 4 0,0 0 0,2 19 0,2 3 0,-6-16 120,-2-18-164,0-1 1,0 1-1,0-1 0,0 1 1,0-1-1,0 1 0,0-1 1,-1 1-1,1-1 0,0 1 1,0-1-1,-1 0 0,1 1 1,0-1-1,-1 1 0,1-1 0,0 0 1,-1 1-1,1-1 0,-1 0 1,1 1-1,0-1 0,-1 0 1,1 0-1,-1 1 0,1-1 1,-1 0-1,1 0 0,-1 0 1,1 0-1,-1 1 0,1-1 1,-2 0-1,-6-1-6782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6.1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30 24575,'0'-10'0,"0"-1"0,0 4 0,0 6 0,0 5 0,0 5 0,0 3 0,0 2 0,0 2 0,0-3-8191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6.5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310 0 24575,'1'4'0,"0"0"0,-1-1 0,1 1 0,-1 0 0,0 0 0,0 0 0,-1-1 0,1 1 0,-1 0 0,1 0 0,-1-1 0,-1 1 0,1 0 0,0-1 0,-1 1 0,-4 6 0,-1 1 0,-1 1 0,0-1 0,-13 13 0,15-18 0,0 1 0,-1-1 0,1 0 0,-2-1 0,1 0 0,0 0 0,-1-1 0,0 0 0,-11 5 0,13-7 0,0-1 0,1 1 0,-1-1 0,0-1 0,0 1 0,0-1 0,0 0 0,0 0 0,0-1 0,0 1 0,0-1 0,1-1 0,-1 1 0,-10-5 0,10 4 0,1-1 0,0 1 0,0-1 0,0 0 0,1-1 0,-1 1 0,1-1 0,-1 0 0,1 0 0,1 0 0,-1-1 0,-5-7 0,7 9 0,1 1 0,0-1 0,0 1 0,0-1 0,0 0 0,0 0 0,1 1 0,-1-1 0,1 0 0,0 0 0,0 1 0,0-1 0,0 0 0,0 0 0,0 0 0,1 1 0,-1-1 0,1 0 0,0 1 0,0-1 0,0 0 0,0 1 0,1-1 0,-1 1 0,0 0 0,1-1 0,0 1 0,2-2 0,0-1 0,1 1 0,0 0 0,0 0 0,0 1 0,0-1 0,1 1 0,-1 1 0,1-1 0,0 1 0,8-3 0,-6 3 0,1-1 0,-1 2 0,1-1 0,-1 2 0,1-1 0,0 1 0,9 1 0,-11 0-227,0 0-1,0 1 1,0-1-1,0 2 1,12 4-1,-10-2-6598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6:16.9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24575,'10'8'0,"-1"-1"0,1 0 0,1 0 0,-1-1 0,1 0 0,16 6 0,-11-6 0,-2 1 0,26 17 0,-8 1 0,-17-12 0,27 17 0,-37-27 0,-1-1 0,1 1 0,0-1 0,0 0 0,1 0 0,-1-1 0,0 1 0,1-1 0,-1 0 0,8 0 0,-11-1 0,-1 0 0,1 0 0,-1-1 0,1 1 0,-1 0 0,1-1 0,-1 1 0,1-1 0,-1 1 0,1-1 0,-1 0 0,0 1 0,1-1 0,-1 0 0,0 0 0,0 0 0,1 0 0,-1 0 0,0 0 0,0 0 0,0-1 0,0 1 0,0 0 0,-1 0 0,1-1 0,0 1 0,0-3 0,2-4 0,-1 0 0,0 0 0,-1 0 0,1-11 0,-1 12 0,-1 0 0,1 1 0,3-11 0,-3 15 0,0 0 0,0-1 0,1 1 0,-1 0 0,0 0 0,1 0 0,0 0 0,-1 0 0,1 1 0,0-1 0,0 0 0,0 1 0,0-1 0,0 1 0,0 0 0,0 0 0,1 0 0,-1 0 0,0 0 0,1 0 0,-1 0 0,0 1 0,1-1 0,-1 1 0,1 0 0,-1 0 0,1 0 0,3 0 0,7 1 0,-1 1 0,1 1 0,-1 0 0,17 6 0,-23-7 0,217 79 0,-146-51 0,-44-15-1365,-22-8-5461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25.4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36 24575,'-6'-10'0,"4"8"0,1 0 0,0 0 0,0 0 0,0 0 0,0 0 0,0 0 0,0 0 0,0 0 0,0-4 0,1 5 0,0 1 0,0 0 0,0 0 0,1 0 0,-1 0 0,0 0 0,0 0 0,0 0 0,1 0 0,-1 0 0,0 0 0,0 0 0,0 0 0,1 0 0,-1 0 0,0 0 0,0 0 0,0 0 0,0 0 0,1 0 0,-1 0 0,0 0 0,0 0 0,0 0 0,1 0 0,-1 0 0,0 0 0,0 0 0,0 0 0,0 0 0,1 1 0,-1-1 0,0 0 0,0 0 0,0 0 0,0 0 0,0 0 0,0 1 0,0-1 0,1 0 0,-1 0 0,8 8 0,216 236 0,-129-147 0,15 17 0,-108-112 0,0 1 0,0-1 0,1 0 0,-1 0 0,1 0 0,-1 0 0,1 0 0,0-1 0,-1 1 0,1-1 0,5 2 0,-7-2 0,1-1 0,0 0 0,-1 0 0,1 0 0,-1 0 0,1 0 0,0 0 0,-1-1 0,1 1 0,-1 0 0,1-1 0,-1 1 0,1-1 0,-1 0 0,1 1 0,-1-1 0,1 0 0,-1 0 0,0 0 0,1 0 0,-1 0 0,0 0 0,0 0 0,1-2 0,2-2 0,0-1 0,0 1 0,-1-1 0,4-8 0,-4 8 0,0 0 0,0 1 0,0-1 0,6-5 0,-9 11 0,0 0 0,0 0 0,0 0 0,0 0 0,0 0 0,0-1 0,0 1 0,0 0 0,0 0 0,0 0 0,0 0 0,0 0 0,0 0 0,0 0 0,0 0 0,0 0 0,1 0 0,-1 0 0,0 0 0,0 0 0,0 0 0,0 0 0,0 0 0,0 0 0,0 0 0,0 0 0,0 0 0,0 0 0,0 0 0,0 0 0,1 0 0,-1 0 0,0 0 0,0 0 0,0 0 0,0 0 0,0 0 0,0 1 0,0-1 0,0 0 0,0 0 0,0 0 0,0 0 0,0 0 0,0 0 0,0 0 0,0 0 0,0 0 0,0 0 0,0 0 0,0 0 0,0 0 0,1 0 0,-1 0 0,0 1 0,0-1 0,1 8 0,0 8 0,-1 9 0,-1-10 0,2 1 0,-1 0 0,5 20 0,-5-34 0,1 0 0,-1 0 0,1 0 0,-1 0 0,0 0 0,0 0 0,0 0 0,0 0 0,-1 0 0,1 0 0,0 0 0,-1 0 0,1 0 0,-2 3 0,1-4 0,0 0 0,0 0 0,0 0 0,0 0 0,0 0 0,0 0 0,0 0 0,0 0 0,-1-1 0,1 1 0,0-1 0,0 1 0,-1-1 0,1 1 0,0-1 0,-1 0 0,1 1 0,0-1 0,-1 0 0,1 0 0,0 0 0,-1 0 0,-1 0 0,-6-2 0,1 1 0,-1-1 0,1 0 0,-1-1 0,1 0 0,0 0 0,-8-5 0,-21-8 0,-18-2 0,-70-14 0,107 28-1365,2 0-5461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26.8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104 133 24575,'38'190'0,"-27"-152"0,1 0 0,32 67 0,-40-96 0,0-2 0,-10-14 0,-49-79 0,28 45 0,2-1 0,-35-81 0,52 105 0,1-1 0,0-1 0,1 0 0,1 1 0,1-2 0,-1-23 0,4 42 0,1 0 0,0-1 0,0 1 0,0 0 0,0 0 0,0 0 0,1-1 0,-1 1 0,1 0 0,-1 0 0,1 0 0,0 0 0,0 0 0,0 0 0,0 0 0,0 0 0,0 0 0,0 0 0,1 1 0,-1-1 0,1 0 0,-1 1 0,1-1 0,0 1 0,0 0 0,0 0 0,-1-1 0,1 1 0,0 0 0,0 0 0,0 1 0,1-1 0,-1 0 0,0 1 0,0-1 0,4 1 0,2-1 0,0 1 0,0 1 0,0-1 0,0 1 0,0 1 0,0-1 0,-1 1 0,16 6 0,1 2 0,36 21 0,-49-24 0,0 1 0,0 0 0,-1 0 0,19 20 0,-27-26 0,0 0 0,0 0 0,-1 0 0,1 0 0,-1 1 0,1-1 0,-1 1 0,0-1 0,0 1 0,0-1 0,0 1 0,0 0 0,-1-1 0,1 1 0,-1 0 0,0 0 0,0 2 0,0-2 0,-1-1 0,1 0 0,-1 0 0,0 1 0,0-1 0,0 0 0,0 0 0,0 0 0,0 0 0,-1 0 0,1-1 0,-1 1 0,1 0 0,-1 0 0,0-1 0,0 1 0,0-1 0,0 0 0,1 0 0,-5 2 0,-5 2 0,0 0 0,-1 0 0,1-1 0,-1-1 0,0 0 0,-18 2 0,-3-2 0,-38-1 0,23-2-1365,35 0-5461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27.1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1 24575,'-2'7'0,"-1"6"0,2 2 0,2 2 0,3 0 0,0 0 0,3-3 0,3-2 0,-1 1 0,0-3 0,2-1 0,2-1 0,-3-2-8191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27.3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24575,'5'5'0,"5"4"0,-1 3 0,2 3 0,1 0 0,-1 1 0,-3-3-8191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27.6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185 41 24575,'-20'-10'0,"-32"-12"0,46 20 0,0 1 0,0-1 0,0 1 0,0 0 0,0 0 0,0 1 0,0 0 0,0 0 0,0 0 0,-10 2 0,14-1 0,1-1 0,-1 1 0,0-1 0,0 1 0,0 0 0,1 0 0,-1 0 0,0 0 0,1 0 0,-1 0 0,1 0 0,-1 1 0,1-1 0,-1 0 0,1 1 0,0 0 0,0-1 0,0 1 0,-2 2 0,2-1 0,1 0 0,-1-1 0,0 1 0,1 0 0,-1 0 0,1 0 0,0 0 0,0 0 0,0 0 0,0 0 0,1 5 0,1 1 0,1 0 0,0-1 0,0 1 0,1 0 0,0-1 0,0 0 0,6 8 0,-4-9 0,-1 0 0,1-1 0,0 0 0,1 0 0,0 0 0,0-1 0,0 0 0,0-1 0,1 1 0,-1-1 0,11 3 0,-8-3 0,0-1 0,1 0 0,-1 0 0,1-1 0,0 0 0,-1-1 0,1 0 0,17-2 0,-25 1 9,1 0-1,-1-1 1,0 0-1,1 1 1,-1-1 0,0 0-1,0-1 1,1 1-1,-1 0 1,0-1-1,0 0 1,-1 0-1,7-4 1,-7 4-102,-1-1 0,1 1 1,0-1-1,0 1 0,-1-1 0,0 0 0,1 1 0,-1-1 1,0 0-1,0 0 0,-1 0 0,1 0 0,-1 0 1,1 0-1,-1-5 0,0-5-6733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27.9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24575,'31'141'0,"-15"-62"0,46 132 0,-56-195 0,18 42 0,-21-53 0,0 1 0,0-1 0,0 1 0,1-1 0,0 0 0,0-1 0,7 7 0,-1-5-1365,-2-2-5461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28.1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62 0 24575,'-7'7'0,"0"0"0,0 1 0,1 0 0,1 0 0,-1 0 0,1 0 0,-6 16 0,9-20 0,1 1 0,-1-1 0,1 1 0,0-1 0,1 1 0,-1 0 0,1 0 0,0-1 0,0 1 0,1 0 0,-1-1 0,1 1 0,0 0 0,0-1 0,1 1 0,-1-1 0,1 1 0,2 3 0,0-2 0,-1 0 0,1-1 0,0 0 0,0 0 0,1 0 0,0 0 0,-1-1 0,2 0 0,-1 0 0,0 0 0,1 0 0,0-1 0,0 0 0,0 0 0,6 2 0,-1-2 0,-1 0 0,1 0 0,0-1 0,0-1 0,0 0 0,0 0 0,0-1 0,14-1 0,-12-2-1365,-4-1-5461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28.8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108 203 24575,'5'12'0,"167"356"0,-153-337 0,-18-30 0,-1-1 0,0 0 0,0 0 0,0 0 0,0 0 0,0 0 0,1 0 0,-1 1 0,0-1 0,0 0 0,0 0 0,0 0 0,0 0 0,0 1 0,0-1 0,1 0 0,-1 0 0,0 0 0,0 0 0,0 1 0,0-1 0,0 0 0,0 0 0,0 0 0,0 1 0,0-1 0,0 0 0,0 0 0,0 0 0,0 1 0,0-1 0,0 0 0,-1 0 0,1 0 0,0 1 0,0-1 0,0 0 0,0 0 0,-8-3 0,-11-12 0,-10-16 0,1 0 0,-44-69 0,38 46 0,-32-74 0,55 103 0,-15-51 0,22 64 0,1-1 0,1 0 0,1 0 0,-1-1 0,2 1 0,1-15 0,-1 25 0,0 1 0,1 0 0,-1-1 0,1 1 0,0 0 0,0-1 0,0 1 0,0 0 0,0 0 0,0 0 0,0 0 0,1 0 0,-1 0 0,1 0 0,-1 0 0,1 1 0,0-1 0,0 1 0,0-1 0,0 1 0,0-1 0,0 1 0,0 0 0,0 0 0,0 0 0,1 0 0,-1 1 0,0-1 0,1 1 0,-1-1 0,0 1 0,1 0 0,3 0 0,2 0 0,0 0 0,1 1 0,-1 0 0,0 0 0,-1 1 0,1 0 0,0 0 0,13 7 0,-9-4 0,0 1 0,-1 1 0,19 15 0,-27-19 0,0-1 0,0 1 0,0 0 0,0 1 0,-1-1 0,0 0 0,3 5 0,-4-6 0,0 0 0,-1 0 0,1 0 0,0 0 0,-1 0 0,0 0 0,1 0 0,-1 0 0,0 0 0,0 0 0,0 0 0,0 0 0,-1 0 0,1 0 0,-1 3 0,0-3 0,0 0 0,0 0 0,-1 0 0,1 0 0,0 0 0,-1 0 0,1-1 0,-1 1 0,1-1 0,-1 1 0,0-1 0,0 0 0,0 1 0,0-1 0,1 0 0,-2 0 0,1 0 0,-2 0 0,-7 3 0,1-1 0,-16 2 0,18-3 0,-120 13-1365,113-12-5461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29.2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118 249 24575,'0'0'0,"-39"-78"0,34 69 0,0 1 0,-1 0 0,0 0 0,0 0 0,-1 1 0,-12-10 0,19 16 0,-1 0 0,0 1 0,0-1 0,0 1 0,1-1 0,-1 0 0,0 1 0,0 0 0,0-1 0,0 1 0,0 0 0,0-1 0,0 1 0,0 0 0,-2 0 0,3 0 0,-1 0 0,1 0 0,-1 0 0,1 1 0,0-1 0,-1 0 0,1 0 0,-1 0 0,1 1 0,0-1 0,-1 0 0,1 1 0,0-1 0,0 0 0,-1 0 0,1 1 0,0-1 0,0 1 0,-1-1 0,1 0 0,0 1 0,0-1 0,0 1 0,0-1 0,-1 1 0,1 1 0,0 1 0,0-1 0,0 1 0,0-1 0,0 1 0,0-1 0,0 1 0,1-1 0,-1 0 0,2 5 0,2 1 0,0 0 0,0 0 0,0 0 0,1 0 0,0-1 0,1 0 0,-1 0 0,11 9 0,-14-14 0,1 0 0,-1 0 0,1 0 0,-1 0 0,1 0 0,0 0 0,0-1 0,0 0 0,0 1 0,0-1 0,0 0 0,0 0 0,0-1 0,0 1 0,1-1 0,-1 1 0,0-1 0,0 0 0,1 0 0,-1-1 0,0 1 0,0-1 0,1 1 0,-1-1 0,0 0 0,4-2 0,-5 2 0,0 0 0,0 0 0,0 0 0,0-1 0,0 1 0,0 0 0,-1-1 0,1 0 0,-1 1 0,1-1 0,-1 0 0,1 0 0,-1 1 0,0-1 0,0 0 0,0 0 0,0 0 0,1-5 0,-1 4 0,-1-1 0,0 1 0,0-1 0,0 1 0,0-1 0,0 0 0,-1 1 0,1-1 0,-1 1 0,-2-7 0,-2-1 0,0 0 0,0 0 0,-1 1 0,0 0 0,-1 0 0,-8-9 0,8 11-170,-1 1-1,1 0 0,-1 0 1,-1 1-1,1 0 0,-1 0 1,-17-8-1,9 7-6655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29.9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92 684 24575,'12'-54'0,"9"-107"0,-20 132 0,-1-1 0,-1 1 0,-2-1 0,0 1 0,-12-39 0,0 14 0,-3 0 0,-36-74 0,54 126 0,-8-11 0,4 10 0,2 10 0,-1 28 0,5 55 0,-1-67 0,2 34 0,14 71 0,-11-98 0,1 0 0,2 0 0,1-1 0,14 29 0,-20-49 0,1-1 0,-1 0 0,1 0 0,1-1 0,0 1 0,0-1 0,0 0 0,1-1 0,0 0 0,10 8 0,-12-11 0,0 0 0,0-1 0,0 1 0,0-1 0,1 0 0,-1-1 0,1 1 0,0-1 0,-1 0 0,1 0 0,0-1 0,-1 0 0,1 0 0,0 0 0,0-1 0,-1 1 0,11-4 0,-10 2 0,0 0 0,0-1 0,0 1 0,-1-1 0,1 0 0,-1-1 0,0 0 0,0 1 0,0-2 0,0 1 0,-1 0 0,1-1 0,-1 0 0,-1 0 0,1 0 0,-1-1 0,5-8 0,-4 5 0,0-1 0,-1 1 0,0 0 0,0-1 0,-1 0 0,0 1 0,-1-1 0,0 0 0,-1 0 0,-1-16 0,1 25 0,0-1 0,0 0 0,-1 1 0,1-1 0,-1 1 0,1-1 0,-1 0 0,1 1 0,-1-1 0,0 1 0,0 0 0,0-1 0,-1-1 0,2 3 0,-1-1 0,0 1 0,1-1 0,-1 1 0,0-1 0,1 1 0,-1-1 0,0 1 0,0 0 0,0-1 0,1 1 0,-1 0 0,0 0 0,0 0 0,0 0 0,1-1 0,-1 1 0,0 0 0,-1 1 0,0-1 0,1 0 0,-1 1 0,0 0 0,1-1 0,-1 1 0,0 0 0,1 0 0,-1 0 0,1 0 0,0 0 0,-1 0 0,1 0 0,0 1 0,-1-1 0,1 0 0,0 1 0,0-1 0,0 1 0,1-1 0,-1 1 0,0 0 0,-1 2 0,2-1 0,-1 0 0,0 0 0,1 0 0,-1 0 0,1 0 0,0 1 0,0-1 0,1 0 0,-1 0 0,0 0 0,1 0 0,0 0 0,0 0 0,0 0 0,0 0 0,0 0 0,1-1 0,-1 1 0,1 0 0,-1-1 0,1 1 0,0-1 0,0 0 0,0 1 0,1-1 0,-1 0 0,4 2 0,0 1 0,-1-1 0,2 0 0,-1 0 0,0-1 0,1 0 0,-1 0 0,1-1 0,0 1 0,0-1 0,14 2 0,-5-3 60,29-1 0,-40 0-225,1-1 0,0 0 0,-1 0 0,1 0 0,-1 0 0,0-1 0,1 0 0,8-5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0.3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199 72 24575,'-2'-2'0,"-7"-7"0,0 0 0,0 0 0,-1 1 0,0 0 0,-1 1 0,-15-9 0,25 16 0,1-1 0,-1 1 0,0-1 0,0 1 0,0-1 0,0 1 0,1 0 0,-1 0 0,0-1 0,0 1 0,0 0 0,0 0 0,0 0 0,0 0 0,0 0 0,0 0 0,0 0 0,0 0 0,0 1 0,1-1 0,-1 0 0,0 1 0,0-1 0,0 0 0,0 1 0,1-1 0,-1 1 0,0-1 0,0 1 0,1-1 0,-1 1 0,0 0 0,1-1 0,-1 1 0,0 0 0,1 0 0,-1-1 0,1 1 0,0 0 0,-1 0 0,1 0 0,-1 0 0,1 0 0,0-1 0,0 3 0,-2 4 0,1 0 0,1 0 0,-1 0 0,2 13 0,-1-15 0,1 6 0,0 1 0,0-1 0,2 0 0,-1 0 0,1 0 0,1-1 0,9 20 0,-1-8 0,1 0 0,22 27 0,-33-47 0,-1 0 0,1 1 0,0-1 0,-1 1 0,0-1 0,1 1 0,-1 0 0,0-1 0,-1 1 0,1 0 0,0 0 0,-1 0 0,1 0 0,-1 4 0,0-5 0,-1 0 0,1 1 0,-1-1 0,0 0 0,1 0 0,-1 0 0,0 0 0,0 0 0,0-1 0,-1 1 0,1 0 0,0 0 0,-1-1 0,1 1 0,-1-1 0,1 1 0,-1-1 0,0 0 0,0 1 0,-2 0 0,-9 5-34,0-1 0,-1-1-1,1 0 1,-1-1-1,-20 4 1,8-2-1125,-1 1-5667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1.0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24575,'0'2'0,"2"4"0,1 3 0,3 0 0,0 1 0,2 2 0,-1 0 0,1-1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1.1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 24575,'2'-2'0,"2"1"0,1 1 0,1 3 0,2 6 0,-1 4 0,-2 2 0,-1-1-8191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1.5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24575,'14'16'0,"19"27"0,12 14 0,-40-52 0,0 0 0,0 0 0,0-1 0,1 1 0,0-2 0,0 1 0,12 6 0,-16-9 0,0-1 0,0 1 0,0 0 0,0-1 0,1 0 0,-1 1 0,0-1 0,0 0 0,0 0 0,0 0 0,1 0 0,-1 0 0,0-1 0,0 1 0,0-1 0,0 1 0,0-1 0,1 0 0,-1 0 0,-1 0 0,1 0 0,0 0 0,0 0 0,0-1 0,0 1 0,1-3 0,1 0 0,0 0 0,-1-1 0,0 1 0,0-1 0,0 0 0,-1 1 0,0-2 0,0 1 0,2-8 0,-4 12 0,1 0 0,-1 0 0,0 0 0,0 0 0,1 0 0,-1 0 0,0 0 0,1 0 0,-1 0 0,1 0 0,-1 0 0,1 0 0,0 1 0,-1-1 0,1 0 0,0 0 0,0 1 0,-1-1 0,1 0 0,0 1 0,0-1 0,0 0 0,0 1 0,0-1 0,0 1 0,0 0 0,0-1 0,0 1 0,0 0 0,0 0 0,0-1 0,1 1 0,1 1 0,-1-1 0,1 1 0,-1 0 0,0 0 0,1 0 0,-1 0 0,0 0 0,0 1 0,0-1 0,0 1 0,0-1 0,3 5 0,4 2-227,-1 1-1,0 0 1,-1 0-1,0 1 1,9 16-1,-11-17-6598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2.6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61 636 24575,'16'-25'0,"-1"-1"0,-2-1 0,14-37 0,-21 48 0,-1 0 0,-1-1 0,-1 1 0,-1-1 0,0 0 0,-1 0 0,-1-22 0,-5 1 0,-1 0 0,-1 1 0,-2 1 0,-2-1 0,-2 1 0,-1 1 0,-19-34 0,33 68 0,0 0 0,0 1 0,-1-1 0,1 0 0,-1 1 0,1-1 0,0 0 0,-1 1 0,1-1 0,-1 0 0,0 1 0,1-1 0,-1 1 0,1-1 0,-1 1 0,0-1 0,1 1 0,-1 0 0,-1-1 0,1 1 0,1 0 0,-1 0 0,1 0 0,-1 0 0,1 1 0,0-1 0,-1 0 0,1 0 0,-1 1 0,1-1 0,-1 0 0,1 0 0,0 1 0,-1-1 0,1 0 0,0 1 0,-1-1 0,1 1 0,0-1 0,0 0 0,-1 1 0,1-1 0,0 1 0,-3 5 0,1 1 0,0-1 0,-2 11 0,3-12 0,-8 37 0,2 0 0,2 0 0,2 0 0,3 68 0,0-100 0,1-1 0,1 0 0,-1 0 0,1 0 0,1 0 0,0 0 0,0 0 0,1-1 0,0 1 0,0-1 0,1 0 0,0 0 0,0-1 0,1 1 0,0-1 0,0 0 0,1-1 0,0 0 0,0 0 0,0 0 0,13 7 0,-5-4 0,1-1 0,-1-1 0,1 0 0,1 0 0,-1-2 0,21 5 0,-26-8 0,0 0 0,-1-1 0,1 0 0,0-1 0,0 0 0,0-1 0,0 0 0,0 0 0,0-1 0,-1-1 0,12-3 0,-15 3 0,0-1 0,0 0 0,-1 0 0,1 0 0,-1-1 0,0 0 0,0 0 0,0-1 0,-1 1 0,8-11 0,-11 13 0,0 0 0,0 0 0,0 0 0,0 0 0,0 0 0,-1-1 0,0 1 0,0 0 0,0-1 0,0 1 0,0-1 0,0 1 0,-1-1 0,0 1 0,0-1 0,0 0 0,0 1 0,0-1 0,-1 1 0,0-1 0,1 1 0,-1-1 0,-1 1 0,1 0 0,-2-4 0,2 5 0,0 1 0,1 0 0,-1-1 0,0 1 0,0 0 0,0 0 0,0 0 0,0 0 0,0 0 0,0 0 0,0 0 0,0 0 0,-1 0 0,1 1 0,0-1 0,-1 1 0,1-1 0,0 0 0,-1 1 0,1 0 0,-3-1 0,3 1 0,-1 0 0,0 1 0,0-1 0,0 0 0,0 1 0,1-1 0,-1 1 0,0 0 0,0-1 0,1 1 0,-1 0 0,0 0 0,1 0 0,-3 2 0,0 1 0,0 0 0,0 0 0,0 0 0,1 1 0,-1-1 0,1 1 0,0 0 0,0 0 0,1 0 0,-3 7 0,5-10 0,-1 1 0,0-1 0,1 1 0,0-1 0,-1 1 0,1 0 0,0-1 0,1 1 0,-1-1 0,0 1 0,1-1 0,-1 1 0,1-1 0,0 1 0,1 2 0,0-1 0,0-1 0,0 1 0,0-1 0,1 0 0,0 0 0,-1 0 0,1 0 0,6 4 0,4 2 0,0-2 0,0 1 0,1-2 0,15 6 0,-28-12 0,6 3 24,0-1 0,1 1 0,-1-2 0,12 2 0,-18-2-79,1-1 0,0 0 0,-1 0 0,1 0 0,-1 0 0,1 0 0,0 0 0,-1 0 0,1-1 0,-1 1 0,1 0 0,-1-1 0,1 0 0,-1 1 0,1-1 0,-1 0 0,0 1 0,1-1 0,-1 0 0,0 0 0,1 0 0,-1-1 0,0 1 0,0 0 0,0 0 0,2-3 0,0-6-6771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3.0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 1 24575,'-3'5'0,"0"1"0,0 0 0,1 0 0,0 0 0,0 0 0,0 0 0,1 1 0,0-1 0,0 0 0,0 11 0,1 7 0,5 35 0,-2-41 0,5 43 0,24 86 0,29 58 0,-36-124 0,21 31 111,-18-47-1587,-24-54-5350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3.1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232 27 24575,'-31'-7'0,"-11"-4"0,-2 4 0,4 6 0,6 2 0,10 4 0,8 0-8191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3.6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24575,'3'7'0,"2"11"0,5 6 0,-1 8 0,1 7 0,1 6 0,2 2 0,0 3 0,2 1 0,-1-1 0,1-2 0,0-3 0,-2-5 0,-2-6 0,-1-7 0,-4-5 0,-2-7-8191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3.7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132 3 24575,'-5'-2'0,"-4"1"0,-4 1 0,-3 3 0,-5 4 0,-2 3 0,-1-1 0,3-1-8191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5.1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18 24575,'0'-12'0,"0"7"0,0 11 0,1 7 0,0 0 0,1-1 0,0 1 0,6 19 0,21 50 0,-2-9 0,0 28 0,5 16 0,-32-115 0,1 1 0,0-1 0,0 0 0,0 1 0,0-1 0,0 0 0,0 0 0,1 0 0,-1 0 0,3 3 0,-3-5 0,-1 0 0,1 1 0,-1-1 0,1 0 0,-1 0 0,1 1 0,-1-1 0,1 0 0,-1 0 0,1 0 0,-1 0 0,1 0 0,-1 0 0,1 0 0,-1 0 0,1 0 0,-1 0 0,1 0 0,0 0 0,1-1 0,-1 1 0,1-1 0,-1 0 0,0 0 0,1 0 0,-1 1 0,0-1 0,0 0 0,2-2 0,4-5 0,0-1 0,0 0 0,-1 0 0,0-1 0,8-18 0,-9 17 0,1-1 0,1 1 0,14-19 0,-21 30 0,1-1 0,-1 1 0,0-1 0,1 1 0,-1 0 0,0-1 0,1 1 0,-1-1 0,1 1 0,-1 0 0,1 0 0,-1-1 0,1 1 0,-1 0 0,1 0 0,-1 0 0,1-1 0,-1 1 0,1 0 0,-1 0 0,1 0 0,-1 0 0,1 0 0,-1 0 0,1 0 0,-1 0 0,1 0 0,-1 0 0,1 0 0,-1 1 0,1-1 0,-1 0 0,1 0 0,-1 0 0,1 1 0,-1-1 0,1 0 0,-1 0 0,1 1 0,-1-1 0,0 1 0,1-1 0,-1 0 0,0 1 0,1-1 0,-1 1 0,0-1 0,1 1 0,-1-1 0,0 0 0,0 2 0,3 3 0,0 0 0,-1 1 0,3 9 0,-4-10 0,3 8 0,1 1 0,1-2 0,0 1 0,0-1 0,15 21 0,-18-28 0,1-1 0,-1 0 0,1 0 0,0 0 0,0 0 0,1-1 0,-1 1 0,1-1 0,-1 0 0,1-1 0,0 1 0,0-1 0,0 0 0,1 0 0,-1 0 0,0-1 0,8 1 0,-8-1-195,0-1 0,0 0 0,0 0 0,0 0 0,0 0 0,7-3 0,-2 0-6631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5.5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96 3 24575,'-10'-1'0,"1"0"0,-1 0 0,-17 2 0,25-1 0,0 0 0,1 0 0,-1 1 0,0-1 0,1 0 0,-1 0 0,0 1 0,1 0 0,-1-1 0,1 1 0,-1 0 0,1-1 0,-1 1 0,1 0 0,0 0 0,-1 0 0,1 0 0,0 0 0,0 1 0,0-1 0,-1 0 0,1 1 0,1-1 0,-1 0 0,0 1 0,0-1 0,0 1 0,1 0 0,-2 2 0,3-2 0,-1 0 0,0 0 0,0 0 0,0 0 0,1 0 0,-1-1 0,1 1 0,0 0 0,-1 0 0,1-1 0,0 1 0,0 0 0,0-1 0,0 1 0,3 2 0,22 22 0,-24-24 0,6 5 0,0-1 0,17 10 0,-22-14 0,0 0 0,0-1 0,0 1 0,0-1 0,0 0 0,0 0 0,0 0 0,1 0 0,-1-1 0,0 1 0,1-1 0,4 0 0,-6 0 0,-1-1 0,0 1 0,0 0 0,0-1 0,1 1 0,-1-1 0,0 0 0,0 1 0,0-1 0,0 0 0,0 0 0,0 1 0,0-1 0,0 0 0,-1 0 0,1 0 0,1-2 0,0 0 0,-1 0 0,0 1 0,0-1 0,0 0 0,0 0 0,0 0 0,0-4 0,-1 1 0,1-1 0,-1 0 0,0 1 0,-1-1 0,1 1 0,-3-10 0,-4 0 0,7 16 0,0 0 0,0 0 0,0 0 0,0 1 0,0-1 0,0 0 0,0 0 0,0 0 0,0 0 0,0 0 0,0 0 0,0 0 0,0 0 0,0 0 0,0 0 0,0 0 0,0 0 0,0 0 0,0 0 0,-1 0 0,1 0 0,0 0 0,0 0 0,0 0 0,0 0 0,0 0 0,0 0 0,0 0 0,0 0 0,0 0 0,0 0 0,0 0 0,0 0 0,0 0 0,0 0 0,0 1 0,0-1 0,0 0 0,0 0 0,0 0 0,0 0 0,0 0 0,0 0 0,0-1 0,-1 1 0,1 0 0,0 0 0,0 0 0,0 0 0,0 0 0,0 0 0,0 0 0,0 0 0,0 0 0,0 0 0,0 0 0,0 0 0,0 0 0,0 0 0,0 0 0,0 0 0,0 0 0,0 0 0,0 0 0,0 0 0,0 0 0,0 0 0,1 10 0,1 2-1365,1 0-5461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5.8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24575,'10'25'0,"6"16"0,0 6 0,0 0 0,0-3 0,-1-1 0,0-4 0,-2-2 0,-2-4 0,1-4 0,0-2 0,1-3 0,-2-3 0,0-3 0,-2-2 0,0-4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6.3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139 83 24575,'-11'-14'0,"-23"-27"0,31 38 0,0 0 0,0 0 0,0 1 0,-1-1 0,1 1 0,-1 0 0,1 0 0,-1 0 0,0 0 0,-4-1 0,7 3 0,-1 0 0,1-1 0,0 1 0,0 0 0,-1 0 0,1 0 0,0 0 0,-1 1 0,1-1 0,0 0 0,0 0 0,-1 1 0,1-1 0,0 1 0,0-1 0,0 1 0,-1 0 0,1-1 0,0 1 0,0 0 0,0 0 0,0 0 0,0 0 0,0 0 0,1 0 0,-1 0 0,0 0 0,0 0 0,1 0 0,-1 0 0,1 0 0,-1 0 0,1 1 0,-1 0 0,-2 6 0,1-1 0,0 1 0,1-1 0,-2 12 0,0 22 0,2-1 0,1 0 0,2 0 0,2 1 0,2-2 0,2 1 0,1-1 0,2 0 0,1-1 0,3 0 0,26 51 0,-23-58 0,1 0 0,39 47 0,-45-66-1365,-2-2-5461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6.5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178 42 24575,'-17'-10'0,"-9"-3"0,-2 3 0,1 3 0,2 5 0,4 3 0,2 5 0,5 0-8191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7.0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151 3 24575,'2'-1'0,"1"1"0,0-1 0,-1 1 0,1 0 0,0-1 0,0 1 0,-1 0 0,1 1 0,0-1 0,-1 0 0,1 1 0,0 0 0,-1-1 0,1 1 0,-1 0 0,1 0 0,-1 1 0,4 1 0,-3-1 0,-1 0 0,1 1 0,-1-1 0,1 1 0,-1 0 0,0 0 0,0 0 0,0 0 0,0 0 0,-1 0 0,1 0 0,1 6 0,-1-3 0,-1 1 0,1-1 0,-1 0 0,-1 1 0,1-1 0,-1 0 0,0 1 0,0-1 0,-1 0 0,0 1 0,0-1 0,-1 0 0,1 1 0,-1-1 0,-4 8 0,4-12 0,0 0 0,1 0 0,-1 0 0,0 0 0,0-1 0,-1 1 0,1 0 0,0-1 0,0 0 0,-1 0 0,1 1 0,-1-1 0,1-1 0,-1 1 0,0 0 0,1-1 0,-1 1 0,0-1 0,1 0 0,-1 0 0,0 0 0,-4 0 0,-3-1 0,0 0 0,1 0 0,-1-1 0,-18-6 0,20 5 0,-1-1 0,1 0 0,0 0 0,1 0 0,-1-1 0,-13-11 0,18 13 0,0 1 0,1-1 0,-1 0 0,1 0 0,0 0 0,0 0 0,0-1 0,0 1 0,0-1 0,1 1 0,-1-1 0,1 1 0,0-1 0,0 0 0,0 0 0,1 1 0,0-1 0,-1-6 0,1 8 4,1 1 1,-1-1-1,0 1 0,1 0 0,-1-1 0,0 1 0,1 0 0,0-1 0,-1 1 1,1 0-1,0-1 0,-1 1 0,1 0 0,0 0 0,0 0 0,0 0 0,0 0 1,0 0-1,1 0 0,-1 0 0,0 0 0,0 1 0,0-1 0,1 0 0,-1 1 1,0-1-1,1 1 0,2-1 0,-1 0-139,1 0 0,-1 1 0,1 0 0,0-1 0,-1 1 0,1 1 0,0-1 0,-1 0 0,1 1 0,4 1 0,2 2-6691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7.4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171 48 24575,'-10'-8'0,"0"2"0,0 0 0,-1 0 0,0 1 0,-21-8 0,30 13 0,0-1 0,-1 0 0,1 1 0,0-1 0,-1 1 0,1 0 0,-1 0 0,1 0 0,0 0 0,-1 0 0,1 0 0,0 1 0,-1-1 0,1 1 0,0 0 0,-1-1 0,1 1 0,0 0 0,0 0 0,0 1 0,0-1 0,0 0 0,0 1 0,0-1 0,0 1 0,1-1 0,-1 1 0,1 0 0,-1 0 0,1 0 0,-1 0 0,1 0 0,0 0 0,0 0 0,0 0 0,0 3 0,-3 8 0,1-1 0,0 0 0,1 1 0,0 0 0,1 0 0,1 16 0,9 80 0,-8-99 0,7 38 0,1-1 0,3-1 0,1 0 0,3 0 0,2-1 0,43 79 0,-41-92-1365,-12-22-5461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7.5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220 7 24575,'-25'-3'0,"-14"0"0,-4 2 0,-1 5 0,5 0 0,9 1-8191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8.4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127 0 24575,'-30'8'0,"-13"4"0,40-10 0,-1-1 0,1 1 0,-1 0 0,1 0 0,-1 0 0,1 0 0,0 1 0,-4 3 0,6-5 0,0 0 0,0 1 0,1-1 0,-1 0 0,0 1 0,1-1 0,-1 0 0,1 1 0,0-1 0,-1 1 0,1-1 0,0 1 0,0-1 0,0 1 0,0-1 0,0 1 0,0-1 0,0 1 0,1-1 0,-1 0 0,0 1 0,1-1 0,-1 1 0,1-1 0,0 0 0,-1 1 0,1-1 0,0 0 0,0 0 0,1 2 0,4 5 0,1 1 0,0-1 0,10 8 0,-11-10 0,20 17 0,54 37 0,7 6 0,-81-61 0,-1 0 0,0 0 0,0 1 0,0-1 0,7 12 0,-11-16 0,0 0 0,-1 1 0,1-1 0,-1 0 0,1 1 0,-1-1 0,1 1 0,-1-1 0,0 0 0,0 1 0,0-1 0,0 1 0,0-1 0,0 1 0,0-1 0,0 0 0,0 1 0,-1-1 0,1 1 0,-1-1 0,1 0 0,-1 1 0,1-1 0,-1 0 0,0 0 0,1 1 0,-1-1 0,0 0 0,0 0 0,0 0 0,0 0 0,0 0 0,0 0 0,-1 0 0,1 0 0,-2 1 0,-1 0 0,0 0 0,0 0 0,-1-1 0,1 1 0,0-1 0,-1 0 0,1 0 0,0 0 0,-8 0 0,-44-2 0,32 0 0,-1 1 0,9 1 0,-1-2 0,1 0 0,0-1 0,-25-5 0,39 6-124,0 0 0,0 1 0,0-1 0,1 0 0,-1 0 0,0 0-1,1 0 1,-1 0 0,0 0 0,-1-3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8.7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161 0 24575,'-25'3'0,"-11"2"0,-2 4 0,3 3 0,8-1-8191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9.3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29 153 24575,'40'110'0,"72"137"0,-105-236 0,-7-11 0,0 0 0,0 0 0,0 0 0,0 0 0,1 1 0,-1-1 0,0 0 0,0 0 0,0 0 0,0 0 0,0 0 0,0 0 0,0 0 0,0 0 0,0 0 0,0 0 0,0 0 0,0 0 0,1 0 0,-1 0 0,0 0 0,0 0 0,0 0 0,0 0 0,0 0 0,0 0 0,0 0 0,0 0 0,0 0 0,0 0 0,0-1 0,0 1 0,0 0 0,1 0 0,-1 0 0,0 0 0,0 0 0,0 0 0,0 0 0,0 0 0,0 0 0,0 0 0,0 0 0,0 0 0,0 0 0,0 0 0,0 0 0,0 0 0,0-1 0,0 1 0,0 0 0,0 0 0,0 0 0,0 0 0,0 0 0,0 0 0,0 0 0,0 0 0,0 0 0,0 0 0,0 0 0,0 0 0,0-1 0,-4-22 0,-5-6 0,-2 0 0,-24-44 0,7 15 0,11 21 0,-29-68 0,40 88 0,1 0 0,0 0 0,1 0 0,-2-24 0,6 39 0,0 0 0,0 0 0,0 0 0,0-1 0,0 1 0,0 0 0,1 0 0,-1 0 0,1 0 0,-1 0 0,1 0 0,0 0 0,0 0 0,0 0 0,0 0 0,0 0 0,1 0 0,-1 0 0,0 1 0,1-1 0,-1 1 0,3-3 0,-2 3 0,1 0 0,-1 0 0,0 0 0,0 0 0,1 0 0,-1 1 0,0-1 0,1 1 0,-1-1 0,1 1 0,-1 0 0,0 0 0,1 0 0,-1 0 0,1 0 0,-1 1 0,1-1 0,-1 1 0,4 1 0,-2-1 0,0 1 0,0 0 0,0 1 0,0-1 0,-1 1 0,1-1 0,-1 1 0,0 0 0,0 0 0,0 1 0,0-1 0,0 0 0,-1 1 0,0 0 0,0 0 0,0 0 0,0 0 0,0 0 0,-1 0 0,2 8 0,-2-9 0,0 0 0,0 0 0,-1 1 0,0-1 0,0 0 0,0 1 0,0-1 0,0 0 0,0 0 0,-1 1 0,0-1 0,0 0 0,0 0 0,0 0 0,0 0 0,0 0 0,-1 0 0,0 0 0,1 0 0,-1 0 0,0-1 0,0 1 0,-1-1 0,1 1 0,0-1 0,-1 0 0,-4 3 0,-3 1-170,1-1-1,-1-1 0,0 0 1,0 0-1,-1-1 0,1 0 1,-20 2-1,17-4-6655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39.6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24575,'10'47'0,"26"71"0,-27-90 0,8 18 0,2-1 0,42 72 0,-59-114-195,0-1 0,-1 1 0,1-1 0,0 0 0,0 0 0,4 4 0,3 0-6631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0.0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107 9 24575,'-4'-2'0,"-1"1"0,1-1 0,0 1 0,0 0 0,0 1 0,-1-1 0,1 1 0,0 0 0,-1 0 0,1 0 0,0 0 0,-1 1 0,-4 1 0,7-1 0,0-1 0,-1 1 0,1 0 0,0 1 0,0-1 0,0 0 0,0 1 0,0-1 0,0 1 0,0-1 0,0 1 0,1 0 0,-1 0 0,0 0 0,1 0 0,0 0 0,-1 0 0,1 0 0,0 1 0,0-1 0,0 0 0,1 1 0,-1-1 0,0 3 0,0 0 0,1-1 0,0 1 0,0-1 0,0 1 0,0-1 0,1 0 0,-1 1 0,1-1 0,0 1 0,1-1 0,-1 0 0,1 0 0,0 0 0,0 0 0,0 0 0,0 0 0,1 0 0,4 5 0,-3-5 0,0 0 0,0 0 0,0 0 0,1 0 0,0-1 0,-1 1 0,1-1 0,0-1 0,1 1 0,-1-1 0,0 0 0,1 0 0,-1 0 0,8 1 0,-11-3 0,1 0 0,-1 0 0,1 0 0,-1 0 0,0 0 0,1-1 0,-1 1 0,1-1 0,-1 1 0,0-1 0,0 0 0,1 0 0,-1 0 0,0 0 0,0 0 0,0 0 0,0-1 0,0 1 0,0-1 0,-1 0 0,1 1 0,0-1 0,-1 0 0,1 0 0,-1 0 0,3-4 0,-1 0 0,-1 1 0,1-1 0,-1 0 0,0-1 0,0 1 0,-1 0 0,0 0 0,1-13 0,-2 18 0,0 1 0,0-1 0,0 0 0,0 1 0,0-1 0,0 0 0,0 1 0,0-1 0,0 0 0,1 1 0,-1-1 0,0 0 0,0 1 0,1-1 0,0 0 0,-1 1 0,0 0 0,0 0 0,0 0 0,1-1 0,-1 1 0,0 0 0,0 0 0,1 0 0,-1 0 0,0 0 0,0 0 0,0 0 0,1 0 0,-1 0 0,0 0 0,0 0 0,1 0 0,-1 1 0,0-1 0,0 0 0,0 0 0,1 0 0,-1 0 0,0 0 0,0 0 0,0 0 0,1 1 0,-1-1 0,0 0 0,16 20 0,-10-13 0,12 16-98,-13-15-42,1 0-1,0 0 0,0-1 0,1 0 0,0 0 0,1 0 1,-1-1-1,15 8 0,-13-10-6685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0.6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0 147 24575,'21'33'0,"23"31"0,-39-57 0,2 1 0,-1-1 0,1-1 0,0 1 0,0-1 0,9 5 0,-13-9 0,0-1 0,0 1 0,0-1 0,1 1 0,-1-1 0,0 0 0,1 0 0,-1 0 0,1-1 0,-1 1 0,5-1 0,-7 0 0,0 0 0,0 0 0,1 0 0,-1-1 0,0 1 0,1 0 0,-1-1 0,0 1 0,0-1 0,0 1 0,0-1 0,1 0 0,-1 0 0,0 1 0,0-1 0,0 0 0,0 0 0,-1 0 0,1 0 0,0 0 0,0 0 0,0 0 0,-1 0 0,1 0 0,-1-1 0,1 1 0,-1 0 0,1 0 0,-1-1 0,0 1 0,1 0 0,-1-2 0,1-32 0,-1 29 0,0 0 0,0-1 0,2-10 0,-2 16 0,0 1 0,0-1 0,0 1 0,0-1 0,0 1 0,1 0 0,-1-1 0,0 1 0,0-1 0,0 1 0,0 0 0,1-1 0,-1 1 0,0 0 0,0-1 0,1 1 0,-1 0 0,0-1 0,1 1 0,-1 0 0,0 0 0,1-1 0,-1 1 0,0 0 0,1 0 0,-1 0 0,1 0 0,-1-1 0,0 1 0,1 0 0,-1 0 0,1 0 0,-1 0 0,0 0 0,1 0 0,-1 0 0,1 0 0,-1 0 0,1 0 0,-1 0 0,0 0 0,1 1 0,-1-1 0,1 0 0,-1 0 0,0 0 0,1 0 0,-1 1 0,0-1 0,1 0 0,0 1 0,21 18 0,-15-12 0,0-2 0,0-1 0,0 0 0,1 0 0,0 0 0,-1-1 0,1 0 0,0-1 0,0 1 0,1-2 0,-1 1 0,12 0 0,-15-2 0,0 1 0,0-1 0,0 0 0,0-1 0,0 1 0,0-1 0,0 0 0,0-1 0,0 1 0,-1-1 0,1 0 0,-1 0 0,1 0 0,-1 0 0,0-1 0,1 0 0,-1 0 0,-1 0 0,1 0 0,4-6 0,-6 6 0,0 0 0,0-1 0,0 1 0,-1 0 0,0-1 0,0 1 0,0-1 0,0 0 0,0 1 0,-1-1 0,1-4 0,-3-45 0,1 28 0,0 18 0,1-1 0,-2 1 0,1-1 0,-1 1 0,0-1 0,0 1 0,-5-9 0,7 14 0,-1 0 0,0 0 0,0 0 0,0 0 0,-1 0 0,1 0 0,0 1 0,-1-1 0,1 0 0,-1 1 0,0-1 0,1 1 0,-1-1 0,0 1 0,0 0 0,0 0 0,0 0 0,0 0 0,0 0 0,0 0 0,0 0 0,0 1 0,0-1 0,-1 1 0,1 0 0,0 0 0,0-1 0,-5 2 0,5-1 0,1 0 0,-1 1 0,1-1 0,-1 1 0,1-1 0,-1 1 0,1 0 0,0-1 0,-1 1 0,1 0 0,0 0 0,-1 0 0,1 0 0,0 0 0,0 1 0,0-1 0,0 0 0,-1 2 0,0 0 0,1 0 0,0-1 0,0 1 0,0 0 0,0 0 0,1 0 0,-1-1 0,1 1 0,-1 5 0,1-2 0,0 0 0,1-1 0,0 1 0,0 0 0,0 0 0,0-1 0,1 1 0,0-1 0,5 10 0,-3-9 0,0-1 0,0 0 0,1 0 0,0 0 0,0 0 0,0-1 0,1 0 0,-1 0 0,1 0 0,0-1 0,0 0 0,8 3 0,11 3 0,44 11 0,-66-19 0,173 28 0,-170-28-273,1 0 0,-1 1 0,0-1 0,6 4 0,2 1-6553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2.8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13 24575,'1'-13'0,"2"29"0,-1-7 0,95 395 0,-59-268 0,12 34 0,-49-168-41,-1-4 143,-2-5-1528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3.4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398 1 24575,'-8'12'0,"1"0"0,1 1 0,0 1 0,-5 15 0,-12 57 0,16-54 0,-19 51 0,23-78 0,1 0 0,-1 0 0,0 0 0,0 0 0,0 0 0,-1-1 0,1 0 0,-1 1 0,0-1 0,-8 6 0,9-8 0,0-1 0,1 1 0,-1-1 0,0 1 0,0-1 0,0 0 0,1 0 0,-1 0 0,0-1 0,-1 1 0,1-1 0,0 1 0,0-1 0,0 0 0,0 0 0,0-1 0,0 1 0,0 0 0,0-1 0,0 0 0,-3-1 0,-5-3 0,0 0 0,1-1 0,0 0 0,1 0 0,-1-1 0,1-1 0,0 0 0,1 0 0,-12-14 0,1-3 0,2 0 0,-22-39 0,33 52-1365,2 2-5461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4.4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38 24575,'2'-1'0,"14"-6"0,1 0 0,1 1 0,-1 0 0,21-2 0,-33 7 0,-1 0 0,1 1 0,0 0 0,0 0 0,-1 0 0,1 1 0,0-1 0,-1 1 0,1 0 0,-1 0 0,1 1 0,-1-1 0,1 1 0,-1 0 0,0 1 0,0-1 0,0 1 0,0-1 0,0 1 0,-1 0 0,5 5 0,-5-5 0,0 0 0,-1 1 0,1-1 0,0 1 0,-1 0 0,0 0 0,0 0 0,0 0 0,-1 0 0,1 1 0,-1-1 0,0 0 0,0 1 0,0-1 0,-1 1 0,0 6 0,0-7 0,-1-1 0,1 1 0,-1-1 0,0 1 0,0-1 0,0 1 0,-1-1 0,1 0 0,-1 1 0,0-1 0,0 0 0,0 0 0,0 0 0,-1-1 0,1 1 0,-1 0 0,1-1 0,-1 0 0,0 1 0,-6 2 0,3-2 0,0 1 0,-1-1 0,0-1 0,0 0 0,0 0 0,0 0 0,0 0 0,0-1 0,0 0 0,-1-1 0,1 0 0,0 0 0,-9-1 0,10 0 0,1 0 0,-1 0 0,1-1 0,-1 1 0,1-1 0,-1-1 0,1 1 0,0-1 0,0 1 0,0-1 0,0-1 0,1 1 0,-1-1 0,1 0 0,0 0 0,0 0 0,-4-6 0,7 8 5,-1 0 0,1 0 0,0 0 0,1 0 0,-1 0 0,0 0 0,1 0 0,-1 0 0,1 0 0,-1 0 0,1-1 0,0 1 0,0 0 0,0 0 0,0 0 0,0 0 0,1-1 0,-1 1 0,1 0 0,-1 0 0,1 0 0,0 0 0,1-3 0,1 1-170,0-1 0,0 1 0,0 0 0,0 0 0,0 0 0,1 0 0,0 1 0,6-6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5.2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1 24575,'23'176'0,"-14"-125"0,22 71 0,-8-60 0,-11-98 0,-11 33 0,1 1 0,-1-1 0,0 1 0,1 0 0,0 0 0,-1 0 0,1 0 0,0 0 0,0 0 0,0 0 0,0 1 0,0-1 0,1 1 0,-1-1 0,0 1 0,1 0 0,3-1 0,-2 1 0,-1 0 0,1 1 0,-1 0 0,1-1 0,0 1 0,-1 1 0,1-1 0,0 1 0,-1-1 0,1 1 0,4 2 0,5 2 0,-1 0 0,0 1 0,0 1 0,-1 0 0,19 15 0,-20-14 0,-1 0 0,0 1 0,15 17 0,-22-23 0,0-1 0,0 1 0,0 0 0,-1 1 0,1-1 0,-1 0 0,0 0 0,2 5 0,-3-6 0,0 0 0,0-1 0,0 1 0,0 0 0,0 0 0,0-1 0,0 1 0,0 0 0,-1-1 0,1 1 0,-1 0 0,1-1 0,-1 1 0,0 0 0,0-1 0,1 1 0,-3 2 0,1-2 0,0 0 0,0 0 0,0-1 0,-1 1 0,1 0 0,-1-1 0,1 1 0,-1-1 0,1 0 0,-1 0 0,1 0 0,-1 0 0,0 0 0,0-1 0,0 1 0,-2-1 0,-9 1 0,1 0 0,-16-2 0,13 0 0,2 1 0,1-1 0,0 0 0,0-1 0,0-1 0,0 0 0,0-1 0,1 0 0,0-1 0,-1 0 0,2-1 0,-1 0 0,1-1 0,-16-12 0,23 15-151,0 0-1,0-1 0,0 1 0,1-1 1,0 0-1,0 0 0,0-1 1,-4-9-1,3 2-6674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5.4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24575,'3'27'0,"2"15"0,2 5 0,1 2 0,0-3 0,-2-3 0,1-5 0,1-5 0,0-5 0,-1-1 0,0-3 0,-1-2 0,-2-4 0,2-4 0,-1-2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5.6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418 46 24575,'-33'-8'0,"-12"-2"0,-5 1 0,4 1 0,8 3 0,4 1 0,7 2 0,4 4 0,4 2 0,3-1 0,-1 3 0,0-1 0,0 0 0,3 1 0,2-1 0,2 0-8191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6.1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152 4 24575,'-17'-2'0,"-34"1"0,46 1 0,0 0 0,-1 1 0,1 0 0,0 0 0,0 0 0,0 1 0,0 0 0,0 0 0,0 0 0,-7 5 0,11-6 0,-1 0 0,1 0 0,-1 0 0,1 0 0,-1 1 0,1-1 0,0 0 0,0 1 0,0-1 0,0 1 0,0 0 0,0-1 0,0 1 0,0 0 0,1-1 0,-1 1 0,1 0 0,-1 0 0,1 0 0,-1 2 0,2-1 0,-1 0 0,0 0 0,1 0 0,0 0 0,0-1 0,-1 1 0,2 0 0,-1-1 0,0 1 0,0 0 0,4 4 0,2 1 0,-1 0 0,1-1 0,1 0 0,-1 0 0,1 0 0,12 7 0,-15-12 0,0 1 0,1-1 0,-1 1 0,0-2 0,1 1 0,0 0 0,-1-1 0,1 0 0,0-1 0,0 1 0,-1-1 0,1 0 0,0 0 0,0-1 0,0 0 0,-1 0 0,8-2 0,-10 2 0,0 0 0,0 0 0,0-1 0,0 1 0,0 0 0,0-1 0,-1 0 0,1 0 0,-1 0 0,1 0 0,-1 0 0,1 0 0,-1-1 0,0 1 0,0-1 0,0 0 0,-1 1 0,1-1 0,-1 0 0,1 0 0,-1 0 0,0 0 0,0 0 0,0 0 0,0-1 0,-1 1 0,1 0 0,-1 0 0,0 0 0,0-1 0,-1-5 0,0 3 0,0 0 0,-1-1 0,0 1 0,0 0 0,-1 0 0,-5-11 0,17 32 0,2 0 0,0 0 0,0-1 0,2 0 0,-1-1 0,2-1 0,0 0 0,0-1 0,24 14 0,-14-15-1365,-13-8-5461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6.3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24575,'16'18'0,"4"7"0,1 4 0,0-2 0,-3-3 0,-3-3 0,-4-2 0,-1-5 0,-4-4 0,-4-7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6.5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24575,'7'5'0,"6"6"0,0 5 0,0 4 0,-1 1 0,-1 2 0,-3 3 0,1-2 0,1 1 0,-1-1 0,0-3 0,-1-4-8191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6.8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26 24575,'4'2'0,"0"0"0,0-1 0,0 1 0,0-1 0,1 0 0,-1 0 0,0-1 0,1 1 0,-1-1 0,0 0 0,1 0 0,5-1 0,3-2 0,0 0 0,21-9 0,-27 9 0,1 0 0,-1 0 0,1 1 0,0 0 0,0 0 0,0 1 0,0 0 0,0 1 0,0-1 0,15 3 0,-14 0 0,0 0 0,-1 1 0,1 1 0,-1 0 0,0 0 0,15 10 0,41 37 0,-61-48-227,-1-1-1,1 1 1,-1 0-1,0-1 1,3 5-1,0 2-6598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7.9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126 242 24575,'0'5'0,"19"166"0,-14-140 0,2 1 0,1-1 0,15 38 0,-18-57 0,-5-12 0,0 0 0,1 0 0,-1 0 0,0 0 0,0 0 0,0 0 0,0 0 0,0 0 0,0 0 0,0 0 0,0 0 0,0-1 0,0 1 0,0 0 0,0 0 0,0 0 0,0 0 0,0 0 0,0 0 0,0 0 0,0 0 0,0 0 0,0 0 0,0 0 0,0 0 0,0 0 0,0 0 0,0 0 0,0 0 0,0 0 0,0 0 0,0 0 0,0 0 0,0 0 0,1 0 0,-1 0 0,0 0 0,0 0 0,0 0 0,0 0 0,0 0 0,0 0 0,0 0 0,0 0 0,0 0 0,0 0 0,-6-20 0,-63-180 0,51 136 0,-13-79 0,25 111 0,3 21 0,1 0 0,0-1 0,1 1 0,0-1 0,1 1 0,2-22 0,-2 31 0,1 1 0,-1-1 0,0 1 0,1-1 0,0 1 0,-1-1 0,1 1 0,0 0 0,0-1 0,-1 1 0,1 0 0,0-1 0,0 1 0,1 0 0,-1 0 0,0 0 0,0 0 0,0 0 0,1 0 0,2-1 0,-2 1 0,1 1 0,-1-1 0,1 0 0,-1 1 0,1 0 0,0 0 0,-1-1 0,1 1 0,0 1 0,-1-1 0,5 1 0,-2 0 0,1 1 0,-1-1 0,0 1 0,0 0 0,0 0 0,0 1 0,0 0 0,0 0 0,-1 0 0,0 0 0,7 6 0,-9-6 0,0 0 0,1-1 0,-1 1 0,-1 0 0,1 1 0,0-1 0,-1 0 0,1 0 0,-1 1 0,0-1 0,0 0 0,-1 1 0,1-1 0,-1 1 0,1 0 0,-1-1 0,0 1 0,-1-1 0,1 1 0,-1-1 0,1 1 0,-1-1 0,0 1 0,-2 4 0,1-4 0,0 1 0,-1-1 0,0 1 0,0-1 0,0 0 0,0 0 0,-1 0 0,1-1 0,-1 1 0,0-1 0,0 0 0,-1 0 0,1 0 0,0 0 0,-1-1 0,-5 3 0,-8 0-211,-1 0 0,0-1 0,-26 3-1,37-6-308,-10 1-6306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8.2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153 186 24575,'-21'-19'0,"-26"-20"0,42 35 0,0 1 0,0 0 0,0 0 0,0 1 0,-1-1 0,1 1 0,-11-3 0,15 5 0,0 0 0,0 0 0,0-1 0,0 1 0,0 0 0,0 0 0,0 0 0,0 0 0,0 0 0,0 0 0,0 0 0,0 1 0,-1-1 0,1 0 0,0 1 0,0-1 0,0 0 0,0 1 0,1-1 0,-1 1 0,0 0 0,0-1 0,0 1 0,0 0 0,0-1 0,1 1 0,-1 0 0,0 0 0,1 0 0,-1 0 0,1-1 0,-1 1 0,1 0 0,-1 0 0,1 0 0,-1 0 0,1 0 0,0 0 0,0 1 0,0-1 0,-1 0 0,1 0 0,0 0 0,0 0 0,1 0 0,-1 1 0,0 4 0,1 0 0,-1-1 0,1 1 0,1-1 0,-1 1 0,1-1 0,4 9 0,-3-8 0,1 0 0,1 0 0,-1 0 0,1 0 0,0-1 0,0 0 0,1 0 0,0 0 0,-1-1 0,2 1 0,11 5 0,-14-8 0,0 0 0,0-1 0,0 1 0,0-1 0,0 0 0,1 0 0,-1-1 0,0 1 0,7-1 0,-8 0 0,0-1 0,0 1 0,0-1 0,0 1 0,-1-1 0,1 0 0,0 0 0,-1 0 0,1-1 0,0 1 0,-1-1 0,0 1 0,1-1 0,-1 0 0,3-3 0,-3 3 0,1-1 0,-1 0 0,0 0 0,0-1 0,-1 1 0,1 0 0,-1 0 0,0-1 0,1 1 0,-2-1 0,1 1 0,0-1 0,-1 0 0,1 1 0,-1-1 0,0 0 0,0 1 0,-1-1 0,1 1 0,-1-1 0,1 0 0,-3-5 0,0-1 0,-1 0 0,0 0 0,-1 0 0,0 1 0,-1-1 0,-8-11 0,9 15 14,0 1-1,0-1 0,0 1 0,0 1 1,-1-1-1,0 1 0,0 0 1,-8-5-1,-1 3-508,1-1 0,-26-6 0,22 8-6331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8.9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147 621 24575,'4'-48'0,"2"-17"0,-2 0 0,-6-70 0,-1 111 0,-1 0 0,-1 1 0,-2 0 0,-10-29 0,1 15 0,-34-61 0,50 97 0,-2-2 0,0-1 0,0 1 0,0 0 0,-1 0 0,-3-3 0,6 5 0,0 1 0,-1 0 0,1 0 0,0-1 0,-1 1 0,1 0 0,-1 0 0,1 0 0,0-1 0,-1 1 0,1 0 0,-1 0 0,1 0 0,0 0 0,-1 0 0,1 0 0,-1 0 0,1 0 0,-1 0 0,1 0 0,0 0 0,-1 0 0,0 0 0,0 1 0,1-1 0,-1 1 0,0-1 0,1 1 0,-1-1 0,1 1 0,-1 0 0,1-1 0,-1 1 0,1 0 0,-1-1 0,1 1 0,0 0 0,-1 0 0,1 1 0,-5 14 0,1-1 0,1 2 0,1-1 0,-1 17 0,2-15 0,-1 4 0,1 0 0,1 0 0,1 0 0,1 0 0,1 0 0,1 0 0,7 22 0,-7-31 0,1 0 0,0 0 0,1 0 0,1 0 0,0-1 0,1 0 0,0-1 0,1 1 0,0-2 0,0 1 0,1-1 0,13 10 0,-18-17 0,1 1 0,-1-1 0,1 0 0,-1 0 0,1-1 0,0 0 0,0 0 0,0 0 0,1-1 0,-1 1 0,0-2 0,0 1 0,1-1 0,-1 0 0,0 0 0,1 0 0,6-2 0,-6 0 0,0 1 0,0-1 0,-1-1 0,1 1 0,0-1 0,-1 0 0,0-1 0,1 1 0,-1-1 0,-1 0 0,1-1 0,0 0 0,-1 0 0,9-11 0,-11 11 0,0 0 0,0 0 0,0-1 0,-1 0 0,0 1 0,0-1 0,-1 0 0,1 0 0,-1 0 0,0 0 0,-1-8 0,1 9 0,-1 0 0,0-1 0,-1 1 0,1 0 0,-1 0 0,0-1 0,0 1 0,-1 0 0,0 0 0,1 0 0,-2 0 0,1 0 0,-4-4 0,6 8 0,-1 0 0,1-1 0,-1 1 0,0 0 0,0 0 0,0 1 0,0-1 0,0 0 0,0 0 0,0 0 0,0 0 0,0 1 0,0-1 0,0 1 0,0-1 0,0 0 0,0 1 0,-1 0 0,1-1 0,0 1 0,0 0 0,-1 0 0,1 0 0,0 0 0,-1 0 0,1 0 0,0 0 0,0 0 0,-1 0 0,1 0 0,0 1 0,0-1 0,-1 1 0,1-1 0,0 1 0,0-1 0,0 1 0,0 0 0,-2 1 0,0 0 0,1 0 0,-1 1 0,1 0 0,0 0 0,0 0 0,0 0 0,0 0 0,0 0 0,1 0 0,-1 0 0,1 1 0,0-1 0,-1 5 0,0 1 0,1 0 0,0 0 0,1-1 0,-1 1 0,2 12 0,0-18 0,-1 0 0,1 0 0,0 0 0,-1 0 0,1 0 0,0 0 0,1 0 0,-1 0 0,1 0 0,-1-1 0,1 1 0,0-1 0,0 1 0,0-1 0,0 0 0,0 1 0,0-1 0,5 2 0,4 3 0,0-1 0,1 0 0,0-1 0,0 0 0,1-1 0,-1 0 0,1-1 0,0-1 0,25 2 0,-34-4-76,-1 0 1,1-1-1,-1 1 0,0-1 0,1 0 0,-1 0 0,0 0 0,1-1 1,-1 1-1,0-1 0,0 0 0,0 0 0,0 0 0,-1 0 1,1 0-1,0 0 0,1-3 0,6-7-6750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49.2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266 47 24575,'-6'-6'0,"0"1"0,-1-1 0,0 2 0,0-1 0,0 1 0,-1 0 0,0 0 0,-10-3 0,17 6 0,0 1 0,0 0 0,0 0 0,-1 0 0,1 0 0,0 0 0,0 0 0,0 0 0,0 0 0,0 0 0,0 1 0,0-1 0,0 0 0,0 1 0,0-1 0,0 1 0,0-1 0,0 1 0,0-1 0,1 1 0,-1-1 0,0 1 0,0 0 0,1 0 0,-1-1 0,0 1 0,1 0 0,-1 0 0,0 0 0,1 0 0,-1 0 0,1 0 0,0 0 0,-1 0 0,1 0 0,0 0 0,0 0 0,-1 0 0,1 2 0,-1 5 0,0 1 0,0 0 0,2 15 0,-1-16 0,6 86 0,-4-79 0,1 0 0,0 0 0,1 0 0,7 16 0,-2-12 0,-3-6 0,7 22 0,-12-32 0,0 0 0,0 0 0,-1 1 0,1-1 0,-1 0 0,0 0 0,0 0 0,0 1 0,0-1 0,-1 0 0,1 0 0,-2 6 0,1-7 0,-1 0 0,1 0 0,0 0 0,-1 0 0,0-1 0,1 1 0,-1 0 0,0-1 0,0 1 0,0-1 0,0 1 0,0-1 0,0 0 0,0 0 0,-4 1 0,-35 11 0,-77 7-1365,92-17-5461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0.1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 21 24575,'8'-4'0,"0"1"0,1 0 0,-1 0 0,0 1 0,1 0 0,0 1 0,-1 0 0,1 0 0,0 1 0,0 0 0,-1 0 0,1 1 0,0 0 0,-1 1 0,15 4 0,-18-4 0,0-1 0,0 2 0,0-1 0,0 0 0,-1 1 0,1 0 0,-1 0 0,1 1 0,-1-1 0,0 1 0,-1 0 0,1 0 0,-1 0 0,1 0 0,-1 0 0,0 1 0,-1 0 0,1 0 0,-1-1 0,0 1 0,0 1 0,-1-1 0,1 0 0,-1 0 0,0 1 0,0 7 0,-1-9 0,0 0 0,0 0 0,0 0 0,-1 0 0,1 0 0,-1 1 0,0-1 0,0 0 0,-1-1 0,1 1 0,-1 0 0,0 0 0,0-1 0,0 1 0,-1-1 0,1 1 0,-1-1 0,0 0 0,1 0 0,-1 0 0,-1 0 0,1-1 0,0 1 0,-1-1 0,1 0 0,-1 0 0,-4 1 0,0 1 0,-1 0 0,0-1 0,0 0 0,0 0 0,0-1 0,0 0 0,0-1 0,-1 0 0,-15-1 0,18 0 0,0-1 0,0 0 0,0 0 0,1 0 0,-1-1 0,0 0 0,1-1 0,0 1 0,-1-1 0,1 0 0,0-1 0,0 1 0,-9-9 0,13 10 0,0 1 0,1-1 0,-1 0 0,0 0 0,1 1 0,0-1 0,-1 0 0,1 0 0,0 0 0,0 0 0,0 0 0,1-1 0,-1 1 0,0 0 0,1 0 0,-1-1 0,1 1 0,0 0 0,0-3 0,0 2 0,1-1 0,0 1 0,-1-1 0,1 1 0,1 0 0,-1-1 0,0 1 0,1 0 0,0 0 0,0 0 0,2-3 0,6-6 0,1 1 0,0 0 0,0 1 0,19-13 0,-28 21-80,0 1 0,0-1-1,1 1 1,-1-1 0,0 1-1,1 0 1,-1 0 0,1 0-1,-1 0 1,1 0 0,0 1 0,-1-1-1,1 1 1,-1 0 0,1-1-1,3 2 1,2 1-6746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0.9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144 93 24575,'1'-4'0,"0"-1"0,-1 1 0,0 0 0,0 0 0,0 0 0,0-1 0,0 1 0,-1 0 0,0 0 0,0 0 0,0 0 0,0 0 0,-1 0 0,-3-7 0,4 9 0,-1 0 0,1 1 0,0-1 0,-1 0 0,0 1 0,1-1 0,-1 1 0,0 0 0,0-1 0,0 1 0,1 0 0,-1 0 0,-1 0 0,1 0 0,0 1 0,0-1 0,0 0 0,0 1 0,0 0 0,-1-1 0,1 1 0,0 0 0,0 0 0,-1 0 0,1 0 0,0 1 0,0-1 0,0 1 0,-4 1 0,3-2 0,0 2 0,0-1 0,1 0 0,-1 0 0,0 1 0,1 0 0,-1-1 0,1 1 0,-1 0 0,1 0 0,0 1 0,-4 3 0,3-1 0,0 0 0,0 0 0,0 0 0,0 1 0,1-1 0,-3 7 0,2 1 0,0 0 0,0 1 0,1-1 0,1 1 0,0 14 0,2 0 0,2-1 0,1 0 0,1 0 0,1 0 0,18 47 0,66 125 0,-15-38 0,-55-108-1365,-16-40-5461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1.0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271 21 24575,'-33'-5'0,"-13"-1"0,-1-1 0,4 5 0,8 1 0,7 2 0,6 1 0,6-1-8191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1.8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0 24575,'-4'14'0,"1"0"0,0 0 0,1 1 0,1-1 0,0 1 0,1-1 0,1 17 0,1-19 0,0-1 0,1 1 0,0-1 0,1 1 0,0-1 0,1 0 0,0 0 0,1-1 0,7 11 0,-2-2 0,-9-13 0,1-1 0,0-1 0,6 9 0,-24-36-1365,8 13-5461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2.2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97 24575,'6'-10'0,"1"1"0,0 0 0,1 1 0,0 0 0,1 0 0,0 1 0,14-10 0,-18 14 0,1 0 0,-1 1 0,1-1 0,0 1 0,0 0 0,0 1 0,0-1 0,0 1 0,1 0 0,-1 1 0,0-1 0,0 1 0,1 1 0,-1-1 0,7 2 0,1 1 0,0 1 0,19 7 0,-27-8 0,0-1 0,0 1 0,-1 0 0,1 1 0,-1-1 0,0 1 0,8 7 0,-13-10 0,1-1 0,0 1 0,-1 0 0,1 0 0,-1 0 0,1-1 0,-1 1 0,1 0 0,-1 0 0,0 0 0,1 0 0,-1 0 0,0 0 0,0 0 0,0-1 0,0 1 0,0 0 0,0 0 0,0 0 0,0 0 0,0 0 0,0 0 0,0 0 0,0 0 0,-1 0 0,1 0 0,0 0 0,-1 0 0,1-1 0,-1 1 0,1 0 0,-1 0 0,1 0 0,-2 0 0,-2 4 0,-1 0 0,1-1 0,-1 0 0,-8 5 0,-6 7 0,17-14 0,0 0 0,0 0 0,0 0 0,1 0 0,-1 1 0,1-1 0,0 0 0,-1 1 0,1-1 0,0 1 0,1-1 0,-1 1 0,0 0 0,1-1 0,-1 1 0,1 0 0,0-1 0,0 1 0,0 0 0,0 0 0,1-1 0,0 5 0,1-1 0,1 0 0,-1-1 0,1 0 0,0 0 0,0 0 0,1 0 0,0 0 0,0 0 0,5 4 0,36 33 0,-31-31 0,-1 1 0,-1 0 0,0 1 0,0 0 0,-2 0 0,12 19 0,-20-29 0,-1 0 0,1 0 0,-1 0 0,0 0 0,0 0 0,0 0 0,-1 0 0,1 1 0,-1-1 0,1 0 0,-1 1 0,0-1 0,0 0 0,-1 0 0,1 1 0,-1-1 0,1 0 0,-1 0 0,-2 5 0,1-5 0,0 1 0,0-1 0,0 0 0,-1 0 0,0 1 0,1-2 0,-1 1 0,0 0 0,0-1 0,-1 1 0,1-1 0,0 0 0,-1 0 0,0 0 0,-5 2 0,-3 0 24,0 1 0,-1-2 0,0 0 0,-15 2 0,20-4-189,0 0 0,0-1 0,0 0 0,0-1 0,0 0 0,0 0 0,0 0 0,-8-3 0,6 0-6661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2.6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14 24575,'-3'0'0,"3"0"0,2 0 0,5-3 0,3 0 0,2 0 0,2 0 0,1 1 0,-2 4 0,-1 0 0,0 4 0,1 0 0,-2 1 0,-1 0 0,1-1 0,1-2 0,1-1 0,-2-2-8191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3.0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24575,'17'30'0,"9"17"0,5 7 0,-1-2 0,-2-5 0,-4-4 0,-4-6 0,-2-6 0,-2-5 0,-3-3 0,-2-3 0,-3-1 0,-2-3 0,-3-3-8191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3.2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24575,'20'28'0,"10"13"0,1 6 0,1 0 0,-2-4 0,-5-4 0,-3-6 0,-5-3 0,-4-5 0,-4-1 0,0-3 0,-3-1 0,-1-3 0,-2-1 0,-2-3-8191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3.8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1 355 24575,'87'15'0,"62"10"0,-136-23 0,1-2 0,-1 0 0,1 0 0,0-1 0,-1-1 0,0 0 0,1-1 0,-1 0 0,19-8 0,-25 8 0,0-1 0,1 0 0,-1 0 0,0 0 0,-1-1 0,1 0 0,7-8 0,-10 9 0,0 0 0,-1-1 0,1 1 0,-1-1 0,-1 0 0,1 0 0,-1 0 0,1 0 0,-1 0 0,-1-1 0,3-8 0,-4 10 0,1 0 0,-1 0 0,0-1 0,-1 1 0,1 0 0,-1 0 0,1 0 0,-1-1 0,0 1 0,-1 0 0,-1-4 0,2 6 0,0 0 0,1 1 0,-1-1 0,0 1 0,0-1 0,0 1 0,0-1 0,0 1 0,0 0 0,-1-1 0,1 1 0,0 0 0,-1 0 0,1 0 0,-1 0 0,1 0 0,-1 0 0,1 1 0,-1-1 0,0 0 0,1 1 0,-1-1 0,0 1 0,1 0 0,-1-1 0,0 1 0,0 0 0,1 0 0,-3 0 0,3 1 0,-1-1 0,1 1 0,0 0 0,-1-1 0,1 1 0,0 0 0,0 0 0,-1 0 0,1 0 0,0 0 0,0 0 0,0 0 0,0 0 0,0 0 0,1 0 0,-1 1 0,0-1 0,0 0 0,1 1 0,-1-1 0,1 0 0,-1 1 0,1-1 0,0 1 0,-1-1 0,1 0 0,0 1 0,0 1 0,-1 4 0,1 0 0,0-1 0,0 1 0,1-1 0,1 8 0,0-9 0,-1 0 0,1 1 0,1-1 0,-1 0 0,1 0 0,0 0 0,0-1 0,0 1 0,0-1 0,1 1 0,0-1 0,0 0 0,0-1 0,1 1 0,-1-1 0,1 0 0,0 0 0,-1 0 0,1 0 0,1-1 0,-1 0 0,8 2 0,-3-1 0,0 0 0,-1-1 0,1-1 0,0 1 0,0-2 0,0 1 0,0-1 0,0-1 0,0 0 0,0 0 0,19-6 0,-25 6 0,0-1 0,1 1 0,-1-1 0,0 0 0,0 0 0,0-1 0,0 1 0,0-1 0,0 0 0,-1 0 0,1 0 0,-1 0 0,0-1 0,0 1 0,0-1 0,-1 0 0,1 0 0,-1 0 0,0 0 0,0 0 0,0-1 0,-1 1 0,1 0 0,-1-1 0,0 1 0,-1-1 0,1 0 0,-1 1 0,0-6 0,0 3 0,-1 0 0,0 0 0,0 0 0,-1 0 0,0 1 0,0-1 0,-3-7 0,-4-3 0,-13-19 0,13 21 0,0 0 0,-8-19 0,16 32 0,1 0 0,-1 0 0,0 0 0,1 0 0,-1 0 0,1 0 0,0 0 0,0 0 0,0 0 0,0 0 0,0 0 0,0 0 0,0 0 0,1 0 0,-1 1 0,1-1 0,-1 0 0,1 0 0,0 0 0,0 0 0,0 0 0,0 1 0,0-1 0,0 0 0,0 1 0,3-3 0,-1 1 0,-1 1 0,1 0 0,0 1 0,0-1 0,0 0 0,0 1 0,0 0 0,0-1 0,1 1 0,-1 0 0,0 1 0,1-1 0,-1 1 0,1-1 0,4 1 0,-6 0-136,1 1-1,-1-1 1,0 0-1,1 1 1,-1-1-1,0 1 1,0 0-1,1 0 0,2 2 1,5 3-6690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5.0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0 114 24575,'18'23'0,"1"-2"0,0 0 0,2-1 0,0-1 0,2-1 0,33 21 0,-50-36 0,-1 0 0,1-1 0,-1 0 0,1 0 0,0 0 0,-1-1 0,1 0 0,0 0 0,0-1 0,0 1 0,0-1 0,9-1 0,-13 1 0,0-1 0,0 1 0,0 0 0,1-1 0,-1 0 0,0 1 0,0-1 0,0 0 0,0 0 0,0 0 0,0 0 0,0-1 0,-1 1 0,1 0 0,0-1 0,-1 1 0,1-1 0,-1 0 0,1 1 0,-1-1 0,0 0 0,0 0 0,0 0 0,0 0 0,0 0 0,0 0 0,0 0 0,-1 0 0,1-1 0,-1 1 0,1 0 0,-1 0 0,0 0 0,0-1 0,0-2 0,-6-17 0,5 20 0,1 0 0,-1 0 0,0-1 0,1 1 0,-1 0 0,1-1 0,-1 1 0,1 0 0,0-1 0,0 1 0,1-4 0,-1 6 0,0-1 0,1 0 0,-1 1 0,1-1 0,-1 1 0,1-1 0,-1 1 0,1 0 0,-1-1 0,1 1 0,-1-1 0,1 1 0,-1 0 0,1 0 0,0-1 0,-1 1 0,1 0 0,-1 0 0,1 0 0,0-1 0,-1 1 0,1 0 0,0 0 0,-1 0 0,1 0 0,0 0 0,-1 0 0,2 1 0,24 4 0,-16-3 0,3 0 0,0 0 0,0-2 0,0 1 0,0-2 0,16-2 0,-24 3 0,0-1 0,-1-1 0,1 1 0,0-1 0,-1 0 0,1 0 0,6-4 0,-9 4 0,0 1 0,0-1 0,0 0 0,0 1 0,0-1 0,-1 0 0,1 0 0,-1 0 0,1 0 0,-1-1 0,0 1 0,0 0 0,0 0 0,0-1 0,1-4 0,-2 4 0,0 0 0,0 0 0,0 0 0,0 0 0,-1 0 0,1 0 0,-1 0 0,0 0 0,1 0 0,-2 0 0,1 0 0,0 1 0,0-1 0,-1 0 0,0 1 0,1-1 0,-1 1 0,-4-5 0,0 1 0,-1 0 0,1 0 0,-1 0 0,0 1 0,-11-7 0,1 3-682,-21-7-1,23 10-6143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5.7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150 299 24575,'-6'-14'0,"-1"1"0,0 0 0,-1 1 0,-1 0 0,1 0 0,-2 1 0,-17-17 0,26 26 0,-1 1 0,1 0 0,0 0 0,-1 0 0,1 1 0,-1-1 0,1 0 0,-1 0 0,1 1 0,-1-1 0,1 1 0,-1-1 0,0 1 0,1 0 0,-1-1 0,1 1 0,-1 0 0,0 0 0,1 0 0,-1 1 0,0-1 0,1 0 0,-1 0 0,0 1 0,1-1 0,-1 1 0,1 0 0,-3 0 0,3 1 0,-1-1 0,0 1 0,1 0 0,-1-1 0,1 1 0,-1 0 0,1 0 0,0 0 0,0 0 0,0 0 0,0 0 0,0 0 0,0 0 0,1 1 0,-1-1 0,1 0 0,0 0 0,-1 1 0,1 2 0,0-2 0,0-1 0,0 1 0,0-1 0,1 0 0,-1 1 0,0-1 0,1 0 0,0 0 0,0 1 0,-1-1 0,1 0 0,0 0 0,1 0 0,-1 0 0,0 0 0,1 0 0,2 2 0,-2-1 0,1-1 0,0 0 0,0 0 0,0 0 0,1 0 0,-1-1 0,0 1 0,1-1 0,-1 0 0,5 1 0,5 0 0,-1 0 0,1-1 0,-1-1 0,1 0 0,18-3 0,-28 3 0,-1 0 0,1 0 0,-1-1 0,1 0 0,-1 1 0,1-1 0,-1 0 0,1 0 0,-1 0 0,0 0 0,0-1 0,1 1 0,-1 0 0,0-1 0,0 0 0,-1 1 0,1-1 0,0 0 0,0 0 0,-1 0 0,1 0 0,-1-1 0,0 1 0,2-4 0,-2 2 0,0 0 0,0 0 0,-1 1 0,1-1 0,-1 0 0,0 0 0,0 0 0,-1 1 0,1-1 0,-1 0 0,0 0 0,0 1 0,0-1 0,0 0 0,-4-5 0,5 8 0,0 1 0,0 0 0,-1-1 0,1 1 0,0 0 0,0-1 0,-1 1 0,1 0 0,0-1 0,0 1 0,0 0 0,0-1 0,0 1 0,0 0 0,0-1 0,0 1 0,0-1 0,0 1 0,0 0 0,0-1 0,0 1 0,0 0 0,0-1 0,0 1 0,0-1 0,0 1 0,0 0 0,0-1 0,0 1 0,1 0 0,-1-1 0,0 1 0,0 0 0,1 0 0,-1-1 0,0 1 0,0 0 0,1-1 0,-1 1 0,0 0 0,1 0 0,-1 0 0,0-1 0,1 1 0,-1 0 0,0 0 0,1 0 0,-1 0 0,0 0 0,1 0 0,-1-1 0,0 1 0,1 0 0,-1 0 0,1 0 0,-1 0 0,0 0 0,1 1 0,-1-1 0,1 0 0,27 6 0,-23-5 0,10 4 0,-1 0 0,0 0 0,23 13 0,38 29 0,-54-34 0,5 6 0,-31-24 0,0-1 0,0 0 0,0 0 0,1 0 0,0-1 0,-5-10 0,2 1 0,-12-35 0,14 36 0,2-1 0,-4-24 0,6 35 0,1-1 0,0 1 0,0 0 0,1-1 0,0 1 0,0 0 0,0-1 0,0 1 0,1 0 0,0 0 0,3-7 0,-3 10-59,-1 0 0,1 0-1,0 0 1,-1 1-1,1-1 1,0 0 0,0 1-1,0 0 1,0-1 0,1 1-1,-1 0 1,0 0 0,0 0-1,1 1 1,-1-1-1,1 0 1,-1 1 0,0 0-1,1-1 1,-1 1 0,1 0-1,4 1 1,6-1-6767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6.0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24575,'8'30'0,"5"15"0,-1 5 0,2-1 0,0-6 0,-3-6 0,1-4 0,-3-5 0,0-5 0,-2-1 0,-2-2 0,-1-2 0,-2-1 0,-4-4 0,-4-4 0,-1-6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6.5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0 317 24575,'48'23'0,"-8"-4"0,42 14 0,-69-29 0,-1 0 0,1-1 0,0-1 0,-1 0 0,1 0 0,0-2 0,0 1 0,13-3 0,-20 1 0,-1 0 0,0-1 0,0 1 0,0-1 0,-1 0 0,1-1 0,0 1 0,-1-1 0,1 0 0,-1 0 0,0-1 0,0 1 0,0-1 0,-1 0 0,1 0 0,-1 0 0,3-5 0,1-1 0,-1 0 0,0-1 0,-1 1 0,0-1 0,-1-1 0,5-16 0,-6 12 0,-1 0 0,-1 0 0,0-1 0,-1 1 0,-1 0 0,0 0 0,-1 0 0,-1 0 0,0 0 0,-2 0 0,1 1 0,-8-15 0,10 25 0,0 1 0,-1-1 0,1 1 0,-1 0 0,-3-5 0,6 8 0,-1 1 0,1-1 0,0 1 0,-1-1 0,1 1 0,-1-1 0,1 1 0,-1-1 0,1 1 0,-1 0 0,1-1 0,-1 1 0,1 0 0,-1-1 0,1 1 0,-1 0 0,0 0 0,1 0 0,-1-1 0,1 1 0,-1 0 0,0 0 0,1 0 0,-1 0 0,0 0 0,1 0 0,-1 0 0,0 0 0,1 0 0,-1 0 0,1 1 0,-1-1 0,0 0 0,1 0 0,-1 1 0,1-1 0,-1 0 0,1 1 0,-1-1 0,1 0 0,-1 1 0,1-1 0,-1 1 0,1-1 0,-1 1 0,1-1 0,0 1 0,-1-1 0,1 1 0,-1 1 0,-1 2 0,0 0 0,0 0 0,1 1 0,-1-1 0,1 0 0,0 1 0,0 0 0,0 5 0,0 40 0,1-33 0,0 13 0,-1-9 0,1 0 0,1 1 0,1-1 0,5 25 0,-6-41 0,0 0 0,1 0 0,0-1 0,0 1 0,0 0 0,0-1 0,1 1 0,-1-1 0,1 0 0,0 0 0,1 0 0,-1 0 0,1 0 0,-1-1 0,1 0 0,0 0 0,0 0 0,1 0 0,-1 0 0,1-1 0,-1 0 0,10 3 0,-11-4 0,1 0 0,-1-1 0,1 1 0,-1-1 0,1 0 0,-1 0 0,1 0 0,0 0 0,-1-1 0,7-1 0,1-1 0,0-1 0,11-6 0,-14 6 0,0 0 0,0 1 0,0 0 0,14-2 0,-20 4 0,1 1 0,0 0 0,0 0 0,0 0 0,0 0 0,0 1 0,0-1 0,0 1 0,0 0 0,0 0 0,0 0 0,-1 0 0,1 0 0,0 0 0,-1 1 0,1-1 0,3 4 0,4 3-151,0 2-1,0-1 0,-1 1 0,0 0 1,-1 1-1,0 0 0,-1 0 1,11 23-1,-12-21-6674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7.2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182 0 24575,'-26'3'0,"-12"0"0,-6 0 0,3 2 0,8 1-8191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8.2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181 50 24575,'-7'-4'0,"-9"-7"0,-27-11 0,38 20 0,0 0 0,1 0 0,-1 0 0,0 1 0,0 0 0,0 0 0,-1 0 0,1 1 0,0 0 0,-9 0 0,12 1 0,0-1 0,0 1 0,-1-1 0,1 1 0,0 0 0,0 0 0,0 0 0,0 0 0,0 0 0,0 1 0,0-1 0,1 1 0,-1-1 0,0 1 0,1 0 0,-1-1 0,1 1 0,-1 0 0,1 0 0,0 0 0,0 0 0,0 0 0,0 0 0,0 0 0,0 4 0,-2 4 0,1 1 0,1-1 0,0 1 0,0 13 0,1-19 0,1 24 0,1 0 0,1-1 0,2 1 0,0-1 0,2 0 0,1 0 0,17 36 0,-4-17 0,2-1 0,2-1 0,40 53 0,28 20-1365,-84-105-5461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8.6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0 106 24575,'30'-16'0,"1"2"0,0 1 0,1 1 0,0 2 0,58-11 0,-61 17 0,35-11 0,-64 15 0,1 0 0,0 0 0,0 0 0,0 0 0,-1 0 0,1 0 0,0 0 0,0 0 0,-1 0 0,1 0 0,0 0 0,0 0 0,-1 1 0,1-1 0,0 0 0,0 1 0,-1-1 0,1 0 0,0 1 0,-1-1 0,1 1 0,-1-1 0,1 1 0,0 0 0,-1-1 0,1 1 0,-1-1 0,0 1 0,1 0 0,-1-1 0,1 1 0,-1 0 0,0 0 0,1 0 0,1 5 0,0 0 0,-1 0 0,2 10 0,0-3 0,-1-5-273,0-1 0,1 0 0,0 0 0,5 8 0,0-2-6553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8.8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0 24575,'-2'8'0,"-4"7"0,-1 4 0,2 1 0,0-1 0,2 0 0,2-4-8191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9.2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116 616 24575,'14'-23'0,"-2"-1"0,-1-1 0,0 0 0,8-36 0,-14 45 0,-2-1 0,0 0 0,-2 0 0,1-1 0,-2 1 0,0 0 0,-6-33 0,-1 15 0,-2 2 0,-2-1 0,-1 1 0,-1 1 0,-34-59 0,46 89 0,-1-1 0,0 0 0,1 1 0,-1-1 0,-1 1 0,1-1 0,0 1 0,0 0 0,-1 0 0,-4-2 0,6 3 0,0 1 0,0-1 0,0 1 0,0 0 0,0 0 0,0-1 0,0 1 0,0 0 0,0 0 0,0 0 0,0 0 0,0 0 0,0 1 0,0-1 0,0 0 0,0 0 0,0 1 0,0-1 0,0 1 0,0-1 0,0 1 0,0-1 0,0 1 0,1-1 0,-1 1 0,0 0 0,0-1 0,1 1 0,-1 0 0,0 0 0,1 0 0,-1-1 0,0 1 0,0 2 0,-3 4 0,1-1 0,0 1 0,0 0 0,0 0 0,1 0 0,-2 13 0,-5 45 0,9-63 0,-1 19 0,0 0 0,2 0 0,0 0 0,2 0 0,0 0 0,9 28 0,-1-12 0,2 0 0,29 54 0,-35-76 0,1-1 0,1-1 0,0 0 0,1 0 0,0 0 0,24 20 0,-28-27 0,1-1 0,0 0 0,0 0 0,0-1 0,1 0 0,-1 0 0,1-1 0,0 0 0,0 0 0,0-1 0,1 0 0,-1 0 0,0-1 0,17 0 0,-22-1-97,0 0-1,0 0 1,1-1-1,-1 1 1,0-1-1,0 0 1,0 0-1,0 0 1,0-1-1,0 1 1,0-1-1,-1 1 0,6-5 1,2-3-6729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7:59.4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24575,'15'37'0,"98"240"0,-68-187 0,39 85 0,-79-161-1365,-2-1-5461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5:58:00.0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0 327 24575,'33'11'0,"60"18"0,-77-25 0,2 0 0,-1-1 0,25 1 0,-34-4 0,0 0 0,0-1 0,-1 0 0,1 0 0,-1-1 0,1 0 0,-1 0 0,1 0 0,-1-1 0,0 0 0,0-1 0,0 0 0,-1 0 0,1 0 0,-1-1 0,0 0 0,0 0 0,-1 0 0,7-8 0,-6 4 0,0 1 0,0-1 0,-1 0 0,0-1 0,-1 1 0,0-1 0,0 0 0,-1 0 0,-1 0 0,0 0 0,0-1 0,-1 1 0,0-18 0,0 22 0,-1 1 0,-1 0 0,1 0 0,-1-1 0,-3-8 0,4 13 0,0 0 0,-1 0 0,1 0 0,-1 0 0,1 0 0,-1 0 0,1 0 0,-1 1 0,0-1 0,1 0 0,-1 1 0,0-1 0,0 0 0,1 1 0,-1-1 0,0 1 0,0-1 0,0 1 0,0-1 0,0 1 0,0 0 0,0-1 0,0 1 0,0 0 0,0 0 0,0 0 0,0 0 0,0 0 0,0 0 0,0 0 0,0 0 0,0 0 0,0 0 0,0 0 0,0 1 0,1-1 0,-1 0 0,-2 2 0,-1-1 0,1 1 0,-1 1 0,1-1 0,-1 0 0,1 1 0,0 0 0,0-1 0,0 1 0,0 0 0,1 1 0,-1-1 0,1 0 0,0 1 0,-3 6 0,-3 6 0,2-1 0,-6 20 0,11-30 0,-1-1 0,1 1 0,1-1 0,-1 1 0,1-1 0,-1 1 0,1-1 0,0 1 0,1 0 0,-1-1 0,1 1 0,0-1 0,0 1 0,1-1 0,-1 0 0,1 1 0,0-1 0,0 0 0,0 0 0,1 0 0,-1-1 0,1 1 0,0 0 0,4 3 0,-1-1 0,1-1 0,-1 0 0,1 0 0,0-1 0,1 0 0,-1 0 0,1-1 0,-1 0 0,1 0 0,0-1 0,0 0 0,14 2 0,18-1 0,-1-1 0,61-6 0,-95 4 0,0 0 0,-1-1 0,1 0 0,0 0 0,-1 0 0,1-1 0,-1 0 0,1 0 0,-1 0 0,0 0 0,0 0 0,0-1 0,0 0 0,5-5 0,-6 6 0,-1-1 0,0 0 0,0 0 0,0 0 0,-1 0 0,1 0 0,-1 0 0,1 0 0,-1 0 0,0-1 0,0 1 0,-1 0 0,1-1 0,-1 1 0,1-1 0,-1 1 0,0-1 0,-1 1 0,1-1 0,-2-5 0,-2-8 0,-13-34 0,12 38 0,0 0 0,1 0 0,1 0 0,0-1 0,-1-14 0,3 20 15,1 1 0,0 0 0,1-1 0,-1 1 0,2 0 0,-1-1 0,4-10 0,-4 15-89,1 0-1,-1 0 1,1 0 0,-1 0 0,1 0-1,0 1 1,0-1 0,1 1 0,-1-1-1,0 1 1,1 0 0,-1 0 0,1 0-1,0 0 1,-1 1 0,1-1 0,0 1-1,0-1 1,5 0 0,5-2-6752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01.6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2374 76 24575,'-1'-1'0,"1"-1"0,0 1 0,0 0 0,-1-1 0,1 1 0,-1 0 0,1 0 0,-1-1 0,0 1 0,1 0 0,-1 0 0,0 0 0,0 0 0,0 0 0,0 0 0,0 0 0,0 0 0,0 0 0,0 1 0,0-1 0,0 0 0,-1 1 0,1-1 0,0 1 0,0-1 0,-1 1 0,1-1 0,0 1 0,-1 0 0,-1 0 0,-8-2 0,1 1 0,0 0 0,-11 1 0,13 0 0,-216 0-228,-187-4-347,4-10 575,190 7 0,126 4 0,-151-7 0,2 4 402,176 8-201,-109 17-1,41 3-200,85-19 0,45-3 0,5 0 0,17 0 0,516 8 0,194 13-623,-594-21 623,328 11 0,-426-8 0,-139-11 623,-49 0-623,36 4 0,-192-3 0,1 16 0,285-8 0,-180 4 0,-53 2 0,-138-1 0,308-6 0,55 2-1365,19 2-5461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09.7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1 24575,'-2'15'0,"1"7"0,1 3 0,3 0 0,1-3 0,0-2 0,2-4 0,-1-3 0,-3-3 0,-2-6 0,-4-4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09.9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 50 24575,'-5'-12'0,"-4"-3"0,-3 3 0,0 5 0,3 4-8191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0.3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272 131 24575,'-107'-73'0,"88"62"0,-1 0 0,0 2 0,-37-14 0,55 23 0,0-1 0,0 1 0,0-1 0,0 1 0,0-1 0,0 1 0,0 0 0,0 0 0,0 0 0,0 0 0,0 0 0,0 1 0,0-1 0,0 0 0,-3 2 0,4-1 0,-1 0 0,1 0 0,0 0 0,0 0 0,0 0 0,1 0 0,-1 0 0,0 1 0,0-1 0,1 0 0,-1 0 0,0 1 0,1-1 0,-1 0 0,1 1 0,0-1 0,-1 1 0,1-1 0,0 0 0,0 1 0,0-1 0,0 3 0,1 11 0,0-1 0,0 1 0,2 0 0,0-1 0,8 23 0,31 69 0,144 234-1037,31-19 15,-207-307 911,6 8 165,0 2 1,-2-1-1,14 31 1,-23-39-6294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0.4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383 46 24575,'-30'-8'0,"-12"-2"0,-5 1 0,4 1 0,4 2 0,3 3 0,4 1 0,3 4 0,3 1 0,3 1 0,3 1 0,4 1-8191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1.5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0 491 24575,'282'11'0,"-258"-9"0,82 2 0,-91-4 0,0-1 0,1 0 0,-1-1 0,26-8 0,-41 10 0,0 0 0,0 0 0,0 0 0,0 0 0,0 0 0,0 0 0,0 0 0,0 0 0,0 0 0,0 0 0,1 0 0,-1 0 0,0 0 0,0 0 0,0 0 0,0 0 0,0 0 0,0 0 0,0 0 0,0 0 0,0 0 0,0 0 0,0 0 0,0-1 0,0 1 0,0 0 0,1 0 0,-1 0 0,0 0 0,0 0 0,0 0 0,0 0 0,0 0 0,0 0 0,0 0 0,0 0 0,0-1 0,0 1 0,0 0 0,0 0 0,0 0 0,0 0 0,0 0 0,0 0 0,0 0 0,0 0 0,0 0 0,0 0 0,0-1 0,0 1 0,0 0 0,-1 0 0,1 0 0,0 0 0,0 0 0,0 0 0,-6-4 0,-10-2 0,-7 1 0,0 0 0,1-2 0,-24-11 0,37 14 0,1-1 0,-1 0 0,1 0 0,0-1 0,0 0 0,1 0 0,-1-1 0,2 0 0,-1 0 0,-5-9 0,5 6 0,1-1 0,0 0 0,0 0 0,1 0 0,1 0 0,0-1 0,1 0 0,0 0 0,1 0 0,0 0 0,1 0 0,0 0 0,1-17 0,1 20 0,-1 1 0,2 0 0,-1 0 0,1 0 0,0 0 0,1 0 0,0 0 0,0 1 0,1-1 0,-1 1 0,2 0 0,-1 0 0,1 1 0,0-1 0,0 1 0,1 0 0,0 0 0,0 1 0,0-1 0,13-7 0,-8 8 0,1-1 0,0 2 0,0-1 0,0 2 0,0-1 0,0 2 0,15-2 0,1 1 0,1 2 0,30 2 0,-48 0 0,1 0 0,-1 1 0,0 0 0,1 1 0,-1 0 0,0 1 0,-1 0 0,1 1 0,14 9 0,-19-11 0,-1 1 0,0 0 0,0 0 0,0 0 0,0 1 0,-1 0 0,1 0 0,-1 0 0,-1 0 0,1 1 0,-1-1 0,0 1 0,0 0 0,0 0 0,-1 0 0,0 0 0,0 0 0,1 8 0,-2-5 0,-1 0 0,1 1 0,-1-1 0,-1 1 0,0-1 0,0 0 0,-1 0 0,0 1 0,-5 10 0,-3 5 0,-26 45 0,34-67 0,0 1 0,1 0 0,-1-1 0,1 1 0,-1 0 0,1-1 0,0 1 0,1 0 0,-1 0 0,1 0 0,-1 5 0,2-6 0,-1-1 0,0 0 0,1 1 0,0-1 0,0 1 0,0-1 0,0 0 0,0 1 0,0-1 0,0 0 0,1 0 0,-1 0 0,1 0 0,0 0 0,-1 0 0,1 0 0,0-1 0,3 3 0,5 2 0,0 0 0,0-1 0,0 0 0,1 0 0,-1-1 0,1-1 0,0 0 0,13 2 0,11 0 0,46 1 0,51-6-1365,-116 0-5461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2.4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24575,'58'16'0,"65"28"0,51 33 0,-84-36 0,19-2 0,-16-7 0,-93-32 0,1 0 0,-1 0 0,0 0 0,0 0 0,0 0 0,0 0 0,0 0 0,0 0 0,0 0 0,1 1 0,-1-1 0,0 0 0,0 0 0,0 0 0,0 0 0,0 0 0,0 0 0,0 0 0,0 0 0,0 0 0,0 1 0,0-1 0,0 0 0,1 0 0,-1 0 0,0 0 0,0 0 0,0 0 0,0 0 0,0 1 0,0-1 0,0 0 0,0 0 0,0 0 0,0 0 0,0 0 0,0 0 0,0 0 0,0 1 0,-1-1 0,1 0 0,0 0 0,0 0 0,0 0 0,0 0 0,0 0 0,0 0 0,0 0 0,0 1 0,0-1 0,0 0 0,0 0 0,0 0 0,-1 0 0,1 0 0,0 0 0,0 0 0,0 0 0,0 0 0,0 0 0,0 0 0,0 0 0,0 0 0,-1 0 0,1 0 0,0 0 0,0 0 0,0 0 0,0 0 0,-10 4 0,-7 0 0,-1-1 0,-34 0 0,1 1 0,23 0 0,0 0 0,1 3 0,-36 11 0,44-11 0,2 1 0,-1 1 0,1 0 0,0 1 0,-25 20 0,-2 2-1365,35-25-5461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2.9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24575,'140'59'0,"-76"-30"0,16 6 0,152 60 0,-225-93 0,-4-1 0,0 0 0,0 0 0,0 0 0,0 0 0,-1 1 0,1-1 0,4 4 0,-7-5 0,0 0 0,0 1 0,0-1 0,0 0 0,0 0 0,0 1 0,0-1 0,0 0 0,0 0 0,0 1 0,0-1 0,0 0 0,0 0 0,0 1 0,0-1 0,-1 0 0,1 0 0,0 0 0,0 1 0,0-1 0,0 0 0,0 0 0,-1 0 0,1 0 0,0 0 0,0 1 0,0-1 0,-1 0 0,1 0 0,0 0 0,0 0 0,0 0 0,-1 0 0,1 0 0,0 0 0,0 0 0,-1 1 0,1-1 0,-11 4 0,-7-1 0,-1 1 0,1-2 0,-23 0 0,-11 1 0,27 0-108,-7 0 229,-59 13 0,83-14-246,-1 1 0,0 0 0,1 0 0,0 1 0,0 0 0,0 0 0,0 1 1,0 0-1,1 1 0,0-1 0,-8 10 0,4-2-6701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4.0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14 389 24575,'31'-4'0,"-4"0"0,0 1 0,0 1 0,0 2 0,1 0 0,31 6 0,-51-4 0,-5-1 0,0 0 0,0-1 0,0 1 0,0-1 0,0 1 0,0-1 0,0 0 0,0 0 0,0 0 0,0 0 0,0-1 0,3 0 0,-5 1 0,-1-1 0,0 1 0,0 0 0,0 0 0,1 0 0,-1 0 0,0 0 0,0-1 0,0 1 0,0 0 0,0 0 0,0 0 0,1-1 0,-1 1 0,0 0 0,0 0 0,0 0 0,0-1 0,0 1 0,0 0 0,0 0 0,0 0 0,0-1 0,0 1 0,0 0 0,0 0 0,0-1 0,0 1 0,0 0 0,0 0 0,0 0 0,0-1 0,-7-7 0,-11-7 0,16 14 0,-39-27 0,-2-1 0,-43-38 0,71 54 0,1 0 0,1-1 0,-15-20 0,25 31 0,0-1 0,1 0 0,-1 0 0,1 0 0,0 0 0,0-1 0,0 1 0,1-1 0,-1 1 0,1-1 0,0 1 0,1-1 0,-1 0 0,1 1 0,0-1 0,0 0 0,0 1 0,1-1 0,1-6 0,-1 8 0,1 0 0,-1 0 0,1 1 0,0-1 0,0 0 0,0 1 0,0-1 0,0 1 0,1 0 0,-1-1 0,1 1 0,0 1 0,-1-1 0,1 0 0,0 1 0,0-1 0,0 1 0,5-2 0,4-1 0,0 1 0,-1 0 0,23-1 0,12 0 0,1 3 0,-1 1 0,0 3 0,85 15 0,-68-1 0,-55-14 0,-1 0 0,0 0 0,0 0 0,0 1 0,0 0 0,7 6 0,-12-9 0,-1 0 0,0 0 0,1 0 0,-1 0 0,0 1 0,1-1 0,-1 0 0,0 1 0,0-1 0,0 1 0,0 0 0,-1-1 0,1 1 0,0-1 0,-1 1 0,1 0 0,-1 0 0,1-1 0,-1 1 0,0 0 0,0 0 0,0 0 0,0-1 0,0 1 0,0 0 0,0 0 0,-1 0 0,0 2 0,-1 1 0,0-1 0,-1 0 0,0 0 0,1 0 0,-2-1 0,1 1 0,0-1 0,0 1 0,-7 4 0,0-1 0,0 1 0,1 1 0,0 0 0,1 0 0,-12 16 0,18-22 0,0 0 0,1 0 0,0 0 0,-1-1 0,1 1 0,0 1 0,0-1 0,0 0 0,1 0 0,-1 0 0,1 0 0,0 1 0,0-1 0,0 0 0,0 0 0,0 0 0,1 1 0,-1-1 0,1 0 0,0 0 0,0 0 0,0 0 0,1 0 0,-1 0 0,1 0 0,3 4 0,-1-2 0,0 0 0,1-1 0,-1 1 0,1-1 0,0-1 0,0 1 0,0-1 0,1 0 0,-1 0 0,1 0 0,0-1 0,0 0 0,0 0 0,0 0 0,9 1 0,10 0 0,0 0 0,35-1 0,-30-4 60,34-5-1,-35 3-801,35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4.4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144 0 24575,'-13'1'0,"-1"1"0,0 1 0,1 0 0,-1 0 0,-18 9 0,29-11 0,0 0 0,1 0 0,-1 1 0,1-1 0,-1 1 0,1-1 0,0 1 0,0 0 0,0 0 0,0 0 0,0 0 0,0 1 0,0-1 0,1 0 0,-1 1 0,1-1 0,-1 1 0,1-1 0,0 1 0,0 0 0,0 0 0,1-1 0,-1 1 0,1 0 0,-1 0 0,1 0 0,0 0 0,0 0 0,0-1 0,1 1 0,-1 0 0,2 5 0,1 0 0,0 0 0,0-1 0,1 0 0,0 1 0,0-1 0,0-1 0,1 1 0,0-1 0,1 0 0,0 0 0,-1 0 0,2-1 0,9 8 0,6 2 0,1-1 0,44 20 0,-37-21 0,50 16 0,-66-25 0,0-1 0,-1-1 0,2 1 0,-1-2 0,0 0 0,18-2 0,-25 1-341,-1-1 0,1-1-1,11-3 1,-3-1-6485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5.7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128 0 24575,'-9'4'0,"0"1"0,0 0 0,0 0 0,0 1 0,1 0 0,0 1 0,0 0 0,-10 11 0,14-12 0,-1 0 0,1 0 0,0 1 0,0-1 0,1 1 0,0 0 0,0 0 0,1 0 0,0 0 0,0 1 0,0-1 0,0 10 0,2 0 0,0 0 0,1 0 0,1-1 0,0 1 0,1-1 0,1 1 0,1-1 0,0 0 0,1 0 0,9 17 0,6 6 0,2-1 0,44 58 0,-33-53 0,3-2 0,1-2 0,76 62 0,-107-96-455,-1 0 0,15 7 0,-8-6-6371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6.1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301 49 24575,'-20'-9'0,"-51"-21"0,64 28 0,0 0 0,0 0 0,0 1 0,0-1 0,0 2 0,0-1 0,0 1 0,-9 1 0,14-1 0,1 0 0,0 0 0,0 0 0,-1 0 0,1 0 0,0 1 0,0-1 0,0 0 0,-1 1 0,1-1 0,0 1 0,0-1 0,0 1 0,0 0 0,0-1 0,0 1 0,0 0 0,0 0 0,0 0 0,0 0 0,1 0 0,-1 0 0,0 0 0,0 0 0,1 0 0,-1 0 0,1 0 0,-1 0 0,1 0 0,-1 1 0,1-1 0,0 0 0,0 0 0,-1 1 0,1-1 0,0 0 0,0 0 0,0 1 0,1-1 0,-1 0 0,0 0 0,0 0 0,1 2 0,1 4 0,1 0 0,-1-1 0,1 0 0,1 1 0,-1-1 0,7 8 0,8 10 0,2-1 0,43 39 0,54 33 0,-70-59 0,-38-29 0,-1 0 0,0 0 0,0 1 0,12 16 0,-19-24 0,-1 0 0,0 1 0,0-1 0,1 1 0,-1-1 0,0 0 0,0 1 0,1-1 0,-1 1 0,0-1 0,0 1 0,0-1 0,0 1 0,0-1 0,0 1 0,0-1 0,0 1 0,0-1 0,0 1 0,0-1 0,0 1 0,0-1 0,0 1 0,0-1 0,0 1 0,0-1 0,-1 1 0,1-1 0,0 0 0,0 1 0,-1-1 0,1 1 0,0-1 0,-1 0 0,1 1 0,0-1 0,-1 0 0,1 1 0,-1-1 0,1 0 0,0 1 0,-1-1 0,1 0 0,-1 0 0,1 0 0,-1 1 0,1-1 0,-1 0 0,1 0 0,-1 0 0,1 0 0,-1 0 0,0 0 0,-29 2 0,9-4 0,1-1 0,-39-9 0,-38-18 0,35 7-682,-79-40-1,126 56-6143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6.3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24575,'20'20'0,"9"15"0,3 10 0,-3 6 0,0 2 0,-3-1 0,-4-2 0,-2-1 0,-3-3 0,-1 0 0,-1-4 0,-3-3 0,-2-7 0,-1-8-8191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6.5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328 136 24575,'-28'-20'0,"-14"-9"0,-2 0 0,3 5 0,5 7 0,5 6 0,5 5 0,5 6 0,4 6 0,4 4 0,2 0 0,3 1 0,3 2 0,2 0 0,1 1 0,2-2-8191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6.9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240 106 24575,'-22'-14'0,"-59"-38"0,67 44 0,0 1 0,-1 0 0,-28-8 0,41 14 0,-1 1 0,1-1 0,0 1 0,-1-1 0,1 1 0,-1 0 0,1 0 0,-1 0 0,1 1 0,-1-1 0,1 0 0,0 1 0,-1 0 0,1-1 0,-3 2 0,4-1 0,1-1 0,-1 1 0,0-1 0,1 1 0,-1 0 0,0-1 0,1 1 0,-1-1 0,1 1 0,-1 0 0,1 0 0,-1-1 0,1 1 0,0 0 0,-1 0 0,1-1 0,-1 3 0,1-2 0,0 1 0,0-1 0,0 1 0,0 0 0,0-1 0,1 1 0,-1-1 0,0 1 0,1-1 0,-1 1 0,1-1 0,1 3 0,1 1 0,0 1 0,0-2 0,1 1 0,0 0 0,0 0 0,0-1 0,0 0 0,1 0 0,9 6 0,6 2 0,26 13 0,-32-18 0,13 6 0,55 19 0,-71-29 0,1 0 0,0 0 0,-1-1 0,1 0 0,0-2 0,0 1 0,21-2 0,-30 0 0,0 1 0,0-1 0,0 0 0,1 0 0,-1 0 0,0 0 0,0-1 0,5-2 0,-7 3 0,-1 1 0,1-1 0,0 0 0,0 1 0,-1-1 0,1 0 0,-1 0 0,1 1 0,0-1 0,-1 0 0,0 0 0,1 0 0,-1 0 0,1 0 0,-1 0 0,0 0 0,0 1 0,1-1 0,-1 0 0,0 0 0,0 0 0,0 0 0,0 0 0,0 0 0,0 0 0,-1 0 0,1 0 0,0 0 0,0 0 0,-1 0 0,1 0 0,-1 0 0,1 1 0,-1-2 0,-3-5 0,-1 1 0,1-1 0,-1 1 0,0 1 0,-1-1 0,1 1 0,-1 0 0,0 0 0,-9-5 0,-5-2 0,-38-17 0,35 19-170,-1 2-1,-1 0 0,1 2 1,-1 0-1,0 2 0,-1 1 1,-34-1-1,40 5-6655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7.5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0 106 24575,'34'49'0,"72"117"0,-85-129 0,-2 0 0,24 67 0,-33-76 0,17 61 0,-27-88 0,1 0 0,-1 0 0,0 0 0,0 0 0,0 0 0,1 0 0,-1 0 0,0 0 0,0 0 0,-1 0 0,1 1 0,0-1 0,0 0 0,0 0 0,-1 2 0,0-3 0,1 0 0,0 0 0,-1 0 0,1 0 0,0 0 0,-1 0 0,1 0 0,0 1 0,-1-1 0,1 0 0,0 0 0,-1 0 0,1 0 0,0-1 0,-1 1 0,1 0 0,0 0 0,-1 0 0,1 0 0,0 0 0,-1 0 0,1 0 0,0-1 0,0 1 0,-1 0 0,1 0 0,0 0 0,-1-1 0,1 1 0,0 0 0,-4-4 0,0 1 0,0-1 0,1 0 0,-6-8 0,-39-62 0,-61-133 0,99 184 0,0 1 0,2-2 0,1 1 0,1-1 0,1 0 0,0 0 0,2 0 0,0-45 0,4 66 0,-1-1 0,0 0 0,1 1 0,0-1 0,-1 1 0,2-1 0,-1 1 0,0-1 0,1 1 0,-1 0 0,1-1 0,3-3 0,-4 6 0,1-1 0,-1 0 0,1 1 0,0 0 0,-1-1 0,1 1 0,0 0 0,0 0 0,0 0 0,0 0 0,0 0 0,0 0 0,0 1 0,0-1 0,0 1 0,0-1 0,1 1 0,-1 0 0,0 0 0,0 0 0,4 1 0,3 0 0,-1 1 0,1 0 0,0 0 0,-1 1 0,1 0 0,-1 1 0,0 0 0,13 9 0,-14-9 0,0 1 0,-1 0 0,0 0 0,0 0 0,0 1 0,-1 0 0,0 0 0,0 1 0,-1-1 0,5 9 0,-8-12-54,1 0-1,-1 0 0,0 1 1,0-1-1,0 0 1,-1 1-1,1-1 0,-1 1 1,0-1-1,0 1 1,0-1-1,-1 1 0,1-1 1,-1 1-1,1-1 0,-1 0 1,0 1-1,-1-1 1,1 0-1,0 0 0,-1 0 1,0 0-1,0 0 1,-3 4-1,-8 7-6771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8.3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24575,'37'65'0,"39"96"0,2 7 0,-62-140 0,-7-13 0,-1 0 0,0 0 0,7 24 0,-15-39 0,0 1 0,1-1 0,-1 1 0,0-1 0,0 1 0,0-1 0,0 1 0,0-1 0,0 1 0,0-1 0,0 1 0,0-1 0,0 1 0,0-1 0,0 1 0,0 0 0,0-1 0,0 1 0,-1 0 0,-5-5 0,-12-15 0,17 18 0,-11-16 0,-1 0 0,2 0 0,1-1 0,-10-21 0,19 36 0,-1-1 0,1 1 0,0-1 0,0 0 0,0 0 0,1 1 0,-1-7 0,1 9 0,0 0 0,0 0 0,0 0 0,1 0 0,-1 0 0,0 0 0,1 0 0,-1 0 0,0 0 0,1 1 0,-1-1 0,1 0 0,-1 0 0,1 0 0,0 0 0,-1 0 0,1 1 0,0-1 0,-1 0 0,1 1 0,0-1 0,0 0 0,0 1 0,0-1 0,0 1 0,0 0 0,-1-1 0,1 1 0,0 0 0,0-1 0,0 1 0,2 0 0,2-1 0,0 1 0,0 0 0,0 0 0,1 0 0,-1 0 0,0 1 0,0 0 0,0 0 0,7 3 0,7 3 0,19 10 0,-24-11 0,25 12 0,-1 1 0,-1 3 0,-1 0 0,61 51 0,-94-71 0,-1 1 0,1 0 0,0 0 0,-1 0 0,0 0 0,0 0 0,0 0 0,0 0 0,0 1 0,1 4 0,-3-7 0,1 0 0,-1 0 0,0 0 0,0 0 0,0 0 0,0 0 0,0 0 0,0 0 0,0 0 0,0 0 0,-1 0 0,1 0 0,0 0 0,0 0 0,-1-1 0,1 1 0,-1 2 0,0-2 0,-1 0 0,1 0 0,0 0 0,0 0 0,0 0 0,-1 0 0,1 0 0,0 0 0,-1-1 0,1 1 0,-1 0 0,1-1 0,-1 1 0,-1 0 0,-8 1 0,1 0 0,-1-1 0,0 0 0,0-1 0,0 0 0,1 0 0,-16-3 0,-76-20 0,90 19 0,-29-6 0,2-3 0,-51-22 0,89 35 0,-1-1 0,1 0 0,0 0 0,-1 0 0,1 0 0,0 0 0,-1 0 0,-1-2 0,3-2 0,10 2 0,8 2-145,22 1 0,-28 0-930,5 1-5751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8.9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271 96 24575,'-42'-24'0,"-1"3"0,-68-23 0,106 42 0,-1 1 0,0 0 0,0 0 0,0 0 0,0 1 0,-7 0 0,12-1 0,0 1 0,0 0 0,0 0 0,0 1 0,0-1 0,0 0 0,0 0 0,0 0 0,0 1 0,0-1 0,0 1 0,0-1 0,0 1 0,0-1 0,0 1 0,0-1 0,0 1 0,1 0 0,-1-1 0,0 1 0,0 0 0,1 0 0,-1-1 0,1 1 0,-1 0 0,1 0 0,-1 0 0,1 0 0,-1 0 0,1 0 0,0 0 0,-1 0 0,1 0 0,0 0 0,0 0 0,0 0 0,0 0 0,0 0 0,0 0 0,0 0 0,0 0 0,1 2 0,0 3 0,1-1 0,0 1 0,0-1 0,1 0 0,-1 1 0,1-1 0,0 0 0,1-1 0,6 8 0,5 5 0,19 16 0,-28-28 0,14 13 0,1-1 0,0 0 0,47 26 0,-57-37 0,0-1 0,0 0 0,1-1 0,0 0 0,-1-1 0,1-1 0,1 1 0,-1-2 0,0 0 0,0 0 0,14-1 0,-24 0 0,0-1 0,0 1 0,0 0 0,0-1 0,0 1 0,0-1 0,0 0 0,0 1 0,0-1 0,0 0 0,-1 0 0,1 0 0,0-1 0,0 1 0,-1 0 0,1-1 0,-1 1 0,3-3 0,-3 1 0,1 1 0,-1-1 0,0 1 0,0-1 0,0 0 0,0 0 0,-1 1 0,1-1 0,-1 0 0,1 0 0,-1 0 0,0-3 0,-1-4 0,0 1 0,-1 0 0,0-1 0,0 1 0,-1 0 0,0 0 0,-6-11 0,2 9 0,-15-21 0,16 23 0,0 1 0,0-2 0,-6-12 0,46 58 0,-2-6 0,2-2 0,1-1 0,1-2 0,1-2 0,76 36 0,-112-59 0,40 17 0,-39-16 0,1 0 0,0-1 0,0 1 0,0-1 0,0 1 0,0-1 0,0 0 0,0 0 0,1 0 0,-1 0 0,0-1 0,3 0 0,-5 0 0,0 1 0,0-1 0,0 1 0,0-1 0,0 1 0,-1-1 0,1 1 0,0-1 0,0 0 0,0 0 0,-1 1 0,1-1 0,0 0 0,-1 0 0,1 0 0,-1 0 0,1 0 0,-1 0 0,1 0 0,0-2 0,-1 1 0,1-1 0,-1 0 0,0 1 0,0-1 0,0 0 0,0 1 0,0-1 0,-2-3 0,0-3 0,0 1 0,-1-1 0,-1 1 0,-4-9 0,6 11 0,-6-9 0,1 1 0,-2-1 0,0 1 0,0 1 0,-2 0 0,-13-15 0,19 25 0,8 7 0,8 8 0,97 76 0,-91-75 0,0-1 0,1-1 0,1 0 0,0-2 0,0 0 0,1-1 0,0-1 0,35 8 0,-51-14-227,0-1-1,-1 1 1,1-1-1,0 0 1,7-1-1,1-1-6598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9.4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302 531 24575,'-29'-15'0,"-13"-9"0,-1 3 0,-62-23 0,100 42 0,0 1 0,0 0 0,0 0 0,1 0 0,-1 1 0,0-1 0,0 1 0,-9 1 0,12-1 0,1 0 0,-1 1 0,1-1 0,0 1 0,-1 0 0,1-1 0,0 1 0,-1 0 0,1 0 0,0-1 0,0 1 0,-1 0 0,1 0 0,0 0 0,0 1 0,0-1 0,0 0 0,0 0 0,1 1 0,-1-1 0,0 0 0,1 1 0,-1-1 0,1 0 0,-1 1 0,1-1 0,0 1 0,-1-1 0,1 1 0,0-1 0,0 4 0,0 1 0,1 1 0,-1 0 0,2-1 0,-1 1 0,1-1 0,-1 1 0,2-1 0,-1 0 0,1 0 0,5 8 0,3 5 0,25 31 0,-19-29 0,0 0 0,2-2 0,27 23 0,-40-37 0,1 1 0,0-2 0,0 1 0,1-1 0,-1 0 0,1 0 0,0-1 0,0 0 0,0 0 0,0-1 0,1 0 0,-1-1 0,1 0 0,12 0 0,-18-1 0,0 0 0,0-1 0,0 0 0,0 1 0,0-1 0,0 0 0,0-1 0,0 1 0,-1-1 0,1 1 0,0-1 0,-1 0 0,1 0 0,-1 0 0,1 0 0,-1 0 0,0 0 0,0-1 0,0 1 0,0-1 0,-1 0 0,1 1 0,-1-1 0,1 0 0,-1 0 0,1-4 0,1-2 0,-1 0 0,0-1 0,0 0 0,-1 1 0,0-1 0,-1 0 0,0-12 0,-3-7 0,-2 0 0,-12-46 0,-26-55 0,38 117 0,-30-82 0,-61-114 0,95 207 0,-2-5 0,0 1 0,-1 0 0,-5-7 0,9 13 0,0 0 0,0 0 0,0 0 0,0 0 0,0 0 0,0 0 0,0 0 0,0 0 0,0 0 0,0 1 0,0-1 0,0 0 0,0 0 0,0 0 0,0 0 0,0 0 0,0 0 0,0 0 0,-1 0 0,1 0 0,0 0 0,0 0 0,0 0 0,0 0 0,0 0 0,0 0 0,0 0 0,0 0 0,0 0 0,0 0 0,0 0 0,0 0 0,0 0 0,0 0 0,0 0 0,0 0 0,0 0 0,0 0 0,0 0 0,0 0 0,0 0 0,0 0 0,0 0 0,0 0 0,-1 0 0,1 0 0,0 0 0,0 0 0,0 0 0,0 0 0,0 0 0,0 0 0,0 0 0,0 0 0,0 0 0,0 0 0,2 8 0,3 10 0,38 92 0,45 110 0,-59-156 0,52 83 0,6-14-1365,-74-112-5461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19.8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 24575,'26'-2'0,"-1"1"0,1 2 0,-1 0 0,1 2 0,-1 1 0,0 0 0,0 2 0,-1 1 0,0 1 0,0 2 0,0 0 0,-1 1 0,-1 1 0,0 1 0,27 22 0,-9-4-319,-3 1 0,0 2 0,-2 2 0,39 51 0,-53-57 331,0 0 1,-2 2-1,-1 0 0,-1 1 0,-2 0 0,16 54 0,-27-71 34,0-1 0,-1 1 0,-1 0 0,-1 0 0,0 0 0,-1 0 0,0 0 0,-6 30 0,3-34-21,0 0 0,0 0 0,-2-1 0,1 1 1,-2-1-1,1-1 0,-1 1 0,-1-1 0,0 0 0,-1 0 1,0-1-1,-11 11 0,-7 1-273,0-1 1,-1-2 0,-1-1-1,-43 20 1,33-18-5938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25.6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84 24575,'-12'-81'0,"12"78"0,-1 4 0,0 9 0,2 15 0,4-2 0,0-1 0,2 1 0,0-1 0,1-1 0,16 29 0,66 97 0,26 12 0,-14-19 0,-101-138 0,1 0 0,0 1 0,-1-1 0,0 1 0,1-1 0,-1 1 0,0 0 0,0 0 0,-1-1 0,1 1 0,0 5 0,-1-7 0,0 0 0,0 0 0,-1 0 0,1 0 0,0 0 0,-1 0 0,1 0 0,-1 1 0,1-1 0,-1-1 0,1 1 0,-1 0 0,0 0 0,1 0 0,-1 0 0,0 0 0,0 0 0,0-1 0,1 1 0,-1 0 0,0-1 0,0 1 0,0-1 0,0 1 0,0-1 0,0 1 0,-1-1 0,1 0 0,0 0 0,0 1 0,-2-1 0,-2 0-91,0 0 0,1 0 0,-1 0 0,0-1 0,1 1 0,-1-1 0,1-1 0,-1 1 0,1 0 0,-1-1 0,1 0 0,0 0 0,0 0 0,-6-5 0,-4-1-6735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25.8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1 111 24575,'22'-13'0,"13"-4"0,3-1 0,0 2 0,-2 4 0,-1 3 0,-2 4 0,-5 3 0,-1 1 0,-3 2 0,-5-3 0,-4-1 0,-2 1 0,-3-3 0,-3-2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26.4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34 24575,'3'-27'0,"-3"27"0,0 0 0,0-1 0,0 1 0,0 0 0,1-1 0,-1 1 0,0 0 0,0-1 0,0 1 0,0 0 0,0 0 0,1-1 0,-1 1 0,0 0 0,0 0 0,0-1 0,1 1 0,-1 0 0,0 0 0,1-1 0,-1 1 0,0 0 0,0 0 0,1 0 0,-1 0 0,1 0 0,0 0 0,-1 0 0,1 1 0,-1-1 0,1 0 0,0 1 0,-1-1 0,1 0 0,-1 1 0,1-1 0,-1 1 0,0-1 0,1 1 0,-1-1 0,1 1 0,-1 0 0,0-1 0,1 1 0,-1 0 0,74 150 0,-57-109 0,2-2 0,46 71 0,30 6 0,-43-58 0,-30-35 0,-17-19 0,1 0 0,-1 1 0,0-1 0,0 1 0,-1 0 0,0 1 0,0-1 0,-1 1 0,6 13 0,-9-19-68,0 0 0,1 0-1,-1 0 1,0 0 0,0 0 0,0 0-1,0 0 1,0 0 0,0 0 0,-1 0-1,1 0 1,0 0 0,0-1 0,-1 1-1,1 0 1,-1 0 0,1 0-1,0 0 1,-2 1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26.9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190 17 24575,'-14'-5'0,"0"2"0,0 0 0,-15-2 0,22 5 0,-1-1 0,1 1 0,-1 0 0,1 1 0,0 0 0,-1 0 0,-11 4 0,16-4 0,0 0 0,0 0 0,1 0 0,-1 1 0,1-1 0,-1 1 0,1 0 0,0-1 0,-1 1 0,1 0 0,0 1 0,0-1 0,0 0 0,1 0 0,-1 1 0,1-1 0,-1 1 0,1 0 0,0-1 0,0 1 0,0 0 0,0 0 0,0 0 0,1 0 0,-1 0 0,1 5 0,0-3 0,0 0 0,1 0 0,-1 0 0,1 0 0,0 0 0,1-1 0,-1 1 0,1 0 0,0-1 0,0 1 0,0-1 0,1 1 0,-1-1 0,1 0 0,5 5 0,8 7 0,0 0 0,1-2 0,1 1 0,1-2 0,21 12 0,-26-17 0,0-1 0,1-1 0,0 0 0,1 0 0,-1-2 0,1 0 0,32 3 0,-47-6-76,1-1 1,0 0-1,0 0 0,0 0 0,0 0 0,0 0 0,0 0 0,0-1 1,0 1-1,0-1 0,0 1 0,0-1 0,0 0 0,0 1 1,0-1-1,-1 0 0,3-2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27.4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78 18 24575,'-2'-2'0,"1"1"0,-1-1 0,0 1 0,0-1 0,0 1 0,0 0 0,0-1 0,0 1 0,0 0 0,0 1 0,0-1 0,-1 0 0,1 1 0,0-1 0,-3 0 0,3 1 0,1 1 0,0-1 0,-1 0 0,1 0 0,0 1 0,-1-1 0,1 1 0,0-1 0,0 1 0,-1-1 0,1 1 0,0 0 0,0 0 0,0-1 0,0 1 0,0 0 0,0 0 0,0 0 0,0 0 0,0 0 0,0 0 0,1 1 0,-1-1 0,0 0 0,1 0 0,-1 1 0,0 1 0,-2 7 0,0-1 0,1 2 0,0-1 0,0 0 0,1 0 0,1 19 0,1-5 0,1-1 0,6 23 0,-1-15 0,2-1 0,0 0 0,3 0 0,0-1 0,30 49 0,-21-44 0,2 0 0,2-2 0,0-1 0,35 32 0,-45-50 60,25 20 0,-35-29-209,0-1 1,1 0-1,-1 0 1,1 0-1,0-1 1,0 0-1,0 0 1,0 0-1,7 1 1,0-2-6678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27.9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5 24575,'0'-1'0,"0"1"0,1 0 0,-1-1 0,1 1 0,-1 0 0,0 0 0,1-1 0,-1 1 0,0 0 0,1 0 0,-1 0 0,1-1 0,-1 1 0,1 0 0,-1 0 0,0 0 0,1 0 0,-1 0 0,1 0 0,-1 0 0,1 0 0,-1 0 0,1 0 0,-1 0 0,1 0 0,-1 0 0,1 1 0,10 9 0,5 20 0,-15-27 0,101 259 0,-76-200 0,-18-44 0,-1 0 0,-1 0 0,0 0 0,6 37 0,-11-54 0,-1 1 0,0 0 0,0-1 0,0 1 0,0 0 0,0 0 0,0-1 0,-1 1 0,1 0 0,0 0 0,-1-1 0,0 1 0,1-1 0,-1 1 0,0 0 0,0-1 0,0 1 0,-1 1 0,0-2 0,1 0 0,0 0 0,-1 0 0,1 0 0,-1-1 0,1 1 0,-1 0 0,1-1 0,-1 1 0,1-1 0,-1 0 0,0 1 0,1-1 0,-1 0 0,0 0 0,1 0 0,-1 0 0,1 0 0,-1-1 0,-1 1 0,-4-2 0,0 0 0,0-1 0,0 1 0,1-1 0,-1 0 0,1-1 0,0 0 0,0 0 0,-10-9 0,4 3 0,0-2 0,2 1 0,-15-20 0,19 23 0,1 0 0,0-1 0,0 0 0,1 0 0,0 0 0,1 0 0,-5-17 0,7 22 0,1 0 0,-1-1 0,1 1 0,0 0 0,0 0 0,0 0 0,0-1 0,1 1 0,0 0 0,-1 0 0,2 0 0,-1 0 0,0 0 0,1 0 0,0 0 0,0 1 0,0-1 0,0 1 0,0-1 0,6-5 0,4-2-273,1 1 0,0 0 0,1 0 0,22-10 0,-23 13-6553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28.0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18 24575,'-7'-7'0,"-3"-3"-8191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29.0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1 457 24575,'456'0'0,"-465"-1"0,0-1 0,0 0 0,0 0 0,0-1 0,-8-4 0,10 5 0,-12-6 0,0 0 0,0-1 0,1-1 0,-18-13 0,28 18 0,0-1 0,1-1 0,0 1 0,0-1 0,1 0 0,0-1 0,0 1 0,1-1 0,-1 0 0,-6-18 0,7 14 0,1 0 0,1 0 0,0-1 0,0 1 0,1-1 0,1 0 0,0 1 0,1-1 0,1 0 0,2-20 0,-2 26 0,1 1 0,-1 0 0,1 0 0,0 0 0,1 0 0,-1 0 0,1 1 0,0-1 0,1 1 0,-1-1 0,1 1 0,0 0 0,0 1 0,1-1 0,-1 1 0,1 0 0,0 0 0,0 0 0,1 1 0,-1-1 0,1 1 0,-1 1 0,8-3 0,-4 2 0,0 1 0,1 0 0,0 1 0,-1 0 0,1 0 0,-1 1 0,1 1 0,0-1 0,-1 2 0,1-1 0,-1 1 0,1 1 0,-1 0 0,0 0 0,10 5 0,0 1 0,-1 1 0,0 1 0,0 1 0,-1 0 0,30 29 0,-44-39 0,0 1 0,-1-1 0,1 1 0,-1 0 0,0 0 0,0 1 0,0-1 0,0 0 0,0 1 0,-1-1 0,1 1 0,-1-1 0,0 1 0,0-1 0,0 9 0,-1-9 0,0 1 0,-1-1 0,1 1 0,-1-1 0,0 1 0,0-1 0,0 1 0,-1-1 0,1 0 0,-1 0 0,1 0 0,-1 1 0,0-2 0,-1 1 0,1 0 0,-5 5 0,-5 2 0,0-1 0,-1 0 0,0 0 0,-1-1 0,-27 12 0,10-6 0,31-13 0,-1-1 0,0 0 0,1 0 0,-1 1 0,0-1 0,1 0 0,-1 1 0,0-1 0,1 1 0,-1-1 0,1 1 0,-1-1 0,1 1 0,-1-1 0,1 1 0,0 0 0,-1-1 0,1 1 0,0-1 0,-1 1 0,1 1 0,0-1 0,0-1 0,0 1 0,0-1 0,0 1 0,1-1 0,-1 1 0,0-1 0,1 1 0,-1-1 0,0 1 0,1-1 0,-1 1 0,0-1 0,1 0 0,-1 1 0,1-1 0,-1 0 0,1 1 0,-1-1 0,1 0 0,0 1 0,5 1 0,0 1 0,0-1 0,9 2 0,-13-4 0,169 33 0,-62-13 0,-3-2-1365,-93-15-5461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29.8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24575,'23'7'0,"-1"2"0,0 1 0,-1 0 0,0 2 0,29 20 0,-37-22 0,-1 1 0,0 0 0,-1 1 0,0 0 0,0 0 0,-2 1 0,0 1 0,0-1 0,6 16 0,-5-9 0,-1 1 0,-1 0 0,-2 0 0,0 1 0,-1 0 0,3 25 0,-7-35 0,-1-1 0,1 1 0,-2-1 0,0 0 0,0 1 0,-1-1 0,-1 0 0,0 0 0,0 0 0,-1 0 0,0-1 0,-1 1 0,-11 17 0,9-19-114,0 0 1,-1-1-1,0 1 0,-1-2 0,0 1 1,0-1-1,0-1 0,-1 1 0,0-1 1,0-1-1,-12 4 0,8-3-6712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30.2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24575,'22'43'0,"-3"0"0,21 67 0,16 95 0,7 24 0,-48-184-118,21 67 367,-30-92-623,-2 1 0,-1-1 0,2 35 0,-5-40-6452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30.9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24575,'2'27'0,"2"1"0,1-1 0,12 37 0,-2-2 0,59 224 0,-31-128 0,-28-88-273,-2 0 0,-3 1 0,-4 0 0,-3 87 0,-3-142-6553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32.4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620 174 24575,'0'-1'0,"1"1"0,-1-1 0,0 0 0,1 0 0,-1 1 0,0-1 0,0 0 0,1 0 0,-1 0 0,0 1 0,0-1 0,0 0 0,0 0 0,0 0 0,0 0 0,0 1 0,0-1 0,-1 0 0,1 0 0,0 0 0,0 1 0,-1-1 0,1 0 0,0 0 0,-1 1 0,1-1 0,-1 0 0,1 0 0,-1 1 0,1-1 0,-1 1 0,0-1 0,1 0 0,-2 0 0,-2-3 0,0 0 0,-1 0 0,-7-4 0,-40-23 0,-1 2 0,-78-30 0,128 57 0,0 1 0,-1 0 0,1 0 0,0 0 0,0 1 0,-1-1 0,1 1 0,0 0 0,0 0 0,-1 0 0,1 0 0,0 0 0,-5 2 0,6-1 0,0 0 0,0-1 0,0 2 0,0-1 0,0 0 0,0 0 0,0 1 0,1-1 0,-1 1 0,0-1 0,1 1 0,-1 0 0,1-1 0,0 1 0,0 0 0,-1 0 0,1 0 0,0 0 0,1 0 0,-2 3 0,-1 6 0,1 0 0,0 0 0,1 1 0,0-1 0,1 0 0,0 0 0,3 14 0,-2-6 0,-1 26 0,0-43 0,0 0 0,-1 0 0,1 0 0,0 0 0,-1-1 0,1 1 0,-1 0 0,0 0 0,0 0 0,0 0 0,0-1 0,0 1 0,0 0 0,0-1 0,0 1 0,-1-1 0,1 1 0,-1-1 0,-2 2 0,1-1 0,1-1 0,-1 1 0,0-1 0,0 0 0,-1 0 0,1 0 0,0-1 0,0 1 0,0-1 0,0 1 0,-5-1 0,-2-1 0,1 0 0,-1 0 0,0-1 0,0-1 0,1 1 0,-1-1 0,-9-5 0,3 0-227,1-1-1,0-1 1,1 0-1,0 0 1,-17-17-1,20 16-6598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32.7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553 105 24575,'-118'-59'0,"92"48"0,-1 1 0,-44-11 0,67 20 0,-1 0 0,0 0 0,1 1 0,-1-1 0,0 1 0,0 0 0,1 1 0,-1-1 0,-4 2 0,5-1 0,1 0 0,0 0 0,0 1 0,0 0 0,0-1 0,0 1 0,0 0 0,0 0 0,0 0 0,1 1 0,-1-1 0,-3 5 0,0 1 0,-2 2 0,0 0 0,-19 16 0,23-23 0,0 0 0,1-1 0,-1 0 0,0 0 0,0 0 0,0 0 0,0-1 0,-1 1 0,1-1 0,0 0 0,-1 0 0,-5 0 0,-55-2 11,39 0-1387,8 1-5450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39.4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68 24575,'39'-65'0,"-39"65"0,0 0 0,0 0 0,0 0 0,0 0 0,0 0 0,0-1 0,0 1 0,0 0 0,0 0 0,0 0 0,0 0 0,0 0 0,0 0 0,0-1 0,0 1 0,0 0 0,1 0 0,-1 0 0,0 0 0,0 0 0,0 0 0,0 0 0,0 0 0,0 0 0,0 0 0,1 0 0,-1 0 0,0-1 0,0 1 0,0 0 0,0 0 0,0 0 0,0 0 0,1 0 0,-1 0 0,0 0 0,0 0 0,0 0 0,0 0 0,0 0 0,1 0 0,-1 1 0,0-1 0,0 0 0,0 0 0,0 0 0,0 0 0,1 0 0,1 9 0,-2 14 0,0-22 0,1 31 0,1 1 0,2-1 0,1 0 0,1 0 0,12 33 0,63 152 0,-54-155 0,-10-25 0,21 67 0,-36-97-273,0 1 0,0 0 0,-1-1 0,1 16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39.7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53 24575,'30'-5'0,"13"-4"0,1-1 0,-2 2 0,-5 1 0,-7 3 0,-5 2 0,-5-2 0,-6 1-8191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0.0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0 24575,'-1'3'0,"1"-1"0,-1 1 0,0-1 0,1 1 0,-1-1 0,1 1 0,0 0 0,0-1 0,0 1 0,0 3 0,7 28 0,-5-24 0,4 16 0,2-1 0,0 0 0,2-1 0,0 0 0,2-1 0,23 35 0,7 2 0,54 57 0,-81-95-1365,-11-12-5461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0.5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162 10 24575,'-13'-3'0,"1"1"0,1 0 0,-1 1 0,0 0 0,-18 1 0,27 0 0,0 1 0,1-1 0,-1 1 0,0-1 0,1 1 0,-1 0 0,1 0 0,-1 0 0,1 0 0,-1 1 0,1-1 0,0 1 0,0-1 0,-1 1 0,1 0 0,0 0 0,1 0 0,-1 0 0,0 0 0,0 0 0,1 1 0,0-1 0,-1 0 0,1 1 0,-1 2 0,-1 4 0,0-1 0,0 1 0,1-1 0,0 1 0,1 0 0,-1 17 0,2-23 0,1 0 0,-1 1 0,0-1 0,1 0 0,0 0 0,0 0 0,0 0 0,0 0 0,0 0 0,1 0 0,-1-1 0,1 1 0,0 0 0,0-1 0,-1 1 0,2-1 0,-1 0 0,0 0 0,0 0 0,1 0 0,0 0 0,4 3 0,10 2 0,0 0 0,0-1 0,0-1 0,1 0 0,30 3 0,-13-2 0,8 2-455,-1-3 0,66 0 0,-94-5-6371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0.9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1 24575,'-3'6'0,"-1"0"0,1 1 0,1 0 0,-1 0 0,1 0 0,0 0 0,-2 13 0,-1 55 0,4-58 0,0 17 0,1 0 0,2 0 0,8 50 0,-6-67 0,0 0 0,1-1 0,1 1 0,0-1 0,2 0 0,-1-1 0,2 1 0,17 22 0,-8-17-365,0-2-1,22 19 0,-37-35 98,11 10-6558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1.3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70 0 24575,'4'102'0,"-2"-89"0,0 1 0,1-1 0,0 0 0,2 0 0,7 18 0,84 145 0,-81-151 0,-13-21 0,1 0 0,-1 0 0,-1-1 0,1 1 0,-1 0 0,1 1 0,0 3 0,-2-7 0,0 0 0,0 0 0,0 0 0,0 0 0,0-1 0,0 1 0,-1 0 0,1 0 0,0 0 0,0 0 0,-1 0 0,1 0 0,0-1 0,-1 1 0,1 0 0,-1 0 0,1-1 0,-1 1 0,0 0 0,1 0 0,-1-1 0,1 1 0,-1-1 0,0 1 0,0-1 0,1 1 0,-1-1 0,0 1 0,0-1 0,0 0 0,0 1 0,1-1 0,-1 0 0,0 0 0,0 1 0,0-1 0,0 0 0,-1 0 0,-5 0 8,0 1 0,0-1-1,0-1 1,1 1-1,-1-1 1,0 0 0,0-1-1,1 1 1,-1-1 0,1-1-1,-1 1 1,-7-5 0,-7-6-478,-41-29-1,51 34-53,-5-3-6302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1.5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41 24575,'0'-13'0,"0"-1"0,0 4 0,-3 6 0,0 7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2.2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0 474 24575,'33'3'0,"-2"0"0,1 0 0,-1-2 0,0-2 0,38-5 0,-53 0 0,-14 2 0,-9-1 0,-22-6 0,8 3 0,1 0 0,-27-15 0,41 19 0,0 0 0,0 0 0,1 0 0,-1-1 0,1 0 0,0 0 0,1 0 0,-1 0 0,1-1 0,0 0 0,-6-11 0,6 7 0,0 0 0,0 1 0,1-1 0,0-1 0,1 1 0,0 0 0,0-1 0,1 1 0,1-1 0,-1 1 0,2-1 0,0 1 0,0-1 0,1 1 0,0-1 0,0 1 0,2 0 0,-1 0 0,1 0 0,0 1 0,1-1 0,9-13 0,-8 15 0,0 0 0,0 0 0,0 1 0,1 0 0,0 0 0,1 1 0,-1 0 0,1 0 0,17-9 0,-19 12 0,1 0 0,0 1 0,0 0 0,-1 0 0,2 0 0,-1 1 0,0 0 0,0 1 0,0-1 0,0 1 0,0 1 0,1-1 0,-1 1 0,9 3 0,-8-3 0,-1 2 0,1-1 0,-1 1 0,1 0 0,-1 0 0,0 1 0,0 0 0,-1 1 0,8 5 0,-10-7 0,-1 1 0,0-1 0,0 1 0,0-1 0,0 1 0,-1 0 0,0 0 0,0 0 0,0 0 0,0 1 0,0-1 0,-1 0 0,0 1 0,0-1 0,0 1 0,0-1 0,-1 6 0,0-2 0,0-1 0,0 1 0,-1-1 0,0 1 0,-1-1 0,1 1 0,-2-1 0,1 0 0,-1 1 0,0-1 0,0-1 0,-8 13 0,0-5 0,0-1 0,-1 0 0,0 0 0,-21 15 0,31-26 0,0-1 0,0 1 0,0 0 0,0-1 0,1 1 0,-1 0 0,1 0 0,-3 4 0,4-5 0,0 0 0,0 0 0,-1 0 0,1-1 0,0 1 0,0 0 0,0 0 0,0 0 0,0-1 0,1 1 0,-1 0 0,0 0 0,0-1 0,0 1 0,1 0 0,-1 0 0,0-1 0,1 1 0,-1 0 0,1-1 0,-1 1 0,1 0 0,-1-1 0,1 1 0,-1-1 0,1 1 0,-1-1 0,1 1 0,0-1 0,-1 1 0,3 0 0,8 6 0,1-1 0,0 0 0,0 0 0,1-1 0,0-1 0,25 5 0,83 7 0,-111-15 0,25 1-1365,-21-1-5461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2.7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24575,'24'0'0,"0"1"0,0 1 0,0 2 0,-1 0 0,1 2 0,-1 0 0,0 2 0,-1 0 0,25 14 0,-32-14 0,-1 0 0,0 1 0,-1 1 0,0 0 0,-1 1 0,0 0 0,0 1 0,-1 0 0,-1 1 0,0 0 0,-1 1 0,0 0 0,-1 1 0,7 17 0,-8-14 0,0 1 0,-1 0 0,-1 1 0,-1-1 0,-1 1 0,1 26 0,-3-37 0,-2-1 0,1 1 0,-1-1 0,0 1 0,-1 0 0,0-1 0,0 0 0,-1 1 0,0-1 0,0 0 0,-1 0 0,0-1 0,0 1 0,-1-1 0,0 0 0,-12 13 0,10-13-195,-1 0 0,0-1 0,0 0 0,-1 0 0,1-1 0,-16 7 0,9-6-6631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3.1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0 24575,'-3'33'0,"0"20"0,2 10 0,2 5 0,3 2 0,3 0 0,3-4 0,3-1 0,3-3 0,3-4 0,-3-4 0,-2-4 0,0-6 0,-2-4 0,-4-5 0,-3-3 0,-3-7-8191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3.7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24575,'27'141'0,"52"154"0,25-1-794,-4-15-485,-91-248-4839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4.5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46 24575,'49'-13'0,"0"1"0,89-8 0,-135 20 0,-1-1 0,0 1 0,1 0 0,-1 0 0,1 1 0,-1-1 0,0 0 0,1 1 0,-1 0 0,0-1 0,1 1 0,-1 0 0,0 0 0,3 2 0,-4-2 0,-1 0 0,1 0 0,0 0 0,0 0 0,-1 0 0,1 0 0,0 0 0,-1 0 0,0 1 0,1-1 0,-1 0 0,1 0 0,-1 1 0,0-1 0,0 0 0,0 1 0,0-1 0,0 0 0,0 1 0,0-1 0,0 0 0,-1 0 0,1 1 0,0-1 0,-1 0 0,1 0 0,-2 2 0,-2 7 0,0-1 0,-1 1 0,-1-1 0,0 0 0,0-1 0,-10 11 0,9-10 0,-1 1 0,1 0 0,0 0 0,-6 13 0,13-21 0,-1-1 0,0 1 0,1-1 0,-1 1 0,1 0 0,0-1 0,0 1 0,-1 0 0,1-1 0,0 1 0,0 0 0,1-1 0,-1 1 0,0 0 0,0-1 0,1 1 0,-1 0 0,1-1 0,0 3 0,1-2 0,0 1 0,0-1 0,-1 1 0,1-1 0,1 0 0,-1 0 0,0 0 0,0 0 0,1 0 0,2 1 0,6 3 0,1 0 0,0-1 0,24 7 0,-35-12 0,24 8 0,1-1 0,0-2 0,1-1 0,-1-1 0,1-1 0,47-2 0,-73 0-124,1 0 0,0-1 0,-1 1 0,1 0 0,-1-1 0,1 1-1,-1-1 1,1 1 0,-1-1 0,3-1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5.0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266 51 24575,'-15'-5'0,"-11"-2"0,-2 1 0,1-2 0,1 1 0,4 2 0,3 1 0,2 2 0,1 1 0,1 0 0,1 1 0,0 1 0,0-4 0,2 0-8191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5.2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227 82 24575,'-30'-15'0,"-13"-5"0,-3 1 0,2 3 0,8 8 0,9 5-8191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6.7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24575,'2'25'0,"1"1"0,0-1 0,11 34 0,-1-3 0,-3-13 0,5 25 0,-14-61 0,-1 1 0,1-1 0,-1 0 0,0 0 0,-1 0 0,0 0 0,-2 9 0,3-13-124,-1 0 0,0-1 0,0 1 0,-1 0 0,1-1 0,0 1-1,-1-1 1,0 1 0,0-1 0,-2 4 0,-5 1-6702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7.7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1 24575,'0'0'0,"0"0"0,0 0 0,0 0 0,0 0 0,0 0 0,0 0 0,0 0 0,0 0 0,0 0 0,0 0 0,0 0 0,0 0 0,-1 0 0,1 0 0,0 0 0,0 0 0,0 0 0,0 0 0,0 0 0,0 0 0,0 0 0,0 0 0,0 0 0,0 0 0,0 0 0,0 0 0,0 0 0,0 0 0,0 0 0,-1 0 0,1 0 0,0 0 0,0 0 0,0 0 0,0 0 0,0 0 0,0 0 0,0 0 0,0 0 0,0 0 0,0 0 0,0 1 0,0-1 0,0 0 0,0 0 0,0 0 0,0 0 0,0 0 0,0 0 0,0 0 0,0 0 0,0 0 0,0 0 0,0 0 0,0 0 0,0 0 0,0 0 0,0 1 0,0-1 0,0 0 0,0 0 0,0 0 0,0 0 0,0 0 0,0 0 0,0 0 0,1 10 0,2 12 0,8 28-455,3 0 0,39 92 0,-49-133-6371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7.8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269 29 24575,'-25'-5'0,"-11"-2"0,-2 1 0,4 1 0,1 1 0,5 2 0,4 3 0,4 2 0,3 0 0,4 0-8191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8.9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1 296 24575,'25'-3'0,"0"0"0,1 2 0,0 0 0,-1 2 0,1 1 0,33 7 0,-27-4 0,1-1 0,-1-1 0,54-4 0,-72 1 0,-14 0 0,0 0 0,0 0 0,0 0 0,0 0 0,0 0 0,0 0 0,0 0 0,0 0 0,0 0 0,0 0 0,0 0 0,0 0 0,0 0 0,0 0 0,0 0 0,0 0 0,0 0 0,0-1 0,0 1 0,0 0 0,0 0 0,0 0 0,0 0 0,0 0 0,0 0 0,0 0 0,0 0 0,0 0 0,0 0 0,0 0 0,0 0 0,0 0 0,0 0 0,0 0 0,0 0 0,0 0 0,0 0 0,0 0 0,0 0 0,0 0 0,0 0 0,0 0 0,0 0 0,0 0 0,0 0 0,0 0 0,0 0 0,0 0 0,0 0 0,0-1 0,0 1 0,0 0 0,1 0 0,-1 0 0,-7-3 0,-11-3 0,4 3 0,0 0 0,0-1 0,0 0 0,0-1 0,-21-11 0,30 13 0,0-1 0,0 1 0,0-1 0,0 1 0,1-1 0,0-1 0,-5-5 0,7 7 0,0 0 0,0 0 0,0 0 0,1 0 0,-1 0 0,1-1 0,0 1 0,0 0 0,0-1 0,0 1 0,1-1 0,-1 1 0,1-5 0,0 4 0,1 0 0,0-1 0,0 1 0,0 0 0,0 0 0,1 0 0,-1 0 0,1 0 0,0 1 0,0-1 0,1 0 0,-1 1 0,1-1 0,0 1 0,0 0 0,0 0 0,0 0 0,4-2 0,6-5 0,0 1 0,1 0 0,20-9 0,-4 3 0,42-14 0,-59 25 0,0 0 0,0 1 0,0 1 0,0 0 0,0 1 0,19 0 0,-28 1 0,-1 1 0,0-1 0,0 1 0,1 0 0,-1 0 0,0 0 0,0 0 0,0 1 0,0-1 0,0 1 0,0 0 0,-1 0 0,1 0 0,0 0 0,-1 0 0,0 0 0,1 1 0,-1-1 0,0 1 0,0 0 0,-1 0 0,1 0 0,0 0 0,-1 0 0,0 0 0,1 0 0,-1 0 0,-1 0 0,1 0 0,0 1 0,-1-1 0,0 0 0,1 1 0,-1-1 0,-1 0 0,1 1 0,0-1 0,-1 0 0,0 0 0,1 1 0,-3 2 0,-4 11 0,-2 0 0,0-1 0,-19 25 0,-6 12 0,33-51 0,-1 0 0,1 0 0,0 0 0,0 0 0,0 1 0,1-1 0,-1 0 0,0 1 0,1-1 0,-1 1 0,1-1 0,0 0 0,0 1 0,0-1 0,0 1 0,0-1 0,1 1 0,-1-1 0,1 0 0,0 1 0,-1-1 0,3 4 0,-1-3 0,0 0 0,1 0 0,0 0 0,-1 0 0,1 0 0,0 0 0,0 0 0,1-1 0,-1 0 0,0 0 0,1 0 0,6 3 0,10 3 0,1-1 0,-1 0 0,1-2 0,38 5 0,-11-5 0,51-3 0,-69 0-1365,-20 1-5461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49.7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675 1 24575,'-20'0'0,"-15"0"0,-5 0 0,-2 0 0,-1 0 0,2 0 0,0 0 0,3 0 0,-1 0 0,2 2 0,-1 2 0,0-1 0,-3-1 0,2 0 0,-1-1 0,2 0 0,2-1 0,7 0-8191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50.6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0 310 24575,'60'29'0,"-35"-17"0,0 0 0,30 8 0,-37-14 0,-14-4 0,1 0 0,0 0 0,0-1 0,0 0 0,1 0 0,-1 0 0,0-1 0,6 1 0,-14-2 0,-1 1 0,0 0 0,0-1 0,1 0 0,-1 0 0,-6-2 0,-11-3 0,8 4 0,-1 0 0,1-2 0,-16-5 0,24 7 0,0 0 0,0-1 0,0 1 0,0-1 0,1 0 0,-1 0 0,1 0 0,0-1 0,0 0 0,0 0 0,-4-5 0,5 3 0,-1 1 0,1-1 0,1 0 0,-1 0 0,1-1 0,0 1 0,0 0 0,1-1 0,0 1 0,0-1 0,1 1 0,-1-1 0,1 0 0,1 1 0,-1-1 0,1 1 0,2-8 0,1-2 0,1 0 0,1 0 0,0 1 0,1 0 0,14-24 0,-16 32 0,0 1 0,1-1 0,-1 1 0,1 0 0,0 0 0,1 0 0,-1 1 0,1 0 0,0 1 0,1-1 0,-1 1 0,1 1 0,0-1 0,0 1 0,0 1 0,0-1 0,0 2 0,17-3 0,-11 3 0,0 0 0,0 1 0,1 0 0,-1 1 0,0 1 0,0 0 0,0 1 0,-1 1 0,1 0 0,20 9 0,-15-3 0,0 0 0,25 19 0,-36-23 0,0 0 0,-1 1 0,0-1 0,0 1 0,0 1 0,-1-1 0,9 15 0,-14-19 0,1-1 0,-1 1 0,0-1 0,0 1 0,0 0 0,0 0 0,0-1 0,-1 1 0,1 0 0,-1 0 0,0 0 0,0 0 0,0-1 0,0 1 0,0 0 0,-1 0 0,1 0 0,-1 0 0,0-1 0,0 1 0,0 0 0,0-1 0,0 1 0,-1-1 0,1 1 0,-1-1 0,1 1 0,-1-1 0,-4 3 0,-3 4 0,-1-1 0,0-1 0,0 0 0,-1 0 0,-15 7 0,20-12 0,5-1 0,-1 0 0,1 0 0,-1-1 0,1 1 0,-1 0 0,1 0 0,0 0 0,0 0 0,-1 0 0,1 1 0,0-1 0,0 0 0,0 0 0,0 1 0,1-1 0,-1 1 0,0-1 0,0 1 0,0 1 0,1-2 0,0 0 0,1 1 0,-1-1 0,0 0 0,0 0 0,1 0 0,-1 1 0,1-1 0,-1 0 0,1 0 0,-1 0 0,1 0 0,0 0 0,0 0 0,-1 0 0,1 0 0,0 0 0,0 0 0,0 0 0,0-1 0,0 1 0,0 0 0,0-1 0,0 1 0,2 0 0,10 5 0,0-1 0,1-1 0,-1 0 0,1 0 0,0-2 0,18 2 0,1 1 0,-23-3-76,85 11 282,-81-12-505,1 0 0,-1-1 0,1-1 0,20-3 0,-21 1-6527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51.0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 0 24575,'-26'5'0,"11"-3"0,0 1 0,-18 6 0,29-8 0,0 1 0,0 0 0,0 0 0,0 0 0,0 0 0,0 1 0,1 0 0,-1-1 0,1 1 0,0 1 0,0-1 0,-4 4 0,6-5 0,0 0 0,0 0 0,0-1 0,0 1 0,0 0 0,1 0 0,-1 0 0,0 0 0,1 0 0,0 0 0,-1 0 0,1 0 0,0 0 0,0 0 0,0 0 0,1 3 0,-1-1 0,1-1 0,0 0 0,1 1 0,-1-1 0,0 0 0,1 0 0,0 0 0,0 0 0,2 3 0,3 2 0,0-1 0,0 1 0,1-1 0,0-1 0,14 9 0,-3-3 0,0-1 0,1-2 0,1 0 0,35 11 0,-39-15 0,-1-2 0,1 0 0,0 0 0,0-2 0,0 0 0,29-3 0,-45 3-33,0-1 0,0 0-1,0 0 1,0 0 0,-1-1-1,1 1 1,0 0 0,0 0 0,0 0-1,0-1 1,0 1 0,0 0-1,-1-1 1,1 1 0,0-1-1,0 1 1,0-1 0,-1 1 0,1-1-1,0 0 1,-1 1 0,1-1-1,-1 0 1,1 0 0,0 1-1,-1-1 1,0 0 0,1 0 0,-1 0-1,1 1 1,-1-1 0,0 0-1,0 0 1,0 0 0,1 0-1,-1 0 1,0 0 0,0 0 0,0 0-1,0-1 1,-3-6-6793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51.6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78 0 24575,'-6'5'0,"0"0"0,1 0 0,0 1 0,0-1 0,0 1 0,0 0 0,1 0 0,0 1 0,-4 8 0,4-4 0,0 0 0,0 0 0,1 0 0,0 1 0,-1 16 0,2-6 0,1 1 0,1-1 0,2 1 0,0-1 0,9 39 0,-1-26 0,2-1 0,1 0 0,1-1 0,2 0 0,24 35 0,-33-57 0,0-2 0,0 1 0,0-1 0,2 0 0,-1-1 0,1 0 0,0 0 0,0-1 0,1 0 0,0 0 0,0-1 0,1-1 0,21 9 0,1-3-1365,-19-7-5461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52.1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24575,'54'60'-462,"-2"3"-1,56 88 1,-86-114 498,-1 0 0,-2 2 0,-1 1 0,-2 0 1,-2 1-1,9 44 0,-17-57 112,-1-1-1,-1 1 1,-1 0 0,-2 0 0,-2 34-1,0-54-110,0 1 0,-1-1-1,0 0 1,-1 0 0,1 0-1,-1 0 1,-1 0 0,0-1 0,-6 10-1,6-12-44,0 0-1,0 0 1,-1 0-1,1-1 1,-1 0-1,0 0 1,-1 0-1,1 0 1,-1-1-1,1 0 1,-1 0-1,0-1 1,-10 4-1,-5-1-1356,3-2-5461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52.8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25 24575,'16'-6'0,"1"1"0,-1 1 0,21-3 0,-30 6 0,0 0 0,0 0 0,-1 1 0,1 0 0,0 1 0,0 0 0,0 0 0,0 0 0,-1 1 0,12 4 0,-16-5 0,0 0 0,0 0 0,0 0 0,0 1 0,0-1 0,0 1 0,0-1 0,0 1 0,-1 0 0,1-1 0,-1 1 0,1 0 0,-1 0 0,0 0 0,1 0 0,-1 0 0,1 3 0,-1-1 0,-1-1 0,1 1 0,0 0 0,-1 0 0,0-1 0,0 1 0,0 0 0,0 0 0,-2 7 0,-1-1 0,0 1 0,-1-1 0,0 1 0,0-1 0,-1-1 0,-9 14 0,6-13 0,-1 1 0,0-1 0,-11 9 0,7-6 0,12-13 0,1 0 0,-1 1 0,1-1 0,0 0 0,-1 0 0,1 1 0,0-1 0,0 0 0,-1 1 0,1-1 0,0 1 0,0-1 0,-1 0 0,1 1 0,0-1 0,0 1 0,0-1 0,0 1 0,0-1 0,0 0 0,0 1 0,-1-1 0,1 1 0,1-1 0,-1 1 0,0-1 0,0 1 0,0-1 0,0 1 0,0-1 0,1 1 0,-1 0 0,1-1 0,0 1 0,-1 0 0,1-1 0,0 1 0,0-1 0,-1 1 0,1-1 0,0 1 0,0-1 0,0 0 0,1 1 0,30 4 0,-14-3 0,72 6 0,-20-3-1365,-56-4-5461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53.3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3 177 24575,'-1'43'0,"0"-24"0,1 0 0,0 0 0,5 26 0,-5-43 0,1 0 0,-1-1 0,1 1 0,-1 0 0,1-1 0,-1 1 0,1 0 0,1 1 0,-1-3 0,-1 1 0,0-1 0,0 0 0,0 0 0,0 0 0,0 0 0,0 0 0,0 0 0,0 0 0,0 0 0,0 0 0,0 0 0,0 0 0,0 0 0,0 0 0,1 0 0,-1 0 0,0 0 0,0 0 0,0 0 0,0 0 0,0 0 0,0 0 0,0 0 0,0 0 0,0 0 0,0 0 0,1 0 0,-1 0 0,0 0 0,0 0 0,0 0 0,0 0 0,0 0 0,0 0 0,0 0 0,0 0 0,0 0 0,0 0 0,0 0 0,0-1 0,0 1 0,0 0 0,0 0 0,1 0 0,-1 0 0,0 0 0,0 0 0,0 0 0,0 0 0,0 0 0,2-11 0,-1-29 0,-2 1 0,-7-47 0,3 28 0,5 56 0,0-19 0,0 20 0,0 1 0,0 0 0,0-1 0,1 1 0,-1-1 0,0 1 0,0 0 0,0-1 0,0 1 0,1 0 0,-1 0 0,0-1 0,0 1 0,1 0 0,-1-1 0,0 1 0,1 0 0,-1 0 0,0 0 0,1-1 0,-1 1 0,0 0 0,1 0 0,-1 0 0,0 0 0,1 0 0,-1-1 0,0 1 0,1 0 0,-1 0 0,1 0 0,-1 0 0,0 0 0,1 0 0,-1 0 0,0 0 0,1 1 0,-1-1 0,1 0 0,-1 0 0,0 0 0,1 0 0,-1 0 0,0 1 0,1-1 0,-1 0 0,0 0 0,0 0 0,1 1 0,-1-1 0,1 1 0,7 5 0,0 0 0,0 1 0,-1 0 0,1 0 0,6 11 0,9 7 0,-5-7 0,23 18 0,-33-30 0,0 0 0,1 0 0,0-1 0,0-1 0,18 8 0,-25-11 0,0-1 0,0 1 0,0-1 0,0 1 0,0-1 0,0 0 0,0 0 0,0 0 0,0 0 0,0 0 0,0 0 0,0-1 0,0 1 0,0 0 0,0-1 0,0 0 0,0 0 0,3-1 0,-4 1 0,1 0 0,-1 0 0,0-1 0,0 1 0,0 0 0,0 0 0,0-1 0,0 1 0,0-1 0,0 1 0,0-1 0,-1 1 0,1-1 0,-1 0 0,1 1 0,-1-1 0,1 0 0,-1 1 0,0-1 0,0 0 0,0 0 0,0-2 0,-2-12-114,0 1 1,-1-1-1,-1 1 0,0 0 0,-1 0 1,-1 0-1,0 0 0,-1 1 0,-1 0 1,0 0-1,-12-14 0,9 14-6712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55.5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4117 30 24575,'22'0'0,"-20"0"0,-13 0 0,-215 9 0,-162-1 0,250-10 0,39 2 0,-481-9 0,304 2-5918,-139 7 5005,154 1 862,50 1 66,-225-4 1093,209-12 2187,-61-2-831,44 26-2464,142 2 239,-116 10-1843,198-20-5222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4:56.3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18 24575,'0'34'0,"2"0"0,1 0 0,10 43 0,0-27 0,25 63 0,-38-112 0,0 1 0,1-1 0,-1 0 0,1 0 0,-1 0 0,1 0 0,0 0 0,0 0 0,-1 0 0,1 0 0,0 0 0,1 1 0,0-5 0,-2-8 0,-10-42 0,-2 2 0,-25-68 0,6 19 0,29 95 0,2 1 0,-1 0 0,-1 0 0,1 1 0,0-1 0,-1 1 0,-4-7 0,6 10 0,0 0 0,0 0 0,0 0 0,0 0 0,0 0 0,0 0 0,-1 0 0,1 0 0,0 0 0,0 0 0,0 0 0,0 0 0,0 0 0,0 0 0,-1 0 0,1 0 0,0 0 0,0 0 0,0 0 0,0 0 0,0 0 0,0 0 0,-1 0 0,1 0 0,0 0 0,0 0 0,0 0 0,0 0 0,0 0 0,0 0 0,0 1 0,-1-1 0,1 0 0,0 0 0,0 0 0,0 0 0,0 0 0,0 0 0,0 0 0,0 1 0,0-1 0,0 0 0,0 0 0,0 0 0,0 0 0,0 0 0,0 0 0,0 1 0,0-1 0,0 0 0,0 0 0,0 0 0,0 0 0,0 0 0,0 0 0,0 1 0,0-1 0,0 0 0,0 0 0,0 0 0,-1 11 0,1 1 0,1 0 0,0 1 0,0-1 0,1 0 0,1 0 0,0 0 0,1 0 0,7 16 0,7 9 0,27 42 0,4 6 0,-45-77-195,1 1 0,-2 0 0,1 0 0,-1 1 0,-1-1 0,3 13 0,-4-10-6631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27.0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28 472 24575,'-2'0'0,"0"0"0,1 0 0,-1 0 0,0 0 0,0-1 0,0 1 0,1-1 0,-1 1 0,0-1 0,1 0 0,-1 0 0,0 1 0,1-1 0,-2-2 0,3 3 0,0 0 0,-1 0 0,1 0 0,0 0 0,0 0 0,0-1 0,0 1 0,0 0 0,0 0 0,0 0 0,0 0 0,0 0 0,0-1 0,1 1 0,-1 0 0,0 0 0,0 0 0,0 0 0,0 0 0,0 0 0,0-1 0,0 1 0,0 0 0,0 0 0,0 0 0,0 0 0,0 0 0,1 0 0,-1 0 0,0-1 0,0 1 0,0 0 0,0 0 0,0 0 0,0 0 0,1 0 0,-1 0 0,0 0 0,0 0 0,0 0 0,0 0 0,0 0 0,0 0 0,1 0 0,-1 0 0,0 0 0,0 0 0,0 0 0,0 0 0,0 0 0,1 0 0,8-1 0,132-1 0,-74 3 0,9 3 0,114 19 0,-179-22 0,-14-6 0,-17-5 0,-52-16 0,40 15 0,1 0 0,-44-25 0,70 33 0,1-1 0,-1 0 0,1 0 0,0 0 0,0 0 0,1-1 0,-1 1 0,1-1 0,0 0 0,0 0 0,1 0 0,-1 0 0,1-1 0,0 1 0,1-1 0,-2-6 0,1 1 0,0-1 0,0 0 0,1 1 0,1-1 0,0 0 0,1 1 0,1-13 0,0 16 0,0 1 0,0 0 0,0-1 0,1 1 0,0 0 0,0 0 0,1 0 0,0 1 0,0 0 0,1-1 0,5-5 0,-2 4 0,0 1 0,0-1 0,1 2 0,0-1 0,0 2 0,1-1 0,10-4 0,5 0 0,0 2 0,0 0 0,1 2 0,0 1 0,43-4 0,-47 7 0,-1 1 0,1 1 0,-1 1 0,1 1 0,-1 1 0,1 1 0,-1 0 0,0 2 0,30 12 0,-47-16 0,0 0 0,0 0 0,0 0 0,-1 1 0,1-1 0,0 1 0,-1 0 0,0 0 0,0 0 0,0 1 0,0-1 0,0 1 0,0-1 0,-1 1 0,0 0 0,0 0 0,0 0 0,0 0 0,-1 1 0,0-1 0,1 0 0,-2 1 0,1-1 0,0 1 0,-1-1 0,0 0 0,0 1 0,0-1 0,-1 1 0,1-1 0,-1 1 0,0-1 0,0 1 0,-1-1 0,1 0 0,-1 0 0,0 0 0,-5 7 0,-1 1 0,0 0 0,-1-1 0,0-1 0,-1 1 0,-15 11 0,1-3 0,-38 22 0,57-38 0,1 0 0,0 0 0,0 0 0,0 0 0,-6 7 0,10-9 0,-1-1 0,1 1 0,-1 0 0,0 0 0,1-1 0,0 1 0,-1 0 0,1 0 0,-1 0 0,1 0 0,0 0 0,0-1 0,-1 1 0,1 0 0,0 0 0,0 0 0,0 0 0,0 0 0,0 0 0,0 0 0,0 0 0,0 0 0,1-1 0,-1 1 0,0 0 0,1 0 0,-1 0 0,0 0 0,1 0 0,-1-1 0,1 1 0,-1 0 0,1 0 0,-1-1 0,1 1 0,0 0 0,-1-1 0,2 2 0,5 2 0,-1 0 0,1 0 0,-1 0 0,1-1 0,0 0 0,1 0 0,11 3 0,58 8 0,-61-12 0,4 1 0,118 16 0,-104-17 0,0 0 0,36-4 0,-55-1-1365,-4 0-5461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27.5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206 23 24575,'-8'-2'0,"-60"-16"0,62 17 0,-1 0 0,0 1 0,1-1 0,-1 1 0,0 0 0,0 1 0,-12 2 0,16-2 0,0 0 0,0 1 0,0 0 0,0-1 0,0 1 0,0 0 0,1 0 0,-1 0 0,1 1 0,0-1 0,-1 1 0,1-1 0,0 1 0,1 0 0,-1 0 0,0 0 0,1 0 0,-1 0 0,0 5 0,-3 5 0,2 0 0,0 0 0,-2 20 0,4-30 0,1 0 0,0 0 0,0 0 0,0-1 0,0 1 0,1 0 0,-1 0 0,1-1 0,0 1 0,0 0 0,0 0 0,0-1 0,0 1 0,0-1 0,1 1 0,-1-1 0,1 0 0,-1 1 0,1-1 0,0 0 0,0 0 0,0 0 0,0-1 0,1 1 0,-1 0 0,0-1 0,1 1 0,-1-1 0,6 2 0,6 2 0,0-1 0,0 0 0,1-1 0,23 2 0,-16-2 0,140 17 0,-129-17-1365,-20-2-5461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28.6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1678 90 24575,'0'-1'0,"1"0"0,-1 0 0,1-1 0,-1 1 0,0 0 0,0 0 0,1-1 0,-1 1 0,0 0 0,0-1 0,0 1 0,-1 0 0,1-1 0,0 1 0,0 0 0,-1 0 0,1-1 0,-1 1 0,1 0 0,-1 0 0,1 0 0,-1 0 0,0-1 0,0 1 0,1 0 0,-1 0 0,0 0 0,0 1 0,0-1 0,0 0 0,0 0 0,0 0 0,0 1 0,-1-1 0,1 1 0,0-1 0,0 1 0,0-1 0,-1 1 0,1-1 0,0 1 0,-2 0 0,-8-2 0,1 1 0,-1 0 0,1 0 0,-14 2 0,11-1 0,-565-21-439,42-1 47,447 21 471,-153 3 535,229-1-768,1 0 1,-1 0 0,1 2-1,0-1 1,0 1 0,0 1-1,-21 10 1,24-9-6673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29.6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0 387 24575,'57'17'0,"215"56"0,-240-67 0,96 22 0,-120-25 0,-5-2 0,-4-2 0,-23-7 0,0-1 0,5 2 0,0-1 0,0 0 0,-21-15 0,31 18 0,1-1 0,0 0 0,0 0 0,1-1 0,0 0 0,0-1 0,0 1 0,1-1 0,0 0 0,1-1 0,-1 0 0,-5-14 0,6 11 0,0-1 0,1-1 0,1 1 0,0 0 0,1-1 0,0 0 0,1 1 0,1-26 0,1 31 0,0 0 0,0 0 0,1 0 0,0 0 0,0 0 0,0 0 0,1 1 0,1-1 0,-1 1 0,1 0 0,0 0 0,1 0 0,0 1 0,0 0 0,0-1 0,8-5 0,-5 5 0,0 0 0,0 1 0,1 0 0,0 0 0,0 1 0,1 0 0,-1 1 0,1 0 0,0 0 0,0 1 0,1 1 0,-1 0 0,21-2 0,-5 3 0,-1 0 0,1 2 0,34 6 0,-49-5 0,1 1 0,-1-1 0,0 2 0,0 0 0,-1 0 0,1 1 0,-1 0 0,0 1 0,17 13 0,-24-17 0,-1 0 0,1 1 0,0 0 0,-1-1 0,0 1 0,0 0 0,0 0 0,0 0 0,0 1 0,0-1 0,-1 0 0,0 1 0,1-1 0,-1 1 0,-1-1 0,1 1 0,0 0 0,-1-1 0,0 1 0,0 0 0,0-1 0,0 1 0,0 0 0,-1-1 0,0 1 0,0-1 0,0 1 0,0-1 0,0 1 0,-1-1 0,1 0 0,-1 1 0,0-1 0,0 0 0,0 0 0,-1-1 0,1 1 0,-1 0 0,-2 2 0,-14 10 0,12-10 0,0 1 0,0 0 0,1 0 0,0 0 0,-7 10 0,12-15 0,0 0 0,0 1 0,0 0 0,0-1 0,1 1 0,-1-1 0,1 1 0,-1 0 0,1 0 0,-1-1 0,1 1 0,0 0 0,0 0 0,0-1 0,0 1 0,0 0 0,0 0 0,0 0 0,1-1 0,-1 1 0,1 0 0,-1-1 0,1 1 0,0 0 0,0-1 0,-1 1 0,1-1 0,0 1 0,0-1 0,1 1 0,1 1 0,2 2 0,1 0 0,0 0 0,0 0 0,0-1 0,0 0 0,1-1 0,0 1 0,0-1 0,7 3 0,11 1 0,32 7 0,-21-7 0,52 3 0,-71-9 0,0-1 0,0-1 0,-1 0 0,1-1 0,23-6 0,-27 3-1365,-3 0-5461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33.7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75 65 24575,'2'-7'0,"1"0"0,0 0 0,5-9 0,4-9 0,-12 25 0,0 0 0,0 0 0,0 0 0,0 0 0,0 0 0,0 0 0,0 0 0,0 0 0,0 0 0,0 0 0,0 0 0,1-1 0,-1 1 0,0 0 0,0 0 0,0 0 0,0 0 0,0 0 0,0 0 0,0 0 0,0 0 0,0 0 0,0 0 0,0 0 0,0 0 0,0 0 0,0-1 0,0 1 0,0 0 0,0 0 0,0 0 0,0 0 0,0 0 0,0 0 0,0 0 0,0 0 0,-1 0 0,1 0 0,0 0 0,0 0 0,0 0 0,0 0 0,0-1 0,0 1 0,0 0 0,0 0 0,0 0 0,0 0 0,0 0 0,0 0 0,0 0 0,0 0 0,0 0 0,0 0 0,0 0 0,-1 0 0,1 0 0,0 0 0,0 0 0,0 0 0,0 0 0,0 0 0,0 0 0,0 0 0,0 0 0,0 0 0,0 0 0,-7 5 0,-7 7 0,4 1 0,1 0 0,1 1 0,0 0 0,1 0 0,1 1 0,0 0 0,1 0 0,1 0 0,0 0 0,-3 27 0,3-3 0,2 0 0,2 0 0,5 45 0,1-31 0,3-1 0,29 95 0,52 94 0,-7-77-318,-65-130-729,-8-16-5779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34.3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24575,'2'0'0,"0"1"0,-1 0 0,1 0 0,0-1 0,0 1 0,0 1 0,-1-1 0,1 0 0,-1 0 0,1 1 0,-1-1 0,1 1 0,-1-1 0,0 1 0,2 2 0,2 1 0,75 101 0,-37-47 0,34 42-78,100 136-445,-125-161 347,50 100 0,-86-143 111,19 55 0,-30-72 43,0 0 0,-2 0 1,0 1-1,-1-1 1,1 30-1,-3-38 52,-1 0 0,0 0 0,-1 0 0,1 0 0,-2 0 0,1-1 0,-1 1 0,0-1 0,0 1 0,-1-1 0,-4 7 0,1-5 44,0-1-1,0 1 1,-1-1-1,0-1 0,0 1 1,-1-1-1,-11 7 1,1-3-212,0-1 1,-1 0-1,0-2 1,0 0-1,-1-2 1,0 0-1,-33 4 1,26-6-6689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35.2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75 208 24575,'2'-15'0,"1"13"0,2 8 0,4 14 0,0 1 0,9 36 0,5 47 0,-23-103 0,2 4 0,-1 1 0,0-1 0,0 1 0,-1 0 0,1-1 0,-2 1 0,1 0 0,-1 7 0,1-13 0,0 0 0,0 0 0,0 1 0,-1-1 0,1 0 0,0 0 0,0 1 0,0-1 0,0 0 0,0 1 0,0-1 0,0 0 0,-1 0 0,1 0 0,0 1 0,0-1 0,0 0 0,-1 0 0,1 0 0,0 1 0,0-1 0,0 0 0,-1 0 0,1 0 0,0 0 0,-1 0 0,1 1 0,0-1 0,0 0 0,-1 0 0,1 0 0,0 0 0,0 0 0,-1 0 0,1 0 0,0 0 0,-1 0 0,-10-9 0,-6-15 0,-1-10 0,1 0 0,2-1 0,2-1 0,1 0 0,1 0 0,3-1 0,-9-73 0,17 107 0,0 1 0,0-1 0,0 0 0,0 0 0,1 1 0,-1-1 0,1 0 0,-1 1 0,2-4 0,-2 6 0,1-1 0,-1 0 0,1 1 0,-1-1 0,1 0 0,-1 1 0,1-1 0,-1 1 0,1-1 0,0 1 0,-1 0 0,1-1 0,0 1 0,-1-1 0,1 1 0,0 0 0,-1 0 0,1-1 0,0 1 0,0 0 0,-1 0 0,1 0 0,0 0 0,0 0 0,-1 0 0,1 0 0,0 0 0,0 0 0,-1 0 0,1 0 0,0 1 0,0-1 0,-1 0 0,1 0 0,0 1 0,-1-1 0,2 1 0,7 3 0,0 1 0,0 0 0,-1 1 0,16 12 0,30 32 0,-18-15 0,24 18 0,2-3 0,120 74 0,-173-119 0,-1-1 0,1 0 0,0 0 0,16 5 0,-24-9 0,0 1 0,1-1 0,-1 0 0,1 1 0,-1-1 0,0 0 0,1 0 0,-1 0 0,1 0 0,-1 0 0,1 0 0,-1 0 0,1-1 0,-1 1 0,0 0 0,1-1 0,-1 1 0,0-1 0,1 0 0,-1 1 0,0-1 0,0 0 0,1 0 0,-1 0 0,0 1 0,0-1 0,0-1 0,0 1 0,0 0 0,0 0 0,-1 0 0,1 0 0,0-1 0,-1 1 0,1 0 0,-1-1 0,1 1 0,-1 0 0,1-1 0,-1-2 0,1-4 0,0 1 0,-1-1 0,0 0 0,0 1 0,-1-1 0,0 1 0,-4-15 0,-21-52 0,18 53 0,0-2-115,-11-28-510,-39-73 0,49 108-6201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43.4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94 24575,'-1'-4'0,"1"1"0,-1-1 0,1 1 0,0-1 0,0 1 0,0-1 0,0 1 0,0 0 0,1-1 0,0 1 0,0-1 0,0 1 0,0 0 0,0-1 0,0 1 0,3-3 0,-2 3 0,0 1 0,0-1 0,0 1 0,1 0 0,-1 0 0,0 0 0,1 0 0,0 1 0,-1-1 0,1 1 0,0 0 0,0-1 0,0 1 0,-1 0 0,1 1 0,0-1 0,1 0 0,3 1 0,15-2 0,-1 1 0,1 1 0,25 3 0,-36-2 0,-1 1 0,1 0 0,-1 1 0,1 0 0,-1 0 0,0 1 0,-1 1 0,14 7 0,-21-10 0,0 0 0,1 0 0,-1 0 0,0 0 0,0 1 0,-1-1 0,1 1 0,0-1 0,-1 1 0,1 0 0,-1 0 0,0-1 0,0 1 0,0 0 0,-1 0 0,1 0 0,0 6 0,0 1 0,-1 1 0,0-1 0,-1 0 0,-1 11 0,0-13 0,0 1 0,0-1 0,-1 0 0,0 0 0,0 0 0,-1 0 0,0 0 0,-5 6 0,-5 6 0,-25 26 0,22-27 0,-22 30 0,38-47 0,0-1 0,0 0 0,0 1 0,1-1 0,-1 0 0,0 1 0,1-1 0,-1 1 0,1-1 0,-1 1 0,1-1 0,0 1 0,0-1 0,0 1 0,-1-1 0,1 1 0,1 0 0,-1-1 0,0 1 0,0-1 0,1 1 0,-1-1 0,1 1 0,-1-1 0,1 1 0,-1-1 0,1 0 0,0 1 0,0-1 0,0 0 0,0 1 0,0-1 0,0 0 0,0 0 0,0 0 0,0 0 0,0 0 0,1 0 0,-1 0 0,0-1 0,3 2 0,4 2 0,0-1 0,0 1 0,1-2 0,-1 1 0,0-1 0,12 1 0,8 1 0,0-2 0,38-1 0,-48-2 0,0-1 0,-1-1 0,1 0 0,31-10 0,-44 11-151,-1 0-1,0 0 0,1 0 0,-1-1 1,0 1-1,0-1 0,0 0 1,5-5-1,0-2-6674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43.9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179 33 24575,'6'-2'0,"0"2"0,0-1 0,0 1 0,0 0 0,0 0 0,0 1 0,0 0 0,0 0 0,0 0 0,0 0 0,0 1 0,6 3 0,-8-2 0,1-1 0,-1 1 0,0 0 0,0 0 0,0 0 0,-1 0 0,1 1 0,-1-1 0,0 1 0,0 0 0,0 0 0,0 0 0,-1 1 0,0-1 0,3 7 0,-2-3 0,0-3 0,-1 0 0,0 0 0,0 1 0,0-1 0,-1 1 0,0 0 0,0-1 0,0 1 0,-1 10 0,0-15 0,-1 1 0,0-1 0,1 0 0,-1 0 0,0 0 0,0 1 0,0-1 0,0 0 0,0 0 0,0 0 0,0 0 0,0-1 0,0 1 0,0 0 0,0 0 0,-1-1 0,1 1 0,0-1 0,-1 1 0,1-1 0,0 1 0,-1-1 0,1 0 0,0 0 0,-1 1 0,1-1 0,-1 0 0,-1-1 0,-5 2 0,0-2 0,1 1 0,-15-4 0,3 0 0,0-2 0,1 0 0,-18-9 0,-52-30 0,80 40 0,-1 1 0,1-1 0,0-1 0,0 1 0,-10-10 0,16 13 0,1 1 0,-1 0 0,1-1 0,0 1 0,-1 0 0,1-1 0,0 0 0,0 1 0,0-1 0,0 0 0,0 1 0,1-1 0,-1 0 0,0 0 0,1 0 0,0 1 0,-1-1 0,1 0 0,0 0 0,0 0 0,0 0 0,0 0 0,0 0 0,0 0 0,1 0 0,-1 0 0,1 1 0,-1-1 0,2-2 0,-1 2 0,0 0 0,0 1 0,1-1 0,-1 1 0,1 0 0,-1-1 0,1 1 0,0 0 0,-1 0 0,1 0 0,0 0 0,0 0 0,-1 1 0,1-1 0,0 0 0,0 1 0,0-1 0,2 1 0,6-2 0,1 1 0,12 1 0,-15 0 0,15 0-227,-1 0-1,1 2 1,-1 1-1,0 0 1,30 10-1,-38-8-6598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44.7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164 685 24575,'12'-19'0,"-1"-1"0,0 0 0,-1-1 0,12-38 0,-19 47 0,-1 1 0,0-1 0,0 1 0,-1-1 0,0 1 0,-1-1 0,-1 0 0,0 1 0,0-1 0,-1 1 0,-5-15 0,-5-11 0,-2 1 0,-34-60 0,-49-62 0,76 127 0,18 26 0,1 1 0,0 1 0,0 0 0,0-1 0,-1 1 0,0 0 0,1 0 0,-4-2 0,6 5 0,-1 0 0,1 0 0,0-1 0,-1 1 0,1 0 0,0 0 0,0 0 0,-1 0 0,1 0 0,0 0 0,-1 0 0,1 0 0,0 0 0,0 0 0,-1 0 0,1 0 0,0 0 0,-1 0 0,1 0 0,0 0 0,-1 0 0,1 0 0,0 0 0,0 0 0,-1 1 0,1-1 0,0 0 0,0 0 0,-1 0 0,1 0 0,0 1 0,0-1 0,-1 0 0,1 0 0,0 0 0,0 1 0,0-1 0,0 0 0,-1 0 0,1 1 0,0-1 0,0 0 0,0 1 0,0-1 0,0 0 0,0 0 0,0 1 0,0-1 0,0 0 0,0 1 0,0-1 0,0 0 0,0 1 0,0-1 0,0 1 0,0 18 0,4 3 0,1-1 0,0 0 0,10 23 0,30 62 0,-33-80 0,4 9 0,6 18 0,4-1 0,49 77 0,-64-113 0,2-1 0,0 0 0,0-1 0,18 14 0,-26-23 0,0-1 0,1 0 0,0 0 0,0 0 0,0-1 0,0 0 0,1 0 0,-1-1 0,1 0 0,-1 0 0,1 0 0,0-1 0,0 0 0,13 0 0,-11-2-151,1-1-1,-1-1 0,-1 0 0,1 0 1,0 0-1,-1-1 0,1-1 1,10-7-1,-6 4-6674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45.0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89 147 24575,'-7'-6'0,"0"0"0,0 0 0,-8-5 0,13 9 0,1 1 0,-1 0 0,1 0 0,-1 0 0,0 1 0,0-1 0,1 0 0,-1 1 0,0-1 0,0 1 0,0-1 0,0 1 0,1 0 0,-1 0 0,0 0 0,0 0 0,0 0 0,0 0 0,0 0 0,0 1 0,-2 0 0,3 0 0,0-1 0,0 1 0,1 0 0,-1-1 0,0 1 0,1 0 0,-1-1 0,0 1 0,1 0 0,-1 0 0,1 0 0,0 0 0,-1-1 0,1 1 0,0 0 0,-1 0 0,1 0 0,0 0 0,0 0 0,0 0 0,0 0 0,0 0 0,0 0 0,0 0 0,0 0 0,0 0 0,0 0 0,0 0 0,1 0 0,-1-1 0,0 1 0,1 0 0,-1 0 0,1 0 0,0 1 0,2 4 0,0 0 0,1-1 0,7 10 0,0-3 0,1 0 0,0-1 0,0-1 0,1 0 0,1-1 0,0 0 0,0-1 0,1 0 0,-1-1 0,2-1 0,-1 0 0,20 4 0,-32-9 0,0-1 0,0 1 0,0-1 0,0 1 0,0-1 0,0 0 0,0 0 0,0 0 0,-1 0 0,1-1 0,0 1 0,0-1 0,0 0 0,0 0 0,0 0 0,-1 0 0,1 0 0,0-1 0,-1 1 0,1-1 0,-1 0 0,0 0 0,0 1 0,1-2 0,-1 1 0,0 0 0,-1 0 0,1-1 0,0 1 0,-1 0 0,1-1 0,-1 0 0,0 1 0,0-1 0,0 0 0,0 0 0,0 0 0,0 0 0,-1 1 0,0-1 0,1 0 0,-1 0 0,0 0 0,-1 0 0,1 0 0,-1-5 0,-2-2 0,0 0 0,0 0 0,-1 0 0,0 0 0,0 1 0,-1-1 0,-1 1 0,0 0 0,-13-15 0,5 8 0,0 1 0,-1 1 0,-1 0 0,-19-12 0,32 24 0,1 0 0,-1 1 0,0-1 0,0 1 0,0 0 0,-1-1 0,1 2 0,0-1 0,0 0 0,0 0 0,-1 1 0,1 0 0,0 0 0,-7 0 0,9 0 0,-1 1 0,1-1 0,-1 1 0,1-1 0,-1 1 0,1-1 0,0 1 0,-1 0 0,1 0 0,0 0 0,0 0 0,-1 0 0,1 0 0,0 0 0,0 0 0,0 0 0,0 1 0,0-1 0,1 0 0,-1 0 0,0 1 0,1-1 0,-1 1 0,1-1 0,-1 1 0,1-1 0,-1 1 0,1-1 0,0 1 0,0-1 0,0 1 0,0-1 0,0 3 0,1 2 0,0 0 0,-1-1 0,2 1 0,-1-1 0,1 1 0,0-1 0,0 1 0,0-1 0,1 0 0,5 8 0,-1-3 0,-1-1 0,2-1 0,-1 1 0,15 11 0,-13-13-151,0 0-1,1-1 0,0 0 0,0-1 1,0 0-1,1-1 0,0 0 1,21 5-1,-17-6-6674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45.4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141 140 24575,'0'0'0,"-10"-19"0,0 0 0,-2 1 0,0 0 0,0 1 0,-16-15 0,26 30 0,1 1 0,-1-1 0,0 1 0,1 0 0,-1-1 0,0 1 0,0 0 0,0 0 0,0 0 0,0 1 0,0-1 0,0 0 0,-1 1 0,1-1 0,-3 1 0,5 0 0,-1 0 0,0 0 0,1 0 0,-1 0 0,1 0 0,-1 0 0,0 1 0,1-1 0,-1 0 0,1 0 0,-1 1 0,0-1 0,1 0 0,-1 1 0,1-1 0,-1 1 0,1-1 0,-1 1 0,1-1 0,-1 1 0,0 1 0,1-1 0,-1 0 0,1 1 0,-1-1 0,1 0 0,0 1 0,-1-1 0,1 0 0,0 1 0,0-1 0,0 1 0,0 2 0,1 2 0,0-1 0,1 1 0,-1 0 0,1-1 0,0 1 0,0-1 0,1 0 0,-1 1 0,1-1 0,0-1 0,5 7 0,5 4 0,27 26 0,-37-38 0,2 1 0,1-1 0,-1 1 0,0-1 0,1 0 0,0 0 0,0-1 0,0 0 0,0 0 0,0 0 0,0-1 0,0 0 0,0 0 0,1 0 0,-1-1 0,0 0 0,1 0 0,-1-1 0,0 0 0,1 0 0,-1 0 0,0-1 0,11-4 0,-16 6 0,-1-1 0,1 1 0,-1 0 0,1 0 0,-1-1 0,1 1 0,-1 0 0,1 0 0,-1 0 0,1 0 0,-1-1 0,1 1 0,-1 0 0,1 0 0,0 0 0,-1 0 0,1 0 0,-1 0 0,1 1 0,-1-1 0,1 0 0,-1 0 0,1 0 0,-1 0 0,1 1 0,-1-1 0,2 1 0,-2 0 0,1-1 0,0 1 0,-1 0 0,0 0 0,1 0 0,-1 0 0,1 0 0,-1 0 0,0 0 0,0 0 0,0 0 0,0 0 0,1 0 0,-2 1 0,1 7 0,-1 0 0,-3 17 0,2-18 0,-25 115 0,1-6 0,25-112 0,0-1 0,0 0 0,0 0 0,0 0 0,-1 0 0,0 0 0,0 0 0,0 0 0,-3 4 0,4-7 0,0 0 0,0 0 0,0 0 0,0 0 0,-1 0 0,1 0 0,0 0 0,-1 0 0,1-1 0,-1 1 0,1 0 0,-1-1 0,1 1 0,-1-1 0,1 0 0,-1 1 0,0-1 0,1 0 0,-1 0 0,1 0 0,-1 0 0,0 0 0,1-1 0,-1 1 0,1 0 0,-1-1 0,-1 0 0,-4-1 0,1-1 0,0 0 0,-1 0 0,1 0 0,-11-9 0,-26-26 0,33 30 0,-19-23-1365,18 18-5461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45.8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1 24575,'-5'7'0,"-2"6"0,3 2 0,5 2 0,4-3 0,4 0 0,4-1 0,-2 0 0,1-2 0,0 0 0,2 0 0,-1 1 0,2 1 0,-1-2 0,-2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46.2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179 76 24575,'-7'-3'0,"-7"-3"0,-1-1 0,0 2 0,0 0 0,-1 1 0,1 0 0,-26-1 0,39 4 0,0 1 0,0 0 0,0 1 0,0-1 0,0 0 0,0 0 0,0 1 0,0-1 0,0 1 0,0 0 0,1-1 0,-1 1 0,0 0 0,0 0 0,-2 2 0,3-2 0,0 0 0,1 0 0,-1 0 0,0 0 0,1 0 0,-1 0 0,1 0 0,-1 0 0,1 1 0,0-1 0,-1 0 0,1 0 0,0 0 0,0 1 0,0-1 0,0 0 0,0 0 0,0 1 0,0-1 0,0 0 0,0 0 0,0 0 0,1 1 0,-1-1 0,1 1 0,3 7 0,0-1 0,1 0 0,0-1 0,0 1 0,1-1 0,-1 0 0,2-1 0,-1 1 0,1-1 0,0 0 0,0-1 0,0 1 0,1-2 0,0 1 0,0-1 0,0 0 0,17 5 0,-20-8 0,-1 0 0,1 0 0,-1-1 0,1 0 0,-1 0 0,1 0 0,-1 0 0,1-1 0,-1 0 0,0 1 0,1-2 0,-1 1 0,0 0 0,1-1 0,-1 0 0,7-4 0,-8 4 0,0-1 0,0 1 0,-1-1 0,1 0 0,-1 1 0,1-1 0,-1 0 0,0-1 0,0 1 0,0 0 0,0-1 0,-1 1 0,0-1 0,1 1 0,-1-1 0,0 1 0,-1-1 0,1 0 0,-1 0 0,1-6 0,-1 6 0,0 0 0,-1 0 0,1-1 0,-1 1 0,0 0 0,0 0 0,0 0 0,0 0 0,-1 0 0,0 0 0,1 0 0,-2 1 0,1-1 0,0 1 0,-1-1 0,-4-4 0,4 5 0,-2-1 0,1 1 0,0 0 0,0 0 0,-1 1 0,0-1 0,1 1 0,-1 0 0,0 0 0,0 1 0,0-1 0,0 1 0,-6 0 0,-6-1-1365,1 1-5461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49.0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1 473 24575,'266'27'0,"-251"-26"0,2 1 0,-1 0 0,1-2 0,0 0 0,31-4 0,-46 3 0,0 1 0,-1 0 0,1-1 0,-1 1 0,1-1 0,-1 0 0,1 1 0,-1-1 0,0 0 0,1 0 0,-1 0 0,0 0 0,0 0 0,1 0 0,0-2 0,-2 2 0,0 1 0,1-1 0,-1 0 0,0 1 0,0-1 0,0 0 0,0 0 0,0 1 0,0-1 0,0 0 0,0 1 0,0-1 0,0 0 0,0 0 0,0 1 0,0-1 0,-1 0 0,1 1 0,0-1 0,-1 0 0,1 1 0,0-1 0,-1 1 0,1-1 0,-1 0 0,1 1 0,-1-1 0,1 1 0,-1-1 0,1 1 0,-1 0 0,0-1 0,1 1 0,-1-1 0,0 1 0,-4-3 0,0 0 0,0 1 0,0 0 0,0 0 0,0 0 0,0 0 0,0 1 0,-1 0 0,1 0 0,0 0 0,-1 1 0,-5 0 0,-30-5 0,39 4 0,-1 0 0,0 0 0,1 0 0,-1-1 0,1 1 0,-1-1 0,1 1 0,-1-1 0,1 0 0,0 0 0,0 0 0,0 0 0,0 0 0,0 0 0,-1-5 0,-4-4 0,0-1 0,-5-14 0,4 7 0,1 5 0,1 1 0,1-1 0,1 0 0,0 0 0,0-1 0,2 1 0,0-1 0,0 1 0,1-1 0,1 0 0,1 1 0,0-1 0,1 0 0,0 1 0,7-24 0,-7 33 0,0 0 0,0 0 0,1 1 0,-1-1 0,1 1 0,0-1 0,0 1 0,1 0 0,-1 0 0,1 0 0,0 1 0,0-1 0,6-3 0,-4 3 0,1 1 0,-1 0 0,1 0 0,0 0 0,0 1 0,0 0 0,0 1 0,13-2 0,-2 2 0,1 1 0,-1 1 0,-1 1 0,1 0 0,0 1 0,0 1 0,17 7 0,-18-6 0,-1 1 0,-1 1 0,1 1 0,15 10 0,-25-15 0,-1 1 0,0 1 0,0-1 0,0 1 0,8 9 0,-11-11 0,0 0 0,0 0 0,-1 0 0,1 1 0,-1-1 0,1 0 0,-1 1 0,0-1 0,0 0 0,-1 1 0,1-1 0,-1 5 0,0-5 0,0 0 0,0 0 0,0 0 0,-1 0 0,1 0 0,-1 0 0,0 0 0,0 0 0,0 0 0,0 0 0,-1 0 0,1 0 0,-1-1 0,1 1 0,-1 0 0,0-1 0,-4 4 0,-2 1 0,1-2 0,-1 1 0,0-1 0,-12 6 0,10-6 0,0 1 0,-10 8 0,19-14 0,0 0 0,1 1 0,-1-1 0,0 1 0,1-1 0,-1 1 0,1 0 0,-1-1 0,1 1 0,-1 0 0,1-1 0,0 1 0,-1 0 0,1-1 0,0 1 0,-1 0 0,1 0 0,0-1 0,0 1 0,0 0 0,0 0 0,0 0 0,0-1 0,0 1 0,0 0 0,0 1 0,1-1 0,-1 1 0,1-1 0,0 1 0,0-1 0,0 0 0,0 1 0,0-1 0,0 0 0,0 0 0,0 0 0,0 0 0,2 2 0,5 2 0,1 0 0,-1-1 0,13 5 0,-20-8 0,34 13 0,0-1 0,1-2 0,49 10 0,-68-19-1365,-4-1-5461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49.4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169 52 24575,'-17'-11'0,"-32"-16"0,44 25 0,0 0 0,0 0 0,0 0 0,0 0 0,0 1 0,0 0 0,-1 0 0,1 1 0,0 0 0,-1 0 0,-8 1 0,12-1 0,1 0 0,-1 0 0,1 1 0,-1-1 0,1 1 0,-1-1 0,1 1 0,-1 0 0,1-1 0,0 1 0,-1 0 0,1 0 0,0 0 0,0 0 0,0 0 0,0 0 0,0 1 0,0-1 0,0 0 0,0 0 0,0 2 0,0-1 0,0 1 0,1-1 0,-1 0 0,1 1 0,-1-1 0,1 1 0,0-1 0,0 0 0,0 1 0,1-1 0,-1 1 0,1 2 0,1 2 0,0 1 0,1-1 0,0 0 0,0 0 0,1 0 0,0-1 0,7 10 0,-2-6 0,0-1 0,1 0 0,0 0 0,0-1 0,1 0 0,0-1 0,0 0 0,17 6 0,-8-4 0,2-1 0,-1-1 0,1 0 0,24 2 0,-42-8-105,1 0 0,0 0 0,0 0 0,0-1 0,0 0 0,0 0 0,-1 0 0,1 0 0,0-1 0,0 0 0,0 0 0,7-3 0,-2-3-6721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49.8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951 77 24575,'-84'-22'0,"-1"3"0,-1 5 0,0 3 0,-124 0 0,145 15-47,0 3 0,-97 21-1,77-11-1175,62-13-5603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51.1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0 316 24575,'46'0'0,"54"9"0,-13-5 0,-23-2 0,-63-2 0,0 0 0,0 0 0,-1 0 0,1 0 0,0 0 0,0 0 0,-1 0 0,1 1 0,0-1 0,0 0 0,-1 0 0,1 1 0,0-1 0,-1 0 0,1 1 0,0-1 0,-1 1 0,1-1 0,0 1 0,0 0 0,-1 0 0,-1-1 0,1 1 0,0-1 0,-1 0 0,1 1 0,0-1 0,-1 1 0,1-1 0,-1 0 0,1 1 0,-1-1 0,1 0 0,-1 1 0,1-1 0,-1 0 0,1 0 0,-1 0 0,0 1 0,1-1 0,-1 0 0,1 0 0,-1 0 0,0 0 0,1 0 0,-1 0 0,0 0 0,-11 1 0,0 0 0,0 0 0,0-1 0,0-1 0,-15-2 0,22 2 0,0 0 0,0 0 0,1-1 0,-1 0 0,0 0 0,1 0 0,-1-1 0,1 1 0,0-1 0,0 0 0,0 0 0,0 0 0,1-1 0,-1 1 0,-3-6 0,0 0 0,1-1 0,0 0 0,1 0 0,0 0 0,1 0 0,0-1 0,0 0 0,1 1 0,0-1 0,1-1 0,1 1 0,0 0 0,0-15 0,1 25 0,0-11 0,0 1 0,0-1 0,1 0 0,5-18 0,-5 27 0,0 0 0,0 0 0,0 1 0,0-1 0,0 0 0,1 0 0,-1 1 0,1-1 0,0 1 0,0 0 0,0-1 0,0 1 0,0 0 0,1 0 0,-1 0 0,1 1 0,-1-1 0,1 0 0,-1 1 0,1 0 0,0 0 0,0 0 0,4-2 0,13 0 0,-1 1 0,1 1 0,0 1 0,37 3 0,-45-2 0,2 1 0,-1-1 0,0 2 0,0 0 0,20 7 0,-25-7 0,-1 1 0,1-1 0,-1 1 0,1 1 0,-1-1 0,0 1 0,-1 0 0,9 9 0,-13-12 0,-1-1 0,1 1 0,-1 0 0,1 0 0,-1 0 0,0 1 0,0-1 0,0 0 0,0 0 0,0 1 0,0-1 0,0 0 0,-1 1 0,1-1 0,-1 1 0,0-1 0,0 0 0,0 1 0,0-1 0,0 1 0,-1 4 0,-1-3 0,1-1 0,-1 1 0,1-1 0,-1 1 0,0-1 0,-1 1 0,1-1 0,0 0 0,-1 0 0,0 0 0,0 0 0,-5 4 0,4-4 0,-1 1 0,-1 0 0,1 1 0,0 0 0,0 0 0,-6 7 0,11-11 0,-1 0 0,0 0 0,1 1 0,-1-1 0,0 0 0,1 0 0,0 0 0,-1 0 0,1 1 0,0-1 0,-1 0 0,1 0 0,0 1 0,0-1 0,0 0 0,0 1 0,0-1 0,0 0 0,1 0 0,-1 1 0,0-1 0,1 0 0,-1 0 0,1 0 0,-1 1 0,1-1 0,-1 0 0,1 0 0,0 0 0,0 0 0,-1 0 0,1 0 0,0 0 0,0 0 0,0 0 0,2 0 0,0 2 0,1-1 0,0 1 0,0-1 0,0-1 0,0 1 0,0 0 0,0-1 0,1 0 0,-1 0 0,0 0 0,6 0 0,8 0 0,26-2 0,-21 0 0,18 2-62,-26 0-155,0-1 0,0 0 0,1-1-1,-1-1 1,16-4 0,-21 3-6609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52.1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176 28 24575,'-7'-5'0,"0"1"0,0 1 0,0 0 0,-1 0 0,1 0 0,-1 1 0,-10-2 0,15 4 0,1 0 0,-1 0 0,0 0 0,1 0 0,-1 0 0,1 0 0,-1 1 0,0 0 0,1-1 0,-1 1 0,1 0 0,0 0 0,-1 0 0,1 1 0,0-1 0,0 0 0,0 1 0,0 0 0,0-1 0,0 1 0,0 0 0,0 0 0,1 0 0,-1 0 0,1 0 0,-2 4 0,-2 2 0,1 2 0,0-1 0,0 0 0,1 1 0,-2 10 0,-7 52 0,10-55 0,-1 10 0,0 0 0,2 0 0,2 0 0,0 0 0,1 0 0,7 28 0,-4-37 0,0 1 0,1-1 0,0 0 0,2 0 0,0-1 0,1 0 0,1-1 0,0 0 0,18 20 0,-13-18-136,1-1-1,1-1 1,1 0-1,0-1 1,1-1-1,0-1 1,1-1-1,1 0 0,38 14 1,-41-20-6690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52.6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24575,'26'13'0,"1"0"0,-2 2 0,0 1 0,-1 1 0,32 28 0,-39-28 0,-1 0 0,-1 1 0,0 0 0,-1 1 0,-1 1 0,-1 1 0,12 26 0,-7-8 0,20 74 0,-30-87 0,-2 0 0,-1 1 0,2 53 0,-6-75 0,0 1 0,-1-1 0,1 1 0,-1-1 0,0 0 0,-1 1 0,0-1 0,1 0 0,-1 0 0,-1 0 0,1 0 0,-1-1 0,0 1 0,0 0 0,0-1 0,-7 7 0,5-7 0,0 0 0,-1 0 0,1 0 0,-1-1 0,0 1 0,0-1 0,0-1 0,-1 1 0,1-1 0,-1 0 0,1-1 0,-1 0 0,-7 1 0,-26 0-1365,23-2-5461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53.3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44 171 24575,'67'225'0,"-63"-215"0,-3-14 0,-4-18 0,-9-15 0,-29-62 0,26 66 0,1-1 0,-12-44 0,24 74 0,1-1 0,1 1 0,-1 0 0,0-1 0,1 1 0,0-1 0,1-5 0,-1 9 0,0 1 0,0-1 0,1 0 0,-1 0 0,1 0 0,-1 0 0,0 0 0,1 0 0,0 1 0,-1-1 0,1 0 0,-1 0 0,1 1 0,0-1 0,0 0 0,-1 1 0,1-1 0,0 1 0,0-1 0,0 1 0,-1-1 0,1 1 0,0 0 0,0-1 0,0 1 0,0 0 0,0 0 0,0 0 0,0 0 0,0 0 0,0 0 0,0 0 0,0 0 0,0 0 0,0 0 0,0 0 0,0 0 0,1 1 0,9 2 0,1-1 0,-1 2 0,0 0 0,-1 0 0,1 1 0,9 6 0,61 42 0,-45-29 0,-14-9 0,1-1 0,1-1 0,0-1 0,1-1 0,32 9 0,-57-19 0,1-1 0,0 0 0,-1 0 0,1 0 0,0 0 0,-1 1 0,1-1 0,0 0 0,-1 0 0,1 0 0,0 0 0,-1 0 0,1-1 0,0 1 0,-1 0 0,1 0 0,-1 0 0,1-1 0,0 1 0,-1 0 0,1 0 0,-1-1 0,1 1 0,-1-1 0,1 1 0,-1 0 0,1-1 0,0 0 0,0-1 0,-1 1 0,1 0 0,0-1 0,-1 1 0,0-1 0,1 1 0,-1-1 0,0 1 0,0-1 0,0 1 0,0-1 0,0-1 0,0-3 0,-1-1 0,0 1 0,-1 0 0,1 0 0,-4-7 0,-2-2 24,-1 1 0,0 0 0,-1 0 0,-12-13 0,-46-47-1509,57 64-5341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54.2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332 35 24575,'-1'-1'0,"-1"0"0,0-1 0,0 1 0,0 0 0,0 0 0,0 0 0,0 0 0,-1 0 0,1 0 0,0 1 0,0-1 0,-3 0 0,-32-1 0,16 2 0,-27-7 0,27 4 0,-30-2 0,15 7-33,25-1-233,0-1-1,-1 0 1,1 0-1,-23-5 1,24 2-6560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54.5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237 41 24575,'-18'-7'0,"-8"-3"0,-2 0 0,1 3 0,3 1 0,2 5 0,3 3 0,3 3 0,0 1 0,1 2 0,1 2 0,3-1-8191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58.6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90 24575,'0'-3'0,"0"1"0,1-1 0,-1 0 0,0 1 0,1-1 0,0 0 0,0 1 0,0-1 0,0 1 0,0-1 0,0 1 0,0 0 0,1-1 0,0 1 0,2-3 0,-1 2 0,1 0 0,-1 0 0,1 0 0,0 0 0,0 0 0,1 1 0,8-4 0,-1 1 0,1 1 0,-1 1 0,1 0 0,0 1 0,20-1 0,138 4 0,-168-1 0,0 0 0,0 1 0,1-1 0,-1 1 0,0 0 0,0 0 0,0 0 0,0 0 0,0 1 0,0-1 0,0 1 0,0-1 0,-1 1 0,1 0 0,-1 0 0,1 1 0,-1-1 0,0 0 0,1 1 0,-1-1 0,-1 1 0,1 0 0,0 0 0,-1 0 0,2 3 0,-1-1 0,-1 0 0,0 0 0,0 0 0,0 0 0,-1 1 0,1-1 0,-1 0 0,-1 0 0,1 0 0,-1 1 0,0-1 0,0 0 0,0 0 0,-1 0 0,-2 5 0,-4 6 0,0-1 0,-2 0 0,0-1 0,-23 26 0,-5 7 0,23-28 0,-11 13 0,24-29 0,1-1 0,-1 0 0,1 1 0,0-1 0,0 1 0,0-1 0,0 1 0,0 0 0,1-1 0,-2 7 0,3-9 0,-1 1 0,0 0 0,0 0 0,0 0 0,1 0 0,-1-1 0,0 1 0,1 0 0,-1 0 0,0-1 0,1 1 0,-1 0 0,1-1 0,-1 1 0,1 0 0,0-1 0,-1 1 0,1-1 0,0 1 0,-1-1 0,1 1 0,0-1 0,0 1 0,-1-1 0,1 0 0,0 1 0,0-1 0,0 0 0,-1 0 0,1 0 0,1 1 0,30 0 0,-27-1 0,254-14 0,-208 10-1365,-38 4-5461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59.1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159 9 24575,'5'-2'0,"0"1"0,0-1 0,0 1 0,0 0 0,0 0 0,1 1 0,-1 0 0,0 0 0,0 0 0,1 0 0,-1 1 0,0 0 0,0 0 0,0 1 0,0-1 0,0 1 0,0 0 0,0 0 0,0 1 0,-1-1 0,1 1 0,6 6 0,-4-4 0,-2 0 0,1 1 0,-1 0 0,0 0 0,0 0 0,0 1 0,-1-1 0,0 1 0,0 0 0,-1 0 0,0 1 0,0-1 0,-1 1 0,3 13 0,-5-20 0,0 1 0,0-1 0,0 0 0,0 0 0,0 0 0,0 0 0,0 1 0,0-1 0,-1 0 0,1 0 0,0 0 0,-1 0 0,1 0 0,-1 0 0,1 0 0,-1 0 0,0 0 0,1 0 0,-1 0 0,0 0 0,0 0 0,1 0 0,-1-1 0,0 1 0,0 0 0,0 0 0,0-1 0,0 1 0,0-1 0,0 1 0,0-1 0,0 1 0,-1-1 0,1 0 0,0 0 0,0 1 0,0-1 0,0 0 0,-2 0 0,-6 0 0,1 1 0,0-2 0,0 1 0,-11-3 0,-10-2 0,1-1 0,-49-17 0,62 17 0,0 0 0,0-1 0,1-1 0,0-1 0,0 0 0,-18-15 0,31 23 0,0 0 0,0 0 0,0 0 0,0 1 0,0-1 0,1 0 0,-1 0 0,0 0 0,0 0 0,1-1 0,-1 1 0,0 0 0,1 0 0,-1 0 0,1-1 0,0 1 0,-1 0 0,1 0 0,0-1 0,0 1 0,0 0 0,0 0 0,0-1 0,0 1 0,0 0 0,0-1 0,0 1 0,0 0 0,1-2 0,1 1 0,-1 0 0,0 1 0,1-1 0,-1 1 0,1-1 0,-1 1 0,1 0 0,-1 0 0,1-1 0,0 1 0,0 0 0,0 1 0,0-1 0,-1 0 0,1 0 0,0 1 0,0-1 0,3 1 0,6-2-124,0 1 0,0 0 0,-1 1 0,1 0 0,0 0 0,0 1-1,-1 1 1,1 0 0,0 0 0,14 7 0,-14-4-6702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5:59.8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96 139 24575,'-4'8'0,"1"0"0,1 0 0,-1 1 0,2-1 0,-1 1 0,1-1 0,0 15 0,0-8 0,2 0 0,0-1 0,6 25 0,-7-35 0,1 1 0,0-1 0,1 0 0,-1 1 0,1-1 0,0 0 0,0 0 0,0 0 0,0 0 0,1 0 0,5 6 0,-7-10 0,-1 0 0,0 0 0,0 0 0,1 0 0,-1 1 0,0-1 0,1 0 0,-1 0 0,0 0 0,0 0 0,1 0 0,-1 0 0,0 0 0,1 0 0,-1 0 0,0 0 0,0 0 0,1 0 0,-1 0 0,0 0 0,1-1 0,-1 1 0,0 0 0,0 0 0,1 0 0,-1 0 0,0 0 0,0-1 0,1 1 0,-1 0 0,0 0 0,0 0 0,0-1 0,1 1 0,-1 0 0,0 0 0,0-1 0,0 1 0,0 0 0,0 0 0,0-1 0,1 1 0,-1 0 0,0-1 0,0 1 0,0 0 0,0 0 0,0-1 0,0 1 0,0 0 0,0-1 0,2-16 0,-4 4 0,-1 0 0,0 0 0,0 0 0,-1 1 0,-1-1 0,0 1 0,-9-16 0,0-1 0,-11-24 0,11 26 0,-17-48 0,31 74 0,-1-1 0,1 1 0,-1-1 0,1 1 0,0-1 0,0 1 0,0-1 0,0 1 0,0-1 0,0 1 0,0-1 0,0 1 0,1-3 0,-1 4 0,0-1 0,1 0 0,-1 1 0,1-1 0,-1 1 0,0-1 0,1 0 0,-1 1 0,1-1 0,-1 1 0,1-1 0,0 1 0,-1 0 0,1-1 0,-1 1 0,1 0 0,0-1 0,-1 1 0,1 0 0,1-1 0,0 1 0,1 0 0,0 0 0,-1 0 0,1 0 0,0 0 0,-1 0 0,1 1 0,-1-1 0,1 1 0,-1 0 0,1 0 0,-1 0 0,5 2 0,26 17 0,54 43 0,-38-26 0,-37-28 0,42 31 0,1-3 0,71 36 0,-88-54 0,-20-9 0,1-1 0,0 0 0,1-2 0,25 7 0,-44-13 0,1-1 0,-1 0 0,1 1 0,-1-1 0,1 0 0,-1 0 0,1 0 0,-1 0 0,1 0 0,-1 0 0,1-1 0,-1 1 0,1 0 0,-1-1 0,1 1 0,-1-1 0,1 0 0,-1 1 0,0-1 0,3-1 0,-3 0 0,0 1 0,0 0 0,-1-1 0,1 1 0,0 0 0,0-1 0,-1 0 0,1 1 0,-1-1 0,1 1 0,-1-1 0,0 1 0,1-1 0,-1 0 0,0-2 0,-1-7 0,0 1 0,-1 0 0,0 0 0,-6-17 0,8 25 0,-10-28 0,-1 1 0,-2 0 0,0 1 0,-23-34 0,32 55-195,-1 1 0,0 0 0,0 1 0,-1-1 0,1 1 0,-9-6 0,5 5-6631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01.3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152 806 24575,'9'-23'0,"-1"0"0,0-1 0,-2-1 0,-1 1 0,-1-1 0,-1 1 0,-1-1 0,-1 0 0,-1 0 0,-1 0 0,-2 0 0,-6-31 0,-6-6 0,-32-86 0,-37-54 0,80 192 0,3 7 0,0 1 0,0-1 0,0 0 0,0 0 0,-1 1 0,1-1 0,-1 1 0,0-1 0,1 1 0,-1 0 0,-4-4 0,5 6 0,1 0 0,0 0 0,0 0 0,-1 0 0,1-1 0,0 1 0,0 0 0,-1 0 0,1 0 0,0 0 0,0 0 0,-1 0 0,1 0 0,0 0 0,0 1 0,0-1 0,-1 0 0,1 0 0,0 0 0,0 0 0,-1 0 0,1 0 0,0 0 0,0 0 0,0 1 0,-1-1 0,1 0 0,0 0 0,0 0 0,0 0 0,-1 1 0,1-1 0,0 0 0,0 0 0,0 1 0,0-1 0,0 0 0,0 0 0,0 0 0,0 1 0,-1-1 0,1 0 0,0 0 0,0 1 0,0-1 0,0 0 0,-2 15 0,2-15 0,-2 54 0,2-1 0,9 71 0,33 104 0,-38-209 0,1-1 0,1-1 0,9 20 0,-12-30 0,1-1 0,0 1 0,0-1 0,0 0 0,1 0 0,0-1 0,0 0 0,0 1 0,1-1 0,10 6 0,-4-3 0,1-2 0,0 1 0,1-2 0,-1 0 0,1 0 0,0-2 0,21 4 0,-16-5 0,1 0 0,0-1 0,0-1 0,38-6 0,-51 5 0,1-1 0,0 1 0,0-2 0,-1 1 0,1-1 0,-1-1 0,0 1 0,0-1 0,0 0 0,11-9 0,-14 10 0,-1-1 0,0 1 0,0-1 0,0 1 0,0-1 0,-1 0 0,1 0 0,-1 0 0,0-1 0,0 1 0,0 0 0,-1-1 0,0 1 0,0-1 0,0 1 0,0-1 0,0 0 0,-1 1 0,-1-9 0,1 9 0,-1 0 0,0-1 0,0 1 0,-1 0 0,0 0 0,1 0 0,-1 0 0,0 0 0,-1 1 0,1-1 0,-1 1 0,-3-5 0,3 5 0,1 0 0,-1 1 0,0-1 0,0 0 0,0 1 0,-1 0 0,1-1 0,-1 1 0,1 1 0,-1-1 0,1 0 0,-1 1 0,-5-2 0,8 3 0,0 0 0,-1 0 0,1 0 0,0 0 0,0 0 0,0 0 0,0 1 0,0-1 0,0 0 0,0 0 0,0 1 0,0-1 0,0 1 0,0-1 0,0 1 0,1-1 0,-1 1 0,0-1 0,0 1 0,0 0 0,0 0 0,1-1 0,-1 1 0,0 0 0,1 0 0,-1 0 0,1 0 0,-1 0 0,1 0 0,-1 0 0,1 0 0,0 0 0,-1 0 0,1 0 0,0 0 0,0 0 0,0 0 0,0 0 0,0 2 0,0 3 0,0 0 0,0 0 0,0 0 0,1 0 0,2 10 0,0-7 0,1 0 0,-1-1 0,1 1 0,1-1 0,-1 0 0,1 0 0,1-1 0,-1 1 0,2-1 0,-1 0 0,14 11 0,2-1 0,1-1 0,41 23 0,-49-31 0,1 0 0,20 7 0,-32-14 0,0 1 0,0-1 0,0 0 0,0 0 0,1-1 0,-1 1 0,0-1 0,0 0 0,1 0 0,-1 0 0,0-1 0,0 0 0,1 0 0,6-2 0,-9 2 0,0 0 0,0 0 0,0 0 0,-1 0 0,1 0 0,0-1 0,-1 1 0,1-1 0,-1 1 0,1-1 0,-1 0 0,0 1 0,0-1 0,0 0 0,0 0 0,2-4 0,-2 3 0,0-1 0,0 0 0,-1 0 0,1 0 0,-1 0 0,0 0 0,0 0 0,-1-6 0,0 0 0,-1 0 0,-1 0 0,0 0 0,0 0 0,-1 1 0,-7-13 0,3 8 0,-1 0 0,-1 0 0,0 1 0,-20-19 0,23 25 0,0 0 0,-1 1 0,0 0 0,0 0 0,-1 1 0,1 0 0,-1 1 0,0 0 0,-12-4 0,19 7 5,-1 1-1,0-1 1,0 0 0,0 1-1,-1 0 1,1 0-1,0 0 1,0 0 0,0 0-1,0 1 1,0-1 0,0 1-1,0 0 1,0 0-1,1 0 1,-1 0 0,0 0-1,0 1 1,1 0-1,-1-1 1,1 1 0,-1 0-1,1 0 1,0 0-1,-3 3 1,1 0-119,1 0 0,0 0-1,-1 0 1,2 0 0,-1 1 0,1-1-1,0 1 1,0 0 0,0 0 0,1-1-1,0 1 1,0 6 0,0 2-6712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01.8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176 103 24575,'-13'-11'0,"0"-3"0,-2 2 0,0-1 0,0 2 0,-1 0 0,-24-12 0,37 22 0,0 0 0,-1-1 0,1 1 0,0 1 0,-1-1 0,1 0 0,-7 1 0,10 0 0,-1 0 0,0 0 0,1 0 0,-1 0 0,0 0 0,1 0 0,-1 0 0,1 0 0,-1 1 0,0-1 0,1 0 0,-1 0 0,1 1 0,-1-1 0,1 0 0,-1 1 0,1-1 0,-1 0 0,1 1 0,-1-1 0,1 1 0,-1-1 0,1 1 0,0-1 0,-1 1 0,1 0 0,0-1 0,0 1 0,-1-1 0,1 1 0,0-1 0,0 1 0,0 0 0,0-1 0,0 1 0,0 0 0,0-1 0,0 1 0,0-1 0,0 1 0,0 0 0,0-1 0,0 1 0,0 0 0,0-1 0,1 2 0,1 5 0,1-1 0,-1 1 0,1 0 0,1-1 0,-1 1 0,1-1 0,0 0 0,1-1 0,-1 1 0,9 7 0,-4-4 0,0-1 0,0-1 0,1 1 0,1-1 0,14 7 0,-16-9 0,0-1 0,-1 0 0,1-1 0,0 0 0,11 1 0,-18-3 0,0-1 0,0 0 0,0 0 0,0 0 0,0 0 0,1 0 0,-1 0 0,0 0 0,0-1 0,0 1 0,0-1 0,0 0 0,0 1 0,0-1 0,0 0 0,0 0 0,-1 0 0,1-1 0,0 1 0,-1 0 0,1-1 0,-1 1 0,1-1 0,-1 1 0,1-1 0,-1 0 0,0 1 0,0-1 0,1-2 0,6-20 0,-8 23 0,1 0 0,-1 0 0,0 0 0,0 0 0,0 1 0,0-1 0,0 0 0,0 0 0,0 0 0,0 0 0,0 0 0,0 0 0,-1 0 0,1 1 0,0-1 0,-1 0 0,1 0 0,0 0 0,-1 0 0,1 1 0,-1-1 0,1 0 0,-1 1 0,0-2 0,0 2 0,1 0 0,-1 0 0,1 0 0,-1-1 0,1 1 0,-1 0 0,1 0 0,-1 0 0,1 0 0,-1 0 0,1 1 0,0-1 0,-1 0 0,1 0 0,-1 0 0,1 0 0,-1 0 0,1 1 0,-1-1 0,1 0 0,0 0 0,-1 1 0,1-1 0,0 0 0,-1 1 0,1-1 0,0 0 0,-1 1 0,1-1 0,0 0 0,-1 1 0,1-1 0,0 1 0,0-1 0,0 1 0,0-1 0,-1 1 0,1-1 0,0 0 0,0 1 0,-8 23 0,8-21 0,-5 17 0,2-1 0,0 1 0,2 0 0,0 1 0,4 38 0,23 103 0,-10-76 0,6 34 0,-22-119 0,0 0 0,0 0 0,1 0 0,-1 0 0,0-1 0,0 1 0,0 0 0,0 0 0,-1 0 0,1 0 0,0 0 0,0 0 0,0 0 0,-1 0 0,0 0 0,1 0 0,0-1 0,0 0 0,-1 0 0,1 0 0,0 0 0,0 0 0,-1 0 0,1 1 0,0-1 0,0 0 0,-1 0 0,1 0 0,0 0 0,-1 0 0,1 0 0,0 0 0,0 0 0,-1 0 0,1 0 0,0-1 0,-1 1 0,1 0 0,0 0 0,0 0 0,-1 0 0,1 0 0,0 0 0,0-1 0,-1 1 0,1 0 0,-4-3 0,-1-1 0,1 0 0,-6-6 0,5 4 0,-18-16 0,-8-9 0,-45-56 0,75 85 0,-1-1 0,0 0 0,0 1 0,1-1 0,0 0 0,0 0 0,0 0 0,0 0 0,0 0 0,0 0 0,0-6 0,1 8 0,0 0 0,0 0 0,0-1 0,1 1 0,-1 0 0,0 0 0,1 0 0,-1-1 0,1 1 0,-1 0 0,1 0 0,-1 0 0,1 0 0,0 0 0,-1 0 0,1 0 0,0 0 0,0 0 0,0 0 0,0 1 0,0-1 0,0 0 0,0 0 0,0 1 0,0-1 0,0 1 0,0-1 0,0 1 0,1-1 0,-1 1 0,2-1 0,6 0-158,0 0 0,-1 0 0,1 1-1,9 0 1,-13 1-416,8-1-6252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04.0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 0 24575,'-2'0'0,"1"0"0,0 0 0,-1 0 0,1 0 0,-1 0 0,1 1 0,0-1 0,-1 0 0,1 1 0,0-1 0,-1 1 0,1-1 0,0 1 0,0-1 0,-1 1 0,1 0 0,0 0 0,0 0 0,0 0 0,0 0 0,-1 1 0,1-1 0,0 1 0,1-1 0,-1 1 0,1-1 0,-1 1 0,1-1 0,0 1 0,0 0 0,-1-1 0,1 1 0,0-1 0,0 1 0,1 0 0,-1-1 0,1 3 0,2 6 0,0 1 0,1-1 0,0-1 0,8 14 0,-9-16 0,20 34-84,11 23 282,-30-55-444,0 0-1,-1 0 1,0 1-1,-1-1 0,2 13 1,-3-9-6580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04.4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189 17 24575,'1'4'0,"7"14"0,5 25 0,-11-38 0,-1 0 0,0 0 0,-1 0 0,1 1 0,-1-1 0,0 0 0,0 0 0,-1 1 0,-1 9 0,1-14 0,1 1 0,-1-1 0,0 1 0,1-1 0,-1 0 0,0 1 0,0-1 0,0 0 0,0 0 0,0 0 0,0 0 0,0 0 0,-1 0 0,1 0 0,0 0 0,0 0 0,-1 0 0,1-1 0,-1 1 0,1-1 0,-1 1 0,1-1 0,-1 1 0,1-1 0,-1 0 0,1 0 0,-1 0 0,1 0 0,-1 0 0,1 0 0,-1 0 0,1 0 0,-3-1 0,-5-1 0,-1 0 0,1 0 0,-18-8 0,23 8 0,-6-2 0,0-1 0,0 0 0,0 0 0,1-1 0,-9-7 0,14 10 0,0-1 0,0 1 0,1-1 0,0 1 0,0-1 0,0 0 0,0 0 0,0-1 0,1 1 0,0-1 0,0 1 0,0-1 0,-2-6 0,4 9 0,0 1 0,0 0 0,-1 0 0,1-1 0,0 1 0,0 0 0,0 0 0,0-1 0,1 1 0,-1 0 0,0 0 0,1-1 0,-1 1 0,0 0 0,1 0 0,-1 0 0,1 0 0,0-1 0,-1 1 0,2-1 0,-1 1 0,1-1 0,0 1 0,0-1 0,-1 1 0,1 0 0,0 0 0,0 0 0,0 0 0,0 0 0,4-1 0,3 0 0,1 0 0,0 1 0,-1 0 0,11 1 0,-18 0 0,67 1-1365,-55-1-5461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05.6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0 428 24575,'292'-15'0,"-305"13"0,0 0 0,0-2 0,1 1 0,-1-1 0,-13-8 0,15 7 0,0 0 0,1-1 0,0-1 0,-13-10 0,20 14 0,0 0 0,0 0 0,0-1 0,0 1 0,0 0 0,1-1 0,0 0 0,0 0 0,0 0 0,0 0 0,1 0 0,-1 0 0,1 0 0,0 0 0,-1-7 0,2 3 0,-1 0 0,1-1 0,1 1 0,-1-1 0,1 1 0,1-1 0,0 1 0,0 0 0,1 0 0,5-13 0,-2 10 0,0 1 0,0-1 0,1 2 0,1-1 0,0 1 0,17-16 0,-14 15 0,1 1 0,-1 1 0,2 0 0,-1 1 0,1 0 0,0 1 0,17-5 0,-12 5 0,1 1 0,0 1 0,0 0 0,37-1 0,-49 5 0,0 0 0,0 0 0,0 1 0,0 0 0,0 0 0,0 0 0,9 4 0,-14-4 0,0 0 0,0 0 0,1 0 0,-1 0 0,0 1 0,0-1 0,0 1 0,0-1 0,-1 1 0,1 0 0,0 0 0,-1 0 0,1 0 0,-1 0 0,0 0 0,1 0 0,-1 0 0,0 0 0,0 1 0,-1-1 0,1 0 0,0 1 0,0 3 0,0 0 0,-1 0 0,0 0 0,0 0 0,0 0 0,-1 0 0,0 0 0,0 0 0,0 0 0,-1-1 0,0 1 0,0 0 0,-1-1 0,1 0 0,-1 1 0,0-1 0,0 0 0,-1 0 0,0-1 0,0 1 0,-6 5 0,-6 6 0,7-8 0,1 1 0,-1 1 0,1-1 0,-10 18 0,16-25 0,1 0 0,0 1 0,0-1 0,0 0 0,1 0 0,-1 0 0,0 0 0,1 1 0,0-1 0,-1 0 0,1 1 0,0-1 0,0 0 0,0 1 0,1-1 0,-1 0 0,0 0 0,1 1 0,-1-1 0,1 0 0,0 0 0,0 0 0,0 0 0,0 0 0,2 3 0,0-2 0,0 1 0,1 0 0,0-1 0,0 0 0,0 0 0,0 0 0,0 0 0,1-1 0,-1 0 0,8 3 0,9 3 0,-1-2 0,2 0 0,-1-1 0,0-2 0,1 0 0,0-1 0,0-1 0,42-3 0,-58 1-151,0 0-1,0 0 0,0-1 0,0 1 1,0-1-1,0 0 0,-1-1 1,9-4-1,-1-2-6674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05.9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182 8 24575,'-20'-3'0,"0"1"0,-21-1 0,34 3 0,0 1 0,0-1 0,0 1 0,0 0 0,0 1 0,0 0 0,1 0 0,-1 0 0,-9 5 0,15-6 0,-1 0 0,1 0 0,-1 0 0,1 0 0,0 0 0,-1 0 0,1 0 0,0 0 0,0 0 0,0 1 0,0-1 0,0 1 0,0-1 0,0 0 0,0 1 0,1 0 0,-1-1 0,0 1 0,1-1 0,0 1 0,-1 0 0,1-1 0,0 1 0,0 0 0,0-1 0,0 1 0,0 0 0,0-1 0,0 1 0,1 0 0,-1-1 0,0 1 0,1 0 0,0-1 0,-1 1 0,1-1 0,0 1 0,1 1 0,1 3 0,1-1 0,0 1 0,0-1 0,1 0 0,0 0 0,-1 0 0,2-1 0,6 5 0,8 4 0,0-2 0,1-1 0,0 0 0,37 11 0,-15-9 0,66 10 0,-100-21-98,46 5 329,-49-5-481,1-1 0,0 0 1,-1-1-1,1 1 1,12-4-1,-9 0-6576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06.5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147 76 24575,'-1'-6'0,"0"-1"0,-1 1 0,0 0 0,0 1 0,0-1 0,-1 0 0,-5-9 0,7 14 0,0-1 0,0 1 0,0 0 0,0 0 0,0-1 0,0 1 0,0 0 0,-1 0 0,1 0 0,0 0 0,-1 0 0,1 1 0,-1-1 0,1 0 0,-1 1 0,1-1 0,-1 1 0,0-1 0,1 1 0,-1 0 0,0 0 0,1-1 0,-1 1 0,0 1 0,1-1 0,-1 0 0,0 0 0,1 0 0,-1 1 0,1-1 0,-1 1 0,1-1 0,-3 2 0,-1 1 0,1 0 0,0 0 0,0 0 0,0 0 0,1 0 0,-1 1 0,1-1 0,0 1 0,0 0 0,0 0 0,0 1 0,1-1 0,-1 0 0,1 1 0,1 0 0,-4 9 0,0 5 0,1 1 0,-4 36 0,7-36 0,0 1 0,1-1 0,2 1 0,0-1 0,1 1 0,0-1 0,2 0 0,1-1 0,0 1 0,1-1 0,2 0 0,-1-1 0,2 0 0,1 0 0,0-1 0,1 0 0,1-1 0,0-1 0,1 0 0,1 0 0,16 12 0,5-1-341,1-2 0,1-2-1,55 26 1,-72-39-6485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07.0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11 24575,'17'-4'6,"0"1"-1,0 1 1,1 1-1,-1 0 0,0 1 1,1 1-1,-1 1 1,0 0-1,0 2 1,0-1-1,20 9 0,-18-5-86,0 2-1,-1 0 1,0 1-1,-1 0 1,0 2-1,0 0 1,-2 1-1,1 0 1,16 20-1,-9-6 37,-1 1 0,-1 1 1,31 56-1,-40-61 80,0 1 1,-2 1 0,-1 0-1,-1 0 1,7 41-1,-13-54 1,-1-1 0,0 1 0,-1 0 0,-1-1-1,0 1 1,0-1 0,-1 1 0,-1-1 0,0 0-1,-1 1 1,0-2 0,-1 1 0,0 0 0,-1-1-1,0 0 1,-1 0 0,0-1 0,0 0-1,-16 15 1,5-6-491,-1-1 0,-40 29 0,41-35-6371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09.6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469 15 24575,'-28'-2'0,"-14"-1"0,-5-1 0,-1 2 0,1 0 0,5 1 0,3 0 0,7 1 0,3 0 0,5 0 0,3 0 0,3 0 0,-1 3 0,1 0 0,3 1-8191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10.4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1 109 24575,'16'-14'0,"0"1"0,1 0 0,0 2 0,35-18 0,-39 24 0,0 0 0,0 1 0,0 0 0,1 1 0,0 0 0,0 1 0,0 1 0,17 0 0,-20 1 0,65 4 0,-68-3 0,-1 0 0,1 1 0,-1-1 0,0 2 0,0-1 0,0 1 0,13 7 0,-18-9 0,0 0 0,0 0 0,-1 0 0,1 1 0,0-1 0,-1 1 0,1-1 0,-1 1 0,1 0 0,-1 0 0,0-1 0,0 1 0,0 0 0,0 0 0,0 0 0,0 0 0,0 1 0,0 3 0,-1-3 0,0-1 0,0 1 0,0 0 0,0-1 0,-1 1 0,1 0 0,-1-1 0,0 1 0,0 0 0,0-1 0,0 1 0,0-1 0,-3 3 0,-3 5 0,0-1 0,0-1 0,-1 1 0,-1-2 0,1 1 0,-11 6 0,-8 6 0,13-11 0,0 1 0,1 0 0,0 1 0,0 1 0,1 0 0,-16 22 0,24-29 0,1 0 0,0 0 0,1 0 0,-1 0 0,1 0 0,-2 8 0,3-11 0,1 0 0,0 0 0,-1 0 0,1 0 0,0 0 0,1 0 0,-1 0 0,0 0 0,1 0 0,-1 0 0,1 0 0,-1 0 0,1 0 0,0 0 0,0-1 0,0 1 0,0 0 0,0 0 0,0-1 0,0 1 0,3 1 0,1 2 0,1 0 0,0 0 0,0-1 0,0 1 0,1-1 0,-1-1 0,1 0 0,12 5 0,61 14 0,-73-20 0,21 3 0,0-1 0,0-1 0,0-2 0,57-3 0,-82 1-49,0 1 1,-1 0-1,1 0 0,0-1 0,-1 0 1,1 1-1,0-1 0,-1 0 0,1-1 1,-1 1-1,0 0 0,1 0 0,-1-1 1,0 0-1,0 1 0,0-1 0,0 0 1,0 0-1,0 0 0,0 0 0,-1 0 1,1-1-1,-1 1 0,0 0 0,1-1 0,-1 1 1,1-5-1,0-4-6777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10.9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 30 24575,'10'-5'0,"1"0"0,-1 1 0,1 0 0,-1 1 0,1 0 0,0 1 0,1 0 0,-1 1 0,0 0 0,20 2 0,-21 0 0,0 1 0,-1 0 0,1 0 0,-1 1 0,1 0 0,-1 1 0,0 0 0,0 0 0,-1 1 0,1 0 0,-1 1 0,12 10 0,-9-6 0,0 1 0,0 0 0,11 18 0,-18-24 0,0 1 0,0 0 0,-1 0 0,0 0 0,0 0 0,-1 0 0,0 0 0,0 1 0,0 0 0,0 7 0,-2-12 0,0 0 0,0 0 0,0 1 0,0-1 0,-1 0 0,1 0 0,-1 0 0,0-1 0,1 1 0,-1 0 0,0 0 0,0 0 0,0 0 0,0-1 0,-1 1 0,1 0 0,0-1 0,-1 1 0,1-1 0,-1 0 0,1 1 0,-1-1 0,0 0 0,0 0 0,1 0 0,-1 0 0,0 0 0,0-1 0,0 1 0,-3 0 0,-2 1 0,-1 0 0,0 0 0,1-1 0,-1 0 0,0-1 0,-14-1 0,-11-2 0,1-3 0,-1 0 0,-38-14 0,-91-41 0,160 60 0,-6-2 0,0-1 0,0 0 0,0 0 0,-9-7 0,15 9 0,1 1 0,0 0 0,-1 0 0,1-1 0,0 1 0,0-1 0,0 1 0,0-1 0,0 1 0,0-1 0,0 0 0,0-1 0,0 2 0,1 0 0,0 0 0,0-1 0,0 1 0,0 0 0,0 0 0,0 0 0,0-1 0,1 1 0,-1 0 0,0 0 0,1 0 0,-1 0 0,0 0 0,1 0 0,-1-1 0,1 1 0,0 0 0,-1 0 0,2-1 0,0 0 8,0 0 0,0 0 0,0 1 0,0-1 0,1 1 0,-1-1 0,0 1 0,1 0 0,-1 0 0,1 0 0,-1 0 0,1 0 0,-1 0 0,4 0 0,4 0-503,0 0 0,14 0 0,-11 1-6331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11.5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55 267 24575,'0'33'0,"9"66"0,-7-84 0,-2-10 0,1-1 0,0 1 0,-1-1 0,2 1 0,-1-1 0,0 1 0,3 4 0,-4-9 0,0 0 0,0 0 0,0 0 0,0 0 0,0 0 0,0 0 0,0 0 0,0 0 0,0 1 0,0-1 0,0 0 0,0 0 0,1 0 0,-1 0 0,0 0 0,0 0 0,0 0 0,0 0 0,0 0 0,0 0 0,0 0 0,0 0 0,0 1 0,0-1 0,1 0 0,-1 0 0,0 0 0,0 0 0,0 0 0,0 0 0,0 0 0,0 0 0,0 0 0,0 0 0,1 0 0,-1 0 0,0 0 0,0 0 0,0 0 0,0 0 0,0 0 0,0 0 0,0 0 0,0 0 0,1 0 0,-1-1 0,0 1 0,0 0 0,3-6 0,-1-11 0,-2 5 0,0-1 0,-1 0 0,0 1 0,-1-1 0,0 1 0,-7-19 0,0 5 0,-25-47 0,26 60 0,6 9 0,0 1 0,0-1 0,0 0 0,0 0 0,0 1 0,1-1 0,-1 0 0,1-1 0,0 1 0,0-8 0,1 11 0,0 1 0,0-1 0,0 1 0,0-1 0,0 1 0,0-1 0,0 1 0,1-1 0,-1 1 0,0 0 0,0-1 0,0 1 0,1-1 0,-1 1 0,0 0 0,1-1 0,-1 1 0,0-1 0,1 1 0,-1 0 0,0-1 0,1 1 0,-1 0 0,1 0 0,-1-1 0,0 1 0,1 0 0,-1 0 0,1 0 0,-1 0 0,1-1 0,-1 1 0,1 0 0,-1 0 0,1 0 0,-1 0 0,1 0 0,-1 0 0,1 0 0,-1 0 0,1 1 0,-1-1 0,1 0 0,0 0 0,22 11 0,111 85 0,-62-41 0,-71-54 0,141 96 0,-112-78 0,2-2 0,59 24 0,-89-40 0,1 0 0,0 0 0,-1 0 0,1-1 0,0 1 0,0-1 0,-1 0 0,1 1 0,0-1 0,0-1 0,0 1 0,-1 0 0,5-1 0,-6 0 0,0 0 0,1 1 0,-1-1 0,0 0 0,0 0 0,0 0 0,0 0 0,0 0 0,0 0 0,0 0 0,0 0 0,0 0 0,0-1 0,0 1 0,-1 0 0,1 0 0,-1-1 0,1 1 0,-1 0 0,1-1 0,-1 1 0,0-1 0,0 1 0,1-1 0,-1 1 0,0-1 0,-1-1 0,1-10 0,-1 1 0,0-1 0,-1 1 0,-1-1 0,-6-19 0,-28-61 0,10 28 0,-43-127-1365,64 178-5461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13.7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165 949 24575,'23'-23'0,"-1"-1"0,32-44 0,-47 58 0,-1-1 0,0 0 0,-1 0 0,0 0 0,0-1 0,-1 0 0,-1 0 0,0 0 0,-1 0 0,1-14 0,-2 4 0,-2 0 0,0 1 0,-2 0 0,0-1 0,-10-31 0,-41-102 0,40 119 0,-5-13 0,-46-82 0,50 107 0,0 0 0,-2 1 0,-1 0 0,-40-38 0,58 60 0,-1 1 0,1-1 0,-1 1 0,1-1 0,-1 1 0,1-1 0,-1 1 0,0 0 0,1-1 0,-1 1 0,0 0 0,1-1 0,-1 1 0,0 0 0,0 0 0,1 0 0,-2 0 0,2 0 0,0 0 0,-1 0 0,1 0 0,0 0 0,-1 0 0,1 1 0,0-1 0,0 0 0,-1 0 0,1 1 0,0-1 0,0 0 0,0 0 0,-1 1 0,1-1 0,0 0 0,0 0 0,0 1 0,0-1 0,-1 0 0,1 1 0,0-1 0,0 0 0,0 1 0,0 0 0,0 3 0,0 0 0,0 0 0,0 0 0,1 6 0,37 185 0,-16-91 0,-13-62 0,1-2 0,2 0 0,2 0 0,24 47 0,-26-64 0,0-1 0,2-1 0,0 0 0,1-1 0,1-1 0,1 0 0,1-1 0,28 22 0,-38-34 0,1-1 0,0 0 0,1 0 0,-1 0 0,1-1 0,0-1 0,0 0 0,0 0 0,0-1 0,1 0 0,-1-1 0,1 0 0,-1-1 0,1 0 0,-1 0 0,1-1 0,-1-1 0,1 0 0,-1 0 0,0-1 0,0 0 0,0-1 0,0 0 0,-1 0 0,0-1 0,0 0 0,0-1 0,16-13 0,-17 12 0,1-1 0,-2 0 0,1 0 0,-1-1 0,0 0 0,-1 0 0,6-12 0,-10 18 0,0-1 0,-1 1 0,0 0 0,0 0 0,0-1 0,0 1 0,0-1 0,0 1 0,-1 0 0,0-1 0,0 0 0,0 1 0,0-1 0,0 1 0,-1-1 0,1 1 0,-1 0 0,0-1 0,0 1 0,-1 0 0,1-1 0,0 1 0,-1 0 0,0 0 0,0 0 0,-4-4 0,5 5 0,-1 0 0,0 0 0,-1 1 0,1-1 0,0 0 0,0 1 0,0 0 0,-1 0 0,1 0 0,-1 0 0,1 0 0,-1 0 0,1 0 0,-1 1 0,0 0 0,1-1 0,-1 1 0,0 0 0,1 0 0,-1 0 0,0 1 0,1-1 0,-5 2 0,4-1 0,0-1 0,0 2 0,0-1 0,0 0 0,1 0 0,-1 1 0,0 0 0,1-1 0,0 1 0,-1 0 0,1 0 0,0 0 0,0 1 0,0-1 0,0 0 0,0 1 0,1-1 0,-1 1 0,1 0 0,-2 3 0,2-1 0,0 0 0,0-1 0,0 1 0,1 0 0,-1-1 0,1 1 0,1 0 0,-1 0 0,1-1 0,-1 1 0,1-1 0,1 1 0,-1 0 0,1-1 0,-1 0 0,1 1 0,1-1 0,-1 0 0,0 0 0,1 0 0,0 0 0,5 5 0,2 1 0,1 0 0,-1-1 0,2 0 0,-1 0 0,1-2 0,17 10 0,-20-13 0,-1 0 0,1 0 0,0-1 0,1 0 0,-1 0 0,0-1 0,1 0 0,11 0 0,-18-2 0,0 0 0,0 0 0,0 0 0,0 0 0,-1-1 0,1 1 0,0-1 0,0 0 0,-1 0 0,1 0 0,0 0 0,-1 0 0,1-1 0,-1 1 0,0-1 0,1 1 0,-1-1 0,0 0 0,0 0 0,0 0 0,0 0 0,0-1 0,-1 1 0,1 0 0,-1-1 0,1 1 0,-1-1 0,0 1 0,0-1 0,0 0 0,0 0 0,0-3 0,0 1 0,-1 0 0,0 0 0,0 0 0,0 0 0,0 0 0,-1 1 0,0-1 0,0 0 0,0 0 0,-1 0 0,1 0 0,-1 1 0,0-1 0,0 1 0,-1 0 0,0-1 0,1 1 0,-5-4 0,-5-6 0,0 0 0,-1 1 0,-22-18 0,22 21 0,-23-15 0,32 22 0,0 1 0,0 0 0,0 0 0,0 0 0,0 1 0,-1-1 0,1 1 0,-1 0 0,1 0 0,-9 0 0,11 1 0,1 0 0,0 0 0,0 1 0,-1-1 0,1 0 0,0 1 0,0-1 0,0 0 0,0 1 0,0 0 0,-1-1 0,1 1 0,0-1 0,0 1 0,0 0 0,1 0 0,-1 0 0,0 0 0,-1 1 0,0 0 0,1 0 0,0 0 0,1 1 0,-1-1 0,0 0 0,0 0 0,1 0 0,0 0 0,-1 1 0,1 2 0,0 0 0,0 0 0,0-1 0,1 1 0,0 0 0,-1-1 0,2 1 0,-1-1 0,0 1 0,1-1 0,2 5 0,1-3 0,-1 1 0,1-2 0,1 1 0,-1-1 0,1 0 0,-1 0 0,1 0 0,1-1 0,10 7 0,-6-6 0,0 0 0,0 0 0,0-1 0,1-1 0,17 4 0,1-3 0,1-1 0,0-2 0,-1-1 0,43-6 0,-58 4 0,-1 0 0,0-2 0,1 1 0,-1-2 0,0 0 0,-1-1 0,1 0 0,15-10 0,-24 13 0,0 0 0,-1-1 0,1 0 0,-1 0 0,0 0 0,0 0 0,0 0 0,0-1 0,-1 0 0,0 0 0,0 0 0,0 0 0,0 0 0,-1-1 0,0 1 0,0-1 0,-1 1 0,1-1 0,-1 0 0,-1 0 0,1 1 0,-1-1 0,0-9 0,0 14 0,0 0 0,0 0 0,0 0 0,0 0 0,0 0 0,0 0 0,0 1 0,-1-1 0,1 0 0,0 0 0,-1 0 0,1 0 0,0 1 0,-1-1 0,1 0 0,-1 0 0,1 0 0,-1 1 0,0-1 0,1 0 0,-1 1 0,0-1 0,1 1 0,-1-1 0,0 1 0,0-1 0,1 1 0,-2-1 0,1 1 0,0 0 0,0 0 0,1 1 0,-1-1 0,0 0 0,0 1 0,1-1 0,-1 0 0,0 1 0,1-1 0,-1 1 0,0-1 0,1 1 0,-1-1 0,1 1 0,-1-1 0,1 1 0,-1 0 0,1-1 0,-1 1 0,1 0 0,0-1 0,-1 1 0,1 0 0,0 0 0,-1-1 0,1 1 0,0 0 0,0 0 0,0-1 0,0 1 0,0 1 0,-1 5 0,1-1 0,-1 1 0,1 0 0,1-1 0,-1 1 0,1 0 0,0-1 0,1 1 0,0-1 0,0 1 0,0-1 0,5 9 0,5 8 0,27 38 0,-38-60 0,1 2 0,-1-1 0,1 0 0,0 0 0,0 0 0,0 0 0,0 0 0,0 0 0,3 1 0,-4-2 0,-1-1 0,0 0 0,0 0 0,1 0 0,-1 0 0,0 0 0,1 0 0,-1 1 0,0-1 0,1 0 0,-1 0 0,0 0 0,0 0 0,1 0 0,-1 0 0,0 0 0,1 0 0,-1-1 0,0 1 0,1 0 0,-1 0 0,0 0 0,0 0 0,1 0 0,-1 0 0,0-1 0,1 1 0,-1 0 0,1-1 0,-1 0 0,1 0 0,-1 0 0,1 0 0,-1 0 0,0 0 0,1 0 0,-1 0 0,0 0 0,0 0 0,0 0 0,0 0 0,0-2 0,-1-4 0,0-1 0,-1 1 0,0 0 0,0 1 0,-1-1 0,0 0 0,0 0 0,0 1 0,-1 0 0,0 0 0,-7-8 0,10 13 0,1 0 0,-1 0 0,1 1 0,-1-1 0,0 0 0,0 1 0,1-1 0,-1 0 0,0 1 0,0-1 0,0 1 0,0-1 0,0 1 0,1 0 0,-1-1 0,0 1 0,0 0 0,0-1 0,0 1 0,0 0 0,0 0 0,0 0 0,-2 0 0,2 1 0,1-1 0,-1 1 0,0-1 0,1 1 0,-1-1 0,0 1 0,1-1 0,-1 1 0,1 0 0,-1-1 0,1 1 0,-1 0 0,1 0 0,0-1 0,-1 1 0,1 0 0,0 0 0,-1-1 0,1 1 0,0 0 0,0 0 0,0 0 0,0 0 0,0-1 0,0 1 0,0 0 0,0 0 0,0 1 0,3 22 0,0-1 0,10 34 0,-3-19 0,25 98 0,-16-70 0,12 86 0,-31-148 0,1 2 0,0 0 0,0 0 0,-1 0 0,0 0 0,-1 6 0,1-11 0,-1 0 0,1 0 0,0 0 0,0 0 0,-1 0 0,1 0 0,0 0 0,-1 0 0,1 0 0,-1-1 0,1 1 0,-1 0 0,0 0 0,1 0 0,-1-1 0,0 1 0,1 0 0,-1-1 0,0 1 0,0 0 0,0-1 0,1 1 0,-1-1 0,0 0 0,0 1 0,0-1 0,0 0 0,0 1 0,0-1 0,0 0 0,0 0 0,0 0 0,0 0 0,0 0 0,0 0 0,0 0 0,-2-1 0,-1 0 0,-1 0 0,0 0 0,1-1 0,-1 0 0,1 0 0,0 0 0,0 0 0,0-1 0,0 0 0,0 0 0,-6-5 0,3 0 0,-1 0 0,1 0 0,0-1 0,-6-10 0,10 13-85,-1 0 0,2 0-1,-1 0 1,1-1 0,0 1-1,0-1 1,1 1 0,-1-1-1,2 0 1,-1 1 0,1-1-1,0 0 1,0 0 0,1 0-1,1-6 1,1 0-6741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14.0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1 24575,'-5'20'0,"1"9"0,0 3 0,5-5 0,1-5 0,4-2 0,2-3 0,0-2 0,2-3 0,1-2 0,-1-1-8191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14.3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72 33 24575,'-7'-1'0,"0"0"0,0 0 0,0 1 0,-12 1 0,17-1 0,1 1 0,-1-1 0,1 0 0,0 1 0,-1-1 0,1 1 0,-1-1 0,1 1 0,0 0 0,0-1 0,-1 1 0,-1 2 0,3-2 0,-1-1 0,1 1 0,-1 0 0,1-1 0,-1 1 0,1 0 0,0 0 0,0 0 0,-1-1 0,1 1 0,0 0 0,0 0 0,0 0 0,0-1 0,0 1 0,0 0 0,0 0 0,0 0 0,0 0 0,0-1 0,1 1 0,-1 0 0,0 0 0,1 1 0,1 2 0,1 1 0,-1-1 0,1 0 0,0 0 0,0 0 0,0 0 0,1-1 0,-1 1 0,1-1 0,0 0 0,5 3 0,9 6 0,25 10 0,-30-15 0,-2-1 0,0-1 0,0 0 0,1-1 0,-1 0 0,13 2 0,-21-5 0,0-1 0,-1 1 0,1-1 0,0 0 0,0 0 0,-1 0 0,1 0 0,0 0 0,0 0 0,-1-1 0,1 0 0,0 1 0,-1-1 0,1 0 0,-1 0 0,1 0 0,-1-1 0,1 1 0,-1-1 0,0 1 0,0-1 0,1 0 0,-1 0 0,-1 0 0,1 0 0,0 0 0,0 0 0,1-4 0,-1 3 0,-1 0 0,0 0 0,0 0 0,0-1 0,-1 1 0,1 0 0,-1-1 0,0 1 0,0 0 0,0-1 0,0 1 0,0 0 0,-1-1 0,0 1 0,1 0 0,-1 0 0,-1-1 0,1 1 0,0 0 0,-1 0 0,1 0 0,-3-3 0,0 0 0,-1 0 0,1 0 0,-1 1 0,0-1 0,0 1 0,-1 0 0,1 0 0,-1 1 0,-7-5 0,7 7-68,0-1 0,0 1-1,0 0 1,-1 0 0,1 1 0,0 0-1,-1 0 1,1 0 0,-1 1 0,1 0-1,-1 0 1,1 1 0,-1 0 0,1 0-1,-1 0 1,1 1 0,0 0 0,0 0-1,-8 4 1,0 0-6758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15.6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117 49 24575,'-1'-2'0,"-1"-2"0,0 0 0,-1 1 0,1-1 0,-1 0 0,1 1 0,-1-1 0,0 1 0,-1 0 0,1 0 0,-1 0 0,1 0 0,-5-2 0,7 5 0,1 0 0,-1-1 0,1 1 0,-1 0 0,1 0 0,-1 0 0,1 0 0,-1 0 0,1 0 0,-1 0 0,1 0 0,-1 1 0,1-1 0,-1 0 0,1 0 0,-1 0 0,1 0 0,-1 1 0,1-1 0,-1 0 0,1 1 0,0-1 0,-1 0 0,1 1 0,0-1 0,-1 0 0,1 1 0,0-1 0,-1 0 0,1 1 0,0-1 0,-1 1 0,1-1 0,0 1 0,0-1 0,0 1 0,0-1 0,0 1 0,-1 0 0,-3 25 0,3-18 0,-12 59 0,-20 114 0,30-159 0,1 0 0,1 1 0,0-1 0,2 1 0,1-1 0,1 0 0,0 1 0,2-1 0,0-1 0,2 1 0,0-1 0,2 0 0,0-1 0,1 1 0,1-2 0,1 0 0,17 22 0,-10-18 0,2 5 0,1 0 0,1-2 0,51 43 0,-59-58-682,22 10-1,-24-13-6143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16.5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1 424 24575,'81'17'0,"-42"-8"0,-1-2 0,1-1 0,64 1 0,-63-7 0,-25 1 0,-1-1 0,1 0 0,28-5 0,-42 4 0,0 1 0,1 0 0,-1 0 0,0-1 0,0 1 0,1-1 0,-1 1 0,0-1 0,0 0 0,2 0 0,-5-3 0,-8 1 0,-4 0 0,0 0 0,0-2 0,0 0 0,1 0 0,-1-1 0,1-1 0,1 0 0,-1-1 0,2 0 0,-1-1 0,-15-15 0,20 17 0,1 0 0,-1 0 0,2 0 0,-1-1 0,1 0 0,0-1 0,0 1 0,1-1 0,1 1 0,-1-1 0,1-1 0,1 1 0,0 0 0,0-1 0,1 1 0,0-1 0,0 1 0,2-15 0,0 17 0,0 1 0,1-1 0,0 0 0,1 0 0,-1 1 0,1-1 0,1 1 0,-1 0 0,1 0 0,0 0 0,5-6 0,2 0 0,0 0 0,0 1 0,24-18 0,-27 24 0,0 0 0,0 1 0,0-1 0,1 2 0,-1-1 0,1 1 0,0 1 0,0-1 0,0 2 0,0-1 0,0 1 0,1 0 0,-1 1 0,0 0 0,14 2 0,-8 1 0,0 0 0,0 0 0,-1 2 0,1 0 0,-1 0 0,0 1 0,-1 1 0,22 14 0,-31-19 0,0 1 0,0 0 0,-1 0 0,1 0 0,-1 1 0,0-1 0,0 1 0,0 0 0,-1-1 0,1 1 0,-1 0 0,0 1 0,0-1 0,0 0 0,-1 1 0,1-1 0,-1 1 0,0-1 0,-1 1 0,1 8 0,-1-6 0,0 0 0,-1 0 0,0 0 0,-1 0 0,1-1 0,-2 1 0,1 0 0,0-1 0,-1 1 0,0-1 0,-1 0 0,0 0 0,-5 7 0,-3 2 0,6-9 0,0 1 0,1 0 0,0 0 0,0 0 0,-5 13 0,9-18 0,1-1 0,-1 1 0,1 0 0,-1-1 0,1 1 0,0-1 0,0 1 0,-1 0 0,1-1 0,1 1 0,-1 0 0,0-1 0,0 1 0,1 0 0,-1-1 0,0 1 0,1 0 0,0-1 0,-1 1 0,1-1 0,0 1 0,0-1 0,0 0 0,0 1 0,0-1 0,0 0 0,0 0 0,0 0 0,1 1 0,-1-1 0,0 0 0,1-1 0,-1 1 0,1 0 0,1 1 0,7 2 0,-1 0 0,1 0 0,0-1 0,0 0 0,0-1 0,0 0 0,12 1 0,75-1 0,-80-3 0,-5 1-195,-1-1 0,0 0 0,1-1 0,-1 0 0,0-1 0,13-4 0,-15 2-6631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16.9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11 24575,'14'-3'0,"1"0"0,-1 1 0,1 0 0,0 2 0,-1 0 0,1 0 0,0 1 0,-1 1 0,22 5 0,-18-1 0,0 0 0,0 1 0,0 1 0,0 0 0,-1 1 0,24 18 0,-13-5 0,-2 1 0,0 2 0,-1 0 0,-2 1 0,0 2 0,-2 0 0,27 48 0,-37-56 0,-1 0 0,-1 1 0,0 0 0,-2 1 0,0 0 0,-1 0 0,5 45 0,-10-53 0,-1 0 0,0 1 0,-1-1 0,0 0 0,-1 1 0,0-1 0,-2 0 0,0 0 0,0-1 0,-1 1 0,-1-1 0,0 0 0,-13 20 0,3-11-455,0-1 0,-21 19 0,18-22-6371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1.1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665 0 24575,'0'1'0,"0"10"0,-1-1 0,-1 1 0,0-1 0,-4 17 0,1-18 0,0 1 0,-1-1 0,0-1 0,-1 1 0,1-1 0,-2 0 0,1 0 0,-1-1 0,-14 11 0,-8 1 0,-50 26 0,31-18 0,21-12-87,-167 101 305,157-90-717,0 1 1,-62 60-1,84-70-6327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2.2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330 51 24575,'-26'-8'0,"-6"-2"0,0 0 0,0 3 0,-60-8 0,86 15 0,1 0 0,-1 0 0,1 0 0,-1 1 0,1 0 0,0 0 0,-1 0 0,1 1 0,0-1 0,-7 4 0,9-3 0,0 0 0,0 0 0,0 0 0,0 1 0,1-1 0,-1 1 0,1-1 0,-1 1 0,1 0 0,0 0 0,0 0 0,0 0 0,1 0 0,-1 1 0,1-1 0,-2 6 0,0 3 0,1 1 0,0-1 0,1 1 0,0-1 0,1 1 0,0-1 0,1 1 0,1-1 0,3 17 0,5 10 0,23 59 0,14 10 0,69 116 0,-65-129 0,-33-61-83,39 70-1199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2.4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335 15 24575,'-30'-2'0,"-12"-1"0,-5-1 0,2 2 0,5 0 0,7 1 0,6 0 0,7 1 0,2 0 0,6 3 0,1 0 0,4 3 0,4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2.6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24575,'-3'10'0,"0"3"-8191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2.8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4 24575,'-2'-2'0,"-2"1"0,1 4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3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24575,'8'7'0,"7"6"0,4 2 0,1 2 0,-1 0 0,0 0 0,1-1 0,0 0 0,-1 0 0,1-4 0,0 0 0,-1-1 0,-2-1 0,-3-6 0,-4-3-8191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3.3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1 24575,'-23'17'0,"-7"9"0,-1 2 0,5-1 0,4-2 0,6-4 0,5-2 0,5-5-8191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3.8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0 212 24575,'51'-25'0,"-23"13"0,0-1 0,-2-2 0,1-1 0,38-31 0,-63 45 0,1 0 0,-1-1 0,0 1 0,0-1 0,0 1 0,0-1 0,0 0 0,-1 0 0,1 0 0,-1 0 0,1 0 0,0-6 0,-2 7 0,0 1 0,1 0 0,-1-1 0,0 1 0,-1 0 0,1 0 0,0-1 0,0 1 0,-1 0 0,1-1 0,0 1 0,-1 0 0,1 0 0,-1-1 0,0 1 0,1 0 0,-1 0 0,0 0 0,0 0 0,0 0 0,0 0 0,0 0 0,0 0 0,0 0 0,0 1 0,0-1 0,0 0 0,0 1 0,0-1 0,-1 0 0,1 1 0,0 0 0,0-1 0,-2 1 0,-5-2 0,1 0 0,-1 1 0,1 0 0,-1 0 0,1 1 0,-1 0 0,0 0 0,1 1 0,-1 0 0,0 0 0,1 1 0,0 0 0,-10 4 0,12-5 0,0 1 0,1 0 0,-1 1 0,1-1 0,0 1 0,-1 0 0,1 0 0,1 0 0,-1 1 0,0-1 0,1 1 0,0 0 0,-1 0 0,2 0 0,-1 0 0,0 1 0,1-1 0,0 1 0,0 0 0,-3 8 0,5-9 0,0 0 0,-1 0 0,2-1 0,-1 1 0,0 0 0,1 0 0,-1-1 0,1 1 0,0 0 0,0-1 0,1 1 0,-1-1 0,1 1 0,0-1 0,-1 0 0,1 0 0,1 0 0,-1 0 0,0 0 0,1 0 0,0-1 0,4 5 0,6 3 0,0-1 0,0 0 0,28 14 0,-18-12 0,0-1 0,1-1 0,1-1 0,42 8 0,-63-15-72,0 0 1,-1-1-1,1 0 0,0 0 0,0 0 0,0 0 0,0 0 0,0-1 1,-1 1-1,1-1 0,0 0 0,0 0 0,-1-1 0,1 1 0,-1-1 1,1 0-1,-1 0 0,3-2 0,3-5-6754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4.2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44 503 24575,'-5'8'0,"0"0"0,1 1 0,0-1 0,0 1 0,1 0 0,-2 9 0,4-16 0,1 1 0,0-1 0,0 1 0,-1-1 0,1 1 0,1-1 0,-1 1 0,0-1 0,1 1 0,-1-1 0,1 1 0,0-1 0,0 1 0,0-1 0,0 0 0,0 1 0,0-1 0,1 0 0,-1 0 0,1 0 0,-1 0 0,1 0 0,0-1 0,0 1 0,0 0 0,3 2 0,1-1 0,-1 1 0,1-1 0,0 0 0,-1 0 0,2-1 0,11 4 0,-15-6 0,0 1 0,1-1 0,-1 0 0,0 0 0,1 0 0,-1 0 0,0 0 0,1-1 0,-1 1 0,0-1 0,0 0 0,1 0 0,-1-1 0,0 1 0,3-2 0,2-2 0,-1 1 0,0-1 0,0-1 0,0 1 0,0-1 0,-1-1 0,0 1 0,-1-1 0,1 0 0,-1 0 0,8-16 0,-10 16 0,0 0 0,0-1 0,-1 0 0,0 1 0,-1-1 0,0 0 0,0 0 0,0 0 0,-1 0 0,0 0 0,-1 0 0,0 0 0,-2-11 0,-6-13 0,-1 0 0,-1 0 0,-2 1 0,-30-53 0,-82-108 0,111 172 0,-2 2 0,16 18 0,0 0 0,0 0 0,0 0 0,0 0 0,1 0 0,-1 0 0,0 0 0,0 0 0,0 0 0,0 0 0,0 0 0,0 0 0,0 1 0,0-1 0,0 0 0,0 0 0,-1 0 0,1 0 0,0 0 0,0 0 0,0 0 0,0 0 0,0 0 0,0 0 0,0 0 0,0 0 0,0 0 0,0 0 0,0 0 0,0 0 0,0 1 0,0-1 0,0 0 0,0 0 0,0 0 0,0 0 0,0 0 0,0 0 0,0 0 0,0 0 0,-1 0 0,1 0 0,0 0 0,0 0 0,0 0 0,0 0 0,0 0 0,0 0 0,0 0 0,0 0 0,0 0 0,0 0 0,0 0 0,0 0 0,0 0 0,0 0 0,-1 0 0,1 0 0,0 0 0,0 0 0,0 0 0,0 0 0,0-1 0,0 1 0,0 0 0,0 0 0,0 0 0,0 0 0,5 14 0,46 109 0,97 206 0,-83-213-1365,-59-103-5461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5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24575,'27'31'0,"-1"1"0,-1 1 0,27 50 0,17 24 0,-8-29 0,4-2 0,108 98 0,-168-170-1365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5.9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40 24575,'7'-3'0,"0"0"0,0 1 0,0 0 0,1 1 0,-1 0 0,1 0 0,-1 0 0,1 1 0,13 1 0,-12 1 0,0 0 0,0 0 0,0 1 0,0 0 0,0 1 0,-1 0 0,12 7 0,79 55 0,-1-1 0,-116-86 0,-6 0 0,0 0 0,-1 1 0,-35-20 0,41 29 0,0 0 0,-1 2 0,0 0 0,-1 2 0,-35-9 0,54 15 0,0 1 0,0-1 0,0 1 0,0 0 0,0 0 0,0 0 0,0 0 0,-1 0 0,1 0 0,0 0 0,0 1 0,0-1 0,0 1 0,0 0 0,0-1 0,0 1 0,0 0 0,0 0 0,-3 3 0,3-2 0,0 0 0,1 0 0,-1 0 0,0 1 0,1-1 0,0 0 0,0 1 0,-1-1 0,1 1 0,1-1 0,-1 1 0,0 0 0,0 4 0,0 3 0,1 0 0,0 0 0,0 0 0,1 0 0,0 0 0,1 0 0,4 13 0,0-7 0,16 33 0,-15-35 0,0 0 0,9 29 0,-16-41-105,0 0 0,1-1 0,-1 1 0,0 0 0,0 0 0,0 0 0,0 0 0,0-1 0,0 1 0,-1 0 0,1 0 0,-1 2 0,-4 5-6721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29.9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45 24575,'-12'-6'0,"-1"-1"0,1 2 0,-1-1 0,0 2 0,-1 0 0,1 0 0,-21-2 0,27 5 0,-1 0 0,1 1 0,0 0 0,0 0 0,0 1 0,0 0 0,-1 0 0,1 0 0,0 1 0,1 0 0,-1 1 0,0-1 0,1 1 0,-1 0 0,1 1 0,-7 5 0,10-7 0,1 0 0,0 0 0,-1 0 0,1 1 0,0-1 0,0 1 0,1 0 0,-1 0 0,0-1 0,1 1 0,0 0 0,0 0 0,0 0 0,0 1 0,0-1 0,0 0 0,1 4 0,-1-4 0,2-1 0,-1 0 0,0 1 0,0-1 0,1 1 0,-1-1 0,1 0 0,0 1 0,0-1 0,0 0 0,0 1 0,0-1 0,0 0 0,1 0 0,-1 0 0,1 0 0,-1 0 0,1-1 0,0 1 0,-1 0 0,1-1 0,0 1 0,3 0 0,3 3 0,1-1 0,0 0 0,0-1 0,0 1 0,0-2 0,1 0 0,-1 0 0,20 1 0,3-2 0,43-4 0,-66 2 0,0-1 0,1 1 0,-1-2 0,0 1 0,0-1 0,12-6 0,-18 8 0,0-1 0,-1 0 0,1 0 0,0 1 0,-1-2 0,1 1 0,-1 0 0,0 0 0,4-6 0,-5 7 0,0-1 0,0 1 0,0-1 0,-1 0 0,1 1 0,-1-1 0,1 0 0,-1 0 0,0 1 0,1-1 0,-1 0 0,0 0 0,0 0 0,0 1 0,-1-1 0,1 0 0,0 0 0,-1 1 0,0-3 0,1 2 0,-1 1 0,0-1 0,1 0 0,-1 1 0,0-1 0,0 1 0,0-1 0,0 1 0,-1-1 0,1 1 0,0 0 0,0 0 0,-1-1 0,1 1 0,-1 0 0,1 0 0,-1 0 0,-2-1 0,3 2 0,0 0 0,0 0 0,0 0 0,1 0 0,-1 0 0,0 0 0,0 0 0,0 0 0,0 0 0,0 0 0,0 0 0,0 0 0,1 1 0,-1-1 0,0 0 0,0 1 0,0-1 0,0 1 0,1-1 0,-1 1 0,0-1 0,1 1 0,-1-1 0,0 1 0,1 0 0,-1-1 0,1 1 0,-1 0 0,1 0 0,-1-1 0,1 1 0,-1 0 0,1 0 0,0 0 0,-1 0 0,1 0 0,0-1 0,0 3 0,-2 3 0,1 0 0,1 0 0,-1 0 0,1 0 0,0 0 0,0 0 0,1 1 0,-1-1 0,3 8 0,3 7 0,9 27 0,2-11 0,1 1 0,41 59 0,-34-57 0,33 70 0,-56-105 0,0-2 0,-1 0 0,1 0 0,-1 1 0,0-1 0,0 1 0,-1-1 0,1 4 0,-1-6 0,0 0 0,0 0 0,0 0 0,0 0 0,-1 0 0,1 0 0,0 0 0,-1 0 0,1 0 0,-1 0 0,1-1 0,-1 1 0,1 0 0,-1 0 0,1-1 0,-1 1 0,0 0 0,0-1 0,1 1 0,-1 0 0,0-1 0,0 1 0,0-1 0,0 0 0,1 1 0,-1-1 0,0 1 0,0-1 0,0 0 0,0 0 0,-1 0 0,-2 1 0,0 0 0,1-1 0,-1 0 0,0 0 0,0 0 0,0 0 0,0 0 0,1-1 0,-1 0 0,0 0 0,0 0 0,1 0 0,-1 0 0,-4-3 0,-6-4 0,0 0 0,-14-12 0,10 8 0,-9-9-1365,18 11-5461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30.5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258 165 24575,'-89'-54'0,"71"45"0,0 0 0,0 1 0,-21-5 0,35 12 0,0-1 0,-1 2 0,1-1 0,-1 0 0,1 1 0,-1 0 0,1 0 0,-8 1 0,10-1 0,1 1 0,-1-1 0,1 0 0,0 1 0,-1 0 0,1-1 0,0 1 0,-1 0 0,1 0 0,0 0 0,0-1 0,0 1 0,-1 1 0,1-1 0,0 0 0,1 0 0,-1 0 0,0 0 0,0 1 0,0-1 0,1 0 0,-1 1 0,1-1 0,-1 0 0,1 1 0,-1-1 0,1 1 0,0 2 0,-1 1 0,1-1 0,1 1 0,-1-1 0,0 1 0,1-1 0,0 1 0,0-1 0,1 0 0,-1 1 0,1-1 0,0 0 0,0 0 0,0 0 0,1 0 0,-1 0 0,1-1 0,0 1 0,0-1 0,4 4 0,-1-1 0,1-1 0,-1 1 0,1-1 0,1 0 0,-1-1 0,1 0 0,0 0 0,0-1 0,9 3 0,1 0 0,0-2 0,1-1 0,0 0 0,0-1 0,31-1 0,-42-2 0,-1 1 0,1-1 0,-1 0 0,1-1 0,-1 0 0,1 0 0,-1 0 0,0-1 0,0 0 0,0-1 0,0 0 0,-1 0 0,0 0 0,1 0 0,-2-1 0,11-10 0,-15 13 0,1 0 0,-1 0 0,1 0 0,-1 0 0,0 0 0,0 0 0,0 0 0,0 0 0,-1 0 0,1 0 0,-1-1 0,1 1 0,-1 0 0,0-1 0,0 1 0,0 0 0,0-1 0,0-2 0,-1 1 0,0 0 0,0 0 0,-1 0 0,1 0 0,-1 0 0,0 1 0,0-1 0,-1 1 0,-3-6 0,-3-1 0,0 1 0,0 0 0,-1 0 0,-1 1 0,-15-11 0,16 13 0,0 0 0,0 1 0,0 0 0,-1 1 0,0 0 0,0 0 0,0 1 0,0 1 0,-1 0 0,1 0 0,-22 0 0,30 3 0,0-1 0,0 0 0,0 1 0,1-1 0,-1 1 0,0 0 0,1 0 0,-1 0 0,0 0 0,1 1 0,0-1 0,-1 1 0,1-1 0,0 1 0,0 0 0,-1 0 0,2 0 0,-1 0 0,0 0 0,0 1 0,1-1 0,-1 0 0,1 1 0,-1-1 0,1 1 0,0 0 0,0-1 0,0 1 0,1 0 0,-1 0 0,1-1 0,-1 1 0,1 0 0,0 0 0,0 0 0,0-1 0,1 1 0,-1 0 0,1 0 0,-1 0 0,1-1 0,0 1 0,0 0 0,0-1 0,0 1 0,1-1 0,-1 1 0,1-1 0,-1 0 0,1 1 0,0-1 0,0 0 0,0 0 0,0 0 0,0-1 0,4 3 0,-1-1-151,0-1-1,1 1 0,-1-1 0,1-1 1,-1 1-1,1-1 0,0 0 1,8 0-1,0 0-6674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31.2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147 127 24575,'-4'-7'0,"0"-1"0,1 1 0,-4-14 0,2 7 0,5 13 0,0 1 0,0 0 0,0 0 0,0-1 0,0 1 0,0 0 0,0-1 0,0 1 0,0 0 0,0 0 0,0-1 0,-1 1 0,1 0 0,0 0 0,0 0 0,0-1 0,0 1 0,-1 0 0,1 0 0,0 0 0,0-1 0,-1 1 0,1 0 0,0 0 0,0 0 0,0 0 0,-1 0 0,1 0 0,0 0 0,-1 0 0,1-1 0,0 1 0,0 0 0,-1 0 0,1 0 0,0 0 0,0 0 0,-1 0 0,1 0 0,0 0 0,-1 1 0,1-1 0,0 0 0,0 0 0,-1 0 0,1 0 0,0 0 0,0 0 0,0 0 0,-1 1 0,1-1 0,0 0 0,-1 0 0,1 1 0,0-1 0,-1 0 0,1 1 0,-1-1 0,1 0 0,-1 0 0,1 0 0,-1 1 0,1-1 0,-1 0 0,1 0 0,-1 0 0,1 0 0,-1 0 0,1 0 0,-1 0 0,1 0 0,-1 0 0,1 0 0,-1 0 0,1 0 0,-1-1 0,1 1 0,-1 0 0,1 0 0,-1 0 0,0-1 0,-1-1 0,-1-1 0,1 1 0,0-1 0,0 0 0,0 1 0,1-1 0,-4-6 0,-9-13 0,13 21 0,0-1 0,-1 1 0,1 0 0,-1-1 0,1 1 0,-1 0 0,1 0 0,-1 0 0,0 0 0,1 1 0,-1-1 0,0 0 0,0 1 0,0-1 0,1 1 0,-1-1 0,0 1 0,0 0 0,0 0 0,0 0 0,-2 0 0,2 1 0,1-1 0,-1 1 0,1 0 0,-1-1 0,1 1 0,0 0 0,0 0 0,-1 0 0,1 0 0,0 0 0,0 0 0,0 0 0,0 0 0,0 0 0,0 1 0,0-1 0,0 0 0,1 1 0,-1-1 0,0 0 0,1 1 0,-1-1 0,1 1 0,0-1 0,-1 1 0,1 2 0,0 1 0,-1 0 0,1-1 0,1 1 0,-1 0 0,1-1 0,-1 1 0,1 0 0,1-1 0,-1 1 0,1-1 0,-1 0 0,1 1 0,1-1 0,-1 0 0,4 5 0,-1-2 0,1 0 0,0-1 0,0 1 0,1-1 0,-1 0 0,1-1 0,9 6 0,5 1 0,0-1 0,0 0 0,1-2 0,1-1 0,-1-1 0,1 0 0,0-2 0,1-1 0,-1 0 0,1-2 0,0-1 0,39-3 0,-62 2 4,0 0 1,0 0-1,0 0 0,1-1 0,-1 1 0,0 0 0,0-1 0,0 1 0,0-1 1,0 1-1,0-1 0,0 1 0,0-1 0,0 0 0,0 1 0,0-1 0,-1 0 1,1 0-1,0 0 0,0 0 0,-1 1 0,1-1 0,-1 0 0,1 0 0,-1 0 1,1-1-1,-1 1 0,1-2 0,-1 1-103,1 0 0,-1 0 0,0 0 0,0 0 0,-1-1 0,1 1 0,0 0 0,-1 0 0,1 0 0,-1 0 0,0 0 0,0 0 0,1 0 0,-3-2 0,-3-6-6727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31.5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0 24575,'-11'4'0,"0"1"0,1 0 0,-1 0 0,1 1 0,0 1 0,-13 10 0,20-15 0,1 0 0,-1 1 0,1-1 0,-1 1 0,1 0 0,0 0 0,0 0 0,0 0 0,1 0 0,-1 0 0,1 1 0,-1-1 0,1 0 0,0 1 0,1-1 0,-1 1 0,1-1 0,-1 1 0,1-1 0,0 1 0,0 0 0,0-1 0,1 1 0,-1-1 0,2 5 0,1 0 0,0 0 0,1 0 0,0-1 0,0 1 0,0-1 0,1 0 0,0-1 0,0 1 0,11 9 0,6 4 0,34 24 0,-16-13 0,-19-16 0,-13-9 0,0 0 0,0 1 0,13 14 0,-21-21 0,1 0 0,-1 0 0,0 1 0,0-1 0,1 0 0,-1 1 0,0-1 0,0 0 0,0 0 0,0 1 0,1-1 0,-1 0 0,0 1 0,0-1 0,0 1 0,0-1 0,0 0 0,0 1 0,0-1 0,0 0 0,0 1 0,0-1 0,0 0 0,0 1 0,0-1 0,0 0 0,0 1 0,-1-1 0,1 0 0,0 1 0,-11 4 0,-19-2 0,27-3 0,-142-9 131,17 1-1627,113 8-5330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32.3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186 433 24575,'-6'-3'0,"-14"-6"0,-36-11 0,52 18 0,-1 1 0,0 0 0,0 0 0,0 0 0,0 1 0,0 0 0,0 0 0,0 0 0,0 0 0,0 1 0,1 0 0,-1 0 0,-7 3 0,10-4 0,0 1 0,0 0 0,0 0 0,1 1 0,-1-1 0,0 0 0,1 0 0,0 1 0,-1-1 0,1 1 0,0-1 0,-1 1 0,1 0 0,0-1 0,0 1 0,0 0 0,1 0 0,-1 0 0,0 0 0,1 0 0,-1 0 0,1 0 0,0 0 0,-1 0 0,1 0 0,0 0 0,0 0 0,0 0 0,1 0 0,-1 0 0,0 0 0,2 3 0,0 2 0,0-1 0,1 0 0,-1 0 0,1 0 0,1 0 0,-1 0 0,1 0 0,7 7 0,-4-5 0,0-1 0,1 0 0,0 0 0,1-1 0,0 0 0,-1 0 0,2-1 0,18 7 0,-21-9 0,1 0 0,0-1 0,-1 0 0,1-1 0,0 0 0,0 0 0,0-1 0,0 0 0,0 0 0,0-1 0,0 0 0,11-2 0,-18 2 0,1 1 0,-1 0 0,1-1 0,-1 1 0,0-1 0,1 1 0,-1-1 0,1 0 0,-1 1 0,0-1 0,0 0 0,0 0 0,1 0 0,-1 0 0,0 0 0,0 0 0,0 0 0,0-1 0,-1 1 0,1 0 0,0-1 0,0 1 0,-1 0 0,1-1 0,-1 1 0,1-1 0,-1 1 0,0 0 0,1-1 0,-1 1 0,0-1 0,0 1 0,0-1 0,0 1 0,0-1 0,-1 1 0,1-1 0,0 1 0,-1-1 0,0-1 0,-3-7 0,0 1 0,0 0 0,-1 0 0,-11-15 0,11 16 0,-47-80 0,13 20 0,28 49 0,2 0 0,0 0 0,-8-24 0,-13-63 0,12 38 0,15 55 0,3 10 0,-1 1 0,1-1 0,0 1 0,-1-1 0,0 1 0,0-1 0,0 1 0,0 0 0,0-1 0,0 1 0,0 0 0,-3-3 0,4 5 0,0 0 0,0 0 0,-1 0 0,1 0 0,0 0 0,0 0 0,0 0 0,-1 0 0,1 0 0,0 0 0,0 1 0,-1-1 0,1 0 0,0 0 0,0 0 0,0 0 0,-1 0 0,1 0 0,0 0 0,0 1 0,0-1 0,0 0 0,-1 0 0,1 0 0,0 0 0,0 1 0,0-1 0,0 0 0,0 0 0,0 0 0,0 1 0,0-1 0,-1 0 0,1 0 0,0 0 0,0 1 0,0-1 0,0 0 0,0 0 0,0 1 0,0-1 0,0 0 0,0 0 0,0 1 0,-1 11 0,1-12 0,-1 12 0,1 0 0,1-1 0,0 1 0,1-1 0,0 1 0,4 12 0,3 2 0,16 37 0,-9-31 0,2 0 0,1-1 0,1-1 0,1-1 0,2-1 0,49 46 0,-61-64-1365,-1-3-5461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32.6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191 33 24575,'4'9'0,"1"1"0,-1 0 0,-1 0 0,0 0 0,0 0 0,-1 1 0,1 10 0,-3-19 0,1 1 0,-1-1 0,0 0 0,0 0 0,-1 1 0,1-1 0,0 0 0,-1 0 0,1 1 0,-1-1 0,0 0 0,0 0 0,1 0 0,-2 0 0,1 0 0,0 0 0,0 0 0,-1 0 0,1-1 0,0 1 0,-1 0 0,0-1 0,1 1 0,-1-1 0,0 1 0,0-1 0,0 0 0,0 0 0,0 0 0,0 0 0,0 0 0,0-1 0,-1 1 0,1-1 0,0 1 0,0-1 0,-1 0 0,-2 1 0,-2-1 0,1-1 0,-1 1 0,1-1 0,-1 0 0,1 0 0,0-1 0,-10-3 0,4 0 0,0 0 0,-20-13 0,28 15 0,0 0 0,1 0 0,-1 0 0,1 0 0,0-1 0,0 1 0,0-1 0,0 0 0,1 0 0,-1 0 0,1 0 0,0 0 0,0-1 0,1 1 0,-1-1 0,0-6 0,1 8 0,1 1 0,-1-1 0,1 1 0,0-1 0,0 1 0,1-1 0,-1 1 0,0-1 0,1 1 0,-1 0 0,1-1 0,0 1 0,0 0 0,0-1 0,0 1 0,0 0 0,0 0 0,1 0 0,-1 0 0,1 0 0,0 0 0,-1 0 0,1 0 0,0 1 0,0-1 0,0 1 0,0 0 0,0-1 0,0 1 0,1 0 0,3-2 0,2 1-195,-1 1 0,0-1 0,0 1 0,1 0 0,-1 1 0,10 0 0,-4 0-6631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33.1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23 120 24575,'-16'-2'0,"16"2"0,0 0 0,-1 0 0,1 0 0,0 0 0,-1 1 0,1-1 0,0 0 0,-1 0 0,1 0 0,0 0 0,-1 1 0,1-1 0,0 0 0,0 0 0,-1 0 0,1 1 0,0-1 0,0 0 0,-1 1 0,1-1 0,0 0 0,0 1 0,0-1 0,-1 1 0,1 0 0,0 0 0,0 1 0,1-1 0,-1 1 0,0-1 0,0 0 0,1 1 0,-1-1 0,0 0 0,1 1 0,0-1 0,-1 0 0,1 0 0,0 1 0,-1-1 0,1 0 0,2 2 0,11 14 0,1 0 0,1 0 0,24 19 0,-30-28 0,1 0 0,0-1 0,1 0 0,0 0 0,0-2 0,0 1 0,16 4 0,-24-9 0,1 0 0,-1 0 0,1 0 0,0-1 0,0 1 0,-1-1 0,8-1 0,-10 1 0,-1 0 0,1-1 0,-1 1 0,0 0 0,1-1 0,-1 0 0,0 1 0,0-1 0,1 0 0,-1 1 0,0-1 0,0 0 0,0 0 0,0 0 0,0 0 0,0 0 0,0 0 0,0 0 0,0 0 0,-1-1 0,1 1 0,0 0 0,-1 0 0,1-1 0,-1 1 0,1 0 0,-1-1 0,0 1 0,1-2 0,0-6 0,0 0 0,-1-1 0,0 1 0,0 0 0,-1 0 0,-3-17 0,2 20 0,1-1 0,-1 1 0,-1 0 0,1-1 0,-1 1 0,0 0 0,-1 1 0,1-1 0,-1 1 0,-5-6 0,38 48 0,-22-27 0,1 1 0,0-1 0,1 0 0,18 16 0,-16-19 0,0 1 0,0-2 0,1 1 0,0-2 0,0 0 0,0 0 0,1-1 0,-1 0 0,1-1 0,0-1 0,22 2 0,-32-4 0,0 0 0,-1 0 0,1 0 0,0-1 0,0 1 0,0-1 0,0 1 0,0-1 0,-1 0 0,1 0 0,0 0 0,-1-1 0,1 1 0,-1-1 0,0 1 0,1-1 0,-1 0 0,0 0 0,0 0 0,0 0 0,0 0 0,0-1 0,0 1 0,-1 0 0,1-1 0,-1 1 0,0-1 0,0 0 0,0 1 0,0-1 0,0 0 0,0 0 0,0-3 0,0-1 0,0-1 0,-1 1 0,0-1 0,0 1 0,0-1 0,-1 0 0,0 1 0,0-1 0,-1 1 0,0 0 0,-5-12 0,3 11-68,-1 0 0,0 0-1,0 0 1,0 1 0,-1-1 0,0 2-1,-1-1 1,1 1 0,-1-1 0,0 2-1,-1-1 1,1 1 0,-1 0 0,0 1-1,-1 0 1,1 0 0,-1 1-1,0 0 1,-15-3 0,9 4-6758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33.6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24575,'161'141'0,"-159"-138"0,1-1 0,0 0 0,0 0 0,0 0 0,0 0 0,0 0 0,1-1 0,-1 1 0,0-1 0,1 0 0,-1 0 0,7 1 0,-8-2 0,0 0 0,-1-1 0,1 1 0,-1 0 0,1 0 0,0-1 0,-1 1 0,1-1 0,-1 1 0,1-1 0,-1 0 0,1 0 0,-1 0 0,1 1 0,-1-1 0,0 0 0,0-1 0,1 1 0,-1 0 0,0 0 0,0-1 0,0 1 0,0 0 0,0-1 0,-1 1 0,1-1 0,0 1 0,-1-1 0,1-1 0,1-5 0,0 0 0,0 1 0,-1-1 0,-1 0 0,1 0 0,-1 0 0,-1-8 0,1-19 0,0 34 0,0 0 0,0 0 0,0 0 0,0 0 0,0 0 0,0 0 0,0 0 0,0 0 0,1 0 0,-1-1 0,0 1 0,1 0 0,-1 0 0,1 1 0,-1-1 0,1 0 0,0 0 0,-1 0 0,1 0 0,0 0 0,0 1 0,-1-1 0,1 0 0,0 1 0,0-1 0,0 0 0,0 1 0,0-1 0,0 1 0,0 0 0,0-1 0,0 1 0,0 0 0,0-1 0,0 1 0,0 0 0,0 0 0,1 0 0,-1 0 0,0 0 0,0 0 0,0 0 0,0 1 0,0-1 0,0 0 0,2 1 0,5 2 0,0 0 0,-1 0 0,1 1 0,11 7 0,113 59 0,-66-36 0,-47-25-69,-9-4-255,0 0 0,-1 1 0,12 8 0,-11-5-6502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34.7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43 24575,'0'-5'0,"0"1"0,1 0 0,-1 0 0,1 0 0,0 0 0,1-5 0,-2 8 0,0 1 0,1-1 0,-1 1 0,0-1 0,0 1 0,1-1 0,-1 1 0,0 0 0,0-1 0,1 1 0,-1 0 0,0-1 0,1 1 0,-1 0 0,1-1 0,-1 1 0,0 0 0,1 0 0,-1-1 0,1 1 0,-1 0 0,1 0 0,0 0 0,0 0 0,0 0 0,0 0 0,0 1 0,0-1 0,0 0 0,0 1 0,0-1 0,0 0 0,0 1 0,-1 0 0,1-1 0,0 1 0,0-1 0,0 1 0,-1 0 0,2 1 0,15 18 0,-1 0 0,-1 2 0,16 27 0,-8-11 0,157 221 0,-175-252 0,-1-1 0,0 0 0,1 0 0,0 0 0,0-1 0,0 1 0,1-1 0,6 4 0,-12-9 0,0 0 0,0 0 0,0 0 0,1 1 0,-1-1 0,0 0 0,0 0 0,0 0 0,0 0 0,1 0 0,-1 0 0,0 0 0,0 0 0,0 0 0,1 0 0,-1 0 0,0 0 0,0 0 0,0 0 0,1 0 0,-1 0 0,0 0 0,0 0 0,0 0 0,0 0 0,1 0 0,-1 0 0,0 0 0,0 0 0,0-1 0,0 1 0,1 0 0,-1 0 0,0 0 0,1-8 0,-4-11 0,3 18 0,-36-112 0,35 111 0,1 0 0,-1 0 0,1 0 0,0 1 0,0-1 0,0 0 0,0 0 0,0 0 0,0 0 0,0 0 0,0 1 0,2-4 0,-2 5 0,0-1 0,1 1 0,-1-1 0,0 1 0,1-1 0,-1 1 0,1-1 0,-1 1 0,1-1 0,-1 1 0,1-1 0,-1 1 0,1 0 0,0 0 0,-1-1 0,1 1 0,-1 0 0,1 0 0,0-1 0,-1 1 0,1 0 0,-1 0 0,1 0 0,0 0 0,-1 0 0,1 0 0,0 0 0,-1 0 0,1 0 0,0 0 0,-1 1 0,1-1 0,0 0 0,-1 0 0,1 1 0,-1-1 0,1 0 0,0 1 0,11 6 0,-1 0 0,0 0 0,0 1 0,0 1 0,-1 0 0,9 10 0,1 0 0,1 1 0,26 24 0,-43-40 0,0 1 0,0 0 0,-1-1 0,0 1 0,0 1 0,0-1 0,0 0 0,1 8 0,-3-12 0,-1 0 0,0-1 0,0 1 0,0 0 0,1 0 0,-1 0 0,0 0 0,0 0 0,-1 0 0,1 0 0,0 0 0,0 0 0,0 0 0,-1 0 0,1 0 0,0 0 0,-1 0 0,1 0 0,-1 0 0,1-1 0,-1 1 0,1 0 0,-1 0 0,0-1 0,1 1 0,-1 0 0,0-1 0,0 1 0,1 0 0,-1-1 0,0 1 0,0-1 0,0 0 0,0 1 0,0-1 0,0 0 0,1 1 0,-1-1 0,0 0 0,0 0 0,-2 0 0,-6 2 0,0-2 0,1 1 0,-17-2 0,15 0 0,-32-1 0,1-3 0,-1-2 0,-67-19 0,106 25-97,0 1-1,0-1 1,0 0-1,0 0 1,1 0-1,-1-1 1,0 1-1,1-1 1,-1 1-1,1-1 1,-1 0-1,1 0 0,-3-3 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35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12 24575,'-8'-2'0,"-31"-6"0,36 7 0,1 1 0,-1 0 0,1 0 0,-1 0 0,1 0 0,-1 0 0,1 1 0,-1-1 0,0 1 0,1 0 0,0 0 0,-4 1 0,6-2 0,-1 0 0,1 1 0,0-1 0,-1 0 0,1 1 0,0-1 0,-1 0 0,1 1 0,0-1 0,-1 1 0,1-1 0,0 0 0,0 1 0,0-1 0,-1 1 0,1-1 0,0 1 0,0-1 0,0 1 0,0-1 0,0 1 0,0-1 0,0 1 0,0-1 0,0 0 0,0 1 0,0-1 0,0 1 0,0-1 0,0 1 0,1-1 0,-1 1 0,0-1 0,0 1 0,0-1 0,1 1 0,12 16 0,-12-16 0,14 15 0,0-1 0,0-1 0,2-1 0,-1 0 0,33 18 0,-35-24 0,0 0 0,0-1 0,0-1 0,1 0 0,0-1 0,0 0 0,0-2 0,25 3 0,-36-5 0,-1 0 0,0 0 0,0 0 0,1-1 0,-1 1 0,0-1 0,0 0 0,0 0 0,0 0 0,0 0 0,0 0 0,0-1 0,0 1 0,0-1 0,-1 0 0,1 0 0,0 0 0,-1 0 0,4-5 0,-3 3 0,0 0 0,-1 0 0,1-1 0,-1 1 0,0-1 0,-1 1 0,1-1 0,-1 0 0,0 1 0,0-1 0,0 0 0,0-6 0,0 4 0,-1 1 0,0-1 0,0 1 0,0 0 0,-1-1 0,0 1 0,0 0 0,-1 0 0,1-1 0,-1 1 0,-3-6 0,4 12 0,1 0 0,0-1 0,0 1 0,0 0 0,0-1 0,0 1 0,-1 0 0,1-1 0,0 1 0,0 0 0,-1 0 0,1-1 0,0 1 0,0 0 0,-1 0 0,1 0 0,0-1 0,-1 1 0,1 0 0,0 0 0,-1 0 0,1 0 0,0 0 0,-1 0 0,1-1 0,0 1 0,-1 0 0,0 0 0,-4 8 0,1 17 0,5 3 0,2 0 0,0 0 0,12 45 0,-6-35 0,28 110 0,8 38 0,-44-182 0,-1 0 0,1 0 0,-1-1 0,0 1 0,0 0 0,-1 6 0,0-9 0,1 0 0,0 0 0,0 0 0,-1-1 0,1 1 0,0 0 0,-1 0 0,1-1 0,-1 1 0,1 0 0,-1-1 0,1 1 0,-1 0 0,1-1 0,-1 1 0,0-1 0,1 1 0,-1-1 0,0 0 0,1 1 0,-1-1 0,0 1 0,0-1 0,1 0 0,-1 0 0,0 1 0,0-1 0,0 0 0,1 0 0,-1 0 0,0 0 0,0 0 0,0 0 0,1 0 0,-1 0 0,0 0 0,0-1 0,0 1 0,-9-3 0,0 1 0,0-2 0,1 1 0,-16-10 0,-36-23 0,42 24 0,4 2 0,6 5 0,0 0 0,1-1 0,0 1 0,0-2 0,0 1 0,1-1 0,-8-9 0,14 15 5,1 0 0,-1 0 0,0 0 0,1 0 0,-1 0 0,1 0 0,-1 0 0,1 0 0,0-1 0,0 1 0,-1 0 0,1 0 0,0 0 0,0-1 0,0 1 0,0 0 0,0 0 0,0 0 0,1 0 0,-1-1 0,0 1 0,1 0 0,-1-1 0,1 0-104,0 0 0,1 1 0,-1 0 0,0-1 0,0 1 0,0 0 0,1-1 0,-1 1 0,1 0 0,-1 0 0,1 0 0,-1 0 0,1 0 0,2 0 0,8-4-6727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35.9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59 24575,'-27'-16'0,"-10"-1"0,2 4 0,7 6 0,5 5 0,5 3 0,2 1 0,2 0 0,0 0 0,1-3 0,-1-1 0,0-1 0,0 1 0,0 0 0,2 1-8191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36.6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48 24575,'4'-4'0,"0"-1"0,0 1 0,1 0 0,0 1 0,-1-1 0,1 1 0,1 0 0,-1 0 0,0 1 0,1-1 0,-1 1 0,1 1 0,0-1 0,0 1 0,-1 0 0,1 0 0,0 0 0,0 1 0,0 0 0,0 0 0,0 1 0,0-1 0,0 1 0,0 1 0,-1-1 0,1 1 0,6 2 0,125 56 0,-133-59 0,-1 1 0,1-1 0,0 1 0,-1 0 0,1 0 0,-1 0 0,0 1 0,1-1 0,-1 1 0,0 0 0,-1-1 0,1 1 0,0 1 0,-1-1 0,3 4 0,-4-4 0,0 0 0,0 0 0,0 0 0,0 0 0,-1 0 0,1 0 0,-1 0 0,0 0 0,0 0 0,0 0 0,0 0 0,0 0 0,-1 1 0,1-1 0,-1 0 0,0 0 0,0 0 0,0-1 0,0 1 0,-2 4 0,-6 7 0,0 1 0,-12 13 0,11-16 0,0 1 0,1 1 0,-11 22 0,18-32 0,0 0 0,1 0 0,0 0 0,0 0 0,0 0 0,0 0 0,1 1 0,-1-1 0,1 0 0,0 0 0,0 1 0,1-1 0,-1 0 0,1 0 0,0 0 0,0 0 0,0 0 0,3 5 0,-3-6 0,1-1 0,0 1 0,-1-1 0,1 0 0,0 1 0,0-1 0,1 0 0,-1-1 0,0 1 0,1 0 0,-1-1 0,1 1 0,-1-1 0,1 1 0,-1-1 0,1 0 0,0 0 0,0-1 0,0 1 0,3 0 0,8 1 0,0-1 0,0-1 0,14-1 0,-11 1 0,-4-1-195,-1 0 0,1-1 0,-1 0 0,1-1 0,-1 0 0,15-6 0,-18 5-6631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1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23 24575,'2'-2'0,"1"-1"0,-1 1 0,0 1 0,1-1 0,-1 0 0,1 1 0,0-1 0,-1 1 0,1 0 0,0 0 0,0 0 0,0 0 0,0 0 0,0 0 0,0 1 0,0 0 0,0 0 0,0 0 0,0 0 0,0 0 0,0 0 0,0 1 0,0-1 0,0 1 0,0 0 0,0 0 0,5 2 0,5 4 0,-1 1 0,0-1 0,0 2 0,18 16 0,-10-9 0,-6-4 0,1 1 0,-2 0 0,23 28 0,-32-35 0,0-1 0,0 1 0,0 1 0,-1-1 0,0 0 0,0 1 0,0 0 0,-1-1 0,0 1 0,-1 0 0,1 0 0,-1 0 0,0 10 0,-1-14 0,0-1 0,-1 1 0,1-1 0,-1 1 0,0-1 0,1 0 0,-1 1 0,0-1 0,0 0 0,0 0 0,-1 1 0,1-1 0,-1 0 0,1 0 0,-1-1 0,1 1 0,-1 0 0,0 0 0,0-1 0,0 1 0,0-1 0,0 0 0,0 1 0,-1-1 0,1 0 0,0 0 0,-1 0 0,1-1 0,-5 2 0,1-1 0,-1 0 0,0 0 0,0-1 0,0 0 0,0 0 0,0 0 0,0-1 0,1 0 0,-13-4 0,-10-6 0,0-1 0,1-1 0,1-2 0,0-1 0,-48-38 0,73 53 0,0-1 0,0 1 0,0-1 0,0 0 0,0 0 0,0 0 0,1 0 0,-1 0 0,1 0 0,-1 0 0,1-1 0,0 1 0,0 0 0,0-1 0,0 1 0,0-1 0,0 1 0,1-1 0,-1 0 0,1 1 0,0-1 0,0 1 0,0-1 0,0 0 0,0 1 0,0-1 0,1 0 0,0 1 0,-1-1 0,1 1 0,0-1 0,0 1 0,0-1 0,0 1 0,1 0 0,-1 0 0,1-1 0,-1 1 0,1 0 0,0 0 0,0 1 0,0-1 0,0 0 0,3-1 0,23-14 26,-15 11-1417,-2 1-5435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1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192 413 24575,'-7'-4'0,"-14"-12"0,-1 1 0,-1 2 0,-34-16 0,54 28 0,0 0 0,0 0 0,0 0 0,0 0 0,-1 0 0,1 1 0,0 0 0,0 0 0,0 0 0,-1 0 0,-3 1 0,6-1 0,0 0 0,0 1 0,0-1 0,0 0 0,0 1 0,0-1 0,0 1 0,0 0 0,0-1 0,0 1 0,1 0 0,-1-1 0,0 1 0,0 0 0,1 0 0,-1 0 0,0 0 0,1-1 0,-1 1 0,1 0 0,-1 0 0,1 0 0,0 0 0,-1 0 0,1 0 0,0 1 0,0-1 0,0 0 0,0 0 0,0 0 0,0 0 0,0 0 0,0 0 0,0 0 0,0 0 0,1 2 0,0 2 0,1 0 0,-1 0 0,1-1 0,0 1 0,0 0 0,1 0 0,-1-1 0,1 1 0,0-1 0,0 0 0,7 7 0,6 4 0,26 19 0,-25-20 0,-4-4 0,1 0 0,25 14 0,-35-22 0,0 0 0,1 0 0,-1 0 0,1 0 0,-1-1 0,1 0 0,-1 0 0,1 0 0,0 0 0,-1-1 0,1 0 0,0 0 0,-1 0 0,8-2 0,-9 1 0,-1 0 0,1 0 0,-1 0 0,0-1 0,1 1 0,-1-1 0,0 1 0,0-1 0,0 0 0,0 0 0,0 0 0,0 0 0,0 0 0,-1-1 0,1 1 0,-1 0 0,0-1 0,1 1 0,-1-1 0,-1 0 0,1 1 0,0-1 0,0 0 0,0-5 0,0-3 0,0-1 0,-1 0 0,0 0 0,-2-16 0,-3 0 0,0 1 0,-2-1 0,0 1 0,-22-46 0,-58-98 0,60 123 0,21 37 0,6 14 0,11 20 0,34 75 0,13 23 0,-4-36 120,-1-1-1605,-46-71-5341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2.8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62 223 24575,'16'31'0,"18"38"0,32 86 0,-58-135 0,-4-14 0,-6-12 0,-10-26 0,-1 0 0,-21-33 0,11 22 0,1-1 0,-25-50 0,39 76 0,1-1 0,0 0 0,-3-22 0,8 35 0,1 0 0,1 1 0,-1-1 0,1 0 0,0 0 0,0 0 0,3-11 0,-3 15 0,0 0 0,1 1 0,0-1 0,-1 0 0,1 1 0,0-1 0,0 1 0,0-1 0,0 1 0,0-1 0,0 1 0,1 0 0,-1-1 0,0 1 0,1 0 0,-1 0 0,1 0 0,-1 0 0,1 0 0,-1 0 0,1 1 0,0-1 0,-1 0 0,1 1 0,0-1 0,0 1 0,0 0 0,-1 0 0,4-1 0,3 2 0,0-1 0,0 1 0,0 0 0,0 0 0,-1 1 0,1 0 0,8 4 0,53 26 0,-41-18 0,-6-4 0,-10-6 0,0 2 0,-1 0 0,16 10 0,-27-16 0,1 1 0,-1-1 0,0 0 0,1 0 0,-1 0 0,0 1 0,1-1 0,-1 0 0,0 1 0,1-1 0,-1 0 0,0 1 0,0-1 0,1 0 0,-1 1 0,0-1 0,0 0 0,0 1 0,0-1 0,1 1 0,-1-1 0,0 0 0,0 1 0,0-1 0,0 1 0,0-1 0,0 0 0,0 1 0,0 0 0,-1-1 0,1 1 0,-1-1 0,1 1 0,-1-1 0,1 0 0,-1 1 0,1-1 0,-1 1 0,1-1 0,-1 0 0,0 0 0,1 1 0,-1-1 0,0 0 0,-1 0 0,-32 3 0,29-2 0,-4-1 0,0 1 0,0 0 0,0 1 0,1 0 0,-1 0 0,1 1 0,-10 4 0,16-6 0,0 0 0,0 0 0,1 1 0,-1-1 0,0 0 0,1 1 0,-1-1 0,1 1 0,0-1 0,-1 1 0,1-1 0,0 1 0,0 0 0,0 0 0,-1 2 0,2-2 0,-1 0 0,1 1 0,0-1 0,0 0 0,-1 0 0,2 1 0,-1-1 0,0 0 0,0 0 0,1 1 0,-1-1 0,1 0 0,0 0 0,0 0 0,0 0 0,2 4 0,2 3 0,1 0 0,0 0 0,1 0 0,0-1 0,0 0 0,15 12 0,57 37 0,-34-26 0,-40-28 0,-1 0 0,1 1 0,-1 0 0,0-1 0,-1 2 0,1-1 0,5 9 0,-7-10 0,-1 1 0,1-1 0,-1 1 0,0-1 0,0 1 0,0 0 0,-1-1 0,1 1 0,-1 0 0,0 0 0,0-1 0,-1 6 0,1-5 5,0 0 0,-1 0 0,0 0-1,0-1 1,0 1 0,0 0 0,-1-1 0,0 1-1,1-1 1,-1 1 0,0-1 0,-1 0 0,1 0-1,-1 0 1,1 0 0,-1 0 0,0-1-1,0 1 1,0-1 0,0 0 0,0 0 0,-1 0-1,1 0 1,-6 2 0,-1-1-191,-1 0 1,0 0-1,1-1 0,-1-1 1,0 1-1,0-2 1,-14 0-1,9 0-6640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3.5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98 24575,'11'-20'0,"-6"12"0,-1 0 0,1 0 0,0 0 0,0 1 0,1 0 0,0 0 0,0 0 0,10-7 0,-16 14 0,0-1 0,1 1 0,-1 0 0,0-1 0,1 1 0,-1 0 0,1 0 0,-1-1 0,0 1 0,1 0 0,-1 0 0,1 0 0,-1-1 0,0 1 0,1 0 0,-1 0 0,1 0 0,-1 0 0,1 0 0,-1 0 0,1 0 0,-1 0 0,1 0 0,-1 0 0,0 0 0,1 1 0,-1-1 0,1 0 0,-1 0 0,1 0 0,-1 0 0,0 1 0,1-1 0,-1 0 0,0 0 0,1 1 0,-1-1 0,0 0 0,1 1 0,-1-1 0,0 0 0,1 1 0,-1-1 0,0 1 0,0-1 0,0 0 0,1 1 0,-1-1 0,0 1 0,0-1 0,0 1 0,0-1 0,0 0 0,0 1 0,0-1 0,0 1 0,0-1 0,0 1 0,0 4 0,1 0 0,-1-1 0,-1 1 0,0 6 0,-38 162 0,4-24 0,11-9 0,7 1 0,1 226 0,16-362-98,0 2-113,0 0 0,1 1 0,-1-1-1,1 0 1,3 11 0,0-10-6615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4.2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181 503 24575,'-83'11'0,"75"-9"0,0 0 0,0 0 0,0 1 0,0 0 0,1 0 0,-1 1 0,-12 8 0,19-11 0,-1 0 0,0 0 0,1 1 0,-1-1 0,1 0 0,0 0 0,-1 1 0,1-1 0,0 1 0,0-1 0,0 1 0,0 0 0,0-1 0,0 1 0,1 0 0,-1 0 0,0-1 0,1 1 0,-1 0 0,1 0 0,0 0 0,0 0 0,0 0 0,0 0 0,0 0 0,0-1 0,0 1 0,0 0 0,1 0 0,-1 0 0,1 0 0,0 0 0,-1-1 0,1 1 0,0 0 0,0-1 0,0 1 0,0 0 0,0-1 0,1 0 0,-1 1 0,3 1 0,1 2 0,0 0 0,1 0 0,0-1 0,0 0 0,0 0 0,0 0 0,0-1 0,1 0 0,0-1 0,8 3 0,-9-3 0,0-1 0,0 0 0,1 0 0,-1-1 0,0 0 0,0 0 0,0-1 0,0 1 0,8-3 0,-11 2 0,0 0 0,0 0 0,0 0 0,0-1 0,0 1 0,0-1 0,-1 1 0,1-1 0,-1 0 0,1 0 0,-1 0 0,0-1 0,1 1 0,-1 0 0,0-1 0,-1 0 0,1 1 0,0-1 0,1-4 0,1-4 0,-1 0 0,0 0 0,-1 0 0,0 0 0,0-1 0,-2 1 0,0-17 0,-1-1 0,-10-49 0,-3 21 0,-21-60 0,3 16 0,22 61 0,7 23 0,-2 0 0,0 0 0,-9-21 0,14 38 0,0 0 0,0 0 0,0 0 0,0 0 0,0 0 0,0 0 0,0 0 0,0 0 0,0-1 0,0 1 0,0 0 0,0 0 0,0 0 0,-1 0 0,1 0 0,0 0 0,0 0 0,0 0 0,0 0 0,0 0 0,0 0 0,0 0 0,0 0 0,0 0 0,0 0 0,0 0 0,0 0 0,0 0 0,0 0 0,0 0 0,0 0 0,0 0 0,0 0 0,0 0 0,0 0 0,0 0 0,-1 0 0,1 0 0,0 0 0,0 0 0,0 0 0,0 0 0,0 0 0,0 0 0,0 0 0,0 0 0,0 0 0,0 0 0,0 0 0,0 0 0,0 0 0,0 0 0,0 0 0,0 0 0,0 0 0,0 0 0,-1 0 0,1 0 0,0 0 0,0 0 0,0 0 0,0 0 0,0 0 0,0 0 0,0 0 0,0 0 0,0 0 0,0 1 0,0-1 0,-1 7 0,0 9 0,5 14 0,2 0 0,14 45 0,-9-37 0,6 24 0,3-2 0,35 74 0,-53-129-52,75 139-1261,-72-135-5513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4.6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0 222 24575,'9'-7'0,"22"-19"0,-1-2 0,26-31 0,-53 56 0,-1 0 0,0 0 0,0 0 0,0-1 0,0 1 0,-1 0 0,1-1 0,-1 1 0,0-1 0,0 0 0,0 1 0,-1-1 0,1-5 0,-1 7 0,0 0 0,0 0 0,0 0 0,-1 0 0,1 0 0,-1 0 0,0 0 0,1 0 0,-1 0 0,0 0 0,0 1 0,0-1 0,0 0 0,0 1 0,-1-1 0,1 1 0,-1-1 0,1 1 0,-1-1 0,1 1 0,-1 0 0,1 0 0,-1 0 0,0 0 0,0 0 0,-2-1 0,2 1 0,0 1 0,0-1 0,0 0 0,0 1 0,0-1 0,0 1 0,0 0 0,0 0 0,0 0 0,0 0 0,0 0 0,0 0 0,0 0 0,0 1 0,0-1 0,0 1 0,0-1 0,-3 3 0,2-2 0,0 1 0,1 0 0,-1 0 0,1 0 0,0 0 0,0 0 0,-1 0 0,1 1 0,1-1 0,-1 1 0,-2 3 0,1-1 0,1 1 0,-1-1 0,1 0 0,1 1 0,-1-1 0,1 1 0,0 0 0,0 0 0,0-1 0,1 1 0,0 0 0,1 11 0,1-10 8,0 1-1,1-1 1,0 0-1,0 0 1,0 0-1,1-1 1,0 1-1,1-1 1,-1 0-1,1 0 1,0 0-1,1-1 1,-1 1-1,1-1 0,12 8 1,-9-8-132,0 0 0,0 0 1,0 0-1,1-1 0,0-1 0,0 0 1,0 0-1,0-1 0,0 0 0,0-1 1,13 1-1,-10-2-6702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5.1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42 24575,'-3'-5'0,"-1"0"0,0 1 0,0-1 0,-1 1 0,1 0 0,-7-4 0,10 7 0,0 1 0,0-1 0,0 0 0,0 1 0,-1-1 0,1 1 0,0-1 0,0 1 0,-1-1 0,1 1 0,0 0 0,-1 0 0,1 0 0,0 0 0,-1 0 0,1 0 0,0 0 0,-1 0 0,1 0 0,0 1 0,0-1 0,-1 0 0,1 1 0,0-1 0,0 1 0,0 0 0,-1-1 0,1 1 0,0 0 0,0 0 0,0-1 0,0 1 0,-1 2 0,-2 2 0,1-1 0,0 1 0,0 0 0,1 0 0,-1 0 0,1 1 0,0-1 0,1 0 0,-1 1 0,1-1 0,-1 10 0,1-1 0,1 1 0,0 0 0,2 18 0,-1-28 0,0-1 0,1 0 0,-1 1 0,1-1 0,0 0 0,0 0 0,0 0 0,0 0 0,1 0 0,-1-1 0,1 1 0,0-1 0,0 0 0,6 6 0,6 2 0,-1 0 0,21 11 0,-28-18 0,21 12-682,55 23-1,-68-34-6143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5.8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0 24575,'-8'3'0,"1"1"0,0 0 0,0 0 0,0 0 0,1 1 0,0 0 0,0 0 0,0 0 0,0 1 0,1 0 0,0 0 0,-9 14 0,12-17 0,0 1 0,0 0 0,1 0 0,-1 0 0,1 0 0,0 0 0,0 0 0,0 0 0,0 1 0,1-1 0,-1 0 0,1 1 0,1-1 0,-1 0 0,0 0 0,1 1 0,0-1 0,0 0 0,0 0 0,0 0 0,1 0 0,0 0 0,0 0 0,0-1 0,4 7 0,-5-9 0,0 0 0,-1 0 0,1 0 0,0 0 0,0 0 0,0 0 0,0 0 0,0 0 0,0 0 0,0-1 0,0 1 0,0 0 0,1-1 0,-1 1 0,0-1 0,0 1 0,0-1 0,1 0 0,-1 1 0,0-1 0,1 0 0,1 0 0,-1 0 0,0-1 0,-1 1 0,1-1 0,0 1 0,0-1 0,0 0 0,0 0 0,-1 0 0,1 0 0,0 0 0,-1 0 0,1-1 0,1-1 0,2-2 0,0-1 0,0 0 0,-1 0 0,1-1 0,-2 1 0,6-12 0,-1-6 0,-7 20 0,0-1 0,0 0 0,1 1 0,0 0 0,4-8 0,-6 11 0,0 1 0,1 0 0,-1-1 0,0 1 0,1-1 0,-1 1 0,0 0 0,1 0 0,-1-1 0,1 1 0,-1 0 0,0 0 0,1-1 0,-1 1 0,1 0 0,-1 0 0,1 0 0,-1 0 0,1 0 0,-1-1 0,1 1 0,-1 0 0,1 0 0,-1 0 0,1 0 0,-1 1 0,1-1 0,-1 0 0,1 0 0,-1 0 0,1 0 0,-1 0 0,1 1 0,-1-1 0,0 0 0,1 0 0,-1 1 0,1-1 0,-1 0 0,0 1 0,1-1 0,-1 0 0,0 1 0,1-1 0,-1 1 0,0-1 0,0 0 0,1 1 0,16 26 0,-14-22 0,62 122-1365,-58-114-5461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6.4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109 399 24575,'-2'-2'0,"-1"1"0,1-1 0,-1 0 0,0 1 0,1 0 0,-1-1 0,0 1 0,0 0 0,0 0 0,0 1 0,0-1 0,0 1 0,0-1 0,0 1 0,0 0 0,0 0 0,-6 1 0,6 0 0,1 0 0,0 0 0,-1 0 0,1 0 0,0 0 0,-1 0 0,1 1 0,0-1 0,0 1 0,0 0 0,0-1 0,1 1 0,-1 0 0,0 0 0,1 0 0,-1 0 0,1 1 0,0-1 0,0 0 0,0 1 0,-2 3 0,1 3 0,0 0 0,0 0 0,0 1 0,2-1 0,-1 0 0,1 0 0,0 1 0,1-1 0,0 0 0,0 0 0,1 0 0,1 0 0,-1 0 0,8 15 0,-10-22 0,1-1 0,0 1 0,0-1 0,0 1 0,0-1 0,0 1 0,0-1 0,1 1 0,-1-1 0,0 0 0,1 0 0,-1 1 0,1-1 0,-1 0 0,1-1 0,0 1 0,-1 0 0,1 0 0,0-1 0,0 1 0,-1-1 0,1 1 0,0-1 0,0 0 0,3 1 0,-3-2 0,1 1 0,-1-1 0,1 0 0,-1 0 0,1 0 0,-1 0 0,1 0 0,-1 0 0,0-1 0,0 1 0,0-1 0,0 1 0,0-1 0,0 0 0,0 0 0,0 0 0,2-3 0,2-5 0,0 0 0,-1-1 0,0 1 0,0-1 0,-1 0 0,0 0 0,-1 0 0,-1-1 0,2-11 0,0-17 0,0-49 0,-4 34 0,-2-170 0,2 219 0,-1 0 0,0 0 0,0 0 0,0 1 0,-4-11 0,5 16 0,0 0 0,0-1 0,0 1 0,0 0 0,0 0 0,0 0 0,0 0 0,0 0 0,0 0 0,0-1 0,-1 1 0,1 0 0,0 0 0,0 0 0,0 0 0,0 0 0,0 0 0,0 0 0,-1 0 0,1 0 0,0 0 0,0-1 0,0 1 0,0 0 0,0 0 0,-1 0 0,1 0 0,0 0 0,0 0 0,0 0 0,0 0 0,-1 0 0,1 0 0,0 0 0,0 0 0,0 1 0,0-1 0,0 0 0,-1 0 0,1 0 0,0 0 0,0 0 0,0 0 0,0 0 0,0 0 0,0 0 0,-1 0 0,1 1 0,0-1 0,0 0 0,0 0 0,0 0 0,0 0 0,0 0 0,0 0 0,0 1 0,0-1 0,0 0 0,0 0 0,0 0 0,0 0 0,0 0 0,-1 1 0,1-1 0,0 0 0,-4 11 0,1 3 0,0 0 0,1 1 0,0-1 0,1 1 0,1-1 0,2 20 0,16 87 0,-17-116 0,10 44 0,28 73 0,-14-49 0,-21-59-1365,-1-2-5461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6.9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1 265 24575,'53'-18'0,"-40"14"0,1 0 0,-1-1 0,0 0 0,0-1 0,0 0 0,-1-1 0,17-13 0,-26 17 0,0 0 0,0-1 0,0 1 0,-1 0 0,0-1 0,0 0 0,0 1 0,0-1 0,0 0 0,-1 0 0,1 0 0,-1 0 0,0 0 0,-1 0 0,1-1 0,-1 1 0,1 0 0,-1 0 0,-1-1 0,1 1 0,0 0 0,-1 0 0,0 0 0,0 0 0,0 0 0,-4-8 0,3 7 0,0 0 0,0 1 0,-1-1 0,0 1 0,0-1 0,0 1 0,0 0 0,0 0 0,-1 1 0,0-1 0,0 1 0,0-1 0,0 1 0,-1 0 0,1 1 0,-1-1 0,1 1 0,-1 0 0,0 0 0,0 0 0,-8-1 0,12 3 0,-1 0 0,1 0 0,0 0 0,-1 0 0,1 0 0,-1 0 0,1 0 0,0 0 0,-1 1 0,1-1 0,0 0 0,-1 1 0,1 0 0,0-1 0,0 1 0,-1-1 0,1 1 0,0 0 0,0 0 0,-2 2 0,1-1 0,1 0 0,-1 1 0,1-1 0,-1 1 0,1-1 0,0 1 0,0-1 0,0 1 0,-1 5 0,0 1 0,1 0 0,1 1 0,-1-1 0,1 0 0,2 14 0,1-9 0,0 0 0,1 0 0,0 0 0,1-1 0,1 0 0,11 21 0,-6-16 0,0-1 0,1-1 0,1 0 0,16 16 0,-23-27 24,0 1 0,0-1 0,0 0 0,11 6 0,-15-10-107,0 0 1,1 0-1,-1 0 1,0 0-1,1 0 1,-1-1-1,1 1 1,-1-1-1,1 1 1,-1-1-1,1 0 1,-1 0-1,1 0 1,-1 0-1,1-1 1,-1 1-1,5-2 1,6-4-6744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8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46 108 24575,'25'59'0,"79"199"0,-89-217 0,10 46 0,-23-71 0,-2-16 0,0 0 0,0 0 0,-1 0 0,1 0 0,0 0 0,0 0 0,0 0 0,0 0 0,0 0 0,-1 0 0,1 0 0,0 0 0,0 0 0,0 0 0,0 0 0,0 0 0,-1 0 0,1 0 0,0 0 0,0 0 0,0 0 0,0 0 0,0 0 0,0-1 0,-1 1 0,1 0 0,0 0 0,0 0 0,0 0 0,0 0 0,0 0 0,0 0 0,0 0 0,0-1 0,0 1 0,0 0 0,-1 0 0,1 0 0,0 0 0,0 0 0,0 0 0,0-1 0,0 1 0,0 0 0,-15-28 0,10 20 0,-29-53 0,-2 0 0,2-2 0,-32-87 0,61 137 0,1 0 0,1 0 0,0-1 0,0 1 0,0-22 0,3 32 0,0 0 0,0-1 0,0 1 0,1-1 0,-1 1 0,1 0 0,0-1 0,0 1 0,0 0 0,0 0 0,1-1 0,-1 1 0,1 0 0,0 0 0,-1 1 0,2-1 0,-1 0 0,0 1 0,0-1 0,1 1 0,-1 0 0,1 0 0,0 0 0,0 0 0,0 0 0,0 0 0,5-1 0,2-1 0,1 1 0,-1 1 0,1 0 0,0 0 0,0 1 0,0 1 0,0 0 0,0 0 0,13 3 0,1 1 0,1 1 0,43 15 0,-51-14 0,18 10 0,-31-14 0,0 1 0,-1-1 0,1 1 0,-1 0 0,0 1 0,0-1 0,0 1 0,7 7 0,-11-10 0,1 0 0,-1 0 0,1 0 0,-1 0 0,0 0 0,1 0 0,-1-1 0,0 1 0,0 0 0,0 0 0,1 0 0,-1 0 0,0 0 0,-1 0 0,1 0 0,0 0 0,0 0 0,0 0 0,0 0 0,-1 0 0,1 0 0,0 0 0,-1 0 0,1 0 0,-1 0 0,1-1 0,-1 1 0,0 0 0,1 0 0,-1-1 0,0 1 0,1 0 0,-1-1 0,0 1 0,0 0 0,-1 0 0,-3 2 0,0 1 0,-1-1 0,1 0 0,-8 2 0,-12 3 0,-1-1 0,0-1 0,0-1 0,-37 2 0,0 1 0,37-1-1365,16-4-5461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48.9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61 370 24575,'14'-17'0,"0"-1"0,-1 0 0,10-22 0,-18 31 0,-1 0 0,0-1 0,-1 0 0,0 0 0,0 0 0,-1 0 0,0 0 0,0-19 0,-2 15 0,-1 1 0,-3-21 0,4 30 0,-1 0 0,0-1 0,-1 1 0,1 0 0,-1 0 0,1 0 0,-1 0 0,0 1 0,-1-1 0,1 0 0,-6-5 0,7 8 0,0 0 0,0 0 0,0 0 0,0 1 0,-1-1 0,1 1 0,0-1 0,0 1 0,0-1 0,-1 1 0,1 0 0,0-1 0,-1 1 0,1 0 0,0 0 0,-1 0 0,1 0 0,0 0 0,0 0 0,-1 1 0,1-1 0,0 0 0,-1 1 0,1-1 0,0 1 0,0-1 0,0 1 0,0-1 0,-1 1 0,1 0 0,0 0 0,-1 0 0,-4 5 0,-1-1 0,1 1 0,-10 12 0,10-11 0,1-1 0,1-1 0,0 1 0,0 0 0,0 1 0,1-1 0,0 1 0,0-1 0,1 1 0,0 0 0,0 0 0,0 0 0,1 0 0,0 1 0,1-1 0,-1 0 0,2 11 0,0-14 0,-1-1 0,1 1 0,1-1 0,-1 1 0,0-1 0,1 0 0,0 0 0,0 0 0,0 0 0,0 0 0,0 0 0,0 0 0,1-1 0,0 1 0,-1-1 0,1 0 0,4 3 0,6 3 0,0 0 0,23 10 0,-14-9 0,0-1 0,0-1 0,0-1 0,1-1 0,0-1 0,0 0 0,1-2 0,-1-1 0,45-4 0,-63 3 0,0 0 0,0-1 0,0 0 0,0-1 0,0 1 0,0-1 0,-1 0 0,1 0 0,7-4 0,-10 5 0,-1-1 0,1 1 0,-1 0 0,1-1 0,-1 1 0,0-1 0,0 1 0,0-1 0,0 0 0,0 0 0,0 1 0,0-1 0,-1 0 0,1 0 0,0 0 0,-1 0 0,0 0 0,1 0 0,-1 0 0,0 0 0,0 0 0,0 0 0,0 1 0,-1-1 0,1 0 0,0 0 0,-2-4 0,-2-5 0,-1-1 0,0 1 0,0 0 0,-2 0 0,1 1 0,-1-1 0,-15-15 0,10 11 0,1 0 0,-11-19 0,20 29 9,-1 0-1,2 0 1,-1 0-1,0 0 1,1 0 0,0 0-1,0 0 1,1 0-1,-1 0 1,1 0-1,0-1 1,1 1-1,0-6 1,0 9-50,-1 0-1,0 0 1,1 0 0,0 0 0,0 0-1,-1 0 1,1 0 0,0 1 0,0-1-1,1 0 1,-1 1 0,0-1 0,1 0-1,-1 1 1,0 0 0,1-1 0,0 1-1,-1 0 1,1 0 0,0 0 0,0 0-1,-1 0 1,1 0 0,0 0 0,0 1-1,0-1 1,0 1 0,0-1 0,0 1-1,0 0 1,0 0 0,0 0 0,0 0-1,0 0 1,3 1 0,8 1-6785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6:50.0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30 113 24575,'2'20'0,"0"0"0,1 0 0,9 31 0,-1-9 0,25 99 0,-3-19 0,-32-119 0,3 21 0,-4-23 0,0 0 0,0 0 0,0 0 0,0-1 0,0 1 0,0 0 0,0 0 0,0 0 0,0-1 0,0 1 0,-1 0 0,1 0 0,0-1 0,-1 1 0,1 0 0,0 0 0,-1-1 0,1 1 0,-1 0 0,1-1 0,-1 1 0,1-1 0,-1 1 0,1-1 0,-2 2 0,2-2 0,-1 0 0,0 0 0,1 0 0,-1 0 0,0 0 0,1 0 0,-1 0 0,0 0 0,1-1 0,-1 1 0,0 0 0,1 0 0,-1-1 0,0 1 0,1 0 0,-1 0 0,1-1 0,-1 1 0,0-1 0,1 1 0,-1-1 0,1 1 0,-1-1 0,1 1 0,0-1 0,-1 1 0,1-1 0,-1 1 0,1-2 0,-13-22 0,11 19 0,-11-25 0,2-1 0,0 0 0,-9-51 0,-7-102 0,21 133 0,5 44 0,-1-8 0,0 0 0,1-26 0,1 41 0,0-1 0,0 1 0,0-1 0,0 0 0,0 1 0,0-1 0,1 1 0,-1-1 0,0 0 0,0 1 0,0-1 0,1 1 0,-1-1 0,0 1 0,1-1 0,-1 1 0,0-1 0,1 0 0,-1 1 0,1 0 0,-1 0 0,0 0 0,1 0 0,-1 0 0,0 0 0,0 0 0,1 0 0,-1 0 0,0 0 0,0 0 0,1 1 0,-1-1 0,0 0 0,1 0 0,-1 0 0,0 0 0,0 0 0,0 1 0,1-1 0,-1 0 0,0 0 0,0 0 0,0 1 0,1-1 0,-1 0 0,14 22 0,-13-19 0,25 39 0,2 0 0,2-2 0,1-2 0,52 50 0,-56-63 0,0-1 0,47 32 0,-56-45 0,1 0 0,0-1 0,0-1 0,1-1 0,36 10 0,-54-17 0,0-1 0,-1 1 0,1-1 0,0 0 0,0 0 0,0 0 0,0 0 0,0 0 0,0 0 0,0 0 0,0-1 0,0 1 0,0-1 0,-1 0 0,1 1 0,0-1 0,0 0 0,3-2 0,-3 1 0,0 0 0,0 0 0,0-1 0,0 1 0,0 0 0,0-1 0,-1 1 0,1-1 0,-1 0 0,0 0 0,2-3 0,0-5 0,0-1 0,-1 1 0,0-1 0,-1 0 0,0-14 0,-2-1 0,-1-1 0,-2 1 0,-1 0 0,0 1 0,-2-1 0,-20-48 0,21 62-170,0 0-1,-1 0 0,0 1 1,-1 0-1,0 0 0,-1 1 1,-19-20-1,14 19-6655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8:14.7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1687 44 24575,'59'1'0,"-29"1"0,0-2 0,1-1 0,-1-1 0,40-9 0,-81 9 0,-11 0 0,-353 17 0,29 1 0,-419-17 0,622 9 0,5 0 0,2-9 0,470-8 0,335-24 0,-227 15 0,-321 6 0,-105 10 0,-54 13-1365,25-9-5461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8:19.7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1798 31 24575,'2'-1'0,"15"-8"0,-16 8 0,-1 1 0,1 0 0,-1 0 0,1-1 0,-1 1 0,1 0 0,-1-1 0,1 1 0,-1-1 0,1 1 0,-1 0 0,0-1 0,1 1 0,-1-1 0,0 1 0,0-1 0,1 1 0,-1-1 0,0 1 0,0-1 0,0 0 0,1 1 0,-1-1 0,0 1 0,0-2 0,-1 2 0,1-1 0,0 1 0,-1-1 0,1 1 0,-1 0 0,1-1 0,0 1 0,-1 0 0,1-1 0,-1 1 0,1 0 0,-1-1 0,1 1 0,-1 0 0,0 0 0,1 0 0,-1 0 0,1-1 0,-1 1 0,0 0 0,-15-1 0,12 1 0,-237-1 0,113 3 0,-147 5 0,6 1 0,-349-9 0,492-6 0,-11-1 0,484 8 0,-165 1 0,124 6-605,-24 1 515,327-9 631,-625 1-460,-23-5 1,-6-1-91,-13 3-446,0 3 0,-68 8 0,103-5-6371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8:21.3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1794 16 24575,'28'-12'0,"-28"12"0,0 0 0,0 0 0,0 0 0,0 0 0,1 0 0,-1 0 0,0 0 0,0 0 0,0 0 0,0 0 0,0 0 0,0 0 0,0 0 0,0 0 0,0 0 0,0 0 0,1 0 0,-1 0 0,0 0 0,0 0 0,0 0 0,0 0 0,0 0 0,0 0 0,0 0 0,0 0 0,0-1 0,0 1 0,0 0 0,0 0 0,0 0 0,0 0 0,0 0 0,0 0 0,0 0 0,1 0 0,-1 0 0,0 0 0,0-1 0,0 1 0,0 0 0,0 0 0,0 0 0,0 0 0,0 0 0,0 0 0,-1 0 0,1 0 0,0 0 0,0-1 0,0 1 0,0 0 0,0 0 0,0 0 0,0 0 0,0 0 0,0 0 0,0 0 0,0 0 0,0 0 0,0 0 0,0 0 0,0 0 0,-1-1 0,-16 2 0,-177 26 0,-99 11 0,-663 16-579,828-47 690,-70 1 261,197-8-359,-26 2 78,26-2-92,1 0 0,0 0 1,-1 0-1,1 0 1,-1 0-1,1 1 0,-1-1 1,1 0-1,-1 0 0,1 0 1,0 1-1,-1-1 0,1 0 1,0 0-1,-1 1 0,1-1 1,0 0-1,-1 1 0,1 0 1,0-1 0,0 1 0,0-1 0,0 1 1,0-1-1,0 1 0,0-1 0,0 1 0,0-1 1,1 1-1,-1-1 0,0 0 0,0 1 1,1-1-1,-1 1 0,0-1 0,1 0 0,-1 1 1,0-1-1,1 0 0,-1 1 0,0-1 1,1 0-1,-1 0 0,1 1 0,4 2 0,1 0 0,-1 0 0,0 0 0,1-1 0,0 1 0,-1-2 0,11 3 0,45 5 0,-45-7 0,57 4-140,1-2 0,74-8-1,147-24-356,-257 24 487,528-75 10,-566 79 0,17-2 0,23-8 0,-35 7-17,-11 0-4,-17 1 156,20 2-77,-294-14-1062,-461 38 1,637-10 101,99-11-3607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8:22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1654 77 24575,'-31'-14'0,"-1"1"0,0 2 0,0 1 0,-2 2 0,1 1 0,-1 1 0,-58-2 0,-448 33-404,255-7 251,-102 2 153,265-7 557,132-13-557,-1 1 0,0 0 0,11 2 0,16 2 0,310 2 0,-223-8 0,241-15-352,-1-18-51,-327 31 398,88-13 5,-107 13 0,-17 3 0,0 0 0,0 0 0,-1 0 0,1 0 0,0 0 0,0 0 0,0-1 0,0 1 0,0 0 0,0 0 0,0 0 0,0 0 0,-1 0 0,1 0 0,0 0 0,0 0 0,0 0 0,0 0 0,0 0 0,0 0 0,0 0 0,0-1 0,0 1 0,0 0 0,0 0 0,0 0 0,0 0 0,0 0 0,-1 0 0,1 0 0,0 0 0,0-1 0,0 1 0,0 0 0,0 0 0,0 0 0,0 0 0,0 0 0,0 0 0,1 0 0,-1-1 0,0 1 0,0 0 0,0 0 0,0 0 0,0 0 0,0 0 0,0 0 0,0 0 0,0 0 0,0 0 0,0-1 0,0 1 0,0 0 0,0 0 0,0 0 0,1 0 0,-1 0 0,0 0 0,0 0 0,0 0 0,0 0 0,0 0 0,0 0 0,0 0 0,0 0 0,1 0 0,-11-4 0,-17 0 227,0 2-1,-49 0 1,43 2-147,-654 1-1135,632 0 639,1 2 0,-102 20 0,127-15-5472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02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24575,'0'29'0,"1"-1"0,2 0 0,11 52 0,3-14 0,-3-18 0,13 94 0,-24-121 0,3 15 0,-6-34 0,0-1 0,0 1 0,0 0 0,0-1 0,0 1 0,0 0 0,-1-1 0,1 1 0,0-1 0,-1 1 0,1-1 0,-1 1 0,0-1 0,0 1 0,1-1 0,-1 0 0,-1 2 0,1-3-49,0 1 1,0-1-1,0 1 0,1-1 0,-1 0 1,0 0-1,0 1 0,0-1 0,0 0 1,0 0-1,0 0 0,0 0 0,0 0 1,1 0-1,-1 0 0,0-1 0,0 1 1,0 0-1,0 0 0,0-1 0,0 1 1,1 0-1,-1-1 0,0 1 0,0-1 0,0 1 1,0-2-1,-8-3-6777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03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0 139 24575,'17'-16'0,"-1"1"0,2 0 0,36-22 0,-40 29 0,1 1 0,-1 0 0,1 1 0,0 1 0,1 0 0,21-3 0,-10 4 0,0 1 0,1 1 0,0 1 0,-1 2 0,1 1 0,0 1 0,47 11 0,-68-12 0,0 1 0,-1-1 0,1 1 0,-1 1 0,0-1 0,1 1 0,7 7 0,-13-10 0,1-1 0,-1 1 0,0 0 0,0 0 0,0 0 0,0 1 0,0-1 0,0 0 0,-1 0 0,1 1 0,0-1 0,-1 0 0,1 1 0,0-1 0,-1 0 0,0 1 0,1-1 0,-1 1 0,0-1 0,0 1 0,0-1 0,0 0 0,0 1 0,0-1 0,0 1 0,0-1 0,-1 1 0,1-1 0,0 1 0,-1-1 0,0 0 0,1 1 0,-1-1 0,0 0 0,1 1 0,-1-1 0,0 0 0,0 0 0,0 0 0,0 0 0,0 0 0,-2 1 0,-11 10 0,0-2 0,-1 1 0,-1-2 0,0 0 0,-31 12 0,-16 9 0,59-28 0,1 1 0,-1-1 0,0 1 0,1-1 0,-1 1 0,1 0 0,0 1 0,0-1 0,0 0 0,0 1 0,-2 4 0,4-6 0,0 0 0,1-1 0,-1 1 0,1 0 0,-1 0 0,1 0 0,0-1 0,-1 1 0,1 0 0,0 0 0,0 0 0,0 0 0,0 0 0,1-1 0,-1 1 0,1 0 0,-1 0 0,1 0 0,-1-1 0,1 1 0,0 0 0,0 0 0,0-1 0,0 1 0,0-1 0,0 1 0,0-1 0,3 3 0,4 3 0,0 0 0,1 0 0,0-1 0,0 0 0,11 6 0,54 21 0,-48-22 0,162 72 0,-182-80 0,0 0 0,0 0 0,0 1 0,-1 0 0,1 0 0,-1 0 0,6 7 0,-10-10 0,0 0 0,0 0 0,0 0 0,0 0 0,0 0 0,-1 1 0,1-1 0,0 0 0,-1 0 0,1 0 0,-1 1 0,1-1 0,-1 0 0,0 1 0,0-1 0,1 0 0,-1 1 0,0-1 0,0 0 0,0 1 0,0-1 0,-1 0 0,1 1 0,0-1 0,-1 0 0,1 0 0,0 1 0,-1-1 0,0 0 0,1 0 0,-1 1 0,0-1 0,1 0 0,-1 0 0,0 0 0,0 0 0,0 0 0,0 0 0,0 0 0,0-1 0,0 1 0,0 0 0,-3 1 0,-3 2 0,-1 0 0,-1 0 0,1 0 0,0-1 0,-1 0 0,-11 2 0,-56 7 0,56-9 0,-56 3 0,-108-3 0,121-4 0,35-2-1365,19 0-5461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03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16 24575,'-3'1'0,"0"0"0,0 0 0,-1 0 0,1 0 0,0 1 0,1-1 0,-1 1 0,-5 3 0,7-4 0,1-1 0,-1 1 0,1 0 0,-1-1 0,1 1 0,-1 0 0,1 0 0,-1-1 0,1 1 0,0 0 0,-1 0 0,1 0 0,0-1 0,0 1 0,-1 0 0,1 0 0,0 0 0,0 0 0,0 0 0,0-1 0,0 1 0,0 0 0,1 0 0,-1 0 0,0 0 0,0 0 0,1-1 0,-1 1 0,0 0 0,1 0 0,-1-1 0,1 1 0,-1 0 0,1 0 0,-1-1 0,1 1 0,0 0 0,3 4 0,1-2 0,-1 1 0,1 0 0,-1-1 0,1 0 0,0 0 0,0 0 0,1 0 0,8 2 0,2 1 0,1-2 0,16 3 0,-15-3 0,1-2 0,-1 0 0,33-2 0,-44-1 0,0 0 0,-1 0 0,1 0 0,-1-1 0,0 0 0,7-3 0,-10 4 0,0-1 0,1 0 0,-2 0 0,1 0 0,0 0 0,0 0 0,-1-1 0,1 1 0,-1-1 0,1 0 0,-1 1 0,2-5 0,-3 4 0,0 1 0,0-1 0,0 0 0,0 1 0,0-1 0,-1 0 0,1 0 0,-1 0 0,0 1 0,0-1 0,0 0 0,0 0 0,0 0 0,-1 0 0,1 1 0,-1-1 0,0 0 0,0 1 0,0-1 0,0 0 0,0 1 0,-1-1 0,1 1 0,-1 0 0,0-1 0,-2-2 0,4 5 0,0 0 0,0 0 0,0 0 0,0 0 0,0 0 0,-1 0 0,1 0 0,0-1 0,0 1 0,0 0 0,0 0 0,0 0 0,-1 0 0,1 0 0,0 0 0,0 0 0,0 0 0,0 0 0,0 0 0,-1 0 0,1 0 0,0 0 0,0 0 0,0 0 0,0 0 0,0 0 0,-1 0 0,1 0 0,0 1 0,0-1 0,0 0 0,0 0 0,0 0 0,0 0 0,-1 0 0,1 0 0,0 0 0,0 0 0,0 0 0,0 1 0,-3 7 0,2 9 0,1-12-80,2 0 0,-1 0-1,1 1 1,0-1 0,0-1-1,0 1 1,0 0 0,1 0-1,0-1 1,0 0 0,0 0 0,1 1-1,-1-2 1,1 1 0,0 0-1,7 4 1,-2-1-6746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04.1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24575,'5'25'0,"1"11"0,3 4 0,2-2 0,2-3 0,1-4 0,-2-3 0,0-3 0,0-4 0,0-3 0,2-1 0,-3-2 0,0-1 0,-2 0 0,0-2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04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24575,'44'212'0,"-32"-172"0,1-1 0,2 0 0,25 45 0,17 15-1365,-51-90-5461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04.6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568 16 24575,'-32'-2'0,"-19"-2"0,-8 1 0,1 1 0,3 0 0,5 1 0,7 0 0,5 1 0,7 0 0,4 0 0,3 0 0,2 0 0,1 0 0,2 3 0,2 0 0,3 3 0,8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05.1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93 187 24575,'5'-18'0,"-1"0"0,2-25 0,-5 37 0,-1 0 0,0 0 0,0 0 0,0 0 0,-1 0 0,0 0 0,0 0 0,-1 1 0,1-1 0,-1 0 0,-3-5 0,4 9 0,0 1 0,1-1 0,-1 1 0,0-1 0,0 1 0,0-1 0,0 1 0,0 0 0,0 0 0,0 0 0,0-1 0,-1 1 0,1 0 0,0 0 0,-1 1 0,1-1 0,-1 0 0,1 0 0,-1 1 0,1-1 0,-1 1 0,0-1 0,1 1 0,-1 0 0,0 0 0,1-1 0,-1 1 0,0 0 0,1 1 0,-1-1 0,1 0 0,-1 0 0,0 1 0,1-1 0,-1 1 0,1-1 0,-4 2 0,2 0 0,0 0 0,1 0 0,-1 0 0,1 0 0,-1 1 0,1-1 0,0 1 0,-1 0 0,1-1 0,1 1 0,-1 0 0,0 0 0,1 0 0,-1 0 0,1 0 0,0 1 0,-1 5 0,1-3 0,0 0 0,0 1 0,1-1 0,0 1 0,0-1 0,1 1 0,0-1 0,0 0 0,0 1 0,1-1 0,0 0 0,0 0 0,0 0 0,1 0 0,0 0 0,0-1 0,0 1 0,1-1 0,0 0 0,0 0 0,0 0 0,1-1 0,0 1 0,0-1 0,0 0 0,0 0 0,0-1 0,1 0 0,0 0 0,0 0 0,9 3 0,-3-2 0,0-1 0,1 0 0,-1-1 0,0 0 0,1-1 0,0 0 0,-1-1 0,1-1 0,-1 0 0,15-3 0,11-5 0,71-25 0,-33 8 0,-55 20 0,28-9 0,-45 14 0,0-1 0,0 0 0,0 0 0,0 0 0,0-1 0,-1 1 0,1-1 0,4-4 0,-8 6 0,1 0 0,-1 1 0,1-1 0,-1 0 0,1 0 0,-1 0 0,0 1 0,0-1 0,1 0 0,-1 0 0,0 0 0,0 0 0,0 0 0,0 0 0,0 1 0,0-1 0,0 0 0,0 0 0,0 0 0,0 0 0,-1 0 0,1 0 0,0 1 0,-1-1 0,1 0 0,0 0 0,-1 0 0,1 1 0,-1-1 0,1 0 0,-1 1 0,0-1 0,1 0 0,-1 1 0,1-1 0,-2 0 0,-3-3 0,1 0 0,-1 0 0,-9-4 0,-9-4 28,1 2 0,-2 0 0,-29-7-1,-21-9-1503,61 21-5350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05.7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70 24575,'2'11'0,"1"0"0,0 0 0,1-1 0,0 1 0,0-1 0,1 0 0,1 0 0,0-1 0,0 1 0,1-1 0,0-1 0,1 1 0,-1-1 0,2 0 0,-1-1 0,1 0 0,0-1 0,17 10 0,-25-15 0,1 0 0,0 0 0,0-1 0,0 1 0,0 0 0,0-1 0,0 0 0,0 1 0,0-1 0,0 0 0,0 0 0,0 0 0,0 0 0,0 0 0,0-1 0,0 1 0,0-1 0,0 1 0,0-1 0,0 0 0,0 1 0,0-1 0,-1 0 0,1 0 0,0 0 0,-1-1 0,1 1 0,-1 0 0,1-1 0,-1 1 0,1-1 0,-1 1 0,0-1 0,0 0 0,0 1 0,0-1 0,0 0 0,0 0 0,1-2 0,-1 0 0,1 0 0,-1 1 0,0-1 0,0 0 0,0 0 0,-1 0 0,1 1 0,-1-1 0,0 0 0,0 0 0,0 0 0,-1 0 0,0 0 0,1 1 0,-1-1 0,0 0 0,-1 0 0,1 1 0,-1-1 0,-1-3 0,-2 3 0,5 7 0,6 10 0,-2-8 0,0 0 0,1 0 0,0 0 0,0-1 0,0 0 0,0 0 0,1 0 0,0-1 0,0 1 0,0-1 0,0-1 0,0 1 0,0-1 0,1 0 0,-1-1 0,12 2 0,-8-1 0,0-1 0,1-1 0,-1 0 0,1 0 0,-1-1 0,1-1 0,-1 0 0,0 0 0,0 0 0,10-5 0,-17 6 0,0-1 0,-1 1 0,1 0 0,-1-1 0,1 1 0,-1-1 0,1 0 0,-1 0 0,0 0 0,0 0 0,0 0 0,0 0 0,-1-1 0,1 1 0,0 0 0,-1-1 0,0 0 0,0 1 0,1-1 0,-1 0 0,-1 1 0,1-1 0,0 0 0,0-5 0,-1 4 0,0 0 0,-1-1 0,1 1 0,-1 0 0,0 0 0,0 0 0,0 0 0,-1 0 0,1 0 0,-1 0 0,0 0 0,0 1 0,0-1 0,-1 1 0,1-1 0,-5-4 0,-3-1-227,-1 0-1,1 0 1,-2 1-1,1 0 1,-23-11-1,20 12-6598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06.4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107 104 24575,'-4'-12'0,"0"0"0,-12-22 0,15 32 0,0 0 0,0 0 0,-1 0 0,1 0 0,0 0 0,-1 0 0,0 0 0,1 1 0,-1-1 0,0 0 0,0 1 0,0 0 0,0-1 0,0 1 0,0 0 0,0 0 0,0 0 0,-1 0 0,1 0 0,0 1 0,-1-1 0,1 1 0,-3-1 0,4 1 0,0 0 0,-1 0 0,1 1 0,0-1 0,-1 0 0,1 1 0,0-1 0,0 1 0,0-1 0,-1 1 0,1 0 0,0-1 0,0 1 0,0 0 0,0 0 0,0 0 0,0 0 0,0 0 0,-1 2 0,1-1 0,-1 1 0,1 0 0,0-1 0,0 1 0,0 0 0,0 0 0,0 0 0,0 4 0,0 1 0,0 0 0,1 1 0,1-1 0,-1 0 0,3 14 0,-1-16 0,1 1 0,-1 0 0,1-1 0,0 1 0,1-1 0,0 0 0,0 0 0,0 0 0,0-1 0,11 10 0,-12-12 0,0 0 0,0-1 0,1 0 0,-1 1 0,1-1 0,-1 0 0,1-1 0,0 1 0,4 1 0,-5-3 0,-1 1 0,1-1 0,-1 0 0,1 0 0,-1 0 0,1 0 0,-1 0 0,1 0 0,-1-1 0,1 1 0,-1-1 0,1 0 0,-1 1 0,1-1 0,3-2 0,-3 0 0,1 1 0,-1-1 0,0 0 0,0 0 0,0-1 0,0 1 0,0 0 0,-1-1 0,1 0 0,-1 1 0,0-1 0,0 0 0,-1 0 0,1 0 0,-1-1 0,0 1 0,1-5 0,0-3 0,0 1 0,-1-1 0,0 1 0,-1-1 0,-2-15 0,1 24 0,0 0 0,0 0 0,0 0 0,0 0 0,-1 0 0,0 0 0,0 0 0,1 0 0,-1 0 0,-1 1 0,1-1 0,0 1 0,-1 0 0,1 0 0,-1 0 0,0 0 0,0 0 0,-3-2 0,3 3 0,1 0 0,0 0 0,0 0 0,0 0 0,-1 1 0,1-1 0,0 1 0,-1-1 0,1 1 0,-1 0 0,-3 0 0,4 0 0,1 1 0,-1-1 0,1 0 0,0 1 0,-1-1 0,1 1 0,0 0 0,-1-1 0,1 1 0,0 0 0,0 0 0,0 0 0,-1 0 0,1 0 0,0 0 0,0 0 0,1 0 0,-1 0 0,0 0 0,-1 2 0,1-1 0,0 0 0,1 0 0,-1 0 0,0 0 0,1 0 0,-1-1 0,1 1 0,-1 0 0,1 0 0,0 0 0,0 0 0,0 0 0,0 0 0,1 0 0,0 4 0,0-2 0,0-1 0,1 1 0,-1-1 0,1 0 0,0 0 0,0 1 0,0-1 0,3 3 0,1 1 0,1-1 0,0 1 0,0-1 0,1-1 0,-1 0 0,10 5 0,45 19 0,106 35 0,-119-47 0,-18-6 0,1-2 0,51 8 0,-81-16 0,0-1 0,0 0 0,0 0 0,0 0 0,0 0 0,0 0 0,0 0 0,-1 0 0,1 0 0,0-1 0,0 1 0,0-1 0,0 0 0,-1 1 0,1-1 0,0 0 0,1-1 0,-2 1 0,0 0 0,0 0 0,0-1 0,-1 1 0,1 0 0,0 0 0,-1-1 0,1 1 0,-1 0 0,0 0 0,1-1 0,-1 1 0,0 0 0,0-1 0,0 1 0,0-1 0,0 1 0,0 0 0,0-1 0,0 1 0,-1 0 0,1-1 0,0 1 0,-2-2 0,-3-13 0,-2 1 0,0 0 0,-13-21 0,12 24 0,1 0 0,1-1 0,0 1 0,0-1 0,-5-24 0,10 36 0,1-1 0,-1 1 0,1-1 0,0 1 0,0-1 0,0 1 0,0-1 0,0 1 0,0-1 0,0 1 0,0-1 0,1 1 0,-1-1 0,1 1 0,-1 0 0,1-1 0,-1 1 0,1 0 0,0-1 0,0 1 0,-1 0 0,1 0 0,0 0 0,0-1 0,0 1 0,2-1 0,0 0 0,0 1 0,-1 0 0,1 0 0,0 0 0,0 0 0,0 1 0,0-1 0,0 1 0,0 0 0,0 0 0,0 0 0,6 0 0,3 2-195,1 0 0,-1 1 0,0 0 0,1 1 0,-1 0 0,16 9 0,-17-7-6631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07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235 0 24575,'1'30'0,"1"-1"0,2 0 0,1 0 0,11 38 0,46 110 0,-15-50 0,-35-86 0,9 24 0,-21-64 0,1 1 0,-1-1 0,1 1 0,0-1 0,0 1 0,0-1 0,0 1 0,0-1 0,0 0 0,0 0 0,0 0 0,3 2 0,-4-3 0,1 1 0,0-1 0,0 1 0,0-1 0,0 0 0,-1 0 0,1 1 0,0-1 0,0 0 0,0 0 0,0 0 0,0 0 0,0 0 0,0 0 0,0 0 0,-1 0 0,3-1 0,-1 0 0,1 0 0,-1 0 0,1-1 0,-1 1 0,1-1 0,-1 0 0,0 0 0,0 1 0,0-2 0,0 1 0,0 0 0,0 0 0,1-3 0,-2 3 0,1 0 0,-1 1 0,0-1 0,0 0 0,0 0 0,0 0 0,-1 0 0,1 0 0,0 0 0,-1 0 0,1 0 0,-1 0 0,0 0 0,0 0 0,0 0 0,0 0 0,0 0 0,0 0 0,0 0 0,-2-3 0,1 3 0,0 0 0,0 0 0,0 0 0,-1 1 0,1-1 0,-1 0 0,1 0 0,-1 1 0,0-1 0,0 1 0,0 0 0,0-1 0,0 1 0,0 0 0,0 0 0,0 0 0,0 0 0,-3 0 0,-205-51 0,186 47 0,-82-12 0,15 4 0,80 10-1365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07.4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24575,'13'71'0,"31"156"0,-30-172 0,42 109 0,-52-154 0,1 1 0,0-1 0,1 0 0,0 0 0,0-1 0,1 1 0,10 9 0,-16-18 0,-1-1 0,0 1 0,1-1 0,-1 0 0,1 1 0,-1-1 0,1 1 0,-1-1 0,1 0 0,-1 0 0,1 1 0,-1-1 0,1 0 0,-1 0 0,1 0 0,-1 1 0,1-1 0,0 0 0,-1 0 0,1 0 0,-1 0 0,1 0 0,0 0 0,-1 0 0,1 0 0,-1-1 0,1 1 0,0 0 0,0-1 0,0 0 0,-1 1 0,1-1 0,0 0 0,-1 0 0,1 0 0,-1 0 0,1 0 0,-1 0 0,1 0 0,-1 0 0,0 0 0,1 0 0,-1-2 0,1-6 0,0 0 0,-1-17 0,0 22 0,-1-20 0,0 17 0,0 0 0,1-1 0,0 1 0,0-1 0,1 1 0,2-12 0,-3 18 0,1 0 0,-1 0 0,1 0 0,-1 0 0,1 0 0,-1 0 0,1 0 0,0 0 0,-1 0 0,1 0 0,0 1 0,0-1 0,-1 0 0,1 0 0,0 1 0,0-1 0,0 0 0,0 1 0,0-1 0,0 1 0,0-1 0,2 0 0,-1 1 0,1 0 0,-1 0 0,0 0 0,1 0 0,-1 0 0,0 1 0,1-1 0,-1 0 0,0 1 0,4 1 0,3 2 0,1 1 0,-1 0 0,15 11 0,215 145 0,-227-151-1365,-3-2-5461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23.7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547 18 24575,'-25'-6'0,"-1"1"0,0 2 0,0 1 0,0 1 0,0 1 0,0 1 0,-35 6 0,43-4 0,1 2 0,0 0 0,0 1 0,0 0 0,1 2 0,0 0 0,1 1 0,0 0 0,0 1 0,0 1 0,2 0 0,-1 1 0,2 0 0,-1 1 0,-19 27 0,26-29 0,0-1 0,1 1 0,0 0 0,1 0 0,0 0 0,1 0 0,0 1 0,1 0 0,-2 11 0,4-16 0,-1-1 0,1 1 0,1-1 0,-1 1 0,1-1 0,0 0 0,0 1 0,1-1 0,0 0 0,0 0 0,0 0 0,1 0 0,0 0 0,0 0 0,0-1 0,1 0 0,8 10 0,-1-5 0,1 0 0,0-1 0,1 0 0,0-1 0,0 0 0,1-1 0,0-1 0,0 0 0,1-1 0,-1 0 0,28 4 0,-5-3 0,-1-3 0,1 0 0,66-6 0,-94 3 20,-1-1 0,1 0 0,-1-1 0,1 0 0,12-5 0,-18 6-98,0 0 0,0 0 0,0-1-1,-1 1 1,1-1 0,-1 0 0,1 0 0,-1 0 0,0 0-1,0 0 1,0-1 0,0 1 0,0-1 0,0 1 0,-1-1-1,1 0 1,-1 1 0,2-7 0,0-3-6748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24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24575,'10'12'0,"0"0"0,-1 1 0,-1 1 0,0-1 0,0 2 0,9 26 0,1 0 0,144 268 0,-155-298 0,1 3 0,-1 0 0,12 29 0,-19-43 0,0 1 0,0-1 0,0 0 0,0 0 0,0 0 0,1 1 0,-1-1 0,0 0 0,0 0 0,0 0 0,0 1 0,0-1 0,0 0 0,0 0 0,0 0 0,0 1 0,0-1 0,0 0 0,0 0 0,0 1 0,0-1 0,0 0 0,0 0 0,0 0 0,0 1 0,0-1 0,0 0 0,0 0 0,0 0 0,-1 1 0,1-1 0,0 0 0,0 0 0,0 0 0,0 0 0,-1 1 0,-6-7 0,-8-13 0,10 9 0,-1 0 0,1-1 0,-5-15 0,8 21 0,1 1 0,0-1 0,0 1 0,0-1 0,0 0 0,1 1 0,0-1 0,0 0 0,0 1 0,0-1 0,3-7 0,-3 10 0,0 1 0,1 0 0,-1-1 0,1 1 0,0 0 0,-1-1 0,1 1 0,0 0 0,0 0 0,0 0 0,0 0 0,0 0 0,0 0 0,0 0 0,0 0 0,0 0 0,0 0 0,1 0 0,-1 1 0,2-2 0,-1 2 0,0-1 0,1 1 0,-1 0 0,0 0 0,0-1 0,1 1 0,-1 1 0,0-1 0,0 0 0,0 1 0,5 0 0,3 3 0,0 1 0,0-1 0,-1 2 0,12 7 0,-19-12 0,36 27 0,40 37 0,-11-9 0,-57-48 0,2 0 0,-1-1 0,1-1 0,0 0 0,1 0 0,17 4 0,-21-7 0,0 0 0,1-1 0,-1-1 0,1 1 0,-1-2 0,1 1 0,-1-1 0,1-1 0,16-2 0,-17 0 0,0 0 0,0 0 0,0-1 0,-1-1 0,0 1 0,1-1 0,-2 0 0,1-1 0,-1 0 0,0 0 0,0-1 0,0 0 0,-1 0 0,6-10 0,-7 11 0,-1 0 0,0-1 0,0 0 0,-1 0 0,0 0 0,0 0 0,0 0 0,-1-1 0,0 1 0,-1-1 0,0 0 0,0 1 0,0-1 0,-1 0 0,0 0 0,-1 1 0,-2-14 0,2 17 0,-1 0 0,0 0 0,0 0 0,0 0 0,-1 0 0,1 0 0,-1 1 0,0-1 0,0 1 0,0 0 0,-1 0 0,1 0 0,-1 0 0,1 1 0,-9-5 0,8 4 0,-1 1 0,0 0 0,0 0 0,0 0 0,0 0 0,0 1 0,0 0 0,0 0 0,0 0 0,-1 1 0,1 0 0,0 0 0,-8 1 0,12-1 0,-1 0 0,1 1 0,-1-1 0,1 0 0,-1 1 0,1-1 0,-1 1 0,1 0 0,-1-1 0,1 1 0,0 0 0,0 0 0,-1 0 0,1 0 0,0 0 0,0 0 0,0 0 0,0 0 0,0 1 0,0-1 0,0 0 0,0 1 0,1-1 0,-1 0 0,1 1 0,-1-1 0,1 1 0,-1-1 0,1 1 0,0-1 0,-1 1 0,1-1 0,0 1 0,0 0 0,0-1 0,1 1 0,-1-1 0,1 3 0,0 2 0,1 0 0,0 0 0,0 0 0,1 0 0,-1 0 0,1-1 0,1 0 0,5 8 0,2 0 0,0-1 0,1-1 0,0 1 0,1-2 0,0 0 0,0 0 0,1-2 0,1 1 0,15 5 0,-12-6 0,0-2 0,0 0 0,0-1 0,1 0 0,0-2 0,0 0 0,30 0 0,-39-3-120,27-1 373,-36 1-321,0 0 0,1-1 0,-1 1 0,0 0 0,1-1 0,-1 1-1,0-1 1,1 1 0,-1-1 0,0 1 0,0-1 0,1 0 0,-1 0 0,0 1 0,0-1 0,0 0-1,0 0 1,0 0 0,0 0 0,-1-1 0,2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25.5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 24575,'0'0'0,"-1"0"0,1 0 0,-1 0 0,1 0 0,0 1 0,-1-1 0,1 0 0,-1 0 0,1 0 0,-1 1 0,1-1 0,0 0 0,-1 1 0,1-1 0,0 0 0,-1 1 0,1-1 0,0 0 0,-1 1 0,1-1 0,0 1 0,0-1 0,-1 0 0,1 1 0,0-1 0,0 1 0,0-1 0,0 1 0,0-1 0,-1 1 0,1-1 0,0 1 0,0-1 0,0 1 0,0-1 0,1 1 0,-1-1 0,0 1 0,0-1 0,0 1 0,0-1 0,0 0 0,1 2 0,8 26 0,-7-23 0,60 140 0,-37-92 0,-3 2 0,25 85 0,-47-138 0,1 0 0,-1 0 0,1-1 0,-1 1 0,1 0 0,-1 0 0,0 0 0,0 0 0,0 0 0,0 0 0,0 0 0,0-1 0,-1 1 0,1 0 0,0 0 0,-1 0 0,0 2 0,0-4 0,1 0 0,0-1 0,-1 1 0,1 0 0,0 0 0,-1 0 0,1 0 0,0-1 0,0 1 0,-1 0 0,1 0 0,0-1 0,0 1 0,0 0 0,-1-1 0,1 1 0,0 0 0,0-1 0,0 1 0,0 0 0,0-1 0,-1 1 0,1 0 0,0-1 0,0 1 0,0 0 0,0-1 0,0 1 0,0 0 0,0-1 0,-2-13 0,1 8 0,1 1 0,-1-1 0,1 1 0,1 0 0,-1-1 0,1 1 0,0-1 0,0 1 0,1 0 0,0 0 0,0 0 0,0-1 0,0 2 0,1-1 0,5-8 0,-5 9 0,0 1 0,0-1 0,1 1 0,-1 0 0,1 0 0,0 1 0,-1-1 0,1 1 0,0 0 0,1 0 0,-1 0 0,0 0 0,1 1 0,-1 0 0,0 0 0,1 0 0,-1 0 0,1 1 0,6-1 0,5 3 0,0-1 0,0 2 0,-1 0 0,1 1 0,0 1 0,-1 0 0,0 1 0,-1 0 0,1 1 0,-1 1 0,14 10 0,-26-16 0,1 0 0,-1-1 0,0 1 0,0 0 0,0 0 0,0 0 0,0 0 0,0 1 0,0-1 0,-1 1 0,1-1 0,-1 1 0,0-1 0,0 1 0,0-1 0,0 1 0,1 4 0,-2-5 0,0 0 0,0 0 0,0-1 0,-1 1 0,1 0 0,0 0 0,-1 0 0,1-1 0,-1 1 0,0 0 0,1 0 0,-1-1 0,0 1 0,0-1 0,0 1 0,0 0 0,-1-1 0,1 0 0,0 1 0,-1-1 0,1 0 0,0 0 0,-1 0 0,0 0 0,1 0 0,-1 0 0,-2 1 0,-7 3 0,-1-1 0,1 0 0,0-1 0,-1 0 0,0-1 0,-19 1 0,-75-2 0,71-2 0,26 1 0,1-1 0,-1 0 0,-15-3 0,22 3 0,0 1 0,0-1 0,0 0 0,0 0 0,0 0 0,0 0 0,0 0 0,0-1 0,-2-1 0,4 3 0,-1-1 0,0 0 0,1 0 0,-1 1 0,1-1 0,-1 0 0,1 0 0,-1 0 0,1 0 0,0 0 0,-1 0 0,1 0 0,0 0 0,0 0 0,0 0 0,0 0 0,-1 0 0,1 1 0,1-1 0,-1 0 0,0-2 0,3-5-1365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25.9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34 24575,'0'1'0,"0"0"0,1 0 0,-1 0 0,0 0 0,1 0 0,-1 0 0,1 0 0,0 0 0,-1-1 0,1 1 0,0 0 0,-1 0 0,1 0 0,0-1 0,1 2 0,16 10 0,-17-11 0,20 12 0,0-1 0,1-1 0,25 9 0,-35-15 0,1-1 0,-1-1 0,1 0 0,0-1 0,0 0 0,0-1 0,20-1 0,-29 0 0,0 0 0,0-1 0,0 0 0,0 0 0,0 0 0,0 0 0,0-1 0,0 1 0,-1-1 0,1 0 0,-1 0 0,7-5 0,-8 5 0,0 0 0,0-1 0,0 1 0,0-1 0,0 1 0,0-1 0,-1 0 0,1 1 0,-1-1 0,0 0 0,0 0 0,0 0 0,0 0 0,0 0 0,-1 0 0,1 0 0,-1-4 0,0 1 0,0-26 0,0 30 0,0 1 0,0 0 0,0-1 0,0 1 0,0 0 0,-1-1 0,1 1 0,0 0 0,-1 0 0,1-1 0,-1 1 0,0 0 0,1 0 0,-1 0 0,0 0 0,0 0 0,1 0 0,-1 0 0,-2-1 0,3 2 0,0 0 0,-1-1 0,1 1 0,-1 0 0,1 0 0,-1 0 0,1 0 0,-1 0 0,1 0 0,-1 0 0,1 0 0,-1 1 0,1-1 0,-1 0 0,1 0 0,-1 0 0,1 0 0,-1 1 0,1-1 0,0 0 0,-1 0 0,1 1 0,-1-1 0,1 0 0,0 1 0,-1-1 0,1 0 0,0 1 0,0-1 0,-1 1 0,1-1 0,0 0 0,0 1 0,-1-1 0,1 1 0,0 0 0,-8 20 0,8-19 0,-4 15 0,0 1 0,2 0 0,0-1 0,1 1 0,0 0 0,2 0 0,0-1 0,7 32 0,5 9 0,27 70 0,-34-110 0,11 29 0,21 75 0,-37-121 0,-1 0 0,0 0 0,1 0 0,-1 0 0,0 0 0,0 1 0,0-1 0,0 0 0,0 0 0,0 0 0,0 0 0,0 1 0,0-1 0,-1 0 0,1 0 0,0 0 0,-1 0 0,1 0 0,-1 0 0,1 0 0,-1 0 0,0 0 0,0 1 0,0-1 0,-1 0 0,1-1 0,0 1 0,0-1 0,0 1 0,-1-1 0,1 1 0,0-1 0,-1 0 0,1 0 0,0 0 0,-1 0 0,1 0 0,0 0 0,-1 0 0,-1 0 0,-5-2 0,0 0 0,1 0 0,-1-1 0,1 0 0,-11-6 0,6 2-455,0-1 0,-17-16 0,14 11-6371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26.4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413 91 24575,'-32'-14'0,"-93"-34"0,104 41 0,-1 1 0,-1 0 0,-40-3 0,61 9 0,0 0 0,0 0 0,0 0 0,-1 0 0,1 0 0,0 1 0,0-1 0,0 0 0,0 1 0,0 0 0,0-1 0,0 1 0,0 0 0,0 0 0,0 0 0,-2 2 0,3-2 0,1 0 0,-1 0 0,0 0 0,0 1 0,0-1 0,1 0 0,-1 0 0,1 1 0,-1-1 0,1 0 0,-1 1 0,1-1 0,0 1 0,0-1 0,0 1 0,-1-1 0,1 0 0,1 1 0,-1-1 0,0 1 0,0-1 0,0 1 0,1-1 0,0 2 0,2 5 0,0 0 0,0 0 0,1 0 0,0-1 0,1 0 0,-1 1 0,2-1 0,6 7 0,6 6 0,27 21 0,102 68 0,-52-41 0,-94-68 0,0 1 0,0 0 0,0-1 0,0 1 0,0 0 0,-1 0 0,1 0 0,0 0 0,0-1 0,-1 1 0,1 0 0,0 0 0,-1 0 0,1 1 0,-1-1 0,1 0 0,-1 0 0,0 0 0,0 0 0,1 0 0,-1 0 0,0 3 0,0-3 0,-1 0 0,1 0 0,-1-1 0,1 1 0,-1 0 0,0 0 0,1 0 0,-1 0 0,0 0 0,0-1 0,0 1 0,1 0 0,-1-1 0,0 1 0,0-1 0,0 1 0,0-1 0,0 1 0,0-1 0,0 1 0,0-1 0,0 0 0,0 0 0,0 0 0,-2 1 0,-11 1 0,-1-1 0,0 0 0,0 0 0,-28-4 0,-62-15 0,73 12 0,-5-1-455,0-1 0,-54-21 0,72 20-6371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27.1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24575,'9'33'0,"2"-1"0,27 56 0,41 56 0,-65-121 0,66 105 0,-60-99 0,2-2 0,32 33 0,-51-57 0,0-1 0,-1 1 0,1-1 0,0 0 0,0 0 0,1 0 0,-1-1 0,7 4 0,-10-5 0,1 0 0,0 0 0,0 0 0,-1 0 0,1 0 0,0 0 0,0 0 0,0 0 0,-1 0 0,1 0 0,0 0 0,0 0 0,-1 0 0,1-1 0,0 1 0,0 0 0,-1-1 0,2 0 0,-1 1 0,0-1 0,0 0 0,-1 0 0,1 0 0,0 0 0,-1 0 0,1 0 0,-1 0 0,1 0 0,-1 0 0,1 0 0,-1 0 0,1-1 0,-1 1 0,0-2 0,1-5 0,-1 1 0,0-1 0,-1-8 0,0 11 0,1-1 0,0 1 0,0-1 0,0 1 0,1 0 0,-1-1 0,3-6 0,-3 11 0,1 1 0,-1-1 0,0 0 0,1 1 0,-1-1 0,1 0 0,-1 1 0,1-1 0,0 1 0,-1-1 0,1 1 0,0-1 0,-1 1 0,1-1 0,0 1 0,-1 0 0,1-1 0,0 1 0,0 0 0,0 0 0,-1 0 0,1-1 0,0 1 0,0 0 0,0 0 0,-1 0 0,1 0 0,0 0 0,0 1 0,0-1 0,-1 0 0,1 0 0,0 0 0,1 1 0,4 1 0,0 0 0,0 1 0,7 3 0,-7-3 0,17 8 0,0-2 0,48 14 0,-60-21 0,0 0 0,0 0 0,0-1 0,0 0 0,0-1 0,0-1 0,0 0 0,0 0 0,13-4 0,-19 4 0,0-1 0,-1 0 0,0 0 0,1 0 0,-1 0 0,0-1 0,0 0 0,0 0 0,-1 0 0,1 0 0,-1-1 0,0 1 0,5-7 0,-6 8 0,0-1 0,-1 0 0,1 0 0,-1 0 0,1 0 0,-1 0 0,0 0 0,0 0 0,0 0 0,-1 0 0,1-1 0,-1 1 0,0 0 0,1-1 0,-2 1 0,1 0 0,0 0 0,-1-1 0,1 1 0,-2-4 0,-1 0 0,0 0 0,-1 1 0,1-1 0,-1 1 0,-1 0 0,1 0 0,-1 1 0,-7-8 0,9 11 0,1-1 0,-1 1 0,0 0 0,0 0 0,0 0 0,0 0 0,0 0 0,0 1 0,0 0 0,0-1 0,-1 1 0,1 0 0,-1 1 0,1-1 0,-1 1 0,1-1 0,-1 1 0,1 0 0,-6 1 0,7-1 0,0 1 0,0 0 0,-1 0 0,1 0 0,0 1 0,0-1 0,0 0 0,0 1 0,1-1 0,-1 1 0,0 0 0,0 0 0,1-1 0,0 1 0,-1 0 0,1 0 0,0 0 0,0 1 0,0-1 0,0 0 0,0 0 0,0 1 0,1-1 0,-1 0 0,0 5 0,0-2 0,1 1 0,-1 0 0,1-1 0,0 1 0,0 0 0,1 0 0,0-1 0,0 1 0,3 10 0,0-8 0,0 0 0,1 0 0,0 0 0,0 0 0,1-1 0,0 0 0,1 0 0,-1-1 0,1 1 0,0-1 0,1-1 0,0 0 0,-1 0 0,2 0 0,-1-1 0,10 4 0,1 0 0,1-2 0,1 0 0,-1 0 0,1-2 0,-1-1 0,24 1 0,-24-3 0,-9 0 0,1 0 0,0-1 0,0 0 0,-1-1 0,1 0 0,13-3 0,-24 3-68,0 1 0,0 0-1,0-1 1,0 1 0,-1 0 0,1-1-1,0 1 1,0-1 0,0 1 0,-1-1-1,1 1 1,0-1 0,-1 0 0,1 0-1,0 1 1,-1-1 0,1 0-1,-1 0 1,1-1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27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1 213 24575,'223'160'0,"-218"-156"0,2 2 0,2 0 0,-1-1 0,0 1 0,11 4 0,-17-10 0,0 1 0,-1-1 0,1 1 0,0-1 0,0 1 0,-1-1 0,1 0 0,0 0 0,0 0 0,-1 0 0,1 0 0,0 0 0,1-1 0,-1 1 0,-1-1 0,0 1 0,0-1 0,0 1 0,0-1 0,0 0 0,0 0 0,0 1 0,-1-1 0,1 0 0,0 0 0,0 0 0,-1 0 0,1 0 0,0 0 0,-1 0 0,1 0 0,-1 0 0,1 0 0,-1-1 0,1 0 0,1-8 0,0 1 0,-1-1 0,0 1 0,0-1 0,-2-14 0,-7-51 0,6 64 0,-34-187 0,35 195 0,1 1 0,-1 0 0,1 0 0,0 1 0,-1-1 0,1 0 0,0 0 0,0 0 0,1 0 0,-1 0 0,0 0 0,1 0 0,-1 0 0,1 0 0,-1 0 0,2-2 0,-2 4-29,1 0-1,-1 0 0,0 0 0,0 0 1,0 0-1,1 0 0,-1 0 1,0 0-1,0 0 0,1 1 1,-1-1-1,0 0 0,0 0 1,0 0-1,1 0 0,-1 0 0,0 0 1,0 0-1,0 1 0,0-1 1,1 0-1,-1 0 0,0 0 1,0 0-1,0 1 0,0-1 1,0 0-1,0 0 0,0 0 0,1 1 1,-1-1-1,0 0 0,0 0 1,0 1-1,0-1 0,0 0 1,0 0-1,0 0 0,0 1 1,0-1-149,2 8-6648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28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24575,'7'20'0,"6"12"0,2 5 0,2 2 0,0-2 0,0-1 0,-1-2 0,0-1 0,-1-5 0,-2-4 0,-1-3 0,-3-4 0,-3-4-8191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28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384 124 24575,'-30'-17'0,"-12"-9"0,-2 0 0,1 5 0,6 6 0,5 5 0,4 4 0,2 4 0,1 2 0,2 3 0,2 2 0,3-1 0,4-1-8191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28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312 46 24575,'-30'-7'0,"-15"-3"0,-2 0 0,1 3 0,7 1 0,4 3 0,6 1 0,6 1 0,6 1-8191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36.3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24575,'0'15'-75,"3"79"259,-2-80-432,2 0 0,-1 0 0,2 0 0,8 23 1,41 85-6466,-26-62 8488,2 0 4293,-28-58-6164,0-1 47,-1 0 0,1-1 0,-1 1 1,1 0-1,-1-1 0,0 1 0,1 0 0,-1 0 1,0 0-1,0 0 0,1-1 0,-1 1 0,0 0 1,0 0-1,0 0 0,0 0 0,0-1 0,0 1 1,0 0-1,-1 0 0,1 0 0,0 0 0,0-1 1,-1 1-1,0 1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36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1 124 24575,'6'-9'0,"0"0"0,0 1 0,1 0 0,0 0 0,1 1 0,0 0 0,0 0 0,0 1 0,1 0 0,0 0 0,16-7 0,-11 7 0,1 1 0,0 0 0,1 1 0,-1 1 0,1 1 0,0 0 0,17 0 0,101 6 0,-207-3-1365,55-1-5461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37.0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58 24575,'46'-16'0,"81"-23"0,-123 38 0,-1 0 0,1 1 0,0-1 0,0 1 0,0 0 0,7 1 0,-10-1 0,-1 0 0,1 0 0,0 1 0,-1-1 0,1 0 0,0 0 0,-1 1 0,1-1 0,-1 0 0,1 1 0,0-1 0,-1 1 0,1-1 0,-1 1 0,1-1 0,-1 1 0,0-1 0,1 2 0,0-2 0,-1 1 0,0 0 0,0 0 0,0 0 0,1 0 0,-1 0 0,0 0 0,0 0 0,-1-1 0,1 1 0,0 0 0,0 0 0,0 0 0,-1 0 0,1 0 0,0 0 0,-1-1 0,0 2 0,-2 4 0,0 0 0,0-1 0,-1 1 0,0-1 0,-1 0 0,1 0 0,-8 6 0,-40 28 0,11-9 0,32-23-1365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37.2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33 24575,'13'-3'0,"6"0"0,3 0 0,0 0 0,-2 1 0,0 1 0,-3 1 0,-1-1 0,0 1 0,-1 1 0,2-1 0,1 0 0,-1 0 0,0-2 0,0-2 0,-4-1 0,-3-1-8191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38.1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3 588 24575,'86'-19'0,"-76"16"0,0 0 0,-1-1 0,1-1 0,-1 1 0,0-1 0,11-8 0,-16 10 0,-1 0 0,0 0 0,0 0 0,-1 0 0,1-1 0,-1 1 0,1-1 0,-1 1 0,0-1 0,-1 0 0,1 0 0,-1 0 0,1 0 0,-1 0 0,0 0 0,-1 0 0,1-1 0,-1 1 0,0 0 0,0 0 0,0-6 0,-3-8 0,1 0 0,-2 1 0,-10-30 0,9 29 0,-14-34 0,-1 0 0,-3 2 0,-1 0 0,-42-59 0,66 108 0,-1 0 0,0 0 0,1 0 0,-1 0 0,0 0 0,0 0 0,0 0 0,0 0 0,0 0 0,0 0 0,-2 0 0,3 0 0,0 1 0,0 0 0,0 0 0,-1 0 0,1 0 0,0 0 0,0 0 0,-1 0 0,1 0 0,0 0 0,0 1 0,-1-1 0,1 0 0,0 0 0,0 0 0,0 0 0,-1 0 0,1 0 0,0 0 0,0 0 0,0 1 0,-1-1 0,1 0 0,0 0 0,0 0 0,0 0 0,0 1 0,0-1 0,-1 0 0,1 0 0,0 0 0,0 1 0,0-1 0,0 0 0,0 1 0,-1 2 0,0 1 0,0 0 0,1-1 0,0 1 0,-1 0 0,2 5 0,3 27 0,1-1 0,2 0 0,1-1 0,18 48 0,-18-62 0,1-1 0,0 0 0,1-1 0,1 0 0,1 0 0,0-1 0,2-1 0,0 0 0,0-1 0,1 0 0,30 21 0,-32-27 0,0 0 0,1 0 0,0-2 0,0 0 0,1 0 0,0-1 0,0-1 0,1-1 0,-1 0 0,1-1 0,0 0 0,0-2 0,0 0 0,0 0 0,31-4 0,-42 2 0,0 0 0,-1 0 0,1 0 0,-1-1 0,1 1 0,-1-1 0,0 0 0,0 0 0,1-1 0,-1 1 0,-1-1 0,1 0 0,0 0 0,-1 0 0,1-1 0,-1 1 0,0-1 0,0 0 0,-1 1 0,1-1 0,-1-1 0,0 1 0,0 0 0,0-1 0,0 1 0,0-6 0,3-6 0,-2 1 0,0-1 0,-1-1 0,-1 1 0,0 0 0,-1 0 0,-3-28 0,-2 14 0,-2-1 0,0 2 0,-14-34 0,14 45 0,-1 0 0,-15-25 0,19 35 0,-1 0 0,-1 1 0,0 0 0,0 0 0,0 0 0,0 1 0,-13-9 0,18 14 0,1 1 0,-1-1 0,0 0 0,0 1 0,0 0 0,0-1 0,0 1 0,0-1 0,0 1 0,0 0 0,0 0 0,0-1 0,0 1 0,0 0 0,0 0 0,0 0 0,0 0 0,0 0 0,0 1 0,0-1 0,0 0 0,0 0 0,-2 1 0,2 0 0,-1 0 0,1 1 0,-1-1 0,1 0 0,-1 0 0,1 1 0,0-1 0,0 1 0,0-1 0,0 1 0,0-1 0,-1 3 0,-2 4 0,1 0 0,1 0 0,-1 0 0,-1 15 0,2-4 0,1 0 0,1-1 0,0 1 0,2 0 0,0-1 0,1 1 0,1-1 0,0 0 0,2 0 0,0 0 0,1-1 0,0 0 0,12 18 0,-11-22 0,2-1 0,-1 1 0,2-2 0,-1 1 0,2-1 0,-1-1 0,1 0 0,1-1 0,0 0 0,0-1 0,25 12 0,-25-15 0,0 0 0,0 0 0,0-1 0,0-1 0,1 0 0,-1-1 0,1 0 0,0-1 0,-1-1 0,1 0 0,0-1 0,0 0 0,21-5 0,-30 4 0,0 0 0,0 0 0,0 0 0,0 0 0,0-1 0,-1 0 0,1 1 0,-1-2 0,0 1 0,0-1 0,0 1 0,0-1 0,0 0 0,2-5 0,-1 2 0,0-1 0,-1 0 0,-1 1 0,1-2 0,-1 1 0,0 0 0,2-15 0,-5 22 0,0 1 0,0-1 0,0 0 0,0 1 0,1-1 0,-1 1 0,0-1 0,0 1 0,0-1 0,1 0 0,-1 1 0,0-1 0,1 1 0,-1-1 0,0 1 0,1 0 0,-1-1 0,1 1 0,0-1 0,-1 1 0,1-1 0,-1 1 0,1 1 0,-1-1 0,0 0 0,1 0 0,-1 0 0,0 0 0,1 0 0,-1 0 0,1 0 0,-1 0 0,0 1 0,1-1 0,-1 0 0,0 0 0,1 0 0,-1 1 0,0-1 0,0 0 0,1 0 0,-1 1 0,0-1 0,17 26 0,-14-20 0,5 7 0,24 37 0,-28-45 0,0 1 0,0-1 0,1 0 0,0-1 0,0 1 0,8 5 0,-4-7 119,-9-3-149,0 0 0,0 0-1,0 0 1,1 0 0,-1 0 0,0 0-1,0 0 1,0 0 0,0 0-1,0 0 1,1 0 0,-1 0 0,0 0-1,0 0 1,0 0 0,0 0-1,0 0 1,1 0 0,-1 0-1,0-1 1,0 1 0,0 0 0,0 0-1,0 0 1,0 0 0,0 0-1,1 0 1,-1-1 0,0 1 0,0 0-1,0 0 1,0 0 0,0 0-1,0-1 1,0 1 0,0 0 0,0 0-1,0 0 1,0 0 0,0-1-1,0 1 1,0 0 0,0 0-1,0 0 1,0 0 0,0 0 0,0-1-1,0 1 1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38.2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24575,'10'-3'0,"3"2"0,0 4 0,-3 4 0,-3 2 0,-2 4 0,-3-2-8191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38.7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309 343 24575,'21'84'0,"17"56"0,-43-152 0,-1 1 0,-11-18 0,10 17 0,-153-239 0,114 169 0,41 71 0,1 0 0,0 0 0,1 0 0,0 0 0,-3-23 0,6 31 0,-1 0 0,1 0 0,0 0 0,1 0 0,-1 0 0,0 1 0,1-1 0,0 0 0,-1 0 0,1 0 0,0 1 0,1-1 0,-1 1 0,0-1 0,1 1 0,-1-1 0,1 1 0,3-4 0,-2 3 0,0 1 0,1-1 0,-1 1 0,1 0 0,-1 0 0,1 0 0,0 1 0,0-1 0,0 1 0,0 0 0,7-1 0,-2 0 0,-1 2 0,1-1 0,-1 1 0,1 1 0,-1-1 0,1 1 0,-1 1 0,1 0 0,-1 0 0,0 0 0,0 1 0,8 4 0,-6-1 0,0 1 0,0 0 0,-1 0 0,-1 1 0,1 0 0,8 10 0,-14-14 0,0-1 0,0 1 0,0 0 0,0 0 0,-1 1 0,0-1 0,0 0 0,0 1 0,0-1 0,-1 1 0,0 0 0,0-1 0,0 1 0,0 0 0,-1 0 0,0-1 0,0 8 0,-1-9 0,0 1 0,0-1 0,-1 0 0,1 0 0,-1 0 0,1 0 0,-1 0 0,0 0 0,0-1 0,-1 1 0,1-1 0,0 1 0,-1-1 0,0 0 0,1 0 0,-1 0 0,0 0 0,0 0 0,-5 1 0,-4 3 0,0-1 0,-1-1 0,-21 5 0,-5-3-103,0-2-1,0-1 0,-61-4 1,61 0-848,22 1-5875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39.3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24575,'1'22'0,"0"-1"0,2 0 0,0 1 0,9 25 0,32 81 0,-25-79 0,14 61 0,-28-95 0,3 19 0,-8-33 0,1 1 0,-1-1 0,0 1 0,0-1 0,0 1 0,0-1 0,0 1 0,0-1 0,0 0 0,-1 1 0,1-1 0,-1 1 0,1-1 0,-1 0 0,1 1 0,-1-1 0,-1 3 0,1-4 0,0 1 0,0 0 0,0-1 0,0 1 0,0-1 0,0 1 0,0-1 0,0 1 0,0-1 0,0 0 0,-1 0 0,1 0 0,0 1 0,0-1 0,0 0 0,0 0 0,-1 0 0,1-1 0,0 1 0,0 0 0,0 0 0,0-1 0,0 1 0,0 0 0,0-1 0,0 1 0,0-1 0,-2-1 0,-2-1 0,-1 0 0,1-1 0,-9-7 0,9 5 0,0 0 0,0 1 0,0-2 0,1 1 0,-1 0 0,-5-14 0,9 18 0,0 0 0,1 0 0,-1 1 0,1-1 0,-1 0 0,1 0 0,0 0 0,0 0 0,-1 0 0,2-1 0,-1 1 0,0 0 0,1-3 0,-1 4 0,1 0 0,-1 0 0,1 0 0,0-1 0,0 1 0,-1 0 0,1 0 0,0 0 0,0 0 0,0 0 0,0 0 0,0 1 0,0-1 0,1 0 0,-1 0 0,0 1 0,0-1 0,0 1 0,1-1 0,-1 1 0,0 0 0,3-1 0,10-1 0,1 0 0,0 1 0,-1 1 0,28 2 0,1 0 0,38 6 0,-54-4 0,34 0 0,-59-4 0,0 0 0,0 0 0,0 0 0,0 0 0,0 0 0,0 1 0,1-1 0,-1 1 0,0 0 0,0-1 0,0 1 0,-1 0 0,1 0 0,4 3 0,-5-2 0,1 0 0,0 0 0,0 0 0,-1 1 0,1-1 0,-1 1 0,0-1 0,0 1 0,0-1 0,0 1 0,1 3 0,11 56 53,-11-46-407,1 1-1,1-1 1,10 26-1,-9-31-6471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39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24575,'5'5'0,"2"7"0,-1 3 0,-1 3 0,-1 0 0,-2-3-8191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09:39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12 24575,'-4'-1'0,"-11"-3"0,1 2 0,-18-2 0,29 4 0,0 0 0,0-1 0,0 2 0,0-1 0,0 0 0,0 1 0,0-1 0,0 1 0,0 0 0,0 0 0,0 0 0,0 0 0,0 0 0,1 1 0,-1 0 0,1-1 0,-3 3 0,3-2 0,1-1 0,0 1 0,0 0 0,0 0 0,0 0 0,0 0 0,0 0 0,1 0 0,-1 0 0,1 0 0,-1 0 0,1 0 0,0 1 0,0-1 0,0 0 0,0 0 0,0 0 0,0 0 0,0 1 0,1-1 0,-1 0 0,1 0 0,0 0 0,1 3 0,2 5 0,1-1 0,0 1 0,9 12 0,0-3 0,2-1 0,0 0 0,1-1 0,0-1 0,2 0 0,0-1 0,36 21 0,-42-29 15,0-1 0,0 0 0,0-1 0,1-1 0,0 0 0,0 0 0,15 1 0,7-2-758,57-1 1,-73-2-6084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2.2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24575,'3'20'0,"0"9"0,0 5 0,2 1 0,3-2 0,0-2 0,1-2 0,1-2 0,0-4 0,0-3 0,5 4 0,2 2 0,-4-7 0,-5-6 0,-5-8 0,-5-5 0,-2-5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2.7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0 139 24575,'3'-10'0,"-1"1"0,1-1 0,0 1 0,1 0 0,0 0 0,0 1 0,1-1 0,6-7 0,-8 12 0,1 0 0,-1 0 0,1 0 0,0 1 0,0-1 0,0 1 0,1 0 0,-1 1 0,1-1 0,0 1 0,-1-1 0,1 1 0,0 1 0,0-1 0,1 1 0,5-1 0,8 0 0,0 2 0,0 0 0,0 1 0,0 1 0,0 1 0,-1 0 0,1 2 0,-1 0 0,0 1 0,0 0 0,22 13 0,-32-15 0,-1 0 0,0 0 0,0 1 0,0 0 0,-1 0 0,0 1 0,0 0 0,0 0 0,-1 0 0,0 0 0,0 1 0,6 11 0,-10-17 0,-1 1 0,1-1 0,0 1 0,-1-1 0,1 0 0,-1 1 0,0-1 0,1 1 0,-1-1 0,0 1 0,0-1 0,0 1 0,0 0 0,0-1 0,-1 1 0,1-1 0,0 1 0,-1-1 0,0 2 0,0-1 0,0 0 0,0 0 0,-1 0 0,1 0 0,-1-1 0,1 1 0,-1 0 0,0-1 0,1 1 0,-1-1 0,-3 2 0,-4 1 0,0 0 0,0 0 0,0-1 0,-18 4 0,-42 5 0,-25 6 0,93-18 0,-1 0 0,1 1 0,0-1 0,-1 0 0,1 1 0,0 0 0,0-1 0,-1 1 0,1 0 0,0-1 0,0 1 0,0 0 0,0 0 0,0 0 0,0 0 0,0 0 0,0 0 0,1 0 0,-2 2 0,2-2 0,0 0 0,0 0 0,0 0 0,0 0 0,0 0 0,0 1 0,0-1 0,0 0 0,0 0 0,0 0 0,1 0 0,-1 0 0,0 0 0,1 0 0,-1 0 0,1 0 0,-1 0 0,1 0 0,-1 0 0,1 0 0,0 0 0,0-1 0,-1 1 0,2 1 0,16 14 0,1-1 0,0 0 0,1-2 0,40 21 0,-20-11 0,23 11 0,-35-20 0,-1 1 0,48 35 0,-73-48 0,1 0 0,-1 1 0,1-1 0,-1 1 0,0-1 0,0 1 0,0-1 0,-1 1 0,1 0 0,0 0 0,-1 0 0,0 0 0,0 0 0,0 0 0,1 7 0,-2-8 0,0 0 0,0 0 0,0 0 0,0 1 0,-1-1 0,1 0 0,-1 0 0,0 0 0,0 0 0,1 0 0,-1 0 0,-1 0 0,1 0 0,0 0 0,0-1 0,-1 1 0,1 0 0,-1-1 0,1 1 0,-1-1 0,0 1 0,1-1 0,-1 0 0,-3 2 0,-5 2 0,0 0 0,0 0 0,-1-1 0,1 0 0,-1-1 0,0 0 0,0-1 0,-16 2 0,-12-2 0,-43-3 0,42 0 0,19 0-682,-42-7-1,49 5-6143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3.3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24575,'2'9'0,"0"-1"0,0 0 0,1 0 0,0 0 0,1-1 0,-1 1 0,1-1 0,7 9 0,-8-12 0,-1-1 0,1 1 0,0-1 0,1 0 0,-1 0 0,0-1 0,1 1 0,0-1 0,0 1 0,0-1 0,0 0 0,0-1 0,0 1 0,0-1 0,0 1 0,1-1 0,5 0 0,-4 0 0,1-1 0,-1 0 0,1 0 0,-1 0 0,1-1 0,-1 0 0,1-1 0,-1 1 0,1-1 0,-1 0 0,0-1 0,0 1 0,0-1 0,-1-1 0,1 1 0,-1-1 0,1 0 0,-1 0 0,0 0 0,-1-1 0,1 0 0,-1 0 0,0 0 0,0 0 0,5-9 0,2 1 0,-11 13 0,0 0 0,0 0 0,1 0 0,-1 0 0,0 0 0,1 0 0,-1-1 0,0 1 0,0 0 0,1 0 0,-1 0 0,0 0 0,1 0 0,-1 0 0,0 0 0,1 0 0,-1 0 0,0 0 0,1 0 0,-1 1 0,0-1 0,0 0 0,1 0 0,-1 0 0,0 0 0,1 1 0,0 0 0,1 1 0,-1 0 0,0 0 0,0-1 0,0 1 0,0 0 0,0 0 0,0 0 0,-1 0 0,2 4 0,9 42 61,6 20-1487,-13-57-5400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3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24575,'15'30'0,"5"16"0,2 3 0,-1 0 0,-4-6 0,-4-6 0,-3-6 0,1-4 0,-3-4 0,-2-3 0,0-2 0,0-2 0,0-2 0,3 0 0,1 0 0,2-2 0,2-4 0,-2-2-8191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3.8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24575,'10'22'0,"6"16"0,2 6 0,2 2 0,-1 0 0,-1-4 0,-1-4 0,-1-3 0,-3-3 0,-2-1 0,-2-4 0,0-4 0,-2-3 0,-2-3 0,-2-4-8191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4.3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0 120 24575,'113'35'0,"-64"-18"0,88 18 0,-111-30 0,0-2 0,0-1 0,29-1 0,-45-2 0,0 0 0,-1 0 0,1-1 0,-1 0 0,1-1 0,-1 0 0,0 0 0,0-1 0,0-1 0,0 1 0,12-10 0,-18 12 0,0 0 0,-1-1 0,1 1 0,-1 0 0,0-1 0,1 1 0,-1-1 0,-1 0 0,1 0 0,0 0 0,-1 0 0,1 0 0,-1 0 0,0 0 0,0-1 0,0 1 0,0 0 0,-1-1 0,1 1 0,-1 0 0,0-1 0,-1-4 0,1 4 0,-1-1 0,0 1 0,-1-1 0,1 1 0,-1 0 0,0 0 0,0-1 0,0 1 0,0 1 0,-1-1 0,0 0 0,0 0 0,0 1 0,0 0 0,0 0 0,-5-4 0,2 2 0,-1 1 0,0 0 0,1 0 0,-1 1 0,-8-3 0,11 4 0,1 1 0,-1 0 0,0 0 0,1 0 0,-1 1 0,0-1 0,0 1 0,1 0 0,-1 0 0,0 0 0,0 1 0,-5 0 0,8 0 0,-1 0 0,1 0 0,-1 0 0,1 0 0,0 0 0,-1 0 0,1 0 0,0 1 0,0-1 0,0 0 0,0 1 0,0-1 0,0 1 0,0-1 0,0 1 0,0-1 0,1 1 0,-1-1 0,1 1 0,-1 0 0,1 0 0,0-1 0,0 1 0,0 0 0,-1-1 0,2 1 0,-1 0 0,0 2 0,1 2 0,-1-1 0,1 1 0,0-1 0,0 1 0,1-1 0,0 0 0,4 9 0,1-2 0,1-2 0,0 1 0,1-1 0,0 0 0,0-1 0,1 0 0,1-1 0,-1 0 0,18 10 0,-1-3 0,1 0 0,56 18 0,-58-24 0,1-1 0,33 5 0,-47-11 0,-1-1 0,1 0 0,0-1 0,0 0 0,-1-1 0,1 0 0,14-4 0,-24 4 0,0 0 0,-1 1 0,1-1 0,-1 0 0,1 0 0,-1-1 0,0 1 0,1 0 0,-1-1 0,0 1 0,0-1 0,0 0 0,0 0 0,0 0 0,0 0 0,-1 0 0,1 0 0,1-3 0,-2 2 0,0 0 0,0-1 0,0 1 0,0 0 0,0 0 0,-1-1 0,0 1 0,0-1 0,0 1 0,0 0 0,0-1 0,-1-5 0,-2-2 0,-1 0 0,0-1 0,0 1 0,-1 0 0,-1 1 0,1 0 0,-9-11 0,-63-80 0,69 91 120,5 8-321,4 8-1083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4.9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 24575,'7'20'0,"2"0"0,0-1 0,1 0 0,1 0 0,0-1 0,2-1 0,0 0 0,1-1 0,0 0 0,1-1 0,1-1 0,22 16 0,-32-26 0,0-1 0,0 1 0,0-1 0,0-1 0,1 1 0,0-1 0,-1 0 0,1 0 0,0-1 0,9 1 0,-13-2 0,-1 0 0,1 0 0,-1 0 0,1 0 0,-1-1 0,1 1 0,-1-1 0,1 1 0,-1-1 0,1 0 0,-1 0 0,0 0 0,1 0 0,-1 0 0,0-1 0,0 1 0,0-1 0,0 1 0,0-1 0,0 0 0,-1 0 0,1 0 0,0 0 0,-1 0 0,0 0 0,1 0 0,-1-1 0,0 1 0,0 0 0,1-5 0,0 1 0,-1 0 0,0-1 0,-1 1 0,1 0 0,-1-1 0,0 1 0,-1 0 0,0 0 0,0-1 0,0 1 0,0 0 0,-1 0 0,0 0 0,-6-10 0,4 10 0,2 8 0,5 11 0,1-6 0,0-1 0,0 0 0,1 0 0,0 0 0,0 0 0,0-1 0,0 1 0,11 6 0,2 1 0,34 18 0,-42-26 0,0 0 0,1 0 0,-1-1 0,1 0 0,0-1 0,0-1 0,0 0 0,0 0 0,0-1 0,1 0 0,13-1 0,-23 0 0,0-1 0,0 1 0,0 0 0,0-1 0,0 1 0,0-1 0,0 1 0,-1-1 0,1 0 0,0 0 0,0 0 0,0 0 0,-1 0 0,1 0 0,-1-1 0,1 1 0,-1 0 0,1-1 0,1-2 0,-2 2 0,1-1 0,-1 1 0,0-1 0,-1 1 0,1-1 0,0 1 0,-1-1 0,1 0 0,-1 1 0,0-1 0,0 0 0,0 1 0,-1-4 0,0-2 0,0 0 0,-1 0 0,-1 0 0,1 1 0,-1-1 0,-1 1 0,1 0 0,-9-13 0,-3 0 40,0 1 0,-25-24 0,32 36-226,-1-1 1,0 1-1,0 1 0,0 0 1,0 0-1,-1 1 1,-17-7-1,13 8-6640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5.6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150 241 24575,'-47'-61'0,"40"53"0,0 1 0,-1 0 0,0 0 0,0 1 0,-10-7 0,16 12 0,0 0 0,0 0 0,0 0 0,0 0 0,0 0 0,0 1 0,-1-1 0,1 1 0,0-1 0,0 1 0,0 0 0,-4 0 0,5 0 0,0 0 0,0 1 0,1-1 0,-1 0 0,0 0 0,1 1 0,-1-1 0,0 0 0,1 1 0,-1-1 0,0 1 0,1-1 0,-1 1 0,1-1 0,-1 1 0,1 0 0,-1-1 0,1 1 0,-1-1 0,1 1 0,0 0 0,-1 0 0,1-1 0,0 1 0,0 0 0,-1 0 0,1-1 0,0 1 0,0 0 0,0 0 0,0-1 0,0 1 0,0 0 0,0 0 0,0-1 0,1 2 0,0 6 0,0 0 0,1-1 0,0 1 0,1-1 0,0 0 0,0 0 0,0 0 0,1 0 0,0 0 0,0-1 0,10 11 0,-4-5 0,1-1 0,1 0 0,-1-1 0,26 17 0,-33-24 0,1-1 0,0 0 0,0 1 0,0-2 0,0 1 0,0-1 0,1 1 0,-1-1 0,0-1 0,1 1 0,-1-1 0,0 0 0,1 0 0,-1 0 0,0-1 0,1 0 0,-1 0 0,0-1 0,7-2 0,-2 0 0,0 0 0,0-1 0,-1 0 0,0-1 0,0 0 0,0 0 0,-1-1 0,13-13 0,-20 19 0,1-1 0,0-1 0,1 0 0,0 1 0,0 0 0,-1-1 0,7-2 0,-8 4 0,0 1 0,1 0 0,-1-1 0,0 1 0,0 0 0,0 0 0,1 0 0,-1 0 0,0 0 0,0 0 0,1 0 0,-1 0 0,0 1 0,0-1 0,0 0 0,0 1 0,1-1 0,-1 1 0,0-1 0,0 1 0,0 0 0,0-1 0,2 3 0,16 12 0,21 23 0,-21-20 0,22 17 0,-22-21 0,-17-12 0,-3-3 0,-11-7 0,-10-8 0,1-1 0,0 0 0,1-2 0,2-1 0,0 0 0,0-1 0,2-1 0,1-1 0,-14-26 0,27 44 0,0 0 0,0 0 0,0 0 0,1 0 0,0 0 0,0 0 0,0 0 0,0-1 0,1 1 0,0 0 0,0-1 0,2-8 0,-2 11 0,1 0 0,0 1 0,0-1 0,0 0 0,0 1 0,0-1 0,1 1 0,-1-1 0,1 1 0,0 0 0,0 0 0,0 0 0,0 0 0,0 0 0,0 0 0,0 0 0,1 1 0,-1-1 0,0 1 0,1 0 0,-1-1 0,1 1 0,0 0 0,0 1 0,3-2 0,4 0 11,-1 1 0,1-1-1,0 2 1,0-1-1,-1 2 1,1-1 0,0 1-1,10 3 1,7 3-445,39 15-1,-49-16-157,-4-1-6234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5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24575,'7'30'0,"8"15"0,4 8 0,1-1 0,2-4 0,0-2 0,-1-5 0,-2-3 0,-2-4 0,-1-5 0,0-2 0,-1-4 0,-3-2 0,-1-6 0,-2-2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6.1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24575,'25'13'0,"11"4"0,4 1 0,-2-2 0,-5-3 0,-5-5 0,-6-3 0,-3-3 0,-3-1 0,-2-2 0,0-2 0,0-4 0,-3-2 0,0-3 0,-3-2 0,-2 2-8191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6.4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24575,'108'356'0,"-99"-328"0,18 52 0,-22-68 0,0-1 0,1 0 0,0 0 0,12 16 0,-17-26 0,0 1 0,0-1 0,0 1 0,0-1 0,1 1 0,-1-1 0,0 0 0,1 0 0,-1 0 0,1 0 0,0 0 0,-1 0 0,1 0 0,0 0 0,-1-1 0,1 1 0,0-1 0,0 1 0,0-1 0,-1 1 0,1-1 0,0 0 0,0 0 0,0 0 0,0 0 0,0-1 0,-1 1 0,1 0 0,0-1 0,0 1 0,0-1 0,-1 0 0,1 1 0,0-1 0,-1 0 0,1 0 0,0 0 0,-1 0 0,0 0 0,1-1 0,-1 1 0,1 0 0,1-3 0,0 0 0,1 0 0,0 1 0,0 0 0,0 0 0,0 0 0,0 0 0,1 1 0,-1-1 0,8-1 0,-9 3 0,0 0 0,0 0 0,0 1 0,1 0 0,-1 0 0,0-1 0,0 2 0,1-1 0,-1 0 0,0 1 0,0-1 0,0 1 0,0 0 0,0 0 0,6 3 0,89 54-1365,-86-49-5461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09.9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28 24575,'1'-6'0,"0"4"0,-1-1 0,1 1 0,0-1 0,0 1 0,0-1 0,2-3 0,-3 6 0,0 0 0,0 0 0,0 0 0,0 0 0,0 0 0,0 0 0,0 0 0,0 0 0,0 0 0,0 0 0,0 0 0,0 0 0,0 0 0,1-1 0,-1 1 0,0 0 0,0 0 0,0 0 0,0 0 0,0 0 0,0 0 0,0 0 0,0 0 0,0 0 0,0 0 0,0 0 0,0 0 0,0 0 0,0 0 0,0 0 0,1 0 0,-1 0 0,0 1 0,0-1 0,0 0 0,0 0 0,0 0 0,0 0 0,0 0 0,0 0 0,0 0 0,0 0 0,0 0 0,0 0 0,0 0 0,0 0 0,0 0 0,0 0 0,0 0 0,0 0 0,0 0 0,0 0 0,0 0 0,0 0 0,0 1 0,0-1 0,0 0 0,0 0 0,0 0 0,0 0 0,0 0 0,2 7 0,0 9 0,7 76 0,-3-47 0,1-7 0,0 12 0,-4-25 0,9 42 0,-7-45 0,-1 0 0,2 34 0,-4-35 0,4 23 0,-3-25 0,1 30 0,-3-30 0,5 28 0,-2-28 0,0 29 0,-3-36 0,0 0 0,4 17 0,-2-17 0,1 26 0,-3-19 0,-2 154 0,-2-156 0,0 0 0,-7 21 0,5-18 0,-4 21 0,3-7 0,3-12 0,-3 40 0,5-46 0,-1-1 0,0 0 0,-2-1 0,-9 29 0,7-23 0,-7 34 0,6-15 0,3-16 0,1 0 0,-1 29 0,4-25 0,2 0 0,6 34 0,-6-41 0,1 32 0,-2-33 0,4 38 0,14 67 0,-13-87 0,22 210 0,-27-149 0,-1-43 0,8 72 0,-2-61 0,-4 114 0,-4-85 0,1 0 0,3 106 0,12-75 0,-8-77 0,4 82 0,-3-41 0,0-6 0,-7-60 0,-1 141 0,-6-105 0,3-35 0,0 29 0,4-29 0,-1 1 0,-6 35 0,-1-20 0,1 0 0,-19 62 0,22-89 0,1 0 0,1 0 0,0 1 0,1-1 0,1 0 0,2 20 0,-1 1 0,1-18-9,-1-15-81,0 1-1,-1-1 1,1 0-1,-1 0 1,1 1 0,-1-1-1,0 0 1,0 0-1,0 1 1,-1-1 0,1 0-1,0 1 1,-1-1-1,0 2 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0.8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12 24575,'-17'-4'0,"-34"-3"0,46 7 0,1 0 0,-1 0 0,0 0 0,0 1 0,0-1 0,0 1 0,0 0 0,1 1 0,-1-1 0,0 1 0,-6 3 0,10-4 0,-1 0 0,1 0 0,-1 1 0,1-1 0,0 0 0,-1 1 0,1-1 0,0 0 0,0 1 0,0-1 0,0 1 0,0 0 0,0-1 0,1 1 0,-1 0 0,0 0 0,1-1 0,0 1 0,-1 0 0,1 0 0,0 0 0,0 0 0,0-1 0,0 1 0,0 0 0,0 0 0,0 0 0,1 0 0,-1-1 0,1 1 0,0 0 0,1 2 0,2 6 0,1 0 0,0-1 0,0 0 0,10 11 0,-14-18 0,6 6 0,1 0 0,0 0 0,0-1 0,1 0 0,-1 0 0,19 9 0,-17-10 0,1 1 0,-1 0 0,-1 1 0,1 0 0,8 9 0,-17-16 0,-1-1 0,1 1 0,0 0 0,0 0 0,-1 0 0,1 0 0,0 0 0,-1 1 0,1-1 0,-1 0 0,1 0 0,-1 0 0,0 0 0,1 1 0,-1-1 0,0 0 0,0 0 0,0 0 0,0 3 0,0-3 0,-1 0 0,1 0 0,-1 0 0,1 0 0,-1-1 0,0 1 0,1 0 0,-1 0 0,0 0 0,1 0 0,-1-1 0,0 1 0,0 0 0,0-1 0,0 1 0,1-1 0,-3 2 0,-2 0 0,-1 0 0,1 0 0,-1-1 0,1 0 0,-1 0 0,-10 1 0,-90-3 117,41 0-1599,53 1-5344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1.1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24575,'8'31'0,"4"14"0,1 5 0,0-2 0,-1-2 0,-1-6 0,0-4 0,-1-2 0,-1-6 0,-1-4 0,-2-4 0,-2-3 0,-2-2 0,-1-1 0,-1-3-8191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1.9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751 113 24575,'-2'-2'0,"-18"-16"0,0 0 0,-2 2 0,-30-18 0,46 30 0,-1 1 0,1-1 0,-1 2 0,0-1 0,0 1 0,0 0 0,0 1 0,0-1 0,-1 1 0,1 1 0,0-1 0,-1 1 0,1 1 0,0-1 0,-1 1 0,1 1 0,-9 2 0,-122 44 0,-58 19 0,168-60 0,16-4 0,0 0 0,1 1 0,-15 6 0,24-9 0,0 0 0,0 1 0,0-1 0,1 1 0,-1-1 0,0 1 0,1 0 0,-1 0 0,1 0 0,-1 0 0,1 0 0,0 0 0,0 0 0,0 0 0,-1 4 0,-1 4 0,0 0 0,-1 15 0,-1 3 0,0-5 0,2 0 0,1 0 0,0 0 0,4 43 0,0-10 0,-3-27 0,-7 54 0,3-45 0,-5 24 0,9-58 0,0-1 0,1 0 0,-1 0 0,1 0 0,0 0 0,0 0 0,0 1 0,0-1 0,1 0 0,-1 0 0,1 0 0,0 0 0,0 0 0,0 0 0,3 5 0,-3-6 0,1 1 0,0-1 0,-1-1 0,1 1 0,0 0 0,0 0 0,0-1 0,0 1 0,0-1 0,1 1 0,-1-1 0,0 0 0,1 0 0,-1 0 0,0 0 0,1 0 0,-1-1 0,1 1 0,4-1 0,20 1 0,-1-1 0,1-2 0,-1 0 0,28-7 0,31-3 0,241 5-81,-218 8-1203,-84-1-5542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3.7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204 32 24575,'-10'-5'0,"-6"-2"0,-3 1 0,0 0 0,-3 3 0,1 0 0,1 2 0,-1 1 0,0 0 0,2 0 0,3 0-8191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3.9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411 1 24575,'-18'0'0,"-10"0"0,-4 0 0,-1 0 0,1 0 0,-1 0 0,2 0 0,0 0 0,1 0 0,2 0 0,2 0 0,0 0 0,2 0 0,2 0 0,5 0-8191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4.1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0 24575,'-30'5'0,"-10"4"0,-1 1 0,5-1 0,5-1 0,5 0 0,8 0 0,4-1 0,2 0 0,1 0 0,1 1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4.3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24575,'0'0'-8191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5.6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6.3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1512 0 24575,'27'93'0,"-5"-19"0,14 86 0,-34-140 0,-1 0 0,0 1 0,-1-1 0,-1 1 0,-6 27 0,1-18 0,-1-1 0,-2 0 0,-11 28 0,16-49 0,0-1 0,0 0 0,0 0 0,-1 0 0,0 0 0,-7 7 0,-39 32 0,3-2 0,29-21 0,1 1 0,-29 48 0,-9 15 0,12-23 0,34-46 0,-1-1 0,-1-1 0,-1 0 0,0 0 0,-18 15 0,-19 7 0,-102 59 0,140-90 0,-112 70 0,106-67 0,-19 12 0,0-1 0,-53 20 0,-16-5 0,85-30 0,-1-2 0,1 0 0,-25 1 0,-34 0 0,-196 5 0,250-10-1365,5 0-5461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6.5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 70 24575,'-30'-18'0,"-13"-8"0,2 1-8191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6.8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47 300 24575,'-5'-28'0,"-1"-13"0,-1-6 0,2 3 0,1 7 0,0 6 0,-1 7 0,1 5 0,2 2 0,-2 5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8.4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7107 61 24575,'0'-1'0,"0"0"0,0 0 0,0 0 0,-1 0 0,1 0 0,0 0 0,0 0 0,-1 0 0,1 1 0,-1-1 0,1 0 0,-1 0 0,1 0 0,-1 1 0,1-1 0,-1 0 0,0 0 0,1 1 0,-1-1 0,0 1 0,1-1 0,-1 1 0,0-1 0,0 1 0,0-1 0,0 1 0,1 0 0,-1-1 0,0 1 0,0 0 0,0 0 0,0 0 0,0-1 0,0 1 0,-1 0 0,-5 0 0,-1 0 0,1 0 0,-13 3 0,7-2 0,-69 7 0,-21 1 0,-158-17 0,-43 1 0,202 8 0,-7 7 0,48-1 0,21-4 0,-171 9 0,-256-45 0,392 26 0,-244-14 0,-863 22 0,1129 2 0,-53 8 0,-10 2 0,-125-9 0,-16 1 0,-59 13 0,-148-11 0,283-9 0,176 2 0,-389-9 0,-17 4 0,112 4 0,23-13 0,27-8 75,-81-1-1515,316 23-5386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19.5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1 193 24575,'2'-6'0,"0"1"0,0-1 0,0 0 0,1 1 0,0 0 0,1 0 0,-1 0 0,1 0 0,0 0 0,0 1 0,0-1 0,0 1 0,1 0 0,0 0 0,0 1 0,0 0 0,0 0 0,7-3 0,8-3 0,0 1 0,0 1 0,35-7 0,65-6 0,-84 15 0,51-8-35,112-13-1295,-183 25-5496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22.1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0 460 24575,'0'-1'0,"1"0"0,-1-1 0,0 1 0,0 0 0,1-1 0,-1 1 0,1 0 0,-1 0 0,1 0 0,-1 0 0,1-1 0,0 1 0,-1 0 0,1 0 0,0 0 0,0 0 0,0 0 0,0 1 0,0-1 0,0 0 0,0 0 0,0 1 0,0-1 0,1 0 0,-1 1 0,0-1 0,0 1 0,0 0 0,1-1 0,-1 1 0,2 0 0,6-2 0,0 1 0,0 1 0,14 0 0,-13 0 0,9 1 0,-12 0 0,1-1 0,0 0 0,-1 0 0,1-1 0,0 0 0,11-3 0,-19 4 0,1 0 0,-1-1 0,1 1 0,-1 0 0,1 0 0,-1 0 0,1-1 0,-1 1 0,0 0 0,1 0 0,-1-1 0,1 1 0,-1 0 0,0-1 0,1 1 0,-1-1 0,0 1 0,1 0 0,-1-1 0,0 1 0,0-1 0,1 1 0,-1-1 0,0 1 0,0-1 0,0 1 0,0-1 0,0 1 0,0-1 0,0 1 0,0-1 0,0 1 0,0-1 0,0 1 0,0-1 0,0 1 0,0-1 0,0 1 0,0-1 0,0 1 0,-1-1 0,1 1 0,0 0 0,0-1 0,-1 1 0,1-1 0,-1 0 0,-2-3 0,0 0 0,0 0 0,-1 1 0,-3-4 0,2 2 0,-21-20 0,15 15 0,0-1 0,0-1 0,1 0 0,0 0 0,-9-16 0,13 16 0,0 0 0,0-1 0,1 1 0,1-1 0,0 0 0,1-1 0,0 1 0,1 0 0,1-1 0,0 0 0,1-21 0,1 31 0,-1 0 0,1 0 0,0 1 0,-1-1 0,2 0 0,-1 1 0,0-1 0,1 1 0,0-1 0,-1 1 0,1 0 0,1-1 0,-1 1 0,0 0 0,1 0 0,4-3 0,-3 2 0,1 1 0,0 0 0,0 1 0,-1-1 0,2 1 0,-1 0 0,0 0 0,0 1 0,1-1 0,7 0 0,4 1 0,0 0 0,0 1 0,0 1 0,-1 1 0,1 0 0,25 7 0,-13-2 0,55 22 0,-75-25 0,0 0 0,0 1 0,0 0 0,-1 1 0,0 0 0,0 0 0,0 0 0,-1 1 0,12 14 0,-17-19 0,-1 0 0,1 1 0,-1-1 0,1 0 0,-1 0 0,0 1 0,0-1 0,0 0 0,-1 1 0,1-1 0,0 1 0,-1 0 0,0-1 0,1 1 0,-1-1 0,0 1 0,0 0 0,-1-1 0,1 1 0,-1-1 0,1 1 0,-1-1 0,0 1 0,0-1 0,0 1 0,0-1 0,0 0 0,-3 5 0,-3 2 0,-1-1 0,0 1 0,0-2 0,-1 1 0,-13 8 0,-5 5 0,26-20 0,0 0 0,0 0 0,-1 0 0,1 0 0,0 0 0,0 0 0,0 0 0,0 0 0,0 0 0,1 1 0,-1-1 0,0 0 0,0 1 0,1-1 0,-1 1 0,1-1 0,-1 1 0,1-1 0,0 1 0,0-1 0,-1 1 0,1-1 0,0 1 0,0-1 0,1 1 0,-1-1 0,0 1 0,0-1 0,1 1 0,-1-1 0,1 1 0,-1-1 0,1 0 0,0 1 0,-1-1 0,1 0 0,0 1 0,0-1 0,0 0 0,0 0 0,2 2 0,2 1 0,0 0 0,0 0 0,0 0 0,1-1 0,0 0 0,0 0 0,-1 0 0,10 2 0,-2-1 0,0-1 0,0-1 0,1 0 0,20-1 0,53-5 0,-42-2 0,-42 6 0,0-1 0,0 0 0,0 0 0,0 0 0,0 0 0,-1 0 0,1-1 0,0 1 0,-1-1 0,1 0 0,-1 0 0,4-3 0,-2-4-1365,-3 1-5461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26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9 24575,'0'0'0,"1"0"0,-1-1 0,0 1 0,0 0 0,0 0 0,0 0 0,1 0 0,-1 0 0,0-1 0,0 1 0,0 0 0,0 0 0,0 0 0,0 0 0,1-1 0,-1 1 0,0 0 0,0 0 0,0 0 0,0-1 0,0 1 0,0 0 0,0 0 0,0 0 0,0-1 0,0 1 0,0 0 0,0 0 0,0-1 0,0 1 0,0 0 0,0 0 0,0-1 0,-8 0 0,-13 3 0,19-2 0,-5 1 0,0 1 0,1-1 0,-1 1 0,1 1 0,-1-1 0,1 1 0,0 0 0,-7 5 0,10-6 0,-1 1 0,1-1 0,1 1 0,-1-1 0,0 1 0,1 0 0,-1 0 0,1 0 0,0 0 0,0 1 0,0-1 0,0 0 0,1 1 0,0-1 0,-1 1 0,0 5 0,-4 15 0,4-17 0,1 1 0,-1-1 0,1 0 0,0 1 0,0 8 0,1-15 0,1 1 0,-1 0 0,0 0 0,1 0 0,-1-1 0,1 1 0,-1 0 0,1 0 0,0-1 0,0 1 0,0-1 0,0 1 0,0-1 0,0 1 0,0-1 0,0 1 0,1-1 0,-1 0 0,0 0 0,1 0 0,-1 0 0,1 0 0,0 0 0,-1 0 0,4 1 0,13 5 0,0-1 0,0-1 0,1-1 0,-1 0 0,1-2 0,0 0 0,0-1 0,24-2 0,-30-1-1365,-4-1-5461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28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46 137 24575,'66'173'0,"-96"-255"0,1 26 0,-6-12 0,32 60 0,0 0 0,0-1 0,1 1 0,0 0 0,0-1 0,0-12 0,2 20 0,0-1 0,0 1 0,0 0 0,0 0 0,0-1 0,0 1 0,1 0 0,-1 0 0,0 0 0,1-1 0,-1 1 0,1 0 0,-1 0 0,1 0 0,-1 0 0,1 0 0,0 0 0,0 0 0,-1 0 0,1 0 0,0 0 0,2-1 0,-1 1 0,0 0 0,0 1 0,0-1 0,0 0 0,0 1 0,0-1 0,0 1 0,0 0 0,1-1 0,-1 1 0,4 1 0,5 0 0,0 1 0,0 1 0,20 6 0,-28-8 0,11 5 0,-1 0 0,0 1 0,0 0 0,-1 1 0,16 13 0,-4-4 0,-10-8-1365,-1-2-5461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29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1 24575,'-15'0'0,"1"0"0,-1 2 0,-14 2 0,23-2 0,1-1 0,0 0 0,0 1 0,0 0 0,0 0 0,0 1 0,0-1 0,1 1 0,-1 0 0,1 0 0,-6 6 0,9-8 0,-1 1 0,1-1 0,0 0 0,1 0 0,-1 0 0,0 1 0,0-1 0,0 1 0,1-1 0,-1 0 0,1 1 0,-1-1 0,1 1 0,-1-1 0,1 1 0,0 0 0,0-1 0,0 1 0,0-1 0,0 1 0,0 2 0,1-2 0,0 0 0,0 1 0,0-1 0,0 0 0,0 0 0,1 0 0,-1 0 0,1 0 0,-1 0 0,1 0 0,-1-1 0,4 4 0,1-1 0,-1-1 0,1 1 0,0-1 0,-1 0 0,1 0 0,1 0 0,-1-1 0,0 0 0,10 2 0,-11-4 0,1 1 0,0-1 0,0 0 0,0 0 0,0 0 0,0-1 0,-1 0 0,1 0 0,10-3 0,-14 2 0,1 1 0,-1 0 0,0 0 0,0-1 0,1 1 0,-1-1 0,0 0 0,-1 1 0,1-1 0,0 0 0,0 0 0,-1 0 0,1 0 0,-1-1 0,0 1 0,0 0 0,0-1 0,0 1 0,0 0 0,0-1 0,-1 1 0,1-1 0,-1 0 0,1-3 0,-1 0 0,2-10 0,1 14 0,1 11 0,1 2-91,-1-1 0,2 1 0,0-1 0,0-1 0,0 1 0,2-1 0,-1 0 0,1-1 0,0 1 0,0-2 0,1 1 0,1-1 0,-1-1 0,14 8 0,-11-8-6735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30.0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166 399 24575,'-21'-4'0,"-32"-3"0,47 7 0,0 0 0,0 0 0,0 0 0,1 1 0,-1 0 0,0 0 0,1 0 0,-1 1 0,0 0 0,-7 3 0,12-4 0,-1 0 0,1-1 0,0 1 0,0 0 0,0-1 0,0 1 0,0 0 0,0 0 0,0 0 0,0 0 0,0 0 0,0 0 0,0 0 0,0 0 0,1 1 0,-1-1 0,0 0 0,1 0 0,-1 1 0,1-1 0,0 0 0,-1 1 0,1-1 0,0 0 0,0 1 0,0-1 0,0 0 0,0 1 0,0-1 0,0 1 0,0-1 0,1 0 0,-1 1 0,0-1 0,1 0 0,-1 0 0,1 1 0,0-1 0,-1 0 0,1 0 0,0 0 0,0 0 0,1 2 0,1 1 0,1 1 0,0-1 0,0 0 0,0-1 0,1 1 0,-1-1 0,1 0 0,0 0 0,6 3 0,-8-5 0,0 1 0,0-1 0,1 0 0,-1 0 0,0-1 0,1 1 0,-1-1 0,0 0 0,1 1 0,-1-2 0,0 1 0,1 0 0,-1-1 0,1 1 0,-1-1 0,0 0 0,0 0 0,6-3 0,-4 2 0,-1-1 0,0 0 0,0 0 0,0-1 0,-1 1 0,1-1 0,-1 0 0,1 0 0,-1 0 0,0 0 0,-1 0 0,3-5 0,-1-1 0,0 1 0,-1-1 0,0 0 0,0 1 0,-1-1 0,-1 0 0,0-1 0,0 1 0,-1 0 0,-1-16 0,-3-8 0,-15-59 0,10 59 0,-1 0 0,-2 1 0,-17-32 0,16 46 0,13 18 0,0 1 0,0 0 0,0 0 0,0 0 0,0 0 0,-1 0 0,1 0 0,0-1 0,0 1 0,0 0 0,0 0 0,0 0 0,-1 0 0,1 0 0,0 0 0,0 0 0,0 0 0,0 0 0,-1 0 0,1 0 0,0 0 0,0 0 0,0 0 0,-1 0 0,1 0 0,0 0 0,0 0 0,0 0 0,0 0 0,-1 0 0,1 0 0,0 0 0,0 0 0,0 0 0,-2 12 0,8 35 0,3 0 0,1-1 0,2 0 0,2-1 0,21 46 0,-22-61 0,27 46 0,-35-68 0,0 0 0,0 0 0,1-1 0,0 0 0,0 0 0,1-1 0,0 1 0,0-2 0,0 1 0,14 7 0,-19-12 0,0 0 0,-1 0 0,1 0 0,0-1 0,0 1 0,0-1 0,0 1 0,0-1 0,-1 0 0,1 0 0,0 0 0,0 0 0,0 0 0,0 0 0,0 0 0,0-1 0,0 1 0,0-1 0,1 0 0,0 0 0,-1 0 0,0-1 0,0 1 0,0-1 0,0 0 0,0 1 0,-1-1 0,1 0 0,0 0 0,-1 0 0,1 0 0,1-5 0,1-2 0,0-1 0,-1 0 0,0 0 0,0 0 0,1-20 0,-1-46 0,-3 76 0,0 0 0,0-1 0,0 1 0,0 0 0,0 0 0,0 0 0,0 0 0,0-1 0,0 1 0,0 0 0,0 0 0,0 0 0,0 0 0,0 0 0,0-1 0,0 1 0,0 0 0,0 0 0,0 0 0,0 0 0,1 0 0,-1-1 0,0 1 0,0 0 0,0 0 0,0 0 0,0 0 0,0 0 0,0 0 0,1 0 0,-1 0 0,0-1 0,0 1 0,0 0 0,0 0 0,0 0 0,1 0 0,-1 0 0,0 0 0,0 0 0,0 0 0,0 0 0,1 0 0,-1 0 0,0 0 0,0 0 0,0 0 0,8 7 0,4 13 0,-6-9-104,2 6-148,1 0 0,1-1-1,1 0 1,20 23 0,-22-29-6574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30.2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24575,'0'7'0,"0"3"-8191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30.5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24575,'1'3'0,"6"7"0,1 0 0,0-1 0,0 1 0,1-1 0,0-1 0,18 14 0,-26-22 0,0 1 0,1 0 0,-1 0 0,0-1 0,1 1 0,-1 0 0,0-1 0,1 0 0,-1 1 0,1-1 0,-1 0 0,1 0 0,-1 0 0,1 0 0,-1 0 0,1 0 0,-1 0 0,1 0 0,-1 0 0,1-1 0,-1 1 0,1-1 0,-1 1 0,0-1 0,1 0 0,-1 1 0,0-1 0,1 0 0,1-1 0,1-3 0,-1 1 0,1-1 0,-1 1 0,0-1 0,0 0 0,3-7 0,-6 12 0,0 0 0,0-1 0,0 1 0,1-1 0,-1 1 0,0 0 0,0-1 0,1 1 0,-1 0 0,0-1 0,1 1 0,-1 0 0,0 0 0,1-1 0,-1 1 0,1 0 0,-1 0 0,0-1 0,1 1 0,-1 0 0,1 0 0,-1 0 0,1 0 0,-1 0 0,0 0 0,1 0 0,-1 0 0,1 0 0,-1 0 0,1 0 0,-1 0 0,1 0 0,-1 0 0,0 0 0,1 0 0,-1 1 0,1-1 0,-1 0 0,1 0 0,-1 0 0,0 1 0,1-1 0,-1 0 0,0 0 0,1 1 0,19 19 0,-10-10 0,7 5-110,25 18 347,-39-31-352,0 0 0,0 0 1,0-1-1,0 1 0,0-1 0,0 0 0,0 0 1,1 0-1,-1 0 0,0-1 0,1 1 1,3-1-1,4-1-6711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30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74 24575,'-2'-13'0,"2"8"0,0 0 0,-1 0 0,0 1 0,0-1 0,0 0 0,0 1 0,-1-1 0,0 1 0,0 0 0,-3-6 0,5 10 0,0 0 0,-1-1 0,1 1 0,0 0 0,0-1 0,-1 1 0,1 0 0,0 0 0,-1-1 0,1 1 0,0 0 0,-1 0 0,1 0 0,0-1 0,-1 1 0,1 0 0,-1 0 0,1 0 0,0 0 0,-1 0 0,1 0 0,-1 0 0,1 0 0,0 0 0,-1 0 0,1 0 0,-1 0 0,1 0 0,-1 0 0,0 1 0,0 0 0,0-1 0,0 1 0,0 0 0,0-1 0,0 1 0,0 0 0,1 0 0,-1 0 0,-1 1 0,-11 25 0,11-19 0,0-1 0,0 1 0,1 0 0,0-1 0,1 1 0,0 0 0,0 0 0,0 0 0,1-1 0,2 10 0,-2-11 0,1 0 0,0 0 0,1 0 0,-1-1 0,1 1 0,0-1 0,0 0 0,1 1 0,-1-2 0,1 1 0,0 0 0,1-1 0,6 6 0,-10-9 0,16 13 0,22 22 0,-35-33 0,0 2 0,-1-1 0,1 0 0,-1 1 0,0 0 0,-1 0 0,1 0 0,-1 0 0,0 0 0,0 0 0,1 7 0,-2-11 0,-1 1 0,0-1 0,0 1 0,0-1 0,0 1 0,0-1 0,0 1 0,0-1 0,-1 1 0,1-1 0,-1 1 0,1-1 0,-1 1 0,1-1 0,-1 1 0,0-1 0,0 0 0,-1 3 0,0-2 0,0 0 0,0 0 0,0-1 0,-1 1 0,1-1 0,0 1 0,-1-1 0,1 0 0,-6 2 0,-3 0 0,0 0 0,-1-1 0,-22 1 0,33-3 0,-50 2-1365,29-2-5461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31.8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2 24575,'-28'-1'0,"6"0"0,-24 3 0,40-2 0,1 1 0,0 0 0,-1 0 0,1 1 0,0-1 0,0 1 0,0 0 0,0 0 0,-8 6 0,11-7 0,0 1 0,0-1 0,0 1 0,0 0 0,1-1 0,-1 1 0,1 0 0,-1 0 0,1 0 0,0 0 0,0 0 0,0 0 0,0 0 0,0 1 0,0-1 0,0 0 0,1 0 0,-1 1 0,1-1 0,0 1 0,0-1 0,0 0 0,0 1 0,0-1 0,0 0 0,0 1 0,1-1 0,0 0 0,-1 1 0,1-1 0,0 0 0,2 4 0,1 1 0,0 0 0,0 0 0,1-1 0,0 1 0,0-1 0,0-1 0,1 1 0,10 7 0,-2-3 0,1 0 0,0-1 0,1-1 0,0 0 0,0-2 0,1 0 0,0 0 0,0-1 0,0-2 0,1 1 0,-1-2 0,36 0 0,-18-7-1365,-21 2-5461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32.0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0 24575,'-3'8'0,"0"4"0,2 4 0,2 0 0,3 1 0,3 0 0,3 0 0,0-2 0,1-2 0,1-1 0,0-3 0,2 0 0,0-2 0,-2-2-8191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32.1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24575,'5'16'0,"4"6"0,0 3 0,0-1 0,-3-3-8191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32.4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75 257 24575,'0'0'0,"0"0"0,0 1 0,0-1 0,0 0 0,0 1 0,0-1 0,0 0 0,0 1 0,0-1 0,0 0 0,0 1 0,0-1 0,0 0 0,0 1 0,0-1 0,0 0 0,-1 1 0,1-1 0,0 0 0,0 0 0,0 1 0,-1-1 0,1 0 0,0 0 0,0 1 0,0-1 0,-1 0 0,1 1 0,-8-6 0,-6-13 0,6 2 0,0 0 0,2-1 0,-1 0 0,2 0 0,1-1 0,0 1 0,1-1 0,1 0 0,-1-22 0,3 35 24,0 0 0,1 0 0,-1 0 0,2-7 0,-1 12-63,-1-1 0,0 0 0,0 0 0,0 1 0,0-1 0,0 0-1,1 1 1,-1-1 0,0 0 0,1 0 0,-1 1 0,1-1 0,-1 1 0,0-1 0,1 0 0,-1 1 0,1-1 0,0 1-1,-1-1 1,1 1 0,-1-1 0,1 1 0,0 0 0,-1-1 0,1 1 0,0 0 0,0 0 0,-1-1 0,1 1 0,0 0 0,-1 0-1,1 0 1,0 0 0,0 0 0,-1 0 0,1 0 0,1 0 0,6 3-6787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33.6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40 493 24575,'-2'1'0,"0"-1"0,0 1 0,0 0 0,0 0 0,0 0 0,0 0 0,0 0 0,0 0 0,0 1 0,0-1 0,1 1 0,-1-1 0,0 1 0,1-1 0,0 1 0,-1 0 0,1 0 0,0 0 0,0 0 0,0 0 0,0 0 0,0 0 0,0 0 0,1 0 0,-1 1 0,1-1 0,-1 0 0,1 0 0,0 0 0,0 1 0,0-1 0,0 0 0,1 5 0,1-1 0,-1 0 0,1 1 0,1-1 0,-1 0 0,1 0 0,0-1 0,0 1 0,1-1 0,0 1 0,7 7 0,0 0 0,2-1 0,0 0 0,27 19 0,-35-27 0,0-1 0,0-1 0,1 1 0,-1-1 0,1 0 0,9 3 0,-12-5 0,1 1 0,-1-1 0,0 0 0,1 0 0,-1 0 0,1 0 0,-1-1 0,0 1 0,1-1 0,-1 0 0,0 0 0,6-2 0,-7 1 0,1 0 0,-1 0 0,0 0 0,1-1 0,-1 1 0,0-1 0,0 1 0,-1-1 0,1 0 0,0 1 0,-1-1 0,0 0 0,0 0 0,2-4 0,8-17 0,-1 10 0,14-16 0,-14 19 0,0-2 0,9-14 0,-12 14 0,-1 1 0,0-2 0,-1 1 0,-1-1 0,0 1 0,-1-1 0,0-1 0,-2 1 0,1 0 0,-1 0 0,-2-17 0,-4-64 0,3 81 0,-1 0 0,0 0 0,-1 0 0,-8-21 0,-4 4 0,0 0 0,-2 1 0,-27-34 0,43 60 0,0 1 0,-1 0 0,1 1 0,-1-1 0,0 0 0,-4-3 0,6 6 0,1 0 0,0 0 0,-1 0 0,1-1 0,-1 1 0,1 0 0,0 0 0,-1 0 0,1 0 0,0 0 0,-1 0 0,1 0 0,-1 0 0,1 0 0,0 0 0,-1 0 0,1 0 0,-1 0 0,1 0 0,0 0 0,-1 0 0,1 0 0,-1 1 0,1-1 0,-1 0 0,0 1 0,1 0 0,-1 0 0,0 0 0,1 0 0,-1 0 0,1 0 0,-1 0 0,1 0 0,0 0 0,-1 0 0,1 0 0,0 0 0,0 0 0,0 2 0,-2 13 0,2 0 0,0 1 0,0-1 0,2 0 0,0 0 0,1 0 0,0 0 0,2 0 0,-1 0 0,11 20 0,8 11 0,55 82 0,-69-115 0,3 3 0,1 0 0,0 0 0,28 26 0,-32-35 0,1 0 0,0 0 0,0-1 0,0-1 0,1 0 0,0 0 0,0-1 0,12 4 0,-19-8 0,-1 0 0,1 0 0,0 0 0,0-1 0,0 1 0,0-1 0,0 0 0,0 0 0,0 0 0,-1-1 0,1 0 0,0 1 0,0-1 0,0-1 0,-1 1 0,1 0 0,5-4 0,-5 2 0,0 0 0,0 0 0,0 0 0,-1-1 0,1 1 0,-1-1 0,0 0 0,0 0 0,0 0 0,0-1 0,-1 1 0,0-1 0,3-5 0,-2-1 0,0 0 0,0 0 0,-1 0 0,0 0 0,0-20 0,-2 10 0,-1 0 0,-4-24 0,3 34 0,0 1 0,-6-17 0,6 24 0,1 0 0,0-1 0,-1 1 0,0 0 0,1 0 0,-1 0 0,0 0 0,-1 1 0,1-1 0,0 0 0,-5-3 0,6 6 0,0-1 0,0 1 0,0 0 0,0-1 0,-1 1 0,1 0 0,0-1 0,0 1 0,0 0 0,0 0 0,-1 0 0,1 0 0,0 0 0,0 0 0,0 1 0,0-1 0,-1 0 0,1 1 0,0-1 0,0 0 0,0 1 0,0 0 0,0-1 0,0 1 0,0-1 0,0 1 0,0 0 0,0 0 0,1 0 0,-1-1 0,0 1 0,0 0 0,1 0 0,-2 2 0,-1 1 0,0 0 0,1 0 0,-1 0 0,1 1 0,0-1 0,-3 10 0,3-7 0,0 0 0,1 1 0,0-1 0,1 1 0,-1-1 0,1 1 0,1 0 0,0-1 0,0 1 0,0-1 0,1 0 0,0 1 0,0-1 0,1 0 0,5 10 0,-3-9 0,0 0 0,1 0 0,0 0 0,0-1 0,1 0 0,0 0 0,0 0 0,0-1 0,1 0 0,0-1 0,15 9 0,2-3-151,0-1-1,1-1 0,0-1 0,0-1 1,1-1-1,0-2 0,0-1 1,49 0-1,-61-3-6674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39.4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5 24575,'0'0'0,"-1"0"0,1 0 0,0 0 0,0 0 0,0 0 0,0 0 0,0-1 0,0 1 0,0 0 0,0 0 0,-1 0 0,1 0 0,0 0 0,0 0 0,0 0 0,0 0 0,0 0 0,0 0 0,0 0 0,0 0 0,0 0 0,0-1 0,0 1 0,0 0 0,-1 0 0,1 0 0,0 0 0,0 0 0,0 0 0,0 0 0,0-1 0,0 1 0,0 0 0,0 0 0,0 0 0,0 0 0,0 0 0,0 0 0,0 0 0,0 0 0,0-1 0,0 1 0,0 0 0,1 0 0,-1 0 0,0 0 0,0 0 0,0 0 0,0 0 0,0 0 0,0-1 0,0 1 0,0 0 0,0 0 0,0 0 0,0 0 0,9 1 0,12 6 0,10 8 0,0 1 0,35 25 0,-5-2 0,214 114 0,-268-148 0,-4-3 0,0 0 0,0 0 0,0-1 0,0 1 0,0-1 0,0 0 0,0 0 0,1 0 0,-1 0 0,5 0 0,-8-1-24,0 0 0,1 0 0,-1 0 0,0 0 0,0 0 1,0 0-1,0 0 0,0 0 0,1 0 0,-1 0 0,0 0 0,0-1 0,0 1 0,0 0 0,0 0 0,0 0 0,0 0 0,1 0 0,-1 0 0,0-1 0,0 1 0,0 0 0,0 0 0,0 0 0,0 0 0,0 0 1,0-1-1,0 1 0,0 0 0,0 0 0,0 0 0,0 0 0,0-1 0,0 1 0,0 0 0,0 0 0,0 0 0,0 0 0,0 0 0,0-1 0,0 1 0,-1 0 0,1 0 0,0 0 0,0 0 0,0 0 0,0 0 1,0-1-1,0 1 0,0 0 0,0 0 0,-1 0 0,1 0 0,0 0 0,0 0 0,0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39.7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153 0 24575,'-20'13'0,"-7"9"0,-1 3 0,4 0 0,4 1 0,5 0 0,5 2 0,4 1 0,4-3 0,1 0 0,2 1 0,0 0 0,0-2 0,0-4-8191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40.4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24575,'69'21'0,"69"31"0,62 40 0,23 9 0,-135-66-1365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40.6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299 1 24575,'-30'27'0,"-13"13"0,-1 0 0,4-2 0,4-7 0,6-5 0,5-4 0,4-5 0,4-1 0,4-4-8191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41.3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21 24575,'18'-8'0,"10"1"0,9 3 0,2 3 0,3 4 0,-2 3 0,1 5 0,-2-1 0,-2 1 0,-3 1 0,-5-2 0,-1 0 0,-4-1 0,-3-3 0,-6-2-8191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41.5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200 1 24575,'-18'30'0,"-8"12"0,-2 3 0,1-6 0,3-5 0,2-7 0,3-8 0,5-4 0,2-3 0,3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42.0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24575,'591'135'0,"-574"-130"-455,0-2 0,21 3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42.3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181 1 24575,'-23'27'0,"-7"13"0,1 3 0,4-2 0,5-6 0,6-7 0,4-2 0,3-4 0,0-3 0,-1-2 0,0-4-8191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49.4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2076 164 24575,'21'1'0,"-20"-1"0,0 0 0,0 1 0,0-1 0,0 0 0,0 0 0,0 0 0,0 1 0,-1-1 0,1 0 0,0 1 0,0-1 0,0 1 0,0-1 0,-1 1 0,1 0 0,0-1 0,0 2 0,-1-2 0,0 0 0,0 1 0,0-1 0,0 0 0,0 0 0,-1 1 0,1-1 0,0 0 0,0 0 0,-1 1 0,1-1 0,0 0 0,0 0 0,-1 0 0,1 0 0,0 1 0,0-1 0,-1 0 0,1 0 0,0 0 0,-1 0 0,1 0 0,0 0 0,-1 0 0,1 0 0,0 0 0,0 0 0,-1 0 0,1 0 0,-12 1 0,-61 6 0,-81 2 0,-690-10 0,669 9 0,13 0 0,99-8 0,-217-1 0,250-1 0,0-1 0,1-1 0,0-2 0,-43-13 0,48 12 0,18 6 0,-1 0 0,1-1 0,0 0 0,-10-5 0,15 6 0,1 1 0,0 0 0,-1 0 0,1 0 0,0-1 0,-1 1 0,1 0 0,0 0 0,-1-1 0,1 1 0,0 0 0,0-1 0,-1 1 0,1 0 0,0-1 0,0 1 0,0 0 0,0-1 0,-1 1 0,1-1 0,0 1 0,0 0 0,0-1 0,0 1 0,0-1 0,0 1 0,0-1 0,0 1 0,0 0 0,0-1 0,0 1 0,0-1 0,0 1 0,1 0 0,-1-1 0,0 1 0,0 0 0,0-1 0,1 1 0,-1 0 0,0-1 0,0 1 0,1 0 0,-1-1 0,0 1 0,0 0 0,1-1 0,-1 1 0,0 0 0,1 0 0,-1 0 0,1-1 0,-1 1 0,1 0 0,21-12 0,-21 11 0,32-11 0,1 2 0,0 0 0,40-4 0,9-4 0,-49 10 0,14-3 0,68-25 0,-122 34 0,-1 1 0,1 1 0,-12 0 0,-18 3 0,1 3 0,-38 9 0,-69 27 0,102-30 0,-93 35 0,83-28 0,49-19 0,0 1 0,-1-1 0,1 1 0,0-1 0,-1 1 0,1 0 0,0 0 0,0-1 0,0 1 0,0 0 0,0 0 0,0 0 0,0 0 0,0 0 0,0 0 0,0 1 0,0-1 0,1 0 0,-2 2 0,2-2 0,0 0 0,0 0 0,0 0 0,0 0 0,0 1 0,0-1 0,0 0 0,1 0 0,-1 0 0,0 0 0,1 0 0,-1 0 0,0 0 0,1 0 0,0 0 0,-1 0 0,1 0 0,-1 0 0,1 0 0,0-1 0,0 1 0,-1 0 0,1 0 0,0-1 0,1 2 0,10 7 0,0-1 0,0 0 0,1-1 0,16 7 0,59 20 0,-38-16 0,-44-16 0,17 6 0,-1 1 0,0 1 0,0 1 0,29 20 0,-50-30-36,1 0 0,-1 0 0,0 0 1,1 0-1,-1 0 0,0 1 0,0-1 0,0 0 0,0 1 0,0-1 0,0 1 0,0-1 0,-1 1 0,1-1 0,0 1 0,-1 0 0,1-1 1,-1 1-1,0 0 0,1-1 0,-1 1 0,0 0 0,0-1 0,0 1 0,0 0 0,-1-1 0,1 1 0,0 0 0,-1-1 0,1 1 0,-1 0 1,1-1-1,-1 1 0,0-1 0,0 1 0,0-1 0,-1 3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0.5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33 74 24575,'-4'-10'0,"-2"-5"0,0 0 0,-10-18 0,23 60 0,113 234 0,-23-60 0,10 19 0,-87-180 0,-28-63 0,1 0 0,-6-27 0,5 16 0,3 11 0,0-1 0,1 0 0,1 0 0,1 0 0,2-33 0,0 56 0,0 0 0,0 0 0,0 0 0,0-1 0,0 1 0,1 0 0,-1 0 0,0 0 0,0 0 0,1 0 0,-1 0 0,1 0 0,-1 0 0,1 0 0,-1 0 0,1 0 0,0 0 0,-1 1 0,1-1 0,0 0 0,0 0 0,-1 1 0,1-1 0,0 0 0,0 1 0,0-1 0,0 1 0,0-1 0,0 1 0,0-1 0,0 1 0,0 0 0,0-1 0,0 1 0,0 0 0,0 0 0,0 0 0,1 0 0,-1 0 0,0 0 0,0 0 0,0 0 0,0 1 0,0-1 0,0 0 0,2 1 0,4 2 0,-1-1 0,1 1 0,-1 1 0,0-1 0,11 9 0,19 17 0,36 38 0,6 5 0,-9-10 0,-66-58-118,-4-4 156,-11-5 162,-16-13-1685,18 10-5341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1.0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184 149 24575,'-9'-7'0,"-57"-41"0,56 41 0,0 1 0,-1 1 0,1 0 0,-20-7 0,29 12 0,-1-1 0,1 1 0,0 0 0,0-1 0,-1 1 0,1 0 0,0 0 0,0 0 0,-1 0 0,1 0 0,0 0 0,0 0 0,-1 0 0,1 1 0,0-1 0,0 0 0,-1 1 0,1-1 0,0 1 0,0-1 0,0 1 0,-2 1 0,2-1 0,0 0 0,0 0 0,1 0 0,-1 1 0,0-1 0,1 0 0,-1 1 0,1-1 0,-1 1 0,1-1 0,0 1 0,-1-1 0,1 1 0,0-1 0,0 0 0,0 3 0,1 3 0,-1-1 0,2 1 0,-1-1 0,1 1 0,0-1 0,0 1 0,4 7 0,0-4 0,0 0 0,1 0 0,0-1 0,1 0 0,0 0 0,0-1 0,1 0 0,0-1 0,0 1 0,1-2 0,10 7 0,-12-9 0,-1 0 0,1 0 0,0-1 0,0 0 0,0-1 0,1 1 0,-1-2 0,0 1 0,1-1 0,-1 0 0,1-1 0,-1 0 0,1 0 0,0-1 0,14-3 0,-18 2 0,0 0 0,-1 0 0,1 0 0,-1 0 0,0-1 0,0 1 0,0-1 0,0 0 0,0 0 0,-1-1 0,1 1 0,-1-1 0,0 0 0,0 0 0,0 0 0,-1 0 0,1 0 0,-1 0 0,0-1 0,0 1 0,-1-1 0,1 0 0,-1 1 0,0-1 0,0 0 0,-1 0 0,1 0 0,-1 0 0,0 0 0,-1 1 0,1-1 0,-1 0 0,0 0 0,0 0 0,0 1 0,-1-1 0,1 0 0,-1 1 0,0-1 0,-1 1 0,1 0 0,-1 0 0,0 0 0,0 0 0,-6-6 0,-2 0 0,-1 1 0,0 0 0,0 1 0,-1 1 0,1 0 0,-2 0 0,1 1 0,-1 1 0,0 0 0,0 1 0,-1 0 0,1 2 0,-1-1 0,1 2 0,-23 0 0,33 1-65,1 0 0,-1 0 0,1 1 0,-1-1 0,1 1 0,-1 0 0,1 0 0,0 1 0,-1-1 0,1 0 0,0 1 0,0 0 0,0 0 0,0 0 0,0 0 0,0 1 0,1-1 0,-1 1 0,1-1 0,-3 5 0,1 2-6761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1.6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62 24575,'228'142'0,"-219"-136"0,56 33 0,-58-35 0,0-1 0,0 0 0,0-1 0,0 0 0,0 0 0,0 0 0,14 1 0,-19-3 0,0 0 0,1 0 0,-1 0 0,0-1 0,0 1 0,0 0 0,0-1 0,0 1 0,0-1 0,0 0 0,-1 0 0,1 0 0,0 0 0,0 0 0,0 0 0,-1 0 0,4-3 0,-3 1 0,0 1 0,-1-1 0,1 1 0,-1-1 0,1 0 0,-1 0 0,0 1 0,0-1 0,0 0 0,0 0 0,0-3 0,0-2 0,0 1 0,-1 0 0,0-1 0,0 1 0,-1-1 0,1 1 0,-2 0 0,1 0 0,-4-10 0,-6-5 0,9 18 0,0 0 0,0 0 0,0-1 0,0 1 0,-1-9 0,3 13 0,0 0 0,0 0 0,0 0 0,0 0 0,-1 0 0,1 0 0,0 0 0,0 0 0,0 0 0,0 0 0,0 0 0,0-1 0,0 1 0,1 0 0,-1 0 0,0 0 0,0 0 0,0 0 0,0 0 0,0 0 0,0 0 0,0 0 0,0 0 0,0 0 0,0 0 0,0 0 0,0-1 0,0 1 0,0 0 0,0 0 0,0 0 0,0 0 0,0 0 0,0 0 0,0 0 0,0 0 0,1 0 0,-1 0 0,0 0 0,0 0 0,0 0 0,0 0 0,0 0 0,0 0 0,0 0 0,0 0 0,0 0 0,0 0 0,0 0 0,0 0 0,1 0 0,-1 0 0,5 3 0,6 5 0,9 8 0,1 0 0,1-1 0,0-2 0,1 0 0,0-1 0,1-2 0,50 16 0,-57-21 0,1-1 0,0-1 0,-1 0 0,2-2 0,-1 0 0,0-1 0,0 0 0,26-5 0,-41 4 0,0 1 0,0-1 0,0 0 0,0 0 0,-1 0 0,1-1 0,-1 1 0,1-1 0,-1 1 0,5-4 0,-6 4 0,0 0 0,-1 0 0,1 0 0,0 0 0,-1 0 0,1 0 0,-1 0 0,1 0 0,-1 0 0,1 0 0,-1 0 0,0 0 0,1 0 0,-1-1 0,0 1 0,0 0 0,0 0 0,0 0 0,0 0 0,0-1 0,0 1 0,-1 0 0,1 0 0,0 0 0,-1 0 0,1 0 0,0 0 0,-1 0 0,1 0 0,-2-2 0,-3-5 0,-1 0 0,0 1 0,0-1 0,-1 1 0,0 1 0,0-1 0,-1 1 0,1 1 0,-14-8 0,-10-4 0,-39-16 0,69 33 0,-20-9-227,0 1-1,-1 1 1,0 0-1,0 2 1,-44-4-1,47 8-6598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2.0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24575,'18'15'0,"8"10"0,2 6 0,-1 5 0,0 1 0,-3 2 0,-2 3 0,-2-2 0,-3 0 0,-1-2 0,-1-1 0,-1-4 0,-2-3 0,-4-3 0,0-3 0,-2-3 0,-1-5-8191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2.2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325 135 24575,'-109'-75'0,"91"63"0,-2 2 0,0 0 0,-41-13 0,58 22 0,0 0 0,0 0 0,-1 1 0,1-1 0,0 1 0,-1-1 0,1 1 0,0 0 0,-1 1 0,1-1 0,0 1 0,-1-1 0,1 1 0,0 0 0,0 0 0,-5 2 0,5-1 0,0 0 0,1 0 0,-1 0 0,1 1 0,0-1 0,-1 0 0,1 1 0,0 0 0,1-1 0,-1 1 0,0 0 0,1 0 0,-1 0 0,1 0 0,0 0 0,-1 6 0,1-6 8,1-1 0,-1 0 0,1 1 0,0-1 0,0 1 0,0-1 0,0 1 0,0-1 0,1 1 0,-1-1 0,1 1 0,-1-1 0,1 1 0,1 2 0,2 1-379,-1 0-1,1 0 1,9 9 0,-6-6-6455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2.5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114 135 24575,'-8'-5'0,"1"1"0,-1-1 0,1 1 0,-1 1 0,0-1 0,0 1 0,0 1 0,0-1 0,-11-1 0,18 4 0,0 0 0,0 0 0,0 0 0,0 0 0,0 0 0,0 0 0,0 0 0,0 0 0,0 0 0,0 0 0,0 1 0,0-1 0,0 0 0,1 1 0,-1-1 0,0 1 0,0-1 0,0 1 0,0-1 0,1 1 0,-2 1 0,1-1 0,1-1 0,-1 1 0,1 0 0,0 0 0,-1 0 0,1 0 0,0 0 0,0 0 0,0 0 0,0 0 0,0 0 0,0 0 0,0 0 0,0 0 0,0 0 0,0 0 0,1 1 0,1 4 0,0 0 0,1-1 0,-1 0 0,1 0 0,6 9 0,0-3 0,0 0 0,1-1 0,0 0 0,1-1 0,0 0 0,0-1 0,24 13 0,-26-16 0,1 0 0,0-1 0,0 0 0,0-1 0,0 0 0,1 0 0,-1-1 0,1-1 0,-1 1 0,1-2 0,11 0 0,-19 0 0,0-1 0,1 1 0,-1-1 0,0 0 0,0 0 0,0 0 0,0 0 0,0-1 0,0 1 0,0-1 0,0 0 0,-1 0 0,1 0 0,-1 0 0,1 0 0,-1 0 0,0-1 0,0 1 0,0-1 0,0 1 0,0-1 0,-1 0 0,1 0 0,-1 0 0,1 0 0,-1 0 0,0 0 0,-1 0 0,2-5 0,-1 0 0,0 0 0,0 0 0,-1 1 0,0-1 0,-1 0 0,0 0 0,0 1 0,0-1 0,-1 1 0,0-1 0,-5-9 0,3 7 20,-1 1 0,-1 0 0,0 0 0,0 0 0,-15-15 0,16 19-169,0 0 1,0 0-1,-1 1 1,0 0-1,0 0 1,0 0-1,-1 0 1,1 1-1,-11-3 1,4 2-6678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4.3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367 27 24575,'-31'-6'0,"-109"-13"0,123 18 0,-1 1 0,1 0 0,-1 1 0,1 1 0,-33 8 0,46-9 0,1 0 0,-1 0 0,1 1 0,0 0 0,-1-1 0,1 1 0,0 0 0,0 1 0,0-1 0,0 0 0,0 1 0,1 0 0,-1 0 0,1 0 0,-4 5 0,5-5 0,0-1 0,0 0 0,0 0 0,0 0 0,1 1 0,-1-1 0,1 0 0,0 1 0,-1-1 0,1 0 0,0 1 0,0-1 0,1 1 0,-1-1 0,0 0 0,1 1 0,-1-1 0,1 0 0,0 0 0,0 1 0,0-1 0,0 0 0,0 0 0,0 0 0,4 3 0,1 2 0,0 0 0,1 0 0,0-1 0,0 0 0,1 0 0,0-1 0,16 8 0,64 24 0,-61-27 0,-13-4 0,0-1 0,1 0 0,0-1 0,0 0 0,0-2 0,0 1 0,0-2 0,19 0 0,-32-1 0,0 0 0,0 0 0,0-1 0,0 1 0,0-1 0,-1 1 0,1-1 0,0 1 0,0-1 0,-1 0 0,1 0 0,-1 0 0,1 0 0,-1 0 0,1 0 0,-1 0 0,1-1 0,-1 1 0,0 0 0,0-1 0,0 1 0,0-1 0,0 0 0,0 1 0,0-1 0,1-3 0,-1 3 0,-1-1 0,0 1 0,0 0 0,1-1 0,-1 1 0,-1-1 0,1 1 0,0 0 0,0-1 0,-1 1 0,0 0 0,1 0 0,-1-1 0,0 1 0,0 0 0,0 0 0,0 0 0,-1 0 0,1 0 0,-3-3 0,-2-2 0,-1 1 0,1 0 0,-1 1 0,0 0 0,-12-7 0,16 10 0,1 1 0,-1-1 0,0 1 0,0 0 0,0 0 0,0 1 0,-1-1 0,-4 0 0,7 1 0,0 0 0,-1 0 0,1 0 0,0 0 0,-1 1 0,1-1 0,0 0 0,0 1 0,-1-1 0,1 1 0,0-1 0,0 1 0,-1 0 0,1 0 0,0-1 0,0 1 0,0 0 0,0 0 0,0 0 0,-1 1 0,1 0 0,0 1 0,0-1 0,0 0 0,0 0 0,0 0 0,1 1 0,-1-1 0,1 0 0,-1 1 0,1-1 0,0 0 0,0 1 0,0-1 0,0 1 0,1-1 0,-1 0 0,1 4 0,2 3 0,-1 0 0,1 0 0,5 8 0,18 35 0,63 91 0,-55-102 0,-23-29 0,15 22 0,-25-33 0,0 1 0,0-1 0,-1 0 0,1 0 0,0 1 0,-1-1 0,1 1 0,-1-1 0,0 0 0,1 1 0,-1-1 0,0 1 0,0-1 0,0 2 0,0-2 0,0 0 0,0-1 0,-1 1 0,1 0 0,0-1 0,-1 1 0,1 0 0,0-1 0,-1 1 0,1 0 0,-1-1 0,1 1 0,-1-1 0,1 1 0,-1-1 0,1 1 0,-1-1 0,1 0 0,-1 1 0,0 0 0,-2 0 0,0 0 0,-1 0 0,1-1 0,0 1 0,0-1 0,0 1 0,0-1 0,0 0 0,-1 0 0,-5-1 0,-5-2 0,0 0 0,0-1 0,-19-7 0,25 8 0,0-1 0,0 0 0,1 0 0,0-1 0,0 1 0,0-2 0,-7-6 0,12 11 0,1 0 0,0 0 0,0 0 0,0-1 0,0 1 0,0 0 0,0-1 0,0 1 0,0 0 0,0-1 0,1 1 0,-1-1 0,1 0 0,-1 1 0,1-1 0,0 1 0,-1-1 0,1 0 0,0 1 0,0-1 0,0 0 0,0 1 0,0-1 0,1 0 0,-1 1 0,1-1 0,-1 1 0,1-1 0,-1 1 0,1-1 0,0 1 0,-1-1 0,1 1 0,0-1 0,0 1 0,0 0 0,0 0 0,3-3 0,2-1 0,1 0 0,0 0 0,0 0 0,0 1 0,0 0 0,11-4 0,48-19 0,47-22 0,-77 31 0,63-36 0,-88 47 0,-1-1 0,0 1 0,0-2 0,-1 1 0,0-2 0,13-16 0,-20 23 0,0 0 0,0 0 0,0 0 0,-1 0 0,1 0 0,-1-1 0,0 1 0,0-1 0,0 1 0,0-1 0,-1 1 0,0-1 0,1 0 0,-1 1 0,0-1 0,-1 1 0,0-5 0,1 5 0,-1 0 0,0 1 0,0-1 0,0 1 0,-1-1 0,1 1 0,-1-1 0,1 1 0,-1 0 0,0 0 0,0 0 0,0 0 0,0 0 0,0 0 0,0 0 0,-1 1 0,1-1 0,0 1 0,-1-1 0,1 1 0,-1 0 0,-3-1 0,-1 0 0,1 0 0,-1 1 0,1-1 0,-1 1 0,1 1 0,-1-1 0,0 1 0,1 0 0,-14 3 0,18-3 0,-1 1 0,1-1 0,0 1 0,0 0 0,0 0 0,0 0 0,0 0 0,0 0 0,0 0 0,1 1 0,-1-1 0,0 0 0,1 1 0,-1 0 0,1-1 0,-1 1 0,1 0 0,0 0 0,-1 0 0,1 0 0,0 0 0,1 0 0,-1 0 0,0 0 0,0 0 0,1 0 0,-1 0 0,1 1 0,0-1 0,0 0 0,0 0 0,0 0 0,0 3 0,1 0 0,0 0 0,0 0 0,0 1 0,1-2 0,0 1 0,0 0 0,0 0 0,0 0 0,1-1 0,-1 1 0,1-1 0,1 0 0,-1 0 0,0 0 0,1-1 0,4 5 0,8 4 0,-1 1 0,33 17 0,-30-20 60,27 13 0,-41-21-184,1-1 0,0 1 1,-1 0-1,1-1 0,0 0 0,0 0 1,0-1-1,0 1 0,0-1 0,0 0 1,9-1-1,-4-3-6702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4.8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24575,'5'3'0,"0"1"0,0 0 0,-1 0 0,0 0 0,0 0 0,0 1 0,0 0 0,0 0 0,3 8 0,-3-8 0,20 37 0,30 68 0,-4-4 0,-13-42 0,28 58 0,-51-91-1365,-7-21-5461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4.9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441 13 24575,'-27'-2'0,"-15"-1"0,-7-1 0,-1 2 0,4 0 0,6 3 0,6 2 0,3 3 0,2 2 0,1 3 0,3 2 0,3-2 0,5-1-8191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6.1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24575,'3'28'0,"0"0"0,1-1 0,2 1 0,13 38 0,-2-8 0,49 136 0,-2-8 0,-43-101-1365,-17-66-5461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6.3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258 52 24575,'-30'-10'0,"-13"-4"0,-1 2 0,4 1 0,7 7 0,6 5 0,7 5 0,8 5 0,6 3 0,3-2-8191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6.6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172 92 24575,'-14'-3'0,"-1"1"0,0 0 0,1 0 0,-1 2 0,0 0 0,0 0 0,-17 4 0,30-3 0,0-1 0,0 0 0,0 1 0,0 0 0,0 0 0,0-1 0,0 1 0,0 0 0,1 0 0,-1 1 0,0-1 0,1 0 0,-1 1 0,1-1 0,-1 1 0,-1 2 0,2-3 0,1 1 0,-1-1 0,0 1 0,1-1 0,0 1 0,-1-1 0,1 1 0,0-1 0,0 1 0,0 0 0,0-1 0,0 1 0,0-1 0,0 1 0,0 0 0,1-1 0,-1 1 0,1-1 0,-1 1 0,1-1 0,1 3 0,1 2 0,1 0 0,0 0 0,0-1 0,1 1 0,-1-1 0,1 0 0,0 0 0,1 0 0,-1-1 0,1 0 0,0 0 0,8 4 0,1-1 0,0 0 0,0-1 0,1 0 0,18 3 0,-29-8 0,0 0 0,-1-1 0,1 1 0,0-1 0,-1 0 0,1 0 0,0-1 0,0 1 0,-1-1 0,1 0 0,0 0 0,-1-1 0,1 1 0,-1-1 0,0 0 0,7-4 0,-8 4 0,0 0 0,-1 0 0,0-1 0,1 1 0,-1 0 0,0-1 0,0 1 0,0-1 0,0 0 0,-1 0 0,1 1 0,-1-1 0,0 0 0,1-1 0,-1 1 0,-1 0 0,1 0 0,0 0 0,-1 0 0,0-1 0,1 1 0,-1 0 0,-1 0 0,1-1 0,-1-3 0,-1 1 0,0-1 0,0 1 0,0 0 0,-1 0 0,0 0 0,0 0 0,-1 0 0,0 1 0,0-1 0,0 1 0,-1 0 0,1 0 0,-1 1 0,0-1 0,-10-5 0,4 2 0,-1 1 0,0 0 0,0 1 0,-1 0 0,0 1 0,-22-6 0,17 7-455,0 1 0,-33 0 0,29 3-6371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1:59.1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 15 24575,'-1'-1'0,"1"0"0,0 0 0,-1 0 0,1 0 0,0 0 0,-1 0 0,1 0 0,-1 0 0,0 0 0,1 0 0,-1 0 0,0 0 0,0-1 0,0 2 0,1 1 0,0-1 0,0 0 0,-1 0 0,1 0 0,0 0 0,0 0 0,-1 0 0,1 1 0,0-1 0,0 0 0,0 0 0,-1 0 0,1 1 0,0-1 0,0 0 0,0 0 0,0 0 0,0 1 0,-1-1 0,1 0 0,0 0 0,0 1 0,0-1 0,0 0 0,0 0 0,0 1 0,0-1 0,0 0 0,0 1 0,0-1 0,-3 34 0,4 296 0,0-316 0,0 1 0,4 17 0,-2-16 0,2 25 0,2 34 0,-3-47 0,0 31 0,-4-42 0,0 16 0,-1 0 0,-8 47 0,-6 23 0,12-81 0,1 1 0,2 42 0,-1 16 0,-6-41 0,5-29 0,0 0 0,-1 16 0,3-15 0,0-1 0,1 1 0,1-1 0,0 1 0,0-1 0,1 0 0,6 14 0,20 77 0,-20-69 0,-1 0 0,6 48 0,-10-48 0,6 30 0,1 112 0,-11-131 0,8 65 0,-2-6 0,-6-68 0,6 37 0,5 31 0,-4-30 0,0 39 0,1 4 0,7 62 0,-9-26 0,2 6 0,-5-122 0,-1 50 0,-1 10 0,6-46 0,-3-32 0,0 32 0,-4-25 0,-1-1 0,-7 45 0,5-47 0,1 0 0,1 35 0,1-34 0,-1 0 0,-4 28 0,-23 144 0,-22 48 0,49-238 12,0 0 0,0 1 0,1-1 0,-1 0 0,1 0 0,1 0 0,-1 1 0,0-1 0,2 6 0,-1-9-80,0 1 1,0-1-1,0 0 1,0 1-1,1-1 1,-1 0-1,0 0 1,1 0-1,-1 0 1,1 0-1,0-1 1,0 1-1,0 0 1,0-1-1,0 0 1,0 1-1,0-1 1,0 0-1,0 0 1,1 0-1,1 1 1,8 1-6759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00.8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7101 2 24575,'-429'15'0,"251"-8"0,15 0 0,46-6 0,-213 7 0,121 0 0,24-1 0,-101-2 0,-20 1 0,15 2 0,116-6 0,37 5 0,-45 1 0,-432-9 0,468-6 0,3-1 0,3 1 0,6-1 0,-76 0 0,-187 1 0,247 8 0,-99 0 0,-265-3 0,141-26 0,267 18 0,-230 3 0,207 9 0,-94 7 0,-7-4-1365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02.0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75 24575,'22'-13'0,"0"1"0,0 2 0,1 0 0,1 1 0,43-10 0,-61 18 0,0 1 0,0 0 0,0 0 0,0 0 0,0 1 0,0 0 0,11 3 0,41 18 0,-30-11 0,-19-8 0,-1 1 0,0 0 0,-1 0 0,1 0 0,-1 1 0,0 0 0,0 0 0,0 1 0,10 12 0,-15-16 0,0 1 0,0-1 0,0 1 0,-1-1 0,1 1 0,-1 0 0,0 0 0,1 0 0,-2 0 0,1 0 0,0 0 0,0 0 0,-1 0 0,0 0 0,1 0 0,-1 0 0,-1 0 0,1 0 0,0 0 0,-1 0 0,1 0 0,-1 0 0,0 0 0,0 0 0,0 0 0,0 0 0,-1-1 0,1 1 0,-1 0 0,-3 4 0,-4 3 0,0 1 0,-1-1 0,-13 10 0,10-10 0,2 1 0,-13 13 0,13-9 0,-4 4 0,-1-1 0,0 0 0,-1-1 0,-27 20 0,39-33 0,-4 3 0,20-8 0,24-3 0,0 1 0,0 1 0,39 3 0,-15 0 0,46 0-1365,-91-1-5461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02.4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 24575,'30'0'0,"13"0"0,3 0 0,-2 0 0,-8 0 0,-6 0 0,-6 0 0,-5 0 0,-6-2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02.8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 9 24575,'-1'-1'0,"1"0"0,-1 1 0,1-1 0,-1 1 0,1-1 0,-1 0 0,0 1 0,1-1 0,-1 1 0,0 0 0,0-1 0,1 1 0,-1-1 0,0 1 0,0 0 0,0 0 0,0 0 0,1-1 0,-1 1 0,-1 0 0,2 0 0,-1 1 0,1-1 0,-1 0 0,1 1 0,-1-1 0,1 0 0,0 1 0,-1-1 0,1 1 0,0-1 0,-1 0 0,1 1 0,0-1 0,0 1 0,-1-1 0,1 1 0,0-1 0,0 1 0,0-1 0,0 1 0,0-1 0,-1 1 0,1 0 0,0 6 0,0 0 0,0 0 0,1 11 0,0-15 0,14 161 0,5-46-1365,-19-105-5461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03.2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779 86 24575,'-51'-17'0,"-132"-37"0,161 49 0,14 2 0,0 1 0,-1 0 0,1 1 0,-1 0 0,1 1 0,-1-1 0,1 1 0,-14 2 0,-126 24 0,-10-1 0,82-12 0,39-8-1365,22-4-5461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03.6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55 1 24575,'-2'-1'0,"-1"1"0,1 0 0,0 1 0,0-1 0,-1 0 0,1 1 0,0-1 0,0 1 0,0 0 0,-1-1 0,1 1 0,0 0 0,0 1 0,0-1 0,0 0 0,1 0 0,-1 1 0,0-1 0,0 1 0,1 0 0,-2 1 0,1 0 0,1-1 0,0 1 0,0 0 0,0-1 0,0 1 0,1 0 0,-1-1 0,1 1 0,-1 0 0,1 0 0,0 0 0,0-1 0,0 1 0,1 0 0,-1 0 0,2 5 0,35 107 0,21 185 0,-29-121 0,-25-167-1365,0-2-5461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04.0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526 33 24575,'12'-7'0,"-12"7"0,1 0 0,-1-1 0,0 1 0,0 0 0,0 0 0,0 0 0,0-1 0,0 1 0,0 0 0,0 0 0,0-1 0,0 1 0,1 0 0,-1 0 0,0-1 0,0 1 0,0 0 0,0 0 0,-1-1 0,1 1 0,0 0 0,0 0 0,0-1 0,0 1 0,0 0 0,0 0 0,0-1 0,0 1 0,-1 0 0,0-1 0,0 0 0,0 0 0,-1 0 0,1 0 0,-1 0 0,1 0 0,0 0 0,-1 1 0,1-1 0,-1 1 0,0-1 0,1 1 0,-3-1 0,-25-3 0,0 2 0,0 0 0,-39 4 0,-88 16 0,99-11 0,-60 8-1365,86-11-5461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08.5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64 24575,'-3'-19'0,"3"17"0,-1 0 0,1-1 0,-1 1 0,1 0 0,0-1 0,0 1 0,1-5 0,-1 6 0,0 0 0,1 0 0,-1 0 0,1 0 0,-1 0 0,1 1 0,0-1 0,-1 0 0,1 0 0,0 0 0,-1 1 0,1-1 0,0 1 0,0-1 0,0 0 0,-1 1 0,1-1 0,0 1 0,0 0 0,0-1 0,0 1 0,0 0 0,2-1 0,9-1 0,1 0 0,0 1 0,0 1 0,-1 0 0,19 2 0,9 0 0,-24-2 0,1 1 0,0 1 0,0 0 0,-1 2 0,1 0 0,-1 0 0,18 9 0,29 6 0,-42-13 0,25 10 0,61 21 0,-21-9 0,-27-4 0,82 43 0,-139-66 0,35 20 0,47 20 0,23 10 0,-21-9 0,-41-21 0,0 2 0,-2 1 0,0 3 0,55 45 0,-34-10 0,1 2 0,-41-43 0,40 48 0,-52-52 0,-1 0 0,0 1 0,-1 0 0,-1 1 0,10 29 0,5 10 0,23 48 0,-41-93 0,-2 0 0,1 0 0,-1 1 0,3 26 0,-4-11 0,-2 38 0,-1-62 0,0 0 0,1-1 0,-1 1 0,1 0 0,0 0 0,0-1 0,1 1 0,-1-1 0,5 9 0,0-3 0,1 0 0,12 14 0,-11-14 0,-4-5 17,0 1 0,0-1 1,-1 1-1,1 0 0,-1 0 0,4 11 0,-7-14-100,1-1 1,0 1-1,-1 0 1,0 0-1,1 0 1,-1 0-1,0 0 1,-1 0-1,1 0 1,0 0-1,-1 0 1,1-1-1,-1 1 1,0 0-1,0 0 1,0-1-1,-3 5 1,-2 3-6744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0.7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1979 89 24575,'0'-2'0,"0"-1"0,-1 1 0,1-1 0,0 1 0,-1-1 0,1 1 0,-1-1 0,0 1 0,0-1 0,0 1 0,0 0 0,0 0 0,-1 0 0,1-1 0,0 1 0,-1 1 0,0-1 0,1 0 0,-4-2 0,0 1 0,1 0 0,-1 0 0,0 0 0,0 1 0,0 0 0,0 0 0,-1 0 0,-4 0 0,-3-1 0,1 2 0,-1 0 0,0 0 0,-14 2 0,15 0 0,0-1 0,1 0 0,-1-1 0,-23-5 0,25 4 0,0 0 0,-1 0 0,1 1 0,-1 0 0,1 1 0,-1 0 0,0 0 0,1 1 0,-1 1 0,-13 3 0,10-2 0,0-1 0,1-1 0,-20 0 0,18-1 0,0 1 0,-23 3 0,-71 14 0,-9 12 0,56-18 0,-13 5 0,66-15 0,1 1 0,0 0 0,1 0 0,-1 1 0,0 0 0,-11 9 0,9-6 0,1-2 0,0 1 0,-1-1 0,0-1 0,-21 7 0,19-7 0,0 0 0,0 1 0,-21 12 0,-8 7 0,31-19 0,1 0 0,0 0 0,0 1 0,0 0 0,0 1 0,1 0 0,-8 8 0,-13 16 0,-1-2 0,-2 0 0,-45 30 0,38-30 0,-38 24 0,21-16 0,44-27 0,2 0 0,-1 1 0,1 0 0,1 0 0,0 1 0,1 0 0,-8 16 0,-8 9 0,2-5 0,0-1 0,-3-2 0,-30 31 0,46-50 0,0 0 0,1 1 0,0 0 0,-10 20 0,-10 14 0,21-35 0,1 1 0,0-1 0,1 1 0,0 0 0,-4 13 0,-12 59 0,9-32 0,-7 29 0,16-62 0,-2 28 0,-1 2 0,-11 66-1365,15-95-5461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2.0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0 24575,'-6'29'0,"3"-18"0,1 0 0,-2 11 0,3 5 0,1 0 0,1 0 0,1 0 0,1 0 0,12 47 0,1-11 0,-10-36 0,2 1 0,0-1 0,2 0 0,19 38 0,-18-42 0,10 24 0,-14-29 0,1 0 0,1 0 0,12 17 0,0-3 0,29 38 0,-30-42 0,24 44 0,8 12 0,-39-66 0,-4-4 0,1-1 0,0 0 0,1-1 0,18 17 0,-16-19 0,1-1 0,1-1 0,0 0 0,0 0 0,1-2 0,29 10 0,-30-11 0,0 1 0,1 0 0,-1 1 0,0 1 0,21 16 0,50 44 0,-59-44 0,0-2 0,46 27 0,0-13-79,-48-25-1207,-16-6-5540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2.2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24575,'30'12'0,"15"5"0,5 1 0,-1-2 0,-4-3 0,-5-3 0,-3-1 0,-2-4 0,-3-2 0,-2-1 0,-7-2-8191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4.1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2152 11 24575,'2'-10'0,"3"13"0,2 18 0,-7-14 0,0 1 0,-1-1 0,0 1 0,0-1 0,0 1 0,-1-1 0,0 0 0,-4 9 0,2-7 0,1 1 0,1-1 0,0 1 0,-2 12 0,3 3 0,1-12 0,0 1 0,-2-1 0,0 1 0,-7 25 0,-18 31 0,-50 90 0,44-95 0,26-53 0,0-1 0,-1-1 0,0 1 0,-1-2 0,0 1 0,-15 12 0,11-11 0,1 1 0,0 0 0,-12 17 0,-3 15 0,-14 17 0,5-12 0,17-22 0,-2-1 0,-1 0 0,-27 24 0,30-35 0,-1-2 0,0-1 0,-27 13 0,16-9 0,5-2 0,0-2 0,-1-1 0,-44 13 0,30-11 0,-74 35 0,81-31 0,0 2 0,2 1 0,1 2 0,-30 26 0,45-37 0,0 0 0,-1-2 0,0 0 0,-1 0 0,-31 9 0,-28 13 0,37-11 0,-1-2 0,-84 24 0,110-39 0,0-1 0,-18 1 0,17-3 0,-30 7 0,24-4 0,-1 0 0,0-1 0,-39-3 0,35 0 0,1 1 0,-35 5 0,-138 37-1365,181-37-5461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6.7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570 234 24575,'-15'-10'0,"-8"-3"0,-4-2 0,-1-1 0,-3-1 0,-1 1 0,-2 0 0,-2 3 0,-1 1 0,-2 1 0,1-2 0,-2 0 0,0 0 0,-2-1 0,2-1 0,2 1 0,8 1-8191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7.7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24575,'0'13'0,"1"0"0,0 0 0,1 0 0,0-1 0,1 1 0,1-1 0,0 0 0,7 15 0,-8-20 0,0-1 0,1 1 0,0-1 0,1 0 0,-1 0 0,1 0 0,0-1 0,0 0 0,1 0 0,0 0 0,0-1 0,0 1 0,0-1 0,1-1 0,10 5 0,-7-4 0,0 0 0,0-1 0,0-1 0,1 0 0,-1 0 0,0-1 0,16 0 0,-21-1 0,0-1 0,0 1 0,0-1 0,0-1 0,-1 1 0,1-1 0,0 1 0,-1-2 0,1 1 0,-1 0 0,0-1 0,0 0 0,0 0 0,0 0 0,0 0 0,-1 0 0,7-8 0,-5 4 0,-1 0 0,1 0 0,-1 0 0,0-1 0,-1 1 0,0-1 0,0 0 0,-1 0 0,0 0 0,0 0 0,-1-1 0,0 1 0,0-1 0,-1 1 0,0 0 0,-1-1 0,1 1 0,-2 0 0,-2-13 0,4 20 0,2 3 0,5 7 0,12 19 0,-14-22 0,56 78 120,-48-69-491,0 0-1,1-1 1,19 15 0,-20-20-6455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8.1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73 24575,'2'1'0,"1"-1"0,-1 1 0,1 0 0,-1 0 0,1 0 0,-1 0 0,3 2 0,4 2 0,1 0 0,-2-2 0,0 1 0,0-1 0,0 0 0,1-1 0,16 3 0,-23-4 0,0-1 0,0 0 0,0-1 0,0 1 0,1 0 0,-1-1 0,0 1 0,0-1 0,0 1 0,0-1 0,-1 0 0,1 0 0,0 0 0,0 0 0,0 0 0,-1 0 0,1-1 0,0 1 0,-1 0 0,0-1 0,1 0 0,-1 1 0,0-1 0,1 0 0,-1 1 0,0-1 0,0 0 0,-1 0 0,1 0 0,1-3 0,-1 0 0,0 0 0,0 0 0,0 0 0,-1 0 0,0 1 0,0-1 0,0 0 0,0 0 0,-1 0 0,0 0 0,0 0 0,-2-7 0,3 12 0,0 0 0,0 0 0,0 0 0,0 0 0,1 0 0,-1 1 0,0-1 0,0 0 0,0 0 0,0 0 0,1 0 0,-1 0 0,0 0 0,0 0 0,0 0 0,0 0 0,1 0 0,-1 0 0,0 0 0,0 0 0,0 0 0,0 0 0,1 0 0,-1 0 0,0 0 0,0 0 0,0 0 0,0 0 0,1 0 0,-1-1 0,0 1 0,0 0 0,0 0 0,0 0 0,0 0 0,0 0 0,1 0 0,-1 0 0,0-1 0,0 1 0,0 0 0,0 0 0,0 0 0,0 0 0,0 0 0,0-1 0,0 1 0,0 0 0,1 0 0,-1 0 0,0 0 0,0-1 0,0 1 0,0 0 0,0 0 0,0 0 0,0 0 0,0-1 0,0 1 0,-1 0 0,15 11 0,-13-10 0,24 23-98,-8-7-219,1-1 1,1 0-1,22 14 0,-29-23-6509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8.4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24575,'10'3'0,"6"3"0,0 3 0,0 0 0,-3 1 0,-1 1 0,-2 2 0,-1 1 0,-2-3-8191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8.5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 66 24575,'-8'-18'0,"-2"-3"0,3 5 0,3 7 0,4 8 0,2 6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8.8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24575,'10'30'0,"6"15"0,2 5 0,1-1 0,3-4 0,-1-4 0,-1-5 0,-1-5 0,-2-4 0,-1-3 0,0-3 0,-1-4 0,-1-1 0,-2-1 0,-1-3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8.9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262 59 24575,'-30'-12'0,"-13"-5"0,-1 1 0,4 6 0,7 6 0,6 8 0,7 4 0,6 5 0,4-1-8191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9.8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244 30 24575,'-33'-6'0,"-12"-3"0,-79-5 0,122 14 0,1 0 0,-1 0 0,0 0 0,0 0 0,1 0 0,-1 1 0,0-1 0,1 0 0,-1 1 0,0 0 0,1-1 0,-1 1 0,1 0 0,-1 0 0,1 0 0,-1 0 0,1 0 0,0 0 0,-1 0 0,1 0 0,-2 3 0,2-3 0,0 1 0,1 0 0,-1 0 0,0 0 0,1-1 0,-1 1 0,1 0 0,0 0 0,0 0 0,0 0 0,0 0 0,0 0 0,0 0 0,0-1 0,1 1 0,-1 0 0,1 0 0,-1 0 0,1 0 0,0 1 0,4 6 0,0 0 0,0-1 0,0 1 0,1-1 0,0-1 0,1 1 0,0-1 0,0 0 0,9 7 0,2-1 0,1 0 0,38 21 0,-28-20 0,0-1 0,37 10 0,-52-19 0,1 0 0,-1-1 0,1-1 0,0-1 0,0 0 0,28-2 0,-40 1 0,-1 0 0,0 0 0,1-1 0,-1 1 0,1-1 0,-1 0 0,0 0 0,0 1 0,0-2 0,1 1 0,-1 0 0,0 0 0,0-1 0,0 1 0,-1-1 0,1 1 0,0-1 0,0 0 0,-1 1 0,1-1 0,-1 0 0,0 0 0,0-1 0,1 1 0,-1 0 0,1-3 0,-2 1 0,1 1 0,-1-1 0,1 1 0,-1-1 0,0 1 0,0-1 0,-1 1 0,1-1 0,-1 1 0,1 0 0,-1-1 0,0 1 0,-1 0 0,1-1 0,0 1 0,-1 0 0,-3-5 0,-30-34 0,18 21 0,14 16 0,5 6 0,19 15 0,-8-6 0,0-1 0,26 14 0,-10-10-1365,-16-8-5461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19.9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19 24575,'-5'-8'0,"-1"1"0,2 3 0,2 6 0,4 4 0,2 4 0,0 2 0,1 3 0,1-2-8191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0.2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17 189 24575,'9'5'0,"0"1"0,0-1 0,0-1 0,0 1 0,17 4 0,-25-9 0,-1 0 0,0 0 0,0 0 0,0 0 0,0 0 0,0 0 0,1 0 0,-1 0 0,0 0 0,0 0 0,0 0 0,0 0 0,0 0 0,0 0 0,0 0 0,1 0 0,-1 0 0,0 0 0,0 0 0,0 0 0,0-1 0,0 1 0,0 0 0,0 0 0,0 0 0,1 0 0,-1 0 0,0 0 0,0 0 0,0-1 0,0 1 0,0 0 0,0 0 0,0 0 0,0 0 0,0 0 0,0 0 0,0 0 0,0-1 0,0 1 0,0 0 0,0 0 0,0 0 0,0 0 0,0 0 0,0-1 0,0 1 0,0 0 0,0 0 0,0 0 0,0 0 0,0 0 0,0 0 0,0 0 0,-1-1 0,1 1 0,0 0 0,0 0 0,0 0 0,0 0 0,0 0 0,0 0 0,0 0 0,0 0 0,0 0 0,-1-1 0,-5-9 0,5 9 0,-11-16 0,-2-3 0,0 0 0,-10-23 0,21 36 0,0 0 0,0 0 0,1 0 0,0-1 0,0 1 0,1-1 0,0 1 0,0-1 0,1 1 0,0-14 0,0 20 0,0 1 0,0-1 0,0 1 0,0 0 0,0-1 0,0 1 0,1-1 0,-1 1 0,0-1 0,0 1 0,0-1 0,0 1 0,1 0 0,-1-1 0,0 1 0,0-1 0,1 1 0,-1 0 0,0-1 0,1 1 0,-1 0 0,0-1 0,1 1 0,-1 0 0,0 0 0,1-1 0,-1 1 0,1 0 0,0 0 0,0 0 0,0 0 0,0 0 0,0 0 0,0 0 0,0 0 0,0 0 0,0 1 0,0-1 0,0 0 0,0 1 0,0-1 0,0 1 0,1 0 0,5 4 0,-1 0 0,11 10 0,-12-11 0,7 8-1365,-1-1-5461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1.1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150 507 24575,'-12'-11'0,"-4"-3"0,-21-15 0,33 26 0,0 0 0,0 1 0,-1 0 0,1 0 0,0 0 0,-1 0 0,0 1 0,1-1 0,-1 1 0,0 0 0,-5 0 0,9 1 0,0 0 0,0 0 0,0 0 0,0 0 0,0 0 0,0 0 0,0 1 0,0-1 0,0 0 0,0 0 0,0 1 0,0-1 0,0 1 0,0-1 0,0 1 0,1-1 0,-1 1 0,0-1 0,0 1 0,0 0 0,1 0 0,-1-1 0,0 2 0,0-1 0,1 1 0,-1-1 0,1 0 0,0 1 0,-1-1 0,1 1 0,0-1 0,0 0 0,0 1 0,0-1 0,0 1 0,0-1 0,0 0 0,1 3 0,1 2 0,0 0 0,0 0 0,1-1 0,-1 1 0,1-1 0,5 8 0,-1-5 0,1 1 0,-1-2 0,1 1 0,1-1 0,-1 0 0,17 9 0,-9-6 0,0-2 0,1 0 0,20 7 0,-23-11 0,0-1 0,0 0 0,1-1 0,-1-1 0,1 0 0,-1 0 0,0-2 0,1 0 0,-1 0 0,21-6 0,-31 6 0,0 0 0,-1-1 0,1 1 0,0-1 0,-1 1 0,0-1 0,1 0 0,-1 0 0,0-1 0,0 1 0,0-1 0,-1 1 0,1-1 0,0 0 0,3-6 0,-4 4 0,0 1 0,0 0 0,0-1 0,-1 0 0,1 0 0,-1 1 0,0-1 0,-1 0 0,1 0 0,-1 0 0,0-5 0,-2-5 0,0 0 0,-1 0 0,0 0 0,-2 1 0,1-1 0,-14-25 0,-20-42 0,4 7 0,-62-99 0,87 159 0,6 9 0,0 1 0,0 0 0,-1 0 0,0 0 0,0 0 0,-7-6 0,11 11 0,0 0 0,0 0 0,0 0 0,0 0 0,-1 0 0,1 0 0,0 0 0,0 0 0,0 0 0,0 0 0,-1 0 0,1 0 0,0 0 0,0 0 0,0 0 0,0 0 0,-1 0 0,1 0 0,0 0 0,0 0 0,0 0 0,0 0 0,-1 0 0,1 0 0,0 0 0,0 0 0,0 1 0,0-1 0,0 0 0,0 0 0,-1 0 0,1 0 0,0 0 0,0 0 0,0 1 0,0-1 0,0 0 0,0 0 0,0 0 0,0 0 0,0 1 0,0-1 0,0 0 0,0 0 0,0 0 0,0 0 0,0 1 0,0-1 0,0 0 0,0 0 0,0 0 0,0 1 0,-1 11 0,1-11 0,0 16 0,2 0 0,0-1 0,1 1 0,0-1 0,7 20 0,34 77 0,-42-108 0,7 18 0,2-1 0,0 0 0,1 0 0,1-2 0,19 24 0,-27-38 0,1-1 0,0 0 0,0 0 0,1-1 0,-1 0 0,1 0 0,0 0 0,0-1 0,0 0 0,1 0 0,-1-1 0,1 0 0,0 0 0,-1-1 0,1 0 0,0 0 0,0-1 0,0 0 0,9-1 0,-3 0 0,0-1 0,0-1 0,-1 0 0,1-1 0,-1 0 0,1-1 0,-1 0 0,-1-1 0,24-15 0,-31 17 0,1 0 0,-1 0 0,0-1 0,-1 0 0,1 0 0,-1 0 0,0 0 0,0-1 0,-1 0 0,1 1 0,2-9 0,-4 10 0,-1 1 0,0 0 0,0 0 0,-1 0 0,1-1 0,-1 1 0,1 0 0,-1-1 0,0 1 0,-1 0 0,1-1 0,0 1 0,-1 0 0,0-1 0,0 1 0,0 0 0,0 0 0,0 0 0,0 0 0,-1 0 0,0 0 0,0 0 0,0 0 0,-3-4 0,2 4 0,0 1 0,0-1 0,0 1 0,-1-1 0,1 1 0,-1 0 0,1 0 0,-1 0 0,0 1 0,0-1 0,-5-1 0,8 3 0,0 0 0,0-1 0,-1 1 0,1 0 0,-1 0 0,1 0 0,0 0 0,-1 0 0,1 0 0,0 1 0,-1-1 0,1 0 0,0 1 0,0-1 0,-1 1 0,1-1 0,0 1 0,0-1 0,0 1 0,-1 0 0,1 0 0,0-1 0,0 1 0,0 0 0,0 0 0,1 0 0,-1 0 0,0 0 0,0 1 0,0-1 0,1 0 0,-1 0 0,1 0 0,-1 1 0,1-1 0,-1 0 0,1 2 0,-1 2 0,0 0 0,0 0 0,0-1 0,1 1 0,0 0 0,0 0 0,0 0 0,1 0 0,0-1 0,-1 1 0,2 0 0,-1 0 0,0-1 0,1 1 0,0-1 0,0 0 0,1 1 0,-1-1 0,7 7 0,-4-5 0,0 0 0,0-1 0,1 0 0,0 0 0,0 0 0,1-1 0,-1 0 0,1 0 0,0 0 0,0-1 0,14 4 0,2-1 19,-1-1-1,1-2 1,26 2-1,69-4-551,-79-1-373,-26 0-5920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3.5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281 358 24575,'-44'4'0,"12"-2"0,-61 12 0,90-14 0,1 1 0,0-1 0,-1 1 0,1 0 0,0 0 0,0 0 0,0 0 0,0 0 0,0 0 0,0 1 0,0-1 0,0 1 0,1-1 0,-1 1 0,0 0 0,1-1 0,-2 4 0,1-2 0,1 0 0,0 0 0,0 0 0,0 0 0,1 1 0,-1-1 0,1 0 0,0 1 0,0-1 0,0 0 0,1 6 0,-1-1 0,2 1 0,-1-1 0,1 0 0,0 1 0,1-1 0,0 0 0,0-1 0,1 1 0,0 0 0,0-1 0,1 0 0,8 10 0,-9-12 0,1 0 0,0-1 0,0 0 0,1 1 0,-1-2 0,1 1 0,0-1 0,0 1 0,0-2 0,0 1 0,0-1 0,1 0 0,-1 0 0,1 0 0,-1-1 0,10 0 0,-9 0 0,1-1 0,-1 0 0,1-1 0,0 1 0,-1-2 0,1 1 0,-1-1 0,1 0 0,-1-1 0,0 1 0,0-1 0,7-5 0,-10 6 0,0-2 0,1 1 0,-1 0 0,0-1 0,-1 0 0,1 0 0,-1 0 0,1 0 0,-1 0 0,0-1 0,-1 0 0,1 1 0,-1-1 0,0 0 0,0 0 0,-1 0 0,3-11 0,-3 7 0,0 0 0,-1 0 0,0 0 0,0 0 0,-1-1 0,0 1 0,-1 0 0,0 0 0,0 0 0,-1 1 0,0-1 0,-1 1 0,-7-15 0,-6-4 0,-1 1 0,-34-38 0,37 46 0,-15-19 0,-3 2 0,-1 1 0,-1 2 0,-70-49 0,90 73 0,15 8 0,0 0 0,0 0 0,0 0 0,0 0 0,0 1 0,0-1 0,0 0 0,-1 0 0,1 0 0,0 0 0,0 0 0,0 0 0,0 0 0,0 0 0,0 1 0,0-1 0,0 0 0,0 0 0,0 0 0,0 0 0,0 0 0,0 0 0,0 1 0,0-1 0,0 0 0,0 0 0,0 0 0,0 0 0,0 0 0,0 0 0,0 1 0,0-1 0,0 0 0,0 0 0,0 0 0,0 0 0,0 0 0,1 0 0,-1 0 0,0 1 0,0-1 0,0 0 0,0 0 0,0 0 0,0 0 0,0 0 0,0 0 0,1 0 0,-1 0 0,0 0 0,21 25 0,-15-18 0,69 75 0,3-3 0,94 72 0,-160-141-227,0 0-1,1-1 1,0-1-1,0 0 1,29 13-1,-28-17-6598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3.6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24575,'8'16'0,"4"6"0,4 1 0,-2-5-8191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3.8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24575,'25'15'0,"11"8"0,1-1 0,0-1 0,-6-4-8191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4.1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201 57 24575,'-20'-8'0,"-9"-4"0,0 0 0,-46-10 0,71 21 0,0 0 0,0 1 0,0-1 0,0 1 0,-7 1 0,11-1 0,-1 0 0,0 0 0,0 0 0,1 0 0,-1 0 0,0 0 0,1 1 0,-1-1 0,0 0 0,1 0 0,-1 1 0,0-1 0,1 1 0,-1-1 0,1 1 0,-1-1 0,0 1 0,1-1 0,-1 1 0,1-1 0,0 1 0,-1-1 0,1 1 0,-1 0 0,1-1 0,0 1 0,0 0 0,-1-1 0,1 1 0,0 0 0,0-1 0,0 1 0,0 0 0,0 0 0,0-1 0,0 1 0,0 1 0,1 5 0,1 0 0,0 0 0,1 0 0,0 0 0,0-1 0,0 1 0,1-1 0,0 0 0,7 9 0,-5-5 0,31 40 0,57 61 0,52 39 0,-60-63 0,97 92 0,-167-166-1365,-4-3-5461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4.3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278 46 24575,'-27'-7'0,"-15"-3"0,-2 0 0,3 3 0,7 1 0,6 3 0,6 1 0,6 4 0,4 1 0,0 1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4.5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164 40 24575,'-66'-27'0,"57"24"0,1 1 0,-1-1 0,1 2 0,-1 0 0,-16-1 0,23 2 0,1 0 0,0 0 0,0 0 0,0 0 0,0 0 0,0 0 0,0 0 0,-1 1 0,1-1 0,0 0 0,0 1 0,0-1 0,0 1 0,0-1 0,0 1 0,0 0 0,0-1 0,0 1 0,1 0 0,-1 0 0,0-1 0,0 1 0,1 0 0,-1 0 0,0 0 0,1 0 0,-1 0 0,1 0 0,-1 0 0,1 0 0,-1 0 0,1 0 0,0 0 0,0 0 0,-1 1 0,1-1 0,0 0 0,0 2 0,1 3 0,-1-1 0,1 1 0,1-1 0,-1 0 0,1 1 0,4 9 0,5 8 0,1-1 0,30 42 0,39 37 0,-74-93 0,69 76 0,89 74 0,-81-80 0,-51-50-1365,-21-18-5461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5.0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1 347 24575,'136'-38'0,"-108"28"0,0-1 0,44-24 0,-67 32 0,0 0 0,0-1 0,0 1 0,0-1 0,-1 0 0,0-1 0,0 1 0,0-1 0,0 0 0,-1 0 0,0 0 0,3-7 0,-4 9 0,-1-1 0,1 0 0,-1 1 0,0-1 0,0 0 0,-1 0 0,1 0 0,-1 0 0,0 0 0,0 0 0,0 0 0,-1 1 0,1-1 0,-1 0 0,0 0 0,0 0 0,-1 0 0,1 1 0,-4-7 0,3 6 0,-1-1 0,-1 1 0,1 0 0,0 0 0,-1 0 0,0 0 0,0 1 0,0-1 0,-1 1 0,1 0 0,-1 1 0,1-1 0,-1 1 0,-6-3 0,8 4 0,1 0 0,-1 1 0,1-1 0,-1 1 0,1-1 0,-1 1 0,1 0 0,-1 0 0,1 0 0,-1 0 0,0 0 0,1 0 0,-1 1 0,1-1 0,-1 1 0,1 0 0,0 0 0,-1 0 0,1 0 0,0 0 0,-1 0 0,1 1 0,0-1 0,0 1 0,0 0 0,0-1 0,1 1 0,-1 0 0,0 0 0,-2 4 0,2-2 0,0-1 0,0 1 0,0-1 0,1 1 0,0 0 0,-1 0 0,1 0 0,1 0 0,-1 0 0,0 0 0,1 0 0,0 0 0,0 0 0,1 7 0,0-5 0,1 0 0,0 0 0,0 0 0,0 0 0,1-1 0,-1 1 0,1-1 0,8 10 0,-3-4 0,2 0 0,0-1 0,0 0 0,1-1 0,0 0 0,1-1 0,21 13 0,-20-15 0,1 0 0,0 0 0,0-1 0,0-1 0,1 0 0,-1-1 0,26 2 0,-30-4 0,1-1 0,-1 0 0,1-1 0,0 0 0,-1-1 0,1 0 0,-1-1 0,0 0 0,0 0 0,0-1 0,14-8 0,-10 4 0,1-1 0,-2 0 0,1-1 0,19-19 0,-31 27 0,0-1 0,0 1 0,0 0 0,-1-1 0,1 1 0,-1-1 0,1 1 0,-1-1 0,0 0 0,0 0 0,-1 1 0,1-1 0,0 0 0,-1 0 0,0 0 0,1 0 0,-2-3 0,1 2 0,-1-1 0,0 1 0,0 0 0,0 0 0,-1 0 0,0 0 0,0 0 0,0 0 0,0 0 0,-4-4 0,-5-6 0,-1 1 0,0 0 0,-1 1 0,-21-14 0,34 26 0,-16-13 0,4 3 0,0 1 0,-27-16 0,39 25 0,-1 0 0,1 0 0,0-1 0,-1 1 0,1 0 0,-1 0 0,1-1 0,-1 1 0,1 0 0,-1 0 0,1 0 0,-1 0 0,1 0 0,0 0 0,-1 0 0,1 0 0,-1 0 0,1 0 0,-1 0 0,1 0 0,-1 0 0,0 0 0,3 8 0,13 13 0,-5-10-1365,1-1-5461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5.9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120 659 24575,'-7'-13'0,"-31"-50"0,33 55 0,-1 1 0,0 0 0,0 0 0,0 0 0,-13-9 0,18 15 0,0 0 0,1 1 0,-1-1 0,0 1 0,0-1 0,1 1 0,-1-1 0,0 1 0,0 0 0,0-1 0,0 1 0,0 0 0,1 0 0,-1 0 0,0 0 0,0 0 0,0-1 0,0 2 0,-1-1 0,1 0 0,1 0 0,-1 1 0,1-1 0,-1 0 0,1 1 0,-1-1 0,1 1 0,0-1 0,-1 0 0,1 1 0,0-1 0,-1 1 0,1-1 0,0 1 0,-1 0 0,1-1 0,0 1 0,0-1 0,0 1 0,0-1 0,-1 2 0,1 2 0,0 1 0,0-1 0,0 0 0,0 1 0,0-1 0,2 6 0,3 6 0,-1-1 0,2 0 0,0 0 0,1-1 0,0 0 0,1 0 0,1-1 0,14 19 0,-17-27 0,-1 0 0,0 0 0,1 0 0,0-1 0,0 0 0,0 0 0,1 0 0,0-1 0,-1 0 0,10 3 0,-12-5 0,-1 0 0,0-1 0,1 1 0,-1-1 0,0 1 0,1-1 0,-1 0 0,1 0 0,-1 0 0,0-1 0,1 1 0,-1-1 0,0 0 0,1 0 0,-1 0 0,0 0 0,0-1 0,0 1 0,0-1 0,0 0 0,0 0 0,-1 0 0,6-4 0,-1-3 0,0 0 0,0 0 0,6-13 0,12-16 0,-24 36 0,0 1 0,1-1 0,-1 1 0,0 0 0,1 0 0,0-1 0,-1 1 0,1 0 0,0 0 0,-1 1 0,1-1 0,0 0 0,0 0 0,0 1 0,0-1 0,-1 1 0,1 0 0,0 0 0,3-1 0,2 2 0,0-1 0,0 1 0,0 1 0,7 1 0,-7-1 0,-1 0 0,1-1 0,0 0 0,8 0 0,-3-2 0,23-5 0,7 0 0,27-4 0,-35 4 0,-33 6 0,0 0 0,0 0 0,0 0 0,0 0 0,-1-1 0,1 1 0,0 0 0,0 0 0,0-1 0,-1 1 0,1 0 0,0-1 0,0 1 0,-1-1 0,1 1 0,0-1 0,-1 0 0,1 1 0,0-1 0,0 0 0,-1 0 0,0 0 0,0 1 0,0-1 0,0 0 0,0 1 0,0-1 0,0 0 0,0 1 0,0-1 0,0 0 0,0 1 0,0-1 0,-1 1 0,1-1 0,0 0 0,0 1 0,-1-1 0,1 1 0,0-1 0,-1 0 0,-4-5 0,0 1 0,0 0 0,-11-9 0,8 7 0,-20-17 0,1-1 0,2-2 0,0 0 0,2-2 0,-29-47 0,35 45 0,3 0 0,-18-51 0,-11-69 0,28 95 0,14 46 0,4 11 0,10 16 0,-9-12 0,97 152 0,61 81 0,-134-203 0,-12-13 0,1-1 0,0-1 0,40 34 0,-54-52 0,0 0 0,0 0 0,0 0 0,1 0 0,-1-1 0,1 1 0,-1-1 0,1 0 0,5 1 0,-8-2 0,0 0 0,0 0 0,0 0 0,0 1 0,1-2 0,-1 1 0,0 0 0,0 0 0,0 0 0,0 0 0,0-1 0,0 1 0,0-1 0,0 1 0,0-1 0,0 1 0,0-1 0,0 1 0,0-1 0,0 0 0,0 0 0,0 1 0,-1-1 0,1 0 0,0 0 0,0 0 0,-1 0 0,1 0 0,-1 0 0,1 0 0,-1 0 0,1 0 0,-1 0 0,1-1 0,0-4 0,0 1 0,0-1 0,0 1 0,-1 0 0,0-1 0,0 1 0,0-1 0,-1 1 0,1-1 0,-3-8 0,0 6 0,0-1 0,0 1 0,-1 0 0,0 0 0,-1 1 0,-5-9 0,0 3 0,-1 0 0,0 1 0,-1 0 0,-1 1 0,1 1 0,-23-15 0,19 15 0,-1 1 0,0 0 0,-1 1 0,1 1 0,-1 0 0,-1 2 0,-20-4 0,29 7 0,0 1 0,0 0 0,-1 1 0,1 0 0,0 0 0,0 1 0,0 1 0,0 0 0,0 0 0,0 1 0,0 0 0,0 0 0,1 1 0,-18 11 0,13-6-682,-18 16-1,15-9-6143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7.1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54 0 24575,'-9'16'0,"1"0"0,1 1 0,0 0 0,2 0 0,0 1 0,-6 34 0,10-39 0,0 0 0,1 0 0,1 0 0,0 0 0,1 0 0,0-1 0,1 1 0,0 0 0,1-1 0,8 18 0,1-4 0,1 0 0,2-1 0,0 0 0,27 29 0,-15-22 0,2-2 0,47 37 0,-55-50 60,30 19 0,-43-31-272,0 0 0,1-1 0,-1 0-1,1 0 1,0-1 0,17 3 0,-13-4-6614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7.3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213 1 24575,'-28'2'0,"-11"4"0,-2 3 0,4 3 0,8 1 0,8 2 0,9 0 0,6 0 0,7-2 0,2-3-8191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7.6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175 180 24575,'0'1'0,"-18"34"0,17-33 0,-1 1 0,1-1 0,-1 1 0,0-1 0,0 0 0,0 0 0,0 0 0,0 0 0,0 0 0,-1-1 0,-2 2 0,5-2 0,-1-1 0,0 0 0,0 0 0,1 0 0,-1 1 0,0-1 0,0 0 0,1 0 0,-1 0 0,0 0 0,0 0 0,0 0 0,1-1 0,-1 1 0,0 0 0,0 0 0,1 0 0,-1-1 0,0 1 0,1 0 0,-1-1 0,0 1 0,1-1 0,-1 1 0,1-1 0,-1 1 0,0-1 0,1 1 0,-1-1 0,1 1 0,0-1 0,-1 0 0,1 1 0,-1-2 0,-2-3 0,1 0 0,0 0 0,-4-9 0,5 10 0,-10-27 0,-2 1 0,-30-53 0,37 74-113,4 6-12,-1-1 0,1 0 0,0 1-1,0-1 1,0 0 0,0 0 0,0 0-1,1 0 1,-2-8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8.0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259 106 24575,'-15'-2'0,"-23"-5"0,1 2 0,-73-1 0,106 6 0,0 0 0,1 1 0,-1 0 0,0-1 0,1 1 0,-1 0 0,1 1 0,-1-1 0,1 1 0,0-1 0,-6 5 0,8-5 0,0 0 0,0 0 0,0 0 0,0 0 0,1 0 0,-1 0 0,0 0 0,1 0 0,-1 0 0,0 0 0,1 0 0,0 0 0,-1 1 0,1-1 0,0 0 0,-1 0 0,1 1 0,0-1 0,0 0 0,0 1 0,0-1 0,0 0 0,0 0 0,1 1 0,-1-1 0,0 0 0,1 0 0,-1 0 0,1 1 0,-1-1 0,1 0 0,-1 0 0,1 0 0,0 0 0,0 0 0,1 2 0,3 2 0,0 1 0,0-1 0,0 0 0,1 0 0,-1-1 0,1 0 0,1 0 0,10 5 0,-5-3 0,1 0 0,0-2 0,22 6 0,-13-6 0,0-1 0,0-2 0,0 0 0,39-4 0,-56 2 0,-1 1 0,1-1 0,-1 0 0,1 0 0,-1-1 0,1 0 0,-1 0 0,0 0 0,0 0 0,0 0 0,0-1 0,0 0 0,-1 1 0,1-1 0,4-5 0,-7 6 0,1 0 0,0-1 0,-1 1 0,0 0 0,1 0 0,-1-1 0,0 1 0,0-1 0,0 1 0,-1-1 0,1 0 0,0 1 0,-1-1 0,0 1 0,0-1 0,0 0 0,0 0 0,0 1 0,0-1 0,-1 1 0,1-1 0,-1 0 0,0 1 0,0-1 0,0 1 0,0-1 0,-2-3 0,-2-1 0,0 0 0,-1 0 0,1 1 0,-1-1 0,0 1 0,-1 1 0,0-1 0,0 1 0,0 1 0,-13-8 0,4 5 0,-1-1 0,1 2 0,-1 0 0,-21-3 0,28 6 24,0 1 0,0 1 0,-1 0 0,-12 1 0,21 0-83,-1 0-1,1 0 1,0 0-1,0 0 1,-1 1 0,1 0-1,0-1 1,0 1-1,0 0 1,-1 0 0,1 0-1,0 0 1,0 0-1,1 1 1,-1-1 0,0 0-1,0 1 1,1 0-1,-1-1 1,0 1 0,1 0-1,0 0 1,-1 0-1,-1 3 1,-1 7-6767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8.7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0 329 24575,'0'-2'0,"1"1"0,-1 0 0,0 0 0,0 0 0,0 0 0,1 0 0,-1 0 0,1 0 0,-1 0 0,1 0 0,-1 0 0,1 0 0,-1 0 0,1 0 0,0 1 0,0-1 0,-1 0 0,1 0 0,0 1 0,0-1 0,0 0 0,0 1 0,0-1 0,0 1 0,0-1 0,0 1 0,0-1 0,0 1 0,0 0 0,0 0 0,0-1 0,0 1 0,0 0 0,0 0 0,0 0 0,2 0 0,5 0 0,0 1 0,1-1 0,13 4 0,-16-3 0,31 5 0,-16-1 0,0-2 0,0 0 0,0-1 0,28-2 0,-46 0 0,0-1 0,1 0 0,-1 1 0,0-1 0,0 0 0,1-1 0,-1 1 0,0 0 0,0-1 0,0 0 0,-1 0 0,1 0 0,0 0 0,-1 0 0,1 0 0,-1-1 0,0 1 0,0-1 0,3-3 0,-4 3 0,0 1 0,1 0 0,-1-1 0,0 1 0,-1-1 0,1 0 0,0 1 0,-1-1 0,1 1 0,-1-1 0,0 0 0,0 1 0,0-1 0,0 0 0,0 1 0,-1-1 0,1 0 0,-1 1 0,0-1 0,0 1 0,0-1 0,0 1 0,0-1 0,-2-2 0,-3-3 0,1 1 0,-1 0 0,0 0 0,0 1 0,-8-6 0,10 9 0,1 1 0,0-1 0,-1 1 0,0 0 0,1 0 0,-1 0 0,0 0 0,0 1 0,0-1 0,0 1 0,0 0 0,-7 0 0,10 1 0,1-1 0,0 1 0,-1 0 0,1 0 0,0 0 0,0 0 0,-1 0 0,1 0 0,0 0 0,-1 0 0,1 0 0,0 0 0,0 1 0,-1-1 0,1 0 0,0 0 0,0 0 0,-1 0 0,1 0 0,0 0 0,0 1 0,-1-1 0,1 0 0,0 0 0,0 0 0,0 0 0,-1 1 0,1-1 0,4 6 0,12 4 0,-9-8 0,0 0 0,0-1 0,0 0 0,0-1 0,1 0 0,-1 0 0,0 0 0,0-1 0,0 0 0,12-3 0,29-3 0,-42 7 0,5 0 0,-1-1 0,1 0 0,0 0 0,16-5 0,-25 5 0,0 1 0,-1-1 0,1 1 0,0-1 0,0 0 0,-1 0 0,1 0 0,0 0 0,-1 0 0,1 0 0,-1 0 0,1-1 0,-1 1 0,0 0 0,1-1 0,-1 1 0,0-1 0,0 1 0,0-1 0,0 0 0,0 0 0,-1 1 0,1-1 0,0 0 0,-1 0 0,1 0 0,-1 0 0,0 0 0,0 1 0,0-1 0,0 0 0,0-4 0,-1-1 0,-1 0 0,0 0 0,-4-8 0,4 10 0,0 0 0,1 1 0,-1-1 0,1 0 0,0 0 0,0 0 0,0 0 0,1-6 0,0 10 0,0 0 0,1 0 0,-1 0 0,1 0 0,-1 0 0,1 0 0,-1 0 0,1 0 0,0 0 0,-1 1 0,1-1 0,0 0 0,0 0 0,0 1 0,-1-1 0,1 0 0,0 1 0,0-1 0,0 1 0,0-1 0,0 1 0,0 0 0,0-1 0,0 1 0,0 0 0,0 0 0,0 0 0,2-1 0,4 0 0,1 1 0,14 0 0,-16 0 0,25 1 0,-1 1 0,0 2 0,1 1 0,46 15 0,-47-8-1365,-19-5-5461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29.8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1 505 24575,'90'-26'0,"88"-21"0,-166 44 0,0 0 0,13-5 0,-21 6 0,0 1 0,0-1 0,0 0 0,-1-1 0,1 1 0,0 0 0,-1-1 0,1 0 0,3-4 0,-7 7 0,0-1 0,0 1 0,1 0 0,-1 0 0,0-1 0,0 1 0,1 0 0,-1-1 0,0 1 0,0 0 0,0-1 0,0 1 0,1 0 0,-1-1 0,0 1 0,0 0 0,0-1 0,0 1 0,0-1 0,0 1 0,0 0 0,0-1 0,0 1 0,0 0 0,0-1 0,0 1 0,0 0 0,-1-1 0,1 1 0,0-1 0,0 1 0,0-1 0,-1 1 0,0-1 0,0 1 0,0-1 0,1 0 0,-1 1 0,0 0 0,0-1 0,0 1 0,0-1 0,0 1 0,0 0 0,-1-1 0,-30-1 0,30 2 0,-16 0 0,4 0 0,1 0 0,-1 0 0,1-1 0,-1-1 0,1 0 0,-1-1 0,-19-8 0,20 6 0,0-1 0,1 0 0,0-1 0,0-1 0,1 0 0,-19-16 0,25 19 0,0-1 0,1 0 0,-1 1 0,1-1 0,0-1 0,0 1 0,1 0 0,0-1 0,0 0 0,1 0 0,-1 0 0,2 0 0,-1 0 0,-1-12 0,3 12 0,-1 0 0,2-1 0,-1 1 0,1-1 0,0 1 0,0 0 0,1 0 0,0 0 0,0 0 0,0 0 0,1 0 0,4-7 0,-3 9 0,-1 0 0,1 0 0,0 0 0,0 0 0,0 1 0,1-1 0,0 1 0,0 0 0,0 1 0,0-1 0,0 1 0,1 0 0,0 1 0,9-4 0,1 1 0,1 1 0,-1 1 0,1 1 0,0 0 0,0 1 0,-1 1 0,1 1 0,30 4 0,-15 1 0,1 2 0,-1 1 0,45 18 0,-67-23 0,0 1 0,0-1 0,-1 2 0,1-1 0,14 13 0,-22-17 0,0 1 0,-1 0 0,1-1 0,-1 1 0,1 0 0,-1 0 0,0-1 0,1 1 0,-1 0 0,0 0 0,0 1 0,0-1 0,-1 0 0,1 0 0,0 0 0,-1 1 0,0-1 0,1 0 0,-1 0 0,0 1 0,0-1 0,0 0 0,-1 1 0,1-1 0,0 0 0,-1 0 0,0 1 0,1-1 0,-1 0 0,0 0 0,0 0 0,0 0 0,-3 3 0,-3 5 0,0 0 0,-14 13 0,12-14 0,-15 20 0,24-29 0,0 1 0,-1-1 0,1 1 0,-1-1 0,1 1 0,0 0 0,-1-1 0,1 1 0,0 0 0,0 0 0,-1-1 0,1 1 0,0 0 0,0-1 0,0 1 0,0 0 0,0 0 0,0-1 0,0 1 0,0 0 0,0 0 0,0-1 0,1 1 0,-1 1 0,1-1 0,0 0 0,0-1 0,-1 1 0,1 0 0,0 0 0,0-1 0,0 1 0,0 0 0,0-1 0,0 1 0,0-1 0,0 1 0,0-1 0,1 1 0,6 0 0,-1 1 0,0-1 0,13 0 0,-19-1 0,10 0 0,32 2 0,0-2 0,73-10 0,-103 8 40,0-1 0,21-8 0,-30 10-127,-1 0-1,-1-1 1,1 1 0,0-1-1,0 1 1,0-1 0,-1 0-1,1 0 1,-1 0-1,0 0 1,1-1 0,-1 1-1,0-1 1,0 1 0,-1-1-1,4-5 1,-2-2-6739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30.1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242 6 24575,'-94'-5'0,"79"5"0,1 1 0,-1 0 0,1 1 0,-20 6 0,30-7 0,1 0 0,0 0 0,0 0 0,-1 1 0,1 0 0,0-1 0,0 1 0,0 0 0,1 0 0,-1 1 0,0-1 0,1 1 0,0-1 0,-1 1 0,-2 5 0,4-5 0,-1-1 0,2 0 0,-1 1 0,0-1 0,0 1 0,1-1 0,0 1 0,-1-1 0,1 1 0,0 0 0,0-1 0,0 1 0,1-1 0,-1 1 0,0-1 0,1 1 0,0-1 0,0 1 0,0-1 0,0 0 0,0 1 0,2 2 0,3 5 0,1-1 0,1 1 0,-1-1 0,2-1 0,-1 1 0,1-1 0,0-1 0,1 0 0,12 7 0,-5-4 0,1 0 0,0-2 0,1 0 0,32 8 0,-35-11 24,1-1 0,0-1 0,0-1 0,17 1 0,-29-3-102,0 0 0,0 0 0,0-1-1,-1 0 1,1 0 0,0 0 0,0 0 0,-1-1 0,1 0-1,-1 0 1,0 0 0,1 0 0,-1-1 0,0 0 0,0 0-1,-1 0 1,1 0 0,6-7 0,-1-2-6748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31.2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272 0 24575,'-67'27'0,"16"-8"0,-60 34 0,107-51 0,1 0 0,-1 0 0,1 1 0,0-1 0,0 1 0,0 0 0,0 0 0,0 0 0,1 0 0,-4 4 0,5-5 0,1-1 0,-1 1 0,0 0 0,1 0 0,-1 0 0,1-1 0,-1 1 0,1 0 0,0 0 0,0 0 0,0 0 0,0 0 0,0-1 0,0 1 0,1 0 0,-1 0 0,1 0 0,-1 0 0,1-1 0,0 1 0,-1 0 0,1-1 0,0 1 0,1 1 0,3 4 0,0-1 0,0 0 0,1 0 0,0-1 0,0 1 0,0-1 0,0-1 0,1 1 0,0-1 0,9 4 0,6 2 0,1 0 0,24 5 0,-16-6 0,1-1 0,0-2 0,0-1 0,1-1 0,-1-2 0,43-2 0,-63-1 0,-1-1 0,0 0 0,0 0 0,0-1 0,0 0 0,0-1 0,11-6 0,-20 9 0,1-1 0,0 1 0,0-1 0,-1 0 0,1 0 0,-1 0 0,0 0 0,1 0 0,-1 0 0,0-1 0,0 1 0,-1-1 0,1 0 0,0 1 0,-1-1 0,0 0 0,0 0 0,1 0 0,-2 0 0,1 0 0,0 0 0,-1 0 0,1 0 0,-1 0 0,0 0 0,0-1 0,0 1 0,0 0 0,-1 0 0,0-4 0,-1 1 0,0 0 0,0 1 0,-1-1 0,0 0 0,0 1 0,0-1 0,-1 1 0,1 0 0,-7-6 0,1 1 0,-1 1 0,0 0 0,-13-9 0,12 12 0,13 11 0,15 13 0,2-3 0,0-1 0,1 0 0,0-1 0,1-1 0,27 11 0,-46-23-105,0 1 0,0 0 0,0-1 0,1 1 0,-1-1 0,0 0 0,0 0 0,0 0 0,0 0 0,0 0 0,0 0 0,4-1 0,2-1-6721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31.3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60 4 24575,'-12'-3'0,"-3"3"0,3 2 0,2 5 0,4 3 0,2 2 0,4 2 0,3-2-8191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31.6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102 237 24575,'106'98'0,"-133"-124"0,1-2 0,-38-51 0,13 5 0,44 61 0,0 0 0,0 0 0,2-1 0,-6-15 0,11 26 0,-1 0 0,0 1 0,1-1 0,0 1 0,0-1 0,0 0 0,0 1 0,0-1 0,1-5 0,-1 8 0,1-1 0,-1 0 0,0 0 0,0 0 0,1 1 0,-1-1 0,1 0 0,-1 1 0,1-1 0,-1 0 0,1 1 0,-1-1 0,1 1 0,0-1 0,-1 1 0,1-1 0,0 1 0,-1-1 0,1 1 0,0 0 0,0-1 0,-1 1 0,1 0 0,0 0 0,0-1 0,0 1 0,0 0 0,-1 0 0,1 0 0,0 0 0,0 0 0,0 0 0,-1 0 0,1 1 0,2-1 0,3 2-131,1 1-1,-1-1 0,1 1 1,-1 0-1,0 1 1,0-1-1,-1 1 0,1 0 1,7 8-1,-12-11 83,9 7-6777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32.0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176 0 24575,'-3'1'0,"-81"17"0,77-16 0,-1 0 0,1 1 0,0 0 0,0 1 0,0-1 0,0 1 0,0 1 0,-8 6 0,14-10 0,-1 1 0,1-1 0,0 0 0,-1 0 0,1 1 0,0-1 0,0 1 0,0-1 0,0 1 0,1-1 0,-1 1 0,0 0 0,1-1 0,-1 1 0,1 0 0,-1 0 0,1-1 0,0 1 0,0 0 0,0 0 0,0 0 0,0-1 0,0 1 0,0 0 0,1 0 0,-1-1 0,0 1 0,1 0 0,0-1 0,-1 1 0,1 0 0,0-1 0,0 1 0,0-1 0,0 1 0,0-1 0,0 1 0,0-1 0,1 0 0,0 2 0,6 3 0,-1 1 0,1-1 0,1-1 0,-1 0 0,17 8 0,-1-1 0,1-1 0,1-2 0,-1 0 0,38 7 0,-40-12-120,-8 0 183,0-2 1,0 0-1,17 1 0,-29-3-131,0 0 0,0 0 0,0-1 0,1 1-1,-1-1 1,0 1 0,0-1 0,0 0 0,-1 0 0,1 0 0,0-1 0,0 1 0,0 0 0,-1-1 0,1 0 0,-1 0-1,1 0 1,-1 0 0,0 0 0,0 0 0,2-3 0,2-6-6758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32.7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282 597 24575,'4'-8'0,"12"-19"0,-2-2 0,21-57 0,-32 78 0,-1-1 0,0 1 0,-1-1 0,1 0 0,-2 1 0,1-1 0,-1 0 0,-1 0 0,1 1 0,-1-1 0,-1 0 0,0 1 0,0-1 0,-1 1 0,-5-13 0,-2 2 0,-2 1 0,1 1 0,-2 0 0,0 0 0,-30-27 0,-87-62 0,123 101 0,-12-9 0,-37-21 0,55 34 0,0 0 0,0 1 0,0-1 0,0 1 0,0 0 0,0-1 0,0 1 0,-1 0 0,1 0 0,0 0 0,0-1 0,0 1 0,0 0 0,0 0 0,-3 1 0,4-1 0,-1 0 0,1 1 0,-1-1 0,1 0 0,-1 1 0,1-1 0,0 0 0,-1 1 0,1-1 0,-1 1 0,1-1 0,0 1 0,-1-1 0,1 1 0,0-1 0,-1 1 0,1-1 0,0 1 0,0-1 0,0 1 0,-1 0 0,1 2 0,0 0 0,0 0 0,0 0 0,0-1 0,0 1 0,0 0 0,1 0 0,0-1 0,-1 1 0,3 5 0,7 12 0,1 1 0,1-1 0,0-1 0,2 0 0,0-1 0,1-1 0,1 0 0,0-1 0,23 18 0,-20-20 0,1 0 0,0-2 0,0 0 0,1-1 0,1-1 0,0-1 0,0-1 0,45 10 0,-46-14 0,0-1 0,37-1 0,-50-2 0,0 0 0,0-1 0,-1 0 0,1 0 0,0-1 0,-1 0 0,1 0 0,-1-1 0,0 0 0,12-6 0,-15 6 0,-1 0 0,0 0 0,1 0 0,-1 0 0,0-1 0,0 1 0,0-1 0,-1 0 0,0 1 0,1-1 0,-1-1 0,-1 1 0,1 0 0,0 0 0,-1-1 0,0 1 0,0-1 0,0 1 0,-1-1 0,0-8 0,0 5 0,0 1 0,-1-1 0,-1 1 0,1-1 0,-1 1 0,0-1 0,-1 1 0,0 0 0,0 0 0,0 0 0,-8-10 0,6 9 0,-1 1 0,0 0 0,0 0 0,-1 1 0,-13-11 0,18 15 0,0 0 0,-1 1 0,0-1 0,1 1 0,-1-1 0,0 1 0,1 0 0,-1 0 0,0 1 0,0-1 0,0 0 0,0 1 0,0 0 0,0 0 0,0 0 0,0 0 0,0 0 0,0 0 0,0 1 0,0-1 0,-5 3 0,5-2 0,0 1 0,1-1 0,-1 1 0,1 0 0,-1 0 0,1 0 0,0 0 0,-1 0 0,1 0 0,0 1 0,1-1 0,-1 1 0,0-1 0,1 1 0,0 0 0,-1 0 0,1 0 0,0-1 0,0 1 0,1 0 0,-1 0 0,0 5 0,0-1 0,1-1 0,0 1 0,0 0 0,1 0 0,-1 0 0,2-1 0,-1 1 0,1-1 0,2 8 0,0-5 0,0-1 0,1 1 0,0-1 0,0 0 0,0 0 0,1-1 0,1 1 0,-1-1 0,1-1 0,0 1 0,1-1 0,0 0 0,-1-1 0,2 0 0,-1 0 0,1-1 0,-1 0 0,1-1 0,0 1 0,1-2 0,13 4 0,7-1 0,0 0 0,1-2 0,57-2 0,-69-2 0,0-1 0,0-1 0,0-1 0,0 0 0,-1-2 0,0 0 0,24-12 0,-28 10-1365,-5 1-5461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33.3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32 24575,'2'-12'0,"4"0"0,6 5 0,3 7 0,4 7 0,1 6 0,1 3 0,0 4 0,0 1 0,-1-1 0,-4-1 0,-2-1 0,-4-2 0,-3 0 0,-3-1 0,-3 0 0,0-3-8191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33.8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55 69 24575,'-4'-3'0,"0"0"0,0 0 0,-1 0 0,-4-1 0,8 3 0,0 1 0,0 0 0,1-1 0,-1 1 0,0 0 0,0 0 0,0-1 0,0 1 0,0 0 0,1 0 0,-1 0 0,0 0 0,0 0 0,0 0 0,0 0 0,0 0 0,0 1 0,1-1 0,-1 0 0,0 0 0,0 1 0,0-1 0,1 1 0,-1-1 0,0 1 0,0-1 0,1 1 0,-1-1 0,0 1 0,0 1 0,0-1 0,1-1 0,0 1 0,-1 0 0,1 0 0,0 0 0,0 0 0,0 0 0,0 0 0,0 0 0,0 0 0,0 0 0,0 0 0,0 0 0,0 0 0,1 0 0,-1 0 0,0-1 0,1 1 0,-1 0 0,0 0 0,1 0 0,-1 0 0,1-1 0,-1 1 0,1 0 0,0 0 0,-1-1 0,1 1 0,0 0 0,1 0 0,1 2 0,1 0 0,-1 0 0,1 0 0,0-1 0,4 3 0,-2-3 0,1 1 0,-1-1 0,1-1 0,0 1 0,0-1 0,-1 0 0,1-1 0,0 1 0,0-1 0,0-1 0,0 1 0,0-1 0,0 0 0,-1-1 0,10-2 0,-15 2 0,1 1 0,0-1 0,0 1 0,-1-1 0,1 0 0,-1 1 0,1-1 0,-1 0 0,0 0 0,1 0 0,-1 0 0,0 0 0,0-1 0,-1 1 0,1 0 0,0 0 0,-1 0 0,1-1 0,-1 1 0,0 0 0,0-1 0,0 1 0,0 0 0,0-1 0,-1 1 0,1 0 0,-1-3 0,0 2 0,1 0 0,-1 0 0,0 0 0,0 0 0,-1 0 0,1 0 0,-1 0 0,1 0 0,-3-2 0,3 3 0,0 1 0,0 0 0,0 0 0,0 0 0,0 0 0,-1 0 0,1 0 0,0 0 0,-1 0 0,1 0 0,-1 1 0,1-1 0,-1 1 0,1-1 0,-1 1 0,1-1 0,-4 1 0,5 0 0,-1-1 0,1 1 0,-1 0 0,1 0 0,-1 0 0,0 0 0,1 0 0,-1 1 0,1-1 0,-1 0 0,1 0 0,-1 0 0,0 0 0,1 1 0,-1-1 0,1 0 0,-1 1 0,1-1 0,-1 0 0,1 1 0,-1-1 0,1 0 0,0 1 0,-1-1 0,1 1 0,0-1 0,-1 1 0,1 0 0,-1 0 0,1 1 0,0-1 0,-1 0 0,1 1 0,0-1 0,0 0 0,0 1 0,0-1 0,0 0 0,1 1 0,-1 2 0,2 1 0,0 0 0,-1 0 0,2 0 0,-1-1 0,5 8 0,3 0-1365,0-1-5461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34.3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 1 24575,'49'62'0,"-29"-36"0,0 0 0,2-1 0,1-1 0,32 26 0,-36-41 0,-19-9 0,0 0 0,0 0 0,0 0 0,0 0 0,0 1 0,0-1 0,0 0 0,1 0 0,-1 0 0,0 0 0,0 0 0,0 0 0,0 0 0,0 0 0,0 0 0,0 0 0,1 0 0,-1 0 0,0 0 0,0 0 0,0 0 0,0-1 0,0 1 0,0 0 0,0 0 0,0 0 0,1 0 0,-1 0 0,0 0 0,0 0 0,0 0 0,0 0 0,0 0 0,0 0 0,0 0 0,0 0 0,0-1 0,0 1 0,0 0 0,0 0 0,0 0 0,1 0 0,-1 0 0,0 0 0,0 0 0,0-1 0,-7-9 0,-11-9 0,-1 0 0,-40-29 0,-50-23 0,108 70 0,0 0 0,0 0 0,0 1 0,0-1 0,0 1 0,0-1 0,0 1 0,0-1 0,0 1 0,0 0 0,0-1 0,0 1 0,-1 0 0,0 0 0,2 0 0,0 0 0,-1 1 0,1-1 0,0 1 0,0-1 0,0 0 0,0 1 0,0-1 0,0 0 0,0 1 0,0-1 0,0 0 0,0 1 0,0-1 0,0 0 0,0 1 0,0-1 0,1 1 0,-1-1 0,0 0 0,0 1 0,0-1 0,0 0 0,1 0 0,-1 1 0,0-1 0,1 1 0,23 31 0,-23-30 0,39 47 0,71 65 0,-106-110-99,2 2-81,0 1-1,0 0 0,0 0 0,-1 0 0,0 1 0,6 10 0,-8-9-6645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2:34.8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70 19 24575,'-13'-2'0,"-3"-4"0,-3 0 0,6 2 0,6 3 0,5 4 0,6 1 0,4 3 0,3 0 0,3-2 0,-2 2 0,-2-1-8191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5.0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104 780 24575,'15'-25'0,"-1"-1"0,-1-1 0,17-47 0,-26 60 0,-1 0 0,0-1 0,-1 1 0,0-1 0,-1 1 0,-1-1 0,0 1 0,-1-1 0,-5-22 0,-18-62 0,-4 2 0,-48-106 0,52 141 0,15 102 0,4-9 0,-2 7 0,2-1 0,1 1 0,3 73 0,2-100 0,1 0 0,1-1 0,0 1 0,0 0 0,1-1 0,0 0 0,1 0 0,11 19 0,1-5 0,1-1 0,23 23 0,-20-22 0,2-1 0,38 30 0,-53-47 0,1-1 0,-1 1 0,1-1 0,0-1 0,1 0 0,-1 0 0,1-1 0,0 0 0,0-1 0,0 0 0,0 0 0,11 0 0,-14-2 0,0 0 0,1-1 0,-1 1 0,0-1 0,0-1 0,14-4 0,-17 5 0,0-1 0,0 0 0,-1 0 0,1 0 0,-1-1 0,1 1 0,-1-1 0,0 0 0,0 1 0,0-2 0,0 1 0,0 0 0,2-5 0,2-2 0,0 1 0,11-11 0,-11 13 0,0 0 0,-1-1 0,0 0 0,10-16 0,-15 21 0,0 0 0,0 1 0,0-1 0,0 0 0,-1 0 0,1 1 0,-1-1 0,1 0 0,-1 0 0,0 0 0,0 0 0,-1 0 0,1 1 0,0-1 0,-1 0 0,0 0 0,0 0 0,0 1 0,0-1 0,0 0 0,-2-3 0,2 5 0,0-1 0,1 1 0,-1 0 0,0-1 0,0 1 0,0 0 0,0 0 0,0-1 0,0 1 0,0 0 0,0 0 0,-1 0 0,1 1 0,0-1 0,-1 0 0,1 0 0,0 1 0,-1-1 0,1 0 0,-1 1 0,1 0 0,-1-1 0,1 1 0,-1 0 0,0 0 0,1 0 0,-1 0 0,-2 0 0,2 1 0,0 0 0,0-1 0,0 1 0,0 0 0,0 1 0,0-1 0,0 0 0,0 1 0,1-1 0,-1 1 0,1-1 0,-1 1 0,1 0 0,-1-1 0,1 1 0,0 0 0,0 0 0,0 0 0,-1 3 0,0 0 0,0 0 0,1 0 0,0 0 0,0 1 0,0-1 0,0 0 0,1 0 0,0 1 0,0-1 0,1 0 0,0 0 0,-1 0 0,2 1 0,-1-1 0,0 0 0,1 0 0,0 0 0,0-1 0,1 1 0,-1 0 0,6 5 0,-2-1 0,1 0 0,1-1 0,-1 0 0,1 0 0,0-1 0,1 0 0,0-1 0,0 0 0,13 7 0,-3-4 0,1-1 0,21 7 0,-31-12 0,1-1 0,0 1 0,0-2 0,0 0 0,18 0 0,-27-1-62,0 0 0,0 0 0,0 0 0,0 0 0,0-1 0,0 1 0,0-1 0,0 0 0,0 1 0,-1-1 0,1 0 0,0 0-1,0 0 1,-1 0 0,1 0 0,-1-1 0,1 1 0,-1 0 0,0-1 0,1 1 0,0-3 0,2-4-6764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5.3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129 11 24575,'-6'-2'0,"-1"0"0,0 0 0,0 1 0,0-1 0,-14 1 0,18 1 0,1 0 0,-1 0 0,1 1 0,-1-1 0,0 1 0,1 0 0,-1-1 0,1 1 0,-1 1 0,1-1 0,0 0 0,-1 0 0,1 1 0,0-1 0,0 1 0,0 0 0,0 0 0,-3 3 0,2 0 0,-1 0 0,1 1 0,1-1 0,-1 1 0,1-1 0,0 1 0,0 0 0,1-1 0,-1 1 0,1 0 0,1 0 0,-1 0 0,1 7 0,1 11 0,7 45 0,-8-68 0,11 61 0,3 0 0,33 92 0,-13-69 0,50 93 0,-77-167-341,-1 0 0,2 0-1,7 9 1,-3-7-6485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5.5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311 140 24575,'-30'-23'0,"-13"-7"0,-3 1 0,3 6 0,6 7 0,7 6 0,4 4 0,4 4 0,2 2 0,6 1-8191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5.8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24575,'10'13'0,"6"8"0,3 9 0,0 5 0,0 3 0,-4 0 0,-1 2 0,-1-2 0,0 1 0,0-1 0,-2-3 0,-3-1 0,0-2 0,-2-2 0,-1-3 0,-2-6-8191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6.0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194 35 24575,'-23'-7'0,"-12"-3"0,-3 0 0,0 5 0,4 3 0,8 2-8191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6.9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24575,'64'238'0,"-40"-174"0,2-2 0,53 91 0,-76-147 0,1-1 0,0 0 0,-1 0 0,1-1 0,1 1 0,-1-1 0,1 0 0,0 0 0,-1 0 0,9 3 0,-12-5 0,1-1 0,0 0 0,0 0 0,0-1 0,0 1 0,0 0 0,0-1 0,1 1 0,-1-1 0,0 0 0,0 1 0,0-1 0,1 0 0,-1 0 0,0-1 0,0 1 0,0 0 0,0-1 0,1 1 0,-1-1 0,0 0 0,0 0 0,0 1 0,0-1 0,0-1 0,-1 1 0,1 0 0,0 0 0,0-1 0,-1 1 0,1-1 0,1-1 0,4-6 0,-1-1 0,1 1 0,-1-1 0,-1 0 0,7-19 0,14-56 0,-26 84 0,0 0 0,0 0 0,0 0 0,0 1 0,0-1 0,1 0 0,-1 0 0,0 0 0,1 1 0,-1-1 0,0 0 0,1 0 0,-1 1 0,1-1 0,-1 0 0,1 1 0,-1-1 0,1 1 0,0-1 0,-1 1 0,1-1 0,0 1 0,-1-1 0,1 1 0,0-1 0,1 1 0,-1 0 0,0 0 0,0 0 0,0 1 0,0-1 0,0 0 0,0 1 0,0-1 0,0 1 0,0-1 0,0 1 0,-1-1 0,1 1 0,0 0 0,0-1 0,0 1 0,-1 0 0,2 1 0,5 6 0,-1 1 0,0 0 0,5 10 0,-9-16 0,19 36 0,-10-17 0,1-1 0,1 0 0,1 0 0,17 18 0,-29-37-195,0 1 0,1-1 0,-1-1 0,1 1 0,-1 0 0,4 1 0,4 1-6631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7.3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89 1 24575,'-6'3'0,"-1"0"0,0 0 0,1 1 0,0 0 0,0 0 0,0 0 0,0 1 0,1 0 0,-10 11 0,13-13 0,0 1 0,0-1 0,0 1 0,0-1 0,0 1 0,1 0 0,-1 0 0,1 0 0,0 0 0,1 0 0,-1 0 0,1 1 0,-1-1 0,1 0 0,0 0 0,1 0 0,-1 0 0,3 8 0,-1-3 0,1 0 0,1 0 0,0-1 0,0 1 0,0-1 0,12 16 0,-12-19 0,0 0 0,0 0 0,0 0 0,1-1 0,0 1 0,0-1 0,0 0 0,0-1 0,1 1 0,0-1 0,6 3 0,-10-6 0,0 1 0,1 0 0,-1-1 0,0 1 0,1-1 0,-1 0 0,0 0 0,1 1 0,-1-2 0,0 1 0,1 0 0,-1 0 0,0-1 0,1 0 0,-1 1 0,0-1 0,1 0 0,-1 0 0,0 0 0,0 0 0,0 0 0,0-1 0,0 1 0,0-1 0,-1 1 0,1-1 0,0 0 0,-1 1 0,3-4 0,-1 0 0,0-1 0,0 1 0,0 0 0,-1-1 0,0 1 0,0-1 0,-1 1 0,1-1 0,-1 0 0,0-11 0,-2-59 0,2 87-80,1-1 0,1 1-1,-1 0 1,2-1 0,0 0-1,0 0 1,1 0 0,0 0-1,0-1 1,1 0 0,1 0 0,-1-1-1,1 1 1,1-1 0,0-1-1,16 14 1,-11-13-6746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7.9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15 24575,'2'-14'0,"-2"14"0,0 0 0,0 0 0,0 0 0,0 0 0,0 0 0,0 0 0,1 0 0,-1 0 0,0 0 0,0 0 0,0 0 0,0 0 0,0 0 0,0 0 0,0 0 0,0 0 0,1 0 0,-1 0 0,0 0 0,0 0 0,0 0 0,0 0 0,0 0 0,0 0 0,0 0 0,0 0 0,0 0 0,0 0 0,1 0 0,-1 0 0,0 1 0,0-1 0,0 0 0,0 0 0,0 0 0,0 0 0,0 0 0,0 0 0,0 0 0,0 0 0,0 0 0,0 1 0,0-1 0,0 0 0,0 0 0,0 0 0,0 0 0,0 0 0,0 0 0,0 0 0,0 0 0,0 1 0,0-1 0,0 0 0,8 30 0,-5-19 0,106 314 0,-98-297 0,-3-11 0,-1 1 0,6 25 0,-10-31-1365,1-4-5461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8.4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284 192 24575,'-5'-4'0,"-36"-39"0,-3 3 0,-53-40 0,96 80 0,-5-4 0,1 0 0,-1 1 0,0-1 0,-9-2 0,13 5 0,1 1 0,0-1 0,0 1 0,-1 0 0,1-1 0,0 1 0,-1 0 0,1 0 0,0 0 0,0 0 0,-1 0 0,1 0 0,0 1 0,-1-1 0,1 0 0,0 1 0,0-1 0,-1 1 0,1-1 0,0 1 0,0-1 0,0 1 0,0 0 0,0 0 0,0-1 0,0 1 0,0 0 0,0 0 0,-1 1 0,0 2 0,-1 0 0,1 0 0,0 0 0,1 1 0,-1-1 0,1 0 0,-1 1 0,1-1 0,0 7 0,-2 44 0,3-41 0,0 29 0,3 0 0,1 0 0,2 0 0,2-1 0,18 59 0,-5-42 0,2-2 0,2 0 0,38 62 0,-55-106-120,-5-5-4,1-2-1,0 1 1,0 0-1,1-1 1,0 0-1,0 0 1,0 0-1,1-1 0,7 6 1,-2-4-6702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8.6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368 78 24575,'-28'-13'0,"-13"-4"0,-4 1 0,2 4 0,6 2 0,6 5 0,3 2 0,5 2 0,3 0 0,0 2 0,1 0 0,1 2 0,4 1-8191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9.4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103 1 24575,'3'2'0,"61"44"0,-59-41 0,1 0 0,-1 0 0,0 1 0,-1 0 0,1-1 0,-1 1 0,0 1 0,4 9 0,-7-14 0,0 1 0,0-1 0,-1 1 0,1-1 0,-1 1 0,0-1 0,0 1 0,0-1 0,0 1 0,0 0 0,0-1 0,-1 1 0,1-1 0,-1 1 0,0-1 0,0 1 0,0-1 0,0 0 0,0 1 0,0-1 0,0 0 0,-1 0 0,-3 4 0,0-1 0,0 1 0,-1-1 0,0 0 0,0 0 0,-1 0 0,-11 5 0,16-8 0,-1-1 0,1 0 0,-1-1 0,0 1 0,0 0 0,0-1 0,1 1 0,-1-1 0,0 0 0,0 0 0,0 0 0,0-1 0,0 1 0,1 0 0,-1-1 0,0 0 0,0 0 0,1 0 0,-1 0 0,0 0 0,1 0 0,-1-1 0,-3-2 0,-5-5 0,0 1 0,1-1 0,-15-17 0,19 20 0,4 4 0,0-1 0,0 1 0,0-1 0,1 0 0,-1 1 0,1-1 0,0 0 0,-1 0 0,1 0 0,1 0 0,-1 0 0,0 0 0,1 0 0,-1 0 0,1 0 0,0 0 0,0-1 0,0 1 0,1 0 0,-1 0 0,1 0 0,-1 0 0,1 0 0,0 0 0,0 0 0,1 0 0,-1 0 0,1 1 0,-1-1 0,1 0 0,0 1 0,0-1 0,0 1 0,0 0 0,0 0 0,4-3 0,5-4-1365,-3 1-5461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9.8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131 0 24575,'-22'0'0,"-8"8"0,1 12 0,6 13 0,7 13 0,8 9 0,6 8 0,5 6 0,6 3 0,2 0 0,3-3 0,2-5-651,-3-6 651,0-8 0,-1-7 0,-1-6 0,-4-10-7540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0.0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270 47 24575,'-12'-8'0,"-7"-2"0,-3 1 0,-2 1 0,-3 2 0,1 3 0,-2 1 0,-2 2 0,-1 0 0,3 0 0,6 0-8191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25.6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57 24575,'-4'109'0,"4"-92"0,1 0 0,1 0 0,1-1 0,6 24 0,-6-32 0,1 0 0,0 0 0,0 0 0,0-1 0,1 1 0,0-1 0,10 10 0,-6-7 0,0-2 0,1 1 0,-1-1 0,19 11 0,-26-18 0,0 0 0,0 0 0,0 0 0,0 0 0,0 0 0,0 0 0,0-1 0,0 1 0,0-1 0,0 1 0,0-1 0,1 0 0,-1 0 0,0 0 0,0 0 0,0 0 0,0 0 0,4-2 0,-4 1 0,0 0 0,0 0 0,-1 0 0,1 0 0,0-1 0,-1 1 0,1 0 0,-1-1 0,0 0 0,0 1 0,1-1 0,-1 0 0,0 0 0,0 1 0,0-1 0,-1 0 0,1 0 0,0 0 0,0-4 0,0-1 0,0 0 0,0 0 0,0 0 0,-1 0 0,0 0 0,-1 0 0,-1-11 0,-15-49 0,8 35 0,-2-3 0,7 21 0,0 0 0,-5-27 0,9 40 0,0 0 0,-1-1 0,1 1 0,0 0 0,0 0 0,0 0 0,0-1 0,0 1 0,0 0 0,1 0 0,-1 0 0,0 0 0,0-1 0,1 1 0,-1 0 0,1 0 0,-1 0 0,1 0 0,0 0 0,-1 0 0,1 0 0,0 0 0,-1 0 0,1 0 0,0 1 0,0-1 0,0 0 0,0 0 0,0 1 0,0-1 0,1 0 0,0 1 0,1-1 0,-1 1 0,0 0 0,0 0 0,1 0 0,-1 0 0,0 0 0,0 1 0,1-1 0,-1 1 0,0-1 0,0 1 0,0 0 0,0 0 0,4 2 0,13 8 0,0 1 0,-1 0 0,28 26 0,42 51 0,-64-63 0,41 41 0,-58-60 0,1-1 0,0 0 0,0-1 0,0 0 0,1 0 0,-1-1 0,14 5 0,-19-8 0,-1 0 0,1-1 0,0 0 0,-1 1 0,1-1 0,0 0 0,-1 0 0,1 0 0,0-1 0,-1 1 0,1-1 0,0 1 0,-1-1 0,1 0 0,-1 0 0,1 0 0,-1 0 0,0 0 0,4-3 0,2-2 0,0-1 0,0 0 0,12-14 0,0 0 0,-1 3 0,0-1 0,-2 0 0,-1-1 0,0-1 0,15-28 0,-29 44 0,1 0 0,-1 0 0,0 0 0,0-1 0,-1 1 0,0-1 0,0 1 0,0-1 0,0 0 0,-1-10 0,-1 13 0,1 1 0,0 0 0,0 0 0,-1 0 0,1 0 0,-1 0 0,0 0 0,0 0 0,0 0 0,0 0 0,0 0 0,0 0 0,0 0 0,-1 1 0,1-1 0,0 1 0,-1-1 0,0 1 0,1-1 0,-1 1 0,0 0 0,0 0 0,1 0 0,-1 0 0,0 0 0,0 0 0,0 0 0,0 0 0,-1 1 0,-2-1 0,1 0 0,0 1 0,0-1 0,1 1 0,-1 0 0,0 0 0,0 1 0,1-1 0,-1 1 0,0 0 0,1 0 0,-6 1 0,7-1 0,0 0 0,1 1 0,-1-1 0,0 0 0,1 0 0,-1 1 0,0-1 0,1 1 0,0 0 0,-1-1 0,1 1 0,0 0 0,0 0 0,0-1 0,0 1 0,0 0 0,0 0 0,1 0 0,-1 0 0,0 0 0,1 3 0,-1 1 0,0 0 0,0-1 0,1 1 0,0 0 0,0 0 0,0-1 0,1 1 0,0 0 0,0-1 0,1 1 0,-1-1 0,1 1 0,0-1 0,1 0 0,-1 1 0,1-1 0,0 0 0,0-1 0,1 1 0,0-1 0,-1 1 0,1-1 0,1 0 0,4 4 0,6 2 0,0-1 0,1 0 0,0-2 0,0 1 0,1-2 0,0 0 0,20 4 0,-13-5 0,1-2 0,0 0 0,0-2 0,38-2 0,-53 0 0,-2 0 0,1-1 0,0 0 0,0 0 0,0-1 0,-1 0 0,1 0 0,-1-1 0,0-1 0,13-8 0,-16 9 0,0 1 0,0-1 0,-1-1 0,1 1 0,-1-1 0,0 0 0,-1 0 0,1 0 0,-1 0 0,0 0 0,0-1 0,-1 0 0,1 1 0,-1-1 0,-1 0 0,3-10 0,-4 10 0,0 0 0,0-1 0,0 1 0,-1 0 0,0 0 0,0 0 0,0 0 0,-1 0 0,0 0 0,0 0 0,0 1 0,-6-9 0,4 7 0,0 0 0,-1 0 0,0 1 0,0-1 0,-1 1 0,0 0 0,0 1 0,-11-9 0,15 13 0,1 0 0,0 0 0,0 0 0,-1 1 0,1-1 0,-1 0 0,1 1 0,0-1 0,-1 1 0,1 0 0,-1-1 0,1 1 0,-1 0 0,1 0 0,-1 0 0,1 0 0,-1 0 0,1 0 0,-1 0 0,-2 1 0,2 0 0,1 0 0,-1 0 0,1 0 0,-1 0 0,1 0 0,-1 1 0,1-1 0,0 0 0,0 1 0,0-1 0,-1 1 0,2-1 0,-1 1 0,-2 2 0,1 4 0,-1-1 0,1 1 0,0-1 0,0 1 0,1 0 0,-1 13 0,2-14 0,0 0 0,1 0 0,0-1 0,0 1 0,0 0 0,1 0 0,0-1 0,0 1 0,0-1 0,1 0 0,7 12 0,-5-11 0,0 0 0,1 0 0,0-1 0,0 1 0,0-2 0,1 1 0,0-1 0,11 8 0,-2-5 0,-1-1 0,1 0 0,0-1 0,1-1 0,0 0 0,-1-2 0,1 1 0,0-2 0,19 0 0,19 1 0,0-3 0,76-10 0,-120 8 40,-1 0 0,19-7 0,-26 8-154,0 0 0,0-1-1,1 1 1,-1-1 0,-1 0 0,1 0-1,0 0 1,0 0 0,-1 0 0,1-1-1,-1 1 1,4-5 0,-1-3-6712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26.2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215 556 24575,'-27'-10'0,"5"1"0,-1 1 0,0 1 0,0 1 0,-32-4 0,53 9 0,1 1 0,-1 0 0,0 0 0,1 0 0,-1 0 0,0 1 0,0-1 0,1 0 0,-1 1 0,0-1 0,1 1 0,-1 0 0,1-1 0,-1 1 0,1 0 0,-1 0 0,1 0 0,-1 0 0,-1 2 0,2-2 0,0 0 0,0 1 0,1-1 0,-1 1 0,0-1 0,1 1 0,-1-1 0,1 1 0,0-1 0,-1 1 0,1-1 0,0 1 0,0 0 0,0-1 0,0 1 0,0-1 0,0 1 0,1-1 0,-1 1 0,0 0 0,2 1 0,1 5 0,0 0 0,1 0 0,0-1 0,0 1 0,1-1 0,0 0 0,0-1 0,1 1 0,0-1 0,0 0 0,0 0 0,8 5 0,-3-4 0,0 1 0,0-1 0,1-1 0,0 0 0,0-1 0,0 0 0,15 4 0,-21-8 0,1 1 0,-1-1 0,0 0 0,1-1 0,-1 0 0,1 0 0,-1 0 0,0-1 0,13-2 0,-16 2 0,1 0 0,-1-1 0,1 1 0,-1-1 0,0 0 0,0 0 0,0 0 0,0 0 0,0 0 0,0-1 0,0 1 0,-1-1 0,0 0 0,1 0 0,-1 0 0,0 0 0,0 0 0,2-5 0,-1-1 0,0 1 0,-1-1 0,1 0 0,-2 0 0,1 0 0,-1 0 0,-1 0 0,1 0 0,-2 0 0,1 0 0,-1 0 0,-1 0 0,-4-16 0,-4-7 0,-1 0 0,-22-40 0,32 69 0,-46-87 0,-103-149 0,143 228 0,6 8 0,-1 1 0,0-1 0,0 0 0,1 0 0,-1 1 0,-1-1 0,1 1 0,0 0 0,-1 0 0,1-1 0,-5-1 0,7 4 0,0 0 0,0 0 0,-1 0 0,1 0 0,0 0 0,0 0 0,0 0 0,0 0 0,0 0 0,-1 0 0,1 0 0,0 0 0,0 0 0,0 0 0,0 0 0,0 0 0,-1 0 0,1 0 0,0 0 0,0 1 0,0-1 0,0 0 0,0 0 0,0 0 0,-1 0 0,1 0 0,0 0 0,0 0 0,0 1 0,0-1 0,0 0 0,0 0 0,0 0 0,0 0 0,0 0 0,0 1 0,0-1 0,0 0 0,0 0 0,0 0 0,0 0 0,0 0 0,0 1 0,0-1 0,0 0 0,0 9 0,3 7 0,1 0 0,0-1 0,1 0 0,9 21 0,34 57 0,-36-71 0,19 33-227,2-2-1,3-1 1,2-1-1,2-3 1,55 53-1,-80-87-6598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27.3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52 24575,'3'14'0,"0"0"0,1 0 0,0 0 0,1 0 0,1-1 0,0 0 0,1 0 0,0 0 0,1-1 0,1 0 0,0 0 0,0-1 0,1-1 0,0 1 0,1-1 0,0-1 0,1 0 0,0-1 0,20 11 0,-31-19 0,4 3 0,-1-1 0,1 1 0,1-1 0,-1-1 0,0 1 0,7 1 0,-11-3 0,0 0 0,0 0 0,0 0 0,0 0 0,0-1 0,1 1 0,-1 0 0,0 0 0,0-1 0,0 1 0,0 0 0,0-1 0,0 0 0,0 1 0,0-1 0,0 1 0,0-1 0,0 0 0,0 0 0,0 1 0,-1-1 0,1 0 0,0 0 0,0 0 0,-1 0 0,1 0 0,-1 0 0,1 0 0,-1 0 0,1 0 0,-1 0 0,0-1 0,1 1 0,-1 0 0,0-2 0,1-2 0,0-1 0,-1 1 0,0-1 0,0 1 0,0-1 0,-1 1 0,1-1 0,-1 1 0,-1-1 0,1 1 0,-1 0 0,-2-6 0,-5-9 0,-21-32 0,16 27 0,0 2 0,-11-18 0,23 37 0,0 0 0,1 0 0,-1 0 0,1 0 0,0 0 0,0-1 0,0 1 0,0-5 0,1 9 0,0 0 0,0 0 0,0-1 0,0 1 0,0 0 0,0-1 0,0 1 0,0 0 0,0 0 0,0-1 0,0 1 0,0 0 0,0-1 0,0 1 0,1 0 0,-1 0 0,0-1 0,0 1 0,0 0 0,0 0 0,1-1 0,-1 1 0,0 0 0,0 0 0,0 0 0,1 0 0,-1-1 0,0 1 0,0 0 0,1 0 0,-1 0 0,1 0 0,9 2 0,13 13 0,-20-12 0,60 44 0,62 42 0,-104-76 0,1-2 0,-1 0 0,2-1 0,29 9 0,-51-18 0,1 0 0,-1-1 0,1 0 0,0 1 0,-1-1 0,1 0 0,0 0 0,-1 0 0,1 0 0,0 0 0,-1 0 0,1 0 0,-1 0 0,1-1 0,0 1 0,-1-1 0,1 1 0,-1-1 0,2-1 0,-2 1 0,0 0 0,0 0 0,0 0 0,0 0 0,0-1 0,0 1 0,0 0 0,-1-1 0,1 1 0,0-1 0,-1 1 0,0-1 0,1 1 0,-1-1 0,0 1 0,1-1 0,-1 1 0,0-1 0,0 1 0,-1-4 0,0-2 0,0-1 0,0 1 0,-1-1 0,0 1 0,-1-1 0,0 1 0,0 0 0,-5-9 0,-37-51 0,38 58 0,-5-5 0,7 10 0,6 10 0,4 2 0,0 0 0,0 0 0,1 0 0,0 0 0,1-1 0,0 0 0,12 10 0,-4-5 0,1-1 0,32 17 0,-27-17 0,0-2 0,1-1 0,35 9 0,-41-13 0,0-2 0,0 1 0,0-2 0,1 0 0,29-3 0,-44 2-105,-1 0 0,1-1 0,-1 1 0,1 0 0,-1-1 0,1 1 0,-1-1 0,0 0 0,1 1 0,-1-1 0,0 0 0,3-2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27.7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304 157 24575,'-98'-79'0,"77"64"0,-1 1 0,-40-20 0,56 31 0,0 1 0,0 0 0,1 0 0,-1 1 0,0-1 0,0 1 0,-9 0 0,14 1 0,-1 0 0,0 0 0,1 0 0,-1 0 0,1 1 0,-1-1 0,0 0 0,1 1 0,-1-1 0,1 1 0,-1 0 0,1-1 0,-1 1 0,1 0 0,-1 0 0,1 0 0,0 0 0,0 0 0,-1 0 0,1 0 0,0 1 0,0-1 0,0 0 0,0 1 0,0-1 0,1 0 0,-1 1 0,0-1 0,1 1 0,-1-1 0,0 3 0,0 2 0,0 0 0,0 0 0,0 1 0,1-1 0,-1 0 0,2 0 0,-1 0 0,1 0 0,0 1 0,0-1 0,1 0 0,-1-1 0,1 1 0,1 0 0,5 10 0,-2-6 0,0-1 0,1 0 0,0-1 0,1 1 0,0-1 0,0-1 0,18 13 0,-15-12 0,1 0 0,1-1 0,-1-1 0,1 0 0,0-1 0,1 0 0,23 5 0,-32-9 0,0-1 0,0 1 0,0-1 0,0 0 0,0 0 0,0 0 0,0-1 0,0 0 0,0 0 0,0 0 0,5-3 0,-7 3 0,0-1 0,0 0 0,0 1 0,0-2 0,0 1 0,-1 0 0,1 0 0,-1-1 0,0 1 0,1-1 0,-1 0 0,0 0 0,-1 0 0,1 0 0,0 0 0,-1 0 0,2-6 0,-1 4 0,-1 0 0,1-1 0,-1 1 0,0 0 0,-1-1 0,1 1 0,-1-1 0,-1 1 0,1-1 0,-1 1 0,-1-8 0,-2 6 0,2 9 0,2 12 0,3-4-105,0-1 0,1 1 0,0-1 0,1 0 0,-1 0 0,2 0 0,-1-1 0,1 1 0,1-2 0,0 1 0,0-1 0,15 13 0,-11-13-6721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28.1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138 160 24575,'159'251'0,"-73"-113"0,-77-125 0,0 1 0,0 0 0,-1 0 0,0 1 0,10 30 0,-18-45 0,0 1 0,1 0 0,-1 0 0,0-1 0,0 1 0,0 0 0,0 0 0,0-1 0,0 1 0,0 0 0,0 0 0,0 0 0,0-1 0,0 1 0,0 0 0,0 0 0,-1-1 0,1 1 0,0 0 0,-1 1 0,0-2 0,1 0 0,-1 0 0,1 1 0,0-1 0,-1 0 0,1 0 0,-1 0 0,1 0 0,-1 0 0,0 1 0,1-1 0,-1 0 0,1 0 0,-1 0 0,1-1 0,-1 1 0,1 0 0,-1 0 0,1 0 0,-1 0 0,1 0 0,-1-1 0,-4-1 0,0 0 0,1-1 0,-1 0 0,-6-5 0,-30-27 0,-56-61 0,-26-49 0,99 115 0,1-2 0,-31-55 0,48 75 0,0 0 0,1 0 0,0-1 0,1 0 0,1 0 0,0 0 0,0 0 0,1-1 0,1 1 0,0-1 0,2-16 0,-1 27 0,1 0 0,-1 0 0,1 0 0,0 0 0,0 0 0,0 0 0,0 1 0,0-1 0,1 0 0,-1 1 0,1-1 0,-1 1 0,1-1 0,0 1 0,0 0 0,0 0 0,1-1 0,-1 2 0,0-1 0,1 0 0,-1 0 0,1 1 0,0-1 0,-1 1 0,1 0 0,0 0 0,0 0 0,0 0 0,0 1 0,6-1 0,1 0 0,0 0 0,0 1 0,1 0 0,-1 1 0,0 1 0,0-1 0,19 7 0,3 2 0,-1 2 0,0 1 0,-1 1 0,-1 1 0,34 24 0,-59-36 0,-1 0 0,0-1 0,1 1 0,-1 0 0,0 1 0,-1-1 0,1 0 0,2 5 0,-4-7 0,-1 0 0,1 0 0,-1 0 0,0 0 0,1 1 0,-1-1 0,0 0 0,1 0 0,-1 0 0,0 1 0,0-1 0,0 0 0,0 0 0,0 0 0,-1 1 0,1-1 0,0 0 0,0 0 0,-1 0 0,1 0 0,-1 1 0,1-1 0,-1 0 0,0 0 0,1 0 0,-1 0 0,0 0 0,1 0 0,-1-1 0,0 1 0,0 0 0,0 0 0,-1 0 0,-4 4 0,-1-1 0,1-1 0,-1 1 0,0-1 0,0 0 0,0 0 0,-8 1 0,-55 10 0,45-10 0,-16 3-1365,5-2-5461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29.1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384 128 24575,'-128'-71'0,"100"58"0,0 1 0,-52-15 0,76 26 0,-1 0 0,0 0 0,1 0 0,-1 1 0,0 0 0,0 0 0,1 0 0,-1 0 0,0 1 0,0-1 0,-8 4 0,10-3 0,0 1 0,0-1 0,0 1 0,1 0 0,-1-1 0,0 1 0,1 1 0,-1-1 0,1 0 0,0 1 0,0-1 0,0 1 0,0-1 0,0 1 0,1 0 0,-1 0 0,1 0 0,-2 4 0,1 2 0,-1 0 0,1 0 0,1 1 0,-1-1 0,2 1 0,-1-1 0,1 1 0,1-1 0,3 19 0,1 0 0,2-1 0,12 29 0,3 1-175,2-1 0,64 103 0,-43-91-88,94 108 0,-117-152 526,31 27 0,-43-43-176,0 0 1,1 0-1,0-1 1,1 0 0,22 9-1,-31-15-87,0 0 0,0 0 0,0 0 0,0 0 0,0-1 0,1 1 0,-1-1 0,0 0 0,0 0 0,0 0 0,0-1 0,0 1 0,1-1 0,2 0 0,-4 0 0,-1 0 0,0 0 0,1 1 0,-1-1 0,0 0 0,0 0 0,0 0 0,1 0 0,-1 0 0,-1-1 0,1 1 0,0 0 0,0 0 0,0-1 0,-1 1 0,1 0 0,0-1 0,-1 1 0,1-1 0,-1 1 0,0-1 0,1 1 0,-1-1 0,0 1 0,0-1 0,0 1 0,0-1 0,0 1 0,-1-1 0,1 1 0,-1-2 0,0-7 0,-2 1 0,1 0 0,-2 0 0,1 0 0,-1 0 0,-5-9 0,-34-49 0,30 48 0,0-1 0,-1 1 0,-17-19 0,25 33 0,1 0 0,-1 0 0,0 0 0,0 0 0,0 1 0,-1 0 0,1 0 0,-1 1 0,0 0 0,-11-4 0,4 4 0,-1 1 0,1 0 0,-1 1 0,0 0 0,1 1 0,-1 1 0,0 0 0,-19 5 0,-2 0 0,12-1 0,0-1 0,0-1 0,-39 0 0,60-3-195,-1-1 0,0 0 0,1 1 0,-1-1 0,0 0 0,-4-3 0,-5-3-6631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29.4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11 193 24575,'2'1'0,"182"52"0,-163-42 0,-20-11 0,-1 0 0,0 1 0,0-1 0,1 0 0,-1 0 0,0 0 0,0 0 0,0 1 0,1-1 0,-1 0 0,0 0 0,0 0 0,0 1 0,0-1 0,0 0 0,1 0 0,-1 0 0,0 1 0,0-1 0,0 0 0,0 1 0,0-1 0,0 0 0,0 0 0,0 1 0,0-1 0,0 0 0,-1 1 0,1-1 0,-1 1 0,1-1 0,-1 0 0,1 0 0,-1 1 0,1-1 0,-1 0 0,1 0 0,-1 1 0,1-1 0,-1 0 0,1 0 0,-1 0 0,1 0 0,-1 0 0,0 0 0,-6 0 0,0 0 0,0 0 0,0-1 0,0 0 0,0 0 0,0 0 0,0-1 0,0 0 0,1-1 0,-1 0 0,-6-3 0,-1-2 0,0 0 0,0-1 0,-21-19 0,31 25 0,-1-1 0,1-1 0,1 1 0,-1 0 0,1-1 0,0 0 0,0 0 0,0 0 0,0 0 0,1 0 0,0 0 0,0-1 0,1 1 0,-2-10 0,2 12 0,1-1 0,0 1 0,0 0 0,0-1 0,1 1 0,-1-1 0,1 1 0,0 0 0,0 0 0,0-1 0,0 1 0,1 0 0,-1 0 0,1 0 0,0 0 0,0 1 0,0-1 0,0 0 0,0 1 0,0-1 0,1 1 0,-1 0 0,1 0 0,0 0 0,4-3 0,4-1 0,0 1 0,0 0 0,1 1 0,-1 0 0,1 1 0,0 0 0,0 1 0,1 0 0,-1 1 0,0 0 0,18 2 0,-4 1 0,0 1 0,1 2 0,-1 1 0,30 10 0,-35-8-1365,-5 0-5461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29.7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114 91 24575,'-54'3'0,"50"-3"0,0 1 0,-1 0 0,1 0 0,0 0 0,0 1 0,0-1 0,0 1 0,0 0 0,-7 5 0,10-7 0,0 1 0,0 0 0,0 0 0,1 0 0,-1 0 0,0 0 0,0 0 0,1 0 0,-1 0 0,0 0 0,1 0 0,-1 0 0,1 0 0,0 1 0,-1-1 0,1 0 0,0 0 0,0 1 0,0-1 0,0 2 0,0-1 0,0 1 0,1-1 0,-1 1 0,1-1 0,0 0 0,0 1 0,0-1 0,0 0 0,2 4 0,2 1 0,-1-1 0,1 0 0,1-1 0,-1 1 0,12 8 0,-8-8 0,0 0 0,1-1 0,0 1 0,0-2 0,0 0 0,0 0 0,1-1 0,0 0 0,-1 0 0,1-1 0,0-1 0,0 0 0,22-1 0,-31 0 0,1-1 0,0 1 0,0-1 0,-1 1 0,1-1 0,0 0 0,-1 0 0,1 0 0,0-1 0,-1 1 0,0 0 0,1-1 0,-1 0 0,0 1 0,0-1 0,0 0 0,3-4 0,-4 4 0,1 0 0,-1 0 0,0 0 0,0 0 0,0 0 0,-1 0 0,1 0 0,-1-1 0,1 1 0,-1 0 0,1 0 0,-1-1 0,0 1 0,0 0 0,0 0 0,-1-1 0,1 1 0,0 0 0,-1 0 0,0-1 0,1 1 0,-2-2 0,-3-7 0,-1 1 0,0-1 0,0 1 0,-1 1 0,-1-1 0,1 1 0,-15-12 0,9 9 0,-1 1 0,0 0 0,-1 1 0,-22-11 0,29 17 30,0 0 0,-1 0 0,-15-3 0,21 6-123,0 1 0,1-1 1,-1 1-1,0 0 0,0 0 0,0 0 0,0 0 0,0 0 1,0 0-1,0 1 0,1 0 0,-1-1 0,0 1 1,0 0-1,-4 3 0,-2 2-6733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0.1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24575,'0'3'0,"1"1"0,-1-1 0,1 0 0,0 0 0,0 1 0,0-1 0,0 0 0,1 0 0,-1 0 0,1 0 0,0-1 0,0 1 0,3 3 0,3 3 0,0 0 0,14 9 0,-8-7 0,0 0 0,20 11 0,-27-19 0,-1 0 0,0 0 0,0 0 0,1-1 0,0 0 0,-1 0 0,1-1 0,14 2 0,-19-3 0,0 0 0,1 0 0,-1 0 0,0-1 0,1 1 0,-1-1 0,0 1 0,0-1 0,0 0 0,1 0 0,-1 0 0,0 0 0,0 0 0,0 0 0,0 0 0,-1-1 0,1 1 0,0-1 0,0 0 0,-1 1 0,1-1 0,-1 0 0,0 0 0,1 0 0,-1 0 0,0 0 0,0 0 0,0 0 0,-1 0 0,2-4 0,-1-1 0,1 1 0,-2-1 0,1 0 0,-1 1 0,0-1 0,0 0 0,-1 0 0,0 1 0,-2-10 0,2 13 0,1 1 0,-1 0 0,1 0 0,0-1 0,-1 1 0,1 0 0,0 0 0,1-5 0,-1 7 0,0-1 0,0 1 0,0 0 0,1 0 0,-1-1 0,0 1 0,0 0 0,0 0 0,0-1 0,1 1 0,-1 0 0,0 0 0,0-1 0,0 1 0,1 0 0,-1 0 0,0 0 0,0 0 0,1-1 0,-1 1 0,0 0 0,0 0 0,1 0 0,-1 0 0,0 0 0,1 0 0,0 0 0,0 0 0,0 0 0,0 0 0,0 0 0,0 1 0,0-1 0,0 0 0,0 1 0,0-1 0,0 1 0,0-1 0,1 1 0,11 9 0,0 0 0,21 20 0,10 10 0,-5-12-1365,-29-21-5461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0.9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358 61 24575,'-144'-44'0,"119"38"0,1 2 0,-1 1 0,-50-1 0,72 4 0,-1 0 0,0 1 0,0-1 0,1 1 0,-1 0 0,1 0 0,-1 0 0,0 0 0,1 0 0,0 1 0,-7 3 0,9-3 0,0-1 0,-1 0 0,1 1 0,0-1 0,0 0 0,0 1 0,0 0 0,0-1 0,0 1 0,0-1 0,0 1 0,1 0 0,-1 0 0,1 0 0,-1-1 0,1 1 0,0 0 0,0 0 0,0 0 0,0 0 0,0-1 0,0 1 0,0 0 0,1 0 0,0 2 0,0 2 0,1 0 0,0 0 0,1-1 0,-1 1 0,1-1 0,0 1 0,1-1 0,-1 0 0,1 0 0,0-1 0,5 6 0,8 6 0,30 21 0,-34-27 0,44 28 0,1-2 0,93 42 0,-138-72 0,0 0 0,0 0 0,0 1 0,-1 1 0,0 0 0,19 15 0,-30-22 0,-1 0 0,1-1 0,0 1 0,0 0 0,-1 0 0,1 0 0,0 0 0,-1 0 0,1 0 0,-1 0 0,1 0 0,-1 0 0,1 0 0,-1 0 0,0 1 0,0-1 0,1 0 0,-1 0 0,0 0 0,0 2 0,-1-2 0,1 0 0,-1 0 0,1 0 0,-1 0 0,1 0 0,-1 0 0,1 0 0,-1 0 0,0-1 0,1 1 0,-1 0 0,0 0 0,0-1 0,0 1 0,0-1 0,0 1 0,-1 0 0,-4 2 0,0-1 0,0 0 0,0 0 0,-1-1 0,1 0 0,-7 1 0,-21-1-196,0-1-1,-66-9 0,78 7-578,2 0-6051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1.7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51 24575,'-1'-3'0,"1"1"0,1-1 0,-1 1 0,0-1 0,1 1 0,-1 0 0,1-1 0,0 1 0,-1 0 0,1-1 0,0 1 0,1 0 0,-1 0 0,0 0 0,1 0 0,2-4 0,-3 5 0,0 0 0,1 1 0,-1-1 0,1 0 0,-1 0 0,0 1 0,1-1 0,-1 1 0,1-1 0,-1 1 0,1 0 0,0-1 0,-1 1 0,1 0 0,-1 0 0,1 0 0,-1 0 0,1 0 0,0 1 0,-1-1 0,1 0 0,-1 1 0,1-1 0,-1 1 0,1-1 0,1 2 0,7 4 0,-1 1 0,1-1 0,-1 1 0,0 1 0,-1 0 0,11 13 0,8 7 0,-5-8-1365,-12-11-5461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2.5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386 0 24575,'-33'0'0,"-15"0"0,-5 0 0,4 0 0,5 0 0,8 0 0,8 0 0,5 0 0,5 0 0,3 0 0,1 0 0,0 0 0,4 0-8191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2.9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165 357 24575,'4'43'0,"-1"-24"0,-1-1 0,-1 1 0,0 0 0,-5 34 0,4-52 0,0-1 0,0 0 0,0 1 0,0-1 0,0 0 0,0 1 0,0-1 0,0 0 0,0 1 0,0-1 0,0 1 0,-1-1 0,1 0 0,0 1 0,0-1 0,0 0 0,-1 0 0,1 1 0,0-1 0,0 0 0,-1 1 0,1-1 0,0 0 0,0 0 0,-1 1 0,1-1 0,0 0 0,-1 0 0,1 0 0,0 0 0,-1 1 0,1-1 0,0 0 0,-1 0 0,1 0 0,0 0 0,-1 0 0,1 0 0,-1 0 0,1 0 0,0 0 0,-1 0 0,1 0 0,0 0 0,-1 0 0,1 0 0,-1-1 0,1 1 0,0 0 0,-1 0 0,1 0 0,0 0 0,0-1 0,-1 1 0,1 0 0,0 0 0,-1-1 0,1 1 0,0 0 0,0-1 0,0 1 0,-1 0 0,1-1 0,-18-21 0,17 20 0,-13-20 0,2-1 0,1 0 0,-15-48 0,12 33 0,-29-97 0,38 113 0,1-1 0,0 1 0,2-1 0,1-27 0,1 48 0,0-1 0,0 0 0,0 1 0,1-1 0,0 0 0,-1 1 0,1-1 0,0 1 0,0-1 0,0 1 0,0-1 0,1 1 0,-1 0 0,1-1 0,-1 1 0,4-3 0,-3 4 0,0-1 0,0 1 0,0 0 0,0 0 0,0 0 0,0 0 0,0 0 0,0 0 0,0 1 0,1-1 0,-1 1 0,0 0 0,1-1 0,-1 1 0,0 0 0,0 0 0,1 0 0,-1 1 0,4 0 0,9 2 0,-1 1 0,1 1 0,0 0 0,21 13 0,53 33 0,-89-50 0,8 3 0,-1 1 0,0 0 0,-1 1 0,1-1 0,-1 1 0,6 7 0,-11-11 0,0-1 0,0 0 0,0 1 0,0-1 0,0 1 0,0-1 0,0 1 0,-1 0 0,1-1 0,-1 1 0,1 0 0,-1 0 0,1-1 0,-1 1 0,0 0 0,0 0 0,0 0 0,0-1 0,0 1 0,0 0 0,-1 0 0,1-1 0,-1 1 0,1 0 0,-1-1 0,0 1 0,1 0 0,-1-1 0,0 1 0,0-1 0,0 1 0,0-1 0,0 1 0,0-1 0,-3 2 0,0 0 0,0 1 0,-1-1 0,1-1 0,-1 1 0,0-1 0,1 1 0,-1-1 0,0-1 0,-1 1 0,1-1 0,-9 2 0,-7-1 0,-34 0 0,42-2 0,-6 0-273,1 0 0,0-2 0,0 0 0,-28-7 0,26 3-6553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3.2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24575,'7'64'0,"18"79"0,-18-116 0,1-1 0,1 0 0,1-1 0,1 0 0,24 39 0,-9-24-58,42 61-1249,-60-90-5519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3.9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179 53 24575,'-14'-8'0,"0"0"0,0 1 0,-1 1 0,0 0 0,0 1 0,0 1 0,-18-3 0,31 6 0,1 1 0,-1 0 0,1 0 0,-1 0 0,1 0 0,-1 0 0,1 0 0,-1 0 0,1 0 0,-1 1 0,1-1 0,-1 0 0,1 1 0,-1-1 0,1 1 0,0 0 0,-1-1 0,1 1 0,0 0 0,0 0 0,-1 0 0,1 0 0,0 0 0,0 0 0,0 0 0,0 0 0,0 1 0,-1 1 0,1 0 0,1-1 0,-1 1 0,1 0 0,-1 0 0,1-1 0,0 1 0,0 0 0,0-1 0,0 1 0,1 0 0,-1-1 0,1 1 0,-1 0 0,1-1 0,2 5 0,2 5 0,1-1 0,0 1 0,1-1 0,1 0 0,0-1 0,0 0 0,17 16 0,-6-9 0,1 0 0,0-2 0,24 14 0,-30-20 0,0-2 0,1 1 0,19 5 0,-31-11 0,1-1 0,0 0 0,-1 0 0,1 0 0,0 0 0,0-1 0,0 0 0,0 1 0,-1-1 0,1-1 0,0 1 0,0-1 0,0 1 0,0-1 0,-1 0 0,1 0 0,0-1 0,-1 1 0,6-4 0,-7 3 0,0 0 0,0 0 0,0 0 0,-1 0 0,1 0 0,-1-1 0,1 1 0,-1-1 0,0 1 0,0-1 0,0 1 0,0-1 0,-1 1 0,1-1 0,-1 0 0,1 0 0,-1 1 0,0-1 0,0 0 0,0 1 0,-1-4 0,0-4 0,-1-1 0,0 1 0,-1 0 0,-4-12 0,1 7 0,-1-1 0,-1 1 0,-1 0 0,0 1 0,-1 0 0,-11-13 0,11 19 0,10 8 0,-1 0 0,1 0 0,0 0 0,0 0 0,0 0 0,0 0 0,0 0 0,0 0 0,-1 0 0,1 0 0,0 1 0,0-1 0,0 0 0,0 0 0,0 0 0,0 0 0,0 0 0,0 0 0,0 0 0,-1 1 0,1-1 0,0 0 0,0 0 0,0 0 0,0 0 0,0 0 0,0 0 0,0 1 0,0-1 0,0 0 0,0 0 0,0 0 0,0 0 0,0 0 0,0 1 0,0-1 0,0 0 0,0 0 0,0 0 0,0 0 0,1 1 0,-1 1 0,1 1 0,0 0 0,0 0 0,0 0 0,0 0 0,2 3 0,8 11 0,0 0 0,2 0 0,0-1 0,1-1 0,0 0 0,25 19 0,-25-23 0,0-1 0,0-1 0,1-1 0,0 0 0,1-1 0,0 0 0,0-1 0,22 4 0,-35-9 0,0 0 0,0-1 0,0 1 0,0-1 0,0 0 0,0 0 0,0 0 0,1-1 0,-1 1 0,0-1 0,0 1 0,-1-1 0,5-1 0,-6 1 0,0 0 0,1 0 0,-1 0 0,0 0 0,0 0 0,0 0 0,0 0 0,0 0 0,0-1 0,0 1 0,0 0 0,0 0 0,-1-1 0,1 1 0,-1-1 0,1 1 0,-1-1 0,1 1 0,-1-1 0,0 1 0,1-1 0,-1 1 0,0-1 0,0 1 0,0-1 0,-1 1 0,1-3 0,-4-14 0,0 1 0,0 0 0,-2 0 0,0 0 0,-1 1 0,-1 0 0,0 0 0,-15-21 0,46 68 0,-3-12 0,49 41 0,-61-53 0,1-1 0,0 0 0,0-1 0,0 0 0,1 0 0,13 4 0,-19-8 0,0-1 0,-1 1 0,1-1 0,-1 0 0,1 0 0,0 0 0,-1 0 0,1-1 0,-1 1 0,1-1 0,-1 0 0,1 0 0,-1 0 0,1-1 0,-1 1 0,0-1 0,0 0 0,0 0 0,0 0 0,0 0 0,0 0 0,0-1 0,-1 1 0,1-1 0,-1 0 0,0 1 0,0-1 0,2-4 0,-2 4 17,0 0 0,0 1 1,1-1-1,-1 1 0,0 0 0,5-4 0,-6 6-68,-1-1 0,1 1-1,0-1 1,0 1 0,-1 0 0,1-1 0,0 1-1,0 0 1,0-1 0,0 1 0,-1 0-1,1 0 1,0 0 0,0 0 0,0 0 0,0 0-1,0 0 1,0 0 0,0 0 0,-1 0 0,1 0-1,0 0 1,0 1 0,0-1 0,0 0 0,-1 1-1,1-1 1,1 1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4.5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129 425 24575,'11'-28'0,"-2"-1"0,0-1 0,3-31 0,-10 50 0,-1 0 0,-1 0 0,0-1 0,0 1 0,-1 0 0,-1 0 0,0 0 0,0 0 0,-1 0 0,0 1 0,-9-18 0,4 12 0,-1 0 0,-18-24 0,22 34 0,1 1 0,-1-1 0,0 1 0,-1 0 0,1 0 0,-1 1 0,0 0 0,0 0 0,-9-5 0,14 9 0,0-1 0,0 1 0,0 0 0,1 0 0,-1-1 0,0 1 0,0 0 0,0 0 0,0 0 0,1 0 0,-1 0 0,0 0 0,0 0 0,0 0 0,0 0 0,0 1 0,1-1 0,-1 0 0,0 0 0,0 1 0,1-1 0,-1 1 0,0-1 0,-1 2 0,1-1 0,-1 0 0,1 1 0,0-1 0,0 1 0,0 0 0,0-1 0,0 1 0,0 0 0,1 0 0,-2 3 0,0 5 0,0 0 0,1 0 0,-1 14 0,2-22 0,0 10 0,1-1 0,0 1 0,0-1 0,1 1 0,1-1 0,0 0 0,1 0 0,0 0 0,0 0 0,1-1 0,0 0 0,1 0 0,0 0 0,1-1 0,0 1 0,1-2 0,11 12 0,-4-6 0,1 0 0,0-1 0,1-1 0,1-1 0,0 0 0,1-2 0,0 0 0,34 12 0,-39-17 24,1 0 0,-1-1 0,1-1 0,19 1 0,-27-2-148,-1-1 0,1-1 1,0 1-1,-1-1 0,1-1 0,0 1 1,-1-1-1,1 0 0,-1 0 0,0-1 1,10-5-1,-3-1-6702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5.1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24575,'10'30'0,"6"15"0,5 7 0,2 3 0,-1-3 0,-2-3 0,2-3 0,-2-1 0,2-3 0,-1-1 0,-1-3 0,-2-6 0,-1-2 0,-1-5 0,-4-5-8191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5.2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309 46 24575,'-32'-8'0,"-14"-2"0,-1 1 0,4 1 0,8 3 0,7 1 0,5 3 0,5 2 0,2 5 0,5 3 0,3 4 0,7-2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5.5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223 38 24575,'-37'-10'0,"11"3"0,-1 0 0,0 2 0,-42-3 0,67 8 0,1 0 0,-1 0 0,1 0 0,-1 0 0,0 0 0,1 0 0,-1 0 0,1 1 0,-1-1 0,1 1 0,-1-1 0,1 1 0,-1-1 0,1 1 0,-1 0 0,1 0 0,0 0 0,0 0 0,-1 0 0,1 0 0,0 0 0,-1 1 0,1 0 0,1-1 0,0 0 0,-1 1 0,1-1 0,0 0 0,0 1 0,0-1 0,0 0 0,0 1 0,0-1 0,0 1 0,1-1 0,-1 0 0,0 1 0,1-1 0,-1 0 0,1 0 0,-1 1 0,1-1 0,0 0 0,-1 0 0,1 0 0,0 0 0,0 0 0,1 2 0,5 3 0,-1 1 0,1-1 0,1 0 0,-1 0 0,1-1 0,0 0 0,0 0 0,0-1 0,1 0 0,-1-1 0,1 0 0,11 3 0,-2-2 0,0 0 0,1-2 0,-1 0 0,0-1 0,24-2 0,-37 1 0,1 0 0,-1-1 0,0 0 0,0 0 0,0-1 0,0 1 0,0-1 0,6-3 0,-10 4 0,1 0 0,-1 1 0,0-1 0,1 0 0,-1-1 0,0 1 0,0 0 0,0 0 0,0 0 0,0-1 0,0 1 0,0 0 0,0-1 0,0 1 0,-1-1 0,1 1 0,-1-1 0,1 1 0,-1-1 0,0 0 0,1 1 0,-1-1 0,0 1 0,0-1 0,0 0 0,0 1 0,0-1 0,-1 0 0,1 1 0,-1-3 0,0 0-114,-1 1 1,1 0-1,-1-1 0,0 1 0,0 0 1,0 0-1,0 0 0,0 0 0,-1 1 1,1-1-1,-4-2 0,-6-5-6712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6.2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12 24575,'49'-5'0,"-18"1"0,1 1 0,55 3 0,-85 0 0,0 0 0,0 1 0,0-1 0,0 0 0,0 1 0,0-1 0,-1 1 0,1-1 0,0 1 0,0 0 0,-1 0 0,1 0 0,0 0 0,-1 0 0,1 0 0,-1 0 0,1 1 0,1 2 0,-2-2 0,1 1 0,-1-1 0,0 1 0,-1-1 0,1 1 0,0 0 0,-1-1 0,0 1 0,1 0 0,-1 0 0,0-1 0,-1 5 0,-14 168 0,14-165 0,0-1 0,0 1 0,1-1 0,0 1 0,0-1 0,1 1 0,1-1 0,-1 0 0,5 11 0,-5-15 0,1 0 0,1 0 0,-1-1 0,1 1 0,-1-1 0,1 0 0,1 1 0,-1-2 0,0 1 0,1 0 0,0-1 0,0 1 0,0-1 0,0 0 0,1 0 0,6 3 0,0-2 0,0 0 0,0 0 0,0-1 0,0 0 0,1-1 0,-1-1 0,1 0 0,0 0 0,-1-1 0,19-2 0,-28 2-124,0 0 0,0-1 0,1 1 0,-1-1 0,0 1 0,0-1-1,0 0 1,0 0 0,0 0 0,2-1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6.4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224 7 24575,'-25'0'0,"-13"0"0,-3 0 0,3 0 0,3 0 0,7-3 0,9 0-8191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6.6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71 12 24575,'-30'-5'0,"-10"-2"-8191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7.1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28 196 24575,'122'314'0,"-111"-288"0,-18-53 0,-25-39 0,8 19 0,2-2 0,-20-66 0,36 94 0,-15-63 0,18 70 0,1 1 0,1 0 0,0 0 0,2-19 0,-1 30 0,0 0 0,0 0 0,0 0 0,1 0 0,-1 1 0,1-1 0,-1 0 0,1 0 0,0 0 0,0 1 0,0-1 0,0 0 0,0 1 0,0-1 0,0 1 0,0-1 0,1 1 0,-1 0 0,3-2 0,-2 2 0,0 0 0,0 0 0,0 0 0,0 0 0,0 1 0,0-1 0,0 1 0,0 0 0,1 0 0,-1 0 0,0 0 0,0 0 0,0 0 0,0 0 0,1 1 0,3 0 0,0 1 0,1 1 0,-1 0 0,1 0 0,-1 0 0,0 1 0,-1 0 0,1 0 0,8 8 0,37 42 0,-50-53 0,2 3 0,12 13 0,22 32 0,-34-44 0,0 0 0,0 0 0,-1 0 0,1 1 0,-1-1 0,-1 1 0,1 0 0,-1-1 0,1 1 0,-2 0 0,1 10 0,-1-14 5,0 0-1,0-1 1,-1 1-1,1 0 0,-1-1 1,1 1-1,-1 0 1,0-1-1,1 1 0,-1-1 1,0 1-1,0-1 1,0 1-1,0-1 1,0 0-1,-1 0 0,1 1 1,0-1-1,0 0 1,-1 0-1,1 0 0,-1 0 1,1-1-1,-1 1 1,1 0-1,-4 0 1,-3 2-299,0-2 0,1 1 0,-1-1 1,-11 0-1,19 0 278,-18-1-6810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7.4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24575,'8'30'0,"4"15"0,1 5 0,0 1 0,1-2 0,-2-5 0,-1-6 0,-2-3 0,0-5 0,-1-3 0,-1-1 0,0-3 0,1-2 0,-2-2 0,-1-3 0,1 0 0,0-4-8191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38.5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153 45 24575,'-16'4'0,"1"1"0,-1 1 0,2 1 0,-1 0 0,-17 11 0,28-15 0,0 0 0,0 0 0,1 1 0,-1-1 0,1 1 0,0-1 0,0 1 0,0 0 0,-3 7 0,5-7 0,-1-1 0,1 0 0,0 0 0,1 1 0,-1-1 0,0 0 0,1 1 0,0-1 0,0 1 0,0-1 0,0 1 0,1-1 0,-1 0 0,1 1 0,1 3 0,1 0 0,0 0 0,0 0 0,0 0 0,1-1 0,0 1 0,1-1 0,0 0 0,0 0 0,0 0 0,0-1 0,1 0 0,0 0 0,0 0 0,0-1 0,1 0 0,-1 0 0,1-1 0,0 1 0,0-2 0,0 1 0,1-1 0,-1 0 0,1 0 0,7 0 0,-12-2 0,0 1 0,-1-1 0,1 0 0,0 0 0,0-1 0,-1 1 0,1 0 0,0-1 0,-1 0 0,1 0 0,0 0 0,-1 0 0,1 0 0,-1 0 0,0 0 0,1-1 0,-1 0 0,0 1 0,0-1 0,0 0 0,0 0 0,0 0 0,0 0 0,0 0 0,-1 0 0,1-1 0,-1 1 0,0-1 0,0 1 0,0-1 0,0 1 0,0-1 0,0 0 0,-1 1 0,1-6 0,0-1 0,0-1 0,-1 1 0,0-1 0,-1 1 0,0-1 0,0 1 0,-1 0 0,-1 0 0,-3-11 0,-1-4 0,8 28 0,1 1 0,0-1 0,0-1 0,1 1 0,-1 0 0,6 6 0,23 25 0,-5-7 0,36 30 0,-49-47 0,0-1 0,1 0 0,1-2 0,-1 1 0,22 7 0,-34-15 0,0 0 0,0 0 0,0 0 0,1-1 0,-1 1 0,0-1 0,1 0 0,-1 0 0,0 1 0,1-2 0,-1 1 0,0 0 0,0 0 0,1-1 0,-1 1 0,0-1 0,0 0 0,1 1 0,-1-1 0,3-2 0,-3 1 0,0 1 0,0-1 0,0 0 0,-1 0 0,1 0 0,0 0 0,-1 0 0,0 0 0,1-1 0,-1 1 0,0 0 0,0-1 0,-1 1 0,1 0 0,0-1 0,-1 1 0,1-1 0,-1-4 0,1-9 0,-1 1 0,-1-1 0,0 0 0,-1 0 0,-1 1 0,0-1 0,-2 1 0,-5-16 0,16 44 0,1 0 0,0-1 0,1 0 0,0 0 0,13 14 0,57 57 0,-74-80 0,-1 0 0,0 0 0,1 0 0,-1 0 0,1-1 0,0 0 0,8 4 0,-11-6 0,0 1 0,0-1 0,-1 0 0,1 0 0,0 0 0,0 1 0,0-1 0,0 0 0,0 0 0,0-1 0,0 1 0,0 0 0,0 0 0,0 0 0,-1 0 0,1-1 0,2 0 0,-2 0 0,0 1 0,-1-1 0,1 0 0,0 0 0,0 0 0,0 0 0,-1 0 0,1 0 0,-1 0 0,1 0 0,-1 0 0,1 0 0,-1 0 0,1-1 0,-1 1 0,0 0 0,1-2 0,-1-3 0,1 0 0,-1-1 0,-1 1 0,1 0 0,-1-1 0,0 1 0,-2-9 0,-3-17 0,6 32 0,-1-1 0,1 0 0,0 0 0,0 1 0,0-1 0,0 0 0,0 0 0,0 1 0,0-1 0,0 0 0,0 0 0,1 1 0,-1-1 0,0 0 0,0 1 0,1-1 0,-1 0 0,0 1 0,1-1 0,-1 0 0,1 1 0,-1-1 0,1 1 0,0-2 0,0 2 0,0 0 0,-1 0 0,1-1 0,0 1 0,0 0 0,0 0 0,0 0 0,0 0 0,0 0 0,-1 0 0,1 0 0,0 0 0,0 1 0,0-1 0,0 0 0,0 0 0,1 1 0,6 3 0,-1 0 0,1 1 0,9 7 0,-9-7 0,12 8 0,2 0 0,0-2 0,0 0 0,1-1 0,0-2 0,0 0 0,31 5 0,-21-7 0,51 3 0,-73-9 0,0 0 0,0-1 0,0 0 0,0 0 0,0-2 0,-1 1 0,1-1 0,16-7 0,-22 8 0,-1-1 0,0 1 0,-1-1 0,1 1 0,0-1 0,-1 0 0,1 0 0,-1-1 0,0 1 0,0-1 0,-1 1 0,1-1 0,-1 0 0,1 0 0,-1 0 0,0 0 0,-1-1 0,1 1 0,1-8 0,-1-2 0,0 1 0,-1-1 0,-1 1 0,0-1 0,-2-19 0,0 24 0,1 1 0,-1-1 0,-1 1 0,1-1 0,-1 1 0,-1 0 0,0 0 0,-7-12 0,9 16 0,-1 1 0,1-1 0,-1 0 0,0 1 0,0 0 0,-1-1 0,1 1 0,-1 1 0,1-1 0,-1 0 0,0 1 0,0 0 0,0 0 0,0 0 0,0 0 0,0 1 0,-1-1 0,-5 0 0,7 2 0,1 0 0,-1 0 0,0 0 0,1 0 0,-1 1 0,0-1 0,1 1 0,-1-1 0,1 1 0,-1 0 0,1 0 0,-1 0 0,1 1 0,-3 1 0,1-1 0,1 1 0,-1 1 0,0-1 0,1 1 0,0-1 0,0 1 0,-3 5 0,1-1 0,0 1 0,1 0 0,0-1 0,1 1 0,0 1 0,0-1 0,-2 13 0,4-15 0,1 1 0,-1 0 0,1 0 0,0-1 0,1 1 0,0 0 0,0-1 0,0 1 0,1 0 0,1-1 0,2 9 0,-2-11 0,0 0 0,0 0 0,0 0 0,1 0 0,0 0 0,0-1 0,0 0 0,0 1 0,1-2 0,-1 1 0,1 0 0,0-1 0,0 0 0,11 5 0,-1-2 16,1-1 0,0 0 0,0-1 0,0-1 0,26 3 0,83-5-889,-103-1 285,-6 0-6238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0.5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387 73 24575,'-59'-21'0,"-48"-14"0,90 30 0,0 1 0,0 1 0,-1 1 0,-23 0 0,35 2 0,0 0 0,0 1 0,0 0 0,0 0 0,1 0 0,-1 1 0,0-1 0,0 2 0,1-1 0,-1 0 0,1 1 0,-8 6 0,10-7 0,1 0 0,0 0 0,-1 0 0,1 1 0,0-1 0,0 1 0,1-1 0,-1 1 0,1 0 0,-1 0 0,1 0 0,0 0 0,0 0 0,0 0 0,0 0 0,1 0 0,-1 0 0,1 0 0,0 0 0,0 0 0,0 0 0,0 1 0,0-1 0,1 0 0,1 5 0,0-2 0,0 0 0,1 0 0,-1 0 0,1 0 0,1 0 0,-1 0 0,1-1 0,0 0 0,0 0 0,1 0 0,8 7 0,7 5 0,36 22 0,-37-26 0,159 94 0,-109-68 0,-66-38 0,3 3 0,1 0 0,-1 0 0,0 0 0,7 8 0,-12-12 0,0 1 0,-1-1 0,1 1 0,0 0 0,-1-1 0,1 1 0,-1 0 0,1-1 0,-1 1 0,1 0 0,-1-1 0,0 1 0,1 0 0,-1 0 0,0 0 0,0 0 0,1-1 0,-1 1 0,0 0 0,0 0 0,0 0 0,0 0 0,0-1 0,0 1 0,0 0 0,-1 0 0,1 0 0,0 0 0,0-1 0,-1 1 0,1 0 0,0 0 0,-1 0 0,1-1 0,-1 1 0,1 0 0,-1-1 0,1 1 0,-1 0 0,1-1 0,-1 1 0,0-1 0,1 1 0,-1-1 0,0 1 0,0-1 0,1 1 0,-2-1 0,-3 3 0,0-1 0,0 0 0,0 0 0,0 0 0,0-1 0,0 0 0,-1 0 0,-5 1 0,-47-1 0,37-2 0,-37 1-682,-96-13-1,141 11-6143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0.7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 12 24575,'-15'-5'0,"-5"-1"-8191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1.1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24575,'13'19'0,"0"2"0,0-1 0,-2 2 0,-1-1 0,0 2 0,-2-1 0,-1 1 0,0 0 0,-2 1 0,3 27 0,-6-32 0,9 167 0,-11-182 0,0-1 0,0 0 0,0 0 0,1 0 0,-1 0 0,1 0 0,-1 0 0,1 0 0,0 0 0,1 0 0,-1 0 0,0 0 0,1 0 0,-1-1 0,1 1 0,4 4 0,-4-5 0,1 0 0,0 0 0,0 0 0,0-1 0,0 1 0,0-1 0,0 1 0,0-1 0,0 0 0,0 0 0,1-1 0,-1 1 0,1-1 0,-1 1 0,5-1 0,5 0-341,-1-1 0,1 0-1,20-4 1,-18 2-6485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41.3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194 1 24575,'-27'2'0,"-12"2"0,-2 2 0,3-1 0,9 3 0,9-1-8191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1.3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325 1 24575,'-135'15'0,"111"-11"0,0 1 0,0 1 0,-33 13 0,52-17 0,0 0 0,1 1 0,0-1 0,-1 1 0,1-1 0,0 1 0,0 1 0,1-1 0,-1 0 0,-5 9 0,7-11 0,1 1 0,0 1 0,0-1 0,0 0 0,0 0 0,1 0 0,-1 0 0,0 1 0,1-1 0,0 0 0,0 1 0,-1-1 0,1 0 0,0 1 0,1-1 0,-1 0 0,0 1 0,1-1 0,-1 0 0,1 0 0,0 1 0,0-1 0,0 0 0,0 0 0,2 2 0,0 2 0,1-1 0,0 0 0,0-1 0,1 1 0,-1-1 0,1 1 0,0-1 0,1-1 0,-1 1 0,11 4 0,7 3 0,33 10 0,-45-17 0,-9-3 0,203 78 0,-194-74 0,-1 1 0,11 6 0,-18-10 0,0 0 0,-1 1 0,1-1 0,0 0 0,-1 1 0,0-1 0,1 1 0,-1 0 0,0 0 0,0 0 0,2 5 0,-4-7 0,0 0 0,0 0 0,0 0 0,0 1 0,0-1 0,0 0 0,0 0 0,0 1 0,0-1 0,0 0 0,-1 0 0,1 0 0,-1 0 0,1 1 0,-1-1 0,1 0 0,-1 0 0,1 0 0,-1 0 0,0 0 0,0 0 0,0 0 0,1-1 0,-1 1 0,0 0 0,0 0 0,0 0 0,0-1 0,0 1 0,0-1 0,-2 1 0,-4 3 0,-1 0 0,0-1 0,-9 3 0,13-4 0,-12 2 16,-1 1 0,0-2 0,1 0 0,-19 0 0,-67-3-632,72-1-213,16 1-5997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1.6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300 15 24575,'-30'-2'0,"-15"-2"0,-2 1 0,4 1 0,7 0 0,7 1 0,6 2 0,4 3 0,3-1 0,5-1-8191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2.3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103 107 24575,'-4'13'0,"0"0"0,1 1 0,1 0 0,0-1 0,1 1 0,0 0 0,1 0 0,1 0 0,0 0 0,5 22 0,-2-21 0,0 0 0,2-1 0,0 1 0,0-1 0,1 0 0,1-1 0,0 0 0,1 0 0,14 15 0,-12-14 0,-7-8 0,1 0 0,0 0 0,0-1 0,1 0 0,0 0 0,0 0 0,9 6 0,-14-11 0,-1 0 0,0 0 0,0 0 0,0 1 0,0-1 0,0 0 0,0 0 0,1 0 0,-1 0 0,0 0 0,0 0 0,0 0 0,0 0 0,0 0 0,1 0 0,-1 0 0,0 0 0,0 0 0,0 0 0,0 0 0,1 0 0,-1 0 0,0 0 0,0 0 0,0 0 0,0 0 0,0 0 0,1 0 0,-1 0 0,0 0 0,0 0 0,0 0 0,0-1 0,0 1 0,1 0 0,-1 0 0,0 0 0,0 0 0,0 0 0,0 0 0,0-1 0,0 1 0,0 0 0,0 0 0,0 0 0,-1-10 0,-8-10 0,-63-81 0,48 70 0,2-1 0,-20-36 0,38 60 0,-40-84 0,39 78 0,0 0 0,1 0 0,0 0 0,-3-27 0,6 39 0,1 1 0,0 0 0,0-1 0,0 1 0,0-1 0,0 1 0,0 0 0,1-1 0,-1 1 0,0 0 0,0-1 0,1 1 0,-1 0 0,1-1 0,0 1 0,-1 0 0,1 0 0,0 0 0,0 0 0,-1-1 0,1 1 0,2-1 0,-1 1 0,-1 0 0,1 0 0,0 1 0,0-1 0,-1 1 0,1-1 0,0 1 0,0 0 0,0-1 0,0 1 0,-1 0 0,1 0 0,0 1 0,3-1 0,5 2 0,0 1 0,0 0 0,-1 1 0,17 8 0,-16-7 0,0 0 0,-1 1 0,0 1 0,0-1 0,8 10 0,-13-13 0,-1 1 0,1-1 0,-1 1 0,0 0 0,0 0 0,-1 1 0,1-1 0,-1 0 0,0 1 0,0-1 0,-1 1 0,1 0 0,0 7 0,-2-9 0,0-1 0,0 0 0,-1 0 0,1 1 0,-1-1 0,1 0 0,-1 0 0,0 0 0,0 0 0,0 0 0,0 0 0,0 0 0,-1 0 0,1 0 0,0-1 0,-1 1 0,1 0 0,-1-1 0,0 1 0,0-1 0,0 0 0,1 1 0,-1-1 0,-3 1 0,-4 3 0,1-2 0,0 1 0,-1-1 0,-15 4 0,5-3-1365,3-2-5461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2.6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24575,'11'8'0,"-1"1"0,-1 1 0,1 0 0,-2 0 0,16 23 0,29 63 0,-23-39 0,-6-16-109,-6-11-205,0 2 0,-2 1 0,15 44 0,-28-64-6512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3.1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300 37 24575,'-43'-7'0,"10"0"0,1 2 0,-1 1 0,-60 2 0,89 2 0,0 0 0,1 1 0,-1-1 0,0 1 0,0 0 0,1 1 0,-1-1 0,1 1 0,-1-1 0,1 1 0,-1 0 0,-3 3 0,6-4 0,-1 1 0,1-1 0,0 1 0,0-1 0,0 1 0,0-1 0,0 1 0,0 0 0,0-1 0,0 1 0,1 0 0,-1 0 0,1 0 0,-1 0 0,1-1 0,0 1 0,0 0 0,0 0 0,0 0 0,0 0 0,0 0 0,0 0 0,1 0 0,-1 0 0,1-1 0,0 4 0,2 1 0,0 0 0,0 1 0,0-1 0,1-1 0,0 1 0,0 0 0,0-1 0,1 0 0,0 0 0,0 0 0,0-1 0,0 1 0,1-1 0,7 4 0,8 3 0,1 0 0,38 14 0,-40-18 0,1 0 0,0-1 0,0-2 0,1 0 0,38 2 0,-56-6 0,0 0 0,0-1 0,0 0 0,1 1 0,-1-2 0,0 1 0,0 0 0,0-1 0,-1 0 0,1 1 0,0-1 0,-1-1 0,1 1 0,-1-1 0,4-3 0,-5 4 0,0 0 0,0 0 0,0 0 0,-1 0 0,1-1 0,-1 1 0,0 0 0,1-1 0,-1 1 0,0-1 0,0 0 0,-1 1 0,1-1 0,-1 0 0,1 1 0,-1-1 0,0 0 0,0 1 0,0-1 0,0 0 0,0 0 0,-1 1 0,1-1 0,-2-3 0,-2-5 0,-1 1 0,0 0 0,0 0 0,-1 0 0,-1 1 0,-10-14 0,6 11 0,0 1 0,-1-1 0,-25-17 0,37 28 0,0 1 0,-1 0 0,1 0 0,0 0 0,0-1 0,0 1 0,-1 0 0,1 0 0,0 0 0,0-1 0,0 1 0,-1 0 0,1 0 0,0 0 0,0 0 0,-1 0 0,1 0 0,0 0 0,0 0 0,-1-1 0,1 1 0,0 0 0,-1 0 0,1 0 0,0 0 0,0 0 0,-1 0 0,1 1 0,0-1 0,0 0 0,-1 0 0,1 0 0,0 0 0,-1 0 0,4 10 0,11 12 0,3-4 0,1-1 0,1-1 0,28 20 0,69 33 0,-114-67 15,1-1 0,-1 0 0,1 0 0,0 0 0,0 0 0,0 0 0,4 0 0,-6-1-66,0 0 0,0 0-1,0 0 1,0 0 0,0 0 0,-1 0 0,1-1-1,0 1 1,0 0 0,0 0 0,0-1 0,-1 1-1,1-1 1,0 1 0,0 0 0,-1-1-1,1 0 1,0 1 0,-1-1 0,1 1 0,0-1-1,-1 0 1,1 1 0,-1-1 0,1 0 0,-1 0-1,0 1 1,1-3 0,2-6-6775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3.7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0 137 24575,'5'4'0,"213"145"0,-213-146 0,0 0 0,1 0 0,-1 0 0,0 0 0,1-1 0,9 2 0,-14-3 0,0-1 0,0 0 0,-1 0 0,1 0 0,0 0 0,0 0 0,0 0 0,0 0 0,0 0 0,0-1 0,0 1 0,0 0 0,0 0 0,0-1 0,-1 1 0,1-1 0,1 0 0,-1 0 0,0 0 0,0 0 0,0 0 0,-1 0 0,1 0 0,-1 0 0,1 0 0,0 0 0,-1-1 0,0 1 0,1 0 0,-1 0 0,0-1 0,0 1 0,1 0 0,-1-3 0,0-1 0,0-1 0,-1 1 0,0-1 0,1 1 0,-2-1 0,1 1 0,-1 0 0,1 0 0,-1-1 0,-4-5 0,-4-6 0,-18-25 0,4 8 0,24 34 0,0 0 0,0 0 0,0 0 0,0 0 0,0 0 0,0-1 0,0 1 0,-1 0 0,1 0 0,0 0 0,0 0 0,0 0 0,0 0 0,0 0 0,0 0 0,0 0 0,0-1 0,0 1 0,0 0 0,0 0 0,-1 0 0,1 0 0,0 0 0,0 0 0,0 0 0,0-1 0,0 1 0,0 0 0,0 0 0,0 0 0,0 0 0,0 0 0,0-1 0,0 1 0,0 0 0,0 0 0,0 0 0,1 0 0,-1 0 0,0 0 0,0 0 0,0-1 0,0 1 0,0 0 0,0 0 0,0 0 0,0 0 0,0 0 0,0 0 0,0 0 0,1 0 0,-1 0 0,0-1 0,0 1 0,9 4 0,12 9 0,38 38 0,-41-33 0,2-2 0,0 0 0,30 18 0,-43-30 0,0 0 0,0-1 0,1 0 0,-1-1 0,1 1 0,-1-1 0,1-1 0,0 1 0,0-2 0,0 1 0,0-1 0,0 0 0,0 0 0,0-1 0,9-2 0,-2-1 0,0 0 0,0-1 0,-1-1 0,1 0 0,-2-1 0,1-1 0,-1 0 0,0 0 0,16-14 0,-23 16 0,0 1 0,-1-1 0,0 1 0,1-2 0,-2 1 0,1 0 0,-1-1 0,0 0 0,0 0 0,-1 0 0,0-1 0,0 1 0,-1-1 0,0 1 0,0-1 0,-1 0 0,0 0 0,0 0 0,-1-15 0,-1 20 0,1 0 0,-1 0 0,0 1 0,0-1 0,0 0 0,0 1 0,0-1 0,0 1 0,-1-1 0,1 1 0,-1-1 0,1 1 0,-1 0 0,0 0 0,0 0 0,0 0 0,0 0 0,-1 0 0,1 1 0,0-1 0,-1 1 0,1 0 0,-1-1 0,-3 0 0,1 0 0,1 1 0,-1 0 0,0 0 0,0 0 0,0 0 0,0 1 0,0 0 0,0 0 0,0 0 0,0 0 0,0 1 0,0 0 0,-5 2 0,8-2 0,0-1 0,0 1 0,0 0 0,0 0 0,0 1 0,0-1 0,0 0 0,1 1 0,-1-1 0,1 1 0,-1-1 0,1 1 0,-1 0 0,1 0 0,0-1 0,0 1 0,0 0 0,0 0 0,0 0 0,1 0 0,-1 0 0,0 0 0,1 1 0,0-1 0,-1 0 0,1 0 0,0 0 0,0 4 0,1 0 0,-1-1 0,1 1 0,0-1 0,0 1 0,0-1 0,1 0 0,0 0 0,0 1 0,0-1 0,5 6 0,1 0 0,0-1 0,1 0 0,1 0 0,-1-1 0,2 0 0,-1-1 0,1-1 0,0 1 0,17 7 0,0-1 0,0-2 0,60 16 0,-70-24 0,0 0 0,1-1 0,0-1 0,-1-1 0,1-1 0,22-2 0,-27-1-1365,-4 0-5461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4.8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47 24575,'6'13'0,"1"0"0,0 0 0,1 0 0,0-1 0,1-1 0,1 1 0,-1-1 0,2-1 0,12 10 0,-6-6 0,1-1 0,1 0 0,0-1 0,1-2 0,26 12 0,-43-21 0,0 0 0,0 0 0,0 0 0,0 0 0,-1-1 0,1 1 0,0-1 0,0 1 0,0-1 0,0 0 0,0 0 0,0-1 0,0 1 0,0-1 0,0 1 0,0-1 0,0 0 0,0 0 0,0 0 0,-1 0 0,1-1 0,-1 1 0,1-1 0,-1 0 0,1 1 0,-1-1 0,0 0 0,0-1 0,0 1 0,0 0 0,0 0 0,0-1 0,-1 1 0,1-1 0,-1 0 0,1 1 0,-1-1 0,0 0 0,1-4 0,-1 2 0,0 0 0,0 0 0,0 0 0,-1 0 0,0 0 0,0 0 0,0 0 0,-1 0 0,1 0 0,-1 0 0,-1 0 0,-1-7 0,-4-4 0,0-1 0,-12-17 0,-2-8 0,20 42 0,1-1 0,0 1 0,-1-1 0,1 1 0,0-1 0,0 0 0,0 1 0,-1-1 0,1 1 0,0-1 0,0 1 0,0-1 0,0 0 0,0 1 0,0-1 0,0 1 0,0-2 0,7 4 0,15 16 0,-19-16 0,95 76 0,-83-68 0,0-1 0,0-1 0,1 0 0,0-1 0,19 6 0,-29-11 0,-1-1 0,1 0 0,0 0 0,0 0 0,-1-1 0,1 0 0,0 0 0,0 0 0,0-1 0,8-2 0,-12 3 0,-1-1 0,1 1 0,0-1 0,0 0 0,-1 0 0,1 0 0,0 0 0,-1 0 0,1 0 0,-1-1 0,1 1 0,-1 0 0,0-1 0,0 1 0,1-1 0,-1 1 0,0-1 0,0 0 0,-1 1 0,1-1 0,0 0 0,0 0 0,-1 0 0,1 0 0,-1 1 0,0-1 0,0 0 0,1 0 0,-1 0 0,0 0 0,-1 0 0,1 0 0,0 0 0,-1-2 0,0-3 0,-1 1 0,1-1 0,-2 1 0,1-1 0,0 1 0,-1 0 0,0 0 0,-1 0 0,-5-7 0,2 4 0,-1 1 0,1 0 0,-1 0 0,-17-12 0,82 49 0,9 2 0,1-4 0,120 32 0,-130-47 0,83 8 0,-139-20-63,2 1-99,-1-1-1,1 0 0,0 0 0,0 0 0,0 0 1,-1 0-1,4-1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5.2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311 148 24575,'-9'-6'0,"-100"-69"0,87 61 0,-1 1 0,-1 1 0,-25-8 0,44 18 0,0 1 0,0 0 0,0 0 0,0 0 0,0 0 0,-1 1 0,1 0 0,-8 1 0,12-1 0,0 0 0,0 0 0,0 1 0,0-1 0,0 0 0,0 1 0,0-1 0,0 1 0,0-1 0,0 1 0,0-1 0,0 1 0,0 0 0,0-1 0,0 1 0,1 0 0,-1 0 0,-1 1 0,2-1 0,-1 0 0,1 1 0,0-1 0,0 0 0,-1 1 0,1-1 0,0 0 0,0 1 0,0-1 0,0 0 0,0 1 0,1-1 0,-1 0 0,0 1 0,0-1 0,1 0 0,-1 1 0,1-1 0,0 1 0,4 8 0,1 0 0,-1-1 0,2 0 0,-1 0 0,1-1 0,0 1 0,1-1 0,16 12 0,-1-3 0,0 0 0,31 15 0,-48-30 0,63 33 0,-61-31 0,0-1 0,0-1 0,1 1 0,-1-1 0,1-1 0,15 2 0,-22-3 0,0 0 0,1 0 0,-1 0 0,0-1 0,1 1 0,-1-1 0,0 1 0,0-1 0,0 0 0,0 0 0,0 0 0,1 0 0,-2 0 0,1 0 0,0 0 0,0-1 0,0 1 0,0-1 0,1-2 0,-1 2 0,0-1 0,0 0 0,-1 0 0,0 0 0,1 0 0,-1 0 0,0-1 0,0 1 0,-1 0 0,1 0 0,0-7 0,-1 1 0,0 0 0,-1 1 0,0-1 0,0 0 0,-1 1 0,0 0 0,-1-1 0,0 1 0,-5-11 0,3 9 0,-1 0 0,0 0 0,-1 0 0,-10-10 0,47 57 0,111 96 100,-61-61-1565,-70-63-5361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5.7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117 255 24575,'13'79'0,"25"137"0,-37-211 0,0-3 0,0 0 0,-1 0 0,1 0 0,-1 0 0,1 0 0,-1 0 0,0 0 0,0 0 0,0 1 0,0-1 0,-1 0 0,1 0 0,-2 4 0,1-7 0,0 0 0,0 1 0,-1-1 0,1 0 0,0 0 0,0 0 0,0-1 0,0 1 0,0 0 0,0 0 0,0 0 0,0-2 0,-96-182 0,85 157 0,0-1 0,-9-43 0,16 54 0,2-1 0,0 1 0,2 0 0,0-1 0,1-25 0,1 38 0,0-1 0,0 1 0,0-1 0,1 1 0,0 0 0,0 0 0,1-1 0,0 2 0,0-1 0,0 0 0,1 1 0,4-6 0,-5 7 0,0 1 0,1-1 0,-1 1 0,1 0 0,0 1 0,0-1 0,0 0 0,1 1 0,-1 0 0,0 0 0,1 0 0,0 1 0,-1 0 0,1-1 0,0 2 0,8-2 0,-5 2 0,0 0 0,0 1 0,1 0 0,-1 0 0,0 1 0,0 0 0,0 0 0,0 1 0,-1 0 0,14 7 0,3 5 0,40 30 0,-59-41 0,-2-2 0,0 1 0,0 0 0,0 0 0,0 0 0,0 1 0,0-1 0,-1 1 0,0 0 0,0-1 0,3 6 0,-5-7 0,1 0 0,-1-1 0,1 1 0,-1 0 0,1 0 0,-1 0 0,0-1 0,0 1 0,0 0 0,0 0 0,0 0 0,0 0 0,0-1 0,-1 1 0,1 0 0,-1 0 0,1 0 0,-1-1 0,0 1 0,0 0 0,0-1 0,0 1 0,0-1 0,0 1 0,0-1 0,-2 2 0,-3 2 0,0 0 0,-1 0 0,1-1 0,-1 0 0,0-1 0,0 0 0,-9 4 0,-54 12 0,64-17 0,-32 6-1365,3-1-5461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6.3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243 94 24575,'-15'-8'0,"-12"-9"0,-1 1 0,0 2 0,-60-21 0,86 34 0,-1 0 0,1 1 0,-1-1 0,1 1 0,-1-1 0,1 1 0,-1 0 0,1 0 0,-1 0 0,1 1 0,-1-1 0,1 0 0,-1 1 0,-3 1 0,5-1 0,-1 0 0,1 0 0,0 0 0,0 0 0,0 0 0,0 0 0,0 1 0,0-1 0,0 0 0,1 0 0,-1 1 0,0-1 0,1 1 0,-1-1 0,1 1 0,-1-1 0,1 1 0,0-1 0,-1 1 0,1-1 0,0 1 0,0-1 0,0 1 0,1 2 0,0 4 0,0-1 0,1 1 0,-1-1 0,2 0 0,-1 0 0,1 0 0,0 0 0,0 0 0,1-1 0,0 0 0,0 1 0,9 8 0,6 7 0,42 35 0,-53-50 0,68 56 0,29 27 0,-104-90 0,0 1 0,-1 0 0,1-1 0,0 1 0,0 0 0,-1 0 0,1-1 0,0 1 0,-1 0 0,1 0 0,-1 0 0,0 0 0,1 0 0,-1 0 0,1 0 0,-1 0 0,0 0 0,0 0 0,0 0 0,0 0 0,0 1 0,0-1 0,0 0 0,-1 0 0,1-1 0,-1 1 0,1 0 0,-1-1 0,1 1 0,-1 0 0,1-1 0,-1 1 0,1 0 0,-1-1 0,0 1 0,0-1 0,1 1 0,-1-1 0,0 0 0,0 1 0,-1-1 0,-3 2 0,0-1 0,0 1 0,0-1 0,0-1 0,0 1 0,0-1 0,-6 0 0,-32-5-101,-65-16-1,69 12-1060,19 5-5664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6.7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24575,'5'17'0,"4"9"0,3 2 0,2-1 0,2-2 0,-1-4 0,1-4 0,0-4 0,-3-3-8191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6.9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26 24575,'-2'-10'0,"1"-1"0,1 6 0,1 8 0,2 7 0,1 4 0,0 6 0,-2 1 0,1-2-8191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7.3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56 24575,'39'43'0,"-26"-28"0,0 0 0,23 19 0,-35-33 0,0-1 0,-1 1 0,1 0 0,0-1 0,-1 1 0,1-1 0,0 0 0,0 1 0,0-1 0,-1 1 0,1-1 0,0 0 0,0 0 0,0 0 0,0 1 0,0-1 0,0 0 0,-1 0 0,1 0 0,0 0 0,0 0 0,0-1 0,0 1 0,1 0 0,-1-1 0,0 0 0,0 0 0,0 1 0,0-1 0,0 0 0,0 0 0,0 0 0,0 0 0,-1 0 0,1 0 0,0-1 0,-1 1 0,1 0 0,0-2 0,2-5 0,-1 0 0,0-1 0,2-15 0,-3-3 0,-2 20 0,1 0 0,1 0 0,-1 0 0,1 0 0,4-11 0,-5 17 0,1-1 0,-1 1 0,1 0 0,0 0 0,-1-1 0,1 1 0,0 0 0,0 0 0,0 0 0,0 0 0,0 0 0,0 0 0,0 0 0,0 0 0,0 0 0,1 1 0,-1-1 0,0 0 0,1 1 0,-1-1 0,0 1 0,1 0 0,-1-1 0,0 1 0,1 0 0,-1 0 0,1 0 0,-1 0 0,1 0 0,-1 0 0,0 0 0,3 1 0,4 0 0,0 1 0,0 0 0,-1 1 0,1-1 0,-1 1 0,7 5 0,42 26 0,-26-14 0,14 7 0,-19-14 0,-2 2 0,1 1 0,35 32 0,-47-35-1365,-5-2-5461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7.7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24575,'15'33'0,"8"15"0,2 8 0,-1 1 0,1-4 0,-1-3 0,-3-2 0,-1-6 0,-3-3 0,-1-4 0,-1-6 0,-3-2 0,-1-4 0,-2-2 0,-4-6-8191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7.9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355 58 24575,'-31'-10'0,"-11"-3"0,-2 0 0,1 3 0,7 3 0,5 2 0,7 5 0,4 5 0,3 2 0,3 1 0,0 3 0,0-1 0,1 1 0,2-2-8191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8.3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139 62 24575,'-13'-1'0,"0"1"0,0 1 0,0 0 0,1 0 0,-1 2 0,0-1 0,-21 8 0,34-9 0,-1-1 0,0 0 0,0 1 0,0-1 0,0 1 0,0-1 0,1 1 0,-1-1 0,0 1 0,1-1 0,-1 1 0,0 0 0,1-1 0,-1 1 0,1 0 0,-1 0 0,1-1 0,-1 1 0,1 0 0,-1 0 0,1 0 0,-1 1 0,1-1 0,0-1 0,1 1 0,-1 0 0,0 0 0,0 0 0,1 0 0,-1 0 0,0 0 0,1 0 0,-1-1 0,1 1 0,-1 0 0,1 0 0,-1 0 0,1-1 0,-1 1 0,2 1 0,4 2 0,-1 1 0,1-1 0,0 0 0,8 3 0,-13-6 0,16 7 0,0-1 0,0 0 0,0-2 0,21 5 0,73 8 0,-103-17 0,0-1 0,0 1 0,0-2 0,0 1 0,0-1 0,0 0 0,-1 0 0,10-4 0,-15 5 0,0-1 0,0 0 0,-1 1 0,1-1 0,0 0 0,0 0 0,0 0 0,-1-1 0,1 1 0,-1 0 0,1-1 0,-1 1 0,1-1 0,-1 1 0,0-1 0,0 0 0,1 1 0,-1-1 0,-1 0 0,1 0 0,0 0 0,0 0 0,-1 0 0,1 0 0,-1 0 0,1 0 0,-1 0 0,0 0 0,0 0 0,0 0 0,0 0 0,0 0 0,0 0 0,-1 0 0,1 0 0,-2-2 0,1-2 0,-2 1 0,1-1 0,-1 1 0,0 0 0,0 0 0,0 0 0,0 0 0,-1 0 0,0 1 0,0 0 0,0 0 0,-6-5 0,1 3 0,0-1 0,0 1 0,-1 1 0,1 0 0,-19-7 0,16 8-227,-1 1-1,1 1 1,-1 0-1,0 1 1,-16 0-1,11 1-6598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9.1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 1 24575,'-7'10'0,"-3"6"0,3 0 0,3 0 0,4 0 0,5-1 0,4 0 0,3-2 0,-1-2 0,1-2 0,1-3 0,-3-2-8191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9.2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 24575,'2'-2'0,"2"1"0,1 4 0,1 3 0,-1 6 0,-1 4 0,-2 1 0,0 1 0,1-1 0,0 0 0,0-4-8191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9.6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24575,'49'72'0,"-43"-65"0,0 0 0,0 0 0,1-1 0,0 0 0,0-1 0,0 1 0,13 6 0,-19-11 0,1 0 0,0-1 0,-1 1 0,1 0 0,0 0 0,0-1 0,0 1 0,0-1 0,0 0 0,0 1 0,0-1 0,-1 0 0,1 0 0,0 0 0,0-1 0,0 1 0,0 0 0,0-1 0,0 1 0,0-1 0,0 0 0,1-1 0,0 1 0,-1-1 0,0 0 0,0 0 0,0 0 0,0 0 0,0-1 0,-1 1 0,1 0 0,-1-1 0,0 1 0,1-1 0,-1 0 0,0 1 0,1-5 0,-1 0 0,1 1 0,-1-1 0,0-8 0,-1 9 0,0 0 0,1 0 0,0 0 0,3-8 0,-4 13 0,0 1 0,0-1 0,1 0 0,-1 1 0,0-1 0,1 0 0,-1 1 0,1-1 0,-1 1 0,0-1 0,1 0 0,-1 1 0,1-1 0,0 1 0,-1-1 0,1 1 0,-1 0 0,1-1 0,0 1 0,-1 0 0,1-1 0,0 1 0,-1 0 0,1 0 0,0-1 0,0 1 0,1 0 0,-1 0 0,1 1 0,-1-1 0,1 0 0,-1 1 0,1-1 0,-1 1 0,1-1 0,-1 1 0,0 0 0,3 1 0,3 3 0,-1 0 0,1 1 0,7 8 0,-14-14 0,34 39-1365,-27-28-5461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4:59.9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184 53 24575,'-14'-8'0,"0"0"0,0 1 0,-1 1 0,0 0 0,0 1 0,0 1 0,-18-3 0,31 7 0,0-1 0,0 1 0,0 0 0,1 0 0,-1 0 0,0 0 0,0 0 0,0 1 0,0-1 0,1 1 0,-1-1 0,0 1 0,0-1 0,1 1 0,-1 0 0,1 0 0,-1 0 0,1 0 0,-1 0 0,-1 1 0,2 0 0,0 0 0,-1 0 0,1 0 0,0 0 0,0 0 0,1 0 0,-1 0 0,0 0 0,1 0 0,-1 0 0,1 0 0,0 0 0,-1 0 0,1 4 0,1 2 0,-1 0 0,2 0 0,-1-1 0,1 1 0,0 0 0,0-1 0,1 1 0,4 7 0,1 0 0,2-1 0,-1 1 0,2-2 0,0 0 0,14 14 0,68 53 0,9-10 0,-101-69 0,0 0 0,0 0 0,0 0 0,0 0 0,0 0 0,0 0 0,0 0 0,-1 0 0,1 0 0,0 0 0,-1 0 0,1 0 0,0 0 0,-1 1 0,0-1 0,1 0 0,-1 2 0,0-2 0,0 0 0,0-1 0,0 1 0,0 0 0,-1-1 0,1 1 0,0 0 0,-1-1 0,1 1 0,0 0 0,-1-1 0,1 1 0,-1-1 0,1 1 0,-1-1 0,1 1 0,-1-1 0,0 1 0,1-1 0,-1 0 0,1 1 0,-1-1 0,0 0 0,1 1 0,-1-1 0,0 0 0,1 0 0,-1 0 0,0 0 0,0 1 0,0-1 0,-16 2-43,1-1-1,-1 0 0,-21-2 0,14 1-1146,2-1-5636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0.4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24575,'18'27'0,"8"12"0,-1 2 0,-4-6-8191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0.5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24575,'2'0'0,"2"2"0,1 7 0,1 3 0,-1 5 0,-1 3 0,1-1 0,0-2-8191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1.3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182 504 24575,'-25'-5'0,"-30"-1"0,48 6 0,0 0 0,0 0 0,1 0 0,-1 1 0,0 0 0,1 1 0,-1-1 0,1 1 0,-11 5 0,15-7 0,1 1 0,-1-1 0,1 1 0,0 0 0,-1 0 0,1 0 0,0-1 0,0 1 0,0 0 0,0 0 0,0 1 0,0-1 0,0 0 0,0 0 0,0 0 0,0 1 0,1-1 0,-1 0 0,0 1 0,1-1 0,-1 1 0,1-1 0,0 1 0,-1-1 0,1 1 0,0-1 0,0 1 0,0-1 0,0 1 0,0-1 0,0 1 0,0-1 0,1 1 0,-1-1 0,1 0 0,-1 1 0,1-1 0,-1 1 0,1-1 0,1 2 0,2 4 0,0-1 0,1 0 0,0 0 0,0-1 0,1 1 0,8 6 0,4 2 0,26 18 0,-37-29 0,0 1 0,0-1 0,0 0 0,0 0 0,0 0 0,1-1 0,14 2 0,-18-4 0,0 0 0,0 0 0,0-1 0,0 0 0,0 1 0,0-1 0,0 0 0,0-1 0,0 1 0,0-1 0,-1 0 0,1 0 0,-1 0 0,1 0 0,-1-1 0,0 1 0,0-1 0,0 0 0,3-4 0,0 1 0,0-1 0,-1 0 0,0-1 0,0 1 0,-1-1 0,0 0 0,5-16 0,-6 11 0,0 0 0,-1 0 0,0 0 0,-1 0 0,-1 0 0,0 0 0,-4-24 0,-3-6 0,-14-41 0,-26-59 0,36 115 0,-2 0 0,-32-50 0,42 73 0,-1 0 0,0 1 0,0-1 0,-7-6 0,11 11 0,-1-1 0,1 1 0,-1-1 0,1 1 0,-1-1 0,1 1 0,-1 0 0,0-1 0,1 1 0,-1 0 0,0-1 0,1 1 0,-1 0 0,0 0 0,1 0 0,-1 0 0,0 0 0,1-1 0,-1 1 0,0 0 0,1 1 0,-1-1 0,0 0 0,1 0 0,-1 0 0,0 0 0,1 0 0,-1 1 0,0-1 0,1 0 0,-1 1 0,1-1 0,-1 0 0,0 1 0,1-1 0,-1 1 0,1-1 0,-1 0 0,1 1 0,0 0 0,-1-1 0,1 1 0,-1-1 0,1 1 0,0-1 0,-1 1 0,1 0 0,0-1 0,0 1 0,0 0 0,0-1 0,-1 1 0,1 1 0,-1 3 0,0 1 0,0-1 0,0 1 0,1-1 0,0 1 0,0 0 0,0-1 0,2 10 0,13 47 0,-11-47 0,9 31 0,2-1 0,2 0 0,26 49 0,-33-76 0,0 0 0,1-1 0,1 0 0,0-1 0,2-1 0,-1 0 0,2 0 0,0-2 0,1 0 0,18 12 0,-25-20 0,0 0 0,0-1 0,1 0 0,-1-1 0,1 0 0,0 0 0,0-1 0,0 0 0,0-1 0,0 0 0,0 0 0,0-1 0,0-1 0,0 0 0,14-2 0,-20 1 0,0 1 0,-1 0 0,1-1 0,0 0 0,-1 1 0,0-2 0,1 1 0,-1 0 0,0 0 0,0-1 0,0 0 0,0 0 0,3-5 0,-2 3 0,-1-1 0,0 1 0,0-1 0,0 1 0,-1-1 0,0 0 0,2-12 0,-2 4 0,0 0 0,-1 0 0,-1 0 0,0 0 0,-1-1 0,-1 2 0,-3-16 0,3 21 0,0-1 0,-1 0 0,0 1 0,-1-1 0,1 1 0,-9-13 0,10 19 0,1 1 0,0-1 0,0 1 0,-1-1 0,1 1 0,0 0 0,-1-1 0,1 1 0,-1 0 0,0 0 0,1 0 0,-1 0 0,0 1 0,0-1 0,-3-1 0,3 2 0,1 0 0,-1 0 0,0 1 0,0-1 0,0 0 0,0 1 0,0-1 0,1 1 0,-1-1 0,0 1 0,0 0 0,1 0 0,-1 0 0,1 0 0,-1 0 0,0 0 0,1 0 0,0 0 0,-3 3 0,-1 2 0,-1 0 0,1 1 0,0 0 0,0 0 0,1 1 0,0-1 0,0 1 0,1 0 0,0 0 0,1 0 0,-1 0 0,2 0 0,-1 1 0,1-1 0,0 1 0,1-1 0,0 1 0,0-1 0,2 13 0,-1-12 0,1 1 0,0 0 0,1-1 0,0 1 0,0-1 0,1 0 0,0 0 0,0 0 0,1 0 0,0-1 0,1 0 0,0 0 0,0-1 0,1 1 0,0-1 0,11 9 0,-5-8 0,1 0 0,0-1 0,0 0 0,0-1 0,1-1 0,-1 0 0,1-1 0,1 0 0,14 0 0,5 0 0,0-2 0,67-5 0,-62-3-1365,-24 2-5461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2.0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189 14 24575,'5'8'0,"36"64"0,-37-65 0,-1 1 0,0-1 0,-1 1 0,0 0 0,0-1 0,-1 1 0,1 0 0,-1 9 0,-1-16 0,0 1 0,0-1 0,0 1 0,0 0 0,-1-1 0,1 1 0,0-1 0,-1 1 0,1-1 0,-1 1 0,1-1 0,-1 0 0,0 1 0,0-1 0,1 0 0,-1 1 0,0-1 0,0 0 0,-1 0 0,1 0 0,-2 2 0,1-2 0,0 0 0,0 0 0,-1 0 0,1 0 0,0-1 0,-1 1 0,1-1 0,0 1 0,-1-1 0,1 0 0,-1 0 0,-3-1 0,-3 0 0,0-1 0,0 0 0,1 0 0,0-1 0,-1 0 0,-12-7 0,4 0 0,1 0 0,-22-19 0,30 23 0,1-1 0,0 0 0,1 0 0,0 0 0,0-1 0,-9-16 0,14 23 0,0-1 0,0 0 0,1 1 0,-1-1 0,0 0 0,1 1 0,-1-1 0,1 0 0,0 0 0,0 0 0,-1 0 0,1 1 0,1-1 0,-1 0 0,0 0 0,0 0 0,0 0 0,1 1 0,-1-1 0,1 0 0,0 0 0,-1 1 0,1-1 0,0 1 0,0-1 0,0 0 0,2-1 0,0 0 0,-1 1 0,1 0 0,-1 0 0,1 0 0,0 1 0,0-1 0,0 1 0,0-1 0,0 1 0,0 0 0,0 0 0,0 1 0,1-1 0,5 0 0,5 1-136,0 1-1,0 0 1,0 1-1,-1 0 1,1 2-1,-1-1 1,1 2-1,-1-1 0,21 12 1,-19-8-6690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2.3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319 121 24575,'-103'-70'0,"87"61"0,0 0 0,-1 2 0,0 0 0,-29-8 0,41 14 0,1 0 0,0 0 0,0 1 0,-1-1 0,1 1 0,0 0 0,-1 0 0,1 1 0,0-1 0,-1 1 0,-4 2 0,6-2 0,1 0 0,0 0 0,-1 0 0,1 0 0,0 1 0,0-1 0,0 1 0,0 0 0,0 0 0,1-1 0,-1 1 0,0 0 0,1 1 0,0-1 0,-1 0 0,1 0 0,0 0 0,0 1 0,0-1 0,0 4 0,-3 8 0,2 1 0,-1 0 0,2-1 0,0 1 0,1 0 0,1-1 0,2 17 0,3 8 0,15 53 0,3-15-227,64 142-1,62 58-227,-148-273 457,6 10-176,1 1 1,0-1-1,1-1 0,1 1 0,0-2 1,17 16-1,-16-20-5893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2.4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530 150 24575,'-31'-15'0,"-11"-8"0,-5 1 0,2 1 0,2 4 0,2 5 0,2 2 0,4 3 0,1 0 0,0 1 0,1 2 0,0 1 0,4 2 0,4 0 0,7 1-8191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3.5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24575,'3'10'0,"-1"0"0,2 0 0,-1-1 0,1 1 0,1-1 0,0 0 0,0 0 0,1-1 0,0 1 0,0-1 0,1 0 0,0-1 0,1 0 0,14 12 0,-10-11 0,1 0 0,-1 0 0,1-1 0,1-1 0,0 0 0,-1-1 0,2-1 0,-1 0 0,26 4 0,-36-8 0,0 0 0,0 1 0,0-1 0,0-1 0,0 1 0,0-1 0,0 1 0,0-1 0,0 0 0,0-1 0,-1 1 0,8-4 0,-9 4 0,0-1 0,0 1 0,1-1 0,-1 0 0,-1 0 0,1 1 0,0-1 0,0 0 0,-1-1 0,1 1 0,-1 0 0,0 0 0,1-1 0,-1 1 0,0-1 0,-1 1 0,1-1 0,0 1 0,-1-1 0,1-2 0,0-3 0,-1 0 0,0 0 0,0 0 0,0 1 0,-1-1 0,-1 0 0,1 1 0,-1-1 0,0 1 0,-1-1 0,0 1 0,0 0 0,-4-7 0,3 11 0,3 9 0,3 11 0,1-10 0,0 0 0,1-1 0,-1 1 0,1 0 0,0-1 0,1 0 0,0 0 0,0 0 0,0-1 0,12 10 0,5 2 0,39 22 0,-47-30 0,-13-8 0,42 22 0,-39-21 0,-1-1 0,0 1 0,1-1 0,-1 0 0,1 0 0,-1 0 0,1-1 0,-1 1 0,1-1 0,-1 0 0,5 0 0,-7 0 0,-1 0 0,1-1 0,0 1 0,0 0 0,0 0 0,-1-1 0,1 1 0,0 0 0,0-1 0,-1 1 0,1-1 0,0 1 0,-1-1 0,1 0 0,0 1 0,-1-1 0,1 0 0,-1 1 0,1-1 0,-1 0 0,1 1 0,-1-1 0,1-1 0,-1 0 0,1 0 0,-1-1 0,0 1 0,0 0 0,1 0 0,-1 0 0,-1 0 0,1 0 0,-1-3 0,-1-4 0,0 1 0,-1-1 0,-6-11 0,-50-85 0,102 145 0,-34-30 0,63 61 0,-62-63 0,1 1 0,0-2 0,1 1 0,0-1 0,17 7 0,-24-12 0,1 0 0,0 1 0,0-1 0,0 0 0,0-1 0,12 2 0,-17-2 0,0-1 0,1 0 0,-1-1 0,0 1 0,1 0 0,-1 0 0,0-1 0,1 1 0,-1 0 0,0-1 0,1 1 0,-1-1 0,0 0 0,0 1 0,0-1 0,0 0 0,0 0 0,0 0 0,0 0 0,0 0 0,0 0 0,0 0 0,0 0 0,0 0 0,-1 0 0,1-1 0,0 1 0,-1 0 0,1 0 0,-1-1 0,0 1 0,1 0 0,-1-2 0,1-3 0,0 1 0,-1-1 0,0-10 0,0 12 0,0 0 0,0-1 0,0 1 0,1-1 0,0 1 0,1-6 0,-2 9 0,1 1 0,-1-1 0,0 1 0,1-1 0,-1 1 0,0-1 0,1 1 0,-1-1 0,1 1 0,-1 0 0,1-1 0,-1 1 0,1 0 0,-1-1 0,1 1 0,-1 0 0,1 0 0,-1-1 0,1 1 0,-1 0 0,1 0 0,0 0 0,-1 0 0,1 0 0,-1 0 0,1 0 0,0 0 0,-1 0 0,1 0 0,-1 0 0,1 0 0,0 1 0,-1-1 0,1 0 0,-1 0 0,1 0 0,-1 1 0,1-1 0,0 1 0,25 15 0,-20-13 0,36 26 23,32 19-1411,-66-44-5438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3.9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24575,'22'28'0,"11"11"0,-1 2 0,-3-4 0,-7-5 0,-4-9 0,-8-7 0,-6-10 0,-6-8 0,-5-6 0,-3-5 0,-4-4 0,-1-3 0,-1 1 0,3 2-8191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4.0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 24575,'7'-5'0,"4"1"0,1 6 0,-1 5 0,-3 4 0,-4 3 0,-4 4 0,-1 1 0,-4-3 0,0-3-8191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4.4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52 0 24575,'41'46'0,"53"79"0,-73-91 0,-1 0 0,-2 1 0,21 57 0,-26-53 0,-1-4 0,27 56 0,-38-88 0,0-1 0,1 1 0,-1-1 0,1 0 0,0 0 0,-1 0 0,1 0 0,0 0 0,4 3 0,-5-5 0,-1 0 0,1 1 0,0-1 0,0 0 0,0 1 0,-1-1 0,1 0 0,0 0 0,0 0 0,0 0 0,0 0 0,-1 0 0,1 0 0,0 0 0,0 0 0,0 0 0,-1 0 0,1 0 0,0-1 0,0 1 0,0 0 0,-1-1 0,1 1 0,0-1 0,0 1 0,-1 0 0,1-1 0,-1 0 0,1 1 0,0-1 0,-1 1 0,1-1 0,-1 0 0,2-1 0,4-7 0,1 0 0,-1-1 0,0 1 0,-1-1 0,0-1 0,-1 1 0,0-1 0,-1 0 0,4-18 0,-7 27 0,0 0 0,0 1 0,0-1 0,-1 1 0,1-1 0,0 0 0,-1 1 0,1-1 0,-1 1 0,1 0 0,-1-1 0,0 1 0,0-1 0,0 1 0,0 0 0,0-1 0,0 1 0,0 0 0,0 0 0,0 0 0,0 0 0,-1 0 0,1 0 0,0 0 0,-1 1 0,1-1 0,0 0 0,-1 1 0,1-1 0,-1 1 0,-2-1 0,-5-1 0,0 0 0,0 0 0,0 1 0,-10 0 0,17 1 0,-68 1-27,-104 14-1,89-6-1282,53-6-5516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5.0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149 1 24575,'-1'0'0,"-19"0"0,-30 3 0,45-2 0,0 0 0,0 0 0,0 0 0,0 1 0,1-1 0,-1 1 0,0 0 0,1 1 0,-1-1 0,1 1 0,-6 4 0,9-5 0,-1-1 0,1 0 0,0 1 0,0-1 0,-1 1 0,1 0 0,0-1 0,0 1 0,1 0 0,-1 0 0,0-1 0,1 1 0,-1 0 0,1 0 0,-1 0 0,1 0 0,0 0 0,0 2 0,0-1 0,0 1 0,1-1 0,0 0 0,0 1 0,0-1 0,0 0 0,0 0 0,1 0 0,2 5 0,4 3 0,-1-1 0,2-1 0,-1 1 0,15 11 0,-6-6 24,0-2 0,1 0 0,0-1 0,28 14 0,-37-22-138,0 0 0,0 0-1,1-1 1,-1 0 0,1-1 0,0 0-1,0 0 1,-1-1 0,1 0 0,0-1-1,0 0 1,11-2 0,-5-1-6712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5.2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24575,'10'30'0,"6"13"0,2 1 0,4-4 0,0-7 0,-3-5 0,-3-9 0,-1-5 0,-4-4-8191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5.3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24575,'13'22'0,"3"13"0,3 3 0,-3-3 0,-1-4 0,-4-8-8191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5.6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116 313 24575,'35'27'0,"-39"-35"0,-9-8 0,-5-3 0,0-1 0,-21-32 0,31 41 0,2-1 0,0 0 0,0 0 0,1-1 0,0 1 0,-5-25 0,6 18 0,2 11 0,0 1 0,0-1 0,1 0 0,0 1 0,1-16 0,0 21 0,0 0 0,1 1 0,-1-1 0,0 1 0,1-1 0,0 1 0,-1-1 0,1 1 0,0-1 0,0 1 0,0-1 0,0 1 0,0 0 0,0-1 0,0 1 0,0 0 0,0 0 0,1 0 0,-1 0 0,0 0 0,1 0 0,-1 0 0,1 1 0,-1-1 0,1 0 0,0 1 0,-1 0 0,1-1 0,-1 1 0,1 0 0,0-1 0,-1 1 0,3 0 0,9 0 0,0-1 0,-1 1 0,1 1 0,0 1 0,-1 0 0,1 0 0,-1 1 0,0 0 0,0 2 0,0-1 0,16 9 0,13 10-1365,-32-15-5461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6.5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198 523 24575,'-6'-2'0,"-13"-7"0,-37-12 0,51 20 0,-1 0 0,1-1 0,0 2 0,-1-1 0,1 1 0,-1 0 0,1 0 0,-1 0 0,1 1 0,0 0 0,-1 0 0,-6 2 0,10-2 0,0 0 0,-1 0 0,1 0 0,0 0 0,0 1 0,0-1 0,0 1 0,0-1 0,1 1 0,-1 0 0,0 0 0,1 0 0,-1-1 0,1 2 0,-1-1 0,0 3 0,0-1 0,1 0 0,0 0 0,-1 0 0,2 1 0,-1-1 0,0 0 0,1 0 0,0 8 0,1 0 0,1-1 0,0 1 0,1-1 0,0 0 0,0 0 0,7 13 0,-2-8 0,0 0 0,1 0 0,1-1 0,1 0 0,0 0 0,1-2 0,17 17 0,-21-23 0,1 1 0,-1-2 0,2 1 0,-1-1 0,1-1 0,0 0 0,0 0 0,0-1 0,1 0 0,-1-1 0,1 0 0,0-1 0,12 2 0,-16-4 0,-1 0 0,1 0 0,-1-1 0,1 0 0,-1 0 0,1 0 0,-1-1 0,1 0 0,-1 0 0,0-1 0,0 1 0,0-1 0,-1-1 0,1 1 0,-1-1 0,8-6 0,-7 4 0,0 0 0,0 0 0,0-1 0,-1 0 0,0 0 0,-1 0 0,1 0 0,-2-1 0,1 0 0,-1 0 0,0 0 0,3-10 0,-2-7 0,0 1 0,-1-1 0,-2 1 0,0-1 0,-5-42 0,-1 35 0,-1 0 0,-1 0 0,-21-56 0,5 36 0,-2 0 0,-2 2 0,-3 1 0,-60-77 0,89 124 0,-1 1 0,1-1 0,-1 0 0,0 1 0,1-1 0,-1 1 0,0 0 0,0-1 0,0 1 0,0 0 0,-3-1 0,5 2 0,-1 0 0,0 0 0,0 0 0,1 0 0,-1 0 0,0 0 0,1 0 0,-1 0 0,0 0 0,0 0 0,1 0 0,-1 1 0,0-1 0,1 0 0,-1 0 0,0 1 0,1-1 0,-1 1 0,1-1 0,-1 1 0,1-1 0,-1 1 0,1-1 0,-1 1 0,1-1 0,-1 1 0,1-1 0,-1 1 0,1 0 0,0-1 0,0 1 0,-1 0 0,1-1 0,0 1 0,0 0 0,0-1 0,-1 1 0,1 0 0,0 1 0,-2 9 0,0 0 0,1 1 0,0-1 0,2 19 0,7 48 0,-7-70 0,6 33 0,2-1 0,1 1 0,3-2 0,1 0 0,1 0 0,3-1 0,1-2 0,1 1 0,3-2 0,0-1 0,37 40 0,-42-55 0,0 0 0,23 17 0,-31-29 0,-1 0 0,2 0 0,-1-1 0,1-1 0,-1 0 0,22 7 0,-30-11 0,1 0 0,-1-1 0,0 1 0,1-1 0,-1 0 0,1 0 0,-1 0 0,1 0 0,-1 0 0,0-1 0,1 1 0,-1-1 0,0 0 0,1 1 0,-1-1 0,3-2 0,-2 1 0,1 0 0,-1 0 0,0-1 0,-1 1 0,1-1 0,0 0 0,-1 1 0,0-1 0,4-6 0,-1-1 0,1-1 0,-2 1 0,0-1 0,0 0 0,4-23 0,-4 9 0,-1-1 0,-1 0 0,-2-48 0,-2 56 0,0 0 0,-1-1 0,-1 1 0,-1 1 0,0-1 0,-10-20 0,15 36 0,-1 1 0,1-1 0,-1 1 0,0 0 0,0-1 0,1 1 0,-1 0 0,0-1 0,0 1 0,-1 0 0,1 0 0,0 0 0,0 0 0,0 0 0,-1 0 0,1 0 0,0 0 0,-1 1 0,1-1 0,-1 0 0,-1 0 0,2 2 0,-1-1 0,1 0 0,0 0 0,-1 1 0,1-1 0,0 0 0,0 1 0,-1-1 0,1 1 0,0 0 0,0-1 0,0 1 0,0 0 0,0 0 0,0 0 0,0 0 0,0 0 0,0 0 0,0 0 0,0 0 0,0 0 0,1 0 0,-1 1 0,0 1 0,-6 9 0,2 1 0,0 0 0,0 0 0,2 0 0,-1 0 0,2 1 0,-3 26 0,4-21 0,1-1 0,1 0 0,1 0 0,0 0 0,8 28 0,-8-37 0,1-1 0,0 0 0,1 0 0,0 0 0,0 0 0,1-1 0,0 0 0,0 0 0,1 0 0,0 0 0,0-1 0,0 0 0,1 0 0,0-1 0,0 0 0,0 0 0,1 0 0,0-1 0,12 5 0,0-2 0,1-1 0,-1-1 0,1 0 0,0-2 0,0 0 0,43-1 0,-42-3-1365,-4 1-5461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7.0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24575,'25'30'0,"11"13"0,-1 1 0,-3-4 0,-6-7 0,-6-5 0,-7-7 0,-3-3 0,-4-5-8191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7.2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24575,'3'10'0,"0"6"0,0 3 0,0-2-8191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7.7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34 24575,'-3'-4'0,"6"5"0,8 8 0,31 46 0,-30-39 0,0 0 0,1-1 0,26 26 0,-37-40 0,-1 1 0,0-1 0,1 0 0,-1 0 0,1 0 0,-1 0 0,1 0 0,0-1 0,-1 1 0,1 0 0,0-1 0,-1 1 0,1-1 0,0 1 0,0-1 0,0 0 0,-1 0 0,1 0 0,0 0 0,0 0 0,0 0 0,-1-1 0,1 1 0,0 0 0,0-1 0,0 1 0,1-2 0,0 0 0,0 0 0,-1 0 0,1 0 0,-1-1 0,0 1 0,0-1 0,0 1 0,0-1 0,0 1 0,-1-1 0,1 0 0,-1 0 0,0 0 0,2-5 0,8-33 0,-8 29 0,0 0 0,0 0 0,1 1 0,1-1 0,9-16 0,-13 26 0,0 1 0,0-1 0,1 1 0,-1-1 0,0 1 0,1 0 0,-1 0 0,1-1 0,0 1 0,-1 0 0,1 0 0,0 1 0,0-1 0,0 0 0,-1 0 0,1 1 0,0 0 0,0-1 0,0 1 0,0 0 0,0 0 0,0 0 0,0 0 0,0 0 0,0 0 0,0 0 0,0 1 0,0-1 0,0 1 0,-1-1 0,3 2 0,6 2 0,-1 0 0,-1 1 0,1 0 0,13 10 0,18 17 0,0 2 0,-3 2 0,40 46 0,-64-65-1365,-2-2-5461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8.6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1 108 24575,'6'-13'0,"1"-1"0,1 2 0,13-18 0,-18 26 0,-1 1 0,1 0 0,1 0 0,-1 0 0,0 1 0,1-1 0,-1 1 0,1 0 0,0-1 0,0 2 0,0-1 0,0 0 0,0 1 0,0 0 0,0 0 0,6-1 0,6 2 0,0 0 0,-1 0 0,1 2 0,-1 0 0,0 0 0,1 2 0,-1 0 0,0 0 0,-1 2 0,1 0 0,-1 0 0,26 17 0,-37-21 0,0 0 0,-1 0 0,1 0 0,-1 1 0,1-1 0,-1 0 0,0 1 0,0 0 0,0-1 0,0 1 0,0 0 0,-1 0 0,1 0 0,-1 0 0,0 0 0,0 1 0,0-1 0,0 0 0,-1 0 0,1 1 0,-1 3 0,0-2 0,-1 0 0,0 0 0,0 0 0,0 0 0,0 0 0,-1 0 0,0 0 0,0-1 0,0 1 0,0-1 0,-1 1 0,0-1 0,-5 6 0,-27 29 0,-11 14 0,40-46 0,2 0 0,-1 1 0,1-1 0,0 1 0,0 0 0,-2 9 0,5-14 0,1 1 0,0-1 0,-1 1 0,1-1 0,0 1 0,1-1 0,-1 1 0,1-1 0,-1 0 0,1 1 0,0-1 0,0 0 0,1 1 0,-1-1 0,0 0 0,1 0 0,0 0 0,0 0 0,0 0 0,0-1 0,1 1 0,3 3 0,0 0 0,0 0 0,1-1 0,0 0 0,0 0 0,0-1 0,0 0 0,1 0 0,10 4 0,5-2 0,-1-2 0,0 0 0,1-2 0,0 0 0,42-3 0,-36 1 0,-25 0-105,-1 0 0,1 0 0,-1 0 0,1-1 0,0 1 0,-1-1 0,0 0 0,1 0 0,-1 0 0,1 0 0,-1-1 0,4-2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8.9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31 24575,'13'-5'0,"6"-2"0,3 1 0,-1 1 0,0 1 0,-2 2 0,-1 1 0,-2 3 0,0 1 0,-2 0 0,1 0 0,0-1 0,-1 0 0,-2-2-8191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9.3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231 9 24575,'-28'-2'0,"-11"-2"0,-2 1 0,4 3 0,3 2 0,4 0 0,8 0-8191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09.9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107 284 24575,'31'149'0,"-23"-119"0,1 0 0,26 52 0,-33-77 0,1-1 0,-1 1 0,1-1 0,0 0 0,0 0 0,0 0 0,7 6 0,-23-37 0,-27-40 0,0 2 0,-35-78 0,66 122 0,0 0 0,2-1 0,0-1 0,2 1 0,0-1 0,2 0 0,0 0 0,1-26 0,2 44 0,0 0 0,0 0 0,1 0 0,0 0 0,0 0 0,0 0 0,1 0 0,0 1 0,0-1 0,3-5 0,-4 8 0,0 0 0,1 0 0,0 0 0,-1 0 0,1 1 0,0-1 0,0 0 0,0 1 0,0 0 0,0-1 0,0 1 0,1 0 0,-1 0 0,0 0 0,1 0 0,-1 1 0,0-1 0,1 1 0,-1-1 0,1 1 0,-1 0 0,4 0 0,0 0 0,1 1 0,0 0 0,-1 0 0,1 1 0,-1 0 0,0 0 0,1 1 0,-1-1 0,0 1 0,7 5 0,-1 0 0,0 0 0,-1 1 0,18 18 0,-24-21 0,0-1 0,0 1 0,-1 1 0,1-1 0,-2 1 0,1 0 0,-1 0 0,0 0 0,0 0 0,-1 0 0,1 1 0,0 7 0,-3-10 0,1-1 0,-1 1 0,0 0 0,0 0 0,0-1 0,-1 1 0,1 0 0,-1 0 0,0-1 0,-1 1 0,1-1 0,-1 1 0,0-1 0,0 0 0,0 1 0,-1-1 0,0 0 0,1 0 0,-1-1 0,-5 6 0,1-4 11,0 1 0,0-1 0,0-1 0,-1 1 0,1-1 0,-1 0-1,0-1 1,0 0 0,-1 0 0,-8 1 0,-5 0-506,-1 0 0,-36 0 0,36-3-6331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0.2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24575,'5'22'0,"4"14"0,1 6 0,1 3 0,1 0 0,-1-2 0,-1-1 0,2-2 0,-3-4 0,1-2 0,1-5 0,-2-2 0,-2-3 0,-2-3 0,0-3 0,0-2 0,-2-3-8191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0.7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244 98 24575,'-2'-1'0,"-33"-21"0,-1 2 0,-2 2 0,-39-14 0,74 31 0,1 0 0,-1 1 0,0-1 0,0 0 0,1 1 0,-1 0 0,0 0 0,0 0 0,0 0 0,1 0 0,-1 0 0,-3 1 0,5 0 0,-1-1 0,1 1 0,0 0 0,0-1 0,0 1 0,0 0 0,1 0 0,-1 0 0,0 0 0,0 0 0,0 0 0,1 0 0,-1 0 0,0 0 0,1 0 0,-1 0 0,1 0 0,-1 1 0,1-1 0,0 0 0,-1 0 0,1 0 0,0 1 0,0-1 0,0 0 0,0 0 0,0 1 0,0 1 0,1 8 0,-1 0 0,2 0 0,-1 0 0,1 0 0,1 0 0,0-1 0,1 1 0,0-1 0,8 16 0,-8-19 0,1 0 0,0 0 0,0 0 0,0-1 0,1 1 0,0-2 0,0 1 0,1 0 0,0-1 0,0-1 0,0 1 0,0-1 0,10 4 0,-11-5 0,-1-1 0,1 0 0,0 0 0,-1-1 0,1 1 0,0-1 0,0-1 0,7 1 0,-11-1 0,0 0 0,0-1 0,0 1 0,0-1 0,0 1 0,0-1 0,-1 1 0,1-1 0,0 0 0,0 0 0,-1 0 0,1 0 0,0 0 0,-1-1 0,1 1 0,-1 0 0,1-1 0,-1 1 0,0-1 0,0 1 0,0-1 0,0 0 0,0 1 0,0-1 0,0 0 0,0 0 0,-1 0 0,2-2 0,-1-3 0,0 0 0,0-1 0,0 1 0,-1 0 0,0-1 0,-1-10 0,0 10 0,0 1 0,1 0 0,0 0 0,1-1 0,2-11 0,-3 18 0,0 1 0,0 0 0,0-1 0,0 1 0,0 0 0,0-1 0,0 1 0,0 0 0,0 0 0,1-1 0,-1 1 0,0 0 0,0 0 0,0-1 0,0 1 0,1 0 0,-1 0 0,0 0 0,0-1 0,1 1 0,-1 0 0,0 0 0,0 0 0,1 0 0,-1-1 0,0 1 0,0 0 0,1 0 0,-1 0 0,0 0 0,1 0 0,9 5 0,7 17 0,-16-20 0,37 48-682,43 44-1,-71-84-6143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1.1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24575,'10'19'0,"9"20"0,30 44 0,-48-82 0,-1 1 0,1-1 0,0 0 0,-1 0 0,1 0 0,0 0 0,0 0 0,0 0 0,0-1 0,0 1 0,0 0 0,0 0 0,0-1 0,0 1 0,1 0 0,-1-1 0,0 1 0,0-1 0,0 0 0,1 1 0,-1-1 0,3 0 0,-3 0 0,0-1 0,0 1 0,1-1 0,-1 1 0,0-1 0,0 0 0,0 1 0,0-1 0,0 0 0,0 0 0,0 0 0,0 0 0,0 0 0,0 0 0,-1 0 0,1 0 0,0 0 0,-1-1 0,1 1 0,-1 0 0,1 0 0,0-2 0,4-23 0,-5 23 0,0 0 0,1 0 0,-1 0 0,1 0 0,-1 0 0,1 0 0,0 0 0,0 0 0,1 0 0,-1 1 0,0-1 0,4-3 0,-5 5 0,1 1 0,0-1 0,0 1 0,0-1 0,0 1 0,0 0 0,0-1 0,0 1 0,0 0 0,0 0 0,0 0 0,0 0 0,0 0 0,0 0 0,0 0 0,0 0 0,0 0 0,0 0 0,0 1 0,0-1 0,0 0 0,-1 0 0,1 1 0,0-1 0,0 1 0,0-1 0,0 1 0,0 0 0,-1-1 0,1 1 0,1 0 0,4 4 0,-1 1 0,11 10 0,-14-13 0,29 31-1365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1.7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34 349 24575,'22'-47'0,"17"-49"0,-31 74 0,-2 1 0,-1-2 0,0 1 0,2-41 0,-7 59 0,0 0 0,0-1 0,-1 1 0,1 0 0,-1 0 0,0 0 0,0 0 0,-2-6 0,2 9 0,1 0 0,0 1 0,-1-1 0,1 0 0,-1 0 0,1 1 0,-1-1 0,0 1 0,1-1 0,-1 0 0,0 1 0,1-1 0,-1 1 0,0-1 0,0 1 0,1 0 0,-1-1 0,-1 1 0,1 0 0,-1 0 0,1 0 0,0 0 0,0 0 0,-1 0 0,1 0 0,0 0 0,0 1 0,0-1 0,-1 0 0,1 1 0,0-1 0,0 1 0,0 0 0,0-1 0,-2 2 0,-3 3 0,-1 0 0,1 0 0,1 1 0,-1 0 0,1 0 0,0 0 0,0 1 0,0 0 0,1 0 0,0 0 0,1 0 0,0 1 0,-4 10 0,4-8 0,0 1 0,1 0 0,0-1 0,1 1 0,0 0 0,1 0 0,0-1 0,1 1 0,3 18 0,-3-25 0,0 0 0,0 0 0,1 0 0,0 0 0,0-1 0,0 1 0,0 0 0,1-1 0,-1 0 0,1 1 0,0-1 0,0 0 0,0-1 0,1 1 0,-1 0 0,1-1 0,-1 0 0,6 3 0,7 3 0,1-2 0,-1 0 0,20 5 0,-19-7 0,27 7 66,83 8 0,19 4-1563,-131-19-5329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3.2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100 22 24575,'0'0'0,"0"-1"0,0 0 0,0 0 0,0 0 0,0 0 0,0 1 0,0-1 0,0 0 0,-1 0 0,1 0 0,0 1 0,0-1 0,-1 0 0,1 0 0,-1 1 0,1-1 0,0 0 0,-1 1 0,1-1 0,-1 0 0,0 1 0,1-1 0,-1 1 0,1-1 0,-1 1 0,0-1 0,1 1 0,-1-1 0,0 1 0,0 0 0,1-1 0,-1 1 0,0 0 0,0 0 0,0-1 0,1 1 0,-1 0 0,0 0 0,-1 0 0,0 0 0,0 1 0,1-1 0,-1 0 0,1 1 0,-1-1 0,0 1 0,1 0 0,-1-1 0,1 1 0,0 0 0,-1 0 0,1 0 0,-1 0 0,1 0 0,0 0 0,0 0 0,0 0 0,0 1 0,-1 1 0,-7 13 0,2 1 0,0 1 0,1-1 0,0 1 0,2 0 0,0 0 0,1 1 0,-1 20 0,4-22 0,0 0 0,1 0 0,1 0 0,0-1 0,2 1 0,-1-1 0,2 0 0,0 0 0,1 0 0,1-1 0,12 22 0,-10-21 0,1-1 0,1 0 0,0 0 0,1-1 0,1-1 0,0 0 0,0-1 0,2 0 0,-1-1 0,22 12 0,-34-21-91,0-1 0,0 0 0,0 0 0,0 0 0,0-1 0,1 1 0,-1 0 0,0-1 0,0 1 0,1-1 0,-1 0 0,0 0 0,1 0 0,2 0 0,3-3-6735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4.2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178 121 24575,'-17'-19'0,"3"0"0,-2 2 0,0 0 0,-32-24 0,48 41 0,-1-1 0,0 0 0,0 0 0,0 1 0,0-1 0,0 1 0,0-1 0,0 1 0,0-1 0,0 1 0,-1-1 0,1 1 0,0 0 0,0 0 0,0 0 0,0 0 0,-1 0 0,1 0 0,0 0 0,0 0 0,0 0 0,0 0 0,-1 0 0,1 1 0,0-1 0,0 1 0,-1 0 0,0 0 0,0 1 0,0 0 0,1 0 0,-1 0 0,1 0 0,-1 0 0,1 0 0,0 0 0,0 1 0,0-1 0,-1 5 0,-3 7 0,2 0 0,0 0 0,0 0 0,1 0 0,1 0 0,1 1 0,0-1 0,0 1 0,2-1 0,0 0 0,0 0 0,1 0 0,1 0 0,0 0 0,10 19 0,82 163 0,19 44 0,-114-237-105,1 1 0,-1 0 0,0 0 0,0-1 0,0 1 0,0 0 0,0 0 0,-1 0 0,0 0 0,0 0 0,0 0 0,-1 4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4.4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313 60 24575,'-30'-7'0,"-12"-6"0,-5 0 0,4 2 0,6 3 0,8 3 0,5 2 0,5 4 0,3 3 0,1 2 0,4 0-8191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4.8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273 58 24575,'-5'-1'0,"-36"-14"0,-1 2 0,0 2 0,-55-6 0,94 16 0,1 1 0,0 0 0,-1 0 0,1 0 0,0 0 0,-1 1 0,1-1 0,0 1 0,0-1 0,-1 1 0,1 0 0,0 0 0,-4 2 0,5-3 0,1 1 0,-1 0 0,0 0 0,0 0 0,1 0 0,-1 0 0,0 0 0,1 0 0,-1 0 0,1 0 0,-1 0 0,1 0 0,-1 0 0,1 0 0,0 0 0,0 0 0,0 0 0,-1 1 0,1-1 0,0 0 0,0 0 0,1 0 0,-1 0 0,0 1 0,0-1 0,1 0 0,-1 0 0,1 2 0,2 3 0,-1 0 0,2 0 0,-1 0 0,0-1 0,1 1 0,0-1 0,0 0 0,1 0 0,0 0 0,0-1 0,0 1 0,11 6 0,6 3 0,45 20 0,-62-32 0,13 6 0,1-2 0,-1 0 0,1-1 0,1-1 0,36 4 0,-52-8 0,1 0 0,0 0 0,-1 0 0,1-1 0,0 1 0,-1-1 0,1 0 0,-1-1 0,1 1 0,-1-1 0,8-4 0,-11 5 0,1 1 0,-1-1 0,1-1 0,-1 1 0,0 0 0,0 0 0,0 0 0,0-1 0,0 1 0,0 0 0,0-1 0,0 1 0,0-1 0,0 1 0,-1-1 0,1 0 0,-1 1 0,1-1 0,-1 0 0,0 1 0,0-1 0,1 0 0,-1 1 0,0-1 0,0 0 0,-1 1 0,1-1 0,0 0 0,-1 1 0,1-1 0,-1 0 0,1 1 0,-1-1 0,0 1 0,0-2 0,-3-5 0,-1 1 0,1 0 0,-1 0 0,0 0 0,-1 0 0,1 1 0,-1 0 0,-1 0 0,1 1 0,-11-7 0,4 3 0,-1 2 0,0 0 0,0 0 0,-27-7 0,33 11-136,-1 0-1,0 1 1,0 1-1,-1-1 1,1 2-1,0-1 1,0 1-1,-1 0 0,-16 4 1,12-1-6690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5.2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47 309 24575,'6'4'0,"18"7"0,-24-11 0,0 0 0,1 0 0,-1 0 0,0 0 0,0 0 0,1 0 0,-1 0 0,0 0 0,1 0 0,-1 0 0,0 0 0,1 0 0,-1 0 0,0-1 0,1 1 0,-1 0 0,0 0 0,1 0 0,-1 0 0,0 0 0,0-1 0,1 1 0,-1 0 0,1-1 0,-1 1 0,0-1 0,0 1 0,0-1 0,1 0 0,-1 1 0,0-1 0,0 0 0,0 0 0,0 1 0,0-1 0,0 0 0,0 1 0,0-1 0,0 0 0,0 1 0,-1-2 0,-2-6 0,1 1 0,-2-1 0,1 1 0,-8-12 0,-5-11 0,5 5 0,-15-49 0,23 66 0,2 0 0,-1 0 0,1 0 0,0 0 0,1 0 0,-1 0 0,2 0 0,-1 0 0,1 0 0,0 0 0,3-8 0,-3 15 5,-1-1-1,1 1 1,-1-1 0,1 1-1,-1 0 1,1-1-1,0 1 1,0 0 0,0-1-1,0 1 1,0 0 0,0 0-1,0 0 1,0 0-1,1 0 1,-1 0 0,0 0-1,0 1 1,1-1-1,-1 0 1,1 1 0,-1-1-1,1 1 1,-1-1-1,3 1 1,-1 0-88,-1 0 1,0 0-1,0 0 1,0 0-1,0 1 1,0-1-1,0 1 1,0 0-1,0-1 1,0 1-1,0 0 1,0 0-1,0 0 1,0 1-1,-1-1 1,1 0-1,2 3 1,4 5-6744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7.4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314 61 24575,'-131'-45'0,"114"40"0,0 1 0,0 1 0,0 1 0,0 0 0,-35 2 0,50 0 0,1 1 0,-1-1 0,0 0 0,0 1 0,0-1 0,0 1 0,0 0 0,1 0 0,-1-1 0,0 1 0,1 0 0,-1 0 0,1 1 0,-1-1 0,1 0 0,-1 0 0,1 1 0,-2 1 0,1 0 0,1 0 0,-1 0 0,1 0 0,0 0 0,0 0 0,0 0 0,0 0 0,0 0 0,1 1 0,-1 3 0,0 0 0,1 0 0,1 1 0,-1-1 0,1 0 0,1 0 0,-1 0 0,1 0 0,0 0 0,4 9 0,0-6 0,0-1 0,0 0 0,1 0 0,0 0 0,1-1 0,0 0 0,0 0 0,18 12 0,7 2 0,40 19 0,-57-32 0,3 1-227,0 0-1,0-1 1,1-2-1,0 0 1,36 8-1,-41-13-6598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8.1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161 1 24575,'-3'0'0,"-21"0"0,-28 3 0,46-2 0,1 0 0,-1 0 0,0 1 0,1-1 0,-1 1 0,1 0 0,-1 1 0,1-1 0,0 1 0,-7 5 0,11-7 0,0 0 0,0 0 0,-1 0 0,1 0 0,0 0 0,1 1 0,-1-1 0,0 0 0,0 1 0,0-1 0,1 0 0,-1 1 0,1-1 0,-1 1 0,1-1 0,-1 1 0,1-1 0,0 4 0,0-3 0,0 0 0,1 1 0,-1-1 0,1 1 0,-1-1 0,1 0 0,0 1 0,0-1 0,0 0 0,3 4 0,1 1 0,1 1 0,0-1 0,1 0 0,0-1 0,7 6 0,-3-3 0,0-1 0,0-1 0,1 1 0,20 8 0,-25-14 0,0 1 0,0-1 0,0 0 0,0-1 0,1 1 0,-1-1 0,1-1 0,-1 0 0,1 0 0,7-1 0,-13 1 0,0 0 0,0-1 0,0 1 0,0-1 0,0 1 0,0-1 0,0 0 0,0 0 0,-1 0 0,1 0 0,0 0 0,0 0 0,-1 0 0,1 0 0,-1-1 0,1 1 0,-1-1 0,0 1 0,2-4 0,-1 3 0,-1-1 0,0 0 0,0 0 0,0 0 0,0 0 0,-1 0 0,1 0 0,-1 0 0,1-1 0,-1 1 0,-1-5 0,0 1 0,0 0 0,0 0 0,-1 0 0,0 0 0,0 0 0,-1 0 0,1 1 0,-2-1 0,1 1 0,-6-8 0,5 9 0,-20-21 0,23 24 0,0 1 0,-1 0 0,1 0 0,-1 0 0,1 0 0,-1 0 0,1 0 0,-1 0 0,0 1 0,1-1 0,-1 1 0,0-1 0,0 1 0,1-1 0,-1 1 0,-2 0 0,3 0 0,1 0 0,-1 0 0,0 1 0,1-1 0,-1 0 0,0 0 0,1 1 0,-1-1 0,1 1 0,-1-1 0,1 0 0,-1 1 0,1-1 0,-1 1 0,1-1 0,-1 1 0,1-1 0,0 1 0,-1-1 0,1 1 0,0 0 0,-1-1 0,1 1 0,0-1 0,0 1 0,-1 0 0,1-1 0,0 1 0,0 0 0,0-1 0,0 1 0,0 0 0,0-1 0,0 1 0,0 0 0,0-1 0,1 1 0,-1 0 0,0-1 0,1 2 0,8 27 0,-9-29 0,3 6 0,1 0 0,-1 0 0,1 0 0,0-1 0,0 0 0,1 0 0,0 0 0,0 0 0,8 5 0,7 5 0,28 14 0,-24-15 0,-15-9 0,0 0 0,1 0 0,-1-1 0,1 0 0,0-1 0,0 0 0,1-1 0,10 2 0,-18-4 0,-1 0 0,1 1 0,-1-1 0,1 0 0,0-1 0,-1 1 0,1 0 0,-1-1 0,1 1 0,-1-1 0,1 0 0,-1 0 0,1 0 0,-1 0 0,0 0 0,1-1 0,-1 1 0,0-1 0,0 1 0,0-1 0,0 0 0,0 0 0,-1 1 0,1-1 0,-1-1 0,1 1 0,-1 0 0,1 0 0,-1-1 0,0 1 0,0 0 0,0-1 0,-1 1 0,1-1 0,-1 1 0,1-1 0,-1-3 0,1-1 0,-1 1 0,1-1 0,-2 1 0,1-1 0,-1 1 0,-2-10 0,2 12 0,0 1 0,0-1 0,0 1 0,0-1 0,-1 1 0,0 0 0,0-1 0,0 1 0,0 0 0,0 0 0,-1 0 0,-3-3 0,6 6 0,0 0 0,0-1 0,-1 1 0,1 0 0,0 0 0,-1-1 0,1 1 0,0 0 0,0 0 0,-1 0 0,1-1 0,0 1 0,-1 0 0,1 0 0,0 0 0,-1 0 0,1 0 0,0 0 0,-1 0 0,1 0 0,0 0 0,-1 0 0,1 0 0,-1 0 0,1 0 0,0 0 0,-1 0 0,1 0 0,0 0 0,-1 0 0,1 1 0,-1-1 0,1 1 0,-1-1 0,1 1 0,0 0 0,-1-1 0,1 1 0,0-1 0,0 1 0,0 0 0,-1 0 0,1-1 0,0 1 0,0 0 0,0 0 0,2 25 0,1-18 0,0 0 0,1-1 0,-1 0 0,1 0 0,1 0 0,-1 0 0,1-1 0,1 1 0,-1-1 0,1-1 0,0 1 0,0-1 0,8 6 0,-6-6 0,0 1 0,1-1 0,0-1 0,-1 0 0,1 0 0,1 0 0,-1-1 0,0-1 0,1 0 0,15 2 0,-22-4 0,1 0 0,-1 0 0,0 0 0,0 0 0,0-1 0,0 1 0,0-1 0,0 0 0,0 0 0,0 0 0,0 0 0,0-1 0,0 1 0,-1-1 0,1 0 0,-1 0 0,1 1 0,-1-2 0,1 1 0,-1 0 0,0 0 0,0-1 0,0 1 0,2-6 0,-1 2 0,0-1 0,0 0 0,0 0 0,-1 0 0,0-1 0,-1 1 0,0-1 0,0 1 0,0-10 0,-1 16 0,0 0 0,0 1 0,-1-1 0,1 0 0,1 1 0,-1-1 0,0 0 0,0 1 0,0-1 0,0 0 0,0 1 0,1-1 0,-1 0 0,0 1 0,0-1 0,1 0 0,-1 1 0,0-1 0,1 1 0,-1-1 0,1 0 0,0 1 0,-1 0 0,1 0 0,-1 0 0,1 0 0,-1 0 0,1 0 0,-1 0 0,1 0 0,-1 1 0,0-1 0,1 0 0,-1 0 0,1 0 0,-1 1 0,1-1 0,-1 0 0,0 0 0,1 1 0,-1-1 0,0 0 0,1 1 0,0 0 0,22 29 0,-19-24 0,38 54-1365,-35-51-5461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8.5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226 9 24575,'-24'-3'0,"-54"-2"0,70 5 0,-1 0 0,0 1 0,0 0 0,1 1 0,-1 0 0,-12 4 0,18-4 0,0-1 0,0 0 0,0 1 0,0 0 0,0-1 0,0 1 0,1 0 0,-1 0 0,1 1 0,0-1 0,0 0 0,-1 1 0,1-1 0,1 1 0,-4 5 0,3-4 0,1 0 0,0 0 0,0 0 0,0 0 0,1 0 0,-1 0 0,1 0 0,0 0 0,0 0 0,0 0 0,1 5 0,2 3 0,0 0 0,0-1 0,1 0 0,1 0 0,0 0 0,0 0 0,12 16 0,18 20 0,61 61 0,-96-108 0,1 1 0,0-1 0,-1 1 0,1 0 0,0-1 0,-1 1 0,1 0 0,-1 0 0,1 0 0,-1 0 0,1-1 0,-1 1 0,1 0 0,-1 0 0,0 0 0,0 0 0,1 0 0,-1 0 0,0 0 0,0 1 0,0-1 0,-1-1 0,1 1 0,0-1 0,-1 1 0,1 0 0,0-1 0,-1 0 0,1 1 0,-1-1 0,1 1 0,-1-1 0,1 1 0,-1-1 0,1 0 0,-1 0 0,1 1 0,-1-1 0,1 0 0,-1 0 0,0 1 0,1-1 0,-2 0 0,-5 1 0,0 0 0,0 0 0,0-1 0,-8-1 0,9 1 0,-19 0-60,15 1-201,0-1 0,-1-1 0,1 1 0,-14-4 0,15 1-6565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9.2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183 502 24575,'-10'-6'0,"-5"-4"0,0 1 0,-1 1 0,0 1 0,-1 0 0,-32-9 0,47 16 0,0-1 0,0 1 0,0 0 0,0 0 0,0-1 0,0 2 0,0-1 0,0 0 0,0 0 0,-1 1 0,1-1 0,0 1 0,-3 1 0,4-1 0,0-1 0,0 1 0,0 0 0,1-1 0,-1 1 0,0 0 0,0 0 0,1 0 0,-1 0 0,0 0 0,1 0 0,-1 0 0,1 0 0,-1 0 0,1 0 0,0 0 0,0 0 0,-1 0 0,1 0 0,0 0 0,0 1 0,0-1 0,0 0 0,0 0 0,0 2 0,2 5 0,-1-1 0,1 1 0,0-1 0,1 1 0,0-1 0,0 0 0,1 0 0,-1 0 0,1 0 0,8 8 0,-3-3 0,1 0 0,0-1 0,1-1 0,18 15 0,-23-21 0,1 1 0,-1-1 0,1 0 0,0-1 0,0 1 0,14 4 0,-19-8 0,1 1 0,-1-1 0,0 0 0,0 1 0,0-1 0,0 0 0,0 0 0,0-1 0,1 1 0,-1 0 0,0-1 0,0 1 0,0-1 0,0 1 0,0-1 0,0 0 0,0 0 0,0 0 0,-1 0 0,1 0 0,0-1 0,-1 1 0,1 0 0,0-1 0,-1 0 0,0 1 0,1-1 0,-1 0 0,2-2 0,-1-1 0,0 0 0,0 0 0,0 0 0,0 0 0,-1 0 0,0 0 0,0 0 0,-1 0 0,1-1 0,-1 1 0,0 0 0,-1 0 0,1-1 0,-3-8 0,2 8 0,0 1 0,-1-1 0,0 0 0,0 1 0,-1 0 0,1-1 0,-1 1 0,0 0 0,-1 0 0,1 0 0,-1 1 0,-7-8 0,10 11 0,0 1 0,1-1 0,-1 0 0,0 1 0,0-1 0,0 1 0,0 0 0,1-1 0,-1 1 0,0-1 0,0 1 0,0 0 0,-1 0 0,2 0 0,-1 0 0,1 0 0,0 0 0,-1 0 0,1 0 0,0 0 0,-1 0 0,1 0 0,0 0 0,0 0 0,-1 1 0,1-1 0,0 0 0,0 0 0,-1 0 0,1 0 0,0 1 0,0-1 0,-1 0 0,1 0 0,0 1 0,0-1 0,0 0 0,0 0 0,-1 1 0,1-1 0,0 2 0,-1-1 0,1 1 0,0-1 0,0 1 0,0-1 0,0 1 0,0-1 0,0 1 0,0-1 0,0 1 0,1-1 0,-1 1 0,0-1 0,2 3 0,3 6 0,0-1 0,0 1 0,1-1 0,0 0 0,1-1 0,0 1 0,1-1 0,-1-1 0,2 1 0,-1-1 0,1-1 0,14 9 0,-8-7 0,0 0 0,0-1 0,1-1 0,-1 0 0,1-2 0,1 1 0,24 2 0,-32-6 0,0-1 0,0 0 0,0 0 0,0 0 0,-1-1 0,1-1 0,0 0 0,0 0 0,-1 0 0,1-1 0,-1 0 0,0-1 0,9-5 0,-11 5 0,-1 1 0,1-1 0,-1-1 0,0 1 0,0-1 0,0 0 0,-1 0 0,0-1 0,0 1 0,0-1 0,-1 0 0,1 0 0,-1 0 0,-1 0 0,1 0 0,-1-1 0,2-11 0,-1-4 0,-1 0 0,0-1 0,-2 1 0,-1 0 0,0-1 0,-2 1 0,0 0 0,-2 0 0,-11-32 0,4 21 0,-1 2 0,-2-1 0,-1 2 0,-1 0 0,-32-40 0,47 67 0,-23-26 0,24 27 0,-1 1 0,1-1 0,-1 1 0,0 0 0,1 0 0,-1 0 0,0-1 0,0 2 0,0-1 0,0 0 0,1 0 0,-1 1 0,0-1 0,-1 1 0,-2-1 0,4 1 0,0 1 0,0-1 0,0 0 0,0 1 0,0 0 0,0-1 0,0 1 0,0-1 0,0 1 0,0 0 0,0 0 0,0 0 0,0 0 0,0-1 0,1 1 0,-1 0 0,0 0 0,1 0 0,-1 0 0,1 1 0,-1-1 0,1 0 0,-1 0 0,1 0 0,0 3 0,-7 32 0,7-34 0,-2 19 0,2 0 0,0 0 0,1 0 0,2 0 0,0-1 0,1 1 0,1-1 0,7 20 0,1-5 0,2-1 0,1 0 0,33 51 0,-37-67-136,0-1-1,2 0 1,0 0-1,0-2 1,2 0-1,-1-1 1,2 0-1,0-1 0,24 13 1,-31-20-6690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19.9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 0 24575,'-10'18'0,"-3"8"0,0-1-8191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0.3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267 51 24575,'-31'-10'0,"6"0"0,-1 2 0,0 1 0,0 1 0,-29-3 0,53 9 0,-1 0 0,0 0 0,0 0 0,1 0 0,-1 0 0,0 1 0,1-1 0,-1 1 0,0 0 0,1 0 0,-1 0 0,1 0 0,0 0 0,-3 2 0,3-2 0,1 0 0,0 0 0,0 0 0,0 1 0,0-1 0,0 0 0,1 0 0,-1 1 0,0-1 0,1 1 0,-1-1 0,1 0 0,-1 1 0,1-1 0,-1 1 0,1-1 0,0 1 0,0 0 0,0-1 0,0 1 0,0-1 0,0 1 0,1-1 0,-1 1 0,1 2 0,2 6 0,0 0 0,1 0 0,0-1 0,1 1 0,10 14 0,34 42 0,-14-26 0,3-2 0,52 43 0,-84-77 0,-5-3 0,-1-1 0,1 1 0,0-1 0,0 1 0,-1 0 0,1-1 0,0 1 0,-1 0 0,1 0 0,-1 0 0,1-1 0,-1 1 0,0 0 0,1 0 0,-1 0 0,0 0 0,1 1 0,-1-2 0,0 1 0,0-1 0,-1 1 0,1-1 0,0 0 0,0 1 0,0-1 0,-1 0 0,1 1 0,0-1 0,0 0 0,-1 1 0,1-1 0,0 0 0,-1 0 0,1 1 0,0-1 0,-1 0 0,1 0 0,0 1 0,-1-1 0,1 0 0,-1 0 0,1 0 0,0 0 0,-1 0 0,-4 1 0,0 0 0,1-1 0,-1 0 0,0 0 0,-7-1 0,-19-5 0,0-1 0,1-2 0,-53-23 0,64 24 0,-16-7-1365,21 10-5461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0.7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24575,'16'30'0,"6"15"0,3 7 0,-1 3 0,-4-1 0,-3-4 0,-4-4 0,-2-4 0,-4-4 0,-1-4 0,-3-5 0,-4-5 0,-2-4 0,-3-3 0,-1-4-8191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1.2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30 24575,'11'8'0,"127"87"0,-116-82 0,1-1 0,0-1 0,1-1 0,37 11 0,-45-17 0,1-1 0,0-1 0,0 0 0,0-1 0,0-1 0,33-4 0,-38 3 0,-1-2 0,0 1 0,0-1 0,0-1 0,0 0 0,0 0 0,-1-1 0,0-1 0,0 0 0,0 0 0,9-8 0,-16 12 0,0-1 0,-1 1 0,1-1 0,-1 1 0,0-1 0,0 0 0,0 0 0,0 0 0,0 0 0,0 0 0,-1-1 0,0 1 0,1 0 0,-1-1 0,-1 1 0,1-1 0,0 1 0,-1-1 0,0 1 0,0-1 0,0 1 0,0-1 0,0 0 0,-1 1 0,1-1 0,-1 1 0,0 0 0,0-1 0,-1 1 0,1 0 0,0-1 0,-1 1 0,0 0 0,0 0 0,0 0 0,0 0 0,-1 1 0,1-1 0,-1 1 0,1-1 0,-1 1 0,0 0 0,0 0 0,0 0 0,0 0 0,0 1 0,0-1 0,-1 1 0,-3-1 0,3 0 0,-1 1 0,0 0 0,1 0 0,-1 1 0,0-1 0,0 1 0,0 0 0,1 0 0,-1 1 0,0 0 0,0-1 0,1 1 0,-1 1 0,0-1 0,1 1 0,0 0 0,-5 2 0,5-2 0,1 1 0,-1-1 0,1 1 0,0-1 0,0 1 0,0 0 0,0 0 0,1 0 0,-1 1 0,1-1 0,0 1 0,0-1 0,0 1 0,1 0 0,-1-1 0,1 1 0,0 0 0,0 0 0,0 0 0,0 6 0,0-4 0,2 0 0,-1 0 0,1 1 0,-1-1 0,2 0 0,-1 0 0,1 0 0,0 0 0,0 0 0,0-1 0,1 1 0,0-1 0,0 1 0,1-1 0,-1 0 0,1 0 0,0 0 0,6 4 0,-6-5 0,0-1 0,0 1 0,0-1 0,1 0 0,-1 0 0,1 0 0,0-1 0,0 1 0,0-1 0,0 0 0,0-1 0,0 1 0,0-1 0,1 0 0,-1-1 0,1 1 0,-1-1 0,0 0 0,1 0 0,-1-1 0,8-1 0,-11 1 0,1 0 0,-1 0 0,0 0 0,1 0 0,-1 0 0,0-1 0,0 1 0,1-1 0,-1 0 0,0 0 0,-1 1 0,1-1 0,0-1 0,-1 1 0,3-3 0,2-3 0,-5 8-1,-1-1-1,0 1 1,0 0-1,0 0 1,0 0-1,0 0 1,0 0-1,0 0 1,0 0-1,0 0 1,1 0-1,-1 0 1,0 0-1,0 0 1,0 0-1,0 0 1,0 0-1,0 0 1,1 0-1,-1 0 1,0 0-1,0 0 1,0 0-1,0 0 1,0 0-1,0 0 0,0 0 1,1 0-1,-1 0 1,0 0-1,0 0 1,0 0-1,0 0 1,0 0-1,0 0 1,0 0-1,0 0 1,1 0-1,-1 1 1,0-1-1,0 0 1,0 0-1,0 0 1,0 0-1,0 0 1,0 0-1,0 0 1,0 1-1,0-1 1,5 10 189,0 12-1666,-2-9-5348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1.8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24575,'58'219'0,"-9"-28"0,-45-177 0,-1 0 0,3 17 0,-12-39 0,-1-9 0,5 4 0,0-1 0,0-15 0,2 26 0,0-1 0,0 1 0,0-1 0,1 1 0,-1 0 0,1-1 0,0 1 0,-1 0 0,2-1 0,-1 1 0,0 0 0,1 0 0,-1 0 0,3-3 0,-2 4 0,0 1 0,0-1 0,0 1 0,0 0 0,0-1 0,0 1 0,1 0 0,-1 0 0,0 1 0,0-1 0,1 0 0,-1 1 0,0-1 0,1 1 0,-1 0 0,1 0 0,-1 0 0,1 0 0,-1 0 0,0 1 0,4 0 0,3 1 0,0 0 0,0 1 0,0 0 0,9 5 0,-9-3 0,0 0 0,-1 0 0,1 1 0,-1 0 0,8 8 0,-11-10 0,-1 0 0,0 1 0,-1-1 0,1 1 0,-1-1 0,0 1 0,0 0 0,0 1 0,-1-1 0,3 8 0,-4-11 0,-1 0 0,0 0 0,1 0 0,-1 0 0,0 0 0,0 0 0,0 0 0,0-1 0,0 1 0,-1 0 0,1 0 0,-1 0 0,1 0 0,-1 0 0,0-1 0,1 1 0,-3 3 0,1-3 0,0 1 0,0-1 0,0 0 0,0 0 0,0 0 0,-1-1 0,1 1 0,0 0 0,-1-1 0,-4 3 0,-2-1 0,1 0 0,-2 0 0,1-1 0,0 0 0,0-1 0,-12 1 0,4-2-124,0 0 0,1-1 0,-1 0 0,0-2 0,1 0 0,0 0-1,-1-2 1,1 0 0,1-1 0,-19-9 0,21 8-6702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2.4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88 2 24575,'-4'-1'0,"0"1"0,-1-1 0,1 1 0,0 0 0,0 0 0,0 1 0,0-1 0,0 1 0,0 0 0,0 0 0,0 0 0,-7 4 0,9-4 0,0 1 0,0-1 0,0 1 0,0 0 0,0-1 0,1 1 0,-1 0 0,0 0 0,1 0 0,0 0 0,-1 1 0,1-1 0,0 0 0,0 0 0,0 1 0,1-1 0,-1 1 0,0-1 0,1 1 0,0-1 0,0 1 0,0 3 0,0 12 0,1 0 0,0 0 0,2 0 0,0 0 0,6 17 0,4 4 0,19 43 0,32 45 0,-59-119 0,0 0 0,1-1 0,0 1 0,0-1 0,11 9 0,-13-12 0,0-1 0,0 0 0,1 0 0,-1-1 0,1 1 0,-1-1 0,1 0 0,0 0 0,-1 0 0,1-1 0,10 2 0,-13-3 0,0 0 0,0 0 0,0-1 0,1 1 0,-1-1 0,0 1 0,0-1 0,0 0 0,0 0 0,0 1 0,0-2 0,0 1 0,0 0 0,0 0 0,-1 0 0,1-1 0,0 1 0,-1-1 0,2-2 0,4-4 0,0-1 0,9-15 0,-9 13 0,4-10 0,0 1 0,-1-2 0,-1 1 0,-1-1 0,9-38 0,-17 57 0,1 1 0,-1 0 0,0-1 0,0 1 0,0 0 0,0-1 0,0 1 0,0 0 0,0-1 0,-2-2 0,2 5 0,0-1 0,-1 0 0,1 1 0,0-1 0,-1 1 0,1-1 0,0 1 0,-1-1 0,1 1 0,-1-1 0,1 1 0,-1-1 0,1 1 0,-1 0 0,0-1 0,1 1 0,-1 0 0,1 0 0,-1-1 0,0 1 0,1 0 0,-1 0 0,0 0 0,1 0 0,-1 0 0,1-1 0,-1 1 0,0 0 0,1 1 0,-1-1 0,0 0 0,1 0 0,-1 0 0,0 0 0,1 0 0,-1 1 0,0-1 0,1 0 0,-1 1 0,0 0 0,-3 1 0,0 0 0,0 0 0,0 1 0,0-1 0,0 1 0,1 0 0,-1 1 0,1-1 0,0 0 0,0 1 0,0 0 0,1-1 0,-1 1 0,1 0 0,0 1 0,0-1 0,-2 8 0,2-8 0,1 0 0,1 1 0,-1-1 0,0 0 0,1 0 0,0 0 0,0 0 0,0 0 0,1 1 0,-1-1 0,1 0 0,0 0 0,0 0 0,0 0 0,1 0 0,-1 0 0,1-1 0,0 1 0,0 0 0,3 3 0,3 1 9,0 1 1,0-2-1,1 1 0,0-1 0,0 0 1,1-1-1,0 0 0,0-1 0,0 0 0,1 0 1,0-1-1,18 4 0,-2-2-306,0-1 0,1-1 0,0-2 0,29 0 0,-44-2-6529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3.0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299 249 24575,'-45'-55'0,"-2"2"0,-71-61 0,113 110 0,0 0 0,-1 0 0,1 0 0,-9-3 0,13 6 0,0 1 0,0-1 0,-1 1 0,1-1 0,0 1 0,0 0 0,0-1 0,0 1 0,0 0 0,-1 0 0,1 0 0,0 0 0,0 0 0,0 0 0,0 0 0,0 1 0,-1-1 0,1 0 0,0 1 0,0-1 0,0 1 0,0-1 0,0 1 0,0-1 0,0 1 0,0 0 0,0-1 0,0 1 0,0 0 0,1 0 0,-3 1 0,1 2 0,0 0 0,0 1 0,0-1 0,0 0 0,1 0 0,0 1 0,0-1 0,0 1 0,-1 6 0,1 44 0,1-52 0,2 36 0,2-1 0,9 45 0,27 74 0,55 86 0,-50-139 0,-35-72-1365,-8-20-5461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3.4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33 24575,'195'54'0,"-154"-46"0,1-2 0,76 2 0,-87-8 0,61-8 0,-80 6 0,-1-1 0,0 1 0,-1-2 0,1 0 0,-1 0 0,1 0 0,-1-2 0,18-11 0,-24 14 0,-1 0 0,0 1 0,0-1 0,0 0 0,0-1 0,-1 1 0,1 0 0,-1-1 0,0 1 0,0-1 0,0 0 0,0 0 0,-1 0 0,2-4 0,-19 28 0,10-9 0,1 0 0,0 1 0,1 0 0,0 0 0,0 1 0,2-1 0,-1 1 0,0 22 0,3-33-151,0 0-1,-1 0 0,1-1 0,0 1 1,-1 0-1,1-1 0,-1 1 1,-1 3-1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3.5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40 19 24575,'2'-7'0,"2"-1"0,-4 5 0,-3 4 0,-4 3 0,-4 2 0,-1 1 0,0-1-8191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4.0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152 700 24575,'15'-61'0,"9"-81"0,-22 118 0,-1 0 0,0 0 0,-2 0 0,-1 0 0,-1 0 0,-9-37 0,-34-82 0,38 123 0,-1 1 0,0-1 0,-2 2 0,0 0 0,-15-18 0,25 34 0,0 1 0,-1-1 0,1 1 0,-1-1 0,1 1 0,0 0 0,-1 0 0,0 0 0,1 0 0,-1 0 0,0 0 0,0 0 0,-1 0 0,2 1 0,0 0 0,0 0 0,0 0 0,0 0 0,0 0 0,1 0 0,-1 0 0,0 1 0,0-1 0,0 0 0,0 1 0,1-1 0,-1 0 0,0 1 0,0-1 0,1 1 0,-1-1 0,0 1 0,1 0 0,-1-1 0,1 1 0,-1 0 0,1-1 0,-1 1 0,1 0 0,-1 0 0,1-1 0,-1 1 0,1 0 0,0 0 0,-1 1 0,-1 4 0,0 1 0,0-1 0,0 1 0,1 0 0,0 0 0,0 8 0,2 45 0,0-29 0,-1 15 0,11 70 0,-6-91 0,0-1 0,1 0 0,2 0 0,16 35 0,-15-39 0,1 0 0,1-1 0,1 0 0,1-1 0,0 0 0,1-1 0,1-1 0,23 20 0,-35-33 15,1 0 0,1 0 0,-1-1 0,0 0 0,1 0 0,-1 0 0,8 2 0,-9-3-102,-1-1-1,1 1 1,-1-1 0,1 0-1,-1 0 1,0 0 0,1 0-1,-1 0 1,1-1-1,-1 1 1,1-1 0,-1 1-1,0-1 1,0 0 0,1 0-1,3-2 1,3-4-6739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4.3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24575,'16'31'0,"23"62"0,3 37 0,-21-59 0,22 131 0,-42-195-227,-1 0-1,1 0 1,-1 0-1,0 0 1,-2 11-1,-1-6-6598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4.8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1 247 24575,'52'2'0,"1"1"0,-1 4 0,60 13 0,-94-15 0,0-2 0,0-1 0,26 1 0,-37-3 0,1-1 0,0 1 0,-1-1 0,0-1 0,1 1 0,-1-1 0,0 0 0,0-1 0,0 0 0,13-7 0,-17 8 0,0-1 0,0 1 0,0 0 0,0-1 0,-1 0 0,1 1 0,-1-1 0,0 0 0,1 0 0,-2 0 0,1-1 0,0 1 0,-1 0 0,1-1 0,-1 1 0,0-1 0,0 1 0,0-1 0,-1 0 0,1 0 0,-1 1 0,0-1 0,0 0 0,0 1 0,0-1 0,-1 0 0,0 1 0,1-1 0,-1 0 0,-1 1 0,-1-5 0,1 3 0,0 0 0,0 1 0,-1-1 0,0 1 0,0 0 0,0 0 0,0 0 0,0 0 0,-1 0 0,0 1 0,0-1 0,0 1 0,0 0 0,0 0 0,0 1 0,-1-1 0,0 1 0,1 0 0,-1 1 0,0-1 0,0 1 0,-7-2 0,8 3 0,0-1 0,0 1 0,0 0 0,0 1 0,0-1 0,1 0 0,-1 1 0,0 0 0,0 0 0,0 0 0,1 1 0,-1-1 0,-4 3 0,5-2 0,1 0 0,0 0 0,-1 0 0,1 1 0,0-1 0,0 0 0,0 1 0,1-1 0,-1 1 0,1 0 0,-1-1 0,1 1 0,0 0 0,0 0 0,0 0 0,0 0 0,0 6 0,0-5 0,1 1 0,0 0 0,0-1 0,0 1 0,0-1 0,1 1 0,0 0 0,0-1 0,0 1 0,0-1 0,1 0 0,3 8 0,-1-6 0,0 0 0,0 0 0,1 0 0,-1 0 0,1-1 0,0 0 0,10 8 0,-5-6 0,0 0 0,0-1 0,1 0 0,-1-1 0,1 0 0,1 0 0,-1-2 0,1 1 0,20 3 0,-18-5 0,0-1 0,0 0 0,0-1 0,0-1 0,0 0 0,0-1 0,22-5 0,-32 6 0,0-1 0,1 1 0,-1-1 0,0 0 0,0 0 0,0 0 0,0-1 0,-1 0 0,1 0 0,0 0 0,-1 0 0,0 0 0,0 0 0,0-1 0,0 0 0,-1 1 0,1-1 0,-1 0 0,0 0 0,0-1 0,0 1 0,-1 0 0,1 0 0,-1-1 0,0 1 0,0-9 0,0 1 0,0-1 0,-1 0 0,-1 0 0,0 0 0,-1 1 0,0-1 0,-1 1 0,-8-21 0,-14-50-1365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5.4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366 17 24575,'-6'-3'0,"1"1"0,-1-1 0,1 1 0,-1 1 0,0-1 0,0 1 0,0 0 0,0 0 0,-8 0 0,12 1 0,1 0 0,-1 1 0,0-1 0,0 0 0,0 1 0,1-1 0,-1 1 0,0 0 0,1-1 0,-1 1 0,0 0 0,1 0 0,-1 0 0,1 0 0,-1 0 0,1 1 0,0-1 0,0 0 0,-1 1 0,1-1 0,0 1 0,0-1 0,0 1 0,0-1 0,1 1 0,-1 0 0,0-1 0,1 1 0,-1 0 0,1 0 0,0-1 0,-1 1 0,1 0 0,0 2 0,-1 14 0,1-1 0,0 1 0,1-1 0,1 1 0,1-1 0,1 0 0,0 0 0,1 0 0,0 0 0,10 16 0,-14-30 0,0 0 0,0 0 0,0 0 0,0 0 0,0 0 0,0 1 0,-1-1 0,0 0 0,1 0 0,-1 0 0,0 0 0,-1 1 0,1-1 0,-1 4 0,0-5 0,0 0 0,0-1 0,0 1 0,1 0 0,-1-1 0,-1 1 0,1-1 0,0 0 0,0 1 0,0-1 0,-1 0 0,1 0 0,-1 0 0,1 0 0,-1 0 0,1 0 0,-1 0 0,0 0 0,0 0 0,1-1 0,-1 1 0,0-1 0,0 0 0,1 1 0,-1-1 0,-2 0 0,-42 3 0,-54-5 0,27 0 0,49 2-1365,5 0-5461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5:25.9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24575,'18'5'0,"1"0"0,0 2 0,-1 0 0,-1 1 0,1 1 0,-1 0 0,-1 2 0,1 0 0,-2 0 0,0 2 0,0 0 0,22 26 0,-19-16 0,0 1 0,-2 1 0,-1 0 0,-1 1 0,-1 0 0,-2 1 0,16 52 0,-15-33 0,-1 0 0,7 89 0,-16-110 0,-2 0 0,0 1 0,-2-1 0,-1 0 0,-1 0 0,-1-1 0,-9 29 0,7-35-195,-1 0 0,-1 0 0,-1-1 0,0 0 0,-2 0 0,-20 22 0,11-15-6631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507 106 24575,'-33'-13'0,"-130"-50"0,138 55 0,1 2 0,-1 0 0,-1 2 0,-44-2 0,63 6 0,0 0 0,0 1 0,1 0 0,-1 0 0,0 0 0,1 1 0,-1 0 0,1 0 0,-1 1 0,1 0 0,0 0 0,0 0 0,0 1 0,1 0 0,-1 0 0,1 0 0,0 1 0,0 0 0,-5 6 0,8-7 0,0-1 0,0 1 0,1 0 0,-1 0 0,1 0 0,0 0 0,0 0 0,0 1 0,1-1 0,-1 0 0,1 0 0,0 1 0,1-1 0,-1 0 0,1 5 0,0-4 0,0 0 0,1 0 0,-1 0 0,1 0 0,0-1 0,0 1 0,0-1 0,1 1 0,-1-1 0,1 0 0,0 0 0,5 5 0,19 14 0,2-2 0,1 0 0,60 30 0,-54-32 0,124 74 0,-158-92 0,0 0 0,0 1 0,0-1 0,0 1 0,0 0 0,0 0 0,0 0 0,-1 0 0,1 0 0,-1 0 0,0 0 0,1 0 0,0 3 0,-2-4 0,1 0 0,-1 1 0,0-1 0,0 0 0,0 0 0,0 0 0,0 0 0,0 1 0,0-1 0,0 0 0,0 0 0,0 0 0,-1 0 0,1 1 0,0-1 0,-1 0 0,1 0 0,-1 0 0,0 0 0,1 0 0,-1 0 0,0 0 0,1 0 0,-1 0 0,0-1 0,0 1 0,0 0 0,0 0 0,0-1 0,-1 2 0,-4 1 0,0 1 0,-1-1 0,1 0 0,-1-1 0,0 0 0,1 0 0,-1 0 0,0-1 0,-9 1 0,-12-1 0,-28-1 0,30 0 0,-131-2-1365,145 2-5461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418 41 24575,'-52'8'0,"0"-3"0,-89-3 0,98-2 0,35 0-80,0-1 0,1 0-1,-1 0 1,0 0 0,1-1-1,-1-1 1,1 1 0,-1-1-1,1 0 1,0-1 0,0 1 0,1-1-1,-1-1 1,1 1 0,0-1-1,-8-8 1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385 102 24575,'-28'-13'0,"-14"-6"0,-4 0 0,2 3 0,4 1 0,6 5 0,4 2 0,5 6 0,1 6 0,2 2 0,3 3 0,2 1 0,3 1-8191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57 24575,'12'-8'0,"1"0"0,-1 2 0,1-1 0,1 2 0,-1-1 0,27-5 0,-30 9 0,1 1 0,0 0 0,-1 0 0,1 1 0,-1 0 0,1 1 0,0 0 0,-1 1 0,21 6 0,-22-5 0,10 2 0,-1 2 0,1 0 0,-1 1 0,-1 0 0,23 15 0,-37-21 0,-1 0 0,0 0 0,0 0 0,1 0 0,-1 0 0,-1 0 0,1 1 0,0-1 0,0 1 0,-1-1 0,1 1 0,-1 0 0,0-1 0,0 1 0,0 0 0,0 0 0,-1 0 0,1 0 0,0 5 0,-2-3 0,1 1 0,-1-1 0,0 0 0,0 0 0,-1 0 0,0-1 0,0 1 0,0 0 0,0-1 0,-5 9 0,-3 1 0,0 1 0,-1-1 0,-1-1 0,0 0 0,0 0 0,-2-1 0,1-1 0,-20 13 0,28-21 0,1 0 0,-1 0 0,1 1 0,-6 7 0,9-11 0,1 1 0,-1 0 0,1-1 0,0 1 0,-1-1 0,1 1 0,0 0 0,-1-1 0,1 1 0,0 0 0,0-1 0,-1 1 0,1 0 0,0-1 0,0 1 0,0 0 0,0 0 0,0-1 0,0 2 0,1-2 0,-1 1 0,0 0 0,1-1 0,-1 1 0,1-1 0,-1 1 0,1-1 0,0 1 0,-1-1 0,1 1 0,0-1 0,-1 1 0,1-1 0,0 0 0,-1 1 0,1-1 0,0 0 0,-1 0 0,1 1 0,0-1 0,0 0 0,1 0 0,18 2 0,0 0 0,0-2 0,28-2 0,0 0 0,22 2-1365,-57 0-5461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869 32 24575,'-34'-14'0,"16"9"0,0 1 0,0 0 0,-32 0 0,-57 4 0,53 1 0,-168 19 0,134-9 0,-143 3-1365,202-14-5461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3 24575,'0'0'0,"0"0"0,0 0 0,0 0 0,0 0 0,0 0 0,0 0 0,0 0 0,0-1 0,0 1 0,0 0 0,0 0 0,0 0 0,0 0 0,0 0 0,0 0 0,0 0 0,0 0 0,0 0 0,0 0 0,0 0 0,0 0 0,0 0 0,0 0 0,0 0 0,0-1 0,0 1 0,0 0 0,0 0 0,0 0 0,0 0 0,0 0 0,0 0 0,0 0 0,0 0 0,0 0 0,0 0 0,0 0 0,-1 0 0,1 0 0,0 0 0,0 0 0,0 0 0,0 0 0,0 0 0,0 0 0,0 0 0,0 0 0,0 0 0,0 0 0,0 0 0,0 0 0,0 0 0,0 0 0,0 0 0,0 0 0,-1 0 0,1 0 0,0 0 0,0 0 0,0 0 0,0 0 0,0 0 0,0 0 0,0 0 0,-4 5 0,-2 9 0,5-5 0,0 1 0,0-1 0,1 1 0,0 0 0,0 0 0,1-1 0,1 1 0,4 16 0,4 4 0,18 39 0,-17-44 0,-1 1 0,9 32 0,-13-30 0,5 40 0,-11-68-22,0 0-1,0 0 1,0 0 0,-1 0-1,1 0 1,0 0 0,0 0-1,0 0 1,0 0-1,0 0 1,0 0 0,0 0-1,0 0 1,0 0 0,0 0-1,-1 0 1,1 0-1,0 0 1,0 0 0,0 0-1,0 0 1,0 0-1,0 0 1,0 0 0,0 0-1,0 0 1,0 0 0,0 0-1,-1 0 1,1 0-1,0 0 1,0 0 0,0 0-1,0 1 1,0-1-1,0 0 1,0 0 0,0 0-1,0 0 1,0 0 0,0 0-1,0 0 1,0 0-1,0 0 1,0 0 0,0 0-1,0 1 1,0-1 0,0 0-1,0 0 1,0 0-1,0 0 1,0 0 0,0 0-1,0 0 1,0 0-1,0 0 1,0 0 0,0 1-1,0-1 1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738 45 24575,'-12'-6'0,"-1"1"0,0 1 0,0 0 0,-1 0 0,1 2 0,-24-3 0,-84 4 0,34 2 0,-22-9 0,58 4 0,-83 2 0,111 4-455,0 2 0,-38 10 0,48-10-6371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24575,'24'100'0,"-15"-54"0,2 0 0,2-1 0,23 56 0,-21-69-455,2 0 0,32 45 0,-42-67-6371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325 64 24575,'-30'-12'0,"-12"-5"0,-3 1 0,6 6 0,5 4 0,7 4 0,5 4 0,4 4 0,3 2 0,1 1 0,0 0 0,1 0 0,1-1-8191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56 24575,'15'-7'0,"63"-25"0,-67 28 0,0 1 0,0 0 0,1 1 0,23-2 0,-32 4 0,1 0 0,0 0 0,-1 0 0,1 1 0,0 0 0,-1-1 0,1 1 0,-1 1 0,1-1 0,-1 0 0,1 1 0,-1 0 0,0 0 0,5 3 0,-4-1 0,0 0 0,-1-1 0,1 1 0,-1 0 0,0 0 0,-1 1 0,1-1 0,-1 1 0,4 7 0,-2 2 0,0 0 0,-1 0 0,0 0 0,-1 1 0,-1-1 0,-1 23 0,0-1 0,0-12 0,-4 37 0,3-53 0,0 1 0,-1-1 0,-1 0 0,1 0 0,-2 0 0,1-1 0,-1 1 0,-5 8 0,8-15 0,0 1 0,0-1 0,0 1 0,0-1 0,0 1 0,1 0 0,-1-1 0,0 1 0,1 0 0,-1 0 0,1-1 0,0 1 0,0 0 0,0 0 0,0 0 0,0 2 0,0-3 0,1 0 0,-1 0 0,1 0 0,0 0 0,-1 0 0,1 0 0,0 0 0,0 0 0,0 0 0,0 0 0,0-1 0,0 1 0,0 0 0,0-1 0,0 1 0,0-1 0,0 1 0,0-1 0,1 1 0,-1-1 0,0 0 0,0 1 0,0-1 0,1 0 0,0 0 0,175 28-1365,-163-26-5461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243 27 24575,'-27'-5'0,"-13"-2"0,-1 1 0,4 1 0,6 1 0,7 4 0,6 2 0,4 1 0,3 0-8191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327 25 24575,'-30'-6'0,"-13"0"0,-1-1 0,2 2 0,5 4 0,7 2 0,6 1 0,4 3 0,3 0 0,2-1 0,2 2 0,2 0-8191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24575,'8'28'0,"4"11"0,4 4 0,1-2 0,-3-4 0,0-5 0,-1-6 0,-2-4 0,-4-7-8191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2122 16 24575,'-7'-3'0,"1"0"0,-1 1 0,0 0 0,0 0 0,-1 1 0,-11-1 0,-46 1 0,36 2 0,-374 21 0,46 0 0,-424-20-927,408-4 1854,369 2-1041,1 0 1,-1 0-1,1 0 0,-1 1 0,1-1 1,0 1-1,-1 0 0,1 0 0,0 0 1,-1 0-1,-2 2 0,-3 3-6712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 2 24575,'-1'0'0,"1"0"0,-1 0 0,1-1 0,0 1 0,-1 0 0,1 0 0,0 0 0,-1 0 0,1-1 0,-1 1 0,1 0 0,-1 0 0,1 0 0,0 0 0,-1 0 0,1 0 0,-1 0 0,1 0 0,-1 0 0,1 0 0,0 1 0,-1-1 0,0 7 0,9 17 0,-6-19 0,46 94 0,2 4 0,-49-101 0,37 104 0,-35-93 0,0 1 0,0 0 0,-1 0 0,-1 0 0,-1 26 0,0-37-1365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24575,'3'15'0,"0"8"0,3 2 0,0 2 0,1-1 0,0-3 0,2 0 0,0-1 0,0-2 0,1 0 0,-2 0 0,1-1 0,-2-2 0,1-3 0,-1-2 0,-2 0 0,1-2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9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355 27 24575,'-30'-5'0,"-15"-1"0,-5-1 0,4 2 0,6 1 0,6 5 0,6 1 0,3 0 0,3 4 0,2-1 0,6 0-8191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61 24575,'12'-9'0,"0"0"0,0 1 0,1 1 0,0 0 0,19-6 0,-28 11 0,0 1 0,-1 0 0,1 0 0,0 0 0,0 0 0,0 1 0,0 0 0,0-1 0,0 2 0,0-1 0,-1 0 0,1 1 0,0-1 0,0 1 0,0 0 0,0 1 0,-1-1 0,1 1 0,-1-1 0,1 1 0,-1 0 0,1 0 0,-1 1 0,5 4 0,3 5 0,-1 1 0,-1 0 0,0 0 0,-1 1 0,0 0 0,-1 0 0,-1 1 0,0 0 0,3 16 0,-6-23 0,-1 0 0,-1 0 0,0 0 0,0 1 0,-1-1 0,0 0 0,0 1 0,0-1 0,-1 0 0,-1 0 0,0 0 0,0 0 0,0 0 0,-1 0 0,0 0 0,0-1 0,-1 1 0,-7 10 0,-3 0 0,-15 22 0,27-36 0,0 0 0,0 0 0,0 0 0,1 0 0,-1 0 0,1 0 0,0 0 0,-1 8 0,2-11 0,0 1 0,0-1 0,0 0 0,0 1 0,0-1 0,1 0 0,-1 1 0,0-1 0,1 0 0,-1 1 0,1-1 0,-1 0 0,1 0 0,0 0 0,-1 1 0,1-1 0,0 0 0,0 0 0,1 1 0,0-1 0,0 1 0,0 0 0,0-1 0,1 0 0,-1 1 0,1-1 0,-1 0 0,1 0 0,2 0 0,6 1 0,-1 0 0,1-1 0,18 0 0,-27-1 0,-2 0-1,61-1 122,-55 0-333,1 0 0,-1-1 0,1 1-1,-1-1 1,1 0 0,10-7 0,-7 4-6614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9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404 32 24575,'-30'-3'0,"-15"-3"0,-5 0 0,1 0 0,7 2 0,5 1 0,3 1 0,6 1 0,3 1 0,2 0 0,1 0 0,3 0-8191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422 62 24575,'-30'-10'0,"-12"-3"0,-2 0 0,4 3 0,4 3 0,5 2 0,6 3 0,2 1 0,3 3 0,1 2 0,0 0 0,0-1 0,1-1 0,-1 2 0,-1 0 0,4 0-8191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24575,'10'23'0,"6"12"0,2 3 0,-1-1 0,-1-3 0,-4-3 0,-3-1 0,-4-4 0,-2-3 0,-2-4 0,-1-4-8191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380 38 24575,'-143'-30'0,"119"26"0,0 2 0,-1 0 0,-46 4 0,66-1 0,0 0 0,0 0 0,0 0 0,0 0 0,0 1 0,0 0 0,1 0 0,-1 0 0,1 0 0,-1 1 0,1 0 0,0 0 0,0 0 0,0 1 0,-4 3 0,6-4 0,1-1 0,-1 0 0,1 1 0,-1-1 0,1 1 0,0-1 0,0 1 0,0 0 0,0-1 0,0 1 0,1 0 0,-1 0 0,1 0 0,0-1 0,0 1 0,0 0 0,0 0 0,0 0 0,0 0 0,1-1 0,0 1 0,-1 0 0,1 0 0,0-1 0,0 1 0,1-1 0,-1 1 0,3 3 0,1 2 0,1-1 0,0 0 0,1 0 0,0 0 0,0 0 0,0-1 0,1-1 0,13 9 0,72 33 0,-72-37 0,40 16 0,-31-15 0,44 26 0,-72-36 0,-1 0 0,1 0 0,-1 0 0,1 0 0,-1 0 0,1 0 0,-1 0 0,0 1 0,0-1 0,1 1 0,-1-1 0,0 1 0,0-1 0,-1 1 0,1-1 0,0 1 0,0 0 0,-1 0 0,1-1 0,0 5 0,-1-5 0,-1 1 0,1-1 0,0 1 0,-1-1 0,1 1 0,-1-1 0,1 1 0,-1-1 0,0 0 0,1 1 0,-1-1 0,0 0 0,0 1 0,0-1 0,0 0 0,0 0 0,-1 0 0,1 0 0,0 0 0,0 0 0,-1 0 0,1 0 0,0-1 0,-4 2 0,-6 3 0,0-1 0,0 0 0,-1-1 0,1 0 0,-1-1 0,-17 1 0,-74-2 0,73-1 0,-47-1 0,76-1-70,5 0 198,10-5-756,-11 6-167,10-5-6031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3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236 24 24575,'-37'-7'0,"14"2"0,0 0 0,-1 2 0,1 1 0,-1 1 0,-29 1 0,51 0 0,1 0 0,0 1 0,0-1 0,-1 0 0,1 0 0,0 0 0,0 1 0,0-1 0,0 0 0,-1 1 0,1 0 0,0-1 0,0 1 0,0-1 0,0 1 0,0 0 0,0 0 0,0 0 0,0-1 0,1 1 0,-1 0 0,0 0 0,0 0 0,1 0 0,-1 0 0,0 1 0,0 0 0,1 0 0,0 0 0,0 0 0,0 0 0,1 0 0,-1 0 0,0 0 0,1 0 0,-1 0 0,1 0 0,0 0 0,-1 0 0,1 0 0,0-1 0,0 1 0,1 0 0,0 1 0,5 6 0,1 0 0,0-1 0,0 0 0,0-1 0,1 0 0,0 0 0,15 8 0,2-1 0,46 19 0,-54-26 0,0-1 0,0-1 0,0 0 0,1-1 0,0-1 0,-1-1 0,1-1 0,0 0 0,0-2 0,22-2 0,-38 2 0,-1 1 0,1-1 0,-1 0 0,1 1 0,-1-1 0,1 0 0,-1-1 0,0 1 0,1 0 0,-1-1 0,0 1 0,0-1 0,3-3 0,-4 4 0,0 0 0,0 0 0,-1-1 0,1 1 0,-1 0 0,1 0 0,-1-1 0,1 1 0,-1 0 0,0-1 0,0 1 0,1 0 0,-1-1 0,0 1 0,0 0 0,-1-1 0,1 1 0,0-1 0,0 1 0,0 0 0,-1-1 0,1 1 0,-1 0 0,1 0 0,-1-1 0,0 1 0,1 0 0,-2-1 0,-2-3 0,0 0 0,0 0 0,0 0 0,0 1 0,-1 0 0,0 0 0,-6-4 0,-40-23 0,43 26 0,-13-6 40,1 1 0,-27-10 0,38 17-226,-1 0 1,1 1-1,-1 0 0,0 0 1,0 1-1,0 1 1,-16 0-1,8 2-6640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24575,'145'444'0,"-134"-414"0,11 21 37,-14-34-504,0 0-1,8 31 1,-14-38-6359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60 24575,'5'19'0,"0"0"0,2-1 0,0 0 0,1 0 0,1-1 0,18 27 0,-23-37 0,1-1 0,0 0 0,0 0 0,1 0 0,0-1 0,0 0 0,0 0 0,1 0 0,-1-1 0,1 0 0,0 0 0,0-1 0,1 1 0,-1-2 0,1 1 0,-1-1 0,1 0 0,0-1 0,8 1 0,-11-2 0,0 0 0,-1 0 0,1 0 0,-1-1 0,1 0 0,-1 0 0,1 0 0,-1 0 0,0-1 0,1 0 0,-1 0 0,0 0 0,0 0 0,0-1 0,0 1 0,-1-1 0,1 0 0,-1 0 0,0-1 0,6-6 0,-6 5 0,1 0 0,-1-1 0,-1 1 0,1-1 0,-1 1 0,0-1 0,0 0 0,0 0 0,-1 0 0,0 0 0,0 0 0,-1 0 0,0 0 0,0-1 0,-1-6 0,0 2 0,-1-1 0,-1 1 0,0-1 0,0 1 0,-1 0 0,-1 0 0,0 0 0,0 1 0,-1 0 0,-12-16 0,18 26 0,0-1 0,0 1 0,-1 0 0,1-1 0,0 1 0,0 0 0,-1-1 0,1 1 0,0 0 0,-1 0 0,1-1 0,0 1 0,-1 0 0,1 0 0,0 0 0,-1-1 0,1 1 0,-1 0 0,1 0 0,0 0 0,-1 0 0,1 0 0,-1 0 0,1 0 0,-1 0 0,1 0 0,0 0 0,-1 0 0,1 0 0,-1 0 0,0 0 0,1 1 0,-1 0 0,1-1 0,-1 1 0,1 0 0,-1-1 0,1 1 0,-1 0 0,1 0 0,0 0 0,-1-1 0,1 1 0,0 0 0,0 0 0,-1 1 0,0 30 0,2-23 0,0-1 0,1 1 0,0 0 0,0-1 0,1 1 0,1-1 0,-1 0 0,1 0 0,0 0 0,1 0 0,0-1 0,0 0 0,1 0 0,0 0 0,0-1 0,1 0 0,-1 0 0,1 0 0,0-1 0,1 0 0,0 0 0,8 3 0,-4-2 0,1-1 0,-1 0 0,1-1 0,1-1 0,-1 0 0,0 0 0,1-1 0,0-1 0,-1-1 0,1 0 0,20-2 0,-31 2 0,0-1 0,0 1 0,0-1 0,0 0 0,0 0 0,0 0 0,0 0 0,0-1 0,0 1 0,-1-1 0,1 0 0,0 0 0,-1 0 0,0 0 0,1 0 0,2-4 0,-2 2 0,0 0 0,-1 0 0,1-1 0,-1 1 0,0-1 0,0 1 0,-1-1 0,1 0 0,0-9 0,0 6 0,-2 0 0,1 0 0,-1-1 0,-1 1 0,1 0 0,-1 0 0,-1-1 0,1 1 0,-1 0 0,-1 0 0,0 1 0,-5-13 0,4 14 0,0 1 0,0-1 0,-1 0 0,1 1 0,-1 0 0,-9-7 0,13 11 0,-1 0 0,0 0 0,1 0 0,-1 0 0,0 0 0,1 0 0,-1 1 0,0-1 0,0 1 0,0-1 0,1 1 0,-5-1 0,5 1 0,-1 1 0,1-1 0,0 0 0,0 1 0,-1-1 0,1 1 0,0-1 0,0 1 0,-1-1 0,1 1 0,0 0 0,0 0 0,0-1 0,0 1 0,0 0 0,0 0 0,0 0 0,1 0 0,-1 0 0,-1 3 0,-2 2 0,1 1 0,0-1 0,0 1 0,1 0 0,0 0 0,0 0 0,1 0 0,0 0 0,-1 15 0,2-8 0,1 1 0,0-1 0,1 0 0,3 16 0,-2-19 0,0-1 0,0 1 0,1-1 0,1 0 0,-1 0 0,2-1 0,-1 1 0,1-1 0,8 9 0,-9-13 0,1 1 0,-1-1 0,1 0 0,0-1 0,1 1 0,-1-1 0,1 0 0,-1-1 0,1 1 0,1-1 0,-1-1 0,0 0 0,13 3 0,-6-3 15,-1-1 0,1 0 0,0 0 0,0-2 0,-1 0 0,1 0 0,19-5 0,-14 1-312,1-2 0,0 0 0,-1 0 0,23-14 0,-28 13-6529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316 260 24575,'-212'-211'0,"205"204"0,-29-22 0,34 28 0,-1-1 0,1 1 0,-1-1 0,1 1 0,-1 0 0,1 0 0,-1 0 0,0 0 0,0 1 0,1-1 0,-1 1 0,-5-1 0,7 1 0,0 1 0,0-1 0,0 0 0,0 0 0,0 1 0,0-1 0,1 1 0,-1-1 0,0 1 0,0-1 0,0 1 0,1-1 0,-1 1 0,0 0 0,0-1 0,1 1 0,-1 0 0,1 0 0,-1-1 0,1 1 0,-1 0 0,1 0 0,-1 0 0,1 0 0,0 0 0,-1 0 0,1 0 0,0 1 0,-1 3 0,0 1 0,1-1 0,-1 10 0,1-14 0,1 30 8,2 0-1,1-1 0,12 49 1,35 88-537,-45-150 371,92 237-4,14-4 187,-76-174-19,14 15-1240,-42-78-4935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422 93 24575,'-28'-12'0,"-13"-8"0,-9 1 0,1 3 0,2 4 0,5 5 0,7 3 0,5 2 0,4 2 0,4 0 0,4 3 0,2 4 0,4 3 0,6 2 0,8-1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168 268 24575,'-15'-13'0,"-3"-4"0,-22-14 0,36 27 0,-1 1 0,0 0 0,-1 0 0,1 0 0,0 1 0,-1 0 0,1 0 0,-1 0 0,-11-1 0,16 3 0,0-1 0,0 1 0,0 0 0,0 0 0,0 0 0,-1 0 0,1 1 0,0-1 0,0 0 0,0 0 0,0 1 0,0-1 0,0 0 0,0 1 0,0-1 0,0 1 0,0 0 0,0-1 0,0 1 0,0 0 0,0-1 0,0 1 0,0 1 0,0 0 0,0-1 0,0 1 0,1-1 0,-1 1 0,1 0 0,-1-1 0,1 1 0,0 0 0,0 0 0,0-1 0,0 1 0,0 0 0,0 2 0,1 5 0,1-1 0,0 0 0,1 0 0,6 15 0,-6-17 0,-1 0 0,2 0 0,-1 0 0,1-1 0,0 0 0,0 1 0,7 5 0,-9-8 0,1-1 0,0 0 0,1 0 0,-1 0 0,0 0 0,0-1 0,1 1 0,-1-1 0,1 0 0,0 0 0,-1 0 0,1 0 0,0-1 0,5 1 0,45 5 0,-39-3 0,0-1 0,20-1 0,-33-1 0,-1 0 0,1 0 0,0 0 0,0-1 0,0 1 0,-1-1 0,1 1 0,0-1 0,-1 0 0,1 0 0,0 1 0,-1-1 0,1 0 0,-1 0 0,0-1 0,3-1 0,0-2 0,-1 1 0,0-1 0,0 1 0,3-7 0,-5 8 0,0 0 0,0 0 0,0 1 0,1-1 0,0 0 0,-1 1 0,1-1 0,0 1 0,0 0 0,0-1 0,1 1 0,-1 0 0,0 0 0,1 1 0,-1-1 0,1 0 0,0 1 0,4-2 0,2 1 0,1 0 0,-1 1 0,1 1 0,-1-1 0,1 2 0,-1-1 0,1 1 0,-1 1 0,1-1 0,-1 2 0,0-1 0,15 7 0,4 4 0,-1 2 0,40 26 0,-45-26 0,35 15 0,-61-37 0,-8-4 0,-1-1 0,-100-98 0,102 97 0,0 0 0,1 0 0,0-1 0,1 0 0,1 0 0,-8-19 0,14 28 0,0 0 0,1-1 0,-1 1 0,1-1 0,0 0 0,1 1 0,-1-1 0,1 0 0,1-8 0,0 10 0,-1 0 0,1 0 0,1 1 0,-1-1 0,0 1 0,1-1 0,0 1 0,0 0 0,0-1 0,0 1 0,0 0 0,1 0 0,-1 0 0,1 1 0,5-5 0,-4 4 6,0 1 0,0-1-1,0 1 1,1 0 0,0 0-1,-1 0 1,1 1 0,0 0 0,-1 0-1,1 0 1,0 0 0,0 1-1,0-1 1,0 2 0,0-1-1,0 0 1,0 1 0,-1 0 0,1 0-1,9 3 1,-7-2-105,-1 1 0,0 0 0,1 0 0,-1 0 0,0 1 0,0 0 0,-1 0 0,1 0 0,-1 1 0,0-1 0,0 1 0,0 1 0,-1-1 0,5 7 0,-3 1-6727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1 101 24575,'0'-8'0,"0"0"0,0 1 0,1-1 0,1 0 0,-1 1 0,6-15 0,-7 20 0,1 0 0,0 1 0,0-1 0,0 0 0,0 0 0,1 0 0,-1 1 0,0-1 0,1 0 0,-1 1 0,1-1 0,0 1 0,-1 0 0,1 0 0,0-1 0,0 1 0,0 0 0,0 1 0,0-1 0,0 0 0,0 0 0,0 1 0,0-1 0,0 1 0,0 0 0,0 0 0,0 0 0,0 0 0,3 0 0,4 1 0,0 1 0,0 0 0,0 1 0,0 0 0,-1 0 0,1 1 0,10 6 0,56 38 0,-65-41 0,5 4 0,0 0 0,-1 1 0,-1 0 0,0 1 0,13 17 0,-22-25 0,0 1 0,0 0 0,0 1 0,-1-1 0,0 1 0,-1-1 0,3 8 0,-4-9 0,0-1 0,-1 1 0,1-1 0,-1 1 0,0-1 0,0 1 0,-1-1 0,1 1 0,-1-1 0,0 1 0,0-1 0,-2 5 0,1-5 0,0 1 0,0-1 0,0 0 0,-1 0 0,0-1 0,0 1 0,0 0 0,-4 3 0,-32 24 0,30-25 0,0 0 0,1 1 0,-15 14 0,22-19 0,-1 0 0,0 1 0,1-1 0,-1 0 0,1 0 0,0 1 0,0-1 0,0 1 0,0-1 0,0 1 0,0-1 0,1 1 0,-1 0 0,1-1 0,-1 1 0,1-1 0,0 1 0,0 0 0,1-1 0,-1 1 0,0 0 0,1-1 0,0 1 0,0 0 0,-1-1 0,1 1 0,1-1 0,-1 0 0,0 1 0,1-1 0,-1 0 0,1 0 0,2 3 0,1 0 0,0 1 0,1-1 0,0-1 0,0 1 0,0-1 0,1 0 0,0 0 0,-1-1 0,1 1 0,11 2 0,-14-5 0,80 23 0,-70-21 0,1-1 0,-1 0 0,28 0 0,-38-2-136,1-1-1,-1 1 1,0-1-1,0 0 1,0 0-1,0 0 1,-1-1-1,1 0 0,5-2 1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46 24575,'-1'-1'0,"1"1"0,-1 0 0,1-1 0,-1 1 0,1-1 0,0 1 0,-1-1 0,1 1 0,0-1 0,-1 0 0,1 1 0,0-1 0,-1 1 0,1-1 0,0 0 0,0 1 0,0-1 0,0 0 0,0 1 0,0-1 0,-1 1 0,2-1 0,-1 0 0,0 1 0,0-1 0,0 0 0,0 1 0,0-1 0,1-1 0,0 1 0,0 0 0,0 0 0,0 0 0,0-1 0,0 1 0,0 0 0,1 0 0,-1 1 0,0-1 0,1 0 0,-1 0 0,2 0 0,4-2 0,-1 1 0,1 0 0,0 0 0,11-1 0,21 1 31,1 2-1,0 2 1,64 12 0,39 1-1519,-126-14-5338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36 1 24575,'-5'5'0,"-2"4"0,-2 3 0,1 2 0,1-1-8191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24575,'0'5'0,"0"5"0,0 2 0,0 2 0,0-1-8191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93 24575,'9'-11'0,"0"0"0,1 1 0,-1 1 0,19-14 0,-23 19 0,1 1 0,-1-1 0,1 2 0,0-1 0,0 0 0,0 1 0,1 0 0,-1 1 0,0-1 0,1 1 0,12-1 0,-15 2 0,129 4 0,-117-3 0,0 2 0,0-1 0,0 2 0,-1 0 0,0 1 0,19 9 0,-31-13 0,0 1 0,0-1 0,0 1 0,0 0 0,0 0 0,0 1 0,-1-1 0,1 0 0,-1 1 0,0-1 0,0 1 0,4 6 0,-5-6 0,0-1 0,0 1 0,0 0 0,-1-1 0,1 1 0,-1 0 0,1 0 0,-1 0 0,0 0 0,0-1 0,-1 1 0,1 0 0,0 0 0,-1 0 0,0-1 0,-1 4 0,-6 16 0,-21 37 0,-1 1 0,12-10 0,-24 101 0,32-123 0,8-23 0,0 0 0,0 0 0,1 0 0,-1 0 0,1 0 0,-1 7 0,2-11 0,1 0 0,-1 0 0,0 0 0,0 0 0,0 0 0,1-1 0,-1 1 0,0 0 0,1 0 0,-1 0 0,1-1 0,-1 1 0,1 0 0,-1-1 0,1 1 0,0 0 0,-1-1 0,1 1 0,0-1 0,-1 1 0,1-1 0,0 1 0,0-1 0,-1 1 0,1-1 0,0 0 0,0 0 0,0 1 0,0-1 0,0 0 0,-1 0 0,3 0 0,3 1 0,1 0 0,-1-1 0,10-1 0,-10 1 0,113-1 0,37-1 0,-103-7-1365,-40 7-5461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259 1 24575,'-5'0'0,"-4"0"0,-4 0 0,-1 0 0,-1 0 0,-3 0 0,-1 0 0,-3 0 0,1 0 0,1 0 0,-1 0 0,0 0 0,-1 0 0,1 0 0,3 0-8191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400 54 24575,'-44'-3'0,"-57"-9"0,82 9 0,-56-4-10,46 5-329,1-2 1,0 0-1,-34-10 0,49 9-6487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304 59 24575,'-27'-10'0,"-13"-4"0,0 1 0,2 3 0,7 3 0,5 2 0,7 5 0,2 3 0,1 2 0,-1 4 0,-1 0 0,3-1-8191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1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26 24575,'-2'-9'0,"-2"-8"0,9 31 0,38 102 0,-16-44 0,22 93 0,-32-98 0,9 45 0,-21-72-1365,-2-31-5461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9 24575,'1'-9'0,"3"13"0,4 16 0,-6-16 0,32 84 11,26 71-1387,-55-146-5450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358 1 24575,'-30'0'0,"-13"0"0,-3 0 0,0 0 0,4 2 0,3 2 0,6-1 0,4 2 0,1 0 0,6-1-8191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 1 24575,'0'0'0,"0"0"0,-1 0 0,1 0 0,0 0 0,0 0 0,0 0 0,0 0 0,0 0 0,0 0 0,0 0 0,0 0 0,0 1 0,0-1 0,0 0 0,0 0 0,0 0 0,0 0 0,0 0 0,0 0 0,0 0 0,0 0 0,0 0 0,0 0 0,0 0 0,0 0 0,-1 0 0,1 0 0,0 0 0,0 0 0,0 0 0,0 0 0,0 0 0,0 0 0,0 0 0,0 0 0,0 0 0,0 0 0,0 0 0,0 0 0,0 0 0,0 0 0,0 0 0,0 0 0,-1 0 0,1 0 0,0 0 0,0 0 0,0 0 0,0 0 0,0-1 0,0 1 0,0 0 0,0 0 0,0 0 0,0 0 0,0 0 0,0 0 0,0 0 0,0 0 0,0 0 0,0 0 0,0 0 0,0 0 0,0 0 0,0 0 0,0 0 0,0 0 0,0-1 0,-6 8 0,-5 10 0,9-12 0,1-1 0,-1 1 0,1 0 0,0 0 0,0 0 0,0 1 0,1-1 0,-1 0 0,1 0 0,1 0 0,-1 0 0,1 1 0,0-1 0,0 0 0,0 0 0,1 0 0,0-1 0,0 1 0,0 0 0,3 5 0,7 9 0,0-1 0,1 0 0,21 22 0,-26-31 0,8 9-38,-5-6-625,13 18-1,-16-18-6162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558 78 24575,'-13'-10'0,"0"1"0,0 1 0,-1 0 0,0 1 0,-1 0 0,1 2 0,-1-1 0,-1 2 0,1 0 0,0 1 0,-1 0 0,0 1 0,-19 1 0,-10 4 1,0 2 0,0 2 0,-47 14-1,2 0-1368,73-18-5458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577 16 24575,'-33'3'0,"-15"-3"0,-8 0 0,1 0 0,3-1 0,4-2 0,6-1 0,2 0 0,4 2 0,4 0 0,4 0 0,0 2 0,4 2 0,2 1 0,4 1 0,3-1-8191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24575,'210'0'0,"-207"0"0,-1 0 0,0 0 0,1 0 0,-1 1 0,0-1 0,1 0 0,-1 1 0,0 0 0,0 0 0,1 0 0,-1 0 0,0 0 0,0 0 0,0 0 0,0 0 0,0 1 0,-1-1 0,1 1 0,0 0 0,1 2 0,-1-2 0,-1 1 0,1 0 0,-1-1 0,0 1 0,0 0 0,0 0 0,-1-1 0,1 1 0,0 0 0,-1 0 0,0 0 0,0 0 0,0 0 0,0 0 0,0 0 0,-1 3 0,-4 25 0,-2 1 0,0-2 0,-14 33 0,10-42 0,9-19 0,0 1 0,0 0 0,1 0 0,-1 0 0,0 0 0,1 1 0,0-1 0,0 0 0,0 1 0,0-1 0,1 1 0,-1 5 0,1-9 0,1 1 0,-1 0 0,1 0 0,-1 0 0,1 0 0,-1 0 0,1 0 0,0-1 0,0 1 0,-1 0 0,1 0 0,0-1 0,0 1 0,0-1 0,0 1 0,0-1 0,0 1 0,0-1 0,0 0 0,0 1 0,0-1 0,0 0 0,0 0 0,0 1 0,1-1 0,31 1 0,-26-1 0,111 9 0,-78-5 0,61 11-1365,-89-15-5461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298 81 24575,'-13'-7'0,"-84"-41"0,85 43 0,0 0 0,0 1 0,0 1 0,-1 0 0,0 1 0,-16-1 0,25 3 0,1 0 0,-1 0 0,1 1 0,-1 0 0,1-1 0,0 1 0,-1 0 0,1 1 0,0-1 0,0 1 0,0-1 0,0 1 0,0 0 0,0 0 0,0 0 0,1 0 0,-1 1 0,1-1 0,-1 1 0,1 0 0,0-1 0,0 1 0,0 0 0,1 0 0,-1 0 0,1 1 0,-1-1 0,1 0 0,-1 5 0,0-2 0,1-1 0,0 1 0,0-1 0,1 1 0,-1 0 0,1-1 0,0 1 0,0 0 0,1-1 0,0 1 0,0-1 0,0 1 0,1-1 0,0 0 0,0 1 0,0-1 0,5 8 0,5 2 0,0-1 0,0 0 0,2-1 0,-1 0 0,22 14 0,2-2 0,42 22 0,-55-36 0,-18-9 0,0 0 0,-1 1 0,1 0 0,-1 0 0,0 0 0,8 6 0,-13-8 0,1 0 0,-1-1 0,0 1 0,1-1 0,-1 1 0,1-1 0,-1 1 0,0 0 0,0-1 0,1 1 0,-1 0 0,0-1 0,0 1 0,0 0 0,0-1 0,0 1 0,0 0 0,0-1 0,0 1 0,0 0 0,0-1 0,0 1 0,0 0 0,0-1 0,-1 1 0,1 0 0,0-1 0,0 1 0,-1-1 0,1 1 0,0 0 0,-1-1 0,1 1 0,-1-1 0,1 1 0,-1-1 0,1 1 0,-1-1 0,1 0 0,-1 1 0,1-1 0,-1 1 0,-1-1 0,-1 3 0,-1-1 0,0 0 0,1 0 0,-1-1 0,-7 3 0,-24 3-341,0-1 0,0-1-1,-72-1 1,88-4-6485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3529 1 24575,'8'0'0,"0"-1"0,0 1 0,0 0 0,-1 1 0,1 0 0,0 0 0,-1 1 0,12 3 0,-19-5 0,1 0 0,-1 0 0,0 0 0,0 0 0,1 0 0,-1 1 0,0-1 0,0 0 0,1 0 0,-1 0 0,0 0 0,0 0 0,0 0 0,1 1 0,-1-1 0,0 0 0,0 0 0,0 0 0,0 0 0,1 1 0,-1-1 0,0 0 0,0 0 0,0 1 0,0-1 0,0 0 0,0 0 0,0 0 0,0 1 0,1-1 0,-1 0 0,0 0 0,0 1 0,0-1 0,0 0 0,0 0 0,0 1 0,-1-1 0,1 0 0,0 0 0,0 1 0,0-1 0,0 0 0,0 0 0,0 1 0,0-1 0,0 0 0,-1 0 0,1 0 0,0 1 0,0-1 0,0 0 0,0 0 0,-1 0 0,1 0 0,0 1 0,0-1 0,0 0 0,-1 0 0,1 0 0,0 0 0,0 0 0,-1 0 0,1 0 0,0 0 0,0 0 0,0 1 0,-1-1 0,1 0 0,-19 5 0,-16-1 0,0-2 0,-47-3 0,23-1 0,-53 1 0,-154 3 0,196 5 0,-14 0 0,-31 0 0,67-3 0,0-2 0,-65-5 0,-274-8 0,258 12 0,102 0 0,-30 6 0,-25 0 0,-742-7 0,803 1 0,-32 5 0,31-2 0,-31 0 0,-728-4 0,764 0-455,0 2 0,-23 5 0,27-5-6371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37 24575,'-9'-36'0,"9"36"0,0 0 0,0 0 0,0 0 0,0 0 0,0 0 0,0 1 0,0-1 0,0 0 0,-1 0 0,1 0 0,0 0 0,0 0 0,0 0 0,0 0 0,0 0 0,0 0 0,0 0 0,0 0 0,0 0 0,0 0 0,0 0 0,0 0 0,0 0 0,0 0 0,0 0 0,0 0 0,0 0 0,0 0 0,-1 0 0,1 0 0,0 0 0,0 0 0,0 0 0,0 0 0,0 0 0,0 0 0,0 0 0,0 0 0,0 0 0,0 0 0,0 0 0,0 0 0,0 0 0,0 0 0,0 0 0,0 0 0,-1 0 0,1 0 0,0 0 0,0 0 0,0 0 0,0 0 0,0 0 0,0-1 0,0 1 0,0 0 0,0 0 0,0 0 0,0 0 0,0 0 0,0 0 0,-2 9 0,1 13 0,4-4 0,0-1 0,2 0 0,0-1 0,1 1 0,0-1 0,11 17 0,5 18 0,27 48 0,-10-23 0,-28-53 0,8 18 0,-1 1 0,11 45 0,-26-75-1365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377 68 24575,'-23'-13'0,"-9"-3"0,-5 0 0,1 3 0,5 6 0,2 5 0,4 5 0,4 1 0,0 1 0,1 2 0,1-1 0,0 2 0,0-1 0,0-1 0,4 0 0,5 0-8191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24575,'12'13'0,"-1"0"0,0 1 0,-1 0 0,-1 0 0,12 23 0,28 82 0,-44-107 0,20 44-1365,-21-48-5461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571 25 24575,'-1'-2'0,"0"0"0,-1 0 0,1 1 0,-1-1 0,1 0 0,-1 1 0,0 0 0,1-1 0,-1 1 0,0 0 0,0 0 0,0 0 0,0 0 0,0 0 0,0 0 0,0 0 0,0 1 0,-1-1 0,1 1 0,0 0 0,0-1 0,-3 1 0,-3 1 0,0 0 0,0 0 0,0 1 0,-14 5 0,-18 3 0,-17-6 0,-92-3 0,67-3 0,-43 2-1365,107 0-5461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489 62 24575,'-30'-7'0,"-15"-6"0,-5 0 0,1 3 0,4 1 0,5 4 0,6 2 0,4 2 0,5 1 0,1 0 0,3 1 0,-1 2 0,2 0 0,-2 1 0,4 1 0,4 1-8191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15 24575,'34'-4'0,"55"-6"0,-77 9 0,0 2 0,1-1 0,-1 1 0,0 1 0,14 3 0,-24-4 0,0-1 0,1 1 0,-1-1 0,0 1 0,0 0 0,0 0 0,-1 0 0,1 0 0,0 0 0,0 0 0,0 1 0,-1-1 0,1 1 0,-1-1 0,1 1 0,-1-1 0,0 1 0,1 0 0,-1 0 0,0 0 0,0 0 0,0 0 0,0 0 0,-1 0 0,1 0 0,0 0 0,-1 0 0,0 0 0,1 0 0,-1 0 0,0 1 0,0-1 0,-1 3 0,-1 7 0,0-1 0,-1 0 0,0 0 0,-1 0 0,-7 13 0,-2 10 0,10-23 0,1 1 0,-2 20 0,-4 16 0,6-42 0,2-3 0,-1-1 0,0 1 0,1 0 0,-1-1 0,1 1 0,0 4 0,0-6 0,0 0 0,0 0 0,0-1 0,1 1 0,-1 0 0,0-1 0,0 1 0,1 0 0,-1-1 0,1 1 0,-1 0 0,1-1 0,-1 1 0,1-1 0,-1 1 0,1-1 0,-1 1 0,1-1 0,0 1 0,-1-1 0,1 1 0,0-1 0,-1 0 0,1 1 0,0-1 0,-1 0 0,1 0 0,0 0 0,1 1 0,10 0 0,1 1 0,12-1 0,12 1 0,25 5-74,-8 1-572,70 0 1,-112-8-6181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16.4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222 13 24575,'-15'-4'0,"1"1"0,-1 1 0,0 0 0,1 1 0,-1 0 0,-24 3 0,35-2 0,-1 1 0,1 0 0,-1 0 0,1 0 0,0 0 0,-1 1 0,1 0 0,0 0 0,0 0 0,0 0 0,0 0 0,1 1 0,-1 0 0,1 0 0,-1 0 0,1 0 0,0 0 0,0 1 0,1 0 0,-1-1 0,1 1 0,-1 0 0,1 0 0,0 0 0,1 0 0,-2 5 0,2-7 0,1 0 0,-1 0 0,1 0 0,0 0 0,0 1 0,0-1 0,0 0 0,0 0 0,0 0 0,0 0 0,1 0 0,-1 1 0,1-1 0,0 0 0,1 3 0,0-2 0,0 1 0,0-1 0,1 0 0,-1 0 0,1 0 0,0 0 0,6 5 0,3 0 0,1 1 0,0-2 0,20 9 0,-27-13 0,5 2 0,25 11 0,-2 1 0,0 1 0,48 36 0,-81-53 0,0 0 0,1 0 0,-1 0 0,0 0 0,0 0 0,0 0 0,0 0 0,0 0 0,0 1 0,-1-1 0,1 0 0,0 1 0,-1-1 0,1 1 0,-1-1 0,1 0 0,-1 1 0,1 1 0,-1-2 0,0 0 0,-1 1 0,1-1 0,0 0 0,-1 0 0,1 0 0,0 0 0,-1 0 0,1 1 0,-1-1 0,0 0 0,1 0 0,-1 0 0,0 0 0,0-1 0,0 1 0,-1 1 0,-3 2 0,-1 0 0,1-1 0,-1 0 0,0 0 0,0 0 0,-11 3 0,-4-1 22,-37 5 0,23-4-1431,15-3-5417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37.0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4113 1 24575,'-15'1'0,"-1"0"0,-20 6 0,1-1 0,26-5 0,-113 11 0,-582-31 0,150 10 0,210 27 0,198-9 0,-5 1 0,-421 13 0,228-33 0,-144-11 0,345 29 0,-9 0 0,-93-9 0,218 4-1365,18 0-5461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38.9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6015 356 24575,'-59'-12'0,"26"5"0,-56-4 0,-12 9 0,-33-2 0,-183-6 0,78 5 0,-255-13-593,-341 11 593,506 9 0,-91-11 0,345 6 0,-704-27 0,-167-73 0,282 31 593,590 66-593,-120-27 0,166 25 0,0 2 0,0 1 0,-58-2 0,79 7-227,-1 1-1,1-1 1,-1 1-1,1 0 1,-9 3-1,7-1-6598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46.9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4443 134 24575,'-101'-18'0,"-1"4"0,-128 0 0,12 14 0,-224 2 0,269 5 0,-57 1 0,-611-9 0,393-36 0,23 0 0,219 29 0,-29 1 0,46 0 0,-6-1 0,-213 9 0,439 5 0,-6-1 0,86 1 0,-23-2 0,296 20 84,-148-10-1157,209 7 287,-20-1-387,-278-11 1354,321 22-758,-1 18-177,-311-31 2803,180-2 0,59-37-2049,-325 14 158,156-11-1681,-207 17-5303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7:49.3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5549 104 24575,'-365'-15'-819,"14"-1"45,-398 37 774,18 27-682,-1-26 0,102-32 682,507 6 32,-628-13-224,712 17 237,-268 4-108,1 25 2976,174-6-2678,-54 9-248,148-26 13,13-2 0,-49 3 0,64-9 0,13-2 0,16-3 0,13 4 0,0 1 0,51 2 0,-28 2 0,260-17 0,-220 9 0,337-28-746,273-13-810,-550 44 1556,672-11 0,67 6 0,-743 4 0,845-32 0,-253 10-787,-275 27 3661,-462-1-2828,-4 0-34,0-1 0,1 1 0,-1 0 0,0 0 0,0 0 1,0 1-1,1-1 0,-1 0 0,0 1 0,0 0 0,0-1 0,0 1 0,4 2 0,-6-3-12,-1 1 0,1-1 0,0 1 0,-1-1 0,1 0 0,-1 1 0,1-1 0,-1 0 0,1 1 0,0-1 0,-1 0 0,1 1 0,-1-1 0,1 0 0,-1 0 0,0 0 0,1 1 0,-1-1 0,1 0 0,-1 0 0,0 0 0,-15 4 0,-16 2 0,1-2 0,-34 1 0,-65-5 0,65-1 0,-842-8-3153,-265-13 629,603 13 1485,192 2 1412,-1132-5-2673,1220 23 1991,6 29 1176,241-31-973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24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24575,'0'-3'0,"1"1"0,-1 0 0,1-1 0,-1 1 0,1-1 0,1-3 0,3 3 0,-2 13 0,0 22 0,-1 0 0,-4 38 0,1-10 0,9 152 0,-1-6 0,-25 176 0,10-285 0,4 122 0,7-187-341,2 1 0,1-1-1,19 58 1,-22-81-6485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25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1859 31 24575,'-160'1'0,"-198"-2"0,79-14 0,168 9 0,-137-3 0,203 9 0,-248 9 0,92 9 0,198-17-42,-24 1-289,0 0 0,0-2 1,-35-4-1,45 0-6495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25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0 24575,'-5'6'0,"0"-1"0,1 1 0,0 0 0,0 0 0,1 0 0,-1 1 0,1-1 0,0 1 0,1 0 0,0-1 0,0 1 0,0 0 0,0 8 0,0 10 0,1 1 0,3 34 0,-1-11 0,0 91 0,2 154 0,20-2 0,13-11 0,-29-232 0,-3 0 0,-2 53 0,-3-81 0,-1-1 0,-1 1 0,0-1 0,-2 0 0,0 0 0,-2 0 0,-14 31 0,-26 32-1365,41-74-5461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26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2210 105 24575,'-234'-31'0,"165"24"0,65 6 0,-483-49 0,-2 35 0,145 53 0,88-6 0,200-28 0,0-2 0,-88-9 0,106 1-1365,5 0-5461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27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 24575,'0'0'0,"0"0"0,0 0 0,-1 0 0,1 0 0,0 0 0,0-1 0,0 1 0,0 0 0,0 0 0,0 0 0,0 0 0,0 0 0,0 0 0,0 0 0,0 0 0,0 0 0,-1-1 0,1 1 0,0 0 0,0 0 0,0 0 0,0 0 0,0 0 0,0 0 0,0 0 0,0 0 0,-1 0 0,1 0 0,0 0 0,0 0 0,0 0 0,0 0 0,0 0 0,0 0 0,-1 0 0,1 0 0,0 0 0,0 0 0,0 0 0,0 0 0,0 0 0,0 0 0,0 0 0,-1 0 0,1 1 0,0-1 0,0 0 0,0 0 0,0 0 0,0 0 0,0 0 0,0 0 0,0 9 0,4 11 0,32 126 0,-32-126 0,-1-1-236,-1 0 0,-1 0 0,-1 20 0,-1-33-185,1 7-6405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27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426 32 24575,'-27'-5'0,"-15"-2"0,-5 0 0,1 2 0,3 2 0,6 0 0,5 2 0,4 1 0,3 0 0,3 0 0,0 3 0,2 0 0,0 1 0,6-2-8191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27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1 24575,'-30'2'0,"-37"5"0,60-6 0,-1 1 0,1 0 0,0 0 0,0 0 0,1 1 0,-13 7 0,18-9 0,-1-1 0,1 1 0,0 0 0,0 0 0,-1 0 0,1 0 0,0 0 0,0 0 0,0 1 0,0-1 0,0 0 0,1 0 0,-1 1 0,0-1 0,1 0 0,-1 1 0,0-1 0,1 1 0,0-1 0,-1 1 0,1-1 0,0 1 0,0-1 0,0 1 0,0-1 0,0 1 0,0-1 0,0 1 0,0-1 0,1 1 0,-1-1 0,1 1 0,-1-1 0,1 1 0,-1-1 0,1 0 0,0 1 0,0-1 0,0 0 0,1 2 0,3 4 0,1 0 0,1 0 0,-1 0 0,1-1 0,9 7 0,107 68 0,-81-56 0,41 32 0,-79-54 0,-1 0 0,1 0 0,-1 1 0,0-1 0,0 1 0,0-1 0,0 1 0,2 5 0,-4-8 0,-1 0 0,1 1 0,-1-1 0,1 0 0,-1 1 0,0-1 0,1 0 0,-1 1 0,0-1 0,0 1 0,0-1 0,0 0 0,0 1 0,0-1 0,-1 0 0,1 1 0,0-1 0,-1 1 0,1-1 0,-1 0 0,1 0 0,-1 1 0,0-1 0,1 0 0,-1 0 0,0 0 0,0 0 0,0 0 0,0 0 0,0 0 0,-1 1 0,-4 2 0,0 0 0,-1 0 0,1 0 0,-1-1 0,1 0 0,-1 0 0,-8 1 0,-53 11 0,53-13 0,-49 9-682,-97 2-1,138-12-6143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1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3142 16 24575,'-417'-9'0,"-231"2"-663,409 8 518,-505 17 145,-165-6 714,780-12-675,125 0-158,0 0 0,1 0 0,-1 0 0,0 0-1,1-1 1,-1 1 0,0-1 0,1 0 0,-1 0 0,-5-3 0,0-3-6707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1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453 134 24575,'-40'-24'0,"-2"3"0,0 1 0,-63-19 0,79 31 0,11 3 0,1 0 0,-1 2 0,0 0 0,-27-2 0,41 5 0,0 0 0,0 0 0,0 0 0,1 0 0,-1 0 0,0 0 0,0 0 0,0 0 0,1 0 0,-1 0 0,0 1 0,0-1 0,0 0 0,1 1 0,-1-1 0,0 0 0,1 1 0,-1-1 0,0 1 0,0 0 0,1 0 0,0-1 0,0 1 0,-1-1 0,1 1 0,0-1 0,0 1 0,0-1 0,0 1 0,0-1 0,0 1 0,0-1 0,0 1 0,1-1 0,-1 1 0,0-1 0,0 1 0,0-1 0,1 1 0,-1-1 0,0 1 0,0-1 0,1 1 0,3 5 0,0-2 0,1 1 0,8 8 0,-10-10 0,31 24 0,1-1 0,72 40 0,-49-32 0,-53-31 0,0 0 0,-1 1 0,1-1 0,-1 1 0,1 0 0,-1 1 0,5 6 0,-9-10 0,1-1 0,-1 1 0,1 0 0,-1 0 0,1 0 0,-1 0 0,1 0 0,-1 0 0,0 0 0,0 0 0,0 0 0,1 0 0,-1 0 0,0 0 0,0 0 0,0 0 0,-1 0 0,1 0 0,0 2 0,-1-2 0,0 0 0,0 1 0,0-1 0,0 0 0,0 0 0,0 0 0,0 0 0,0 0 0,0 0 0,0-1 0,0 1 0,-1 0 0,1 0 0,0-1 0,-1 1 0,1-1 0,0 1 0,-3-1 0,-12 3 0,1 0 0,-1-1 0,0-1 0,-29-2 0,3 1 0,-139 9-1365,147-7-5461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2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 24575,'-4'-3'0,"5"7"0,8 9 0,48 36 0,99 67 0,5-10-1365,-151-100-5461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3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1 24575,'-8'1'0,"0"1"0,0 1 0,0-1 0,0 1 0,1 0 0,-1 1 0,-9 6 0,13-7 0,0 0 0,1 0 0,-1 0 0,1 1 0,-1 0 0,1-1 0,0 1 0,0 0 0,1 1 0,-1-1 0,1 0 0,0 1 0,-2 6 0,-1 6 0,-1-1 0,0 1 0,-1-1 0,-16 24 0,18-32-151,-1 1-1,0-1 0,0-1 0,-1 1 1,0-1-1,0-1 0,-1 1 1,-13 8-1,8-8-6674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3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25 24575,'-4'-21'0,"4"21"0,0 0 0,0 0 0,0 0 0,0-1 0,0 1 0,0 0 0,-1 0 0,1 0 0,0 0 0,0-1 0,0 1 0,0 0 0,0 0 0,0 0 0,0 0 0,-1 0 0,1 0 0,0 0 0,0-1 0,0 1 0,0 0 0,0 0 0,-1 0 0,1 0 0,0 0 0,0 0 0,0 0 0,0 0 0,-1 0 0,1 0 0,0 0 0,0 0 0,-1 0 0,-3 10 0,-7 39 0,2 0 0,3 0 0,1 1 0,5 94 0,1-133 0,1 0 0,0 1 0,1-1 0,0 0 0,1 0 0,0-1 0,0 1 0,1-1 0,1 0 0,0 0 0,12 16 0,-13-20 0,1 1 0,-1-1 0,1-1 0,0 1 0,1-1 0,-1 0 0,1-1 0,0 1 0,0-1 0,1-1 0,-1 1 0,1-1 0,0-1 0,0 1 0,-1-1 0,2-1 0,9 2 0,-4-4-1365,-1-2-5461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4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24575,'0'-5'0,"0"-12"0,0 14 0,3 7 0,11 53 0,13 110 0,-11-3 0,-14-132 0,2-1 0,14 58 0,-17-86 0,0 0 0,0 0 0,1 0 0,0 0 0,-1 0 0,1 0 0,0 0 0,0-1 0,1 1 0,-1-1 0,0 0 0,1 1 0,0-1 0,-1 0 0,1-1 0,0 1 0,0 0 0,0-1 0,0 0 0,0 1 0,0-1 0,6 1 0,-5-1 0,1-1 0,0 1 0,-1-1 0,1 0 0,-1 0 0,1 0 0,-1-1 0,1 1 0,-1-1 0,1 0 0,-1 0 0,1-1 0,-1 0 0,0 1 0,8-6 0,3-3-1365,-3-1-5461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4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0 24575,'-27'5'0,"-13"2"0,-1 2 0,4-1 0,8 1 0,6 0 0,5-3 0,3-2 0,4-1-8191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4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24575,'40'28'-209,"-1"2"-1,-1 2 1,-1 1-1,-2 2 1,38 48-1,-49-51 284,-1 1 0,-2 1 0,-1 1 0,-1 0 0,-3 2 0,24 72 0,-36-95 29,-1-1-1,0 1 1,-1-1 0,-1 1-1,0 27 1,-2-33-206,0 0-1,0 1 1,-1-1-1,0 0 1,-1 0-1,0 0 1,0-1-1,0 1 0,-1-1 1,0 1-1,-6 6 1,-3 2-6723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6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17 369 24575,'-1'0'0,"0"0"0,0 0 0,0 0 0,0-1 0,1 1 0,-1 0 0,0-1 0,0 1 0,0-1 0,1 1 0,-1-1 0,0 1 0,0-1 0,1 0 0,-1 1 0,1-1 0,-1 0 0,0 1 0,1-1 0,-1-1 0,1 1 0,0 1 0,1-1 0,-1 0 0,0 1 0,1-1 0,-1 0 0,0 1 0,1-1 0,-1 1 0,1-1 0,-1 1 0,1-1 0,-1 1 0,1-1 0,-1 1 0,1 0 0,-1-1 0,1 1 0,0-1 0,-1 1 0,1 0 0,0 0 0,-1 0 0,1-1 0,0 1 0,-1 0 0,2 0 0,17-6 0,0 2 0,1 0 0,24-2 0,63 2 0,-13 1 0,193-9 0,-101 6 0,0 0 0,126-8 0,-131 0-93,422-30-504,-266 12 1053,-121 9-222,-34 6-234,-174 15 0,1 2 0,0-1 0,12 2 0,-17 0 0,-1-1 0,0 1 0,1 0 0,-1 0 0,0 0 0,0 0 0,0 1 0,0-1 0,0 1 0,0 0 0,5 3 0,-15-10 0,0 1 0,0-1 0,0 1 0,-1 1 0,-9-5 0,-44-12 0,49 17 0,-51-15 0,6 1 0,-81-33 0,116 37 0,22 13 0,0 0 0,-1-1 0,1 1 0,0 0 0,-1-1 0,1 1 0,0 0 0,-1-1 0,1 1 0,0-1 0,0 1 0,-1 0 0,1-1 0,0 1 0,0-1 0,0 1 0,0-1 0,-1 0 0,2 1 0,-1-1 0,0 1 0,0-1 0,1 1 0,-1 0 0,0-1 0,0 1 0,1 0 0,-1-1 0,0 1 0,1 0 0,-1-1 0,1 1 0,-1 0 0,0 0 0,1-1 0,-1 1 0,1 0 0,-1 0 0,0 0 0,1 0 0,-1-1 0,1 1 0,0 0 0,4-1 0,-1 1 0,1-1 0,0 1 0,0 0 0,-1 0 0,1 1 0,0-1 0,0 1 0,7 2 0,45 18 0,-45-16 0,62 27 0,96 59 0,-164-87 0,0 0 0,0 0 0,0 1 0,0 0 0,-1 0 0,0 0 0,6 8 0,-10-12 0,0 0 0,0 1 0,0-1 0,-1 0 0,1 1 0,0-1 0,-1 1 0,1-1 0,-1 1 0,0-1 0,1 1 0,-1-1 0,0 1 0,0-1 0,0 1 0,0 2 0,-1-2 0,0-1 0,1 1 0,-1-1 0,0 0 0,0 1 0,0-1 0,0 0 0,0 0 0,0 1 0,0-1 0,0 0 0,0 0 0,-1 0 0,1 0 0,0 0 0,-1-1 0,1 1 0,-1 0 0,-2 0 0,-13 5 18,-1-1 0,1 0 0,-1-2 0,-27 3 0,-17 2-1473,42-3-5371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8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15 24575,'0'0'0,"0"-1"0,-1 0 0,1 1 0,0-1 0,-1 0 0,1 1 0,0-1 0,-1 1 0,1-1 0,-1 1 0,1-1 0,-1 1 0,1-1 0,-1 1 0,1-1 0,-1 1 0,0 0 0,1-1 0,-1 1 0,1 0 0,-1-1 0,0 1 0,1 0 0,-1 0 0,0 0 0,0 0 0,0 0 0,-24-3 0,23 3 0,-5-1 0,1 1 0,-1 0 0,1 1 0,0 0 0,-1 0 0,1 0 0,0 1 0,0-1 0,0 2 0,0-1 0,0 1 0,-9 5 0,8-3 0,0 0 0,0 1 0,0 0 0,1 0 0,0 1 0,0-1 0,1 1 0,-8 14 0,3-5 0,1 0 0,1 1 0,1 0 0,0 0 0,-7 32 0,12-42 0,-9 70 0,10-66 0,0 1 0,2-1 0,-1 1 0,5 20 0,37 146 0,4 24 0,-40-162 0,-2 0 0,-1 0 0,-6 77 0,1-101 17,0 1 0,0-1 1,-2 0-1,0 0 0,0 0 0,-12 25 0,12-34-104,1 0-1,-1 0 1,0-1 0,0 0-1,-1 1 1,0-1 0,0-1-1,0 1 1,-1-1-1,0 0 1,0 0 0,0-1-1,-1 0 1,1 0 0,-1 0-1,-10 3 1,5-3-6739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8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24575,'6'15'0,"1"0"0,1-1 0,0 0 0,1-1 0,0 0 0,17 18 0,-10-14 0,1-2 0,1 1 0,35 22 0,4-5-682,120 51-1,-168-80-6143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9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1 24575,'-15'22'0,"-5"11"0,-1-1 0,2-3 0,2-5 0,4-2 0,2-4 0,0-2 0,0-1 0,-2-1 0,0 0 0,-1-3 0,0 0 0,-1-2 0,1-3 0,1-2-8191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9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24575,'-7'30'0,"0"0"0,2 0 0,1 1 0,1 0 0,2 42 0,2-51 0,1 1 0,2-1 0,0 0 0,1 0 0,1-1 0,1 1 0,1-2 0,12 25 0,-14-34-273,1-1 0,0 0 0,1 0 0,9 9 0,-5-7-6553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9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24575,'12'30'0,"5"13"0,1 1 0,-1-4 0,-3-7 0,-2-6 0,-1-5 0,-1-6 0,-1-4 0,0-4 0,2 0 0,0-2 0,2-2 0,0-2 0,-1-3 0,-1-2 0,-1-3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39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495 22 24575,'-15'-5'0,"0"0"0,-1 2 0,1 0 0,-29-2 0,39 5 0,-1 0 0,0 0 0,1 0 0,-1 1 0,0 0 0,1 0 0,0 0 0,-1 1 0,1 0 0,0 0 0,-1 0 0,1 1 0,1 0 0,-1 0 0,0 0 0,-7 6 0,-4 8 0,-2-1 0,-29 22 0,39-33 0,1 0 0,-1-1 0,0 0 0,0-1 0,-1 0 0,1 0 0,-1-1 0,1 0 0,-1 0 0,-11 0 0,-70-1-1365,71-2-5461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0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24575,'18'4'0,"0"0"0,0 1 0,-1 1 0,0 0 0,0 2 0,0 0 0,26 17 0,-30-16 0,-1 1 0,0 0 0,-1 1 0,0 0 0,0 1 0,-1 0 0,-1 1 0,0 0 0,9 19 0,-5-5 0,-1 1 0,-1 0 0,-2 0 0,-1 1 0,-1 1 0,-2-1 0,4 59 0,-9-75 0,0 0 0,-1 0 0,-1 0 0,0 0 0,0 0 0,-1 0 0,-9 23 0,8-27 0,-1 0 0,1-1 0,-2 0 0,1 1 0,-1-2 0,0 1 0,0-1 0,-1 0 0,0 0 0,-1-1 0,-9 7 0,-3 0-1365,2-4-5461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1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340 412 24575,'-44'-4'0,"-188"-7"0,228 11 0,0 1 0,0-1 0,0 1 0,0 0 0,-1 0 0,1 1 0,0-1 0,1 1 0,-1 0 0,0 0 0,-4 3 0,7-5 0,0 1 0,0 0 0,0 0 0,1 0 0,-1-1 0,0 1 0,0 0 0,1 0 0,-1 0 0,0 0 0,1 0 0,-1 1 0,1-1 0,0 0 0,-1 0 0,1 0 0,-1 2 0,2-1 0,-1-1 0,0 1 0,0-1 0,1 1 0,-1-1 0,1 0 0,-1 1 0,1-1 0,-1 0 0,1 1 0,0-1 0,0 0 0,0 0 0,-1 1 0,1-1 0,1 0 0,1 2 0,2 1 0,1 0 0,0 0 0,0 0 0,0-1 0,0 0 0,1 0 0,-1 0 0,1-1 0,0 0 0,0 0 0,11 1 0,8 0 0,44-1 0,-60-2 0,0 0 0,0-1 0,0-1 0,-1 0 0,1 0 0,-1-1 0,1 0 0,-1 0 0,0-1 0,11-6 0,-15 7 0,0-1 0,0 1 0,0-1 0,0 0 0,-1-1 0,0 1 0,0-1 0,0 1 0,0-1 0,-1-1 0,1 1 0,-2 0 0,1-1 0,0 1 0,-1-1 0,0 0 0,2-10 0,-3 4 0,0-1 0,0 0 0,-1 0 0,-1 1 0,0-1 0,0 0 0,-2 1 0,0-1 0,-4-13 0,-7-12 0,-28-56 0,39 88 0,-3-9 0,-2 1 0,0-1 0,0 2 0,-18-21 0,26 33 0,0 1 0,-1-1 0,1 1 0,0-1 0,-1 1 0,1 0 0,0-1 0,-1 1 0,1 0 0,-1-1 0,1 1 0,0 0 0,-1 0 0,1-1 0,-1 1 0,1 0 0,-1 0 0,1 0 0,-1 0 0,1 0 0,-1 0 0,1 0 0,-1 0 0,0 0 0,1 0 0,-1 0 0,0 0 0,1 1 0,-1-1 0,1 1 0,-1-1 0,1 1 0,-1-1 0,1 1 0,0-1 0,-1 1 0,1-1 0,0 1 0,0 0 0,-1-1 0,1 1 0,0 0 0,0-1 0,0 2 0,-1 5 0,0 1 0,1 13 0,0-16 0,1 40 0,2 0 0,2-1 0,1 0 0,23 76 0,-23-101 0,2 0 0,0 0 0,1-1 0,20 30 0,-28-46-170,1 1-1,0-1 0,1 1 1,-1-1-1,0 0 0,1 0 1,3 2-1,4 2-6655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1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24575,'-5'18'0,"-1"7"0,-1 4 0,2-2 0,4-3 0,2-3 0,6-2 0,2-2 0,2-4 0,1-4 0,-1-7 0,0-2 0,-2-5 0,0-1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1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434 40 24575,'-14'-6'0,"-7"-3"0,1 2 0,-23-6 0,38 12 0,-1 0 0,1 0 0,0 0 0,-1 1 0,1 0 0,-1 0 0,1 0 0,-1 1 0,1 0 0,-1 0 0,1 0 0,0 1 0,-8 2 0,11-3 0,0 0 0,0 1 0,0-1 0,0 0 0,0 1 0,0-1 0,1 1 0,-1 0 0,1-1 0,-1 1 0,1 0 0,-1 0 0,1 0 0,0 0 0,0 0 0,0 0 0,0 1 0,0-1 0,1 0 0,-1 4 0,0 3 0,0 0 0,1 0 0,0 0 0,2 11 0,-1-14 0,0 0 0,-1 0 0,0-1 0,0 1 0,0 0 0,0 0 0,-1 0 0,0-1 0,0 1 0,-1 0 0,-2 8 0,2-12 0,0 1 0,0-1 0,0 1 0,-1-1 0,1 0 0,0 0 0,-1 0 0,0 0 0,1 0 0,-1-1 0,0 1 0,0-1 0,0 0 0,0 0 0,0 0 0,0 0 0,0 0 0,-5 0 0,-6 0 0,-1 0 0,-26-1 0,21-1 0,-29-3-1365,28 1-5461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2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0 24575,'-25'5'0,"-11"2"0,-2-1 0,4 0 0,4-3 0,5 0 0,4-2 0,4-1 0,1 0 0,4 0-8191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3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0 24575,'-2'1'0,"-1"0"0,1 0 0,0 0 0,-1 0 0,1 0 0,0 1 0,0-1 0,0 1 0,0-1 0,0 1 0,0 0 0,0-1 0,1 1 0,-1 0 0,1 0 0,-1 1 0,1-1 0,0 0 0,0 0 0,-1 1 0,0 3 0,1 3 0,-1-1 0,1 1 0,1 0 0,0-1 0,1 11 0,-1-8 0,0 1 0,-2 17 0,2-26 0,-1-1 0,1 1 0,-1 0 0,0 0 0,0-1 0,0 1 0,0-1 0,-1 1 0,1-1 0,-1 1 0,1-1 0,-1 0 0,0 1 0,-4 2 0,3-3 0,0 0 0,0 0 0,0-1 0,-1 1 0,1-1 0,0 0 0,-1 0 0,1 0 0,-1 0 0,0-1 0,1 1 0,-6-1 0,-8 0 0,-22-3 0,34 3 0,-8-2 0,-1-1 0,1 1 0,-1-2 0,1 0 0,0-1 0,0 0 0,1-1 0,0 0 0,0-1 0,-16-12 0,27 19 0,0-1 0,0 0 0,0 0 0,-1 0 0,1 0 0,0 0 0,0 0 0,0-1 0,0 1 0,1 0 0,-1 0 0,0-1 0,1 1 0,-1 0 0,0-1 0,1 1 0,0-1 0,-1 1 0,1-1 0,0 1 0,0-1 0,-1 1 0,1-1 0,0 1 0,1-1 0,-1 1 0,1-3 0,-1 2 0,1 1 0,0 0 0,0-1 0,0 1 0,0 0 0,0 0 0,1 0 0,-1 0 0,0 0 0,0 0 0,1 0 0,-1 0 0,1 0 0,-1 1 0,1-1 0,-1 1 0,1-1 0,-1 1 0,1-1 0,-1 1 0,1 0 0,0 0 0,-1 0 0,1 0 0,2 0 0,5 0 0,-1 1 0,1 1 0,0-1 0,-1 1 0,14 5 0,42 21 0,0 0 0,-49-23 0,1 0 0,0-1 0,1-1 0,-1-1 0,0 0 0,1-1 0,-1-1 0,20-1 0,-31 0 0,-1 0 0,0 0 0,0-1 0,0 1 0,0-1 0,0 0 0,0 0 0,0 0 0,-1-1 0,1 1 0,-1-1 0,1 0 0,-1 0 0,0 0 0,0 0 0,-1-1 0,1 1 0,-1-1 0,1 1 0,-1-1 0,0 0 0,2-6 0,-3 7 0,0 1 0,0-1 0,0 0 0,-1 1 0,1-1 0,-1 0 0,1 0 0,-1 0 0,0 1 0,0-1 0,0 0 0,-1 0 0,1 0 0,0 1 0,-1-1 0,0 0 0,0 1 0,0-1 0,0 0 0,0 1 0,-1 0 0,1-1 0,-1 1 0,1 0 0,-1-1 0,0 1 0,0 0 0,0 0 0,0 0 0,0 1 0,0-1 0,-1 0 0,1 1 0,0 0 0,-5-2 0,-26-9-1365,17 7-5461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4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46 24575,'-10'-31'0,"7"19"0,2 9 0,2 4 0,5 24 0,-1 1 0,2 33 0,-3-17 0,2 35 0,-6-57 0,1-1 0,1 1 0,1 0 0,0-1 0,2 1 0,7 19 0,-12-38 0,6 12 0,-1 0 0,13 20 0,-15-29 0,-1-1 0,1 1 0,0-1 0,0 0 0,0 0 0,1 0 0,-1 0 0,1 0 0,-1-1 0,1 0 0,0 0 0,7 3 0,0-1 0,1 0 0,-1-1 0,1-1 0,22 2 0,-29-3 0,0-1 0,0 0 0,0-1 0,0 1 0,0-1 0,0 0 0,0 0 0,0-1 0,0 0 0,0 0 0,-1 0 0,1 0 0,7-5 0,-1-1-1365,-1 0-5461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4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7 24575,'-28'-2'0,"-14"-2"0,-2 4 0,1 0 0,6 4 0,8 1-8191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6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442 32 24575,'-18'-6'0,"3"0"0,0 1 0,0 1 0,0 1 0,-21-3 0,27 5 0,0 1 0,0-1 0,-1 2 0,1-1 0,0 1 0,0 1 0,0-1 0,-1 2 0,2-1 0,-1 1 0,0 0 0,1 1 0,-13 7 0,9-3 0,1 0 0,0 1 0,0 1 0,1 0 0,0 0 0,-10 15 0,-3 6 0,-19 38 0,39-65 0,-3 7 0,-1 1 0,1 0 0,-8 23 0,13-32 0,1 1 0,-1-1 0,0 1 0,1 0 0,0-1 0,0 1 0,0-1 0,0 1 0,0-1 0,1 1 0,-1 0 0,1-1 0,0 0 0,0 1 0,1-1 0,-1 1 0,1-1 0,-1 0 0,4 4 0,3 3 0,0-1 0,1 0 0,0 0 0,0-1 0,1 0 0,0 0 0,1-1 0,0-1 0,16 8 0,7 1 0,69 19 0,18-5 0,-98-25 0,1-2 0,0 0 0,29-2 0,-48 0-114,1 0 1,-1-1-1,1 0 0,-1 0 0,0 0 1,0 0-1,1-1 0,-1 0 0,0 0 1,0-1-1,9-5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6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 24575,'-8'17'0,"-2"11"0,1 4 0,1-2 0,5-3 0,3-4 0,4 0 0,1-3 0,3-1 0,1 1 0,1-1 0,0 0 0,1-2 0,1-1 0,2-3 0,-3-3-8191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6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608 30 24575,'-30'-5'0,"-15"-2"0,-8 1 0,1 0 0,4 3 0,5 0 0,7 5 0,5 1 0,5 2 0,2 1 0,0 2 0,0 2 0,-3 2 0,0-2 0,-4 1 0,-1 1 0,2-2 0,6-3-8191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7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24575,'-7'10'0,"-1"6"0,4 2 0,6 2 0,4-1 0,4-4 0,0-1 0,1-1 0,1-3 0,2-3 0,-3-2-8191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7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24575,'0'5'0,"0"4"0,0 3 0,0 2 0,0 2 0,0-1 0,0 1 0,0 0 0,0-3-8191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7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24575,'17'56'0,"-11"-35"0,9 24 0,-12-39 0,-1 0 0,1-1 0,0 1 0,1-1 0,-1 0 0,1 0 0,0 0 0,8 6 0,-11-10 0,0 0 0,0 0 0,0 0 0,0 0 0,0 0 0,0 0 0,0-1 0,0 1 0,0 0 0,0-1 0,1 1 0,-1-1 0,0 1 0,0-1 0,1 0 0,-1 0 0,0 1 0,0-1 0,1 0 0,-1 0 0,0 0 0,1 0 0,-1-1 0,0 1 0,1 0 0,-1 0 0,0-1 0,0 1 0,1-1 0,-1 1 0,0-1 0,0 0 0,0 1 0,0-1 0,0 0 0,0 0 0,0 1 0,0-1 0,0 0 0,0 0 0,1-2 0,1-2 0,0 0 0,0-1 0,0 1 0,-1-1 0,1 0 0,-1 0 0,1-8 0,-3 13 0,1 0 0,-1 0 0,0 0 0,1 0 0,-1 0 0,1-1 0,-1 1 0,1 0 0,0 0 0,-1 0 0,1 0 0,0 1 0,-1-1 0,3-2 0,-2 3 0,-1 0 0,1-1 0,0 1 0,-1 0 0,1-1 0,0 1 0,-1 0 0,1 0 0,0 0 0,0 0 0,-1 0 0,1 0 0,0 0 0,0 0 0,-1 0 0,1 0 0,1 1 0,3 0 0,-1 1 0,0 0 0,0 1 0,1-1 0,-2 1 0,5 3 0,-7-6 0,36 33 46,-28-25-328,-1 0 0,1 0 0,1-1-1,13 8 1,-12-10-6544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8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24575,'5'25'0,"7"16"0,4 11 0,1 4 0,1 0 0,-1-2 0,0-2 0,-1-3 0,0-5 0,-1-1 0,-2-5 0,-2-5 0,-2-3 0,-3-5 0,-2-3 0,-2-6-8191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8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0 133 24575,'203'16'0,"-132"-8"0,84-2 0,-144-6 0,0-1 0,0 0 0,1-1 0,-1 0 0,0-1 0,-1 0 0,1-1 0,12-6 0,-19 9 0,-1-1 0,1 0 0,-1 0 0,1-1 0,-1 1 0,0-1 0,0 0 0,0 0 0,-1 0 0,1 0 0,-1 0 0,0 0 0,1-1 0,-1 1 0,-1-1 0,1 0 0,-1 1 0,1-1 0,-1 0 0,0 0 0,0 0 0,-1 0 0,1 0 0,-1 0 0,0 0 0,0-5 0,0 7 0,0 0 0,-1 0 0,1 0 0,-1 0 0,1 1 0,-1-1 0,1 0 0,-1 0 0,0 0 0,0 0 0,0 1 0,0-1 0,0 1 0,0-1 0,-1 1 0,1-1 0,0 1 0,-1-1 0,1 1 0,-1 0 0,0 0 0,1 0 0,-1 0 0,0 0 0,0 0 0,1 1 0,-1-1 0,0 0 0,0 1 0,0-1 0,-3 1 0,1-1 0,0 1 0,-1 0 0,1 0 0,0 0 0,0 1 0,0-1 0,0 1 0,0 0 0,0 0 0,0 1 0,1-1 0,-1 1 0,0 0 0,-4 2 0,4-1 0,0 1 0,0-1 0,0 1 0,1 0 0,0 0 0,0 0 0,0 0 0,0 0 0,0 1 0,1-1 0,0 1 0,0 0 0,0-1 0,0 1 0,1 0 0,0 0 0,0 0 0,0 1 0,1-1 0,0 0 0,0 9 0,1-6 0,0 0 0,0-1 0,1 1 0,0-1 0,0 1 0,1-1 0,-1 0 0,2 1 0,-1-2 0,1 1 0,0 0 0,1-1 0,9 12 0,-5-9 0,1 0 0,-1-1 0,2 0 0,-1-1 0,1 0 0,0 0 0,0-2 0,15 7 0,-16-9 0,-1 0 0,0-1 0,1 0 0,-1 0 0,1-1 0,-1 0 0,1-1 0,0 0 0,-1 0 0,1-1 0,14-4 0,-11 2-341,-1 0 0,0-1-1,18-9 1,-13 3-6485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9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0 24575,'-33'9'0,"0"1"0,1 1 0,-55 28 0,84-37 0,0-1 0,1 1 0,-1 0 0,1 0 0,-1 0 0,1 0 0,0 0 0,0 0 0,0 0 0,0 1 0,1-1 0,-1 1 0,0 0 0,1-1 0,0 1 0,0 0 0,0 0 0,0 0 0,0 0 0,0 0 0,1 3 0,-1-2 0,2 0 0,-1 0 0,0 0 0,1 0 0,0 0 0,0 0 0,0 0 0,1 0 0,-1 0 0,1-1 0,0 1 0,0-1 0,0 1 0,0-1 0,5 5 0,-4-4 0,1 0 0,0 0 0,0-1 0,1 1 0,-1-1 0,1 0 0,-1 0 0,1-1 0,0 0 0,0 1 0,0-1 0,0-1 0,11 3 0,2-2 0,0 0 0,34-1 0,1-1 0,-51 1 0,0-1 0,1 1 0,-1-1 0,0 1 0,0 0 0,0 0 0,0 0 0,0 0 0,0 0 0,0 0 0,0 0 0,0 1 0,-1-1 0,1 1 0,0-1 0,-1 1 0,1 0 0,-1 0 0,0-1 0,0 1 0,1 0 0,-1 0 0,-1 0 0,1 0 0,1 4 0,2 5 0,-1 1 0,-1 0 0,2 20 0,-1-13 0,34 176 0,-23-123 0,-13-70 0,0 2 0,-1 0 0,1 1 0,-1-1 0,1 0 0,-1 6 0,0-10 0,0 1 0,0-1 0,0 0 0,0 0 0,0 0 0,0 0 0,-1 1 0,1-1 0,0 0 0,0 0 0,0 0 0,0 0 0,0 0 0,0 1 0,0-1 0,0 0 0,0 0 0,0 0 0,0 0 0,0 0 0,-1 0 0,1 1 0,0-1 0,0 0 0,0 0 0,0 0 0,0 0 0,-1 0 0,1 0 0,0 0 0,0 0 0,0 0 0,0 0 0,0 0 0,-1 0 0,1 0 0,0 0 0,0 0 0,0 0 0,0 0 0,-1 0 0,1 0 0,0 0 0,0 0 0,0 0 0,0 0 0,0 0 0,-1 0 0,1 0 0,0 0 0,0 0 0,0 0 0,0 0 0,0 0 0,0-1 0,-1 1 0,1 0 0,0 0 0,0 0 0,0 0 0,0 0 0,0 0 0,0-1 0,0 1 0,0 0 0,0 0 0,-9-11 0,8 10 0,-13-23 0,1 0 0,1 0 0,1-2 0,1 1 0,1-1 0,-9-45 0,12 35-455,2-1 0,0-66 0,4 78-6371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9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0 133 24575,'33'3'0,"-1"1"0,0 2 0,41 12 0,-70-17 0,0 0 0,0 0 0,1 1 0,-1-1 0,0 1 0,0-1 0,0 1 0,-1 0 0,1 0 0,0 0 0,-1 1 0,1-1 0,-1 1 0,0-1 0,0 1 0,0 0 0,0 0 0,0 0 0,-1 0 0,1 0 0,0 4 0,-2-5 0,-3-5 0,-4-7 0,-3-12 0,2-1 0,-8-29 0,9 27 0,7 24 0,-3-6 0,1 0 0,1-1 0,-1 1 0,1 0 0,0-10 0,1 16 0,0 0 0,0 0 0,0 0 0,0 0 0,0-1 0,1 1 0,-1 0 0,0 0 0,1 0 0,-1 0 0,1 0 0,-1 0 0,1 0 0,-1 0 0,1 0 0,0 0 0,0 0 0,-1 0 0,1 0 0,0 0 0,0 1 0,0-1 0,0 0 0,0 0 0,0 1 0,0-1 0,0 1 0,0-1 0,0 1 0,0 0 0,0-1 0,1 1 0,-1 0 0,0 0 0,0 0 0,0-1 0,0 1 0,1 1 0,-1-1 0,2 0 0,7 2 0,-1 0 0,1 0 0,-1 1 0,0 0 0,1 0 0,-1 1 0,-1 1 0,10 5 0,21 10 0,64 27-1365,-83-38-5461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49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41 24575,'-15'-8'0,"0"0"0,-25-8 0,35 14 0,-1 1 0,0-1 0,0 1 0,0 0 0,0 0 0,0 1 0,0 0 0,0 0 0,0 1 0,-8 1 0,12-2 0,-1 1 0,1 0 0,0 0 0,0 0 0,0 0 0,0 0 0,0 1 0,0-1 0,0 1 0,0-1 0,0 1 0,1 0 0,-1 0 0,1 0 0,-1 0 0,1 0 0,0 0 0,0 0 0,-1 0 0,2 0 0,-1 1 0,0-1 0,0 0 0,1 1 0,-1-1 0,1 0 0,0 3 0,-1 3 0,1 0 0,0-1 0,0 1 0,1 0 0,0-1 0,0 1 0,4 10 0,-5-16 0,1-1 0,-1 1 0,1-1 0,-1 1 0,1-1 0,0 0 0,-1 1 0,1-1 0,0 0 0,0 1 0,0-1 0,0 0 0,0 0 0,1 0 0,-1 0 0,0 0 0,0 0 0,1 0 0,-1-1 0,0 1 0,1 0 0,-1-1 0,1 1 0,-1-1 0,3 1 0,-2-1 0,0 0 0,1 0 0,-1 0 0,0-1 0,1 1 0,-1 0 0,0-1 0,0 0 0,1 0 0,-1 1 0,0-1 0,0-1 0,0 1 0,0 0 0,0 0 0,3-3 0,12-12 0,22-24 0,-26 25 0,-12 13 0,0 1 0,0 0 0,1 0 0,-1-1 0,1 1 0,-1 0 0,1 0 0,-1 0 0,1 0 0,-1 1 0,1-1 0,0 0 0,-1 1 0,1-1 0,0 1 0,0-1 0,-1 1 0,1 0 0,0 0 0,0 0 0,3 0 0,-3 0 0,0 1 0,0 0 0,0 0 0,0 0 0,0 0 0,0 0 0,-1 0 0,1 0 0,0 1 0,0-1 0,-1 0 0,1 1 0,-1 0 0,0-1 0,1 1 0,-1 0 0,0 0 0,1 2 0,1 1-170,-1-1-1,0 1 0,-1 0 1,1 0-1,-1 0 0,0 0 1,0 7-1,0 1-6655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0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 24575,'10'105'0,"43"193"0,-48-275 0,2 0 0,0-1 0,1 0 0,2 0 0,15 26 0,-22-43 0,1 0 0,0 0 0,10 8 0,-13-11 0,1-1 0,0 0 0,-1 0 0,1 1 0,0-1 0,0-1 0,3 2 0,-5-1 0,1-1 0,0 0 0,-1 0 0,1 0 0,0 0 0,-1 0 0,1 0 0,0 0 0,-1 0 0,1 0 0,0 0 0,-1 0 0,1 0 0,0-1 0,-1 1 0,1 0 0,-1 0 0,1-1 0,0 1 0,-1 0 0,1-1 0,0 0 0,0 0 0,-1 1 0,0-1 0,1 0 0,-1 0 0,1 1 0,-1-1 0,0 0 0,0 0 0,1 0 0,-1 0 0,0 1 0,0-1 0,0 0 0,0 0 0,0 0 0,0 0 0,0 0 0,0 1 0,-1-1 0,1 0 0,0 0 0,0 0 0,-1 0 0,1 1 0,0-1 0,-1 0 0,1 0 0,-1 0 0,-15-22 0,15 22 0,-12-14 0,-1 0 0,0 1 0,-1 1 0,0 0 0,-1 1 0,0 1 0,-1 0 0,-26-11 0,38 20-59,0 0 0,0 0-1,0 1 1,0 0-1,0 0 1,0 0 0,0 0-1,0 1 1,0 0 0,-1 0-1,1 0 1,0 0 0,0 1-1,0 0 1,0 0-1,0 1 1,0-1 0,0 1-1,0 0 1,1 1 0,-1-1-1,-6 5 1,-2 2-6767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1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164 224 24575,'-8'-9'0,"-40"-35"0,44 40 0,-1 1 0,0-1 0,0 1 0,0 1 0,0-1 0,0 1 0,-1-1 0,-8-1 0,12 4 0,1-1 0,0 1 0,-1 0 0,1 0 0,0 0 0,-1 0 0,1 0 0,0 0 0,0 1 0,-1-1 0,1 0 0,0 1 0,0-1 0,-1 1 0,1-1 0,0 1 0,0-1 0,0 1 0,0 0 0,-1 1 0,0 0 0,0 0 0,0 0 0,1 0 0,-1 0 0,1 1 0,-1-1 0,1 0 0,0 1 0,-1 3 0,-1 4 0,1-1 0,0 1 0,1 0 0,-1 13 0,2-15 0,0 1 0,0-1 0,1 1 0,0-1 0,0 1 0,3 8 0,-3-15 0,-1 0 0,1 0 0,-1-1 0,1 1 0,0 0 0,0 0 0,0-1 0,0 1 0,0-1 0,0 1 0,1-1 0,-1 1 0,0-1 0,1 0 0,-1 1 0,1-1 0,-1 0 0,1 0 0,0 0 0,0 0 0,-1-1 0,1 1 0,0 0 0,0-1 0,0 1 0,0-1 0,-1 1 0,1-1 0,0 0 0,0 0 0,0 0 0,0 0 0,2-1 0,0 1 0,-1-1 0,0 0 0,0 0 0,1 0 0,-1-1 0,0 1 0,0-1 0,0 0 0,0 1 0,0-1 0,-1-1 0,1 1 0,-1 0 0,1-1 0,-1 1 0,0-1 0,0 0 0,3-4 0,-3 3 0,0 0 0,0 1 0,0-1 0,-1 0 0,1 0 0,-1 0 0,0-1 0,0 1 0,-1 0 0,1 0 0,-1-1 0,0 1 0,0 0 0,-2-7 0,2 9 0,-1 0 0,1 0 0,0 0 0,0 0 0,0 0 0,0 0 0,0 0 0,0 0 0,0 0 0,1 0 0,-1 0 0,1 0 0,-1 0 0,1 0 0,0 0 0,0 0 0,-1 0 0,1 1 0,2-3 0,-1 2 0,-1 1 0,0 0 0,1 0 0,0 0 0,-1 0 0,1 0 0,0 0 0,-1 0 0,1 1 0,0-1 0,0 0 0,0 1 0,0 0 0,-1-1 0,1 1 0,0 0 0,0 0 0,0 0 0,0 0 0,0 0 0,2 1 0,6 1 0,0 0 0,-1 1 0,1 0 0,-1 1 0,1 0 0,-1 0 0,14 9 0,57 47 0,-26-17 0,2 0 0,-62-55 0,-1 1 0,-9-11 0,7 10 0,0 0 0,0-1 0,1 1 0,1-2 0,0 1 0,-8-24 0,13 30 0,0 0 0,1 0 0,0 1 0,0-1 0,0 0 0,1 0 0,0 0 0,1 0 0,-1 0 0,1 0 0,0 0 0,1 0 0,0 1 0,0-1 0,0 1 0,7-12 0,-7 13 0,1 0 0,0 0 0,0 1 0,0-1 0,0 1 0,1-1 0,0 1 0,0 0 0,0 1 0,0-1 0,1 1 0,0-1 0,-1 1 0,1 1 0,0-1 0,1 1 0,-1-1 0,0 2 0,0-1 0,1 1 0,-1-1 0,1 1 0,0 1 0,-1-1 0,1 1 0,7 1 0,-5-1-105,0 2 0,0-1 0,0 1 0,-1 1 0,1-1 0,-1 1 0,0 0 0,0 1 0,0 0 0,0 0 0,0 0 0,10 10 0,-5-2-6721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4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24575,'-1'2'0,"-1"1"0,0-1 0,1 1 0,-1 0 0,1 0 0,0-1 0,0 1 0,0 0 0,0 0 0,1 0 0,-1 0 0,0 6 0,1 36 0,2-35 0,-1-1 0,1 0 0,1 1 0,-1-1 0,2 0 0,-1-1 0,1 1 0,1 0 0,-1-1 0,1 0 0,1 0 0,7 8 0,-3-4 0,2 0 0,0-1 0,0 0 0,1-1 0,0-1 0,18 11 0,-26-17 0,0-1 0,0 0 0,0 0 0,1 0 0,-1 0 0,0-1 0,1 0 0,-1 0 0,1-1 0,-1 1 0,10-2 0,-13 1 0,0 0 0,1 0 0,-1-1 0,0 0 0,1 1 0,-1-1 0,0 0 0,0 0 0,1 0 0,-1 0 0,0-1 0,0 1 0,0 0 0,-1-1 0,1 1 0,0-1 0,-1 0 0,1 0 0,0 0 0,-1 0 0,0 0 0,0 0 0,1 0 0,-1 0 0,-1 0 0,1 0 0,0-1 0,1-3 0,-2 2 0,1 0 0,-1 0 0,1 0 0,-1-1 0,-1 1 0,1 0 0,0 0 0,-1 0 0,0 0 0,0 0 0,0 1 0,-3-8 0,11 17 0,1-1 0,0 0 0,0 0 0,14 5 0,-8-4 0,1-2 0,0 0 0,0-1 0,0 0 0,1-1 0,-1-1 0,1 0 0,24-3 0,-31 1 0,-1-1 0,0 0 0,0 0 0,0-1 0,0 0 0,0-1 0,-1 1 0,1-2 0,8-5 0,-13 8 0,-1 0 0,0 0 0,0 1 0,0-1 0,0-1 0,0 1 0,0 0 0,0 0 0,-1-1 0,1 1 0,-1-1 0,0 0 0,0 1 0,0-1 0,0 0 0,0 1 0,0-1 0,-1 0 0,1 0 0,-1 0 0,0 0 0,0 0 0,0 0 0,0 1 0,-1-1 0,1 0 0,-1 0 0,0 0 0,1 1 0,-3-4 0,0-2 10,-1 1 0,0 0 0,-1 0 0,1 0 0,-1 0 0,-1 1 0,1 0 0,-1 0 0,0 0 0,-1 1 0,-12-9 0,4 5-307,-1 0 0,0 1 0,-1 1 0,-22-7 0,20 8-6529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4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148 252 24575,'7'-15'0,"0"0"0,-2 0 0,0-1 0,0 0 0,-2 0 0,3-22 0,-5 34 0,-1-1 0,0 1 0,0-1 0,-1 0 0,1 1 0,-1-1 0,0 1 0,0 0 0,0-1 0,-1 1 0,0 0 0,0-1 0,0 1 0,0 0 0,0 1 0,-1-1 0,0 0 0,0 1 0,0-1 0,0 1 0,0 0 0,-1 0 0,1 0 0,-1 0 0,0 1 0,0 0 0,-5-3 0,4 3 0,1 0 0,-1 0 0,0 0 0,-1 1 0,1 0 0,0 0 0,0 0 0,-1 0 0,1 1 0,0 0 0,-10 1 0,13-1 0,-1 1 0,1 0 0,-1-1 0,1 1 0,0 0 0,-1 0 0,1 0 0,0 1 0,0-1 0,0 1 0,0-1 0,0 1 0,0-1 0,0 1 0,0 0 0,1 0 0,-1 0 0,1 0 0,-1 0 0,1 0 0,0 1 0,0-1 0,0 0 0,0 1 0,0-1 0,0 3 0,-1 1 0,1 0 0,0 0 0,1 0 0,-1 0 0,1 0 0,0 0 0,1 0 0,0 0 0,0 0 0,0 0 0,3 8 0,-1-6 0,1 0 0,-1 0 0,1-1 0,1 0 0,0 0 0,0 0 0,8 9 0,2-2 0,2 1 0,-1-2 0,2 0 0,-1-1 0,32 15 0,-25-14 0,2-2 0,-1-1 0,1-1 0,30 6 0,-36-11 0,0 0 0,1-2 0,-1-1 0,1 0 0,-1-1 0,24-4 0,-35 3-455,-1-1 0,17-5 0,-10 1-6371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5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24575,'11'10'0,"88"85"0,-72-71 0,53 36 0,-70-54 0,-1 0 0,1-1 0,21 7 0,-27-11 0,1 1 0,-1-1 0,1 0 0,-1-1 0,1 1 0,0-1 0,-1 0 0,1 0 0,0 0 0,-1 0 0,1-1 0,5-1 0,-8 0 0,1 1 0,-1 0 0,1-1 0,-1 1 0,1-1 0,-1 0 0,0 0 0,0 0 0,0 0 0,0 0 0,0 0 0,0-1 0,-1 1 0,1-1 0,-1 1 0,0-1 0,0 1 0,0-1 0,0 0 0,0 0 0,0 1 0,-1-1 0,1-5 0,0 0 0,0 0 0,-1 1 0,0-1 0,-1 1 0,1-1 0,-2 1 0,-3-15 0,1 11 0,1 2 0,13 15 0,12 13 0,2-1 0,0-1 0,0-1 0,2-1 0,0-2 0,1 0 0,0-2 0,1 0 0,0-3 0,39 9 0,-63-16 0,0-1 0,1 1 0,-1-1 0,0 1 0,1-2 0,-1 1 0,1 0 0,-1-1 0,0 1 0,0-1 0,8-3 0,-10 3 0,0 0 0,0 0 0,-1 0 0,1-1 0,-1 1 0,1 0 0,-1-1 0,1 1 0,-1-1 0,0 1 0,0-1 0,0 0 0,0 1 0,0-1 0,0 0 0,0 0 0,-1 0 0,1 0 0,0 1 0,-1-1 0,0 0 0,1 0 0,-1 0 0,0 0 0,0 0 0,0 0 0,-1-3 0,0-1 0,0 1 0,0-1 0,-1 1 0,1 0 0,-1 0 0,0 0 0,-1 0 0,1 0 0,-1 0 0,0 1 0,-5-7 0,-3-2 0,-1 1 0,-17-16 0,15 16 40,-1 0 0,-21-13 0,28 21-226,0 0 1,0 0-1,0 1 0,0 0 1,0 1-1,0-1 1,-12 0-1,5 1-6640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6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62 24575,'-21'-9'0,"-3"-2"0,-1 1 0,0 2 0,0 0 0,-38-6 0,61 13 0,0 1 0,0 0 0,0 0 0,0 0 0,0 0 0,0 0 0,0 0 0,0 1 0,0-1 0,0 1 0,0-1 0,1 1 0,-1 0 0,0 0 0,0-1 0,-3 3 0,4-1 0,0-1 0,0 0 0,0 0 0,0 1 0,1-1 0,-1 1 0,0-1 0,0 1 0,1-1 0,-1 1 0,1-1 0,0 1 0,-1-1 0,1 1 0,0 0 0,0-1 0,0 1 0,0 0 0,0-1 0,1 4 0,0 2 0,1 1 0,0-1 0,1 0 0,-1 1 0,2-1 0,-1-1 0,1 1 0,0 0 0,0-1 0,1 0 0,0 0 0,0 0 0,0 0 0,8 5 0,4 4 0,2-1 0,-1-1 0,33 17 0,-45-27 0,1 0 0,0 0 0,0 0 0,1-1 0,-1 0 0,0-1 0,1 0 0,-1 0 0,1 0 0,-1-1 0,10-1 0,-14 1 0,0 0 0,0-1 0,0 1 0,0-1 0,0 0 0,0 0 0,0 0 0,0 0 0,0-1 0,0 1 0,-1-1 0,1 1 0,0-1 0,-1 0 0,0 0 0,1-1 0,-1 1 0,0 0 0,0-1 0,0 1 0,-1-1 0,1 1 0,0-1 0,-1 0 0,0 0 0,0 0 0,0 0 0,2-5 0,-2-3 0,0 0 0,0 0 0,-1 0 0,-1 0 0,0 0 0,0 0 0,-1 0 0,0 0 0,-1 0 0,-5-12 0,8 23 0,0 0 0,0 0 0,0 0 0,-1-1 0,1 1 0,0 0 0,0 0 0,0 0 0,0 0 0,0 0 0,0 0 0,0 0 0,0 0 0,0 0 0,0 0 0,0-1 0,0 1 0,0 0 0,0 0 0,0 0 0,0 0 0,0 0 0,0 0 0,0 0 0,0 0 0,0 0 0,0-1 0,0 1 0,0 0 0,0 0 0,0 0 0,0 0 0,0 0 0,0 0 0,0 0 0,0 0 0,0 0 0,0 0 0,0-1 0,0 1 0,0 0 0,1 0 0,-1 0 0,0 0 0,0 0 0,0 0 0,0 0 0,0 0 0,0 0 0,0 0 0,0 0 0,0 0 0,0 0 0,1 0 0,-1 0 0,0 0 0,0 0 0,0 0 0,0 0 0,0 0 0,0 0 0,9 4 0,9 11 0,5 4 0,1 0 0,1-1 0,0-1 0,2-2 0,-1 0 0,2-2 0,30 10 0,-48-20 0,0 0 0,15 1 0,-21-4 0,0 1 0,0-1 0,0 0 0,0 0 0,0-1 0,0 1 0,-1-1 0,1 0 0,6-2 0,-8 2 0,-1 0 0,1 0 0,-1-1 0,0 1 0,1 0 0,-1-1 0,0 1 0,0-1 0,0 1 0,0-1 0,0 0 0,0 0 0,0 1 0,-1-1 0,1 0 0,-1 0 0,1 0 0,-1 0 0,0 1 0,0-1 0,0-4 0,1-4 0,-1 0 0,-3-16 0,0 14 0,2 11 0,1-1 0,-1 1 0,0-1 0,1 0 0,0 1 0,-1-1 0,1 0 0,0 0 0,0 1 0,0-1 0,0 0 0,0 1 0,0-1 0,1-2 0,-1 4 0,0 0 0,1 0 0,-1 0 0,0 0 0,1 0 0,-1 0 0,0 0 0,1 0 0,-1 0 0,1 0 0,-1 0 0,0 0 0,1 0 0,-1 0 0,0 0 0,1 0 0,-1 0 0,0 0 0,1 0 0,-1 1 0,0-1 0,1 0 0,-1 0 0,0 0 0,1 1 0,-1-1 0,11 8 0,-10-7 0,9 8 0,1-1 0,1-1 0,-1 0 0,23 10 0,-31-15 0,1 0 0,0-1 0,-1 0 0,1 0 0,0 0 0,0 0 0,0 0 0,0-1 0,0 0 0,0 0 0,0 0 0,0 0 0,-1-1 0,1 1 0,0-1 0,0 0 0,0 0 0,0-1 0,-1 1 0,1-1 0,3-2 0,-4 2 7,0 0 0,-1 1 0,1-1 0,0 1 0,0-1 1,1 1-1,-1 0 0,0 0 0,0 0 0,0 1 0,1-1 0,-1 1 0,0 0 0,1-1 0,-1 2 0,5-1 0,-3 2-156,0-1 1,0 1-1,0 0 1,0 0-1,-1 0 1,1 0-1,0 1 1,-1 0-1,7 5 1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6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24575,'22'30'0,"11"18"0,4 7 0,-2 3 0,-4-1 0,-2-1 0,-4-1 0,-1-4 0,-2-2 0,-2-5 0,0-4 0,0-2 0,-2-5 0,0-3 0,-2-4 0,-3-4 0,-4-5-8191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6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65 24575,'-27'-12'0,"-15"-5"0,-2 1 0,3 3 0,5 7 0,2 6 0,5 6 0,0 4 0,0 4 0,-3-2 0,-1 1 0,3 0 0,6-3-8191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7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24575,'12'43'0,"2"-1"0,1 0 0,34 60 0,79 108 0,-94-156 0,30 42 0,-56-86-1365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7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10 24575,'-31'-3'0,"-14"0"0,-5 0 0,1 2 0,7 3 0,5 0 0,6 0 0,6 0 0,5 1 0,3 1 0,3 0 0,0 1 0,0 0 0,1-1 0,1 0-8191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8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74 24575,'-7'-3'0,"-35"-15"0,-1 1 0,-54-12 0,94 29 0,0-1 0,0 1 0,0-1 0,0 1 0,-1 0 0,1 0 0,0 0 0,0 1 0,0-1 0,-5 2 0,7-2 0,0 1 0,0-1 0,1 1 0,-1-1 0,0 1 0,0-1 0,1 1 0,-1 0 0,0-1 0,1 1 0,-1 0 0,1-1 0,-1 1 0,1 0 0,-1 0 0,1 0 0,-1 0 0,1-1 0,0 1 0,-1 0 0,1 0 0,0 0 0,0 0 0,0 0 0,0 0 0,0 0 0,0 0 0,0 0 0,0 0 0,0 0 0,0-1 0,1 1 0,-1 0 0,0 0 0,1 0 0,-1 0 0,1 1 0,2 3 0,-1 0 0,1 0 0,0-1 0,0 1 0,0-1 0,1 0 0,0 1 0,0-2 0,0 1 0,0 0 0,6 3 0,8 5 0,28 14 0,-28-17 0,0-1 0,0-1 0,33 9 0,-44-14 0,1-1 0,-1 0 0,1 0 0,-1 0 0,1-1 0,-1 0 0,1 0 0,0-1 0,-1 0 0,1 0 0,-1-1 0,12-4 0,-16 5 0,-1-1 0,0 1 0,0 0 0,1-1 0,-1 0 0,0 1 0,0-1 0,0 0 0,-1 0 0,1 0 0,0 0 0,-1-1 0,1 1 0,-1 0 0,0-1 0,0 1 0,0-1 0,0 1 0,0-1 0,-1 1 0,1-1 0,-1 0 0,1 1 0,-1-1 0,0 0 0,0 1 0,0-1 0,0 0 0,-2-4 0,1 3 0,1 0 0,-2 0 0,1 0 0,0 1 0,-1-1 0,0 0 0,1 1 0,-2-1 0,1 1 0,0-1 0,-1 1 0,1 0 0,-1 0 0,0 0 0,0 0 0,0 1 0,0-1 0,-1 1 0,-3-3 0,-8 0-273,0-1 0,0 2 0,0 0 0,-16-1 0,12 2-6553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8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137 244 24575,'67'155'0,"-80"-178"0,-1 0 0,-1 1 0,-26-30 0,-62-72 0,102 123 0,-14-20 0,15 20 0,0 1 0,0 0 0,-1-1 0,1 1 0,0 0 0,0-1 0,0 1 0,0 0 0,-1-1 0,1 1 0,0 0 0,0-1 0,0 1 0,0-1 0,0 1 0,0 0 0,0-1 0,0 1 0,0 0 0,0-1 0,0 1 0,0-1 0,0 1 0,1 0 0,-1-1 0,0 1 0,0 0 0,0-1 0,0 1 0,1 0 0,-1-1 0,0 1 0,0 0 0,1-1 0,-1 1 0,0 0 0,0 0 0,1 0 0,-1-1 0,0 1 0,1 0 0,-1 0 0,0 0 0,1-1 0,-1 1 0,0 0 0,1 0 0,-1 0 0,1 0 0,-1 0 0,0 0 0,1 0 0,-1 0 0,0 0 0,1 0 0,-1 0 0,1 0 0,-1 0 0,1 1 0,5-1 0,0 1 0,-1 0 0,1 0 0,0 1 0,-1-1 0,10 5 0,33 20 0,-4-3 0,-22-13 0,0-2 0,1 0 0,1-1 0,-1-1 0,1-2 0,0 0 0,0-1 0,0-2 0,32-1 0,-52-1 0,1 1 0,-1-1 0,1 1 0,-1-2 0,0 1 0,0 0 0,1-1 0,-1 0 0,0 1 0,0-2 0,-1 1 0,1 0 0,0-1 0,4-4 0,-5 4 0,-1 0 0,1 0 0,-1 0 0,0 0 0,0-1 0,-1 1 0,1 0 0,-1-1 0,1 1 0,-1-1 0,0 0 0,-1 1 0,1-1 0,-1 0 0,1 1 0,-1-1 0,0-5 0,-1 1 0,0 0 0,-1 0 0,0 1 0,0-1 0,0 0 0,-1 1 0,0 0 0,-4-8 0,4 10 0,0 0 0,0 0 0,-1 1 0,1-1 0,-1 0 0,0 1 0,0 0 0,-1 0 0,1 0 0,-1 1 0,-7-5 0,11 8 0,0-1 0,0 1 0,0-1 0,0 1 0,0 0 0,0-1 0,0 1 0,0 0 0,0 0 0,-1 0 0,1 0 0,0 0 0,0 0 0,0 0 0,0 0 0,0 0 0,-1 0 0,1 1 0,0-1 0,0 0 0,0 1 0,-2 0 0,2 1 0,-1-1 0,0 1 0,0-1 0,1 1 0,-1 0 0,1-1 0,0 1 0,-1 0 0,1 0 0,-2 4 0,0 1 0,1 0 0,0 0 0,0 0 0,0 0 0,1 0 0,-1 10 0,3-6 0,-1 0 0,2 0 0,-1 0 0,1 0 0,1-1 0,0 1 0,1-1 0,0 1 0,0-1 0,1 0 0,1-1 0,-1 1 0,1-1 0,1 0 0,11 12 0,-6-9 0,0 0 0,1 0 0,1-2 0,-1 1 0,2-2 0,-1 0 0,1 0 0,1-2 0,21 9 0,-27-13-227,1-1-1,-1 1 1,1-2-1,0 1 1,14-1-1,-11-1-6598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6:59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149 106 24575,'13'51'0,"2"0"0,3-1 0,2-1 0,25 46 0,-29-65 0,-9-16 0,0 0 0,1 0 0,12 15 0,-19-28 0,-1 0 0,1 0 0,-1 0 0,1-1 0,0 1 0,-1 0 0,1-1 0,0 1 0,-1-1 0,1 1 0,0-1 0,0 1 0,0-1 0,1 1 0,-4-10 0,-12-22 0,-100-144 0,4 5 0,102 156 0,-9-25 0,16 35 0,-1 0 0,1 0 0,0 0 0,0 0 0,1 0 0,-1 0 0,1 0 0,0 0 0,0-1 0,0 1 0,2-8 0,-2 11 0,1 0 0,-1 0 0,1 0 0,0 0 0,-1 0 0,1 0 0,0 0 0,0 0 0,-1 0 0,1 1 0,0-1 0,0 0 0,0 0 0,0 1 0,0-1 0,0 1 0,0-1 0,0 1 0,0-1 0,1 1 0,-1 0 0,0-1 0,0 1 0,0 0 0,0 0 0,1 0 0,-1 0 0,0 0 0,0 0 0,0 0 0,3 1 0,4 0 0,-1 1 0,1 0 0,11 5 0,-17-6 0,18 7 0,0 0 0,0 2 0,-1 1 0,-1 0 0,0 1 0,0 1 0,20 20 0,-34-29 0,0 0 0,-1 0 0,0 1 0,1-1 0,-1 1 0,-1 0 0,4 8 0,-5-12 0,-1 0 0,1 1 0,-1-1 0,0 0 0,1 0 0,-1 0 0,0 1 0,0-1 0,0 0 0,0 0 0,0 1 0,0-1 0,0 0 0,-1 0 0,1 1 0,0-1 0,-1 0 0,1 0 0,-1 0 0,1 0 0,-1 0 0,1 0 0,-1 0 0,0 0 0,0 0 0,1 0 0,-1 0 0,0 0 0,0 0 0,0 0 0,0-1 0,0 1 0,0 0 0,0-1 0,0 1 0,-1-1 0,1 1 0,0-1 0,-2 1 0,-2 0 0,0 1 0,-1-1 0,1-1 0,-1 1 0,1-1 0,-1 0 0,1 0 0,-10-2 0,-43-11 0,47 10 0,5 1-50,-24-5-279,0-2 1,0-1-1,-47-23 0,61 23-6497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0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24575,'10'27'0,"6"18"0,5 7 0,2 3 0,2 3 0,1-2 0,2 0 0,1-5 0,-2-3 0,-3-4 0,-3-6 0,-3-6 0,-4-9-8191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0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 24575,'-7'0'0,"1"0"0,0 0 0,-1 1 0,1 0 0,0 0 0,0 1 0,0 0 0,0 0 0,-6 3 0,10-4 0,-1 0 0,1 1 0,0-1 0,0 1 0,0-1 0,1 1 0,-1 0 0,0 0 0,1 0 0,-1 0 0,1 0 0,-1 0 0,1 0 0,0 0 0,0 0 0,0 1 0,0-1 0,1 0 0,-1 1 0,0-1 0,1 1 0,0-1 0,-1 1 0,1-1 0,1 5 0,0 3 0,1-1 0,0 1 0,1-1 0,0 1 0,0-1 0,1 0 0,0 0 0,1-1 0,0 1 0,0-1 0,1 0 0,0 0 0,0-1 0,1 0 0,0 0 0,0 0 0,1-1 0,0 0 0,13 8 0,-19-13 0,0 0 0,1 0 0,-1 0 0,0 0 0,0-1 0,1 1 0,-1-1 0,0 1 0,1-1 0,-1 0 0,1 0 0,-1 0 0,0 0 0,1 0 0,-1 0 0,0-1 0,1 1 0,-1-1 0,0 0 0,1 0 0,-1 1 0,0-2 0,0 1 0,0 0 0,3-2 0,-2 0 0,-1 1 0,1-1 0,-1 0 0,0 0 0,1 0 0,-2 0 0,1 0 0,0 0 0,0-1 0,-1 1 0,0 0 0,0-1 0,0 1 0,0-1 0,0 0 0,-1-3 0,2-11 0,-3-32 0,0 42 0,0 1 0,0-1 0,0 0 0,-1 1 0,-1 0 0,-4-12 0,1 10 0,7 18 0,7 17 0,-1-9-170,1 0-1,0-1 0,2 0 1,0-1-1,0 0 0,1 0 1,25 23-1,-24-25-6655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1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59 160 24575,'-2'0'0,"1"-1"0,0 0 0,-1 1 0,0-1 0,1 1 0,-1-1 0,1 1 0,-1 0 0,1 0 0,-1 0 0,0 0 0,1 0 0,-1 0 0,0 0 0,1 0 0,-1 0 0,1 1 0,-1-1 0,1 1 0,-1-1 0,1 1 0,-1 0 0,1 0 0,-1-1 0,1 1 0,0 0 0,-1 0 0,1 0 0,0 1 0,0-1 0,0 0 0,0 0 0,0 1 0,0-1 0,-1 2 0,1-1 0,0 0 0,0 0 0,1 0 0,-1 0 0,0 0 0,1 0 0,-1 0 0,1 0 0,0 0 0,0 0 0,0 0 0,0 0 0,0 0 0,0 0 0,0 0 0,1 0 0,-1 0 0,1 0 0,-1 0 0,1 0 0,0 0 0,0 0 0,0 0 0,0 0 0,0 0 0,0-1 0,2 3 0,2 0 0,0 0 0,0 0 0,0 0 0,0-1 0,1 0 0,8 4 0,38 12 0,-31-12 0,8 3 0,0-2 0,37 7 0,-53-13 0,1 0 0,-1-1 0,1-1 0,-1 0 0,1-1 0,0-1 0,17-3 0,-27 4 0,0 0 0,0-1 0,0 1 0,0-1 0,-1 0 0,1 0 0,0 0 0,-1-1 0,0 1 0,1-1 0,-1 0 0,0 0 0,0 0 0,3-4 0,-3 2 0,-1 0 0,1 1 0,-1-1 0,1-1 0,-1 1 0,-1 0 0,1 0 0,-1-1 0,1-9 0,-1 3 0,-1 0 0,-1 0 0,1 0 0,-2 0 0,0 0 0,0 1 0,-1-1 0,-1 1 0,-6-16 0,9 24 0,-4-9 0,-1 1 0,-13-21 0,18 30 0,-1 0 0,1 0 0,-1 0 0,1 0 0,-1 0 0,0 0 0,0 1 0,0-1 0,0 1 0,0-1 0,0 1 0,0 0 0,0 0 0,0 0 0,-1 0 0,1 0 0,0 0 0,-1 1 0,1-1 0,0 1 0,-1 0 0,-3 0 0,5 0 0,-1 0 0,0 1 0,0 0 0,0 0 0,0-1 0,1 1 0,-1 0 0,0 0 0,1 0 0,-1 1 0,1-1 0,-1 0 0,1 1 0,0-1 0,0 1 0,-1-1 0,1 1 0,0-1 0,0 1 0,0 0 0,1 0 0,-1-1 0,0 1 0,0 3 0,-2 5 0,1-1 0,0 0 0,0 15 0,1-11 0,1-1 0,0 1 0,1 0 0,1 0 0,0-1 0,0 1 0,2-1 0,-1 0 0,1 0 0,1 0 0,0 0 0,1-1 0,1 1 0,10 14 0,-11-18 0,1 0 0,-1 0 0,1-1 0,1 0 0,0 0 0,0-1 0,0 0 0,1 0 0,-1-1 0,1 0 0,1 0 0,-1-1 0,1-1 0,-1 1 0,1-1 0,0-1 0,0 0 0,14 1 0,-14-3-106,3 2-104,0-2 0,0 0 1,0 0-1,0-2 0,17-2 0,-21 0-6616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1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24575,'10'20'0,"8"12"0,7 2 0,1 2 0,-2-4 0,-1-5 0,-3-4 0,-3-6 0,-3-3 0,-4-5-8191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1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24575,'3'20'0,"0"9"0,0 3 0,0-5-8191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2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24575,'20'30'0,"9"15"0,3 8 0,-3 2 0,-3-1 0,-3-2 0,-4-2 0,-2 0 0,-1-1 0,-2-1 0,3-3 0,0-3 0,-2-5 0,-1-4 0,-1-6 0,-3-4 0,0-4 0,-1-5-8191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2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360 109 24575,'-27'-20'0,"-12"-7"0,-5 2 0,1 4 0,2 9 0,4 9 0,0 4 0,1 6 0,5 0 0,7 0-8191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3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24575,'-1'5'0,"0"0"0,0 1 0,1-1 0,-1 0 0,1 0 0,0 0 0,1 0 0,-1 1 0,1-1 0,0 0 0,0 0 0,1 0 0,-1 0 0,1 0 0,0-1 0,1 1 0,-1 0 0,1-1 0,3 6 0,1-2 0,-1 1 0,2-1 0,-1 0 0,1-1 0,0 1 0,0-2 0,1 1 0,13 7 0,-19-12 0,0-1 0,0 1 0,1 0 0,-1-1 0,1 0 0,-1 1 0,1-1 0,-1-1 0,1 1 0,0-1 0,0 1 0,-1-1 0,1 0 0,0 0 0,-1-1 0,1 1 0,0-1 0,-1 1 0,1-1 0,0-1 0,-1 1 0,1 0 0,-1-1 0,0 0 0,1 1 0,-1-1 0,0-1 0,0 1 0,0 0 0,-1-1 0,1 1 0,-1-1 0,1 0 0,-1 0 0,0 0 0,0 0 0,0 0 0,0-1 0,-1 1 0,2-5 0,2-4 0,-1 0 0,0-1 0,3-20 0,-7 33 0,0 0 0,0 0 0,0-1 0,0 1 0,0 0 0,0 0 0,0 0 0,0 0 0,0 0 0,0 0 0,0 0 0,0 0 0,0 0 0,1 0 0,-1 0 0,0-1 0,0 1 0,0 0 0,0 0 0,0 0 0,0 0 0,0 0 0,0 0 0,0 0 0,0 0 0,1 0 0,-1 0 0,0 0 0,0 0 0,0 0 0,0 0 0,0 0 0,0 0 0,0 0 0,0 0 0,0 0 0,1 0 0,-1 0 0,0 0 0,0 0 0,0 0 0,0 0 0,0 0 0,0 0 0,0 0 0,0 0 0,0 0 0,1 1 0,-1-1 0,8 5 0,8 11 0,-15-14 0,13 13 0,1-1 0,30 21 0,-37-30 0,0 0 0,0 0 0,1-1 0,0 0 0,-1 0 0,1-1 0,1 0 0,11 1 0,-20-3 0,1-1 0,0 0 0,-1 0 0,1 0 0,0 0 0,-1 0 0,1 0 0,0 0 0,0 0 0,-1-1 0,1 1 0,-1-1 0,1 1 0,0-1 0,-1 0 0,3-1 0,-3 1 0,0 0 0,0 0 0,0 0 0,0-1 0,0 1 0,0 0 0,0 0 0,-1 0 0,1-1 0,-1 1 0,1 0 0,-1-1 0,1 1 0,-1 0 0,0-1 0,1-1 0,-1-1 0,0-1 0,0 1 0,-1 0 0,1 0 0,-1 0 0,0 0 0,0 0 0,-1 0 0,1 0 0,-1 0 0,1 0 0,-5-5 0,-4-4-211,-1 0 1,0 1-1,-18-16 0,24 23-311,-11-9-6304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3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24575,'-5'7'0,"-2"6"0,1 2 0,1 5 0,1 0 0,2 0 0,1-1 0,0-1 0,1-4-8191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3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3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24575,'23'27'0,"12"18"0,3 10 0,-3 6 0,-4 3-1277,-6 0 1277,-6-3 0,-5-4 0,-4-4 0,-3-7 417,-4-5-417,-2-8 211,-2-7-211,1-7-7542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3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27 24575,'-33'-8'0,"-15"-2"0,-5 3 0,1 5 0,8 3 0,8 4 0,11 1-8191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4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24575,'40'184'0,"25"90"0,-63-267 0,17 46 0,-17-48 0,1 0 0,-1 1 0,1-1 0,0 0 0,1-1 0,-1 1 0,6 5 0,-8-9 0,1 0 0,-1 0 0,0 0 0,1-1 0,-1 1 0,1 0 0,-1 0 0,1-1 0,-1 1 0,1-1 0,-1 0 0,1 1 0,0-1 0,-1 0 0,1 0 0,0 0 0,-1 0 0,1 0 0,-1 0 0,1-1 0,0 1 0,-1 0 0,1-1 0,-1 1 0,1-1 0,-1 0 0,1 1 0,-1-1 0,3-2 0,4-3 0,-1 1 0,1-1 0,12-14 0,-15 14 0,6-7 0,15-21 0,8-9 0,-32 40 0,1 1 0,-1 0 0,1 0 0,0 1 0,0-1 0,-1 1 0,1-1 0,0 1 0,1 0 0,-1 0 0,0 0 0,0 0 0,0 1 0,1-1 0,-1 1 0,0 0 0,0 0 0,1 0 0,-1 0 0,0 1 0,0-1 0,6 3 0,6 1 0,-1 1 0,0 0 0,20 11 0,230 132 0,-246-137-682,26 23-1,-30-22-6143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5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76 24575,'-21'-12'0,"-1"1"0,0 1 0,-1 1 0,-32-9 0,37 13 0,-1 2 0,-1-1 0,1 2 0,0 1 0,0 0 0,-21 2 0,38-1 0,-1 1 0,1-1 0,0 0 0,-1 1 0,1-1 0,0 1 0,-1-1 0,1 1 0,0 0 0,-1 0 0,1 0 0,0 1 0,0-1 0,0 0 0,0 1 0,0 0 0,1-1 0,-1 1 0,0 0 0,1 0 0,-1 0 0,1 0 0,0 0 0,0 0 0,-1 0 0,1 0 0,1 0 0,-1 1 0,0-1 0,0 0 0,1 1 0,0-1 0,-1 4 0,1-1 0,0 0 0,1 0 0,-1 0 0,1 0 0,0 0 0,0 0 0,1 0 0,0 0 0,0-1 0,0 1 0,0-1 0,1 1 0,-1-1 0,1 0 0,5 6 0,2 0 0,1 0 0,0 0 0,1-1 0,0 0 0,0-1 0,1-1 0,0 0 0,0 0 0,24 7 0,0-3 0,1-1 0,56 6 0,-90-15 0,0-1 0,1 1 0,-1-1 0,1 0 0,-1-1 0,0 1 0,1-1 0,5-1 0,-9 2 0,0-1 0,1 1 0,-1-1 0,0 0 0,0 1 0,0-1 0,0 0 0,0 1 0,0-1 0,0 0 0,0 0 0,0 0 0,-1 0 0,1 0 0,0 0 0,0 0 0,-1 0 0,1 0 0,-1-1 0,1 1 0,-1 0 0,0 0 0,1 0 0,-1-1 0,0 1 0,0 0 0,1 0 0,-1-1 0,0 1 0,-1 0 0,1 0 0,0-1 0,-1-1 0,0-2 0,0 0 0,-1 0 0,0 0 0,0 0 0,0 0 0,-1 0 0,0 0 0,0 1 0,0-1 0,0 1 0,-7-6 0,-3-3 0,0 0 0,-17-10 0,25 19 0,-13-9 0,17 12 0,1 0 0,-1 1 0,0-1 0,0 1 0,0-1 0,0 1 0,0-1 0,0 1 0,0 0 0,0 0 0,0-1 0,0 1 0,0 0 0,-2 0 0,2 1 0,1-1 0,0 0 0,0 1 0,0-1 0,0 1 0,0-1 0,0 1 0,0-1 0,0 1 0,0-1 0,0 1 0,0-1 0,0 0 0,1 1 0,-1-1 0,0 1 0,0-1 0,0 1 0,0-1 0,1 0 0,-1 1 0,0-1 0,1 0 0,-1 1 0,0-1 0,0 0 0,1 1 0,0-1 0,9 13 0,8 9 0,1-2 0,1 0 0,40 30 0,-49-44-1365,-1-2-5461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7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24575,'7'23'0,"3"12"0,2 5 0,-1-1 0,0-3 0,-1-4 0,-1-4 0,-1-3 0,0-3 0,-1-4 0,-2-2 0,-2-1 0,-3-3 0,-5-3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7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24575,'22'-4'0,"1"1"0,1 2 0,-1 0 0,0 1 0,0 2 0,0 0 0,0 1 0,0 1 0,-1 2 0,1 0 0,-1 1 0,-1 1 0,1 2 0,-1 0 0,-1 1 0,0 0 0,-1 2 0,0 1 0,-1 0 0,0 1 0,21 24 0,-28-27 0,-1 0 0,-1 1 0,0 0 0,-1 0 0,0 1 0,-1 0 0,-1 1 0,0-1 0,4 17 0,-9-25 0,1 1 0,-1 0 0,0 0 0,0-1 0,-1 1 0,0 0 0,0 0 0,-1 0 0,0 0 0,0-1 0,-1 1 0,1 0 0,-1-1 0,-1 0 0,1 1 0,-1-1 0,0 0 0,-1 0 0,1 0 0,-1-1 0,-1 1 0,1-1 0,-6 6 0,1-4 8,0 0 0,-1 0 0,1 0 0,-1-1 0,0-1 0,-1 0 0,1 0 0,-1-1 0,0 0 0,0-1 0,-23 3 0,-4-2-298,-1-1 0,-46-3 0,57-1-301,10 1-6235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8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24575,'15'27'0,"7"15"0,3 5 0,0-3 0,-3-4 0,-1-7 0,-6-5 0,-1-6 0,-5-4 0,-2-2 0,-4-2 0,-1-1 0,-4-2 0,-5-5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8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670 108 24575,'-30'-15'0,"-17"-7"0,-7-1 0,2 5 0,5 4 0,2 6 0,4 3 0,2 3 0,1 4 0,1 2 0,-1 3 0,-2 2 0,-4 0 0,0 1 0,3-1 0,9-2-8191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9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61 24575,'-122'-40'0,"99"34"0,0 1 0,0 2 0,-35-3 0,56 6 0,-1 0 0,1 0 0,-1 0 0,1 0 0,0 0 0,-1 1 0,1-1 0,0 1 0,-1-1 0,1 1 0,0 0 0,-1 0 0,1 0 0,0 0 0,0 1 0,0-1 0,0 0 0,0 1 0,0-1 0,1 1 0,-1 0 0,0 0 0,1 0 0,-1 0 0,1 0 0,0 0 0,0 0 0,0 0 0,0 0 0,0 0 0,0 1 0,0-1 0,1 0 0,-1 1 0,1-1 0,0 1 0,-1-1 0,1 0 0,0 1 0,1-1 0,-1 1 0,0-1 0,1 0 0,-1 1 0,1-1 0,0 0 0,0 1 0,1 2 0,1 1 0,1 0 0,0 0 0,0 0 0,0 0 0,0-1 0,1 0 0,0 0 0,0 0 0,1 0 0,-1-1 0,1 0 0,0 0 0,0-1 0,11 5 0,-3-1 0,1-1 0,0-1 0,1-1 0,-1 0 0,23 2 0,-32-5 0,0 0 0,0-1 0,0 0 0,0 0 0,-1-1 0,1 1 0,0-1 0,0-1 0,7-1 0,-11 2 0,1-1 0,-1 1 0,1 0 0,-1-1 0,0 1 0,0-1 0,0 0 0,0 0 0,0 0 0,0 0 0,0 0 0,-1 0 0,1 0 0,-1-1 0,1 1 0,-1-1 0,0 1 0,0-1 0,0 1 0,0-1 0,0 0 0,0-3 0,-1 1 0,0 0 0,0-1 0,0 1 0,-1 0 0,0-1 0,0 1 0,0 0 0,-1 0 0,1 0 0,-1 0 0,-1 0 0,1 0 0,-1 0 0,1 1 0,-1-1 0,-1 1 0,1 0 0,-7-7 0,10 11 0,-1-1 0,1 1 0,0 0 0,0 0 0,0-1 0,-1 1 0,1 0 0,0 0 0,-1 0 0,1-1 0,0 1 0,-1 0 0,1 0 0,0 0 0,-1 0 0,1 0 0,0 0 0,-1-1 0,1 1 0,0 0 0,-1 0 0,1 0 0,0 0 0,-1 0 0,1 0 0,0 1 0,-1-1 0,1 0 0,0 0 0,-1 0 0,0 0 0,-1 11 0,8 15 0,5 1-682,24 40-1,-28-54-6143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09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179 251 24575,'106'188'0,"-17"-28"0,-83-150 0,0 0 0,-1 0 0,0 1 0,5 15 0,-10-26 0,0 0 0,0 0 0,0 0 0,0 0 0,0 0 0,0 0 0,0 0 0,0 0 0,0 1 0,0-1 0,0 0 0,0 0 0,0 0 0,0 0 0,0 0 0,0 0 0,0 0 0,0 0 0,0 1 0,0-1 0,0 0 0,0 0 0,0 0 0,0 0 0,0 0 0,0 0 0,0 0 0,0 0 0,0 0 0,0 1 0,0-1 0,0 0 0,0 0 0,0 0 0,0 0 0,0 0 0,-1 0 0,1 0 0,0 0 0,0 0 0,0 0 0,0 0 0,0 0 0,0 0 0,0 0 0,0 1 0,0-1 0,0 0 0,-1 0 0,1 0 0,0 0 0,0 0 0,0 0 0,0 0 0,0 0 0,0 0 0,0 0 0,-8-5 0,-9-10 0,-43-48 0,2-2 0,3-3 0,-74-121 0,82 99 0,41 76 0,1 0 0,0 0 0,1 0 0,-5-27 0,9 38 0,0 0 0,-1 0 0,1 0 0,0 0 0,1 0 0,-1 0 0,0 0 0,1 1 0,0-1 0,-1 0 0,1 0 0,0 0 0,1 1 0,-1-1 0,0 1 0,1-1 0,-1 1 0,1-1 0,3-3 0,-2 4 0,0 0 0,-1 0 0,1 0 0,0 1 0,0-1 0,1 1 0,-1-1 0,0 1 0,0 0 0,1 0 0,-1 1 0,0-1 0,1 1 0,-1-1 0,1 1 0,3 0 0,5 1 0,-1 1 0,0-1 0,0 2 0,0 0 0,-1 0 0,1 0 0,-1 2 0,0-1 0,0 1 0,0 1 0,0 0 0,-1 0 0,0 1 0,0 0 0,-1 0 0,0 1 0,0 0 0,6 10 0,-12-15 5,0-1-1,-1 1 1,1 0 0,-1 0-1,0 0 1,0 0-1,0 0 1,0 0 0,0 0-1,-1 0 1,1 1 0,-1-1-1,0 0 1,0 0-1,0 0 1,0 0 0,-1 1-1,1-1 1,-1 0-1,0 0 1,0 0 0,0 0-1,0 0 1,-1 0-1,-1 3 1,-1 0-129,0-1 0,0 0 1,0-1-1,-1 1 0,0-1 0,0 0 1,0 0-1,0 0 0,0 0 0,-1-1 1,-9 4-1,-2 0-6702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0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150 268 24575,'25'43'0,"38"67"0,-50-83 0,0 1 0,10 34 0,-21-45 0,-4-12 0,-6-9 0,-2-6 0,0 0 0,1 0 0,0-1 0,-10-18 0,2 4 0,7 12 0,-89-130 0,81 114 0,1-1 0,1-1 0,-11-33 0,23 54 0,1-1 0,0 1 0,1-1 0,0 0 0,0 0 0,0-13 0,2 22 0,0-1 0,0 1 0,1-1 0,-1 1 0,0-1 0,1 1 0,0-1 0,-1 1 0,1 0 0,0-1 0,0 1 0,0 0 0,1 0 0,-1-1 0,0 1 0,1 0 0,-1 0 0,1 1 0,0-1 0,0 0 0,0 0 0,0 1 0,0-1 0,0 1 0,0 0 0,0 0 0,1-1 0,-1 1 0,0 1 0,1-1 0,-1 0 0,4 0 0,2 0 0,1 0 0,-1 1 0,0 0 0,0 1 0,1 0 0,-1 0 0,0 1 0,0-1 0,0 2 0,0-1 0,9 5 0,-1 1 0,0 0 0,0 1 0,0 1 0,14 12 0,-25-18 0,0 0 0,-1 0 0,0 1 0,1-1 0,-1 1 0,-1 0 0,1 0 0,-1 1 0,0-1 0,4 11 0,-6-13 0,0-1 0,0 1 0,-1 0 0,1-1 0,-1 1 0,0 0 0,0 0 0,0-1 0,0 1 0,0 0 0,0 0 0,-1-1 0,0 1 0,1 0 0,-1-1 0,0 1 0,0-1 0,0 1 0,-1-1 0,1 1 0,0-1 0,-1 0 0,0 1 0,1-1 0,-1 0 0,-4 3 0,1-1 0,-1 0 0,1-1 0,-1 0 0,0 0 0,0 0 0,0-1 0,0 0 0,0 0 0,-7 1 0,-60 8 0,68-11 0,-95 5-1365,76-5-5461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0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166 281 24575,'2'5'0,"0"0"0,-1 0 0,0 0 0,0 0 0,0 0 0,-1 11 0,0-15 0,0 0 0,0 0 0,0-1 0,0 1 0,0 0 0,0 0 0,0 0 0,0 0 0,0 0 0,-1 0 0,1 0 0,0 0 0,-1 0 0,1-1 0,-1 1 0,1 0 0,-1 0 0,1 0 0,-1-1 0,0 1 0,1 0 0,-1-1 0,0 1 0,1 0 0,-1-1 0,0 1 0,0-1 0,0 1 0,0-1 0,1 0 0,-1 1 0,0-1 0,0 0 0,0 0 0,0 1 0,0-1 0,0 0 0,0 0 0,0 0 0,0 0 0,0 0 0,0 0 0,0-1 0,0 1 0,-1-1 0,-2 0 0,-1-1 0,1 0 0,0 0 0,0 0 0,0 0 0,0-1 0,0 0 0,0 0 0,-4-4 0,-29-33 0,29 29 0,1 0 0,0-1 0,1 0 0,0 0 0,0-1 0,2 1 0,-1-1 0,2 0 0,0-1 0,0 1 0,1 0 0,1-1 0,0 1 0,1-1 0,0 1 0,4-21 0,-4 31 0,1-1 0,0 1 0,0 0 0,0 0 0,1 0 0,-1-1 0,1 1 0,-1 1 0,5-6 0,-6 7 0,1 0 0,0 1 0,0-1 0,-1 0 0,1 1 0,0-1 0,0 0 0,0 1 0,0-1 0,0 1 0,0-1 0,0 1 0,0 0 0,0-1 0,0 1 0,0 0 0,0 0 0,0 0 0,0 0 0,0 0 0,0 0 0,1 0 0,-1 0 0,0 0 0,0 0 0,0 0 0,0 1 0,0-1 0,0 0 0,0 1 0,0-1 0,0 1 0,0 0 0,1 0 0,4 4-341,1-1 0,-1 2-1,9 8 1,-6-4-6485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0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99 24575,'-32'-20'0,"-1"3"0,0 0 0,-67-22 0,95 38 0,0-1 0,0 1 0,0 1 0,0-1 0,-1 1 0,1 0 0,0 0 0,-8 1 0,11 0 0,1-1 0,-1 0 0,1 1 0,-1 0 0,0-1 0,1 1 0,-1 0 0,1 0 0,-1-1 0,1 1 0,0 0 0,-1 1 0,1-1 0,0 0 0,0 0 0,0 0 0,0 1 0,0-1 0,0 1 0,0-1 0,0 1 0,1-1 0,-1 1 0,0-1 0,1 1 0,-1 0 0,1-1 0,0 1 0,-1 2 0,1 3 0,-1 0 0,1 0 0,0 0 0,1 1 0,0-1 0,0 0 0,1 0 0,0 0 0,0 0 0,0 0 0,1-1 0,0 1 0,0-1 0,5 8 0,-3-7 0,1 1 0,0-1 0,1 0 0,-1-1 0,1 0 0,0 0 0,1 0 0,-1-1 0,1 0 0,14 6 0,-13-7 0,1 0 0,-1-1 0,1 0 0,-1-1 0,1 0 0,0 0 0,0-1 0,15 0 0,-21-1 0,-1 0 0,0 0 0,0-1 0,1 1 0,-1-1 0,0 0 0,0 0 0,0 0 0,0 0 0,1 0 0,-2-1 0,1 1 0,0-1 0,0 0 0,0 0 0,-1 0 0,1 0 0,-1 0 0,0-1 0,1 1 0,-1-1 0,0 1 0,-1-1 0,1 0 0,0 0 0,-1 0 0,0 0 0,1 0 0,0-4 0,-1 4 0,-1 1 0,0 0 0,1-1 0,-1 1 0,0-1 0,0 1 0,0-1 0,-1 1 0,1-1 0,0 1 0,-1-1 0,0 1 0,0 0 0,1-1 0,-3-2 0,1 1 0,-1 0 0,1 1 0,-1-1 0,0 1 0,0 0 0,0 0 0,-1 0 0,-3-3 0,-4-1 0,-1 0 0,0 1 0,0 0 0,-22-7 0,-24-2-1365,33 10-5461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1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24575,'35'15'0,"17"8"0,7 2 0,-2 2 0,-5-2 0,-7-1 0,-8-3 0,-6-3 0,-5-4 0,-5-2 0,-5-5 0,-7-7 0,-3-6 0,-7-1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1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1 24575,'-12'7'0,"0"1"0,1 1 0,0-1 0,0 2 0,1 0 0,1 0 0,-1 1 0,2 0 0,-1 1 0,2-1 0,0 2 0,-8 15 0,13-23-72,0 0 1,0 0-1,-1-1 0,0 0 0,0 1 0,0-1 0,0 0 0,-1 0 1,1-1-1,-1 1 0,0-1 0,0 1 0,0-1 0,-1-1 0,1 1 1,-1-1-1,1 1 0,-11 2 0,4-3-6754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1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24575,'5'20'0,"2"9"0,-1 2 0,0-1 0,-3-4 0,-1-3 0,0-4 0,-2-4-8191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2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24575,'3'-2'0,"0"4"0,0 4 0,0 6 0,-1 6 0,-1 3 0,0-1 0,-1-2-8191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2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24575,'13'15'0,"-2"-4"0,-1-1 0,1 0 0,1 0 0,21 14 0,-30-22 0,0-1 0,0 1 0,-1-1 0,1 0 0,0 0 0,1 0 0,-1 0 0,0-1 0,0 1 0,0-1 0,0 1 0,1-1 0,-1 0 0,0-1 0,0 1 0,0 0 0,0-1 0,1 0 0,-1 0 0,0 0 0,0 0 0,0 0 0,-1 0 0,1-1 0,0 0 0,0 1 0,4-5 0,-3 1 0,0 1 0,0-1 0,0 0 0,-1 0 0,0 0 0,0 0 0,-1 0 0,1-1 0,-1 1 0,0-1 0,0 0 0,1-11 0,1-1 0,-4 18 0,0 0 0,0 0 0,0-1 0,1 1 0,-1 0 0,0 0 0,0 0 0,0-1 0,0 1 0,0 0 0,0 0 0,0 0 0,0-1 0,1 1 0,-1 0 0,0 0 0,0 0 0,0-1 0,0 1 0,1 0 0,-1 0 0,0 0 0,0 0 0,0 0 0,1-1 0,-1 1 0,0 0 0,0 0 0,0 0 0,1 0 0,-1 0 0,0 0 0,1 0 0,6 5 0,7 14 0,-13-17 0,9 13 0,0 1 0,1-2 0,1 0 0,0 0 0,1-1 0,1-1 0,0 0 0,25 16 0,-38-27 0,0 0 0,0 0 0,0-1 0,0 1 0,0 0 0,1-1 0,-1 1 0,0-1 0,0 0 0,1 1 0,-1-1 0,0 0 0,1 0 0,-1 0 0,0 0 0,0 0 0,1 0 0,-1 0 0,0 0 0,1 0 0,-1-1 0,0 1 0,0-1 0,1 1 0,-1-1 0,0 1 0,0-1 0,0 0 0,0 1 0,0-1 0,0 0 0,0 0 0,0 0 0,0 0 0,0 0 0,0 0 0,0 0 0,-1 0 0,1 0 0,0 0 0,-1 0 0,1 0 0,0-2 0,1-4 0,0 1 0,0 0 0,0-1 0,-1 0 0,0 1 0,0-1 0,-1-7 0,0 12 0,0-2 0,0 1 0,0-1 0,0 1 0,0-1 0,1 1 0,0-1 0,-1 1 0,1 0 0,0-1 0,1 1 0,0-3 0,-1 5 0,-1 1 0,1 0 0,-1 0 0,1-1 0,-1 1 0,1 0 0,-1 0 0,1 0 0,-1 0 0,1 0 0,-1 0 0,1 0 0,-1 0 0,1 0 0,-1 0 0,1 0 0,-1 0 0,1 0 0,-1 0 0,1 0 0,-1 1 0,1-1 0,-1 0 0,1 0 0,-1 1 0,1-1 0,-1 0 0,1 0 0,-1 1 0,0-1 0,1 1 0,-1-1 0,0 0 0,1 1 0,-1-1 0,1 1 0,16 19 0,-15-17 0,12 15-273,0 0 0,2-1 0,0-1 0,25 19 0,-28-26-6553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3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 24575,'-9'3'0,"0"1"0,1 1 0,-1-1 0,1 1 0,0 1 0,-13 11 0,18-14 0,-1 1 0,1-1 0,0 1 0,0 0 0,1 0 0,-1 0 0,1 0 0,0 0 0,0 1 0,0-1 0,1 1 0,0-1 0,0 1 0,0-1 0,-1 9 0,2-4 0,-1 0 0,1-1 0,1 1 0,-1 0 0,2 0 0,1 9 0,-2-17 0,-1-1 0,0 1 0,0-1 0,0 1 0,0-1 0,0 0 0,1 1 0,-1-1 0,0 1 0,0-1 0,1 0 0,-1 1 0,0-1 0,1 0 0,-1 1 0,0-1 0,1 0 0,-1 0 0,0 1 0,1-1 0,-1 0 0,1 0 0,-1 0 0,0 0 0,1 1 0,-1-1 0,1 0 0,0 0 0,0 0 0,0 0 0,0-1 0,-1 1 0,1 0 0,0-1 0,0 1 0,0 0 0,0-1 0,-1 1 0,1-1 0,0 0 0,-1 1 0,2-2 0,18-22 0,-20 22 0,16-28 0,-13 25 0,-1-1 0,1 1 0,0-1 0,0 1 0,1 0 0,-1 0 0,1 1 0,7-7 0,-10 10 0,-1 1 0,1 0 0,0-1 0,0 1 0,0 0 0,-1 0 0,1 0 0,0-1 0,0 1 0,0 0 0,-1 0 0,1 0 0,0 0 0,0 1 0,0-1 0,0 0 0,-1 0 0,1 0 0,0 1 0,0-1 0,-1 0 0,1 1 0,0-1 0,-1 1 0,1-1 0,0 1 0,-1-1 0,1 1 0,0-1 0,-1 1 0,1 0 0,-1-1 0,1 1 0,-1 0 0,1 0 0,3 6 0,1-1 0,5 13 0,-7-13 0,2 3-151,0 1-1,0 0 0,-1 1 0,0-1 1,-1 1-1,0-1 0,-1 1 1,2 15-1,-3-13-6674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3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0 24575,'1'26'0,"2"0"0,7 32 0,-5-30 0,26 104 0,5 41 0,-36-173 0,1 6 0,0-1 0,-1 1 0,0 0 0,-1 9 0,1-14 0,0 0 0,0 0 0,0-1 0,0 1 0,-1 0 0,1-1 0,0 1 0,0 0 0,-1 0 0,1-1 0,0 1 0,-1-1 0,1 1 0,-1 0 0,1-1 0,-1 1 0,1-1 0,-1 1 0,1-1 0,-1 1 0,1-1 0,-1 0 0,0 1 0,1-1 0,-1 1 0,0-1 0,1 0 0,-1 0 0,0 0 0,0 1 0,1-1 0,-1 0 0,0 0 0,1 0 0,-1 0 0,0 0 0,0 0 0,1 0 0,-1 0 0,0-1 0,0 1 0,1 0 0,-1 0 0,0-1 0,1 1 0,-1 0 0,0-1 0,-6-2 0,0-1 0,0 0 0,1 0 0,-1 0 0,1-1 0,-7-7 0,-33-36 0,25 24 0,15 18 0,-15-18 0,20 23 0,0 0 0,1 0 0,-1 0 0,0 0 0,1 0 0,-1 0 0,1 0 0,-1 0 0,1 0 0,-1 0 0,1 0 0,0-1 0,0 1 0,0 0 0,-1 0 0,1 0 0,0 0 0,0-1 0,1 1 0,-1-2 0,1 3 0,-1-1 0,1 0 0,-1 1 0,1-1 0,0 1 0,-1-1 0,1 1 0,0-1 0,0 1 0,0 0 0,-1-1 0,1 1 0,0 0 0,0-1 0,0 1 0,0 0 0,-1 0 0,1 0 0,0 0 0,0 0 0,0 0 0,0 0 0,0 0 0,0 0 0,-1 0 0,1 1 0,1-1 0,26 8 0,-27-8 0,104 42 0,17 7 0,-107-44 0,1-1 0,0-1 0,0 0 0,0-1 0,31 0 0,-41-2 0,1-1 0,-1 0 0,0-1 0,0 0 0,1 0 0,-1 0 0,0-1 0,-1 0 0,1 0 0,0 0 0,-1-1 0,0 1 0,0-2 0,7-6 0,-15 15 0,1-1 0,-1 1 0,1 0 0,0 0 0,-3 6 0,-1 2 0,3-6-136,0-1-1,0 0 1,0 0-1,-1 0 1,0 0-1,0-1 1,0 1-1,0-1 0,-7 5 1,-1-2-6690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4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24575,'2'-5'0,"2"1"0,-1 6 0,-1 5 0,0 7 0,-1 5 0,0 3 0,-1 2 0,3 2 0,0-1 0,2-4 0,1-6-8191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14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237 159 24575,'-6'5'0,"0"0"0,0-1 0,0 0 0,0 0 0,-1 0 0,1-1 0,-1 0 0,0 0 0,0-1 0,0 1 0,-1-2 0,1 1 0,0-1 0,-1 0 0,1 0 0,-12-2 0,14 1 0,0 0 0,0-1 0,0 1 0,1-1 0,-1 0 0,1-1 0,-1 1 0,0-1 0,1 0 0,0 0 0,0 0 0,-1-1 0,1 1 0,1-1 0,-1 0 0,0 0 0,1-1 0,-1 1 0,1-1 0,0 1 0,0-1 0,1 0 0,-1 0 0,1-1 0,0 1 0,-3-7 0,4 9 0,1 0 0,-1 0 0,0 0 0,1 0 0,0 0 0,-1 0 0,1 0 0,0 0 0,0 0 0,0 0 0,0 0 0,0 0 0,0 0 0,1 0 0,-1 0 0,1 0 0,0 0 0,-1 0 0,1 0 0,0 0 0,0 0 0,0 0 0,0 1 0,0-1 0,1 0 0,-1 1 0,0-1 0,1 1 0,0 0 0,-1-1 0,1 1 0,0 0 0,-1 0 0,1 0 0,0 0 0,0 0 0,0 0 0,0 1 0,3-2 0,4 0 0,-1 0 0,0 1 0,1 0 0,-1 1 0,1-1 0,-1 1 0,1 1 0,12 2 0,21 8 0,-2 1 0,71 31 0,-19-6 0,-89-35 0,1-1 0,0 0 0,-1 0 0,1 0 0,-1-1 0,1 1 0,0-1 0,0 0 0,-1 0 0,1 0 0,5-1 0,-7 1 0,-1-1 0,1 0 0,-1 0 0,1 1 0,-1-1 0,0 0 0,1 0 0,-1 0 0,0 0 0,1 0 0,-1-1 0,0 1 0,0 0 0,0-1 0,0 1 0,0 0 0,0-1 0,-1 1 0,1-1 0,0 1 0,-1-1 0,1 0 0,-1 1 0,1-1 0,-1 0 0,0 1 0,0-3 0,0-1 0,0-1 0,0 1 0,-1-1 0,1 0 0,-1 1 0,-1 0 0,-2-10 0,2 11 0,0 0 0,1 0 0,0 0 0,0-1 0,0 1 0,1-1 0,-1 1 0,1 0 0,0-1 0,0 1 0,1-1 0,-1 1 0,2-5 0,-1 8 0,-1 0 0,1 0 0,-1 0 0,1 1 0,-1-1 0,1 0 0,0 0 0,-1 1 0,1-1 0,0 0 0,0 1 0,-1-1 0,1 1 0,0-1 0,0 1 0,0-1 0,0 1 0,0 0 0,0-1 0,0 1 0,0 0 0,0 0 0,0 0 0,0-1 0,0 1 0,0 0 0,0 0 0,0 1 0,-1-1 0,1 0 0,0 0 0,0 0 0,0 1 0,2 0 0,4 1 0,0 1 0,0-1 0,10 7 0,-10-5 0,63 36 0,17 7 0,-2-12 0,124 31 0,-101-34 0,-40-12-1365,-55-14-5461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2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24575,'-1'0'0,"0"1"0,1-1 0,-1 0 0,0 1 0,0-1 0,1 1 0,-1-1 0,1 1 0,-1-1 0,0 1 0,1-1 0,-1 1 0,1 0 0,0-1 0,-1 1 0,1 0 0,-1-1 0,1 1 0,0 0 0,-1-1 0,1 1 0,0 0 0,0 0 0,0 0 0,0-1 0,0 1 0,0 1 0,-2 23 0,3-15 0,0 1 0,1 0 0,0-1 0,1 1 0,0-1 0,1 0 0,0 0 0,7 12 0,-3-8 0,0 0 0,1-1 0,0 0 0,1-1 0,13 12 0,-21-22 0,1 1 0,-1-1 0,1 0 0,0 0 0,0 0 0,0 0 0,0 0 0,1-1 0,-1 1 0,0-1 0,0 0 0,1 0 0,3 1 0,-5-2 0,0 0 0,0 0 0,0-1 0,0 1 0,0 0 0,0-1 0,0 1 0,0-1 0,0 1 0,0-1 0,0 0 0,0 0 0,-1 0 0,1 0 0,0 0 0,-1 0 0,1-1 0,-1 1 0,1 0 0,-1-1 0,0 1 0,1-1 0,-1 0 0,1-2 0,2-4 0,0 0 0,0-1 0,-1 1 0,-1-1 0,1 1 0,-1-1 0,-1 0 0,1-13 0,0 9 0,0-1 0,5-14 0,-7 27 0,0 1 0,0 0 0,0 0 0,0-1 0,0 1 0,0 0 0,0 0 0,0-1 0,0 1 0,0 0 0,0 0 0,0 0 0,0-1 0,0 1 0,0 0 0,1 0 0,-1 0 0,0-1 0,0 1 0,0 0 0,0 0 0,1 0 0,-1 0 0,0 0 0,0-1 0,0 1 0,0 0 0,1 0 0,-1 0 0,0 0 0,0 0 0,1 0 0,-1 0 0,0 0 0,0 0 0,0 0 0,1 0 0,-1 0 0,0 0 0,0 0 0,1 0 0,-1 0 0,0 0 0,0 0 0,1 0 0,8 11 0,4 18 0,-13-29 0,18 53 0,-2 0 0,15 93 0,-27-119 0,-2-1 0,0 1 0,-4 47 0,2-72 0,0 0 0,0-1 0,0 1 0,-1 0 0,1 0 0,-1 0 0,1 0 0,-1-1 0,0 1 0,1 0 0,-1-1 0,0 1 0,0 0 0,0-1 0,-1 1 0,1-1 0,0 0 0,0 1 0,-1-1 0,-2 2 0,3-2 0,-1-1 0,0 1 0,0-1 0,0 0 0,1 1 0,-1-1 0,0 0 0,0 0 0,0 0 0,1 0 0,-1-1 0,0 1 0,0 0 0,0-1 0,1 1 0,-1-1 0,0 0 0,1 1 0,-1-1 0,-3-2 0,-7-3 0,0-1 0,1-1 0,-1 0 0,1 0 0,1-1 0,0 0 0,0-1 0,-10-13 0,19 22 0,1 0 0,-1 0 0,0 0 0,1 0 0,-1-1 0,1 1 0,-1 0 0,1 0 0,0 0 0,-1 0 0,1 0 0,0-1 0,0 1 0,0 0 0,0 0 0,0 0 0,0-1 0,0 1 0,0 0 0,1-2 0,0 1 0,0 1 0,-1-1 0,1 1 0,0-1 0,1 1 0,-1 0 0,0-1 0,0 1 0,0 0 0,1 0 0,-1 0 0,3-2 0,5-1 0,0-1 0,0 2 0,0-1 0,12-1 0,-13 2 0,15-4-35,30-7-1295,-41 12-5496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2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24575,'-7'96'0,"0"-16"0,6-61 0,2 1 0,0-1 0,1 0 0,1 0 0,1-1 0,0 1 0,8 18 0,-8-27 0,1 1 0,-1-1 0,2 0 0,0-1 0,0 1 0,0-1 0,1 0 0,1-1 0,0 0 0,0 0 0,0 0 0,1-1 0,12 8 0,9 1-1365,-17-11-5461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2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24575,'0'0'0,"0"-1"0,0 1 0,0 0 0,0-1 0,0 1 0,0 0 0,0-1 0,1 1 0,-1 0 0,0 0 0,0-1 0,0 1 0,0 0 0,1 0 0,-1-1 0,0 1 0,0 0 0,1 0 0,-1 0 0,0-1 0,1 1 0,-1 0 0,0 0 0,0 0 0,1 0 0,-1 0 0,0-1 0,1 1 0,-1 0 0,0 0 0,1 0 0,-1 0 0,0 0 0,1 0 0,-1 0 0,0 0 0,1 0 0,0 1 0,0 0 0,-1 0 0,1-1 0,0 1 0,-1 0 0,1 0 0,0 0 0,-1 0 0,1-1 0,-1 1 0,1 2 0,10 35 0,-10-34 0,29 154 0,5 20 0,-31-157 0,-3-14 0,1 0 0,0 0 0,0 0 0,5 9 0,-6-14 0,0 0 0,0 0 0,0-1 0,0 1 0,1-1 0,-1 1 0,0-1 0,1 1 0,0-1 0,-1 0 0,1 0 0,0 0 0,-1 1 0,1-2 0,0 1 0,0 0 0,0 0 0,0-1 0,0 1 0,2 0 0,6 0-455,0-1 0,13 0 0,-10-1-6371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3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 24575,'-20'10'0,"-7"6"0,-1 2 0,4-1-8191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3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24575,'34'26'0,"-2"1"0,-1 1 0,53 64 0,-64-67 0,-2 2 0,-1 0 0,-1 0 0,-2 2 0,21 54 0,-23-45 0,12 58 0,-21-79 0,-1 0 0,0 0 0,-1 0 0,-1 1 0,-1-1 0,-3 17 0,3-28-97,0-1-1,-1 1 1,0-1-1,0 1 1,0-1-1,0 0 1,-1 0-1,0 0 1,0 0-1,0 0 1,-1-1-1,0 1 0,-6 5 1,-2 0-6729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3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16 24575,'-28'-3'0,"-11"0"0,-2 0 0,4 0 0,5 1 0,6 1 0,5 0 0,3 1 0,5 0-8191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3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53 24575,'-30'-10'0,"-15"-3"0,-3 0 0,3 3 0,3 5 0,7 4 0,6 1 0,8 2-8191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6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26 24575,'-6'-7'0,"5"6"0,0-1 0,0 1 0,0-1 0,0 1 0,0-1 0,0 1 0,-1 0 0,1 0 0,0 0 0,-1-1 0,1 1 0,-1 1 0,-1-2 0,2 2 0,1 1 0,-1-1 0,1 1 0,-1-1 0,1 1 0,0-1 0,-1 1 0,1-1 0,0 1 0,-1-1 0,1 1 0,0-1 0,0 1 0,0 0 0,0-1 0,-1 1 0,1 0 0,0-1 0,0 1 0,0-1 0,0 2 0,0 18 0,0-17 0,0 8 0,0 4 0,0 0 0,1 0 0,1-1 0,3 17 0,-4-27 0,0 0 0,1 0 0,0 0 0,-1 0 0,1 0 0,0 0 0,1-1 0,-1 1 0,1-1 0,-1 1 0,1-1 0,0 0 0,0 0 0,1-1 0,-1 1 0,1-1 0,-1 1 0,8 3 0,5 0 0,1-1 0,-1 0 0,21 2 0,-37-7 0,5 1 0,-1 0 0,1-1 0,-1 1 0,1-1 0,-1 0 0,1-1 0,-1 1 0,1-1 0,-1 0 0,0 0 0,1 0 0,-1-1 0,0 0 0,0 1 0,0-1 0,0-1 0,0 1 0,0 0 0,-1-1 0,5-4 0,-4 3 0,0-1 0,0 1 0,0-1 0,-1 0 0,0 0 0,0 0 0,0 0 0,-1-1 0,0 1 0,0-1 0,0 0 0,0 1 0,-1-1 0,1-11 0,-2-64 0,1 95 0,1 33 0,9 49 0,48 127 0,18-7 0,-56-159 0,-17-47 0,8 25 0,-12-34 0,1 1 0,-1-1 0,0 1 0,0-1 0,1 1 0,-1-1 0,0 1 0,0-1 0,0 1 0,-1-1 0,1 1 0,0-1 0,0 1 0,-1-1 0,1 1 0,-1-1 0,1 0 0,-2 3 0,1-4 0,0 1 0,0-1 0,0 1 0,0-1 0,0 1 0,-1-1 0,1 0 0,0 0 0,0 1 0,0-1 0,0 0 0,0 0 0,-1 0 0,1 0 0,0-1 0,0 1 0,0 0 0,0 0 0,0-1 0,0 1 0,0 0 0,-1-1 0,0 0 0,-27-13 0,29 14 0,-23-14 0,1-1 0,0-1 0,1-1 0,1-1 0,1 0 0,-33-42 0,49 57 0,1-1 0,-1 0 0,1 0 0,0 0 0,0 0 0,0 0 0,0 0 0,1-1 0,0 1 0,0-1 0,-1-6 0,2 9 0,0 0 0,0-1 0,0 1 0,1 0 0,-1 0 0,1 0 0,-1-1 0,1 1 0,0 0 0,0 0 0,-1 0 0,2 0 0,-1 0 0,0 0 0,0 0 0,1 1 0,-1-1 0,1 0 0,-1 1 0,1-1 0,0 1 0,-1-1 0,1 1 0,4-2 0,4-2 19,0 1 0,1 0 1,-1 0-1,1 2 0,0-1 0,15-1 0,-13 2-394,1 0 0,-1-1 1,20-8-1,-23 7-6451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7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56 24575,'1'-5'0,"0"0"0,0 0 0,0 0 0,-1 1 0,0-1 0,-1-10 0,1 15 0,0-1 0,0 1 0,0-1 0,0 1 0,0-1 0,0 1 0,-1-1 0,1 1 0,0-1 0,0 1 0,-1-1 0,1 1 0,0-1 0,-1 1 0,1-1 0,0 1 0,-1 0 0,1-1 0,-1 1 0,1-1 0,-1 1 0,1 0 0,-1 0 0,1-1 0,-1 1 0,-1 0 0,1 0 0,0 0 0,-1 0 0,1 1 0,0-1 0,0 0 0,-1 1 0,1-1 0,0 1 0,0-1 0,0 1 0,0 0 0,0-1 0,0 1 0,0 0 0,-2 1 0,-4 5 0,1-1 0,0 1 0,0 0 0,0 0 0,1 1 0,0-1 0,0 1 0,1 0 0,0 1 0,1-1 0,-4 12 0,0 6 0,1 1 0,-4 41 0,9-49 0,0 0 0,1 0 0,1 1 0,1-1 0,1 0 0,7 24 0,-2-14 0,2 0 0,1-1 0,18 34 0,-13-35-259,2-1-1,0-1 1,30 31 0,-43-51-69,6 7-6498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8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24575,'-4'22'0,"-7"50"0,11-63 0,-1-1 0,2 1 0,-1-1 0,1 0 0,0 1 0,3 9 0,-2-12 0,0 0 0,1-1 0,-1 1 0,1-1 0,1 0 0,-1 0 0,1 0 0,0-1 0,0 1 0,0-1 0,1 0 0,-1 0 0,1 0 0,7 4 0,-11-8 0,0 1 0,1 0 0,-1-1 0,0 0 0,0 1 0,0-1 0,0 0 0,0 1 0,1-1 0,-1 0 0,0 0 0,0 0 0,0 0 0,0 0 0,1 0 0,-1-1 0,0 1 0,0 0 0,0-1 0,0 1 0,2-1 0,-1 0 0,0-1 0,-1 1 0,1 0 0,0-1 0,-1 1 0,1-1 0,-1 0 0,1 0 0,-1 1 0,2-5 0,1-1 0,0-2 0,-1 1 0,0 0 0,3-16 0,10-87 0,-16 111 0,5-28 0,-5 27 0,0 1 0,0-1 0,0 1 0,0-1 0,0 1 0,1 0 0,-1-1 0,0 1 0,0-1 0,0 1 0,0-1 0,1 1 0,-1 0 0,0-1 0,1 1 0,-1 0 0,0-1 0,0 1 0,1 0 0,-1-1 0,1 1 0,-1 0 0,0 0 0,1-1 0,-1 1 0,1 0 0,-1 0 0,0 0 0,1 0 0,-1 0 0,1-1 0,-1 1 0,1 0 0,-1 0 0,1 0 0,-1 0 0,0 0 0,1 0 0,-1 1 0,1-1 0,-1 0 0,1 0 0,-1 0 0,1 0 0,-1 0 0,0 1 0,1-1 0,-1 0 0,1 0 0,-1 1 0,0-1 0,1 0 0,-1 0 0,0 1 0,1-1 0,-1 1 0,0-1 0,13 15 0,0 0 0,15 26 0,11 14 0,-7-17 0,26 32 0,-49-58-1365,0-3-5461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8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2 24575,'0'0'0,"0"0"0,0 0 0,0 0 0,0 0 0,0-1 0,-1 1 0,1 0 0,0 0 0,0 0 0,0 0 0,0 0 0,0 0 0,0 0 0,-1 0 0,1 0 0,0 0 0,0 0 0,0 0 0,0 0 0,0 0 0,-1 0 0,1 0 0,0 0 0,0 0 0,0 0 0,0 0 0,-1 0 0,1 0 0,0 0 0,0 0 0,0 0 0,0 0 0,0 0 0,0 0 0,-1 0 0,1 0 0,0 0 0,0 1 0,0-1 0,0 0 0,0 0 0,0 0 0,-1 0 0,-3 10 0,1 10 0,5 0 0,0-1 0,1 0 0,1 1 0,1-2 0,12 31 0,-7-22 0,25 47 0,-31-68-1365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9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560 52 24575,'-2'-12'0,"2"8"0,0 0 0,-1 0 0,0 0 0,0 0 0,0 1 0,0-1 0,0 0 0,-3-4 0,-6 33 0,9-23 0,0 0 0,-1 0 0,1 0 0,-1-1 0,0 1 0,1 0 0,-1-1 0,0 1 0,0-1 0,0 0 0,0 1 0,0-1 0,0 0 0,0 0 0,0 0 0,-1-1 0,1 1 0,0 0 0,0-1 0,-5 1 0,-5 0 0,-1 0 0,-21-2 0,17 1 0,-146-9 0,-49 1 0,188 10-1365,5 2-5461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29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24575,'28'12'0,"0"2"0,-1 1 0,-1 1 0,-1 2 0,0 0 0,-1 2 0,28 30 0,-21-17 0,-3 2 0,0 0 0,-3 2 0,30 56 0,-43-71 0,-2 1 0,0 0 0,-1 0 0,-2 1 0,0-1 0,6 47 0,-12-59 0,0-1 0,-1 1 0,0 0 0,-1 0 0,0 0 0,0 0 0,-1-1 0,-1 1 0,0-1 0,0 1 0,-1-1 0,0 0 0,-1 0 0,0-1 0,-1 1 0,0-1 0,-13 15 0,1-6-273,-1-1 0,-1 0 0,-1-2 0,-26 16 0,25-18-6553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33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1 24575,'9'2'0,"16"7"0,-24-9 0,1 1 0,-1 0 0,0-1 0,0 1 0,0 0 0,0-1 0,0 1 0,1 0 0,-2 0 0,1 0 0,0 0 0,0 0 0,0 0 0,1 2 0,-2-2 0,0-1 0,0 1 0,0-1 0,0 1 0,0-1 0,0 1 0,0-1 0,0 1 0,0-1 0,0 1 0,0-1 0,0 1 0,0-1 0,-1 1 0,1-1 0,0 0 0,0 1 0,-1-1 0,1 1 0,0-1 0,-1 0 0,1 1 0,0-1 0,-1 0 0,1 1 0,0-1 0,-1 0 0,1 1 0,-1-1 0,1 0 0,-1 0 0,1 1 0,0-1 0,-1 0 0,1 0 0,-1 0 0,0 0 0,-20 5 0,-22-2 0,-66-4 0,37-1 0,30 2-1365,25 0-5461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33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15 24575,'-15'-3'0,"-7"0"0,-6 0 0,0 0 0,0 1 0,2 1 0,0 3 0,0 1 0,2 0 0,2 2 0,5 1-8191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35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29 24575,'-4'-4'0,"3"2"0,-1 0 0,0 0 0,0 0 0,0 0 0,-1 1 0,1-1 0,0 0 0,-1 1 0,1 0 0,-1-1 0,1 1 0,-1 0 0,0 0 0,-4 0 0,0 0 0,1 1 0,0 0 0,-1 0 0,1 1 0,0-1 0,0 2 0,0-1 0,0 1 0,-9 3 0,6-2 0,1 1 0,-1 0 0,1 0 0,0 1 0,-13 10 0,12-6 0,0 0 0,1 0 0,1 1 0,-1 0 0,2 0 0,-1 1 0,1 0 0,-7 19 0,-1 9 0,-11 49 0,24-84 0,-3 14 0,-1 21 0,0 1 0,0-4 0,2 1 0,4 62 0,0-34 0,0-54 0,0 0 0,5 20 0,-4-19 0,1 0 0,-1 14 0,0-8 0,4 22 0,-3-22 0,1 24 0,-2-21 0,4 22 0,-3-23 0,1 29 0,-3-15 0,-3 65 0,1-95 6,1 1-1,-1-1 0,-1 0 1,1 0-1,-1 0 0,1-1 1,-1 1-1,0 0 0,0 0 1,-1-1-1,1 0 0,-1 1 1,0-1-1,0 0 1,0 0-1,0 0 0,-7 4 1,-5 3-300,0-1 1,-32 13-1,35-16-287,-8 2-6245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35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1 24575,'-22'2'0,"-11"2"0,-1-1 0,2 0 0,4-2 0,4 1 0,4-2 0,3 0 0,1 0 0,2 0 0,0 0 0,0 0 0,-3 0 0,0 2 0,-1 2 0,1-1 0,3-1-8191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36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1 24575,'14'25'0,"-2"0"0,-1 2 0,-1-1 0,-1 1 0,6 29 0,-15-54 0,1 0 0,-1 0 0,1 0 0,-1 0 0,0 0 0,0 0 0,0 0 0,0 0 0,0 0 0,0 0 0,-1 0 0,1 0 0,-1 0 0,1 0 0,-1 0 0,0 0 0,0 0 0,0 0 0,0-1 0,0 1 0,0 0 0,0-1 0,0 1 0,-1-1 0,1 1 0,-1-1 0,1 0 0,-1 1 0,1-1 0,-1 0 0,0 0 0,0 0 0,0 0 0,1-1 0,-1 1 0,0 0 0,0-1 0,-4 1 0,-4 1 0,1-1 0,-1 0 0,1-1 0,-1 0 0,1 0 0,-19-4 0,8 0 0,-1-1 0,1 0 0,0-2 0,0 0 0,0-2 0,1 0 0,1-1 0,-32-22 0,48 31 0,0-1 0,-1 0 0,1 0 0,0 0 0,0-1 0,1 1 0,-1 0 0,0-1 0,1 1 0,-1-1 0,1 1 0,0-1 0,0 0 0,-1-3 0,2 5 0,0-1 0,0 1 0,0-1 0,0 1 0,0-1 0,0 1 0,0-1 0,1 1 0,-1-1 0,1 1 0,-1 0 0,1-1 0,-1 1 0,1 0 0,0-1 0,0 1 0,-1 0 0,1 0 0,0 0 0,0-1 0,0 1 0,1 0 0,-1 0 0,0 1 0,0-1 0,0 0 0,1 0 0,1-1 0,3 0 0,0 0 0,-1 0 0,1 0 0,0 0 0,0 1 0,0 0 0,0 0 0,6 0 0,54 3 0,-27 0 0,-30-2 0,0 1 0,-1 0 0,1 0 0,0 1 0,-1 0 0,1 0 0,-1 1 0,1 0 0,-1 1 0,0 0 0,-1 0 0,1 1 0,-1 0 0,0 0 0,0 1 0,11 11 0,-11-10 0,0-1 0,1 0 0,0 0 0,0 0 0,0-1 0,1 0 0,0-1 0,14 6 0,-11-7 0,1 1 0,0-2 0,-1 0 0,1 0 0,25-1 0,-22-1 0,-6 1 0,0-1 0,0 0 0,13-3 0,-21 3 0,0-1 0,0 1 0,-1-1 0,1 1 0,0-1 0,0 1 0,-1-1 0,1 0 0,-1 0 0,1 0 0,-1 0 0,1 0 0,-1 0 0,1 0 0,-1-1 0,0 1 0,0 0 0,0-1 0,1 1 0,-2-1 0,1 1 0,0-1 0,0 0 0,0-1 0,0 1 0,-1 0 0,0 0 0,0 1 0,0-1 0,0 0 0,-1 0 0,1 0 0,0 1 0,-1-1 0,1 0 0,-1 1 0,0-1 0,1 0 0,-1 1 0,0-1 0,0 1 0,0-1 0,0 1 0,0-1 0,-1 1 0,1 0 0,0 0 0,-1-1 0,1 1 0,-3-1 0,-4-4 0,-1 0 0,-18-8 0,25 13 0,-20-9-273,-1 1 0,-1 2 0,1 0 0,-47-6 0,48 10-6553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38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52 24575,'-1'2'0,"-1"1"0,1-1 0,-1 0 0,1 0 0,0 1 0,0-1 0,0 1 0,0-1 0,0 1 0,1-1 0,-1 1 0,1 3 0,-2 36 0,2-31 0,0-1 0,1-1 0,-1 1 0,5 19 0,-4-26 0,0 0 0,0 0 0,0 0 0,1-1 0,-1 1 0,1 0 0,2 3 0,-3-5 0,0 0 0,0 0 0,0 0 0,0 0 0,0 0 0,0 0 0,0 0 0,0-1 0,0 1 0,1-1 0,-1 1 0,0 0 0,1-1 0,-1 0 0,0 1 0,1-1 0,1 0 0,-2 0 0,0 0 0,0 0 0,1 0 0,-1-1 0,0 1 0,0 0 0,0-1 0,0 1 0,0-1 0,0 0 0,0 1 0,0-1 0,0 0 0,-1 1 0,1-1 0,0 0 0,0 0 0,-1 0 0,1 1 0,0-1 0,-1 0 0,1 0 0,-1 0 0,1 0 0,-1 0 0,1-1 0,-1 0 0,2-4 0,0 0 0,0 0 0,0-9 0,0-8 0,-2-43 0,0 0 0,0 65 0,0-1 0,0 1 0,0 0 0,0 0 0,0-1 0,1 1 0,-1 0 0,0 0 0,1 0 0,-1 0 0,0-1 0,1 1 0,0 0 0,-1 0 0,1 0 0,0 0 0,-1 0 0,1 0 0,0 0 0,0 1 0,0-1 0,0 0 0,2-1 0,-2 2 0,0-1 0,1 1 0,-1 0 0,0 0 0,1 0 0,-1 0 0,0 1 0,1-1 0,-1 0 0,0 0 0,0 1 0,1-1 0,-1 1 0,0-1 0,0 1 0,0-1 0,1 1 0,-1 0 0,0 0 0,0 0 0,2 1 0,117 116 0,-94-90 0,-17-19 0,0 0 0,-1 2 0,0-1 0,10 20 0,-15-21-1365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38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24575,'0'12'0,"1"0"0,1-1 0,0 1 0,0-1 0,1 1 0,1-1 0,7 17 0,44 72 0,-20-41 0,-34-57-65,0-1 0,0 0 0,-1 1 0,1-1 0,0 1 0,0-1 0,-1 1 0,1-1 0,-1 1 0,1-1 0,-1 1 0,0 0 0,1-1 0,-1 1 0,0 0 0,0-1 0,0 1 0,0 0 0,-1-1 0,1 3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38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471 91 24575,'-30'-17'0,"-16"-7"0,-3 2 0,2 6 0,5 7 0,3 7 0,1 3 0,1 5 0,-1 4 0,-2 2 0,4-1 0,8-1-8191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1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24575,'0'-1'0,"0"0"0,0 0 0,0 0 0,0 0 0,0 1 0,0-1 0,0 0 0,1 0 0,-1 0 0,0 0 0,1 0 0,-1 0 0,0 0 0,2-1 0,2 2 0,2 7 0,8 16 0,2-1 0,0 0 0,1-1 0,29 28 0,-13-20 0,72 50 0,-16-16-1365,-79-57-5461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1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0 24575,'-15'20'0,"-5"10"0,-2 1 0,3-1 0,5-4 0,5-4 0,1-2 0,2-3 0,2 1 0,2 0 0,-2-1 0,1 0 0,0-4-8191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1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24575,'-5'11'0,"0"0"0,1 1 0,1-1 0,0 1 0,-2 20 0,0 62 0,4-83 0,1 12 0,1 0 0,1-1 0,1 1 0,1-1 0,1 0 0,1 0 0,1 0 0,1-1 0,0 0 0,2 0 0,1-1 0,13 20 0,-19-31-151,1-1-1,0 0 0,0 0 0,1 0 1,0-1-1,0 0 0,1 0 1,15 10-1,-11-10-6674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2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24575,'3'22'0,"0"11"0,3 1 0,2-2 0,1-4 0,0-6 0,0-6 0,-1-4 0,3-3 0,0-2 0,2-2 0,-2-3-8191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2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38 24575,'-14'-5'0,"-65"-21"0,71 24 0,-1 1 0,0-1 0,1 1 0,-1 1 0,0 0 0,0 0 0,-10 2 0,16-2 0,0 0 0,1 1 0,-1 0 0,0 0 0,0 0 0,1 0 0,-1 0 0,1 0 0,-1 1 0,1-1 0,-1 1 0,1 0 0,0-1 0,0 1 0,0 0 0,0 0 0,0 1 0,0-1 0,0 0 0,-1 5 0,-1 0 0,2 1 0,-1 0 0,1 0 0,0 0 0,-1 13 0,1-7 0,2-12 0,0 0 0,-1 0 0,1 1 0,-1-1 0,0 0 0,0 0 0,1 0 0,-1 0 0,0 0 0,-1 0 0,1 0 0,0 0 0,-1 0 0,1 0 0,-1-1 0,1 1 0,-1-1 0,-3 3 0,3-3 0,-1 0 0,0 0 0,1 0 0,-1 0 0,0 0 0,0-1 0,0 1 0,0-1 0,0 0 0,0 0 0,0 0 0,1 0 0,-1 0 0,-4-2 0,-29-8-1365,20 4-5461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2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24575,'23'-6'0,"0"1"0,1 1 0,34-1 0,-48 5 0,0 0 0,0 1 0,0 0 0,0 1 0,0 0 0,0 1 0,0 0 0,-1 0 0,0 1 0,17 9 0,-13-4 0,1 1 0,-1 1 0,0 0 0,-1 1 0,-1 0 0,0 1 0,0 0 0,15 26 0,-6-3 0,0 2 0,18 51 0,-21-43 0,13 57 0,-24-74 0,-1-1 0,-2 1 0,1 40 0,-4-59-105,-1 1 0,0-1 0,-1 0 0,0 1 0,0-1 0,-1 0 0,0 0 0,-1-1 0,0 1 0,-1-1 0,0 1 0,-8 10 0,1-4-6721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3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133 459 24575,'-16'2'0,"0"0"0,-25 8 0,37-9 0,0 0 0,1 0 0,-1 1 0,1-1 0,-1 1 0,1 0 0,0 0 0,0 0 0,0 1 0,0-1 0,0 1 0,0-1 0,1 1 0,-1 0 0,1 0 0,0 0 0,-3 4 0,5-5 0,-1 0 0,1 1 0,-1-1 0,1 0 0,0 0 0,0 0 0,0 1 0,0-1 0,0 0 0,0 0 0,1 1 0,-1-1 0,1 0 0,-1 0 0,1 0 0,0 0 0,0 0 0,0 0 0,0 0 0,0 0 0,1 0 0,-1 0 0,0-1 0,1 1 0,2 2 0,5 5 0,0-1 0,1-1 0,13 9 0,-22-15 0,4 2 0,0 0 0,0 0 0,1 0 0,-1-1 0,1 0 0,-1 0 0,1-1 0,0 1 0,-1-1 0,1 0 0,0-1 0,0 1 0,0-1 0,12-2 0,-15 2 0,0-1 0,1 0 0,-1 0 0,0 0 0,0-1 0,1 1 0,-1-1 0,0 1 0,0-1 0,-1 0 0,1 0 0,0-1 0,-1 1 0,1-1 0,-1 1 0,0-1 0,1 0 0,-1 1 0,-1-1 0,1 0 0,0 0 0,-1-1 0,0 1 0,1 0 0,-1 0 0,0-5 0,2-4 0,-2 0 0,0 0 0,-1-1 0,0 1 0,0 0 0,-1 0 0,-1 0 0,-4-16 0,-5-9 0,-18-46 0,-85-156 0,86 185 0,13 24 0,12 28 0,3 7 0,1 10 0,8 25 0,25 76 0,27 36 0,10-13 71,-34-71-1507,-31-56-5390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3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24575,'2'13'0,"4"6"0,3 5 0,3 2 0,-1-3 0,0-1 0,1 0 0,-2-1 0,0-2 0,-1-1 0,-3-2 0,0-3 0,0-1 0,-2-1 0,-4-1 0,-2-6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3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338 169 24575,'-5'-24'0,"-15"-37"0,17 53 0,0 0 0,-1 1 0,0-1 0,0 1 0,-1 0 0,0 0 0,0 0 0,-9-7 0,14 13 0,-1 0 0,0 0 0,0 1 0,0-1 0,0 0 0,0 0 0,0 1 0,0-1 0,0 0 0,0 1 0,0 0 0,0-1 0,-1 1 0,1-1 0,0 1 0,0 0 0,0 0 0,-1 0 0,1 0 0,0 0 0,0 0 0,0 0 0,-1 0 0,1 0 0,-2 1 0,2 0 0,-1 0 0,1 0 0,0 0 0,0 0 0,-1 0 0,1 0 0,0 1 0,0-1 0,0 0 0,0 1 0,1-1 0,-1 1 0,0-1 0,1 1 0,-1-1 0,1 1 0,-1 0 0,0 2 0,-6 35 0,6-27 0,-1 0 0,-1 0 0,-7 20 0,9-28 0,-1 0 0,0-1 0,-1 1 0,1 0 0,0-1 0,-1 1 0,0-1 0,0 0 0,0 0 0,0 0 0,0 0 0,-1-1 0,1 1 0,-7 2 0,-2 0 4,0 0-1,0-1 1,-1-1-1,1 0 1,-20 2-1,-9 2-1389,27-4-5440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6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0 24575,'-12'0'0,"-8"0"0,1 3 0,1 0 0,0 0 0,2 0 0,0-1 0,1 1 0,0 1 0,0 0 0,0-2 0,1 0 0,2-1-8191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6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32 24575,'-28'-8'0,"-11"-2"0,-4 3 0,2 3 0,6 2 0,7 3 0,7 3-8191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8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77 24575,'0'-5'0,"0"1"0,0-1 0,-1 0 0,1 1 0,-1-1 0,0 1 0,-1 0 0,1-1 0,-1 1 0,-2-4 0,3 6 0,0 0 0,0 1 0,0-1 0,-1 0 0,1 1 0,-1 0 0,1-1 0,-1 1 0,0 0 0,0 0 0,1 0 0,-1 0 0,0 0 0,0 0 0,0 0 0,0 1 0,0-1 0,0 1 0,0-1 0,0 1 0,0 0 0,0 0 0,0 0 0,-2 0 0,-5 1 0,0 1 0,1 0 0,-1 0 0,1 1 0,0 0 0,-13 6 0,-13 5 0,26-11 0,1 0 0,-1 1 0,1 0 0,0 0 0,0 0 0,0 1 0,-9 8 0,4-1 0,0 1 0,-15 21 0,19-23 0,1-1 0,1 1 0,-1 1 0,2-1 0,0 1 0,0 0 0,1 1 0,1-1 0,0 0 0,0 1 0,1 0 0,1 0 0,0 24 0,2 253 0,0-271 0,1 0 0,1 1 0,8 24 0,1 17 0,4 63 0,-2-27 0,-7-53 0,-3-22 0,1 36 0,-5-27 0,-1 56 0,0-82-52,0 1-1,1-1 1,-2 1-1,1-1 1,-1 0-1,1 0 1,-2 1-1,1-1 1,0-1-1,-1 1 1,0 0-1,0 0 1,-1-1-1,1 0 1,-1 0-1,0 0 1,0 0-1,0 0 1,0-1-1,-1 0 1,1 0-1,-1 0 0,0 0 1,0-1-1,-7 3 1,-1-2-6774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49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0 24575,'-20'3'0,"-9"0"0,-2 0 0,1 0 0,1-1 0,3-1 0,4-1 0,2 1 0,3-1 0,1 0 0,1-1 0,-1 1 0,-2 0 0,3 0-8191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0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385 11 24575,'0'0'0,"-3"31"0,-11 44 0,12-66 0,-1-1 0,1 0 0,-1 0 0,-1-1 0,0 1 0,0-1 0,0 0 0,-1 0 0,0 0 0,-9 10 0,11-14 0,-1-1 0,1 1 0,0-1 0,-1 1 0,0-1 0,0 0 0,1-1 0,-1 1 0,0-1 0,0 1 0,-1-1 0,-5 0 0,3 0 0,0-1 0,0 0 0,0 0 0,0 0 0,1-1 0,-1 0 0,-7-3 0,0 0 0,1-1 0,1 0 0,-1-1 0,1 0 0,0-1 0,0-1 0,-12-10 0,14 10 0,0-1 0,1-1 0,0 0 0,-13-17 0,19 22 0,-1-1 0,1 0 0,0 1 0,0-1 0,1 0 0,0 0 0,0-1 0,0 1 0,1 0 0,-1-1 0,1-9 0,1 15 0,0 0 0,0 0 0,0 0 0,0 0 0,0 1 0,0-1 0,0 0 0,0 0 0,1 0 0,-1 0 0,0 0 0,1 0 0,-1 0 0,1 0 0,-1 0 0,1 1 0,-1-1 0,1 0 0,0 0 0,-1 1 0,1-1 0,0 0 0,-1 1 0,1-1 0,0 1 0,1-1 0,0 0 0,0 0 0,0 1 0,0 0 0,0-1 0,0 1 0,0 0 0,0 0 0,1 0 0,-1 0 0,0 1 0,3 0 0,5 2 0,0 0 0,0 1 0,17 9 0,76 49 0,-69-40 0,0-1 0,1-2 0,63 24 0,-81-37 0,0 0 0,0-2 0,1 0 0,0-1 0,-1-1 0,1 0 0,20-2 0,-35 0 0,-1 0 0,1-1 0,0 1 0,-1-1 0,1 1 0,0-1 0,-1 0 0,1 0 0,-1 0 0,1-1 0,-1 1 0,0-1 0,1 1 0,-1-1 0,0 0 0,0 1 0,0-1 0,0 0 0,-1-1 0,1 1 0,-1 0 0,1 0 0,-1-1 0,1 1 0,-1-1 0,0 1 0,0-1 0,-1 1 0,1-1 0,0 0 0,-1 1 0,0-1 0,1 0 0,-1 1 0,0-1 0,0 0 0,-1 0 0,1 1 0,0-1 0,-1 0 0,0 1 0,0-1 0,0 1 0,-1-5 0,-2 0 9,1 0 1,-1 0-1,0 1 0,-1-1 0,0 1 1,0 0-1,0 0 0,0 0 0,-1 1 0,0-1 1,-1 1-1,-6-4 0,4 4-174,0 0 0,-1 1 0,1 0 0,-1 0 0,0 1 0,0 0 0,0 1 0,-19-2 0,11 3-6661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2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24575,'2'-2'0,"2"6"0,4 6 0,28 53 0,-24-40 0,0-1 0,2 0 0,31 36 0,-45-57 0,0-1 0,0 1 0,1-1 0,-1 0 0,0 1 0,0-1 0,1 0 0,-1 0 0,0 1 0,1-1 0,-1 0 0,0 0 0,1 1 0,-1-1 0,1 0 0,-1 0 0,0 0 0,1 1 0,-1-1 0,1 0 0,-1 0 0,0 0 0,1 0 0,-1 0 0,1 0 0,-1 0 0,1 0 0,-1 0 0,1 0 0,0-1 0,-1 0 0,1 1 0,-1-1 0,0 1 0,1-1 0,-1 0 0,0 1 0,1-1 0,-1 0 0,0 1 0,1-1 0,-1 0 0,0 1 0,0-1 0,0-1 0,0-35 0,0 31 0,-1-21 0,1-52 0,0 78 0,0-1 0,0 1 0,0-1 0,1 1 0,-1-1 0,0 1 0,1 0 0,-1-1 0,1 1 0,-1 0 0,1-1 0,0 1 0,0 0 0,-1 0 0,1-1 0,0 1 0,0 0 0,0 0 0,0 0 0,0 0 0,0 0 0,3-1 0,-2 1 0,1 0 0,-1 1 0,0-1 0,1 1 0,-1-1 0,1 1 0,-1 0 0,0 0 0,1 0 0,-1 0 0,1 1 0,3 0 0,6 2 0,-1 1 0,1 0 0,0 1 0,11 6 0,3 3 0,27 18 0,-44-25 0,0 0 0,0 0 0,0 0 0,-1 1 0,14 18 0,-19-17-88,-7-7 281,-12-5-1277,15 3 698,-9-3-6440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2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0 24575,'-10'0'0,"-6"0"0,0 3 0,0 0 0,0 0 0,3 2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2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24575,'6'15'0,"3"8"0,0 2 0,2-1 0,1-1 0,-1-3 0,0-2 0,0-1 0,1-2 0,1 0 0,1 0 0,-2-1 0,-3-2-8191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3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24575,'26'7'0,"0"1"0,-1 1 0,0 1 0,-1 1 0,0 2 0,42 28 0,-48-27 0,-1 0 0,-1 1 0,-1 0 0,0 1 0,-1 1 0,0 0 0,-2 1 0,20 37 0,-21-33 0,0 0 0,-2 1 0,-1 0 0,7 33 0,-13-48 0,-1 0 0,0 0 0,0 0 0,-1 0 0,0 0 0,0 0 0,-1 0 0,0 0 0,-1 0 0,0 0 0,0 0 0,0-1 0,-1 1 0,0-1 0,-1 1 0,0-1 0,-5 7 0,3-6-170,0-1-1,-1 0 0,0 0 1,0 0-1,-1-1 0,0 0 1,-9 5-1,-4 1-6655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3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0 24575,'-20'17'0,"2"0"0,0 2 0,-21 26 0,35-39 0,0-1 0,0 1 0,1 0 0,-1 1 0,1-1 0,1 1 0,-1-1 0,1 1 0,0 0 0,1 0 0,0 0 0,0 0 0,0 0 0,1 0 0,0 0 0,1 14 0,3-7 0,0-1 0,0 1 0,2-1 0,0 1 0,0-2 0,1 1 0,14 20 0,0-6 0,50 51 0,-46-54-195,2-1 0,0-1 0,2-1 0,0-1 0,2-2 0,45 21 0,-53-30-6631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4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24575,'10'30'0,"6"12"0,3 2 0,0-1 0,0-6 0,-3-7 0,-3-6 0,0-4 0,0-1 0,-2-3-8191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4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574 42 24575,'-28'-5'0,"-14"-2"0,-7-2 0,-1 1 0,4 1 0,2 2 0,3 5 0,1 4 0,0 2 0,-1 2 0,-1 3 0,0 1 0,3 2 0,10-2-8191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5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24575,'8'14'0,"0"0"0,0-1 0,1 0 0,1-1 0,20 21 0,-11-16 0,1-1 0,39 26 0,6-1 0,110 64 0,-158-96-1365,-2-2-5461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5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0 24575,'-15'18'0,"-5"8"0,1 2 0,3-1 0,3-3 0,3-2 0,3-3 0,0-3 0,2 0 0,-1-1 0,-2-1 0,0-3-8191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5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0 24575,'-12'30'0,"-5"15"0,1 8 0,3-1 0,4-1 0,6-5 0,6-5 0,7-1 0,5-3 0,2-3 0,4-5 0,0-2 0,-1-3 0,-1-3 0,-1-5 0,-4-6-8191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5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24575,'3'22'0,"3"11"0,3 2 0,0-3 0,1-4 0,1-5 0,2-5 0,1-4 0,0-2 0,1-3 0,0 0 0,0-2 0,0-2 0,0-2 0,-3-1-8191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6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517 0 24575,'-24'3'0,"-1"0"0,1 2 0,-39 12 0,49-12 0,0 0 0,1 2 0,0 0 0,0 0 0,0 1 0,1 1 0,-14 12 0,19-15 9,1-1-1,-1 0 1,0 0-1,-1-1 1,1 0 0,-1 0-1,0-1 1,0 0-1,0 0 1,0-1-1,-1 0 1,1 0-1,-12 0 1,5-2-221,0 0 0,1 0 0,-1-2-1,0 0 1,1-1 0,-27-8 0,27 7-6614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6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24575,'23'18'0,"-1"0"0,-1 2 0,0 1 0,-2 0 0,0 2 0,-2 0 0,0 1 0,-2 0 0,0 2 0,-2-1 0,-1 2 0,-1 0 0,-1 0 0,-1 1 0,-2 0 0,-1 1 0,-1-1 0,-1 1 0,-1 53 0,-3-74 14,-1 1-1,1-1 0,-2 0 0,1 1 1,-1-1-1,-1 0 0,1 0 1,-8 13-1,8-18-84,0 1 1,0-1-1,0 0 0,0 0 0,-1 0 1,0-1-1,1 1 0,-1 0 1,0-1-1,0 0 0,-1 0 0,1 0 1,0 0-1,-1 0 0,1-1 1,-1 1-1,1-1 0,-1 0 0,0 0 1,-7 0-1,-2 0-6755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6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195 399 24575,'-25'0'0,"-45"6"0,64-6 0,-1 2 0,1-1 0,-1 1 0,1 0 0,-1 0 0,1 1 0,0 0 0,0 0 0,0 0 0,1 1 0,-11 8 0,15-11 0,-1 1 0,1-1 0,0 1 0,0-1 0,-1 1 0,1 0 0,0-1 0,0 1 0,1 0 0,-1 0 0,0 0 0,1 0 0,-1 0 0,1 0 0,-1 0 0,1 0 0,0 0 0,0 0 0,0 2 0,0-1 0,1 0 0,0 0 0,0 1 0,0-1 0,0 0 0,0-1 0,1 1 0,-1 0 0,1 0 0,0-1 0,2 5 0,0-3 0,-1 0 0,1-1 0,0 1 0,0 0 0,1-1 0,-1 0 0,1 0 0,-1 0 0,1-1 0,0 0 0,0 1 0,0-2 0,0 1 0,7 1 0,-9-3 0,0 1 0,0-1 0,0 0 0,-1-1 0,1 1 0,0 0 0,0-1 0,-1 1 0,1-1 0,0 0 0,-1 0 0,1 0 0,-1 0 0,1-1 0,-1 1 0,3-2 0,-2 0 0,-1 0 0,1 0 0,0 1 0,-1-2 0,0 1 0,1 0 0,-1 0 0,-1-1 0,1 1 0,1-5 0,1-5 0,0 0 0,-1 0 0,-1-1 0,-1 1 0,1-21 0,-2 11 0,-2-1 0,0 1 0,-2-1 0,0 1 0,-2 0 0,0 1 0,-11-25 0,-7-8 0,-49-81 0,73 136 0,-1-1 0,1 0 0,-1 0 0,1 0 0,-1 0 0,1 0 0,-1 1 0,1-1 0,-1 0 0,0 1 0,0-1 0,1 0 0,-1 1 0,0-1 0,-1 0 0,2 1 0,0 1 0,0-1 0,-1 0 0,1 0 0,0 0 0,0 1 0,-1-1 0,1 0 0,0 0 0,0 0 0,0 1 0,0-1 0,-1 0 0,1 0 0,0 1 0,0-1 0,0 0 0,0 1 0,0-1 0,0 0 0,0 0 0,0 1 0,0-1 0,0 0 0,0 1 0,0-1 0,0 0 0,0 1 0,0-1 0,2 33 0,-2-32 0,7 45 0,22 77 0,-20-94 0,1 0 0,2-1 0,25 45 0,-24-53-341,1-1 0,1-1-1,30 30 1,-31-35-6485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7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24575,'8'20'0,"4"9"0,1 3 0,0-3 0,1-3 0,1-3 0,-3-4 0,-1-2 0,-2-1 0,-2-2 0,-3-5 0,-2-6 0,-4-7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7:57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82 24575,'-3'-5'0,"-5"-9"0,-13-18 0,19 30 0,0-1 0,0 0 0,0 1 0,-1-1 0,1 1 0,-1 0 0,0 0 0,0 0 0,0 0 0,0 0 0,0 0 0,-5-1 0,7 3 0,-1 0 0,1 0 0,0 0 0,-1 0 0,1 0 0,-1 1 0,1-1 0,0 0 0,-1 1 0,1-1 0,0 1 0,-1-1 0,1 1 0,0 0 0,0-1 0,-1 1 0,1 0 0,0 0 0,0 0 0,0 0 0,0 0 0,0 0 0,0 0 0,1 1 0,-1-1 0,0 0 0,0 0 0,1 1 0,-1 1 0,-4 5 0,2 1 0,-6 18 0,8-25 0,-8 37 0,7-27 0,-1 0 0,-1 0 0,1 0 0,-11 20 0,13-29 0,-1 0 0,0 0 0,0 0 0,0-1 0,-1 1 0,1-1 0,-1 1 0,1-1 0,-1 0 0,0 0 0,0 0 0,0 0 0,0 0 0,0-1 0,0 1 0,0-1 0,-1 0 0,1 0 0,0 0 0,-1-1 0,-6 1 0,-58-1-231,51 0-903,4-1-5692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0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24575,'-1'0'0,"1"0"0,-1 1 0,1-1 0,-1 0 0,1 0 0,-1 1 0,1-1 0,-1 0 0,1 0 0,-1 1 0,1-1 0,-1 1 0,1-1 0,0 0 0,-1 1 0,1-1 0,0 1 0,-1-1 0,1 1 0,0-1 0,0 1 0,-1-1 0,1 1 0,0-1 0,0 1 0,0-1 0,0 1 0,0 0 0,0-1 0,0 1 0,0-1 0,0 1 0,0-1 0,0 1 0,0 0 0,0-1 0,0 1 0,0-1 0,1 1 0,5 24 0,3-4 0,17 32 0,5 9 0,-24-45 0,-1 0 0,7 28 0,-12-40 0,0-1 0,-1 1 0,1-1 0,-1 1 0,0-1 0,0 1 0,0-1 0,-1 0 0,0 1 0,1-1 0,-1 1 0,-1-1 0,1 0 0,-1 0 0,0 0 0,-3 6 0,-3-1-1365,-1-3-5461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0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442 0 24575,'-31'0'0,"-14"0"0,-7 0 0,0 0 0,6 0 0,6 0 0,5 0 0,6 0 0,3 0 0,0 3 0,3 0 0,2 3 0,5 0-8191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2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37 24575,'-12'-6'0,"-1"0"0,0 1 0,0 0 0,-1 1 0,1 1 0,-1 0 0,-25-2 0,32 5 0,-1 0 0,1 1 0,0-1 0,0 1 0,0 1 0,0-1 0,0 1 0,1 0 0,-1 1 0,0 0 0,1 0 0,0 0 0,0 1 0,0 0 0,0 0 0,0 0 0,-6 7 0,6-5 0,-1 1 0,1 0 0,0 0 0,0 1 0,1 0 0,0 0 0,1 0 0,0 0 0,0 1 0,0-1 0,1 1 0,1 0 0,0 0 0,0 0 0,0 1 0,0 11 0,2 15 0,2 91 0,1-108 0,1 0 0,11 33 0,-6-24 0,39 104 0,-6-21 0,-35-91 0,-1 1 0,-2 0 0,0 0 0,-1 1 0,-1-1 0,-1 0 0,-2 33 0,0-49 8,0 0 0,0 0 0,0 0 0,-1 0 0,1 0 0,-1 0 0,-1 0 0,1-1 0,-1 1 0,1-1 0,-1 1 0,-1-1 0,1 0 0,-6 5 0,1-2-220,0 0 0,-1-1 0,1-1-1,-1 1 1,0-1 0,-13 4 0,6-2-6614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4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14 24575,'-1'0'0,"1"0"0,-1-1 0,1 1 0,-1 0 0,1-1 0,-1 1 0,1 0 0,-1 0 0,1-1 0,-1 1 0,1 0 0,-1 0 0,1 0 0,-1 0 0,0 0 0,1 0 0,-1 0 0,1 0 0,-1 0 0,0 0 0,1 0 0,-1 0 0,1 0 0,-1 1 0,1-1 0,-1 0 0,1 0 0,-1 0 0,1 1 0,-1-1 0,1 0 0,-1 1 0,1-1 0,-1 1 0,1-1 0,0 0 0,-1 1 0,1-1 0,-1 1 0,1-1 0,0 1 0,0-1 0,-1 1 0,1-1 0,0 1 0,0-1 0,0 1 0,0 0 0,-1-1 0,1 1 0,0 0 0,0 2 0,0 0 0,0 0 0,0 0 0,0-1 0,0 1 0,1 0 0,0 0 0,-1 0 0,3 3 0,2 6 0,1-1 0,0 0 0,1 0 0,0-1 0,1 0 0,0-1 0,18 17 0,-25-25 0,-1-1 0,1 1 0,-1-1 0,1 1 0,-1-1 0,1 0 0,-1 1 0,1-1 0,-1 0 0,1 1 0,-1-1 0,1 0 0,0 0 0,-1 1 0,1-1 0,0 0 0,-1 0 0,1 0 0,0 0 0,-1 0 0,1 0 0,0 0 0,0 0 0,-1-1 0,1 1 0,-1 0 0,1-1 0,-1 1 0,1-1 0,-1 1 0,0-1 0,1 1 0,-1-1 0,0 1 0,0-1 0,1 1 0,-1-1 0,0 1 0,0-1 0,0 1 0,1-1 0,-1-1 0,0-5 0,1 0 0,-1 1 0,-1-11 0,0 10 0,1-4 0,-1 2 0,1-1 0,0 1 0,0-1 0,1 0 0,3-12 0,-3 20 0,-1 1 0,1-1 0,-1 1 0,1 0 0,-1-1 0,1 1 0,0 0 0,0-1 0,0 1 0,0 0 0,0 0 0,0 0 0,0 0 0,0 0 0,0 0 0,3-2 0,-2 3 0,0-1 0,0 1 0,-1-1 0,1 1 0,0 0 0,0 0 0,0 0 0,0 0 0,0 0 0,-1 0 0,1 0 0,0 1 0,0-1 0,0 1 0,0-1 0,-1 1 0,3 1 0,9 4 0,-1 0 0,-1 2 0,1-1 0,-1 1 0,-1 1 0,1 0 0,-2 0 0,1 1 0,-1 0 0,-1 1 0,1 0 0,-2 1 0,8 13 0,-14-23-91,-1-1 0,1 0 0,-1 0 0,1 1 0,-1-1 0,1 0 0,-1 0 0,0 1 0,0-1 0,1 0 0,-1 1 0,0-1 0,0 0 0,-1 3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4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77 24575,'-30'-10'0,"-13"-3"0,-1-3 0,4 3 0,7 2 0,6 4 0,5 3 0,4 2 0,2 1 0,5 4 0,0 1 0,1 0 0,1 1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5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24575,'5'13'0,"4"6"0,3 5 0,2 2 0,-1-3 0,-1-1 0,1-2 0,0-1 0,-2 1 0,0-2 0,-2-1 0,-3 0 0,-2-5-8191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5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24575,'30'21'0,"12"10"0,2 9 0,-4 4 0,-6 1 0,-10-1 0,-8 0 0,-7-2 0,-5-1 0,-3-3 0,-2-2 0,-3-2 0,-6-3 0,-4-1 0,-2-3 0,-1-6 0,3-7-8191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6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0 24575,'-15'24'0,"0"0"0,2 1 0,-17 47 0,27-63 0,0 0 0,0 0 0,2 0 0,-1 1 0,1-1 0,0 0 0,1 1 0,0-1 0,0 1 0,1-1 0,1 1 0,0-1 0,0 0 0,0 0 0,5 9 0,1-1 0,2 0 0,0-1 0,1 0 0,1-1 0,0 0 0,1-1 0,0 0 0,1-1 0,1-1 0,0 0 0,1-1 0,30 17 0,-27-20-1365,-3-2-5461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6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24575,'0'20'0,"3"11"0,2 4 0,2-2 0,1-4 0,2-5 0,0-3 0,0-4 0,1-1 0,-1-2 0,0 1 0,0-4 0,0 0 0,-3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6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475 38 24575,'-28'-10'0,"-11"-3"0,-4 3 0,2 5 0,4 7 0,2 5 0,1 4 0,0 0 0,-1 1 0,-3-2 0,-1 0 0,-1-2 0,8-1-8191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8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24575,'0'0'0,"0"0"0,0 0 0,0 1 0,0-1 0,0 0 0,0 0 0,0 0 0,0 0 0,0 0 0,0 0 0,0 0 0,0 0 0,0 0 0,0 0 0,0 0 0,0 0 0,0 0 0,0 0 0,0 0 0,0 0 0,0 0 0,0 0 0,1 0 0,-1 0 0,0 0 0,0 0 0,0 0 0,0 0 0,0 0 0,0 0 0,0 0 0,0 0 0,0 0 0,0 0 0,0 0 0,0 0 0,0 0 0,0 0 0,0 0 0,1 0 0,-1 0 0,0 0 0,0 0 0,0 0 0,0 0 0,0 0 0,0 0 0,0 0 0,0 0 0,0 0 0,0 0 0,0 0 0,0 0 0,0 0 0,0 0 0,0 0 0,0 0 0,0-1 0,0 1 0,0 0 0,0 0 0,0 0 0,0 0 0,0 0 0,0 0 0,0 0 0,0 0 0,0 0 0,6 7 0,5 9 0,1 10 0,-4-7 0,18 27 0,-26-46 0,0 1 0,0 0 0,1-1 0,-1 1 0,1-1 0,-1 1 0,0-1 0,1 1 0,-1-1 0,1 1 0,-1-1 0,1 1 0,0-1 0,-1 1 0,1-1 0,-1 0 0,1 1 0,0-1 0,-1 0 0,1 0 0,0 1 0,-1-1 0,2 0 0,-2 0 0,1-1 0,-1 1 0,1 0 0,-1-1 0,1 1 0,-1 0 0,0-1 0,1 1 0,-1-1 0,1 1 0,-1-1 0,0 1 0,1-1 0,-1 1 0,0-1 0,0 1 0,1-1 0,-1 1 0,0-1 0,0 0 0,2-6 0,-1 1 0,0-1 0,-1-9 0,0-2 0,1-22 0,0 37 0,-1 0 0,1-1 0,-1 1 0,1 0 0,0 0 0,0 0 0,1 0 0,-1 0 0,4-5 0,-5 8 0,1-1 0,0 0 0,0 0 0,-1 1 0,1-1 0,0 1 0,0-1 0,0 1 0,-1-1 0,1 1 0,0-1 0,0 1 0,0 0 0,0 0 0,0-1 0,0 1 0,0 0 0,0 0 0,0 0 0,0 0 0,0 0 0,0 0 0,0 0 0,0 0 0,0 1 0,0-1 0,0 0 0,0 0 0,-1 1 0,1-1 0,0 1 0,0-1 0,0 1 0,0-1 0,0 2 0,7 3 0,-2 0 0,1 0 0,7 9 0,-2-3 0,3 1-119,3 2-297,-1 1 1,21 23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8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24 24575,'-2'-8'0,"-1"1"0,2 1 0,2 4 0,3 5 0,0 4 0,3 4 0,3 2 0,-2 2 0,2 3 0,1 1 0,-1 0 0,0-1 0,1-1 0,1-1 0,-4-5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8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24 24575,'-25'-8'0,"-11"1"0,-2 1 0,4 4 0,1 2 0,5 4 0,2 4 0,0 3 0,-3-1 0,-2 1 0,0-1 0,3-1 0,5-1-8191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9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 24575,'-4'-11'0,"10"13"0,15 19 0,-14-14 0,128 105 0,-82-71 0,-39-30-341,1-1 0,0 0-1,28 13 1,-26-16-6485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09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1 24575,'-13'17'0,"-4"9"0,-1 2 0,2 2 0,1-2 0,3-4 0,2 0 0,2-2 0,0-2 0,-2-2 0,2-2 0,-1-1 0,-1-2 0,-2-2 0,0-3 0,0-2-8191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10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 24575,'-10'27'0,"-3"18"0,0 7 0,6 1 0,5-4 0,7-3 0,4-4 0,1-4 0,1-6 0,1-4 0,2-3 0,0-4 0,-2-4 0,-1-1 0,1-3 0,-2-5-8191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10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24575,'0'28'0,"3"14"0,0 2 0,3-4 0,2-3 0,1-6 0,0-5 0,-1-5 0,1-4 0,1-1 0,2-2 0,1-3 0,1-3 0,0-3 0,-2-3-8191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10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0 24575,'-26'3'0,"1"1"0,-37 9 0,50-10 0,1 1 0,0 1 0,0 0 0,1 0 0,-1 1 0,1 0 0,-15 12 0,22-16 0,-10 10 0,-26 16 0,33-25 0,1 0 0,0 0 0,-1-1 0,1 0 0,-1 0 0,0 0 0,0-1 0,-11 1 0,10-1-114,0 0 1,1-1-1,-1 0 0,0 0 0,0-1 1,0 1-1,1-2 0,-1 1 0,1-1 1,-1 0-1,-8-4 0,5 0-6712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11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24575,'33'23'-149,"-2"1"1,-1 2-1,-1 2 0,-2 0 0,37 48 0,-44-48 172,-2 0-1,-1 2 0,-1 0 0,-1 0 0,-2 1 0,17 59 0,-26-75 44,-1 1 1,0 0-1,-1 0 0,-1 0 0,0 26 1,-2-37-52,1-1-1,-1 1 1,1 0 0,-1 0 0,-1 0 0,1-1-1,-1 1 1,0-1 0,0 1 0,0-1 0,0 1-1,-1-1 1,0 0 0,1 0 0,-2-1 0,1 1-1,0 0 1,-1-1 0,0 0 0,1 0 0,-1 0-1,-6 3 1,-5 1-1380,2-1-5461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11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138 443 24575,'-16'1'0,"2"1"0,1-1 0,0 2 0,0-1 0,-13 6 0,24-7 0,-1-1 0,1 1 0,-1 0 0,1 1 0,0-1 0,0 0 0,0 1 0,0-1 0,0 1 0,0-1 0,0 1 0,0 0 0,0 0 0,1 0 0,-1 0 0,1 0 0,0 0 0,0 1 0,-1-1 0,1 0 0,1 1 0,-1-1 0,0 1 0,0-1 0,1 1 0,0-1 0,-1 4 0,1-3 0,1 0 0,-1 0 0,1-1 0,0 1 0,0 0 0,0 0 0,0 0 0,0-1 0,1 1 0,-1 0 0,1-1 0,0 0 0,-1 1 0,1-1 0,0 0 0,0 0 0,1 0 0,-1 0 0,0 0 0,1 0 0,-1-1 0,4 2 0,-1 0 0,-1-1 0,1 0 0,0 0 0,0 0 0,0 0 0,0-1 0,0 0 0,0 0 0,1 0 0,-1-1 0,9 0 0,-9 0 0,-1-1 0,1 0 0,-1 0 0,1 0 0,-1-1 0,0 1 0,1-1 0,-1 0 0,0-1 0,0 1 0,-1 0 0,1-1 0,0 0 0,-1 0 0,0 0 0,0-1 0,6-6 0,-5 4 0,-1 0 0,1-1 0,-1 0 0,0 0 0,-1 1 0,0-2 0,0 1 0,0 0 0,-1 0 0,1-11 0,-1-13 0,-1 1 0,-2 0 0,-1 0 0,-1 0 0,-10-38 0,3 30 0,-1 0 0,-2 1 0,-29-54 0,41 87 0,0 0 0,0 0 0,0 0 0,-1 0 0,0 0 0,-4-5 0,7 9 0,0 0 0,0 0 0,0 0 0,0 0 0,-1-1 0,1 1 0,0 0 0,0 0 0,-1 0 0,1 0 0,0 0 0,0 0 0,0-1 0,-1 1 0,1 0 0,0 0 0,0 0 0,-1 0 0,1 0 0,0 0 0,0 0 0,-1 0 0,1 0 0,0 0 0,0 0 0,-1 0 0,1 0 0,0 1 0,0-1 0,-1 0 0,1 0 0,0 0 0,0 0 0,-1 0 0,1 0 0,0 1 0,0-1 0,0 0 0,-1 0 0,1 0 0,0 0 0,0 1 0,0-1 0,0 0 0,0 0 0,-1 1 0,1-1 0,0 0 0,0 0 0,0 0 0,0 1 0,0-1 0,0 0 0,0 0 0,0 1 0,0-1 0,-2 16 0,4 10 0,0 0 0,3 0 0,0 0 0,15 44 0,-2-7 0,2 26 0,17 56 0,-30-127-1365,0-4-5461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11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24575,'3'20'0,"0"9"0,3 2 0,2-1 0,1-4 0,0-3 0,-1-4 0,-1-2 0,0-2 0,-2 0 0,0-1 0,-2-2-8191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12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378 170 24575,'-10'-16'0,"-41"-61"0,42 65 0,-1 1 0,0-1 0,-22-18 0,31 29 0,0 0 0,0 0 0,-1 0 0,1 0 0,0 0 0,-1 0 0,1 1 0,-1-1 0,0 0 0,1 1 0,-1-1 0,1 1 0,-1-1 0,0 1 0,1 0 0,-1 0 0,0 0 0,1 0 0,-1 0 0,-3 0 0,4 1 0,0 0 0,-1 0 0,1 0 0,0 0 0,0 0 0,-1 0 0,1 0 0,0 0 0,0 0 0,0 0 0,1 1 0,-1-1 0,0 0 0,0 1 0,1-1 0,-1 1 0,1-1 0,-1 1 0,1-1 0,0 1 0,-1-1 0,1 3 0,-2 16 0,1 0 0,1 31 0,1-27 0,-3 31 0,1-48 0,0 1 0,-1 0 0,1-1 0,-1 1 0,-1-1 0,0 0 0,0 0 0,-4 7 0,4-9 8,0-2-1,0 1 1,0 0-1,-1-1 1,1 1-1,-1-1 1,0 0-1,0 0 1,0 0-1,0-1 1,-1 0-1,1 1 1,-1-2-1,1 1 1,-9 2-1,-2-1-378,-1 0-1,1-1 1,-25 0 0,21-2-6455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19.7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4150 0 24575,'0'8'0,"0"0"0,-1 0 0,0-1 0,0 1 0,-1 0 0,-4 12 0,4-16 0,0-1 0,0 1 0,0 0 0,0-1 0,0 1 0,-1-1 0,1 1 0,-1-1 0,0 0 0,0 0 0,-1-1 0,1 1 0,0-1 0,-1 1 0,-6 2 0,-8 2 0,-1-1 0,1-1 0,-1-1 0,0-1 0,-19 1 0,-22 5 0,3 1 0,-92 15 0,105-18 0,23-4 0,-33 2 0,-939-6 0,975 2 0,0 0 0,1 1 0,0 1 0,-1 0 0,1 1 0,-22 9 0,31-9 0,0 0 0,0 1 0,0-1 0,1 2 0,0-1 0,0 1 0,0 0 0,-7 8 0,10-8 0,-1-1 0,1 0 0,0 1 0,0 0 0,1 0 0,0 0 0,0 1 0,0-1 0,1 1 0,0-1 0,-1 9 0,2-14 0,1-1 0,0 1 0,0 0 0,0 0 0,0-1 0,0 1 0,-1 0 0,1 0 0,1 0 0,-1-1 0,0 1 0,0 0 0,0 0 0,0-1 0,0 1 0,1 0 0,-1-1 0,0 1 0,1 0 0,-1-1 0,1 1 0,-1 0 0,0-1 0,1 1 0,0-1 0,-1 1 0,1 0 0,-1-1 0,1 0 0,-1 1 0,1-1 0,1 1 0,-1-1 0,-1 0 0,1 0 0,0 0 0,-1 0 0,1-1 0,0 1 0,-1 0 0,1 0 0,0-1 0,-1 1 0,1-1 0,-1 1 0,1 0 0,-1-1 0,1 1 0,-1-1 0,1 1 0,-1-1 0,1 1 0,-1-1 0,0 0 0,1 1 0,-1-1 0,0 0 0,1 1 0,-1-1 0,0 0 0,0 1 0,0-1 0,1 0 0,-1 1 0,0-1 0,0 0 0,0 1 0,0-2 0,0 0 0,0 0 0,0 0 0,0 0 0,0 0 0,0 0 0,0 0 0,0 0 0,-1 0 0,1 0 0,-1 0 0,1 0 0,-1 0 0,0 1 0,0-1 0,0 0 0,0 0 0,0 1 0,-1-3 0,-1 2 0,1 0 0,0 0 0,-1 0 0,1 0 0,-1 1 0,1-1 0,-1 1 0,0 0 0,1 0 0,-1 0 0,-3-1 0,-7-1 0,0 1 0,0 1 0,0 0 0,-18 2 0,28-1 0,-28-1 0,-36-6 0,-22 0 0,-20 0 0,-10 0 0,84 9 0,1 2 0,-57 14 0,37-7 0,-106 14 0,100-19 0,-70 2 0,110-8 0,-46 0 0,-77 9 0,68-3 0,-110-5 0,85-2 0,20 2 0,-87-3 0,129-3 0,-1-2 0,-43-13 0,47 10 0,2 2 0,-58-25 0,88 31 0,-1-1 0,0 1 0,1-1 0,-1 0 0,1 0 0,0 0 0,0 0 0,0-1 0,0 1 0,0-1 0,1 0 0,0 0 0,-4-7 0,4 6 0,-1-1 0,0 1 0,0 1 0,0-1 0,-1 0 0,-6-6 0,2 6-1365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0.7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338 16 24575,'-27'-3'0,"-13"0"0,0 0 0,2 0 0,7 2 0,5-1 0,4 2 0,5 0 0,1 0 0,2 0 0,0 2 0,1 2 0,-1-1 0,0 0 0,2-1-8191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1.0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268 45 24575,'-30'-8'0,"-13"-2"0,-1 0 0,2 3 0,5 1 0,7 3 0,5 4 0,8 1-8191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2.3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9 24575,'0'0'0,"0"-1"0,-1 1 0,1-1 0,0 1 0,0 0 0,0-1 0,0 1 0,-1-1 0,1 1 0,0 0 0,0-1 0,-1 1 0,1 0 0,0-1 0,-1 1 0,1 0 0,0 0 0,-1-1 0,1 1 0,-1 0 0,1 0 0,0-1 0,-1 1 0,1 0 0,-1 0 0,0 0 0,1 0 0,0 1 0,-1-1 0,1 0 0,0 1 0,-1-1 0,1 1 0,0-1 0,-1 0 0,1 1 0,0-1 0,0 1 0,0-1 0,0 1 0,-1-1 0,1 0 0,0 1 0,0 0 0,-2 26 0,3-21 0,0 1 0,0-1 0,1 0 0,0 1 0,0-1 0,1 0 0,-1 0 0,1-1 0,1 1 0,-1 0 0,1-1 0,0 0 0,0 0 0,1 0 0,-1 0 0,1-1 0,0 0 0,0 0 0,1 0 0,-1 0 0,11 4 0,-11-5 0,0-1 0,0 0 0,0 0 0,1 0 0,-1-1 0,1 1 0,-1-1 0,1-1 0,-1 1 0,1-1 0,0 0 0,-1 0 0,1-1 0,-1 1 0,1-1 0,0 0 0,-1-1 0,0 1 0,1-1 0,-1-1 0,0 1 0,0 0 0,0-1 0,0 0 0,5-5 0,-7 5 0,0 0 0,0 0 0,0-1 0,-1 0 0,1 1 0,-1-1 0,0 0 0,0 0 0,0 0 0,-1 0 0,3-9 0,-2 3 0,0-1 0,-1 1 0,0-19 0,0 49 0,1 1 0,8 34 0,18 50 0,-17-64 0,15 48 0,23 103 0,-48-187 0,-1 0 0,1 0 0,-1 0 0,0 0 0,0 0 0,0 0 0,-1 0 0,0 0 0,0 0 0,-2 6 0,3-9 0,-1-1 0,0 1 0,0 0 0,0 0 0,0-1 0,0 1 0,0-1 0,-1 1 0,1-1 0,-1 0 0,1 1 0,-1-1 0,1 0 0,-1 0 0,1 0 0,-1 0 0,0 0 0,0-1 0,0 1 0,1 0 0,-1-1 0,0 1 0,0-1 0,0 0 0,0 0 0,0 1 0,0-1 0,0-1 0,-3 1 0,-3-1 0,1 0 0,-1-1 0,0 0 0,0 0 0,1-1 0,-1 0 0,1 0 0,0-1 0,0 1 0,0-2 0,1 1 0,-1-1 0,-10-10 0,11 9 0,-1-1 0,1 0 0,0-1 0,0 0 0,1 0 0,0 0 0,1 0 0,0-1 0,0 1 0,1-1 0,-3-12 0,5 17 0,1 1 0,-1-1 0,1 1 0,0-1 0,0 0 0,1 1 0,-1-1 0,1 1 0,0-1 0,0 1 0,0-1 0,0 1 0,0 0 0,1 0 0,0-1 0,0 1 0,-1 0 0,5-4 0,4-4 0,0 0 0,1 0 0,14-10 0,-7 5 0,28-23-1365,-37 32-5461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3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77 24575,'1'-19'0,"-1"11"0,0 0 0,0 0 0,-1-1 0,-1-10 0,2 19 0,0-1 0,0 1 0,0 0 0,0 0 0,0-1 0,0 1 0,0 0 0,0 0 0,-1 0 0,1-1 0,0 1 0,0 0 0,0 0 0,0 0 0,0-1 0,0 1 0,0 0 0,0 0 0,0 0 0,-1 0 0,1-1 0,0 1 0,0 0 0,0 0 0,0 0 0,-1 0 0,1 0 0,0 0 0,0-1 0,0 1 0,-1 0 0,1 0 0,0 0 0,0 0 0,0 0 0,-1 0 0,1 0 0,-6 8 0,-5 20 0,9-21 0,-3 3 0,-44 126 0,43-113 0,0 0 0,1 1 0,2-1 0,-1 26 0,3-15 0,2 0 0,6 38 0,-4-54 0,1 0 0,1 0 0,0-1 0,1 1 0,14 26 0,-20-44-7,13 25 49,0-1 1,23 29 0,-31-47-142,-1-1 0,1 1 0,0-1 0,1 0 0,-1 0 0,1-1-1,0 1 1,0-1 0,1-1 0,-1 1 0,1-1 0,0 0 0,-1 0 0,9 1 0,-3-2-6727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3.7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4 24575,'0'0'0,"0"0"0,0-1 0,0 1 0,0 0 0,-1 0 0,1 0 0,0-1 0,0 1 0,0 0 0,0 0 0,-1 0 0,1 0 0,0 0 0,0 0 0,0-1 0,-1 1 0,1 0 0,0 0 0,0 0 0,0 0 0,-1 0 0,1 0 0,0 0 0,0 0 0,-1 0 0,1 0 0,0 0 0,0 0 0,0 0 0,-1 0 0,1 0 0,0 0 0,0 0 0,-1 0 0,1 0 0,0 1 0,-3 8 0,5 12 0,0-14 0,0 0 0,0-1 0,1 1 0,0-1 0,0 1 0,0-1 0,1 0 0,0-1 0,0 1 0,1 0 0,-1-1 0,1 0 0,9 7 0,-14-12 0,1 1 0,-1-1 0,1 0 0,-1 0 0,1 1 0,-1-1 0,1 0 0,-1 0 0,1 0 0,0 1 0,-1-1 0,1 0 0,-1 0 0,1 0 0,0 0 0,-1 0 0,1 0 0,-1 0 0,1 0 0,-1 0 0,1-1 0,0 1 0,-1 0 0,1 0 0,-1 0 0,1-1 0,-1 1 0,1 0 0,-1-1 0,1 1 0,-1 0 0,1-1 0,-1 1 0,0-1 0,1 1 0,-1-1 0,0 1 0,1 0 0,-1-1 0,0 1 0,1-1 0,-1 0 0,0 1 0,0-1 0,0 1 0,1-1 0,-1 1 0,0-1 0,0 0 0,0 0 0,1-6 0,0 1 0,0-1 0,0-10 0,-1 8 0,0 7 0,0 0 0,0 0 0,1-1 0,-1 1 0,1 0 0,-1 0 0,1 0 0,0 0 0,0 0 0,0 0 0,0 0 0,0 0 0,0 0 0,1 0 0,-1 0 0,0 1 0,1-1 0,0 0 0,-1 1 0,3-2 0,-2 2 0,1 0 0,-1 0 0,0 0 0,0 1 0,1-1 0,-1 1 0,1-1 0,-1 1 0,1 0 0,-1 0 0,0 0 0,1 0 0,-1 0 0,1 1 0,-1-1 0,1 1 0,-1 0 0,3 0 0,2 3 0,0 0 0,-1 0 0,1 0 0,-1 1 0,0 0 0,0 0 0,-1 0 0,0 1 0,5 6 0,13 12 0,14 11-1365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4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306 16 24575,'-28'-2'0,"-11"-2"0,-2 1 0,4 1 0,5 0 0,6 1 0,2 0 0,3 3 0,0 2 0,1-1 0,4 0-8191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4.3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24575,'16'30'0,"6"15"0,3 2 0,-1-1 0,-1-7 0,-5-4 0,-3-6 0,-4-6 0,-4-3 0,-4-4 0,-1-1 0,-2-3-8191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4.7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24575,'16'1'0,"0"2"0,0 0 0,0 0 0,0 2 0,-1 0 0,0 1 0,0 0 0,0 1 0,-1 1 0,0 0 0,16 13 0,-20-13 0,0 1 0,-1 0 0,0 0 0,-1 1 0,0 0 0,0 1 0,-1-1 0,-1 1 0,0 1 0,0-1 0,-1 1 0,-1 0 0,0 0 0,5 23 0,-6-14 0,0 0 0,-1-1 0,-2 1 0,0 0 0,-3 24 0,1-34 0,0 1 0,0 0 0,-2-1 0,1 0 0,-1 0 0,-1 0 0,0 0 0,0 0 0,-1-1 0,-11 14 0,1-5-1365,2-4-5461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5.4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48 24575,'-3'-5'0,"1"1"0,-1-1 0,0 1 0,-1-1 0,1 1 0,-8-6 0,10 9 0,1 0 0,-1 0 0,0 0 0,0 1 0,0-1 0,0 0 0,-1 0 0,1 1 0,0-1 0,0 1 0,0-1 0,0 1 0,-1 0 0,1-1 0,0 1 0,0 0 0,-1 0 0,1 0 0,0 0 0,-1 0 0,1 0 0,0 0 0,0 0 0,-1 1 0,1-1 0,0 0 0,0 1 0,0-1 0,-1 1 0,1 0 0,0-1 0,0 1 0,-2 1 0,-3 4 0,0 1 0,1-1 0,-1 1 0,1 1 0,1-1 0,-1 1 0,1-1 0,-3 11 0,0 0 0,0 1 0,-4 29 0,-3 56 0,13-99 0,0 0 0,1 1 0,-1-1 0,1 1 0,1-1 0,-1 1 0,1-1 0,0 1 0,0-1 0,0 0 0,1 1 0,0-1 0,3 6 0,1-1 0,-1-1 0,1-1 0,1 1 0,0-1 0,15 14 0,41 31-1365,-50-43-5461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6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24575,'0'0'0,"-1"1"0,0-1 0,1 0 0,-1 1 0,0-1 0,1 0 0,-1 1 0,1-1 0,-1 1 0,1-1 0,-1 1 0,1-1 0,-1 1 0,1-1 0,-1 1 0,1 0 0,0-1 0,-1 1 0,1 0 0,0-1 0,-1 1 0,1 0 0,0-1 0,0 1 0,0 0 0,0 0 0,0 1 0,-3 23 0,3-22 0,-1 13 20,2-1 0,0 0 0,0 0 0,1 0 0,5 16 0,1-3-763,20 45 1,-22-61-6084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6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566 71 24575,'-32'-13'0,"-14"-3"0,-1 0 0,2 3 0,6 4 0,5 6 0,6 6 0,2 2 0,1 3 0,-3 0 0,-2 2 0,0-2 0,-4 1 0,0-1 0,1-2 0,2 0 0,8-1-8191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26.8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24575,'142'154'0,"-108"-112"0,52 86 0,-72-103 0,-2 0 0,0 0 0,-2 1 0,10 40 0,-17-54 0,0 1 0,-1-1 0,0 1 0,-1 0 0,-1 0 0,0 0 0,-1-1 0,0 1 0,-1 0 0,0 0 0,-8 22 0,7-28 15,-1 1 0,0-1 0,0 0 0,-1 0 0,0 0 0,0 0 0,-12 11 0,3-6-510,-1 0 0,-21 13 0,14-10-6331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34.6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4709 0 24575,'12'31'0,"-11"-22"0,0-1 0,0 0 0,0 1 0,-1-1 0,-2 15 0,1-19 0,1 0 0,-1 0 0,0 0 0,-1-1 0,1 1 0,-1-1 0,1 1 0,-1-1 0,0 1 0,0-1 0,-1 0 0,1 0 0,-1 0 0,-4 4 0,2-3 0,-1 1 0,0-1 0,0-1 0,0 1 0,-1-1 0,-11 4 0,-43 8 0,38-10 0,-4 2 0,-1-2 0,0-1 0,-31 0 0,41-3 0,-31 6 0,31-4 0,-30 1 0,24-4 0,0 1 0,-31 6 0,20-2 0,1-2 0,-69-3 0,39-2 0,39 3 0,-31 6 0,32-4 0,-34 2 0,25-5 0,-18 0 0,-84-10 0,104 7 0,-38 0 0,-27-3 0,-216-41 0,270 40 0,15 2 0,0 1 0,-1 1 0,-52 1 0,70 4 0,0 0 0,0 0 0,0 1 0,0 0 0,1 1 0,0 0 0,-1 1 0,2-1 0,-1 2 0,0-1 0,1 1 0,0 1 0,-10 9 0,-2 6 0,0 1 0,1 1 0,-19 31 0,20-28 0,-17 40 0,32-58 0,10-15 0,10-15 0,-15 17 0,0 0 0,0 0 0,0 0 0,0 0 0,-1 0 0,0 0 0,0 0 0,0 0 0,0-1 0,-1-7 0,0 10 0,0 0 0,0 0 0,-1 0 0,1 0 0,-1 0 0,1 0 0,-1 0 0,0 0 0,0 0 0,0 0 0,0 0 0,0 0 0,0 0 0,0 0 0,-1 1 0,1-1 0,-1 1 0,1-1 0,-1 1 0,1-1 0,-1 1 0,0 0 0,-3-2 0,-12-4 0,0 0 0,0 1 0,-1 1 0,0 1 0,-28-3 0,4 3 0,-74 4 0,47 1 0,51 1 0,0 0 0,0 0 0,1 2 0,-29 9 0,28-7 0,0-1 0,0-1 0,0-1 0,-24 2 0,-305-6 0,331 1 0,-33 7 0,31-4 0,-25 2 0,25-4 0,-23 5 0,24-3 0,-27 2 0,-48 2 0,70-3 0,0-2 0,-1 0 0,1-2 0,-1 0 0,-37-7 0,24 2 0,0 1 0,0 2 0,-55 3 0,24 0 0,41-1 0,0 1 0,-40 7 0,-51 22 0,98-27 0,-28 3 0,-5 0 0,21-2 0,1-1 0,0-2 0,-57-4 0,61-2 0,-1 0 0,1-2 0,0-1 0,-45-20 0,56 21 0,1-1 0,1 0 0,-14-11 0,-8-4 0,6 3-1365,16 10-5461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35.5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403 1 24575,'-355'15'0,"349"-16"-227,1 1-1,-1-1 1,1 1-1,-1-1 1,-4-2-1,0-1-6598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35.8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308 25 24575,'-23'-5'0,"-10"-2"0,-1 1 0,2 0 0,4 5 0,4 2 0,2 1 0,1 0 0,2 3 0,0-1 0,0 1 0,0-2 0,5-1-8191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36.7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41 197 24575,'-16'58'0,"11"-32"0,1 0 0,1 0 0,2 1 0,2 42 0,-3 41 0,1-100 0,0 0 0,-1 0 0,-5 12 0,44-155 0,-23 85 0,-3-1 0,-2 0 0,5-79 0,-13 111 0,-1 0 0,-1 1 0,-5-27 0,4 33 0,-1 0 0,0 0 0,0 1 0,-1-1 0,0 1 0,-10-18 0,9 22 0,5 7 0,7 12 0,30 36 0,2-1 0,74 69 0,104 72 0,-133-127 0,-84-63 0,0 0 0,0 0 0,0 0 0,1 0 0,-1 0 0,0 0 0,0 0 0,0 0 0,0 0 0,0 0 0,0 0 0,1 1 0,-1-1 0,0 0 0,0 0 0,0 0 0,0 0 0,0 0 0,0 0 0,0 0 0,0 0 0,0 0 0,0 1 0,1-1 0,-1 0 0,0 0 0,0 0 0,0 0 0,0 0 0,0 0 0,0 1 0,0-1 0,0 0 0,0 0 0,0 0 0,0 0 0,0 0 0,0 0 0,0 1 0,0-1 0,0 0 0,0 0 0,0 0 0,0 0 0,0 0 0,0 0 0,-1 1 0,-7-2 0,-13-5 0,-66-28 0,-41-13 0,101 39 0,0 1 0,-54-6 0,-4 9-1365,66 5-5461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41.6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324 10 24575,'-268'0'0,"260"0"-341,0-1 0,0 0-1,-11-3 1,6 1-6485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41.8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312 29 24575,'-30'-5'0,"-13"-1"0,-1-1 0,4 2 0,7 2 0,6 0 0,5 5 0,4 0 0,2 2 0,2 1 0,1 0 0,2 0-8191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47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24575,'3'-8'0,"2"-2"0,2-2 0,1 1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47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0 24575,'64'10'0,"-41"-8"0,0 2 0,26 7 0,-81-7 0,-244-5 0,248-2 120,27 3-194,-1 0-1,1 0 1,0-1 0,0 1 0,0-1-1,-1 1 1,1-1 0,0 1 0,0-1-1,0 1 1,0-1 0,0 0 0,0 0-1,0 0 1,0 1 0,1-1 0,-1 0-1,0 0 1,-1-2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48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445 45 24575,'-34'-9'0,"0"2"0,0 1 0,0 2 0,-69 0 0,84 5 0,11 0 0,-1-1 0,1 0 0,-1 0 0,1-1 0,-1 0 0,1 0 0,-1-1 0,1 0 0,-11-4 0,31 4 0,-5 1 0,-18 0 0,-68 2-1365,58-1-5461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1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7 24575,'-5'-7'0,"1"7"0,0 13 0,2 23 0,4-25 0,0 1 0,0-1 0,1 1 0,1-1 0,0 0 0,0 0 0,1-1 0,1 1 0,-1-1 0,2 0 0,-1-1 0,1 1 0,1-1 0,14 14 0,-15-17 0,1 0 0,-1 0 0,1-1 0,0 0 0,1 0 0,-1-1 0,1 0 0,11 3 0,-13-5 0,0 0 0,0-1 0,0 0 0,0 0 0,0-1 0,0 0 0,0 0 0,1 0 0,-1-1 0,0 0 0,11-4 0,-14 4 0,0-1 0,1 0 0,-1 0 0,0 0 0,0 0 0,0-1 0,-1 1 0,1-1 0,0 0 0,-1 0 0,0-1 0,4-4 0,-3 2 0,0 0 0,0 0 0,-1 0 0,0-1 0,0 1 0,0-1 0,1-9 0,-1 3 0,-1 0 0,0-1 0,-1 1 0,0 0 0,-1 0 0,-1-1 0,0 1 0,-4-16 0,4 25 0,1 2 0,0 0 0,-1 0 0,1 0 0,-1 0 0,1 0 0,-1 0 0,0 0 0,1 1 0,-1-1 0,0 0 0,0 0 0,-1 1 0,1-1 0,-2-2 0,3 4 0,-1 0 0,1 0 0,-1 0 0,1 0 0,0 0 0,-1 0 0,1 0 0,0 0 0,-1 0 0,1 0 0,0 0 0,-1 0 0,1 0 0,0 0 0,-1 1 0,1-1 0,0 0 0,-1 0 0,1 0 0,0 0 0,0 1 0,-1-1 0,1 0 0,0 0 0,0 1 0,-1-1 0,1 0 0,0 0 0,0 1 0,0-1 0,-1 0 0,1 1 0,0-1 0,0 0 0,0 1 0,-6 12 0,6-13 0,-3 13 0,0-1 0,1 0 0,0 0 0,0 17 0,4 52 0,-2-74 0,6 48 0,2 0 0,23 85 0,-16-82 0,-3 0 0,5 62 0,-16-114 0,-1 0 0,0 0 0,0 0 0,-1 0 0,0 0 0,0 0 0,0-1 0,-1 1 0,0 0 0,0-1 0,0 1 0,-1-1 0,-5 10 0,5-11 0,0-1 0,-1 1 0,1-1 0,0 0 0,-1 0 0,0 0 0,0 0 0,0-1 0,0 0 0,0 1 0,0-2 0,-1 1 0,1 0 0,-1-1 0,1 0 0,-1 0 0,1 0 0,-6 0 0,4 0 0,-1-1 0,1 0 0,0 0 0,-1 0 0,1-1 0,-1 0 0,1 0 0,0-1 0,0 0 0,0 0 0,0 0 0,-8-5 0,10 4 0,-1 0 0,1 0 0,0 0 0,0-1 0,0 0 0,1 0 0,-1 0 0,1 0 0,0 0 0,0-1 0,1 1 0,-1-1 0,1 0 0,0 0 0,-2-7 0,3 7 0,0 1 0,0-1 0,0 0 0,1 0 0,0 0 0,0 0 0,0 0 0,0 0 0,1 0 0,0 0 0,0 1 0,0-1 0,1 0 0,0 1 0,-1-1 0,2 1 0,3-7 0,-2 3 0,1 2 0,1-1 0,-1 0 0,1 1 0,0 0 0,0 0 0,1 1 0,0 0 0,9-6 0,25-10-682,67-26-1,-93 42-6143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3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20 24575,'-2'-2'0,"1"0"0,-1 0 0,0 1 0,0-1 0,0 1 0,0 0 0,0-1 0,0 1 0,0 0 0,0 0 0,0 1 0,-1-1 0,1 0 0,0 1 0,0-1 0,-1 1 0,1 0 0,-1-1 0,1 1 0,0 0 0,-4 1 0,3 0 0,-1 0 0,1 0 0,0 1 0,0-1 0,0 1 0,0 0 0,0-1 0,1 1 0,-1 1 0,0-1 0,1 0 0,0 1 0,-1-1 0,-2 5 0,-14 18 0,1 2 0,1 0 0,1 1 0,2 1 0,-12 32 0,19-43 0,2 1 0,0 0 0,1 0 0,1 1 0,0-1 0,2 1 0,0 0 0,1-1 0,5 30 0,7 14 0,3 0 0,2-1 0,41 93 0,-43-122 0,1-1 0,2 0 0,2-2 0,23 30 0,-41-58-114,0 1 1,0-1-1,0 1 0,1-1 0,-1 0 1,1 0-1,-1 0 0,1 0 0,0-1 1,0 1-1,3 1 0,5 0-6712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3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24575,'5'3'0,"0"-1"0,-1 1 0,8 6 0,17 15 0,38 42 0,-43-42 0,-24-24 0,0 0 0,0 0 0,0 0 0,0 0 0,0 0 0,0 0 0,0 0 0,0 1 0,0-1 0,0 0 0,0 0 0,0 0 0,1 0 0,-1 0 0,0 0 0,0 0 0,0 0 0,0 0 0,0 0 0,0 0 0,0 0 0,0 0 0,0 0 0,0 0 0,0 0 0,0 0 0,1 0 0,-1 0 0,0 0 0,0 0 0,0 0 0,0 0 0,0 0 0,0 0 0,0 0 0,0 0 0,0 0 0,0-1 0,0 1 0,0 0 0,0 0 0,0 0 0,0 0 0,1 0 0,-1 0 0,0 0 0,0 0 0,0 0 0,0 0 0,0 0 0,0 0 0,0 0 0,0 0 0,0 0 0,0-1 0,0 1 0,1-7 0,-1-9 0,0 7 0,0 0 0,1-1 0,0 1 0,0 0 0,1 0 0,0 0 0,5-13 0,-7 20 0,1 0 0,0 0 0,0 0 0,0 0 0,0 0 0,0 1 0,0-1 0,0 0 0,1 1 0,-1-1 0,0 1 0,1-1 0,0 1 0,-1-1 0,1 1 0,0 0 0,-1 0 0,1 0 0,0 0 0,0 0 0,0 1 0,0-1 0,0 0 0,0 1 0,0 0 0,0-1 0,0 1 0,0 0 0,1 0 0,-1 0 0,0 0 0,0 0 0,0 1 0,0-1 0,0 1 0,0-1 0,0 1 0,3 2 0,2-1 0,-1 1 0,0 1 0,-1-1 0,1 1 0,0 0 0,-1 1 0,9 9 0,1 3 0,13 21 0,-17-23 0,0 0 0,15 14 0,-17-22-1365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4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31 24575,'-31'-2'0,"-14"-2"0,-2-1 0,1-1 0,7 1 0,7 1 0,6 2 0,6 0 0,3 2 0,2-1 0,2 2 0,2 1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4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24575,'10'30'0,"6"15"0,3 5 0,0-4 0,0-4 0,-1-5 0,-1-5 0,-1-7 0,-1-4 0,-2-4 0,-4-4-8191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4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24575,'28'16'0,"-1"2"0,0 2 0,-1 0 0,-1 2 0,37 41 0,-50-49 0,-1 1 0,-1 0 0,0 1 0,14 31 0,-19-35 0,-1 0 0,0 0 0,-1 1 0,0-1 0,-1 1 0,-1 0 0,1 21 0,-2-26-65,-1-1 0,1 1 0,-1-1 0,-1 0 0,1 1 0,-1-1 0,0 0 0,-1 0 0,0 0 0,0-1 0,0 1 0,-1-1 0,0 0 0,0 1 0,-1-2 0,0 1 0,0 0 0,0-1 0,0 0 0,-11 7 0,1-2-6761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5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2 24575,'0'0'0,"0"0"0,0-1 0,-1 1 0,1 0 0,0 0 0,-1 0 0,1 0 0,0 0 0,0 0 0,-1 0 0,1 0 0,0-1 0,-1 1 0,1 0 0,0 0 0,-1 0 0,1 1 0,0-1 0,-1 0 0,1 0 0,0 0 0,-1 0 0,1 0 0,0 0 0,-1 0 0,1 0 0,0 1 0,0-1 0,-1 0 0,1 0 0,0 0 0,0 1 0,-1-1 0,1 0 0,0 0 0,0 1 0,0-1 0,-1 0 0,1 0 0,0 1 0,0-1 0,0 0 0,0 1 0,0-1 0,0 0 0,0 1 0,-1 0 0,-6 19 0,6-18 0,-23 64 0,15-45 0,1 0 0,1 0 0,-8 42 0,15-57 6,0 0 0,0 0-1,0 0 1,1 0 0,0 0-1,0 0 1,0 0 0,1-1 0,0 1-1,0 0 1,0-1 0,1 1-1,0-1 1,0 0 0,0 0-1,1 0 1,0 0 0,-1 0 0,2-1-1,7 7 1,5 3-303,0-1 0,2-1 0,-1-1 0,28 13 0,-31-17-6529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6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24575,'2'23'0,"2"9"0,1 5 0,1-1 0,2-5 0,1-2 0,0-4 0,1-3 0,1-4 0,-2-1 0,1-2 0,-1-1 0,-1-2 0,0-1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6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483 35 24575,'-31'-8'0,"-11"-2"0,-5 1 0,4 4 0,4 2 0,6 3 0,4 3 0,1 4 0,1 1 0,0 1 0,-3 0 0,-2 0 0,3-1 0,3 0 0,6-1-8191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6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24575,'27'15'-105,"1"1"0,-2 2 0,0 0 0,-1 2 0,-2 1 0,1 0 0,-2 2 0,-1 0 0,-1 2 0,32 52 0,-30-38 165,-3 0-1,-1 2 1,-2 0 0,-1 0-1,-3 2 1,-1-1 0,-3 2 0,6 59-1,-14-90-8,1-1-1,-2 1 0,0-1 1,0 1-1,-1-1 1,-1 1-1,0-1 1,-7 20-1,5-23-36,1 0-1,-1 0 1,0-1 0,-1 0-1,0 0 1,0 0 0,-1-1-1,1 0 1,-2 0 0,1-1 0,-13 9-1,-4-1-1378,2-3-5461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7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8 24575,'-1'0'0,"1"-1"0,-1 1 0,1-1 0,-1 1 0,1-1 0,-1 1 0,1-1 0,-1 1 0,1-1 0,-1 1 0,0 0 0,1-1 0,-1 1 0,0 0 0,1 0 0,-1-1 0,0 1 0,0 0 0,0 0 0,0 0 0,1 0 0,0 1 0,-1-1 0,1 0 0,0 0 0,0 1 0,-1-1 0,1 0 0,0 1 0,0-1 0,0 1 0,0-1 0,-1 0 0,1 1 0,0-1 0,0 0 0,0 1 0,0-1 0,0 1 0,0-1 0,0 0 0,0 1 0,0-1 0,0 1 0,6 31 0,59 141 0,-39-112 0,-14-32-1365,-6-16-5461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7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442 1 24575,'-27'5'0,"-13"2"0,-3-1 0,0-1 0,5-1 0,3 1 0,7-1 0,1 0 0,4-2 0,0 0 0,2-1 0,0 2 0,0 0 0,2 0 0,1-1 0,4 0-8191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8:58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53 168 24575,'0'-1'0,"0"1"0,0-1 0,0 1 0,0 0 0,0-1 0,0 1 0,-1-1 0,1 1 0,0 0 0,0-1 0,0 1 0,-1 0 0,1-1 0,0 1 0,0 0 0,-1 0 0,1-1 0,0 1 0,-1 0 0,1 0 0,0-1 0,-1 1 0,1 0 0,0 0 0,-1 0 0,1 0 0,-1 0 0,1-1 0,-1 1 0,1 1 0,-1-1 0,1 1 0,-1-1 0,1 1 0,0-1 0,-1 1 0,1 0 0,0-1 0,0 1 0,-1-1 0,1 1 0,0 0 0,0-1 0,0 1 0,0 1 0,-3 29 0,3-29 0,0 98 0,-8 121 0,5-185 0,-3 24 0,5-55 0,0 0 0,0 0 0,-1 0 0,0 0 0,0 0 0,0 0 0,0 0 0,-5 6 0,9-15 0,0-1 0,1 0 0,-2 0 0,3-7 0,1-5 0,8-22 0,-3 0 0,0-1 0,-3 0 0,-2 0 0,-1-1 0,-2-52 0,-3-164 0,1 255 0,2-22 0,-2 23 0,0 1 0,0 0 0,0-1 0,0 1 0,1-1 0,-1 1 0,0 0 0,0-1 0,0 1 0,0 0 0,1 0 0,-1-1 0,0 1 0,0 0 0,1-1 0,-1 1 0,0 0 0,0 0 0,1 0 0,-1-1 0,0 1 0,1 0 0,-1 0 0,0 0 0,1 0 0,-1-1 0,0 1 0,1 0 0,-1 0 0,1 0 0,-1 0 0,0 0 0,1 0 0,-1 0 0,0 0 0,1 0 0,-1 0 0,1 0 0,-1 1 0,0-1 0,1 0 0,-1 0 0,0 0 0,1 0 0,-1 0 0,0 1 0,0-1 0,1 0 0,-1 0 0,0 1 0,1-1 0,-1 0 0,0 0 0,0 1 0,1 0 0,8 7 0,-1 1 0,0 1 0,-1 0 0,0 0 0,10 17 0,-1 0 0,161 227 0,-113-174 0,74 73 0,-27-51 0,-147-135 0,-69-45 0,69 53 0,33 22 0,-83-54 0,75 51 0,0 0 0,0 1 0,-1 0 0,0 1 0,0 0 0,-13-2 0,19 6-131,0-1-1,0 1 0,0 1 0,1-1 1,-1 1-1,0 0 0,-10 3 0,14-3-179,-10 2-6515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07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24575,'10'-24'0,"-4"9"0,0 2 0,12-20 0,-14 31 0,-3 7 0,-2 10 0,-7 56 0,2 0 0,6 121 0,1-156 0,13 66 0,-12-91 0,1 0 0,0-1 0,1 1 0,0 0 0,1-1 0,0 0 0,0 0 0,1-1 0,0 1 0,9 9 0,-12-17 0,0 1 0,0-1 0,0 0 0,0 0 0,0 0 0,0-1 0,0 1 0,0-1 0,1 0 0,-1 0 0,0 0 0,1 0 0,-1 0 0,7 0 0,5-1 0,1 0 0,17-2 0,-2 0 0,-17 2-1365,-1 0-5461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08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 24575,'-31'5'0,"-9"4"0,2 1-8191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04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17 24575,'-1'-2'0,"0"1"0,0-1 0,0 1 0,0 0 0,0-1 0,-1 1 0,1 0 0,0 0 0,0 0 0,-1 0 0,1 0 0,-2 0 0,3 1 0,-1-1 0,1 1 0,0 0 0,-1 0 0,1 0 0,0 0 0,-1 0 0,1 0 0,0 0 0,0 0 0,-1 0 0,1 0 0,0 1 0,-1-1 0,1 0 0,0 0 0,0 0 0,-1 0 0,1 0 0,0 0 0,0 1 0,-1-1 0,1 0 0,0 0 0,-1 1 0,-3 12 0,3-2 0,1 0 0,1 1 0,0-1 0,0 0 0,2 0 0,2 12 0,0-5 0,59 308 0,-57-272 0,-3-1 0,-5 84 0,0-49 0,1-59 0,-1 38 0,3 0 0,13 74 0,5-39 0,10 65 0,-25-132 0,-2 1 0,-3 60 0,-2-78 0,-1 1 0,0-1 0,-9 26 0,-24 53 0,23-64 0,-13 30 0,7-16 0,-22 75 0,23-31 0,3 1 0,4 1 0,2 156 0,8-204 0,-14 87 0,-22 44 0,26-125 0,-8 37 0,5 1 0,3 0 0,1 109 0,20 10 0,-4 39 0,-7-166 0,-6 24 0,-1-9 0,8-69 0,1 217 0,6-162 0,1 30 0,-1-8 0,1-7 0,-4-28 0,4 0 0,20 79 0,3 30 0,-24-128 0,14 135 0,-17-131 0,-4 77 0,-2-119-195,1 0 0,-1 0 0,-1 0 0,0-1 0,-1 1 0,-6 14 0,3-12-6631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05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8316 16 24575,'-581'-15'0,"250"49"0,231-20 0,-445 28 0,380-37 0,-244 4 0,11-1 0,-202-1 0,376-8 0,-1988 1-544,1916-8 544,9 1 0,-258 16 0,244 9 0,-502 15 0,298-34-821,491 1-6005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07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0 301 24575,'57'-26'0,"-9"3"0,74-25 0,-110 45 0,0 1 0,1 0 0,-1 0 0,0 1 0,1 1 0,15 1 0,77 14 0,-60-7 0,201 16 0,-202-25 0,81-13 0,16-1 0,-62 10 0,-51 2 0,0 1 0,50 3 0,-15 6 0,121 11 0,-105-11 0,59 1 0,-62-8 0,0-3 0,0-4 0,-1-3 0,79-20 0,-126 22 0,1 2 0,50-5 0,-74 11 0,-1 0 0,1 1 0,0-1 0,-1 1 0,1 0 0,-1 0 0,0 0 0,1 1 0,-1 0 0,8 4 0,0 1 0,0 2 0,12 9 0,-13-9 0,0 0 0,14 7 0,-15-13 0,-14-8 0,-13-12 0,-17-6 0,-1 0 0,-65-30 0,16 9 0,64 33 0,-9-4 0,2-2 0,-28-22 0,48 32 0,15 10 0,14 9 0,84 51 0,205 134 0,-298-188 0,33 26 0,-43-32 0,0-1 0,0 1 0,0 0 0,0 0 0,-1 0 0,0 1 0,1-1 0,-1 1 0,0-1 0,2 8 0,-3-10 0,-1 0 0,0 0 0,0 0 0,0 0 0,0 0 0,0 0 0,0 0 0,0 0 0,0-1 0,0 1 0,0 0 0,0 0 0,-1 0 0,1 0 0,0 0 0,-1 0 0,1-1 0,-1 1 0,1 0 0,-1 0 0,1-1 0,-1 1 0,1 0 0,-1-1 0,0 1 0,1 0 0,-1-1 0,0 1 0,1-1 0,-1 1 0,0-1 0,0 1 0,0-1 0,0 0 0,1 0 0,-1 1 0,-1-1 0,-4 2 0,0-1 0,0 0 0,0-1 0,-8 1 0,11-1 0,-69-2-56,-92-14 0,91 7-1197,41 6-5573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12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9 24575,'0'0'0,"-1"-1"0,1 0 0,-1 1 0,1-1 0,-1 0 0,0 1 0,1-1 0,-1 1 0,0 0 0,0-1 0,1 1 0,-1-1 0,0 1 0,0 0 0,0 0 0,1-1 0,-3 1 0,3 0 0,-1 0 0,1 0 0,0 1 0,-1-1 0,1 0 0,0 0 0,0 1 0,-1-1 0,1 0 0,0 0 0,0 1 0,-1-1 0,1 0 0,0 1 0,0-1 0,0 0 0,-1 1 0,1-1 0,0 0 0,0 1 0,0-1 0,0 1 0,0-1 0,0 0 0,0 1 0,0 0 0,0 3 0,0 1 0,0 0 0,1-1 0,1 10 0,16 51 0,10 45 0,-24-86-109,0-2-310,0 0 0,-1 28 1,-3-38-6408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13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24575,'49'158'0,"-48"-156"0,0 1 0,0 0 0,0-1 0,1 0 0,-1 1 0,1-1 0,2 3 0,-4-4 0,1-1 0,-1 0 0,0 0 0,0 0 0,0 0 0,1 0 0,-1 1 0,0-1 0,0 0 0,0 0 0,0 0 0,1 0 0,-1 0 0,0 0 0,0 0 0,1 0 0,-1 0 0,0 0 0,0 0 0,0 0 0,1 0 0,-1 0 0,0 0 0,0 0 0,1 0 0,-1 0 0,0 0 0,0 0 0,0 0 0,1 0 0,-1 0 0,0 0 0,0-1 0,1 1 0,0-1 0,-1 0 0,1 0 0,-1 0 0,0 0 0,1 0 0,-1 0 0,0 0 0,1 0 0,-1 0 0,0 1 0,0-3 0,1-8 0,-1 0 0,-1 1 0,0-1 0,0 1 0,-4-14 0,3 12 0,0-1 0,-1-24 0,3 36 0,0-1 0,0 1 0,0 0 0,0 0 0,0 0 0,0 0 0,1 0 0,-1-1 0,0 1 0,1 0 0,-1 0 0,1 0 0,-1 0 0,1 0 0,1-1 0,-2 1 0,1 1 0,-1 0 0,1-1 0,-1 1 0,1 0 0,0-1 0,-1 1 0,1 0 0,-1 0 0,1 0 0,0-1 0,-1 1 0,1 0 0,-1 0 0,1 0 0,0 0 0,-1 0 0,1 0 0,0 0 0,0 1 0,2 0 0,0 0 0,0 0 0,-1 0 0,1 0 0,-1 1 0,1-1 0,-1 1 0,0 0 0,0 0 0,4 3 0,24 29-94,-4-5-542,57 49 1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14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39 24575,'-30'-8'0,"-12"-2"0,-2 1 0,4 1 0,9 5 0,7 3 0,8 4 0,6 1-8191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14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24575,'10'28'0,"6"11"0,3 2 0,0-4 0,0-5 0,-4-6 0,-1-8 0,-4-3 0,-3-5-8191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15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24575,'36'8'0,"0"3"0,-1 1 0,0 1 0,44 24 0,-61-27 0,1 2 0,-1 0 0,-1 1 0,0 0 0,-1 2 0,-1 0 0,0 0 0,24 35 0,-33-41 0,-1 0 0,-1 0 0,1 0 0,-1 1 0,-1-1 0,0 1 0,0 0 0,-1 0 0,2 20 0,-4-25 0,1 1 0,-1 0 0,-1 0 0,1-1 0,-1 1 0,0 0 0,0-1 0,-1 1 0,0 0 0,0-1 0,0 0 0,0 1 0,-1-1 0,0 0 0,0-1 0,0 1 0,-1 0 0,-7 7 0,-1-3-195,0-1 0,-1 0 0,0 0 0,0-1 0,0-1 0,-29 9 0,23-9-6631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15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24575,'1'27'0,"0"1"0,2-1 0,0 0 0,2 0 0,1-1 0,2 0 0,0 0 0,20 42 0,-19-50-151,1 0-1,1-1 0,0 0 0,1 0 1,1-2-1,0 0 0,1 0 1,31 24-1,-29-28-6674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16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31 24575,'-12'-27'0,"11"23"0,9 18 0,2 10 0,-2-1 0,0 1 0,6 33 0,-9-33 0,2 1 0,0-1 0,15 33 0,-8-29-113,19 37 354,-29-59-427,0 1-1,1-1 0,-1 0 1,1-1-1,0 1 0,1-1 1,7 6-1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16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521 45 24575,'-30'-8'0,"-15"-2"0,-5 1 0,-1 1 0,2 2 0,6 3 0,4 4 0,4 1 0,3 4 0,1 3 0,0 2 0,-1 2 0,3-1 0,6-3-8191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17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9 24575,'0'-1'0,"-1"1"0,1 0 0,0-1 0,0 1 0,0-1 0,0 1 0,0 0 0,-1-1 0,1 1 0,0-1 0,0 1 0,-1 0 0,1-1 0,0 1 0,-1 0 0,1 0 0,0-1 0,-1 1 0,1 0 0,0 0 0,-1-1 0,1 1 0,-1 0 0,1 0 0,-1 0 0,1-1 0,-1 2 0,1-1 0,-1 0 0,1 1 0,0-1 0,-1 1 0,1-1 0,0 1 0,0-1 0,-1 0 0,1 1 0,0-1 0,0 1 0,0-1 0,-1 1 0,1-1 0,0 1 0,0 0 0,-2 28 0,2-29 0,-1 17 0,1-1 0,0 1 0,2-1 0,0 1 0,1-1 0,0 0 0,7 19 0,8 8-40,-9-23-402,-1 0 1,9 41-1,-14-47-6384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18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24575,'1'4'0,"-1"-1"0,1 1 0,0-1 0,0 0 0,1 1 0,-1-1 0,3 5 0,3 5 0,-7-13 0,75 171 0,-68-160 0,-2 0 0,0 0 0,0 0 0,-1 1 0,0 0 0,-1-1 0,0 1 0,1 22 0,-4-33 10,0 0 0,0 0 0,0 0-1,0 0 1,0 0 0,-1 0 0,1 1-1,0-1 1,-1 0 0,1 0 0,-1 1-1,0-2-63,1 1-1,0-1 0,-1 1 0,1-1 0,-1 0 0,1 1 0,0-1 0,-1 0 0,1 0 0,-1 1 0,1-1 1,-1 0-1,1 0 0,0 0 0,-1 0 0,1 1 0,-1-1 0,1 0 0,-1 0 0,1 0 0,-1 0 1,1 0-1,-1 0 0,1 0 0,-1 0 0,0-1 0,-9-2-6771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18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48 24575,'-30'-10'0,"-15"-3"0,-2 0 0,1 5 0,7 4 0,4 5 0,6 5 0,3 2 0,3 1 0,1 2 0,1 2 0,2-2 0,5-2-8191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26.8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1591 24575,'-13'-46'0,"9"33"0,1-1 0,0 1 0,-2-19 0,5 31 0,-1 1 0,1-1 0,0 0 0,0 1 0,0-1 0,0 1 0,0-1 0,0 1 0,1-1 0,-1 0 0,0 1 0,0-1 0,0 1 0,0-1 0,1 1 0,-1-1 0,1 0 0,-1 1 0,0 0 0,1 0 0,-1 0 0,0 0 0,0 0 0,1 0 0,-1 0 0,0 0 0,0 0 0,1 0 0,-1 0 0,0 0 0,0 0 0,1 0 0,-1 0 0,0 0 0,0 1 0,1-1 0,-1 0 0,0 0 0,0 0 0,0 0 0,1 1 0,-1-1 0,0 0 0,0 0 0,17 24 0,-11-17 0,8 10 0,2-2 0,0 0 0,1 0 0,36 23 0,-41-30 0,83 63 0,-40-29 0,-38-29 0,26 20 0,1-2 0,59 30 0,0-2 0,-76-40 0,-16-10 0,1-1 0,0-1 0,0 0 0,23 9 0,73 23 0,39 13 0,-89-33 0,64 19 0,156 3 0,-65-12 0,224 74 0,-99-11 0,-259-71 0,20 5 0,189 51 0,-36-22 0,-251-55 0,106 17 0,123 4 0,69-20 0,-159-11 0,150-30 0,58-43 0,-199 31 0,1 0 0,374-95 0,-79 1 0,-383 124 0,26-8 0,312-117 0,-111 35 0,-121 50 0,-157 57 0,51-19 0,63-33 0,5-4 0,-88 43 0,1-1 0,55-37 0,-81 44 0,282-178 0,-288 184 0,134-76 0,-102 55 0,50-41 0,-40 27 0,88-52 0,66-18 0,-134 73 0,68-50 0,61-56 0,-189 134 0,94-59 0,-8 5 0,65-69 0,-107 86 0,121-77 0,-146 104 0,0 2 0,39-15 0,-51 25 0,1 1 0,1 1 0,-1 1 0,42-5 0,32 1-1365,-70 6-5461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28.3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1 162 24575,'0'-15'0,"0"6"0,0 0 0,0-1 0,3-14 0,-2 21 0,0 1 0,0-1 0,0 0 0,0 0 0,0 1 0,0-1 0,1 1 0,-1-1 0,1 1 0,0 0 0,0-1 0,0 1 0,0 0 0,0 0 0,5-3 0,0 1 0,1-1 0,0 2 0,0-1 0,0 1 0,0 0 0,1 1 0,11-2 0,66-6 0,-44 7 0,177-9 120,-183 13-417,0 2 0,0 1 0,-1 2 0,39 11 0,-54-11-6529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29.6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1 693 24575,'72'-155'0,"-29"60"0,55-90 0,-71 142-341,-3-1 0,-1-1-1,20-60 1,-37 85-6485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30.5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24575,'71'64'0,"90"62"0,6 4 0,-156-121-1365,-2-2-5461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30.8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323 0 24575,'-7'2'0,"1"1"0,0 0 0,1 0 0,-1 0 0,0 1 0,1-1 0,0 1 0,0 1 0,0-1 0,-7 9 0,0 2 0,1 1 0,-11 21 0,11-18 0,-19 25 0,13-26 0,0-1 0,-2 0 0,-24 17 0,3-2 0,23-18-1365,2-1-5461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31.4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3 24575,'-3'-1'0,"1"1"0,-1-1 0,0 1 0,0-1 0,0 1 0,1 0 0,-1 0 0,0 0 0,0 1 0,1-1 0,-1 1 0,0-1 0,0 1 0,1 0 0,-1 0 0,1 0 0,-1 0 0,-2 3 0,2-2 0,0 1 0,0 0 0,0-1 0,0 2 0,1-1 0,-1 0 0,1 0 0,0 1 0,0-1 0,0 1 0,-1 5 0,-2 6 0,1 0 0,1 0 0,0 1 0,1 0 0,0 20 0,3 218 0,0-243 15,0-1 0,1 1 0,0-1 0,0 1 0,2-1 0,-1 0 0,9 18 0,-9-23-114,0 0 0,1 1 0,-1-1 0,1-1 0,0 1 0,0-1 0,0 1 0,1-1 0,-1 0 0,1-1 0,0 1 0,0-1 0,1 0 0,10 5 0,-3-4-6727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31.8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43 24575,'-6'-8'0,"4"5"0,0 0 0,0 1 0,0-1 0,1 0 0,-1 0 0,1-1 0,-1 1 0,-1-7 0,4 10 0,-1 0 0,0 0 0,0 0 0,1 0 0,-1 0 0,0 0 0,0 0 0,1 0 0,-1 0 0,0 0 0,0 0 0,0 0 0,1 0 0,-1 0 0,0 0 0,0 0 0,1 1 0,-1-1 0,0 0 0,0 0 0,0 0 0,1 0 0,-1 0 0,0 0 0,0 1 0,0-1 0,0 0 0,1 0 0,-1 0 0,0 1 0,0-1 0,0 0 0,0 0 0,0 0 0,0 1 0,8 8 0,3 9 0,-2 1 0,0 0 0,-1 0 0,0 1 0,-2 0 0,-1 0 0,0 1 0,1 21 0,10 111 0,-15-139 0,0-1 0,1 1 0,1 0 0,0-1 0,1 0 0,1 1 0,6 13 0,-9-23 0,0 0 0,1 0 0,-1-1 0,1 1 0,-1 0 0,1-1 0,0 0 0,1 0 0,-1 0 0,0 0 0,1 0 0,0-1 0,-1 1 0,1-1 0,0 0 0,0 0 0,0-1 0,1 1 0,-1-1 0,0 0 0,1 0 0,-1 0 0,0 0 0,1-1 0,8 0 0,-9-1-91,0 0 0,1-1 0,-1 1 0,0-1 0,0 0 0,0 0 0,0-1 0,-1 1 0,1-1 0,-1 1 0,1-1 0,-1 0 0,0 0 0,3-4 0,2-3-6735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32.0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370 0 24575,'-30'3'0,"-15"2"0,-3 2 0,5-1 0,5 1 0,5-1 0,7-1 0,5 1 0,4-1 0,1 2 0,2-1 0,1-1 0,-1-1 0,3-2-8191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32.3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24575,'37'55'-94,"23"33"-625,69 138 0,-119-205 815,-1 0-1,-1 1 1,-1 0 0,-1 0 0,-1 1-1,0 0 1,0 31 0,-4-40-41,-1 0-1,-1-1 1,-1 1 0,0 0 0,0-1-1,-2 0 1,1 1 0,-2-1 0,0-1-1,0 1 1,-1-1 0,-1 0 0,-13 19-1,-39 37-1419,34-42-5461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35.4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40 24575,'-5'-8'0,"3"6"0,1 0 0,-1 0 0,1-1 0,0 1 0,0 0 0,0-1 0,0 1 0,0-1 0,-1-4 0,2 7 0,0-1 0,0 1 0,0 0 0,0 0 0,0 0 0,0 0 0,0 0 0,0 0 0,0-1 0,0 1 0,0 0 0,0 0 0,0 0 0,0 0 0,1 0 0,-1 0 0,0-1 0,0 1 0,0 0 0,0 0 0,0 0 0,0 0 0,0 0 0,0 0 0,0 0 0,1 0 0,-1-1 0,0 1 0,0 0 0,0 0 0,0 0 0,0 0 0,0 0 0,1 0 0,-1 0 0,0 0 0,0 0 0,0 0 0,0 0 0,0 0 0,0 0 0,1 0 0,-1 0 0,0 0 0,0 0 0,0 0 0,0 0 0,0 0 0,1 0 0,-1 0 0,0 0 0,0 1 0,8 4 0,14 16 0,0 1 0,27 38 0,-23-26 0,62 73 0,103 126 0,-181-223 0,-14-15 0,-16-17 0,-124-144 0,38 43 0,89 103 0,8 9 0,-1-1 0,0 2 0,-1 0 0,-14-11 0,25 21 0,-1-1 0,1 1 0,-1-1 0,1 1 0,-1 0 0,0-1 0,1 1 0,-1 0 0,1 0 0,-1 0 0,0-1 0,1 1 0,-1 0 0,1 0 0,-1 0 0,0 0 0,1 0 0,-1 0 0,0 0 0,1 0 0,-1 0 0,0 1 0,1-1 0,-1 0 0,1 0 0,-1 1 0,0-1 0,0 1 0,0 0 0,0 0 0,0 0 0,0 0 0,0 0 0,1 0 0,-1 0 0,0 1 0,1-1 0,-1 0 0,1 0 0,-1 2 0,-1 5 0,0-1 0,1 1 0,0 10 0,0 20 0,1-23 0,0-1 0,-1 1 0,-1 0 0,-4 21 0,5-32 0,-1 0 0,1-1 0,-1 1 0,1-1 0,-1 1 0,0-1 0,0 1 0,-1-1 0,1 0 0,-1 0 0,1 0 0,-1 0 0,0-1 0,0 1 0,0-1 0,0 0 0,-1 0 0,1 0 0,-1 0 0,1 0 0,-8 1 0,-3 1-1365,1-2-5461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48.8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 24575,'0'0'0,"0"0"0,0 0 0,0-1 0,0 1 0,1 0 0,-1 0 0,0 0 0,0 0 0,0 0 0,0 0 0,0 0 0,0 0 0,0 0 0,0 0 0,0 0 0,0 0 0,0 0 0,0 0 0,0 0 0,1-1 0,-1 1 0,0 0 0,0 0 0,0 0 0,0 0 0,0 0 0,0 0 0,0 0 0,0 0 0,0 0 0,1 0 0,-1 0 0,0 0 0,0 0 0,0 0 0,0 0 0,0 0 0,0 1 0,0-1 0,0 0 0,0 0 0,0 0 0,1 0 0,-1 0 0,0 0 0,0 0 0,0 0 0,0 0 0,0 0 0,0 0 0,0 0 0,9 6 0,7 8 0,4 4 0,2-1 0,0-2 0,1 0 0,47 23 0,28 17 0,-48-25 54,-31-19-763,32 23-1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49.1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166 0 24575,'-9'0'0,"0"0"0,0 1 0,0 0 0,0 1 0,1 0 0,-1 0 0,-11 5 0,17-6 0,0 1 0,-1-1 0,1 1 0,0 0 0,0 1 0,0-1 0,0 0 0,0 1 0,0 0 0,1-1 0,-1 1 0,1 0 0,0 0 0,0 1 0,0-1 0,0 0 0,1 1 0,-1-1 0,-1 6 0,-1 12 0,0 0 0,1 1 0,1-1 0,1 29 0,1-45-136,0 0-1,0 0 1,-1 0-1,0 0 1,0 0-1,0 0 1,0 0-1,-1-1 0,-2 8 1,-2-3-6690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49.8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75 0 24575,'-2'21'0,"0"-1"0,-2 0 0,0 1 0,-11 30 0,3-12 0,2-3 0,4-18 0,1-1 0,0 1 0,2 0 0,0 1 0,1-1 0,0 27 0,4-33 0,0 1 0,1-1 0,0 0 0,0-1 0,1 1 0,1 0 0,0-1 0,1 0 0,0 0 0,0-1 0,15 17 0,2 1 0,2-1 0,48 39 0,-51-48-682,38 24-1,-48-35-6143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0.5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10 24575,'10'11'0,"-1"0"0,12 20 0,-15-22 0,0-1 0,0 1 0,0-1 0,1 0 0,1-1 0,14 13 0,-22-19 0,1-1 0,0 1 0,0-1 0,0 1 0,0-1 0,0 1 0,0-1 0,0 1 0,0-1 0,0 0 0,0 1 0,0-1 0,0 0 0,0 0 0,0 0 0,0 0 0,0 0 0,0 0 0,0 0 0,0 0 0,0-1 0,0 1 0,0 0 0,0-1 0,1 0 0,0 0 0,0 0 0,-1 0 0,1-1 0,-1 1 0,1-1 0,-1 1 0,0-1 0,1 0 0,-1 0 0,0 1 0,0-1 0,0-2 0,3-6 0,-1 1 0,0-1 0,-1 0 0,2-12 0,-3 12 0,-1 6 0,0-1 0,1 1 0,0 0 0,-1 1 0,4-8 0,-4 10 0,0 0 0,1 1 0,-1-1 0,0 0 0,1 1 0,-1-1 0,1 1 0,-1-1 0,1 1 0,-1-1 0,1 1 0,0-1 0,-1 1 0,1 0 0,-1-1 0,1 1 0,0 0 0,-1-1 0,1 1 0,0 0 0,0 0 0,-1 0 0,1-1 0,0 1 0,-1 0 0,1 0 0,0 0 0,0 0 0,-1 1 0,1-1 0,0 0 0,-1 0 0,1 0 0,0 0 0,0 1 0,-1-1 0,1 0 0,0 1 0,7 3 6,0 0 0,-1 0 0,0 1 0,0 0 0,0 0 0,9 9 0,34 42-223,-24-26-973,-15-19-5636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0.8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281 43 24575,'-30'-10'0,"-13"-4"0,-1 4 0,4 3 0,7 6 0,6 5 0,5 1 0,4 1 0,5 2 0,2-1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1.1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24575,'13'28'0,"6"14"0,3 2 0,-3-4 0,-1-5 0,-5-8 0,-4-4 0,-3-7-8191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1.4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24575,'119'111'0,"-101"-91"0,-1 1 0,-1 0 0,0 1 0,12 25 0,-23-37 0,0 1 0,-1 0 0,0 0 0,-1 0 0,0 1 0,-1-1 0,0 1 0,0-1 0,-1 23 0,-2-27 0,1 0 0,-1 0 0,0 0 0,-1 0 0,1 0 0,-2-1 0,1 1 0,0-1 0,-1 1 0,-1-1 0,1 0 0,-1 0 0,0 0 0,0 0 0,0-1 0,-1 0 0,-8 7 0,-4 2-1365,1-3-5461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1.9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63 1 24575,'-4'1'0,"1"0"0,0 1 0,-1-1 0,1 1 0,0 0 0,0 0 0,0 0 0,0 0 0,0 1 0,0-1 0,1 1 0,-1-1 0,1 1 0,-1 0 0,-2 6 0,3-4 0,-1 0 0,2 0 0,-1 0 0,1 1 0,-1-1 0,1 0 0,1 1 0,-1-1 0,1 11 0,2-2 0,-1 0 0,2 0 0,0 0 0,1-1 0,0 1 0,1-1 0,9 19 0,-7-19-682,17 21-1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2.4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24575,'5'30'0,"2"13"0,2 1 0,-1-4 0,2-7 0,-2-6 0,1-5 0,-2-6-8191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2.7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387 22 24575,'-27'-5'0,"-15"-2"0,-2 1 0,3 3 0,7 3 0,4 3 0,4 2 0,2 0 0,2 1 0,3 0 0,-1 1 0,1 0 0,-2 1 0,3-1-8191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3.0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24575,'179'216'-1260,"-153"-179"1239,-2 1-1,-1 0 1,-2 2-1,19 52 0,-33-74 104,-1 1 0,-1 0 0,-1 0 0,0 1-1,-2-1 1,1 25 0,-3-37-44,0 0 0,0 0 0,-1 0 0,0-1-1,-1 1 1,1 0 0,-1 0 0,-1 0 0,1-1 0,-1 1 0,0-1-1,-1 0 1,1 0 0,-1 0 0,0-1 0,-1 1 0,1-1 0,-1 0 0,0 0-1,-9 6 1,-9 3-1403,3-4-5461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4.4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 56 24575,'35'-54'0,"-35"54"0,0 0 0,0-1 0,0 1 0,0 0 0,-1 0 0,1 0 0,0 0 0,0 0 0,0 0 0,0 0 0,0 0 0,0 0 0,0 0 0,0 0 0,0 0 0,0 0 0,0 0 0,0 0 0,0 0 0,0 0 0,0 0 0,0 0 0,0 0 0,0 0 0,0 0 0,0 0 0,0 0 0,0 0 0,0 0 0,0 0 0,0 0 0,0 0 0,0-1 0,0 1 0,0 0 0,0 0 0,0 0 0,0 0 0,0 0 0,0 0 0,-9 6 0,-10 11 0,13-11 0,1 0 0,0 0 0,1 1 0,-1 0 0,1 0 0,1 0 0,-1 0 0,-2 10 0,3-6 0,1 0 0,0 0 0,0 0 0,1 0 0,1 16 0,0-15 0,0 5 0,1 0 0,4 22 0,-4-33 0,0 0 0,1 0 0,0 0 0,1 0 0,-1 0 0,1-1 0,0 1 0,1-1 0,6 9 0,-2-5-78,65 74 286,-64-75-395,0 0 0,0-1 0,0 1 1,1-2-1,0 1 0,1-2 0,12 6 0,-11-6-6639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5.7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97 1314 24575,'0'-7'0,"14"-330"0,-12 320-4,21-195 17,-20 158-66,-8-106 0,-6 77-386,-3 1 0,-4 0 0,-55-151 0,55 187-5899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7.1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24575,'16'2'0,"0"1"0,-1 1 0,0 0 0,1 1 0,-2 1 0,1 0 0,18 11 0,-12-3 0,0 0 0,-1 1 0,34 34 0,59 53-656,-100-91-53,2 2-6117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7.4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166 0 24575,'-12'13'0,"-7"6"0,-1 3 0,2 0 0,3-1 0,4-2 0,2-2 0,2 0 0,0-2 0,1 0 0,1 0 0,0-1 0,0 0 0,-1-2 0,0 0 0,-2-1 0,1-1-8191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7.9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78 0 24575,'-3'2'0,"0"-1"0,1 0 0,-1 1 0,1 0 0,0-1 0,-1 1 0,1 0 0,0 0 0,0 0 0,0 1 0,0-1 0,1 0 0,-1 1 0,0-1 0,1 1 0,-1 2 0,-2 4 0,0 0 0,1 1 0,-3 13 0,-2 20 0,1 0 0,-2 73 0,9-101 0,0 1 0,1-1 0,1 1 0,1-1 0,0 0 0,0 0 0,2 0 0,0 0 0,1-1 0,0 0 0,9 14 0,-8-17 0,0 0 0,1-1 0,0 0 0,1 0 0,0-1 0,0-1 0,1 1 0,20 12 0,-29-20-124,1-1 0,-1 1 0,1 0 0,-1-1 0,1 1 0,-1-1-1,1 1 1,-1-1 0,1 0 0,3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8.4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0 24575,'-1'2'0,"-1"0"0,1 0 0,-1 0 0,1 0 0,0 1 0,0-1 0,0 0 0,0 0 0,0 1 0,1-1 0,-1 0 0,1 1 0,-1-1 0,1 1 0,0-1 0,0 0 0,0 1 0,0-1 0,1 1 0,-1-1 0,1 3 0,1 2 0,0 0 0,0 0 0,1-1 0,0 1 0,7 11 0,-2-6 0,0-1 0,0-1 0,1 1 0,0-2 0,1 1 0,0-1 0,15 10 0,-23-18 0,0 1 0,1-1 0,-1 0 0,0 0 0,0 0 0,0 0 0,1 0 0,-1-1 0,0 1 0,1-1 0,-1 1 0,1-1 0,-1 0 0,1 0 0,2 0 0,-3 0 0,0-1 0,-1 0 0,1 1 0,-1-1 0,1 0 0,-1 0 0,1 0 0,-1 0 0,1 0 0,-1 0 0,0 0 0,0 0 0,0 0 0,0-1 0,0 1 0,0 0 0,0-1 0,0 1 0,0-1 0,0 1 0,-1-1 0,2-2 0,1-6 0,-1 0 0,0 0 0,-1 0 0,0-1 0,0 1 0,-1-11 0,-1 8 0,2 0 0,0 0 0,2-14 0,-2 26 0,-1 0 0,0 0 0,0 0 0,0 0 0,1 0 0,-1 0 0,0 0 0,1 0 0,-1 0 0,1 0 0,0 0 0,-1 0 0,1 0 0,0 0 0,-1 0 0,1 1 0,0-1 0,0 0 0,0 0 0,-1 1 0,1-1 0,0 1 0,2-2 0,-2 2 0,1 0 0,-1 0 0,1 0 0,-1 0 0,0 0 0,1 0 0,-1 1 0,1-1 0,-1 0 0,0 1 0,0-1 0,1 1 0,-1 0 0,0-1 0,3 2 0,2 3 0,1 1 0,-1-1 0,0 1 0,11 13 0,0 1-341,0 2 0,-2 0-1,18 36 1,-27-45-6485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8.7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24575,'3'10'0,"3"6"0,0 5 0,0 2 0,1-1 0,-1-2 0,2 2 0,-1-2 0,0-1 0,3-1 0,-2 1 0,-1 0 0,1-1 0,-2 0 0,-2-2 0,0-3-8191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9.0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542 9 24575,'-22'-2'0,"-11"-2"0,-1 1 0,-1 3 0,1 2 0,2 2 0,0 4 0,1 0 0,-1-1 0,-1 1 0,-2-2 0,-3 0 0,-2-3 0,-2-1 0,3-1 0,9-1-8191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59.4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24575,'22'4'-23,"0"0"-1,0 2 0,0 1 1,-1 1-1,0 1 0,0 1 1,28 17-1,-25-10-46,0 0 1,-1 2 0,-1 0-1,-1 2 1,24 29-1,-18-14-5,-1 1-1,-2 2 0,-1 0 0,-3 2 1,-1 0-1,-2 1 0,18 67 0,-29-88 126,-1 2 0,-1-1 0,-1 0-1,-1 1 1,-1 34 0,-2-44-23,-1 1 0,0 0 0,-1-1 0,-1 0 0,0 1 0,0-1 1,-1-1-1,-1 1 0,0-1 0,-11 15 0,4-9-134,-2 0 0,0-1 0,-1-1-1,-1 0 1,-1-1 0,-30 20 0,14-12-6719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06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24575,'45'71'-909,"68"85"-1,66 53 97,-177-206 849,323 333-36,-96-107 0,-200-197-61,-1 0 0,-1 2 0,29 49 0,-42-58-5290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07.1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24575,'99'79'-194,"112"116"0,73 107-529,4 5 324,-253-270-715,-25-23-4453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07.5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24575,'56'67'-143,"390"428"-3611,-126-190 3676,-27-25 234,-280-268 23,31 34 457,-41-42-727,1 1 0,-1-1 0,0 0 0,-1 1 1,1 0-1,-1 0 0,0-1 0,0 1 0,1 6 0,-2 1-4187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07.7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24575,'716'740'-2778,"-467"-462"2762,-105-115 234,-136-155-263,2 3-20,0 0 0,0 0 0,-1 1 0,-1 0 0,0 1 0,8 17 0,-9-7-5050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08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24575,'236'304'-1427,"13"-14"-830,-217-253 2413,216 232-666,-234-255 547,21 30 1,-34-44-19,0 1 1,-1 0 0,1 0-1,-1-1 1,1 1 0,-1 0-1,1 0 1,-1 0 0,0 0-1,0 0 1,1 0 0,-1 0-1,0 0 1,0 0-1,0 0 1,0 0 0,0 0-1,0-1 1,0 3 0,-1-3-48,1 1 0,0-1 0,-1 1 0,1-1 0,-1 1 0,1-1-1,-1 0 1,1 1 0,-1-1 0,0 0 0,1 1 0,-1-1 0,1 0 0,-1 0 0,0 0 0,1 0 0,-1 1 0,1-1 0,-1 0 0,0 0 0,1 0 0,-1 0 0,0 0 0,1-1 0,-1 1 0,1 0 0,-2 0 0,-13-3-3808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08.3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24575,'337'401'-3548,"-139"-157"3571,11 0-23,121 147-1,-308-364 43,109 144 595,-128-165-549,16 25-62,-18-29-10,0-1 1,-1 0 0,1 1-1,-1-1 1,1 1 0,-1-1-1,1 1 1,-1-1 0,0 1-1,0-1 1,0 1 0,0-1-1,0 1 1,0-1 0,0 1-1,0-1 1,0 1 0,-2 2-1,2-4-18,0 1 0,-1-1 1,1 1-1,0-1 0,-1 0 0,1 1 0,-1-1 0,1 0 0,-1 1 1,1-1-1,-1 0 0,1 0 0,-1 1 0,1-1 0,-1 0 0,1 0 0,-2 0 1,-10 1-5740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08.5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24575,'99'113'-1242,"-6"4"0,97 161-1,122 275 1367,-304-536-127,171 338 704,-161-314-1582,-6-9-3524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0.4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3191 370 24575,'-33'-2'0,"1"-1"0,-51-12 0,14 2 0,-227-36-402,-106-16-1431,-305-24 1535,-2 18 83,480 49-248,179 17 428,-234-21-20,-1 17 1991,273 9-8762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1.4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211 111 24575,'-54'-13'0,"40"9"0,1 0 0,-1 1 0,0 1 0,1 0 0,-1 1 0,-17 1 0,30 0 0,0 0 0,0 0 0,0 0 0,0 0 0,0 0 0,0 0 0,1 1 0,-1-1 0,0 0 0,0 1 0,0-1 0,0 1 0,0-1 0,1 1 0,-1-1 0,0 1 0,0-1 0,1 1 0,-1 0 0,0 0 0,1-1 0,-1 1 0,1 0 0,-1 0 0,0 1 0,1 0 0,-1-1 0,1 1 0,0-1 0,0 1 0,0 0 0,0-1 0,0 1 0,1-1 0,-1 1 0,0 0 0,1-1 0,-1 1 0,2 2 0,2 3 0,0 1 0,1-1 0,-1 0 0,10 10 0,-1-2 0,1-1 0,23 17 0,-29-24 0,1-1 0,1 0 0,-1 0 0,1-1 0,20 7 0,-29-11 0,1 0 0,-1-1 0,1 0 0,-1 1 0,1-1 0,-1 0 0,1 0 0,-1 0 0,1 0 0,-1 0 0,1 0 0,-1 0 0,1 0 0,-1-1 0,1 1 0,-1-1 0,1 1 0,-1-1 0,0 1 0,1-1 0,-1 0 0,2-1 0,-2 1 0,0 0 0,0 0 0,0-1 0,-1 1 0,1-1 0,0 1 0,0 0 0,-1-1 0,1 1 0,-1-1 0,0 1 0,1-1 0,-1 0 0,0 1 0,0-1 0,0 1 0,0-1 0,0 1 0,0-1 0,0 0 0,-1-2 0,-1-2 0,0-1 0,-1 1 0,1 0 0,-1 0 0,0 0 0,0 0 0,-6-7 0,-32-36 0,38 46 0,-15-18 0,-1 2 0,-1 0 0,-1 1 0,-23-15 0,42 32 0,0-1 0,-1 1 0,1 0 0,0 0 0,0 0 0,-1 0 0,1 0 0,0 0 0,-6 0 0,8 1 0,-1 0 0,0 0 0,0 0 0,1 1 0,-1-1 0,0 0 0,0 0 0,1 1 0,-1-1 0,0 0 0,0 1 0,1-1 0,-1 1 0,1-1 0,-1 1 0,0-1 0,1 1 0,-1-1 0,1 1 0,-1 0 0,1-1 0,-1 1 0,1 0 0,0-1 0,-1 1 0,1 0 0,0-1 0,0 1 0,-1 0 0,1 0 0,0 0 0,0-1 0,0 1 0,0 1 0,-1 7 0,1 0 0,0 1 0,0-1 0,1 0 0,0 0 0,1 0 0,0-1 0,0 1 0,1 0 0,0-1 0,0 1 0,6 8 0,-2-5 0,0 0 0,1 0 0,0-1 0,0 0 0,2 0 0,-1-1 0,14 11 0,-18-17 0,1 0 0,0 0 0,0-1 0,1 0 0,-1 0 0,1 0 0,-1-1 0,1 0 0,0 0 0,0-1 0,0 0 0,0 0 0,0-1 0,0 1 0,14-3 0,-19 2 0,0 0 0,0 0 0,0-1 0,0 1 0,0-1 0,0 0 0,0 1 0,-1-1 0,1 0 0,0 0 0,0 0 0,-1 0 0,1-1 0,0 1 0,-1 0 0,1-1 0,-1 1 0,3-4 0,-3 3 0,0-1 0,1 1 0,-1-1 0,-1 1 0,1-1 0,0 1 0,0-1 0,-1 0 0,0 0 0,1 1 0,-1-1 0,-1-4 0,1 1 0,-1 1 0,0 0 0,0 0 0,0-1 0,-1 1 0,0 0 0,0 0 0,0 1 0,-1-1 0,1 0 0,-1 1 0,0-1 0,-7-7 0,5 8 0,1 0 0,-1 0 0,0 0 0,0 1 0,-1 0 0,1 0 0,-1 0 0,1 0 0,-1 1 0,0 0 0,0 0 0,0 1 0,0 0 0,0 0 0,0 0 0,-1 1 0,1 0 0,0 0 0,0 0 0,0 1 0,0 0 0,-1 0 0,1 0 0,1 1 0,-1 0 0,0 0 0,0 1 0,1 0 0,-1 0 0,1 0 0,-8 6 0,10-7 0,1 1 0,-1-1 0,1 1 0,-1 0 0,1 0 0,0 0 0,0 0 0,0 0 0,1 0 0,-1 0 0,1 1 0,-1-1 0,1 1 0,0-1 0,1 1 0,-1-1 0,1 1 0,-1 0 0,1-1 0,0 7 0,1-7 0,-1 0 0,1 0 0,-1 0 0,1 1 0,0-1 0,0 0 0,1 0 0,-1-1 0,1 1 0,-1 0 0,1 0 0,0-1 0,0 1 0,0-1 0,0 1 0,0-1 0,1 0 0,-1 0 0,1 0 0,-1 0 0,1-1 0,0 1 0,4 2 0,-2-3 0,0 0 0,0 0 0,0 0 0,1 0 0,-1-1 0,0 0 0,0 0 0,0 0 0,1-1 0,-1 0 0,0 0 0,0 0 0,0 0 0,9-5 0,-10 5 0,0-1 0,0 1 0,-1-1 0,1 0 0,0 0 0,-1-1 0,0 1 0,0-1 0,1 0 0,-2 0 0,1 0 0,0 0 0,0 0 0,-1-1 0,0 1 0,0-1 0,0 0 0,0 1 0,1-5 0,-3 7 3,0 0 1,1 0-1,-1 0 0,0 0 0,0 0 0,0 0 1,0 0-1,0 0 0,-1 0 0,1 0 0,0 0 1,0 0-1,-1 0 0,1 1 0,0-1 0,-1 0 1,1 0-1,-1 0 0,1 0 0,-1 1 0,1-1 1,-1 0-1,0 1 0,1-1 0,-1 0 0,0 1 1,0-1-1,1 1 0,-1-1 0,0 1 0,0-1 1,0 1-1,0-1 0,0 1 0,-1 0 0,-4-2-269,0 1 0,1 0 0,-1 0 0,-8 0 0,13 1 116,-17-1-6676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3.7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 24575,'0'0'0,"0"0"0,0 0 0,0 0 0,0 0 0,0 0 0,0 0 0,0 0 0,0 0 0,0-1 0,0 1 0,0 0 0,-1 0 0,1 0 0,0 0 0,0 0 0,0 0 0,0 0 0,0 0 0,0 0 0,0 0 0,0 0 0,0 0 0,-1 0 0,1 0 0,0 0 0,0 0 0,0 0 0,0 0 0,0 0 0,0 0 0,0 0 0,0 0 0,0 0 0,-1 0 0,1 0 0,0 0 0,0 0 0,0 1 0,0-1 0,0 0 0,0 0 0,0 0 0,0 0 0,0 0 0,0 0 0,0 0 0,0 0 0,-1 0 0,1 0 0,0 0 0,0 1 0,0-1 0,0 0 0,0 0 0,0 0 0,0 0 0,0 0 0,0 0 0,0 0 0,0 0 0,0 0 0,0 1 0,0-1 0,0 0 0,0 13 0,3 14 0,0-9 0,1-1 0,0 0 0,1 0 0,1 0 0,1-1 0,9 18 0,-13-28 0,1-1 0,1 0 0,-1 0 0,1 0 0,0-1 0,0 1 0,0-1 0,0 0 0,1-1 0,0 1 0,0-1 0,0 0 0,0 0 0,0-1 0,0 0 0,12 2 0,-4-1 0,1 0 0,0-2 0,-1 0 0,1 0 0,0-2 0,22-2 0,-31 2 0,0 0 0,0-1 0,-1 1 0,1-1 0,-1 0 0,1-1 0,-1 1 0,1-1 0,-1 0 0,0-1 0,-1 1 0,1-1 0,0 0 0,-1 0 0,7-8 0,-8 8 0,0-1 0,-1 1 0,1-1 0,-1 0 0,0 1 0,0-1 0,0 0 0,-1 0 0,0-1 0,0 1 0,0 0 0,-1 0 0,1 0 0,-1-1 0,0 1 0,-1 0 0,1 0 0,-3-6 0,1 2 0,0-1 0,-7-14 0,8 22 0,0 0 0,1 0 0,-2 0 0,1 0 0,0 0 0,0 0 0,-1 0 0,1 0 0,-1 1 0,1-1 0,-1 1 0,0-1 0,1 1 0,-1-1 0,0 1 0,-4-2 0,5 3 0,0 0 0,0 0 0,1 0 0,-1-1 0,0 1 0,0 0 0,0 1 0,0-1 0,0 0 0,0 0 0,1 0 0,-1 0 0,0 1 0,0-1 0,0 0 0,1 1 0,-1-1 0,0 1 0,0-1 0,1 1 0,-1-1 0,0 1 0,1-1 0,-1 1 0,1 0 0,-1-1 0,0 1 0,1 0 0,0 0 0,-1-1 0,1 1 0,-1 0 0,1 0 0,0 0 0,0-1 0,-1 1 0,1 0 0,0 2 0,-2 4 0,1 0 0,0 0 0,0 11 0,1-14 0,-1 47 0,2-1 0,3 1 0,1-1 0,3 0 0,2 0 0,22 64 0,37 75 0,-50-143 0,3-1 0,27 42 0,-36-63 0,-39-53 0,-16-20 0,-12-15 0,49 57 0,1 0 0,0 0 0,0-1 0,0 1 0,1-1 0,0 0 0,-3-13 0,6 19 7,-1 0-1,1 0 0,0 0 0,-1 0 1,1 0-1,0 1 0,1-1 1,-1 0-1,0 0 0,0 0 1,1 0-1,-1 0 0,1 1 0,-1-1 1,1 0-1,0 0 0,0 1 1,2-4-1,0 2-218,0 0 0,0 0 0,1 0-1,-1 1 1,1-1 0,7-3 0,-2 1-6614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4.8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26 24575,'1'-1'0,"-1"0"0,0 0 0,0 0 0,0 0 0,0 0 0,0 0 0,0 0 0,-1 0 0,1 0 0,0 0 0,-1 0 0,1 0 0,0 0 0,-1 0 0,1 0 0,-1 0 0,1 0 0,-1 0 0,0 0 0,1 0 0,-1 1 0,0-1 0,0 0 0,0 0 0,-1 0 0,1 1 0,0 0 0,0 0 0,0 0 0,0 0 0,0 0 0,0 0 0,0 0 0,0 1 0,1-1 0,-1 0 0,0 1 0,0-1 0,0 1 0,0-1 0,0 1 0,0-1 0,1 1 0,-1-1 0,0 1 0,0 0 0,1 0 0,-1-1 0,1 1 0,-1 0 0,0 0 0,1 0 0,-1 1 0,-9 13 0,1 1 0,1 0 0,0 1 0,1-1 0,1 2 0,0-1 0,2 1 0,0-1 0,1 1 0,0 0 0,1 22 0,2-18 0,1 0 0,1 1 0,0-1 0,2 0 0,1 0 0,1-1 0,0 1 0,17 34 0,-2-15-195,2-2 0,2 0 0,2-2 0,1 0 0,1-2 0,51 46 0,-66-68-6631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5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0 24575,'-3'4'0,"0"-1"0,0 1 0,0 0 0,1 0 0,-1 0 0,1 1 0,0-1 0,0 0 0,0 1 0,1-1 0,-1 1 0,1 0 0,0-1 0,1 1 0,-1 0 0,1 0 0,0-1 0,0 1 0,1 0 0,0 6 0,3 7 0,1 0 0,0-1 0,15 33 0,-18-46 0,4 8 0,-4-13 0,-1-8 0,8-88 0,-3 44 0,-6 49 0,1-1 0,-1 1 0,1 0 0,0-1 0,1 1 0,-1 0 0,3-4 0,-4 7 0,1 0 0,-1 0 0,1 0 0,0 0 0,-1 0 0,1 1 0,0-1 0,-1 0 0,1 0 0,0 1 0,0-1 0,0 0 0,-1 1 0,1-1 0,0 1 0,0-1 0,0 1 0,0 0 0,0-1 0,0 1 0,0 0 0,0 0 0,0 0 0,0-1 0,0 1 0,0 0 0,0 0 0,1 1 0,-1-1 0,0 0 0,0 0 0,0 0 0,0 1 0,0-1 0,1 1 0,5 2 0,0 1 0,0 0 0,-1 0 0,1 0 0,-1 1 0,0 0 0,11 10 0,33 48 0,-19-24 0,3 5 0,-33-41 38,-6-6-888,4 2 297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6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0 24575,'212'27'0,"-191"-25"0,-15-2 0,-1 0 0,0 1 0,1 0 0,6 1 0,-12-2 0,0 0 0,0 0 0,0 0 0,0 0 0,1 0 0,-1 1 0,0-1 0,0 0 0,0 0 0,0 0 0,1 0 0,-1 0 0,0 0 0,0 0 0,0 0 0,0 0 0,0 0 0,1 1 0,-1-1 0,0 0 0,0 0 0,0 0 0,0 0 0,0 0 0,0 1 0,0-1 0,0 0 0,1 0 0,-1 0 0,0 0 0,0 1 0,0-1 0,0 0 0,-6 4 0,-14 1 0,16-4 0,-22 4 0,1 0 0,-1-2 0,-1-2 0,1 0 0,-41-4 0,60 3-114,1-1 1,0 0-1,0 0 0,0-1 0,0 1 1,0-1-1,0-1 0,0 1 0,1-1 1,-1 0-1,-5-4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6.5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24575,'11'15'0,"2"10"0,2 5 0,1 1 0,1-2 0,-1-2 0,-3-3 0,-1-2 0,0-3 0,-2-2 0,0-2 0,-2 0 0,0-1 0,-1 0 0,-5-2 0,-4-6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6.9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24575,'1'2'0,"1"0"0,-1 0 0,0 0 0,1-1 0,-1 1 0,1-1 0,0 1 0,-1-1 0,1 0 0,0 1 0,0-1 0,0 0 0,3 1 0,3 3 0,18 15 0,0 2 0,-1 0 0,-2 2 0,24 30 0,-10-6 0,42 73 0,-74-114 0,-1 1 0,-1-1 0,1 1 0,-1 0 0,0 0 0,3 15 0,-6-20 0,0 1 0,1-1 0,-1 1 0,0-1 0,-1 1 0,1-1 0,-1 1 0,1-1 0,-1 0 0,0 1 0,0-1 0,-1 0 0,1 0 0,0 0 0,-1 0 0,0 0 0,0 0 0,0 0 0,-3 3 0,-2 0-124,0 0 0,0-1 0,0 0 0,-1 0 0,0 0 0,0-1-1,0-1 1,0 1 0,-1-1 0,-15 3 0,5-1-6702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7.6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32 24575,'1'-2'0,"-1"0"0,0 1 0,0-1 0,1 0 0,-1 0 0,0 1 0,0-1 0,-1 0 0,1 0 0,0 1 0,-1-1 0,1 0 0,-1-1 0,1 3 0,0-1 0,-1 1 0,1 0 0,0-1 0,0 1 0,0 0 0,0 0 0,0-1 0,-1 1 0,1 0 0,0 0 0,0-1 0,-1 1 0,1 0 0,0 0 0,0 0 0,-1 0 0,1-1 0,0 1 0,0 0 0,-1 0 0,1 0 0,0 0 0,-1 0 0,1 0 0,0 0 0,-1 0 0,0 0 0,1 0 0,-1 1 0,0-1 0,1 0 0,-1 1 0,0-1 0,1 1 0,-1-1 0,1 1 0,-1-1 0,0 1 0,1-1 0,-1 1 0,1-1 0,0 1 0,-1 1 0,-2 2 0,1 0 0,1 0 0,-1 1 0,0-1 0,1 0 0,0 1 0,0-1 0,1 1 0,-1-1 0,1 1 0,0 8 0,2 5 0,5 28 0,-5-34 0,5 35 0,-5-26 0,11 41 0,-11-55 0,1-1 0,-1 1 0,1-1 0,1 1 0,-1-1 0,1 0 0,0 0 0,0-1 0,10 11 0,-1-5-341,0-1 0,0 0-1,16 9 1,-14-10-6485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8.3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24575,'3'17'0,"2"12"0,2 2 0,1 2 0,2-3 0,2-1 0,-1-3 0,0-4 0,1-2 0,0-3 0,-1-2 0,0 0 0,0-1 0,-1 0 0,-3-4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8.5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538 19 24575,'-25'-7'0,"-11"-1"0,-2 5 0,4 4 0,1 5 0,5 4 0,2 0 0,0 2 0,-1 0 0,0-2 0,-1-2 0,-3 0 0,-1-1 0,-1-2 0,1 0 0,1 0 0,2-1 0,8-2-8191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19.1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24575,'18'2'-1,"0"1"0,-1 0 0,1 1 0,-1 1 0,0 1 0,25 12 0,-20-7 5,-1 1-1,0 2 1,-1 0-1,21 19 0,-2 5-34,-2 0-1,-2 3 1,52 77-1,-63-82-98,-1 0 0,-2 2-1,-2 0 1,22 59 0,-35-78 146,-1 0 1,-1 0 0,-1 1 0,2 37-1,-6-42-7,1-1 0,-2 1-1,0-1 1,0 0 0,-2 1-1,0-1 1,-8 19 0,5-18-78,-1 0 1,0-1 0,-1 0 0,-1 0-1,0-1 1,-1 0 0,0-1 0,-1 0-1,0-1 1,-16 10 0,9-7-6758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46.6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178 2196 24575,'4'-82'0,"-3"1"0,-11-93 0,-38-160 0,-8-33 0,31-5 0,-1 39 0,22 301 0,-3-15 0,0-68 0,8 95 0,1-1 0,5-25 0,-6 37 0,-1-1 0,0 1 0,0 0 0,0 0 0,-1-1 0,-3-8 0,-1-26 0,4-9 0,13 103 0,43 355 0,37 305 0,-49-385 0,-37-260 0,-7 124 0,-13-75 0,7-74 0,-1 45 0,7-58 0,2 0 0,7 51 0,-5-64 0,0 1 0,1-1 0,1 0 0,0-1 0,1 1 0,0-1 0,9 13 0,-10-19 0,15 26 0,-19-31 0,0 0 0,0 0 0,-1 0 0,1 0 0,0 0 0,-1 0 0,1 0 0,-1 0 0,0 0 0,0 0 0,0 0 0,0 0 0,0 0 0,-1 4 0,1-6-59,0 1 0,0-1-1,0 1 1,-1-1-1,1 1 1,0 0 0,-1-1-1,1 1 1,0-1 0,-1 1-1,1-1 1,-1 1 0,1-1-1,-1 0 1,1 1-1,-1-1 1,1 0 0,-1 1-1,1-1 1,-1 0 0,0 1-1,0-1 1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45.0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28 24575,'0'118'0,"1"211"0,22-16 0,17-1 0,-33-268 0,8 66 0,57 386 0,-71-486 0,1-4 0,-1 0 0,0 0 0,0 0 0,-1 1 0,0-1 0,0 0 0,0 0 0,-1 0 0,-1 9 0,2-14 0,-1 0 0,1-1 0,0 1 0,0 0 0,0-1 0,-1 1 0,1 0 0,0-1 0,-1 1 0,1-1 0,-1 1 0,1-1 0,-1 1 0,1-1 0,-1 1 0,1-1 0,-1 1 0,1-1 0,-1 1 0,0-1 0,1 0 0,-1 1 0,0-1 0,1 0 0,-1 0 0,0 0 0,1 1 0,-1-1 0,0 0 0,1 0 0,-1 0 0,0 0 0,0 0 0,1 0 0,-1 0 0,0 0 0,1-1 0,-1 1 0,0 0 0,0-1 0,-1 0 0,1 1 0,0-1 0,-1 0 0,1-1 0,0 1 0,0 0 0,0 0 0,0 0 0,0-1 0,0 1 0,0 0 0,0-1 0,1 1 0,-1-1 0,0 1 0,1-1 0,-1-1 0,-2-15 0,2-1 0,0 1 0,3-35 0,-1 8 0,8-242 0,-2 190 0,8-195 0,-7 28 0,10 33 0,-16 210 0,0 1 0,-2-1 0,0 1 0,-1-1 0,-1 1 0,-1 0 0,-1 0 0,0 0 0,-2 0 0,-8-20 0,-2 4 0,-7-16 0,-19-60 0,41 105-341,-1 0 0,1-1-1,0-8 1,0 4-6485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19:47.5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633 625 24575,'-28'-27'0,"-16"-18"0,-11-7 0,-4-4-1957,-1 1 1957,1 3 0,4 1 0,3 3 0,3 2 0,5 1 64,3 1-64,5 2 0,6 7 0,9 8-6298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33.7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502 1 24575,'-29'61'0,"-36"56"0,46-87 0,-2-2 0,0-1 0,-45 44 0,-9-1 0,-69 67 0,95-86-1365,36-38-5461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34.1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1155 0 24575,'-45'66'-305,"-3"-2"-1,-83 86 0,-129 99-1017,160-156 1160,-384 367 640,468-444-798,-1-1-1,-21 14 0,23-20-4978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34.5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1524 0 24575,'-191'238'-1731,"-13"-13"-358,136-153 1259,-609 647 443,652-692 395,-312 304-545,316-312-2088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34.9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1431 0 24575,'-76'50'-1152,"-98"84"0,-55 75 230,-130 152-1516,14 15 2748,118-128-32,207-226-3393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35.2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984 0 24575,'-35'30'0,"-21"21"0,-12 10 0,-7 9-2860,0 1 2860,-1 0 0,4-1 0,3-1 0,3 0 0,4-2 0,1-3 0,4-1 0,2-4 0,5-3 0,6-5 209,8-9-209,10-12-5540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35.5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528 0 24575,'-30'23'0,"-18"15"0,-8 8 0,1 4-2062,1 4 2062,6 0 0,6-2 0,4-2 150,5-4-150,4-6 0,3-4 460,3-5-460,3-6 0,5-5 0,5-5-6739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37.1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1 755 24575,'8'-27'0,"-1"6"0,11-25 0,-14 38 0,0 1 0,0-1 0,1 1 0,0 0 0,1 0 0,9-9 0,8-4 10,1 1-1,0 1 1,1 2 0,1 0-1,46-20 1,147-45-566,-183 69 229,945-249-1954,-288 150 2155,-674 109 122,21-3 79,67 1 1,-89 7-465,-7 0-4328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38.0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234 146 24575,'-45'-20'0,"-98"-35"0,138 53 0,1 1 0,0 0 0,-1 0 0,0 1 0,-8-1 0,13 1 0,-1 0 0,1 0 0,-1 0 0,1 0 0,0 0 0,-1 0 0,1 0 0,-1 1 0,1-1 0,-1 0 0,1 0 0,0 0 0,-1 1 0,1-1 0,-1 0 0,1 0 0,0 1 0,-1-1 0,1 0 0,0 1 0,-1-1 0,1 0 0,0 1 0,0-1 0,-1 1 0,1 0 0,0 0 0,0 0 0,0 0 0,0 0 0,0 0 0,1 0 0,-1 0 0,0-1 0,0 1 0,1 0 0,-1 0 0,1 0 0,-1 0 0,1 0 0,-1 0 0,1-1 0,0 2 0,9 12 0,1-2 0,0 1 0,0-1 0,2-1 0,-1 0 0,1 0 0,25 14 0,-17-13 0,0-1 0,1-1 0,0-1 0,44 11 0,-62-19 0,1 0 0,0 0 0,0 0 0,0-1 0,0 1 0,6-2 0,-10 1 0,0 0 0,0 0 0,0 0 0,0-1 0,0 1 0,0 0 0,0-1 0,0 1 0,0 0 0,0-1 0,0 1 0,0-1 0,-1 0 0,1 1 0,0-1 0,0 0 0,-1 1 0,1-1 0,0 0 0,-1 0 0,1 0 0,-1 1 0,1-1 0,-1 0 0,1 0 0,-1 0 0,0 0 0,1 0 0,-1 0 0,0 0 0,0 0 0,0 0 0,1 0 0,-1 0 0,0 0 0,-1-2 0,1 0 0,-1 0 0,0 0 0,1-1 0,-1 1 0,-1 0 0,1 1 0,0-1 0,-1 0 0,1 0 0,-4-4 0,-23-25 0,23 26 0,-22-21 0,-1 0 0,-1 2 0,-56-37 0,80 59 0,0 0 0,0 0 0,0 1 0,0 0 0,-10-3 0,14 5 0,0-1 0,0 1 0,0 0 0,0 0 0,0 0 0,1 0 0,-1 0 0,0 0 0,0 0 0,0 0 0,0 0 0,0 0 0,1 1 0,-1-1 0,0 0 0,0 1 0,0-1 0,0 0 0,1 1 0,-1-1 0,0 1 0,0-1 0,1 1 0,-1-1 0,1 1 0,-1 0 0,0-1 0,1 1 0,-1 0 0,1-1 0,-1 1 0,1 0 0,0 0 0,-1 0 0,1-1 0,0 1 0,-1 0 0,1 0 0,0 0 0,0 0 0,0 0 0,0-1 0,0 1 0,0 0 0,0 2 0,0 2 0,1 0 0,0 0 0,0 0 0,0 1 0,0-1 0,1 0 0,0 0 0,0-1 0,0 1 0,0 0 0,1-1 0,0 1 0,6 7 0,5 3 0,0 0 0,18 15 0,-28-26 0,1 0 0,0 0 0,0-1 0,0 0 0,0 0 0,6 3 0,-11-6 0,0 0 0,0 0 0,0-1 0,0 1 0,0 0 0,0 0 0,0 0 0,0 0 0,0 0 0,0 0 0,0 0 0,0 0 0,0 0 0,0 0 0,0 0 0,0 0 0,0-1 0,0 1 0,0 0 0,0 0 0,0 0 0,0 0 0,0 0 0,0 0 0,1 0 0,-1 0 0,0 0 0,0 0 0,0 0 0,0 0 0,0 0 0,0 0 0,0 0 0,0 0 0,0 0 0,0 0 0,0 0 0,0 0 0,0 0 0,0 0 0,1 0 0,-1 0 0,0 0 0,0 0 0,0 0 0,0 0 0,0 0 0,0 0 0,0 0 0,0 0 0,0 0 0,0 0 0,0 0 0,0 0 0,0 0 0,1 0 0,-1 0 0,0 0 0,0 0 0,0 0 0,-7-8 0,-10-9 0,4 8 0,0 1 0,-1 0 0,1 1 0,-24-9 0,36 16 5,0-1 0,0 1 0,0 0-1,0-1 1,0 1 0,0 0 0,0 0 0,0 0-1,-1 0 1,1 0 0,0 0 0,0 0 0,0 0-1,0 1 1,0-1 0,0 0 0,0 1-1,0-1 1,0 0 0,0 1 0,0 0 0,0-1-1,0 1 1,-1 1 0,1-2-13,1 0-1,0 1 1,-1-1-1,1 1 1,0-1 0,0 0-1,0 1 1,0-1 0,-1 1-1,1-1 1,0 0-1,0 1 1,0-1 0,0 1-1,0-1 1,0 1 0,0-1-1,0 0 1,0 1-1,0-1 1,0 1 0,0-1-1,1 1 1,-1 0-78,1 0 1,-1 0-1,1 0 1,-1-1-1,1 1 0,0 0 1,-1 0-1,1-1 1,0 1-1,0-1 0,0 1 1,-1 0-1,1-1 1,1 1-1,8 3-6740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39.2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0 196 24575,'1'0'0,"0"-1"0,0 1 0,0-1 0,0 1 0,0 0 0,0-1 0,0 1 0,0 0 0,0 0 0,0 0 0,0 0 0,0 0 0,-1 0 0,1 0 0,0 0 0,0 0 0,0 0 0,0 1 0,0-1 0,0 0 0,0 1 0,0-1 0,0 0 0,0 1 0,-1-1 0,1 1 0,0 0 0,0-1 0,0 1 0,-1 0 0,1-1 0,0 1 0,-1 0 0,1 0 0,-1-1 0,1 1 0,-1 0 0,1 0 0,-1 0 0,0 0 0,1 0 0,-1 0 0,0 0 0,0 1 0,1 6 0,0 0 0,-1 0 0,0 0 0,-3 15 0,1-5 0,0 180 0,3-122 0,1-38 0,11 64 0,-13-102 0,0 1 0,0-1 0,0 1 0,0-1 0,0 1 0,0-1 0,0 0 0,0 1 0,0-1 0,0 1 0,0-1 0,0 1 0,0-1 0,1 0 0,-1 1 0,0-1 0,0 1 0,1-1 0,-1 0 0,0 1 0,0-1 0,1 0 0,-1 1 0,0-1 0,1 0 0,-1 0 0,1 1 0,-1-1 0,1 0 0,-1 0 0,1 0 0,0-1 0,-1 1 0,1-1 0,-1 1 0,1-1 0,-1 1 0,1-1 0,-1 0 0,0 1 0,1-1 0,-1 1 0,0-1 0,1 0 0,-1 0 0,10-30 0,-4 5 0,-1-1 0,-2 1 0,0-1 0,-2 0 0,-3-44 0,-33-124 0,7 43 0,15 47 0,14 92 0,-1 13 0,0 0 0,0 0 0,0-1 0,0 1 0,0 0 0,1 0 0,-1 0 0,0 0 0,0 0 0,0 0 0,0 0 0,0 0 0,1-1 0,-1 1 0,0 0 0,0 0 0,0 0 0,0 0 0,0 0 0,1 0 0,-1 0 0,0 0 0,0 0 0,0 0 0,0 0 0,1 0 0,-1 0 0,0 0 0,0 0 0,0 0 0,0 0 0,1 0 0,-1 0 0,0 0 0,0 0 0,0 1 0,0-1 0,19 16 0,-18-15 0,191 187 0,-62-64 0,-62-59 0,117 85 0,-191-154 0,-1 0 0,0 1 0,-7-3 0,-10-5 0,-1-1 17,-1 1 0,-1 2 1,1 0-1,-1 1 0,-1 2 0,-31-4 0,20 7-388,-1 1-1,1 2 1,-71 9 0,89-6-6455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44.4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134 80 24575,'0'-11'0,"-1"1"0,-4 23 0,-4 15 0,1 1 0,-4 35 0,-2 61 0,9-69 0,0-9 0,2-10 0,-10 50 0,10-76 0,0 0 0,0 0 0,-1-1 0,-1 1 0,0-1 0,0 0 0,-1 0 0,-12 16 0,12-20 0,6-10 0,8-10 0,35-34 0,-30 35 0,-1 0 0,0-1 0,-1 0 0,11-20 0,-19 28 0,-1-1 0,0 1 0,0-1 0,0 0 0,-1 1 0,0-1 0,0 0 0,-1 0 0,0 0 0,0 0 0,-2-10 0,-2-10 0,-12-41 0,10 47 0,-1-11 0,1 0 0,2 1 0,1-1 0,1-1 0,5-56 0,-2 85 0,-1-1 0,1 1 0,0-1 0,0 0 0,1 1 0,2-8 0,-3 12 0,-1-1 0,0 0 0,1 1 0,-1-1 0,1 0 0,-1 1 0,1-1 0,-1 1 0,1-1 0,-1 0 0,1 1 0,-1-1 0,1 1 0,0 0 0,-1-1 0,1 1 0,0-1 0,0 1 0,-1 0 0,1 0 0,0-1 0,0 1 0,-1 0 0,1 0 0,0 0 0,0 0 0,0 0 0,-1 0 0,1 0 0,0 0 0,0 0 0,-1 0 0,1 1 0,0-1 0,0 0 0,-1 0 0,1 1 0,0-1 0,0 0 0,-1 1 0,1-1 0,-1 1 0,1-1 0,0 1 0,-1-1 0,1 2 0,4 3 0,0 0 0,0 1 0,-1-1 0,0 1 0,-1 0 0,1 0 0,-1 1 0,0-1 0,-1 1 0,3 8 0,7 15 0,9 15 0,42 88 0,-45-98 0,41 55 0,-35-59 0,0-2 0,31 27 0,-37-39 0,1-1 0,1-1 0,0-1 0,27 14 0,-47-28 0,0 0 0,0 1 0,0-1 0,0 0 0,0 0 0,0 0 0,0 0 0,0 0 0,0 0 0,0 0 0,0 0 0,0 0 0,0 0 0,1 0 0,-1 0 0,0 1 0,0-1 0,0 0 0,0 0 0,0 0 0,0 0 0,0 0 0,0 0 0,0 0 0,0 0 0,0 0 0,0 0 0,0 0 0,0 0 0,1 0 0,-1 0 0,0 0 0,0 0 0,0 0 0,0 0 0,0 0 0,0 0 0,0 0 0,0 0 0,0 0 0,0 0 0,1 0 0,-1 0 0,0 0 0,0 0 0,0 0 0,0 0 0,0 0 0,0 0 0,0 0 0,0 0 0,0 0 0,0-1 0,0 1 0,0 0 0,0 0 0,0 0 0,0 0 0,0 0 0,1 0 0,-1 0 0,0 0 0,0 0 0,0 0 0,0 0 0,0 0 0,0-1 0,-5-5 0,-9-9 0,-19-11 0,-2 2 0,-66-36 0,99 59 0,-1 0 0,1 0 0,0 0 0,-1 0 0,1 1 0,-1-1 0,1 1 0,-1 0 0,1-1 0,-1 1 0,1 0 0,-1 1 0,-2-1 0,-35 11 0,3-1 0,8-7-15,-1-2 0,1-2 0,-48-6 0,20 1-1290,38 5-5521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45.7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311 0 24575,'-28'0'0,"-11"0"0,-2 0 0,4 0 0,5 0 0,6 0 0,5 0 0,3 0 0,3 0 0,1 0 0,0 0 0,0 0 0,3 0-8191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45.9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294 56 24575,'-28'-10'0,"-14"-4"0,-2 2 0,1 1 0,6 4 0,6 5 0,3 3 0,5 4 0,5 1-8191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52.2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531 149 24575,'1'0'0,"0"0"0,0 0 0,0 0 0,0-1 0,0 1 0,0 0 0,-1-1 0,1 1 0,0 0 0,0-1 0,0 1 0,-1-1 0,1 1 0,0-1 0,-1 0 0,1 1 0,0-1 0,-1 1 0,1-1 0,-1 0 0,1 0 0,-1 1 0,0-1 0,1 0 0,-1 0 0,0 0 0,1 0 0,-1 1 0,0-1 0,0 0 0,0 0 0,0 0 0,1 0 0,-1 0 0,-1 0 0,1 0 0,0 1 0,0-1 0,0 0 0,0 0 0,-1 0 0,1 0 0,0 0 0,-1 1 0,1-1 0,0 0 0,-1 0 0,1 1 0,-1-1 0,0 0 0,1 1 0,-1-1 0,0 0 0,1 1 0,-2-2 0,-12-5 0,1 0 0,-1 0 0,-1 1 0,-17-4 0,20 6 0,4 1 0,-1 1 0,0 0 0,0 0 0,0 1 0,0 0 0,-10 1 0,15 0 0,1 0 0,-1 0 0,0 1 0,0-1 0,0 1 0,1 0 0,-1 0 0,1 1 0,-1-1 0,1 1 0,-1 0 0,1 0 0,0 0 0,0 0 0,0 0 0,-6 6 0,6-5 0,-1 2 0,0 0 0,0 0 0,0-1 0,-1 0 0,-8 6 0,11-9 0,0 0 0,0 0 0,0-1 0,-1 1 0,1 0 0,0-1 0,0 1 0,-1-1 0,1 0 0,0 0 0,-1 0 0,1 0 0,0 0 0,-1 0 0,1-1 0,0 1 0,-1-1 0,-2-1 0,-26-10-227,0-1-1,2-1 1,-1-2-1,2-1 1,-31-24-1,46 31-6598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52.8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566 140 24575,'-60'-56'0,"-12"-11"0,71 65 0,-1 0 0,0 1 0,0-1 0,0 1 0,-1 0 0,1-1 0,0 1 0,0 0 0,-1 1 0,1-1 0,0 0 0,-1 1 0,1-1 0,-1 1 0,1-1 0,-1 1 0,-3 0 0,1 2 0,-1-1 0,0 1 0,1 0 0,-1 0 0,-9 5 0,11-5 0,-10 5 0,1-1 0,-1-1 0,0 0 0,-1-1 0,-18 4 0,8-3 0,20-4 0,0 0 0,0 0 0,0 0 0,0 0 0,0-1 0,0 0 0,0 0 0,0 0 0,-8-2 0,-32-10-682,-56-21-1,90 29-6143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58.7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16 24575,'-12'-14'0,"8"13"0,9 10 0,4 4 0,1 0 0,0 0 0,1-1 0,0-1 0,1 1 0,21 14 0,88 51 0,-84-55 0,86 49 0,-120-69 0,-1-1 0,1 1 0,-1 0 0,1 0 0,-1 0 0,0 0 0,4 4 0,-6-6 0,0 1 0,0-1 0,0 0 0,0 0 0,1 1 0,-1-1 0,0 0 0,0 0 0,0 1 0,0-1 0,0 0 0,0 0 0,0 1 0,0-1 0,0 0 0,0 1 0,0-1 0,0 0 0,0 0 0,0 1 0,0-1 0,0 0 0,0 1 0,0-1 0,0 0 0,0 0 0,0 1 0,-1-1 0,1 0 0,0 1 0,-1-1 0,0 1 0,0-1 0,0 1 0,0-1 0,0 1 0,0-1 0,0 0 0,0 0 0,0 1 0,0-1 0,0 0 0,0 0 0,0 0 0,-1 0 0,-9-2-1365,1-1-5461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0:59.2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263 20 24575,'0'-1'0,"-1"0"0,1 0 0,-1 0 0,1 0 0,-1 0 0,0-1 0,0 1 0,1 1 0,-1-1 0,0 0 0,0 0 0,0 0 0,0 0 0,0 1 0,0-1 0,0 0 0,0 1 0,-1-1 0,1 1 0,0-1 0,0 1 0,0 0 0,-1-1 0,1 1 0,0 0 0,0 0 0,-1 0 0,1 0 0,0 0 0,0 0 0,-1 0 0,1 0 0,0 1 0,0-1 0,-1 0 0,1 1 0,0-1 0,0 1 0,0-1 0,0 1 0,0 0 0,0-1 0,-1 2 0,-7 4 0,1 0 0,1 1 0,-1 0 0,-8 11 0,7-8 0,-32 35 0,19-19 0,-37 31 0,55-53-227,-1 0-1,1 1 1,0-1-1,0 1 1,-7 10-1,5-3-6598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0.0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181 4 24575,'-2'-1'0,"1"0"0,-1 1 0,1-1 0,-1 1 0,1 0 0,-1 0 0,1-1 0,-1 1 0,0 0 0,1 0 0,-1 0 0,1 1 0,-1-1 0,1 0 0,-1 1 0,1-1 0,-1 0 0,1 1 0,-1 0 0,1-1 0,-1 1 0,1 0 0,0 0 0,-1 0 0,1 0 0,0 0 0,0 0 0,0 0 0,0 0 0,0 1 0,0-1 0,0 0 0,-1 2 0,-3 6 0,0-1 0,0 1 0,-6 18 0,10-24 0,-8 21 0,-40 99 0,39-100 0,2 1 0,0 0 0,-8 46 0,14-53 0,0 0 0,1 0 0,1 0 0,0-1 0,1 1 0,6 29 0,-3-33 0,0 1 0,1-1 0,1 0 0,0 0 0,0-1 0,1 0 0,1 0 0,0 0 0,1-1 0,0 0 0,0-1 0,1 0 0,1-1 0,0 0 0,0 0 0,1-1 0,24 13 0,-13-10-1365,-13-7-5461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0.7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90 9 24575,'-1'-1'0,"1"1"0,-1-1 0,1 1 0,-1-1 0,1 1 0,-1-1 0,1 1 0,-1-1 0,1 1 0,-1-1 0,0 1 0,1 0 0,-1-1 0,0 1 0,1 0 0,-1 0 0,0-1 0,1 1 0,-1 0 0,0 0 0,1 0 0,-1 0 0,0 0 0,0 0 0,1 0 0,-1 0 0,0 0 0,1 0 0,-1 0 0,0 1 0,0-1 0,1 0 0,-1 0 0,1 1 0,-1-1 0,0 0 0,1 1 0,-1-1 0,1 1 0,-1-1 0,0 1 0,1-1 0,-1 1 0,1-1 0,0 1 0,-1 0 0,1-1 0,-1 1 0,1-1 0,-1 2 0,-2 5 0,1 0 0,-1 0 0,1 0 0,-2 9 0,2-6 0,-6 19 0,-2 1 0,2 1 0,2 0 0,-4 43 0,9-69 0,2 0 0,-1 0 0,0 0 0,1 0 0,0 0 0,0 0 0,0 0 0,1 0 0,0-1 0,0 1 0,0-1 0,0 1 0,1-1 0,0 0 0,-1 0 0,2 0 0,-1 0 0,0 0 0,1-1 0,0 0 0,-1 1 0,1-1 0,1-1 0,-1 1 0,0-1 0,8 4 0,-10-5-62,5 3-199,1-1 1,0 0-1,0 0 1,8 1-1,-5-2-6565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1.2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1 24575,'-1'2'0,"-1"0"0,1 0 0,-1 0 0,1 0 0,0 0 0,0 1 0,0-1 0,0 1 0,0-1 0,1 1 0,-1-1 0,1 1 0,-1-1 0,1 1 0,0-1 0,0 1 0,0 0 0,0-1 0,1 4 0,1 0 0,-1 1 0,1 0 0,0-1 0,0 1 0,1-1 0,3 6 0,-2-5 0,0 0 0,0-1 0,1 1 0,0-1 0,0 0 0,6 5 0,-9-10 0,-1 0 0,1 0 0,-1 0 0,1 0 0,-1 0 0,1 0 0,0-1 0,-1 1 0,1 0 0,0-1 0,0 1 0,0-1 0,2 1 0,-2-1 0,-1-1 0,0 1 0,1 0 0,-1-1 0,0 1 0,0 0 0,1-1 0,-1 1 0,0-1 0,0 0 0,0 0 0,1 1 0,-1-1 0,0 0 0,0 0 0,0 0 0,0 0 0,-1 0 0,1 0 0,0 0 0,0-2 0,2-1 0,-1 0 0,0 0 0,-1 0 0,1-1 0,1-6 0,-2 7 0,0 1 0,0-1 0,0 0 0,0 1 0,1-1 0,0 1 0,2-5 0,-3 7 0,-1 1 0,1 0 0,-1-1 0,1 1 0,0-1 0,-1 1 0,1 0 0,-1 0 0,1-1 0,-1 1 0,1 0 0,0 0 0,-1 0 0,1 0 0,0 0 0,-1 0 0,1 0 0,-1 0 0,1 0 0,0 0 0,-1 0 0,1 0 0,0 0 0,-1 0 0,1 1 0,-1-1 0,1 0 0,-1 0 0,1 1 0,0-1 0,-1 0 0,1 2 0,19 14 0,-18-14 0,14 13-273,0 0 0,1-1 0,1-1 0,19 11 0,-24-17-6553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1.4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293 31 24575,'-30'-5'0,"-12"-2"0,-2 1 0,4 0 0,6 3 0,7 0 0,5 2 0,7 3 0,3 2 0,3 2 0,2 0 0,1 2 0,2 1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1.8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24575,'13'28'0,"6"11"0,0 5 0,0-4 0,-4-5 0,-2-6 0,-3-6 0,-3-4 0,-3-6-8191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2.2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24575,'42'21'0,"-2"1"0,0 2 0,51 41 0,-78-53 0,1 0 0,-1 1 0,-1 0 0,0 1 0,-1 0 0,-1 1 0,0 1 0,-1-1 0,0 1 0,-2 1 0,11 30 0,-13-33 0,-2 1 0,1 0 0,-2 0 0,2 28 0,-4-39 0,0 1 0,0-1 0,-1 0 0,1 0 0,-1 0 0,0 1 0,-1-1 0,1 0 0,-1 0 0,1-1 0,-1 1 0,0 0 0,-1 0 0,1-1 0,-1 0 0,1 1 0,-1-1 0,0 0 0,0 0 0,-1 0 0,1-1 0,-4 3 0,1-1-227,-1-1-1,1 0 1,-1 0-1,0-1 1,-13 4-1,5-3-6598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2.8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49 19 24575,'-2'-1'0,"-18"-12"0,19 12 0,0 1 0,0-1 0,0 1 0,0 0 0,0-1 0,0 1 0,1 0 0,-1-1 0,0 1 0,0 0 0,0 0 0,0 0 0,0 0 0,0 0 0,0 0 0,0 0 0,0 0 0,0 1 0,0-1 0,0 0 0,-1 1 0,2-1 0,-1 1 0,1-1 0,-1 1 0,1-1 0,0 1 0,-1 0 0,1-1 0,0 1 0,0 0 0,-1-1 0,1 1 0,0 0 0,0-1 0,0 1 0,0 0 0,0-1 0,0 1 0,0 0 0,0 0 0,0-1 0,0 1 0,0 0 0,0-1 0,0 1 0,1 0 0,-1 0 0,9 21 0,-8-20 0,44 108 120,-40-94-368,0 0 1,-1 1-1,-1-1 1,-1 1-1,1 17 1,-3-21-6579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3.1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516 85 24575,'-28'-17'0,"-11"-7"0,-2 5 0,2 4 0,4 8 0,5 5 0,4 5 0,1 3 0,2 2 0,-3 2 0,-2 0 0,0 1 0,-2-2 0,-2 0 0,1-1 0,1-3 0,5-1-8191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3.5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24575,'66'56'0,"99"109"0,-137-133 0,-2 1 0,-2 2 0,0 0 0,-3 2 0,27 60 0,-42-82 0,-1 1 0,0 0 0,-1 0 0,-1 0 0,0 0 0,-1 1 0,0 18 0,-3-26 0,1 0 0,-1-1 0,0 1 0,-1 0 0,0 0 0,0-1 0,-1 1 0,0-1 0,-1 0 0,0 0 0,0 0 0,0 0 0,-1-1 0,-11 13 0,6-10 24,-1 0 0,0 0 0,0-1 0,-25 13 0,9-7-767,-35 13 1,34-17-6084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4.2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 1 24575,'-8'15'0,"-2"7"0,1 6 0,1-1 0,5-1 0,3 0 0,4-3 0,4 0 0,0-1 0,2 1 0,1-2 0,2-1 0,-2-2 0,0-1 0,-2-4-8191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4.4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398 30 24575,'-30'-5'0,"-15"-1"0,-2-1 0,4 2 0,4 1 0,7 2 0,6 1 0,4 3 0,5 1 0,-1 3 0,1 0 0,0 2 0,1 0 0,0-3 0,4-1-8191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4.9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 24575,'0'0'0,"0"0"0,0 0 0,1 0 0,-1-1 0,0 1 0,0 0 0,0 0 0,1 0 0,-1 0 0,0-1 0,0 1 0,1 0 0,-1 0 0,0 0 0,1 0 0,-1 0 0,0 0 0,0 0 0,1 0 0,-1 0 0,0 0 0,1 0 0,-1 0 0,0 0 0,0 0 0,1 0 0,-1 0 0,0 0 0,1 0 0,-1 0 0,0 0 0,0 0 0,1 1 0,-1-1 0,0 0 0,0 0 0,0 0 0,1 0 0,-1 1 0,0-1 0,13 7 0,12 9 0,24 21 0,3 3 0,-18-16-119,83 54 372,-95-65-628,2 0 0,-1-2 1,32 11-1,-38-17-6451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5.2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287 1 24575,'-28'10'0,"-11"6"0,-2 2 0,4 2 0,5-1 0,6-1 0,8-1 0,3-1 0,3-1 0,3 0 0,0 2 0,2 1 0,0 0 0,1-3-8191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5.9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103 0 24575,'-3'3'0,"-1"-1"0,0 1 0,1 0 0,-1 0 0,1 1 0,0-1 0,0 0 0,0 1 0,1 0 0,-1 0 0,1 0 0,0 0 0,0 0 0,-2 6 0,-3 10 0,-7 36 0,12-45 0,-11 51 0,-8 105 0,20-160 0,1 1 0,0-1 0,1 0 0,0 1 0,0-1 0,1 0 0,0 0 0,0 1 0,0-2 0,1 1 0,0 0 0,5 8 0,-3-7 0,1-1 0,0 0 0,0 0 0,1 0 0,-1-1 0,1 0 0,1 0 0,-1-1 0,12 7 0,-17-11-45,87 47-1275,-76-42-5506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6.5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62 10 24575,'-5'-2'0,"0"1"0,0-1 0,0 1 0,0 0 0,-9-1 0,13 2 0,1 0 0,-1 0 0,0 0 0,0 0 0,0 0 0,0 0 0,1 0 0,-1 0 0,0 0 0,0 0 0,1 1 0,-1-1 0,0 0 0,0 1 0,1-1 0,-1 0 0,0 1 0,0-1 0,1 1 0,-1-1 0,1 1 0,-1-1 0,0 1 0,1-1 0,-1 1 0,1 0 0,-1-1 0,1 1 0,0 0 0,-1 0 0,1-1 0,0 1 0,-1 0 0,1 0 0,0-1 0,0 1 0,0 0 0,0 0 0,0 0 0,0-1 0,0 1 0,0 0 0,0 0 0,0 1 0,1 3 0,0 0 0,1 0 0,-1 0 0,1-1 0,0 1 0,0 0 0,1-1 0,3 6 0,29 35 0,-25-33 0,-4-5 0,-1-1 0,1 1 0,0-1 0,1 0 0,0-1 0,0 0 0,0 0 0,9 5 0,-16-10 0,1 0 0,-1 0 0,1 1 0,-1-1 0,1 0 0,-1 0 0,1 0 0,-1 0 0,1 0 0,-1 0 0,1 1 0,-1-1 0,1 0 0,-1-1 0,1 1 0,0 0 0,-1 0 0,1 0 0,-1 0 0,1 0 0,-1 0 0,0-1 0,1 1 0,-1 0 0,1 0 0,-1-1 0,1 1 0,-1 0 0,1-1 0,0 0 0,-1 0 0,1 0 0,-1 0 0,1 0 0,-1-1 0,0 1 0,1 0 0,-1 0 0,0 0 0,0 0 0,0-1 0,0 0 0,0-5 0,-1 0 0,0 0 0,-2-8 0,1 7 0,0 0 0,0-1 0,-1-14 0,3 21 0,-1 1 0,1-1 0,0 1 0,0-1 0,0 0 0,1 1 0,-1-1 0,0 1 0,1-1 0,-1 1 0,0 0 0,1-1 0,0 1 0,-1-1 0,1 1 0,0 0 0,0-1 0,0 1 0,0 0 0,0 0 0,0 0 0,1-2 0,0 3 0,-1 0 0,0-1 0,0 1 0,0 0 0,0 0 0,1-1 0,-1 1 0,0 0 0,0 0 0,0 0 0,1 0 0,-1 1 0,0-1 0,0 0 0,0 1 0,1-1 0,-1 0 0,0 1 0,0-1 0,0 1 0,0 0 0,0-1 0,0 1 0,0 0 0,1 1 0,4 2 0,-1 1 0,-1-1 0,6 7 0,-1 0 0,9 10 0,0 0 0,30 24 0,-19-20-1365,-16-13-5461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6.8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24575,'2'16'0,"4"6"0,3 6 0,0 2 0,1 1 0,2-1 0,0-2 0,2-3 0,0 0 0,1-2 0,-3-3 0,0-2 0,-3-1 0,-2-4-8191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7.0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537 91 24575,'-30'-10'0,"-15"-6"0,-8 0 0,1 0 0,4 3 0,5 3 0,7 4 0,5 3 0,3 4 0,3 2 0,1 3 0,3 1 0,-1 1 0,-2 2 0,1 0 0,5-1 0,5 0-8191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07.5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24575,'37'21'0,"-2"2"0,-1 1 0,0 2 0,33 34 0,-55-48 0,0 1 0,-1 0 0,0 1 0,-1 1 0,-1 0 0,0 0 0,-1 0 0,-1 1 0,0 0 0,-1 1 0,-1 0 0,5 29 0,-9-36 8,0-1 0,-1 1 0,0-1 0,0 1 0,-1-1 0,-1 1 0,0-1 0,0 0 0,0 0 0,-2 0 0,1 0 0,-1 0 0,0-1 0,-7 11 0,2-6-194,0 0 1,-2-1-1,1 0 0,-1-1 1,-1 0-1,0-1 1,-23 16-1,19-16-6640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10.5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6438 76 24575,'-2'-3'0,"0"0"0,0 1 0,0 0 0,-1-1 0,1 1 0,0 0 0,-1 0 0,0 0 0,1 1 0,-1-1 0,0 0 0,0 1 0,0 0 0,0 0 0,-5-2 0,-5 0 0,0 0 0,-17-2 0,-60-7 0,-75-7 0,-78 18 0,121 2 0,-5 6 0,8 1 0,-280-17 0,290 2 0,-120 8 0,92 14 0,81-10 0,-83 5 0,21-3 0,-6 1 0,76-8 0,-19-1 0,-70 10 0,30-3 0,0 0 0,37 1 0,0-4 0,-74-5 0,-19-12 0,46 7 0,-21-1 0,-389 7 0,245 2 0,150 7 0,1-1 0,63-6 0,-137-3 0,111-4 0,-40-2 0,23 0 0,1 1 0,-415 7 0,431-7 0,6-1 0,-195 8 0,132 1 0,143-1-341,0 0 0,0 1-1,-11 3 1,6 0-6485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11.8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18 108 24575,'-3'-6'0,"1"1"0,-1-1 0,1 0 0,0 0 0,0 0 0,1 0 0,-2-12 0,3 16 0,0 0 0,0 1 0,0-1 0,1 0 0,-1 0 0,0 1 0,1-1 0,0 0 0,-1 1 0,1-1 0,0 0 0,0 1 0,0-1 0,0 1 0,0-1 0,0 1 0,0 0 0,0-1 0,1 1 0,-1 0 0,0 0 0,1 0 0,-1 0 0,1 0 0,-1 0 0,1 0 0,0 0 0,-1 1 0,1-1 0,0 1 0,3-1 0,9-2 0,1 1 0,0 1 0,0 1 0,0 0 0,0 1 0,0 0 0,23 6 0,-32-6 0,0 1 0,0-1 0,0 1 0,0 1 0,-1-1 0,1 1 0,-1 0 0,0 0 0,0 1 0,0-1 0,0 1 0,0 0 0,-1 0 0,5 6 0,-6-6 0,0 0 0,-1 0 0,1 0 0,-1 1 0,0-1 0,0 1 0,-1-1 0,1 1 0,-1-1 0,0 1 0,0 0 0,-1 0 0,1 0 0,-1-1 0,0 1 0,0 0 0,-1 0 0,-1 6 0,-1 2 0,0-1 0,-1 0 0,-1 0 0,0 0 0,-1-1 0,0 0 0,0 0 0,-1 0 0,-12 12 0,9-11 0,-2 0 0,0-1 0,0 0 0,-1-1 0,0 0 0,-27 14 0,-11 6 0,46-26 0,0 0 0,0 0 0,0 1 0,0-1 0,1 1 0,-8 10 0,12-15 0,0 1 0,-1-1 0,1 1 0,0-1 0,-1 0 0,1 1 0,0-1 0,0 1 0,-1-1 0,1 1 0,0-1 0,0 1 0,0-1 0,0 1 0,0-1 0,0 1 0,0-1 0,0 1 0,0 0 0,0-1 0,0 1 0,0-1 0,0 1 0,0-1 0,0 1 0,1 0 0,0 0 0,-1-1 0,1 1 0,0-1 0,-1 0 0,1 1 0,0-1 0,0 0 0,-1 1 0,1-1 0,0 0 0,0 0 0,-1 1 0,1-1 0,0 0 0,1 0 0,6 0 0,0-1 0,15-2 0,-17 2 0,92-11 0,123 1 0,-194 14-1365,-18 0-5461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19.8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4219 2 24575,'16'-1'0,"-12"0"0,0 1 0,0 0 0,0 0 0,0 0 0,6 2 0,-9 0 0,-6 1 0,-4 0 0,-12 1 0,1-1 0,-1-2 0,0 0 0,-27-2 0,4 0 0,-166 9 0,-1 8 0,-88 9 0,122-12 0,65-7 0,-121-2 0,64-2 0,60 5 0,-26 0 0,-481-6 0,295-2 0,118 10 0,95-3 0,13 1 0,-57 1 0,58-9 0,-111 2 0,119 6 0,-20 0 0,-23 1 0,-31 0 0,117-8 0,-51-1 0,85-2-1365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20.6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576 295 24575,'1'-3'0,"1"0"0,-1 0 0,0 0 0,0 0 0,0 0 0,0 0 0,-1 0 0,1 0 0,-1 0 0,1-1 0,-1 1 0,0 0 0,-1 0 0,1 0 0,-1-5 0,0 5 0,0 1 0,-1-1 0,1 0 0,-1 0 0,1 1 0,-1-1 0,0 1 0,0 0 0,0-1 0,0 1 0,-1 0 0,1 0 0,0 1 0,-1-1 0,-5-3 0,-9-3 0,-27-11 0,5 3 0,-174-69 0,70 17 0,140 67 0,1 0 0,-1 0 0,0 1 0,0-1 0,1 1 0,-6-1 0,8 1 0,0 0 0,-1 0 0,1 0 0,0 0 0,-1 0 0,1 0 0,0 0 0,-1 0 0,1 0 0,0 0 0,-1 1 0,1-1 0,0 0 0,0 0 0,-1 0 0,1 0 0,0 0 0,-1 1 0,1-1 0,0 0 0,0 0 0,0 1 0,-1-1 0,1 0 0,0 1 0,0-1 0,0 1 0,0-1 0,0 1 0,0 0 0,1-1 0,-1 1 0,0-1 0,0 1 0,0-1 0,1 0 0,-1 1 0,0-1 0,1 1 0,-1-1 0,0 1 0,1-1 0,-1 0 0,1 1 0,0-1 0,3 4 0,1 0 0,0-1 0,0 1 0,0-1 0,0 0 0,1-1 0,7 3 0,44 12 0,-38-13 0,52 16 0,114 46 0,-179-64 0,-1 1 0,1 0 0,0 1 0,-1-1 0,0 1 0,0 1 0,0-1 0,-1 0 0,5 6 0,-8-8 0,0-1 0,0 1 0,0-1 0,0 1 0,0-1 0,0 1 0,0 0 0,-1 0 0,1-1 0,0 1 0,-1 0 0,0 0 0,1 0 0,-1-1 0,0 1 0,0 0 0,0 0 0,0 0 0,0 0 0,-1 0 0,1-1 0,-1 1 0,1 0 0,-1 0 0,1 0 0,-1-1 0,0 1 0,0-1 0,0 1 0,0 0 0,0-1 0,0 1 0,-1-1 0,-1 2 0,-2 2 0,-1 0 0,0-1 0,0 0 0,0-1 0,0 1 0,-1-1 0,-12 5 0,-54 11 0,32-10 0,14-1 0,-3-1 0,-32 14 0,-7 4 0,-17 6 0,51-14-1365,20-9-5461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21.8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377 74 24575,'2'-5'0,"0"0"0,0 0 0,0 0 0,0 0 0,1 1 0,0-1 0,0 1 0,0-1 0,6-5 0,-8 9 0,1-1 0,0 0 0,-1 0 0,1 1 0,0-1 0,0 1 0,1 0 0,-1-1 0,0 1 0,0 0 0,1 0 0,-1 0 0,0 1 0,1-1 0,-1 1 0,1-1 0,-1 1 0,1 0 0,-1 0 0,1 0 0,-1 0 0,4 1 0,-6-1 0,1 0 0,0 0 0,-1 0 0,1 0 0,0 0 0,-1 0 0,1 1 0,0-1 0,-1 0 0,1 1 0,-1-1 0,1 0 0,-1 1 0,1-1 0,-1 1 0,1-1 0,-1 1 0,1-1 0,-1 1 0,1-1 0,-1 1 0,0-1 0,1 1 0,-1-1 0,0 1 0,1 0 0,-1-1 0,0 2 0,0-1 0,0 0 0,0 1 0,-1-1 0,1 0 0,0 0 0,-1 1 0,1-1 0,-1 0 0,1 0 0,-1 0 0,0 0 0,1 0 0,-3 2 0,-1 2 0,-1 0 0,0 0 0,0 0 0,-8 5 0,-9 3 0,-1 0 0,-45 18 0,-55 11 0,80-28 0,4-2 0,21-7 0,0 1 0,0 0 0,1 1 0,-17 10 0,33-17 0,0 1 0,0-1 0,0 1 0,0-1 0,1 1 0,-1 0 0,0-1 0,0 1 0,1 0 0,-1-1 0,1 1 0,-1 0 0,1 0 0,-1 0 0,1 0 0,-1-1 0,1 1 0,-1 2 0,1-3 0,0 1 0,0 0 0,0-1 0,0 1 0,1 0 0,-1-1 0,0 1 0,0 0 0,0-1 0,1 1 0,-1 0 0,0-1 0,1 1 0,-1-1 0,1 1 0,-1-1 0,0 1 0,1-1 0,0 2 0,4 1 0,0 0 0,0 1 0,0-1 0,11 4 0,-8-4 0,304 123 0,-202-91 0,-109-35-54,0 1-1,0-1 0,0 0 1,1 1-1,-1-1 1,0 1-1,0-1 0,0 1 1,0-1-1,0 1 1,-1 0-1,1-1 0,0 1 1,0 0-1,0 0 0,-1 0 1,1 0-1,0 0 1,-1 0-1,1 0 0,-1 0 1,1 0-1,-1 0 1,1 2-1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22.9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9 24575,'0'0'0,"-1"-1"0,1 1 0,0-1 0,0 1 0,0 0 0,0-1 0,0 1 0,-1-1 0,1 1 0,0 0 0,0-1 0,-1 1 0,1 0 0,0-1 0,0 1 0,-1 0 0,1 0 0,0-1 0,-1 1 0,1 0 0,0 0 0,-1 0 0,1-1 0,-1 1 0,1 0 0,0 0 0,-2 0 0,2 0 0,0 1 0,-1-1 0,1 0 0,-1 1 0,1-1 0,0 1 0,0-1 0,-1 1 0,1 0 0,0-1 0,0 1 0,-1-1 0,1 1 0,0-1 0,0 1 0,0 0 0,-3 30 0,3-30 0,1 22 0,0 0 0,8 37 0,15 45 0,-23-97 0,0-4 0,1 4 0,1 1 0,-1-1 0,1 1 0,4 7 0,-7-16 0,0 0 0,0 0 0,1 0 0,-1 0 0,0 0 0,0 0 0,0 0 0,0 0 0,0 1 0,0-1 0,0 0 0,0 0 0,0 0 0,0 0 0,0 0 0,1 0 0,-1 0 0,0 0 0,0 0 0,0 0 0,0 0 0,0 0 0,0 0 0,0 0 0,0 0 0,1 0 0,-1 0 0,0 0 0,0 0 0,0 0 0,0 0 0,0 0 0,0 0 0,0 0 0,0 0 0,1 0 0,-1 0 0,0 0 0,0 0 0,0 0 0,0 0 0,0 0 0,0-1 0,0 1 0,0 0 0,0 0 0,0 0 0,0 0 0,0 0 0,1 0 0,-1 0 0,0 0 0,0 0 0,0 0 0,0-1 0,5-9 0,1-11 0,-5 7 0,0-1 0,0 1 0,-2 0 0,0-1 0,0 1 0,-1 0 0,-1 0 0,-1 0 0,0 0 0,0 1 0,-1 0 0,-1-1 0,-8-13 0,13 27 0,1-1 0,0 1 0,0 0 0,0-1 0,0 1 0,0 0 0,0-1 0,0 1 0,-1 0 0,1-1 0,0 1 0,0 0 0,0-1 0,-1 1 0,1 0 0,0 0 0,-1-1 0,1 1 0,0 0 0,0 0 0,-1 0 0,1 0 0,0-1 0,-1 1 0,1 0 0,0 0 0,-1 0 0,1 0 0,0 0 0,-1 0 0,1 0 0,0 0 0,-2 0 0,-1 12 0,5 19 0,35 115 0,-7-37 0,-28-105-151,-2 0-1,1 0 0,0 0 0,-1 1 1,0-1-1,0 0 0,0 0 1,-1 4-1,-1 2-6674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23.5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663 34 24575,'-30'2'0,"-55"10"0,15-2 0,-29 2 0,-1 0 0,-106 0 0,188-12 0,12 1 0,-1-1 0,1 0 0,0 0 0,0-1 0,-1 0 0,-5-1 0,12 2 0,-1 0 0,1 0 0,0 0 0,0 0 0,0 0 0,-1 0 0,1 0 0,0 0 0,0-1 0,0 1 0,-1 0 0,1 0 0,0 0 0,0 0 0,0 0 0,0 0 0,0 0 0,-1-1 0,1 1 0,0 0 0,0 0 0,0 0 0,0 0 0,0-1 0,0 1 0,0 0 0,-1 0 0,1 0 0,0-1 0,0 1 0,0 0 0,0 0 0,0 0 0,0-1 0,0 1 0,0 0 0,0 0 0,0-1 0,7-5 0,11-2 0,21-4 0,70-12 0,44 3 0,-113 17 0,36-4 0,-76 8-72,1-1 1,0 1-1,-1 0 0,1 0 0,0 0 0,0 0 0,-1 0 0,1 0 1,0 0-1,0 0 0,-1 0 0,1 0 0,0 1 0,-1-1 0,1 0 1,0 0-1,-1 1 0,2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29.7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74 40 24575,'-57'-39'0,"71"49"0,2 1 0,23 13 0,-27-18 0,-18-9 0,-22-10 0,26 13 0,-1-1 0,1 0 0,-1 0 0,1 1 0,-1 0 0,1-1 0,-1 1 0,1 0 0,-1 0 0,1 0 0,-1 1 0,1-1 0,-1 0 0,1 1 0,-1 0 0,-3 1 0,5-2-72,0 1 1,1-1-1,-1 0 0,0 0 0,0 0 0,0 0 0,0 0 0,0 0 1,0 0-1,0 0 0,1 0 0,-1 0 0,0 0 0,0-1 0,0 1 1,0 0-1,0-1 0,-1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30.5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4 24575,'0'-1'0,"0"1"0,0 0 0,0 0 0,0 0 0,-1-1 0,1 1 0,0 0 0,0 0 0,0 0 0,0 0 0,-1 0 0,1 0 0,0-1 0,0 1 0,0 0 0,-1 0 0,1 0 0,0 0 0,0 0 0,-1 0 0,1 0 0,0 0 0,0 0 0,0 0 0,-1 0 0,1 0 0,0 0 0,0 0 0,-1 0 0,1 0 0,0 0 0,0 0 0,0 0 0,-1 1 0,1-1 0,-4 9 0,1 12 0,1 148 0,3-88 0,1-41 0,1 1 0,2-1 0,13 50 0,-14-78 120,-4-12-159,0 0 0,0 1 0,0-1 0,0 0 0,0 0 0,0 1-1,0-1 1,0 0 0,0 0 0,1 1 0,-1-1 0,0 0 0,0 0 0,0 1 0,0-1 0,1 0 0,-1 0 0,0 0-1,0 1 1,0-1 0,1 0 0,-1 0 0,0 0 0,0 0 0,1 0 0,-1 1 0,0-1 0,1 0 0,-1 0 0,0 0 0,0 0-1,1 0 1,-1 0 0,0 0 0,1 0 0,-1 0 0,1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31.3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810 18 24575,'12'-6'0,"6"-2"0,-18 8 0,0 0 0,0 0 0,0 0 0,0 0 0,0 0 0,0-1 0,0 1 0,0 0 0,0 0 0,0 0 0,0 0 0,0 0 0,0 0 0,0 0 0,0 0 0,0 0 0,0 0 0,0 0 0,0 0 0,0 0 0,0 0 0,0 0 0,0 0 0,0 0 0,0 0 0,0 0 0,0-1 0,0 1 0,0 0 0,0 0 0,0 0 0,0 0 0,0 0 0,0 0 0,0 0 0,0 0 0,0 0 0,0 0 0,0 0 0,0 0 0,0 0 0,0 0 0,0 0 0,0 0 0,0 0 0,0-1 0,0 1 0,0 0 0,0 0 0,0 0 0,0 0 0,0 0 0,0 0 0,0 0 0,0 0 0,0 0 0,0 0 0,-1 0 0,1 0 0,0 0 0,0 0 0,0 0 0,0 0 0,0 0 0,0 0 0,0 0 0,-12 0 0,-121 15 0,-183-12 0,171-4 0,131 1 0,-1 2 0,-16 3 0,22-3 0,1 0 0,-1-1 0,1 0 0,-1 0 0,0-1 0,1 0 0,-1-1 0,0 0 0,-9-2 0,7 0-341,0 1 0,0 0-1,-20-1 1,18 3-6485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31.9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18 24575,'0'-12'0,"0"7"0,0 11 0,2 36 0,15 80 0,-7-69 0,15 67 0,-6-32 0,-12-65-1365,-4-13-5461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48.6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97 24575,'-1'-14'0,"0"1"0,-5-20 0,0-3 0,6 79 0,-1-29 0,0 0 0,2 0 0,0 0 0,5 27 0,-5-38 0,-1 0 0,2 1 0,-1-1 0,0 0 0,0 0 0,1 0 0,0 0 0,0-1 0,0 1 0,0 0 0,0-1 0,0 1 0,0-1 0,1 0 0,0 0 0,-1 0 0,1 0 0,0 0 0,0-1 0,0 1 0,0-1 0,0 0 0,0 1 0,0-1 0,0-1 0,6 2 0,-4-2 0,0 0 0,0 1 0,0-2 0,0 1 0,1-1 0,-1 0 0,0 0 0,0 0 0,0-1 0,-1 1 0,1-1 0,0 0 0,-1-1 0,1 1 0,-1-1 0,1 0 0,-1 0 0,0 0 0,-1-1 0,1 0 0,3-3 0,1-2 0,-1-1 0,0 1 0,-1-1 0,0 0 0,-1-1 0,0 1 0,0-1 0,4-15 0,-8 22 0,0 1 0,-1 0 0,1-1 0,1 1 0,-1 0 0,0 0 0,3-4 0,-4 8 0,1-1 0,-1 0 0,0 0 0,0 0 0,0 0 0,1 0 0,-1 0 0,0 1 0,0-1 0,0 0 0,0 0 0,1 0 0,-1 0 0,0 1 0,0-1 0,0 0 0,0 0 0,0 0 0,0 1 0,1-1 0,-1 0 0,0 0 0,0 1 0,0-1 0,0 0 0,0 0 0,0 0 0,0 1 0,0-1 0,0 0 0,0 0 0,0 1 0,0-1 0,0 0 0,-1 1 0,3 11 0,-1 18 0,2-1 0,1 0 0,2 0 0,1 0 0,1 0 0,1-1 0,23 48 0,47 77 0,19 38 0,-97-189 0,2 5 0,0-1 0,-1 1 0,1 0 0,-1-1 0,1 12 0,-3-17 0,1 0 0,-1 0 0,0 0 0,0 1 0,0-1 0,-1 0 0,1 0 0,0 0 0,0 0 0,-1 1 0,1-1 0,-1 0 0,1 0 0,-1 0 0,1 0 0,-1 0 0,1 0 0,-1 0 0,0 0 0,0 0 0,0 0 0,1-1 0,-1 1 0,0 0 0,0 0 0,0-1 0,0 1 0,0-1 0,0 1 0,-1-1 0,1 1 0,0-1 0,0 0 0,0 1 0,0-1 0,0 0 0,-1 0 0,1 0 0,-2 0 0,-3 0 0,-1 0 0,1 0 0,-1 0 0,1-1 0,-1 0 0,1-1 0,0 0 0,-1 1 0,1-2 0,0 1 0,0-1 0,-7-4 0,-6-6 0,-1 0 0,-17-18 0,28 24 0,-3-4 0,1 1 0,-20-25 0,27 29 0,-1 0 0,1 0 0,0-1 0,1 0 0,-1 1 0,1-1 0,1-1 0,-3-7 0,5 13 5,0 1-1,-1-1 0,1 1 1,0 0-1,0-1 0,1 1 1,-1 0-1,0-1 1,0 1-1,0-1 0,1 1 1,-1 0-1,1 0 0,-1-1 1,1 1-1,0 0 1,-1 0-1,1-1 0,0 1 1,0 0-1,0 0 0,0 0 1,0 0-1,0 0 1,0 1-1,2-3 0,2 0-288,1 1-1,-1-1 1,0 1-1,11-4 1,-16 6 223,14-4-6765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49.6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 0 24575,'-1'1'0,"-1"0"0,1-1 0,-1 1 0,1 0 0,0 0 0,0 0 0,-1 0 0,1 0 0,0 1 0,0-1 0,0 0 0,0 0 0,0 1 0,0-1 0,0 1 0,0 2 0,-4 3 0,-7 9 0,1 0 0,1 1 0,1 0 0,0 0 0,1 1 0,1 0 0,1 1 0,-8 36 0,11-40 0,2 1 0,-1 0 0,2 0 0,0 0 0,1 0 0,1 0 0,0-1 0,1 1 0,1 0 0,1-1 0,7 20 0,-2-13-136,1-1-1,1 0 1,0 0-1,2-1 1,0 0-1,1-2 1,1 1-1,1-2 0,37 30 1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50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24575,'1'9'0,"-1"-1"0,1 0 0,0 0 0,0 1 0,1-1 0,1 0 0,-1-1 0,7 14 0,-8-18 0,1 0 0,0 0 0,0 0 0,0 0 0,0 0 0,1 0 0,-1 0 0,1-1 0,-1 1 0,1-1 0,0 0 0,0 0 0,0 0 0,0 0 0,0-1 0,1 1 0,-1-1 0,1 0 0,-1 0 0,0 0 0,1 0 0,4 0 0,-6-1 0,0 0 0,0 0 0,0 0 0,0 0 0,0-1 0,0 1 0,1-1 0,-1 1 0,0-1 0,0 0 0,-1 0 0,1 0 0,0 0 0,0 0 0,0 0 0,-1 0 0,1-1 0,0 1 0,-1-1 0,1 1 0,-1-1 0,0 1 0,1-1 0,-1 0 0,0 0 0,0 0 0,0 0 0,0 1 0,0-5 0,3-4 0,-2-1 0,1 1 0,-2 0 0,2-16 0,-3 26 0,0-1 0,0 0 0,0 0 0,0 0 0,0 0 0,0 0 0,0 0 0,0 1 0,1-1 0,-1 0 0,0 0 0,1 0 0,-1 0 0,0 0 0,1 1 0,-1-1 0,1 0 0,-1 0 0,1 1 0,0-1 0,-1 0 0,1 1 0,1-2 0,-1 2 0,0 0 0,0 0 0,0 0 0,0 0 0,-1 0 0,1 1 0,0-1 0,0 0 0,0 0 0,0 1 0,0-1 0,0 0 0,-1 1 0,1-1 0,0 1 0,0-1 0,-1 1 0,1 0 0,0-1 0,-1 1 0,1 0 0,1 1 0,44 49 0,24 24 0,-25-33-1365,-37-34-5461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50.4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0 24575,'-13'10'0,"-3"6"0,0 5 0,3 2 0,4-1 0,3-2 0,6-1 0,2-2 0,3-1 0,2 0 0,1-2 0,0 1 0,-2-1 0,1 1 0,1-1 0,0-2-8191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50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593 38 24575,'-30'-5'0,"-18"-1"0,-5-3 0,1 0 0,4 2 0,6 5 0,7 2 0,4 2 0,3 2 0,1 4 0,0 0 0,0 1 0,-1 2 0,-3 1 0,-1-1 0,2 0 0,6-2-8191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51.1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24575,'46'27'-291,"-2"1"-1,63 55 1,-81-59 215,-1 0-1,0 2 1,-2 1 0,34 53 0,-45-60 175,-1 2 1,0-1 0,-2 1 0,10 36-1,-14-40 9,-1 0 1,-1 0-1,-1 0 0,0 0 0,-2 0 0,-2 29 0,2-42-108,-1 1 0,0 0 0,-1-1 0,1 1 0,-1-1 0,0 1 0,0-1 0,-1 0 0,0 0 0,0 0 0,0 0 0,-6 7 0,3-6 0,0-1 0,0 0 0,0 0 0,-1 0 0,0-1 0,0 0 0,0 0 0,-11 3 0,-11 3-341,1-1 0,-1-1-1,-45 5 1,46-10-6485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52.3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0 113 24575,'40'8'0,"-2"0"0,0-2 0,70 2 0,-87-10 0,-1 0 0,1-2 0,29-9 0,31-5 0,-19 13 0,0 2 0,65 5 0,33 14 0,-37-3 0,-106-14 0,-14-2 0,-11 0 0,-25-4 0,25 6 0,0 0 0,0-1 0,0 0 0,-8-4 0,-9-6 0,1-1 0,1-2 0,0 0 0,-35-31 0,85 64 0,46 24 0,-32-23 0,-24-11 0,1 1 0,18 13 0,-35-22 0,0 1 0,0-1 0,-1 1 0,1 0 0,0-1 0,0 1 0,-1 0 0,1-1 0,0 1 0,-1 0 0,1 0 0,-1 0 0,1-1 0,-1 1 0,1 0 0,-1 0 0,1 0 0,-1 0 0,0 0 0,0 0 0,1 0 0,-1 0 0,0 1 0,-1 0 0,1-1 0,0 0 0,-1 0 0,1 0 0,-1 1 0,0-1 0,1 0 0,-1 0 0,0 0 0,0 0 0,1 0 0,-1 0 0,0-1 0,0 1 0,-2 1 0,-3 2 0,1-1 0,-1 0 0,0 0 0,0 0 0,-13 3 0,-2-2 28,0-1 0,0-1 0,-28-1-1,-18 2-1503,43 0-5350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53.2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24575,'10'21'0,"0"-2"0,2 1 0,0-1 0,1-1 0,27 30 0,-25-33 0,0-1 0,1-1 0,1 0 0,24 14 0,-35-24 0,1 1 0,-1-1 0,0 0 0,1-1 0,0 0 0,0 0 0,0 0 0,0-1 0,0 0 0,0 0 0,0 0 0,0-1 0,0 0 0,0-1 0,0 0 0,10-2 0,-13 2 0,0-1 0,0 0 0,0 0 0,-1 0 0,1-1 0,0 1 0,-1-1 0,0 0 0,1 0 0,-1 0 0,0 0 0,-1-1 0,1 1 0,-1-1 0,1 0 0,-1 1 0,0-1 0,0 0 0,-1 0 0,1-1 0,-1 1 0,1-8 0,2-6 0,-2 0 0,0-1 0,-2-35 0,0 50 0,0 2 0,0 0 0,0 1 0,0-1 0,0 0 0,0 0 0,0 0 0,-1 1 0,1-1 0,-1 0 0,1 0 0,-1 1 0,1-1 0,-1 0 0,-2-1 0,3 2 0,0 1 0,0 0 0,0 0 0,-1 0 0,1 0 0,0 1 0,0-1 0,-1 0 0,1 0 0,0 0 0,0 0 0,0 0 0,-1 0 0,1 0 0,0 0 0,0 0 0,0 0 0,-1 1 0,1-1 0,0 0 0,0 0 0,0 0 0,0 0 0,0 0 0,-1 1 0,1-1 0,0 0 0,0 0 0,0 0 0,0 1 0,0-1 0,0 0 0,0 0 0,0 0 0,0 1 0,0-1 0,0 0 0,0 0 0,0 1 0,0-1 0,0 0 0,0 0 0,0 0 0,0 1 0,-2 12 0,0 18 0,2 0 0,1 1 0,1-1 0,8 37 0,38 121 0,12-22 0,-36-103 0,-21-58 0,6 21 0,-9-25 0,0 0 0,1-1 0,-1 1 0,0-1 0,0 1 0,0 0 0,0-1 0,0 1 0,0-1 0,-1 1 0,1 0 0,0-1 0,-1 1 0,0 1 0,0-2 0,0-1 0,1 1 0,-1-1 0,0 1 0,0-1 0,0 1 0,0-1 0,1 1 0,-1-1 0,0 0 0,0 0 0,0 1 0,0-1 0,0 0 0,0 0 0,0 0 0,0 0 0,0 0 0,0 0 0,0 0 0,0-1 0,0 1 0,0 0 0,0 0 0,0-1 0,1 1 0,-1 0 0,-1-2 0,-28-12 0,9 1 0,0-1 0,1-2 0,1 0 0,0 0 0,1-2 0,1-1 0,-19-26 0,32 40 0,-1-1 0,2 0 0,-1-1 0,-4-12 0,7 18 0,1-1 0,-1 1 0,1-1 0,0 1 0,-1-1 0,1 1 0,0-1 0,0 1 0,0-1 0,0 0 0,0 1 0,1-1 0,-1 1 0,0-1 0,1 1 0,-1-1 0,1 1 0,0-1 0,-1 1 0,1 0 0,0-1 0,0 1 0,0 0 0,0 0 0,0-1 0,0 1 0,0 0 0,2-1 0,2-1-124,-1 0 0,1 0 0,0 1 0,0 0 0,1 0 0,-1 1-1,0-1 1,1 1 0,-1 0 0,10 0 0,0 0-6702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54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173 0 24575,'-21'0'0,"1"1"0,-21 4 0,32-4 0,1 1 0,-1 1 0,1-1 0,0 2 0,0-1 0,0 1 0,-10 6 0,16-9 0,1 0 0,0 0 0,0 0 0,0 0 0,0 0 0,0 1 0,0-1 0,0 0 0,1 0 0,-1 1 0,0-1 0,1 1 0,-1-1 0,1 1 0,-1-1 0,1 1 0,0-1 0,0 1 0,0-1 0,0 1 0,0-1 0,0 1 0,0 2 0,2 5 0,-1 0 0,1-1 0,4 10 0,0 4 0,-1 11 0,-2 1 0,-1 0 0,-4 46 0,1-17 0,5 25 0,-3-75 0,1 0 0,1 0 0,0 0 0,8 21 0,-10-32 0,0-1 0,0 1 0,0-1 0,0 1 0,0 0 0,1-1 0,-1 0 0,0 1 0,1-1 0,-1 0 0,1 0 0,-1 0 0,1 0 0,-1 0 0,1 0 0,0 0 0,0 0 0,-1-1 0,1 1 0,0-1 0,0 1 0,0-1 0,0 0 0,0 0 0,-1 1 0,4-2 0,5 1 0,0-1 0,0 0 0,18-6 0,-6 2 0,17 3 88,-30 2-451,0-1-1,0 1 1,11-4 0,-10 1-6463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54.5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29 24575,'-5'-11'0,"8"21"0,10 18 0,-1-7 0,18 33 0,-26-47 0,1-1 0,0 0 0,0 0 0,0 0 0,10 8 0,-14-13 0,0 0 0,1 0 0,-1 0 0,0 0 0,1-1 0,-1 1 0,1 0 0,-1-1 0,1 1 0,-1-1 0,1 1 0,-1-1 0,1 1 0,-1-1 0,1 0 0,-1 0 0,1 0 0,2 0 0,-2-1 0,-1 1 0,1-1 0,-1 0 0,0 1 0,1-1 0,-1 0 0,0 0 0,0 0 0,0 0 0,0 0 0,0 0 0,0 0 0,0 0 0,0-1 0,0 1 0,1-2 0,2-6 0,-1 0 0,1 0 0,-1-1 0,3-18 0,-3 15 0,-1 2 0,0 3 0,0-1 0,0 0 0,1 1 0,7-17 0,-9 24 0,-1 0 0,1-1 0,0 1 0,0 0 0,0 0 0,0 0 0,0 0 0,0 0 0,0 0 0,0 0 0,0 0 0,0 0 0,1 0 0,-1 0 0,0 1 0,0-1 0,1 1 0,-1-1 0,1 1 0,-1-1 0,0 1 0,1 0 0,-1 0 0,1-1 0,-1 1 0,1 0 0,-1 0 0,1 1 0,-1-1 0,1 0 0,-1 0 0,0 1 0,1-1 0,-1 1 0,1-1 0,-1 1 0,2 0 0,8 7 0,1 0 0,-1 0 0,0 1 0,0 0 0,-1 1 0,16 20 0,1 0 0,-14-17-120,-2-2 246,16 19 1,-25-27-242,0 0-1,0 0 1,0 0 0,0 0 0,-1 0-1,1 1 1,-1-1 0,0 1 0,0-1 0,0 1-1,0-1 1,0 6 0,-2 0-6711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1:55.1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24575,'25'8'0,"0"2"0,-1 1 0,0 1 0,-1 0 0,0 2 0,-1 1 0,-1 1 0,0 1 0,20 20 0,-40-35 0,1 0 0,0 0 0,-1 0 0,0 0 0,1 0 0,-1 0 0,0 1 0,0-1 0,0 0 0,-1 1 0,1-1 0,0 1 0,-1-1 0,0 0 0,1 1 0,-1 3 0,-1 4 0,0-1 0,0 1 0,-4 9 0,-1 22 0,6-8 0,2-1 0,1 0 0,1 0 0,2 0 0,13 39 0,-13-50 0,-1-8 0,-2 0 0,1 1 0,-2-1 0,2 19 0,-4-31 0,0 1 0,0-1 0,-1 0 0,1 1 0,0-1 0,-1 0 0,1 1 0,0-1 0,-1 0 0,0 0 0,1 0 0,-1 1 0,0-1 0,1 0 0,-1 0 0,0 0 0,0 0 0,-2 2 0,0-2 0,1 1 0,-1 0 0,0-1 0,1 1 0,-1-1 0,0 0 0,-6 2 0,-3-1 0,0 0 0,0-1 0,-14 0 0,-19-1-1365,32 0-5461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07.4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24575,'1'11'0,"1"0"0,0-1 0,0 1 0,1 0 0,1-1 0,4 11 0,4 12 0,-1 1 0,-2-4 0,24 55 0,-29-77 0,0 0 0,0 0 0,1-1 0,1 1 0,-1-1 0,1 0 0,0-1 0,1 1 0,0-1 0,0-1 0,9 7 0,-14-11 0,1 1 0,-1-1 0,1 0 0,0 1 0,-1-1 0,1 0 0,0-1 0,0 1 0,0-1 0,0 1 0,0-1 0,-1 0 0,1 0 0,0 0 0,0 0 0,0 0 0,0-1 0,0 0 0,0 1 0,-1-1 0,1 0 0,0 0 0,0-1 0,-1 1 0,1 0 0,-1-1 0,1 0 0,-1 1 0,0-1 0,0 0 0,3-3 0,0-1 0,-1 1 0,1-1 0,-1 0 0,-1 0 0,1 0 0,-1-1 0,0 1 0,-1-1 0,1 1 0,-1-1 0,-1 0 0,2-8 0,0-24 0,-3-60 0,-1 53 0,1 39 0,0 4 0,0 0 0,0 0 0,0 0 0,0 0 0,0-1 0,-1 1 0,0 0 0,1 1 0,-1-1 0,-3-6 0,4 9 0,0 0 0,0 0 0,0 0 0,0 0 0,0 0 0,0 0 0,0 0 0,0 0 0,0 0 0,0 0 0,0 0 0,0 0 0,0 0 0,0 0 0,0 0 0,0 0 0,0 0 0,0 0 0,-1 0 0,1 0 0,0 0 0,0 0 0,0 0 0,0 0 0,0 0 0,0 0 0,0 0 0,0 0 0,0 0 0,0 0 0,0 0 0,0 0 0,0 0 0,0 0 0,-1 0 0,1 0 0,0 0 0,0 0 0,0 0 0,0 0 0,0 0 0,0 0 0,0 0 0,0 0 0,0 0 0,0 0 0,0 0 0,0 1 0,0-1 0,0 0 0,0 0 0,0 0 0,0 0 0,0 0 0,0 0 0,0 0 0,0 0 0,0 0 0,-3 8 0,1 7 0,1 9 0,1-1 0,2 1 0,0-1 0,9 41 0,2-15 0,22 56 0,87 166 0,19-9 0,-123-234 0,-13-22 0,-1 1 0,1-1 0,-2 1 0,1 0 0,-1 0 0,3 9 0,-6-16 0,1 0 0,-1 1 0,0-1 0,0 0 0,0 1 0,0-1 0,0 0 0,0 1 0,0-1 0,0 0 0,0 1 0,0-1 0,0 0 0,0 1 0,0-1 0,0 0 0,0 1 0,0-1 0,-1 0 0,1 1 0,0-1 0,0 0 0,0 1 0,0-1 0,-1 0 0,1 0 0,0 1 0,0-1 0,-1 0 0,1 0 0,-1 1 0,-11-1 0,-14-11 0,25 11 0,-152-84 0,126 67 0,2-2 0,0 0 0,-35-35 0,55 48 0,0 1 0,1-1 0,0 0 0,0 0 0,0-1 0,-5-11 0,8 16 0,0 0 0,1 0 0,-1 0 0,0 0 0,1 0 0,0 0 0,-1 0 0,1 0 0,0 0 0,0 0 0,0 0 0,0 0 0,0 0 0,1 0 0,-1 0 0,1 0 0,-1 1 0,1-1 0,0 0 0,-1 0 0,1 0 0,0 0 0,0 1 0,1-1 0,-1 0 0,0 1 0,0-1 0,3-1 0,2-1 15,1 0 0,-1 0 0,1 1 0,-1 0 0,1 0 0,0 0 0,15-2 0,-2 1-758,33-2 1,-37 6-6084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08.2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47 24575,'-5'-5'0,"0"0"0,-1 0 0,1 1 0,-1 0 0,0 0 0,0 1 0,0-1 0,0 1 0,-1 1 0,-7-3 0,11 4 0,0 0 0,0 1 0,0 0 0,0-1 0,0 1 0,0 0 0,0 0 0,0 1 0,0-1 0,0 1 0,0 0 0,0-1 0,0 1 0,0 0 0,1 1 0,-1-1 0,0 0 0,1 1 0,-1 0 0,1 0 0,-1-1 0,1 1 0,0 1 0,0-1 0,-3 4 0,3-4 0,0 0 0,1 0 0,-1 0 0,1 0 0,0 1 0,0-1 0,0 1 0,0-1 0,0 1 0,1-1 0,-1 1 0,1-1 0,-1 1 0,1-1 0,0 1 0,0 0 0,0-1 0,0 1 0,1 0 0,-1-1 0,1 1 0,1 3 0,2 3 0,0 1 0,1-1 0,0 0 0,10 13 0,-9-14 0,0 1 0,-1 0 0,7 14 0,-3 4 0,-1 1 0,-2 0 0,-1 0 0,3 46 0,-7 117 0,-2-94 0,0-95 0,1 0 0,1 0 0,-1 1 0,0-1 0,0 0 0,1 0 0,-1 0 0,1 0 0,0 0 0,0 0 0,0 0 0,0 0 0,0 0 0,0 0 0,0-1 0,0 1 0,1 0 0,1 1 0,0-1 0,0 0 0,0 0 0,0 0 0,0-1 0,0 1 0,0-1 0,0 0 0,1 0 0,-1 0 0,0-1 0,5 1 0,15 2 0,0-2 0,1-1 0,26-3 0,-49 3-52,1 0-1,-1 0 1,0-1-1,0 1 1,0 0-1,0 0 1,0 0-1,0-1 1,0 1-1,0-1 1,0 1-1,0-1 1,0 1-1,0-1 1,0 1-1,0-1 1,-1 0-1,1 1 1,0-1-1,0 0 0,-1 0 1,1 0-1,0 0 1,-1 0-1,2-1 1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08.8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 28 24575,'-4'-4'0,"0"1"0,0-1 0,-1 1 0,1 0 0,-1 0 0,-5-2 0,10 4 0,-1 1 0,1 0 0,-1 0 0,0-1 0,1 1 0,-1 0 0,1 0 0,-1 0 0,0 0 0,1 0 0,-1 0 0,0 0 0,1 0 0,-1 0 0,0 0 0,1 0 0,-1 0 0,0 0 0,1 1 0,-1-1 0,1 0 0,-2 1 0,1 0 0,1 0 0,-1 0 0,1 0 0,-1 0 0,1 0 0,0 0 0,-1 0 0,1 0 0,0 0 0,-1 0 0,1 0 0,0 0 0,0 0 0,0 0 0,0 0 0,0 0 0,0 0 0,1 0 0,-1 2 0,2 7 0,0 1 0,1-1 0,0 0 0,1 0 0,0 0 0,10 17 0,39 53 0,-47-72 0,-5-7 0,16 20 0,-17-21 0,0 0 0,1 0 0,-1 1 0,0-1 0,1 0 0,-1 1 0,0-1 0,1 0 0,-1 0 0,0 0 0,1 1 0,-1-1 0,0 0 0,1 0 0,-1 0 0,1 0 0,-1 0 0,0 0 0,1 0 0,-1 0 0,1 0 0,-1 0 0,1 0 0,-1 0 0,0 0 0,1 0 0,-1 0 0,1 0 0,-1 0 0,0 0 0,1 0 0,-1-1 0,0 1 0,1 0 0,-1 0 0,0-1 0,1 1 0,-1 0 0,0 0 0,1-1 0,-1 1 0,0 0 0,0-1 0,1 1 0,-1 0 0,0-1 0,0 1 0,0 0 0,1-1 0,-1 1 0,0-1 0,0 1 0,0-1 0,0 0 0,6-17 0,-2 4 0,0 1 0,1 0 0,0 0 0,14-22 0,-17 32 0,0 0 0,0 0 0,1 0 0,0 0 0,-1 0 0,1 1 0,0-1 0,0 1 0,1 0 0,-1 0 0,0 0 0,1 0 0,-1 1 0,1-1 0,0 1 0,-1 0 0,1 0 0,0 0 0,0 1 0,0-1 0,0 1 0,5 0 0,-1 1 0,0 0 0,0 0 0,0 1 0,0 0 0,-1 1 0,1-1 0,-1 1 0,1 1 0,11 7 0,5 5 0,29 25 0,-49-37 0,5 2 0,-2 1 0,1 0 0,-1 1 0,0 0 0,0 0 0,-1 0 0,0 1 0,-1 0 0,8 16 0,-13-23 9,1-1 1,-1 1-1,1-1 0,-1 1 0,0-1 1,0 1-1,0-1 0,0 1 0,0 0 0,0-1 1,0 1-1,-1 2 0,1-3-54,-1-1 0,1 1 0,0 0 0,-1-1 0,1 1 0,0-1 0,-1 1 0,1-1 0,-1 1 0,1-1 0,-1 1 0,1-1 0,-1 0 0,1 1 0,-1-1 0,0 0 0,1 1 0,-1-1 0,1 0 0,-1 0 0,0 1 0,1-1 0,-1 0 0,0 0 0,1 0 0,-1 0 0,0 0 0,1 0 0,-1 0 0,0 0 0,1 0 0,-2 0 0,-6-2-6781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09.4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24575,'25'-2'0,"0"1"0,0 1 0,1 1 0,-1 1 0,37 9 0,-51-8 0,-1 0 0,1 0 0,-1 1 0,0 0 0,0 1 0,0 1 0,-1-1 0,1 1 0,-1 1 0,-1 0 0,1 0 0,-1 1 0,0-1 0,12 19 0,-11-13 0,0 2 0,0-1 0,-2 1 0,7 18 0,-12-25 0,1 0 0,-1 1 0,-1-1 0,1 1 0,-1-1 0,-1 1 0,0-1 0,0 1 0,-3 15 0,-3 4 0,-2 0 0,-1 0 0,-12 26 0,19-50 0,0 1 0,0 0 0,1 0 0,-1 0 0,1 0 0,0 0 0,0 1 0,1-1 0,0 0 0,0 1 0,0-1 0,0 1 0,1-1 0,0 0 0,3 10 0,-1-7 0,0-1 0,1 0 0,0 0 0,0 0 0,1-1 0,0 1 0,0-1 0,0 0 0,9 7 0,12 10 0,-16-15 0,0 0 0,-1 1 0,0 1 0,0-1 0,9 15 0,-17-23 0,0 1 0,0-1 0,0 1 0,0-1 0,-1 1 0,1-1 0,-1 1 0,1 0 0,-1-1 0,1 1 0,-1-1 0,0 1 0,0 0 0,0-1 0,0 1 0,0 0 0,0-1 0,-1 1 0,1 0 0,0-1 0,-1 3 0,0-2 0,-1-1 0,1 1 0,0 0 0,-1-1 0,1 1 0,-1-1 0,1 1 0,-1-1 0,1 0 0,-1 0 0,0 0 0,0 0 0,0 0 0,-3 1 0,-4 1 0,-1 0 0,1-1 0,-1 0 0,0 0 0,-18 0 0,-110-3-1365,117 0-5461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10.1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46 24575,'-23'-7'0,"-9"-3"0,-3 0 0,3 3 0,4 1 0,4 3 0,4 1 0,3 1 0,1 4 0,2 0 0,0 1 0,0-1 0,3-3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10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39 24575,'-27'-8'0,"-13"-2"0,0 0 0,2 3 0,7 4 0,5 3 0,7 4 0,5 1 0,4 0-8191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13.6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7 24575,'-1'-1'0,"0"1"0,0-1 0,0 0 0,-1 1 0,1-1 0,0 0 0,0 1 0,-1 0 0,1-1 0,0 1 0,-1 0 0,1-1 0,-1 1 0,1 0 0,0 0 0,-1 0 0,1 0 0,-1 1 0,1-1 0,0 0 0,-1 0 0,1 1 0,-2 0 0,3-1 0,-1 1 0,0 0 0,0 0 0,0 0 0,0 0 0,1 0 0,-1-1 0,0 1 0,1 0 0,-1 1 0,1-1 0,-1 0 0,1 0 0,-1 0 0,1 0 0,0 0 0,0 0 0,-1 1 0,1-1 0,0 0 0,0 0 0,0 0 0,0 0 0,0 1 0,1-1 0,-1 0 0,1 2 0,1 7 0,1 0 0,1-1 0,-1 1 0,2-1 0,-1 0 0,10 13 0,40 49 0,-19-27 0,-30-38 0,0 1 0,0-1 0,1 1 0,0-1 0,0-1 0,0 1 0,1-1 0,0 0 0,0-1 0,14 7 0,-20-10 0,-1-1 0,1 0 0,0 1 0,0-1 0,0 0 0,0 0 0,0 0 0,0 0 0,0 0 0,0 0 0,-1 0 0,1 0 0,0 0 0,0 0 0,0 0 0,0-1 0,0 1 0,0 0 0,-1-1 0,1 1 0,0 0 0,0-1 0,1 0 0,-1-1 0,0 1 0,0 0 0,0 0 0,-1-1 0,1 1 0,0-1 0,-1 1 0,1 0 0,-1-1 0,1 1 0,-1-1 0,1-2 0,-1-4 0,1-1 0,-1 1 0,-1 0 0,-1-9 0,-27-142 0,26 139 0,-2-15 0,5 35 0,0 0 0,0 0 0,1 1 0,-1-1 0,0 0 0,0 0 0,0 0 0,0 0 0,1 1 0,-1-1 0,0 0 0,0 0 0,0 0 0,1 0 0,-1 0 0,0 0 0,0 0 0,0 0 0,1 1 0,-1-1 0,0 0 0,0 0 0,1 0 0,-1 0 0,0 0 0,0 0 0,1 0 0,-1 0 0,0-1 0,0 1 0,1 0 0,-1 0 0,0 0 0,0 0 0,0 0 0,1 0 0,-1 0 0,0 0 0,0-1 0,0 1 0,1 0 0,-1 0 0,0 0 0,0 0 0,0-1 0,0 1 0,0 0 0,1 0 0,-1 0 0,0-1 0,0 1 0,0 0 0,0 0 0,0 0 0,0-1 0,0 1 0,0 0 0,0 0 0,0-1 0,0 1 0,0 0 0,0 0 0,0-1 0,0 1 0,0 0 0,13 16 0,21 37 0,-3 2 0,35 85 0,-36-69 0,23 83 0,-42-115 0,-2 1 0,-2 1 0,4 73 0,-11-111 0,0 0 0,0 0 0,0 0 0,0 0 0,0-1 0,-1 1 0,0 0 0,1 0 0,-1 0 0,0-1 0,-3 6 0,3-7 0,0 0 0,0 0 0,0 0 0,1-1 0,-2 1 0,1 0 0,0-1 0,0 1 0,0 0 0,0-1 0,0 1 0,-1-1 0,1 0 0,0 1 0,0-1 0,0 0 0,-1 0 0,1 0 0,0 0 0,-1 0 0,1 0 0,0 0 0,0 0 0,-1-1 0,1 1 0,0 0 0,0-1 0,0 1 0,-2-1 0,-6-3 0,1 0 0,0 0 0,0 0 0,0-1 0,-13-9 0,-33-34 0,51 45 0,-6-5 0,1 0 0,1-1 0,0 1 0,-10-17 0,15 22 0,0 0 0,1 0 0,-1 0 0,1 0 0,0 0 0,0 0 0,0 0 0,0 0 0,0-1 0,1 1 0,0 0 0,-1 0 0,1-1 0,0 1 0,1 0 0,-1-1 0,1 1 0,-1 0 0,1 0 0,2-5 0,-2 6 0,0 0 0,1 1 0,-1-1 0,1 0 0,-1 1 0,1-1 0,-1 1 0,1 0 0,0-1 0,0 1 0,0 0 0,0 0 0,0 0 0,0 0 0,3 0 0,33-8 0,19 4-1365,-42 5-5461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14.4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70 24575,'-34'-15'0,"0"1"0,-1 2 0,-58-13 0,88 24 0,0 0 0,0 0 0,0 1 0,0 0 0,0 0 0,0 0 0,0 1 0,0 0 0,-10 2 0,14-2 0,-1 0 0,0 0 0,0 0 0,0 0 0,1 0 0,-1 0 0,0 0 0,1 1 0,-1-1 0,1 1 0,-1-1 0,1 1 0,0-1 0,0 1 0,0 0 0,0 0 0,0 0 0,0 0 0,0-1 0,1 1 0,-1 0 0,1 0 0,-1 0 0,1 0 0,0 1 0,0 1 0,0 3 0,0-1 0,1 1 0,0-1 0,0 1 0,0-1 0,1 1 0,0-1 0,1 0 0,-1 0 0,7 10 0,2 3 0,26 32 0,-22-33 0,12 15 0,27 44 0,-47-66 0,-1 1 0,0 0 0,0 0 0,-1 1 0,-1-1 0,0 1 0,-1 0 0,2 16 0,-2 25 0,-4 53 0,-1-38 0,1-54 0,-4 26 0,2-26 0,-1 23 0,4-37 0,0 0 0,0 0 0,0-1 0,0 1 0,0 0 0,0 0 0,0 0 0,0 0 0,0-1 0,1 1 0,-1 0 0,0 0 0,1 0 0,-1 0 0,0-1 0,1 1 0,-1 0 0,1-1 0,-1 1 0,1 0 0,-1-1 0,1 1 0,0 0 0,-1-1 0,1 1 0,0-1 0,-1 1 0,1-1 0,0 0 0,0 1 0,-1-1 0,1 0 0,0 1 0,0-1 0,0 0 0,0 0 0,4 0 0,0 0 0,-1 0 0,1 0 0,0-1 0,7-2 0,6 0 0,-12 2-105,0 1 0,0-1 0,0 0 0,0-1 0,0 1 0,-1-1 0,1 0 0,-1 0 0,1-1 0,-1 0 0,0 0 0,6-4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15.0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26 24575,'0'0'0,"-1"0"0,1-1 0,0 1 0,0 0 0,0-1 0,-1 1 0,1 0 0,0-1 0,0 1 0,0 0 0,0-1 0,0 1 0,0 0 0,0-1 0,0 1 0,0-1 0,0 1 0,0 0 0,0-1 0,0 1 0,0 0 0,0-1 0,0 0 0,7 3 0,10 10 0,-5 3 0,0 1 0,11 20 0,-14-22 0,-5-5 0,8 10 0,-12-18 0,1-1 0,-1 1 0,1 0 0,-1 0 0,1 0 0,0-1 0,0 1 0,-1-1 0,1 1 0,0 0 0,0-1 0,0 1 0,0-1 0,-1 0 0,1 1 0,1-1 0,-1 0 0,-1 0 0,1 0 0,-1 0 0,1 0 0,-1 0 0,1-1 0,-1 1 0,0 0 0,1 0 0,-1-1 0,1 1 0,-1 0 0,0-1 0,1 1 0,-1 0 0,0-1 0,1 1 0,-1 0 0,0-1 0,0 1 0,1-1 0,-1 1 0,0-1 0,0 1 0,0-1 0,0 1 0,0 0 0,1-1 0,-1 1 0,0-1 0,0 0 0,2-18 0,-2 17 0,0-20 0,-1 11 0,1 1 0,1 0 0,2-16 0,-3 24 0,0 0 0,1 0 0,-1 0 0,1 0 0,0 0 0,0 1 0,-1-1 0,1 0 0,0 0 0,1 1 0,-1-1 0,0 1 0,0-1 0,1 1 0,-1-1 0,0 1 0,1 0 0,0-1 0,-1 1 0,1 0 0,0 0 0,-1 0 0,5-1 0,-4 2 0,0 0 0,0 0 0,0-1 0,0 2 0,0-1 0,0 0 0,0 0 0,1 1 0,-1-1 0,0 1 0,0-1 0,0 1 0,-1 0 0,1 0 0,0 0 0,0 0 0,0 0 0,-1 0 0,1 0 0,0 1 0,-1-1 0,2 3 0,4 3 0,-1 0 0,0 1 0,7 10 0,48 70 0,-52-78 0,-1 0 0,1 0 0,0-1 0,1-1 0,0 0 0,13 8 0,-21-15-151,0 0-1,0 0 0,0 0 0,0 0 1,1 0-1,-1-1 0,0 1 1,5 0-1,2-1-6674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15.2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339 103 24575,'-30'-15'0,"-13"-7"0,-1-1 0,4 5 0,7 4 0,6 6 0,5 5 0,4 5 0,2 3 0,2 2 0,1 1 0,-1 3 0,0-2 0,3 2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15.6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24575,'5'15'0,"2"10"0,2 3 0,-1 2 0,1-1 0,0-4 0,-1-3 0,0-3 0,-3-2 0,2-2 0,-2 0 0,-1-1 0,-1 0 0,-1-3-8191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16.2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24575,'192'5'0,"-148"-2"0,0 3 0,56 14 0,-86-17 0,-10-2 0,0-1 0,0 1 0,0 0 0,0 1 0,0-1 0,4 3 0,-8-4 0,1 1 0,0-1 0,0 1 0,-1 0 0,1-1 0,0 1 0,-1 0 0,1 0 0,-1-1 0,1 1 0,-1 0 0,1 0 0,-1 0 0,0-1 0,1 1 0,-1 0 0,0 0 0,0 0 0,1 0 0,-1 0 0,0 0 0,0 0 0,0 0 0,0 0 0,0 0 0,0 0 0,-1-1 0,1 1 0,0 0 0,0 0 0,-1 1 0,-9 28 0,3-9 0,-5 25 0,10-38 0,1 1 0,1 0 0,-1-1 0,1 1 0,1 0 0,1 11 0,10 35 0,40 105 0,-35-117 0,27 45 0,8 19 0,-50-103 0,-1 1 0,1 0 0,-1 0 0,0-1 0,0 1 0,0 0 0,0 0 0,-1 0 0,0 0 0,-1 8 0,1-11 0,-1 0 0,1 0 0,-1 0 0,0 0 0,0 0 0,1 0 0,-1 0 0,-1-1 0,1 1 0,0 0 0,0 0 0,-1-1 0,1 1 0,0-1 0,-1 0 0,0 1 0,1-1 0,-1 0 0,0 0 0,0 0 0,1 0 0,-1 0 0,0 0 0,0-1 0,0 1 0,0 0 0,-3-1 0,-87 11 0,63-7-1365,16-3-5461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17.7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24575,'8'18'0,"-1"1"0,-1 0 0,6 28 0,6 21 0,39 81 0,-43-113 0,-12-33-136,-1 1-1,1-1 1,-1 1-1,0-1 1,-1 1-1,1-1 1,-1 1-1,1-1 0,-1 7 1,-2-1-6690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17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403 25 24575,'-30'-3'0,"-17"0"0,-7 0 0,2 0 0,5-1 0,4-1 0,8 2 0,7 2 0,6 3 0,4 3 0,3 0 0,3 2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23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24575,'0'0'0,"0"0"0,0 0 0,0 0 0,0 0 0,0 0 0,0 0 0,0 0 0,0 0 0,0 0 0,0 0 0,0-1 0,0 1 0,0 0 0,0 0 0,0 0 0,0 0 0,0 0 0,0 0 0,0 0 0,0 0 0,0 0 0,0 0 0,0 0 0,0 0 0,0 0 0,0 0 0,0 0 0,0-1 0,0 1 0,0 0 0,0 0 0,0 0 0,0 0 0,0 0 0,0 0 0,0 0 0,0 0 0,0 0 0,1 0 0,-1 0 0,0 0 0,0 0 0,0 0 0,0 0 0,0 0 0,0 0 0,0 0 0,0 0 0,0 0 0,0 0 0,0 0 0,0 0 0,0 0 0,0 0 0,0 0 0,0 0 0,1 0 0,-1 0 0,0 0 0,0 0 0,0 0 0,0 0 0,0 0 0,4 5 0,2 8 0,4 44 0,-3-15 0,2 0 0,2 0 0,24 62 0,-18-69-1365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24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689 77 24575,'-5'-6'0,"0"0"0,0 0 0,0 0 0,-1 1 0,0-1 0,0 1 0,-1 1 0,1-1 0,-1 1 0,0 0 0,0 1 0,0 0 0,0 0 0,-1 0 0,1 1 0,-1 0 0,0 1 0,0 0 0,1 0 0,-11 0 0,-209 12 0,170-7 0,3-3-100,23 0 211,-39 5 0,62-5-260,-1 1 1,0 0-1,1 0 0,-1 1 0,1 1 1,0-1-1,0 1 0,0 0 1,-7 6-1,6-3-6677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24.7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618 31 24575,'-13'-5'0,"0"-1"0,0 2 0,0 0 0,-1 0 0,1 2 0,-1-1 0,0 2 0,-26 0 0,-6 3 0,-62 12 0,43-5 0,-158 17-1365,195-22-5461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25.4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47 24575,'0'-1'0,"-1"1"0,1-1 0,0 0 0,-1 0 0,1 1 0,0-1 0,0 0 0,-1 0 0,1 0 0,0 0 0,0 0 0,0 1 0,0-1 0,0 0 0,0 0 0,0 0 0,1 0 0,-1 0 0,0 1 0,0-1 0,1 0 0,-1 0 0,0 0 0,1 1 0,0-2 0,0 1 0,1-1 0,-1 1 0,1 0 0,-1-1 0,1 1 0,-1 0 0,1 0 0,0 0 0,0 0 0,3 0 0,3-2 0,0 1 0,0 0 0,1 1 0,9-1 0,87 0 0,-90 3 0,-1 0 0,1 1 0,0 1 0,-1 0 0,15 6 0,-27-8 0,0-1 0,0 1 0,-1 0 0,1 0 0,0 0 0,-1 0 0,1 0 0,-1 0 0,1 0 0,-1 0 0,1 1 0,-1-1 0,0 1 0,0-1 0,0 1 0,0-1 0,0 1 0,1 3 0,-1-3 0,0 1 0,-1-1 0,1 1 0,-1 0 0,0-1 0,0 1 0,0 0 0,0-1 0,-1 1 0,1 0 0,-2 4 0,-3 6 0,0-1 0,0-1 0,-1 1 0,-11 15 0,11-18 0,-7 9 0,0-1 0,-1 0 0,-1-1 0,-20 17 0,11-11 0,24-22 0,0 0 0,0 0 0,0 0 0,-1 1 0,1-1 0,0 0 0,0 0 0,0 0 0,0 0 0,0 1 0,-1-1 0,1 0 0,0 0 0,0 0 0,0 1 0,0-1 0,0 0 0,0 0 0,0 0 0,0 1 0,-1-1 0,1 0 0,0 0 0,0 1 0,0-1 0,0 0 0,0 0 0,0 0 0,0 1 0,1-1 0,-1 0 0,0 0 0,0 1 0,0-1 0,0 0 0,0 1 0,10 2 0,18-2 0,-25-1 0,95 0 0,62-2 0,-120-4-1365,-25 3-5461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27.7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35 24575,'-8'-7'0,"4"3"0,1 1 0,-1-1 0,1 0 0,-6-8 0,54 46 0,-1-2 0,88 47 0,-46-30 0,-64-36 0,-16-11 0,0 1 0,-1 0 0,1 0 0,-1 1 0,0-1 0,0 1 0,0 0 0,-1 1 0,1-1 0,5 8 0,-10-12 2,0 1-1,0-1 1,0 0-1,1 0 1,-1 0-1,0 0 1,0 0-1,0 0 1,0 0-1,0 1 1,0-1-1,0 0 1,0 0-1,0 0 1,1 0-1,-1 1 1,0-1-1,0 0 1,0 0-1,0 0 1,0 0-1,0 0 1,0 1-1,0-1 1,0 0 0,0 0-1,0 0 1,0 0-1,0 1 1,0-1-1,0 0 1,-1 0-1,1 0 1,0 0-1,0 1 1,0-1-1,0 0 1,0 0-1,0 0 1,0 0-1,0 0 1,0 0-1,-1 1 1,1-1-1,0 0 1,0 0-1,-8-2-1437,0-2-5390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28.1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18 24575,'-1'-15'0,"-2"13"0,-2 8 0,-43 80 0,39-72 0,-1 0 0,-1 0 0,-21 21 0,20-24-117,4-4-91,0 0 0,0 1 0,1 0 0,0 0 0,-7 12 0,7-7-6618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2.2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41 24575,'-18'-7'0,"-61"-20"0,71 25 0,0 1 0,0-1 0,0 1 0,0 0 0,0 1 0,-1 0 0,-14 2 0,20-2 0,1 1 0,0-1 0,-1 1 0,1 0 0,0 0 0,0 0 0,0 0 0,0 0 0,-1 0 0,1 0 0,1 1 0,-1-1 0,0 1 0,0-1 0,0 1 0,1 0 0,-1 0 0,1 0 0,-1 0 0,1 0 0,0 0 0,0 0 0,0 0 0,0 0 0,0 1 0,1-1 0,-1 0 0,1 1 0,-1-1 0,1 0 0,0 1 0,0-1 0,0 0 0,0 4 0,2 8 0,0 0 0,1 0 0,0-1 0,9 24 0,-6-18 0,61 203 0,-27-105 0,-38-110 0,0 0 0,0-1 0,1 1 0,-1-1 0,2 1 0,3 6 0,-5-11 0,-1-1 0,0 1 0,1 0 0,-1-1 0,1 0 0,-1 1 0,1-1 0,-1 0 0,1 0 0,0 0 0,0 0 0,0 0 0,0 0 0,0 0 0,-1-1 0,1 1 0,0-1 0,0 0 0,1 1 0,-1-1 0,0 0 0,0 0 0,0 0 0,0 0 0,3-1 0,72-20 0,-59 15 0,-16 6-136,0-1-1,-1 0 1,1 1-1,0-1 1,-1 0-1,1 0 1,-1 0-1,1 0 0,2-3 1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2.8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17 24575,'-5'-8'0,"4"10"0,6 16 0,0-9 0,-1-1 0,2-1 0,-1 1 0,1-1 0,0 1 0,0-2 0,1 1 0,0-1 0,9 6 0,-15-11 0,-1 0 0,1-1 0,0 1 0,0-1 0,0 1 0,0-1 0,0 0 0,0 1 0,0-1 0,0 0 0,0 0 0,0 0 0,0 0 0,0 0 0,0 0 0,1 0 0,-1 0 0,0 0 0,0 0 0,0 0 0,0-1 0,0 1 0,0 0 0,0-1 0,0 1 0,0-1 0,0 1 0,-1-1 0,1 0 0,0 1 0,0-1 0,0 0 0,-1 1 0,1-1 0,0 0 0,-1 0 0,2-1 0,2-5 0,0 0 0,-1 0 0,0 0 0,4-11 0,0 0 0,-6 15 0,0 1 0,0 0 0,1 0 0,-1 0 0,0 0 0,1 0 0,-1 0 0,1 0 0,0 1 0,0-1 0,0 0 0,0 1 0,0 0 0,0-1 0,0 1 0,0 0 0,0 0 0,0 0 0,1 0 0,-1 1 0,0-1 0,1 1 0,-1-1 0,1 1 0,-1 0 0,1 0 0,-1 0 0,0 0 0,1 0 0,-1 0 0,1 1 0,-1-1 0,0 1 0,5 2 0,7 2 0,-1 1 0,0 0 0,0 2 0,-1-1 0,0 1 0,0 1 0,-1 0 0,0 1 0,10 11 0,-11-9 120,-10-11-194,1-1-1,-1 1 1,1 0 0,-1-1 0,0 1-1,1-1 1,-1 1 0,0 0 0,1-1-1,-1 1 1,0 0 0,0-1 0,0 1-1,0 0 1,0-1 0,0 1 0,0 0-1,0-1 1,0 2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3.3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68 24575,'6'-8'0,"1"-1"0,1 2 0,-1-1 0,2 1 0,10-8 0,-16 13 0,0 1 0,1-1 0,-1 0 0,0 1 0,0 0 0,1 0 0,-1 0 0,1 0 0,-1 0 0,1 1 0,-1 0 0,1 0 0,0 0 0,-1 0 0,1 0 0,-1 1 0,1-1 0,-1 1 0,6 2 0,9 5 0,0 1 0,-1 1 0,0 1 0,-1 0 0,15 14 0,-14-12 0,-15-12 0,0 1 0,1-1 0,-1 1 0,0 0 0,0 0 0,0 0 0,0 1 0,0-1 0,-1 0 0,1 1 0,-1-1 0,1 1 0,-1-1 0,0 1 0,0 0 0,0 0 0,-1-1 0,1 1 0,-1 0 0,1 0 0,-1 0 0,0 0 0,0-1 0,0 1 0,0 0 0,-1 0 0,1 0 0,-1 0 0,-1 3 0,-3 10 0,0 0 0,-11 21 0,9-23 0,1 0 0,1 0 0,-5 19 0,9-28 0,0 0 0,1 0 0,-1 0 0,1 0 0,0 1 0,1-1 0,-1 0 0,1 0 0,0 0 0,0 0 0,1 0 0,-1 0 0,5 8 0,1-1 0,1 1 0,1-1 0,11 14 0,-8-12 0,13 21 0,-24-34 0,0 1 0,0-1 0,-1 0 0,1 0 0,-1 0 0,1 1 0,-1-1 0,1 0 0,-1 0 0,0 1 0,0-1 0,0 0 0,1 1 0,-1-1 0,0 0 0,-1 1 0,1-1 0,0 0 0,0 1 0,-1-1 0,0 2 0,1-1 0,-1-1 0,-1 1 0,1-1 0,0 1 0,0-1 0,-1 1 0,1-1 0,0 0 0,-1 0 0,0 0 0,1 1 0,-1-2 0,-2 2 0,-3 1 0,0 0 0,0-1 0,0 0 0,0 0 0,-1 0 0,-11 0 0,-23-1 16,25-2-476,0 2-1,-23 3 1,26-1-6366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3.8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 24575,'7'-21'0,"-7"20"0,0-1 0,1 1 0,-1 0 0,1 1 0,-1-1 0,1 0 0,0 0 0,-1 0 0,1 0 0,0 0 0,-1 0 0,1 1 0,0-1 0,0 0 0,0 1 0,0-1 0,1 0 0,-2 1 0,1 0 0,-1 0 0,0 0 0,0 0 0,1 0 0,-1 0 0,0 0 0,1 0 0,-1 1 0,0-1 0,0 0 0,1 0 0,-1 0 0,0 0 0,0 0 0,0 1 0,1-1 0,-1 0 0,0 0 0,0 0 0,0 1 0,1-1 0,-1 0 0,0 0 0,0 1 0,0-1 0,0 0 0,0 0 0,1 1 0,-1-1 0,0 0 0,0 0 0,0 1 0,0-1 0,2 13 0,-1-10 0,14 128 0,-13-116 40,0 0 0,8 28 0,-8-37-205,0 1 0,1-1 0,-1 0 0,1 0 0,1 0 0,-1-1 0,1 1 0,8 9 0,-3-7-6661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4.0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363 47 24575,'-33'-8'0,"-13"-2"0,-3 0 0,3 3 0,7 1 0,6 3 0,5 1 0,6 1 0,1 4 0,1 0 0,5 4 0,4-1-8191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4.6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24575,'28'12'0,"13"8"0,6 1 0,0 4 0,-7-1 0,-4-2 0,-3-2 0,-3-4 0,-3-3 0,-2-1 0,0 1 0,-1-1 0,-1-1 0,0-1 0,-3-1 0,-2 0 0,-1-2 0,-4-2-8191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4.8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1 24575,'-15'5'0,"-7"4"0,-3 3 0,3 2 0,2 1 0,3 1 0,4 0 0,2 0 0,2-1 0,3 0 0,1 0 0,0 0 0,1 0 0,-1 0 0,1-1 0,0-1-8191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5.5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257 8 24575,'-5'-2'0,"-1"0"0,-1 1 0,1 0 0,0 0 0,0 0 0,0 1 0,0 0 0,-1 0 0,1 1 0,0 0 0,-11 2 0,0 3 0,0 0 0,-28 16 0,43-21 0,-10 4 0,-23 7 0,0 1 0,35-13 0,-1 0 0,1 0 0,-1 1 0,0-1 0,1 0 0,-1 1 0,1-1 0,0 0 0,-1 1 0,1-1 0,-1 1 0,1-1 0,-1 0 0,1 1 0,0-1 0,-1 1 0,1-1 0,0 1 0,0-1 0,-1 1 0,1 0 0,0-1 0,0 1 0,0-1 0,0 1 0,0 0 0,0-1 0,0 1 0,0-1 0,0 1 0,0-1 0,0 1 0,0 0 0,0-1 0,0 1 0,1 0 0,1 3 0,-1 0 0,1 0 0,0 0 0,5 4 0,1 5 0,2 14 0,-1 0 0,-1 1 0,-1 0 0,4 33 0,-5-22 0,-2-12 0,-3-20 0,0 1 0,0-1 0,0 1 0,1-1 0,0 0 0,0 0 0,1 0 0,0 0 0,0 0 0,6 8 0,-7-13 0,0 0 0,0 0 0,0-1 0,0 1 0,1-1 0,-1 1 0,0-1 0,1 0 0,-1 0 0,1 0 0,0 0 0,-1 0 0,1 0 0,0-1 0,-1 0 0,4 1 0,7 0 0,1-1 0,14-2 0,-6 0 0,-2 1-91,-11 1-122,1-1 1,-1 1 0,1 0 0,-1 1-1,10 2 1,-9 0-6614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6.0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51 24575,'1'0'0,"0"1"0,-1-1 0,1 0 0,0 1 0,-1-1 0,1 1 0,-1-1 0,1 1 0,0-1 0,-1 1 0,1-1 0,-1 1 0,0-1 0,1 1 0,-1 0 0,1-1 0,-1 1 0,0 0 0,1-1 0,-1 2 0,8 18 0,-6-15 0,3 8 0,2 0 0,0-1 0,0 0 0,1 0 0,14 16 0,-22-27 0,1 0 0,0 0 0,0 0 0,-1 0 0,1-1 0,0 1 0,0 0 0,0 0 0,0-1 0,0 1 0,0 0 0,1-1 0,-1 1 0,0-1 0,0 0 0,2 1 0,-3-1 0,1 0 0,0 0 0,0 0 0,-1 0 0,1-1 0,-1 1 0,1 0 0,0 0 0,-1 0 0,1-1 0,0 1 0,-1 0 0,1-1 0,-1 1 0,1-1 0,-1 1 0,1-1 0,-1 1 0,1-1 0,-1 1 0,1-1 0,1-2 0,-1-1 0,1 1 0,-1 0 0,0 0 0,1-1 0,-2 1 0,1 0 0,0-1 0,0-5 0,-1-26 0,-1 20 0,3-25 0,-2 36 0,1 1 0,-1-1 0,1 1 0,0-1 0,0 1 0,0 0 0,1 0 0,-1-1 0,1 1 0,0 0 0,0 0 0,3-4 0,-4 6 0,0 1 0,0-1 0,0 0 0,0 1 0,0-1 0,0 1 0,0-1 0,1 1 0,-1 0 0,0-1 0,0 1 0,0 0 0,1 0 0,-1 0 0,0 0 0,0 0 0,0 0 0,1 0 0,-1 0 0,0 0 0,0 0 0,0 1 0,1-1 0,-1 1 0,0-1 0,0 1 0,0-1 0,2 2 0,4 2 0,-1 0 0,1 1 0,6 6 0,-9-7 0,16 14 0,0 2 0,-1 1 0,-2 0 0,18 26 0,-23-22-1365,-8-13-5461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6.4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239 4 24575,'0'-3'0,"0"2"0,-3 4 0,-2 1 0,-5 0 0,-1-1 0,-3-1 0,-3 0 0,-1-1 0,-3-1 0,-1 0 0,0 0 0,-1 0 0,0 0 0,4-3 0,2 0 0,4-1-8191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6.8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24575,'8'22'0,"4"13"0,4 3 0,-2 0 0,0-4 0,-1-3 0,1-4 0,0-4 0,-2-4 0,-1-2 0,-2-1 0,0-2 0,-2-3-8191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37.6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24575,'142'-15'0,"-122"15"0,1 0 0,-1 1 0,1 1 0,38 9 0,-11 6 0,-43-15 0,0 0 0,0 1 0,0-1 0,-1 1 0,1 0 0,-1 1 0,5 4 0,-7-6 0,-1 0 0,1 0 0,-1 1 0,0-1 0,1 0 0,-1 1 0,0-1 0,-1 1 0,1-1 0,0 1 0,-1 0 0,1 3 0,-1 37 0,-1-34 0,1 0 0,1 16 0,2-7 0,2 0 0,0 0 0,1 0 0,14 29 0,43 63 0,-5-9 0,-32-57 0,-19-33 0,0 0 0,-1 0 0,0 1 0,-1 0 0,5 15 0,-9-25 0,-1-1 0,0 1 0,0 0 0,0 0 0,0-1 0,0 1 0,0 0 0,-1 0 0,1 0 0,0-1 0,-1 1 0,1 0 0,-1-1 0,0 1 0,0 0 0,1-1 0,-1 1 0,0-1 0,0 1 0,-1-1 0,1 0 0,0 1 0,0-1 0,-1 0 0,1 0 0,-1 0 0,1 0 0,-1 0 0,1 0 0,-1 0 0,-2 1 0,-6 2 0,0 0 0,-1-1 0,-20 4 0,23-5 0,-7 0-1365,2 0-5461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41.9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58 24575,'3'-33'0,"-2"32"0,-1-1 0,0 1 0,0 0 0,1-1 0,-1 1 0,1 0 0,-1 0 0,1-1 0,0 1 0,-1 0 0,1 0 0,0 0 0,0 0 0,0 0 0,0 0 0,0 0 0,0 0 0,0 0 0,0 0 0,2-1 0,-2 4 0,-3 5 0,-4 5 0,-4-1 0,0 0 0,-19 16 0,-10 11 0,11-3 0,-38 65 0,52-76 0,0 1 0,2 1 0,1 0 0,0 0 0,3 1 0,-7 30 0,10-33 0,2 0 0,1 1 0,0-1 0,2 0 0,1 1 0,1-1 0,7 34 0,1-17-57,2-1 0,1 0 1,3-1-1,1-1 0,1 0 0,33 49 0,-22-45-23,2-1 1,1-1-1,3-2 0,72 63 1,-74-75-538,67 39 1,-69-47-5546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2:42.7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34 24575,'11'-6'0,"0"1"0,1 0 0,0 1 0,0 0 0,24-4 0,-30 7 0,1 1 0,-1 0 0,1 0 0,-1 0 0,0 1 0,1 0 0,-1 1 0,0-1 0,0 1 0,0 0 0,0 1 0,0-1 0,9 6 0,0 3 4,0 0 0,-1 0-1,-1 1 1,0 1 0,0 0-1,-1 1 1,11 17 0,64 114-558,-27-25 519,-5 2 0,52 169 0,-92-239 19,13 75-1,-24-99 10,-1 1 1,-1 0-1,-2 0 0,-4 38 1,3-58-50,-1-1 0,0 1 0,0-1 0,-1 1 0,0-1 0,0 0 0,-1 0 0,0 0 1,0-1-1,-1 1 0,0-1 0,-8 9 0,-2 0-6713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29.9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169 209 24575,'0'0'0,"-1"0"0,1 0 0,0 1 0,0-1 0,0 0 0,-1 0 0,1 0 0,0 0 0,0 0 0,0 0 0,-1 1 0,1-1 0,0 0 0,0 0 0,0 0 0,0 1 0,0-1 0,0 0 0,-1 0 0,1 0 0,0 1 0,0-1 0,0 0 0,0 0 0,0 1 0,0-1 0,0 0 0,0 0 0,0 0 0,0 1 0,0-1 0,0 0 0,0 0 0,0 1 0,0-1 0,0 0 0,0 0 0,0 1 0,1-1 0,-1 0 0,0 0 0,0 0 0,0 1 0,1-1 0,4 12 0,25 39 0,53 71 0,49 39 0,62 39 0,-109-118 0,-62-60 0,-1 2 0,21 28 0,-82-97 0,-183-236 0,62 70 0,20 25 0,-10 12 0,104 127 0,63 60 0,0 0 0,1-2 0,33 16 0,-30-16 0,18 8 0,2-1 0,0-2 0,61 16 0,-58-25 0,-76-26 0,-22-5 0,-1 3 0,-68-18 0,81 27 0,26 7 0,9 2 0,1 1 0,-1 0 0,0 0 0,0 1 0,0-1 0,0 1 0,0 1 0,-14 0 0,20 0 0,0 1 0,0-1 0,0 1 0,0-1 0,0 1 0,0-1 0,0 1 0,0-1 0,0 1 0,0 0 0,1 0 0,-1 0 0,0-1 0,0 1 0,1 0 0,-1 0 0,0 0 0,1 0 0,-1 0 0,1 0 0,-1 0 0,1 0 0,0 0 0,-1 1 0,1-1 0,0 0 0,0 0 0,0 0 0,0 0 0,0 0 0,0 1 0,0-1 0,0 2 0,1 3 0,0 0 0,0 0 0,1 0 0,4 10 0,1 1 28,2 0 0,18 27 1,-18-32-271,-1 1 0,-1-1 1,0 2-1,-1-1 1,8 23-1,-11-24-6584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0.8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117 274 24575,'2'22'0,"1"9"0,10 52 0,-11-74 0,1-1 0,0 1 0,0 0 0,0-1 0,1 0 0,1 0 0,-1 0 0,2-1 0,-1 1 0,9 9 0,-13-16 0,0 0 0,1 0 0,-1 0 0,0 1 0,1-1 0,-1 0 0,1-1 0,-1 1 0,1 0 0,-1 0 0,1-1 0,0 1 0,-1-1 0,1 1 0,0-1 0,-1 1 0,1-1 0,3 0 0,-4 0 0,0-1 0,0 1 0,0-1 0,0 1 0,0-1 0,0 1 0,-1-1 0,1 0 0,0 1 0,0-1 0,0 0 0,-1 1 0,1-1 0,0 0 0,-1 0 0,1 0 0,-1 0 0,1 0 0,-1 0 0,1 0 0,-1 0 0,0 0 0,0 0 0,1 0 0,-1 0 0,0 0 0,0 0 0,0 0 0,0 0 0,0 0 0,0-1 0,0-4 0,-1 0 0,1 0 0,-1 1 0,0-1 0,-1 0 0,1 1 0,-4-8 0,-18-37 0,15 35 0,-9-17 0,-2 2 0,-33-44 0,-53-48 0,130 140 0,40 21 0,-24-20 0,1-1 0,0-2 0,47 10 0,-68-21 0,0-1 0,1 0 0,-1-2 0,1-1 0,0 0 0,0-2 0,0 0 0,30-7 0,-42 6 0,1-1 0,-1 0 0,0-1 0,0 0 0,0-1 0,-1 0 0,10-7 0,-15 10 0,0-1 0,0 0 0,-1-1 0,1 1 0,-1-1 0,0 1 0,0-1 0,0 0 0,-1 0 0,1 0 0,-1 0 0,0-1 0,0 1 0,-1-1 0,1 1 0,-1-1 0,1-9 0,-1 9 0,0 0 0,-1 0 0,0 0 0,0-1 0,0 1 0,-1 0 0,0 0 0,0 0 0,0-1 0,-1 1 0,1 0 0,-1 1 0,0-1 0,-1 0 0,1 1 0,-1-1 0,0 1 0,0-1 0,0 1 0,-1 0 0,1 1 0,-1-1 0,0 1 0,0-1 0,-1 1 0,1 0 0,-8-3 0,7 3 0,-1 0 0,1 1 0,-1 0 0,0 0 0,1 1 0,-1-1 0,0 1 0,0 1 0,0-1 0,0 1 0,-9 0 0,11 1 0,0 0 0,0 0 0,-1 0 0,1 1 0,0-1 0,0 1 0,0 0 0,1 0 0,-1 0 0,0 1 0,1-1 0,-1 1 0,1 0 0,0 0 0,0 0 0,-4 6 0,3-3 0,0 0 0,0 0 0,1 1 0,0-1 0,0 1 0,1 0 0,0 0 0,0 0 0,0 1 0,1-1 0,0 0 0,1 1 0,-1-1 0,1 0 0,2 11 0,-1-6 0,1-1 0,0 0 0,1 0 0,1 1 0,0-2 0,0 1 0,1 0 0,0-1 0,8 11 0,0-2 0,2-2 0,0 0 0,1 0 0,0-1 0,1-2 0,1 1 0,0-2 0,1 0 0,1-2 0,41 19 0,-37-20 0,0-2 0,1 0 0,1-1 0,-1-2 0,1-1 0,0 0 0,0-2 0,0-1 0,35-4 0,-59 3-80,1 0 0,-1 0-1,0-1 1,1 1 0,-1-1-1,0 0 1,0 0 0,0 0-1,1 0 1,-1 0 0,0 0 0,0 0-1,0-1 1,-1 1 0,1-1-1,2-2 1,3-6-6746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1.6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186 13 24575,'-13'-2'0,"-9"-2"0,-33-2 0,50 6 0,0 0 0,0 0 0,0 1 0,-1-1 0,1 1 0,0 0 0,0 0 0,0 1 0,1 0 0,-1-1 0,0 2 0,-5 2 0,8-3 0,0-1 0,0 1 0,0 0 0,0 0 0,1 0 0,-1 0 0,0 0 0,1 0 0,0 0 0,-1 1 0,1-1 0,0 0 0,0 1 0,1-1 0,-1 1 0,0 0 0,1-1 0,-1 1 0,1-1 0,0 1 0,0 0 0,0-1 0,0 1 0,1-1 0,-1 1 0,1 0 0,-1-1 0,1 1 0,1 2 0,3 7 0,0 0 0,1 0 0,0 0 0,10 14 0,-14-24 0,8 12 0,1-1 0,0-1 0,1 1 0,1-2 0,0 0 0,19 13 0,-19-16 0,0 0 0,0-1 0,1-1 0,-1 0 0,2 0 0,-1-2 0,0 0 0,1 0 0,19 1 0,-30-5 0,1 0 0,0 0 0,0 0 0,0-1 0,0 1 0,0-1 0,-1 0 0,1-1 0,0 1 0,-1-1 0,1 0 0,-1 0 0,0 0 0,0-1 0,0 0 0,0 0 0,0 0 0,0 0 0,5-6 0,-4 3 0,-1 0 0,0 0 0,0 0 0,-1 0 0,0 0 0,0-1 0,0 1 0,-1-1 0,0 0 0,0 0 0,-1 1 0,0-1 0,1-8 0,-2-7 0,0 1 0,-1-1 0,-1 0 0,-6-23 0,6 20 0,2 25 0,0-1 0,0 1 0,0-1 0,0 1 0,1-1 0,-1 1 0,0 0 0,0-1 0,0 1 0,0-1 0,0 1 0,1-1 0,-1 1 0,0 0 0,0-1 0,1 1 0,-1 0 0,0-1 0,1 1 0,0-1 0,-1 1 0,1 0 0,-1 0 0,1 0 0,-1 0 0,1 0 0,-1 0 0,1 1 0,-1-1 0,1 0 0,-1 0 0,1 0 0,-1 0 0,1 1 0,-1-1 0,1 0 0,-1 0 0,1 1 0,-1-1 0,0 0 0,1 1 0,-1-1 0,1 1 0,16 15 0,0 2 0,-1 0 0,19 29 0,6 6 0,-32-41 0,1-1 0,1 0 0,0-1 0,0 0 0,1-1 0,0 0 0,1-1 0,0 0 0,0-1 0,22 8 0,-34-14 0,1 0 0,-1-1 0,1 0 0,-1 1 0,1-1 0,-1 0 0,1 1 0,-1-1 0,1 0 0,-1 0 0,1 0 0,-1-1 0,1 1 0,-1 0 0,1-1 0,-1 1 0,1 0 0,-1-1 0,1 0 0,-1 1 0,3-3 0,-3 2 0,0-1 0,0 1 0,0-1 0,0 0 0,0 1 0,0-1 0,0 0 0,0 0 0,-1 0 0,1 0 0,-1 1 0,1-1 0,-1 0 0,0 0 0,1 0 0,-1-3 0,0 1 0,0-10 0,-1-26 0,1 37 0,0 0 0,-1 0 0,1 0 0,-1 0 0,0 0 0,0 0 0,0 0 0,0 0 0,-1 0 0,1 1 0,-1-1 0,1 1 0,-1-1 0,0 1 0,-2-3 0,3 5-52,0-1-1,1 1 1,-1-1-1,0 1 1,0 0-1,1-1 1,-1 1-1,0 0 1,0 0-1,0 0 1,0 0-1,1 0 1,-1 0-1,0 0 1,0 0-1,0 0 1,0 0-1,0 0 1,1 0-1,-1 1 1,0-1-1,0 0 1,0 0-1,1 1 0,-2 0 1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2.0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45 268 24575,'3'1'0,"-1"0"0,0 0 0,0 0 0,0 0 0,0 0 0,0 0 0,-1 0 0,1 0 0,0 1 0,0-1 0,-1 1 0,1 0 0,2 2 0,8 8 0,-8-9 0,-1-1 0,1 1 0,0-1 0,0 0 0,1 0 0,7 2 0,-12-4 0,1 0 0,0 1 0,0-1 0,0 0 0,0 0 0,0 0 0,0 0 0,0 0 0,0 0 0,0 0 0,-1-1 0,1 1 0,0 0 0,0 0 0,0-1 0,0 1 0,0-1 0,-1 1 0,1 0 0,0-1 0,0 0 0,-1 1 0,1-1 0,0 1 0,-1-1 0,1 0 0,0 1 0,-1-1 0,1 0 0,-1 0 0,0 1 0,1-1 0,-1 0 0,1 0 0,-1 0 0,0 0 0,0 0 0,1 0 0,-1-1 0,2-14 0,0-1 0,-2 0 0,0 1 0,-2-19 0,0-10 0,2 28 0,0 4 0,0-1 0,0 1 0,-2-1 0,-4-24 0,5 36 0,0 0 0,1-1 0,-1 1 0,0 0 0,0 0 0,0 0 0,0 0 0,0 0 0,-1 0 0,1 0 0,-1 0 0,1 0 0,-1 1 0,0-1 0,1 0 0,-1 1 0,0 0 0,0-1 0,0 1 0,0 0 0,0 0 0,0 0 0,-1 0 0,1 1 0,0-1 0,0 1 0,-1-1 0,1 1 0,0 0 0,-1-1 0,1 1 0,0 0 0,-1 1 0,-3 0 0,-3 1-273,0 0 0,0 0 0,0 1 0,-12 6 0,3 0-6553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2.7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24575,'0'0'0,"1"0"0,0 0 0,-1 1 0,1-1 0,0 0 0,0 1 0,-1-1 0,1 0 0,-1 1 0,1-1 0,0 1 0,-1-1 0,1 1 0,-1-1 0,1 1 0,-1-1 0,1 1 0,-1 0 0,1 0 0,8 17 0,-5-10 0,7 11 0,1-1 0,0 0 0,2-1 0,0-1 0,0 0 0,2-1 0,0 0 0,1-1 0,0-1 0,31 17 0,-36-24-1365,-2-3-5461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3.2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120 221 24575,'19'20'0,"11"13"0,32 46 0,-126-161 0,-71-96 0,130 171 0,0 0 0,1 0 0,-1-1 0,-5-14 0,10 20 0,-1 1 0,1-1 0,-1 0 0,1 1 0,0-1 0,0 0 0,-1 0 0,1 1 0,1-1 0,-1 0 0,0 0 0,1-3 0,-1 4 0,1 0 0,-1 0 0,1 0 0,0 0 0,-1 0 0,1 1 0,0-1 0,0 0 0,-1 0 0,1 1 0,0-1 0,0 0 0,0 1 0,0-1 0,0 1 0,0-1 0,0 1 0,0-1 0,0 1 0,0 0 0,0-1 0,2 1 0,1 0 0,-1-1 0,1 1 0,0 0 0,-1 1 0,1-1 0,0 1 0,-1-1 0,1 1 0,-1 0 0,7 3 0,35 19 0,-34-16 0,9 4-1365,-3-1-5461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3.7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389 150 24575,'-16'-15'0,"-65"-57"0,65 60 0,1 1 0,-1 0 0,-26-12 0,41 22 0,0 1 0,0-1 0,-1 0 0,1 1 0,-1-1 0,1 1 0,0-1 0,-1 1 0,1 0 0,-1-1 0,1 1 0,-1 0 0,1 0 0,-1 0 0,1 0 0,-1 1 0,1-1 0,-1 0 0,1 1 0,-2 0 0,2-1 0,0 1 0,0 0 0,1 0 0,-1 0 0,1 0 0,-1 0 0,0 0 0,1 0 0,0 1 0,-1-1 0,1 0 0,0 0 0,-1 0 0,1 0 0,0 1 0,0-1 0,0 0 0,0 0 0,0 0 0,0 0 0,1 1 0,-1-1 0,0 0 0,1 1 0,2 11 0,1 0 0,0 0 0,1 0 0,0-1 0,10 18 0,41 54 0,87 83 0,-127-149 0,-10-13 0,15 20 0,-19-23 0,-1-1 0,0 1 0,0 0 0,0-1 0,0 1 0,0 0 0,0 0 0,0 0 0,-1 0 0,1 0 0,0 3 0,-1-4 0,0-1 0,0 1 0,-1-1 0,1 1 0,0-1 0,0 1 0,0-1 0,-1 1 0,1-1 0,0 1 0,-1-1 0,1 1 0,0-1 0,-1 0 0,1 1 0,-1-1 0,1 0 0,-1 1 0,1-1 0,-1 0 0,1 1 0,-1-1 0,1 0 0,-1 0 0,1 0 0,-1 0 0,1 1 0,-1-1 0,0 0 0,-21 1 0,19 0 0,-27-3 0,1 0 0,-58-13 0,34 4 0,2 3-81,-104-22-1203,141 26-5542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4.0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24575,'10'20'0,"6"9"0,3 2 0,0-1 0,-3-4 0,-1-4 0,-1-2 0,-1-6 0,-2-4-8191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4.2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4 24575,'-3'-2'0,"0"1"0,0 3 0,0 7 0,4 5 0,1-1-8191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4.5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196 113 24575,'3'5'0,"0"0"0,-1 0 0,1 1 0,-1-1 0,-1 1 0,1-1 0,-1 1 0,0-1 0,0 1 0,0 7 0,-1-10 0,-1 0 0,1 1 0,0-1 0,-1 0 0,0 0 0,0 0 0,0 0 0,0-1 0,0 1 0,-1 0 0,1 0 0,-1-1 0,0 1 0,0-1 0,0 1 0,0-1 0,0 0 0,0 0 0,-1 0 0,-3 3 0,-4 1 0,0-1 0,0 0 0,0-1 0,-1 0 0,1-1 0,-1 0 0,0-1 0,0 0 0,0 0 0,-20-1 0,29-1 0,0 0 0,0 0 0,0 0 0,0-1 0,1 1 0,-1-1 0,0 1 0,0-1 0,0 1 0,1-1 0,-1 0 0,0 0 0,1 0 0,-1 0 0,1 0 0,-1 0 0,1-1 0,0 1 0,-1 0 0,0-2 0,1 0 0,-1 1 0,1-1 0,0 0 0,0 0 0,0 1 0,0-1 0,0 0 0,1 0 0,-1 0 0,1 0 0,0-4 0,0-4 0,1 1 0,1 0 0,0 0 0,0 0 0,0 0 0,6-12 0,-3 12 0,-1-1 0,2 1 0,-1 1 0,2-1 0,-1 1 0,1 0 0,0 0 0,1 1 0,12-10 0,-16 14 0,1 0 0,0 1 0,0-1 0,0 1 0,0 1 0,1-1 0,-1 1 0,1 0 0,-1 0 0,1 0 0,0 1 0,0 0 0,0 0 0,0 1 0,0-1 0,-1 1 0,1 1 0,0-1 0,9 2 0,-3 3-1365,-2 0-5461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4.9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32 24575,'7'21'0,"2"-1"0,0 1 0,1-1 0,15 21 0,-24-40 0,0 1 0,0 0 0,0-1 0,0 1 0,0-1 0,1 1 0,-1-1 0,0 0 0,1 0 0,0 0 0,-1 0 0,1 0 0,0 0 0,-1 0 0,1 0 0,0 0 0,0-1 0,-1 1 0,1-1 0,0 1 0,0-1 0,2 0 0,-2 0 0,0-1 0,0 1 0,0-1 0,0 1 0,0-1 0,0 0 0,0 0 0,-1 0 0,1 0 0,0 0 0,0 0 0,-1-1 0,1 1 0,-1-1 0,1 1 0,-1-1 0,0 1 0,0-1 0,1 0 0,0-1 0,4-8 0,-1 0 0,8-22 0,-10 22 0,1 1 0,1 0 0,9-18 0,-12 25 0,0 0 0,1 0 0,-1 1 0,1-1 0,-1 1 0,1-1 0,0 1 0,0 0 0,0 0 0,0 0 0,1 0 0,-1 1 0,0-1 0,1 1 0,5-2 0,-3 2 0,0 0 0,0 1 0,0 0 0,0 0 0,0 0 0,0 1 0,1 0 0,-2 0 0,1 0 0,0 1 0,0 0 0,0 0 0,9 5 0,6 5 0,-1 0 0,23 18 0,-27-18 0,-7-6-341,-1 1 0,0 0-1,10 10 1,-9-5-6485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5.8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510 312 24575,'-46'-46'-270,"-2"3"-1,-2 2 1,-2 2 0,-1 2-1,-62-32 1,113 68 296,-7-4 49,-1 0 0,1 0-1,-1 1 1,0 0 0,0 1-1,0 0 1,0 1 0,-15-2 0,23 4-66,1 0 0,-1 0 0,1 0 1,-1 0-1,1 1 0,-1-1 0,1 0 0,-1 1 1,1-1-1,0 1 0,-1-1 0,1 1 0,0 0 1,-1 0-1,1-1 0,0 1 0,0 0 1,0 0-1,-1 1 0,0 0 19,1 0 1,0 1-1,-1-1 1,1 0-1,0 0 1,1 0-1,-1 1 1,0-1-1,1 0 0,-2 5 1,2 3 56,-1 1 0,2-1 1,-1 1-1,3 12 0,3 6-75,0-1-1,2 0 1,15 38 0,43 77-202,-10-35-193,77 110 1,-92-160 435,2-1 1,97 95-1,-136-149 32,0 1 0,0-1 1,1 0-1,-1 0 0,10 4 0,-13-7-74,-1 0 1,1 1-1,0-1 0,-1 0 0,1 0 0,0 0 0,0 1 0,-1-1 1,1 0-1,0 0 0,-1 0 0,1 0 0,0 0 0,0 0 0,-1-1 1,1 1-1,0 0 0,-1 0 0,1 0 0,1-1 0,-2 0-5,1 0-1,-1 1 1,1-1-1,-1 0 1,0 0-1,1 0 1,-1 0-1,0 1 1,1-1-1,-1 0 1,0 0-1,0 0 1,0 0-1,0 0 1,0 0-1,0 0 1,0 0-1,0 1 1,-1-1-1,1 0 1,-1-2-1,-3-14-3,-1 0 0,-1 1 0,-13-28 0,-31-44 0,44 78 0,-1 2 0,0-1 0,0 1 0,-1 0 0,0 1 0,0 0 0,-1 0 0,0 0 0,0 1 0,0 1 0,-14-7 0,12 8 0,0-1 0,-1 1 0,1 1 0,-1 0 0,0 1 0,0 0 0,0 0 0,0 2 0,0-1 0,-13 2 0,18 1 23,1 0-1,0-1 1,0 2-1,0-1 1,1 1-1,-1 0 0,0 0 1,-8 7-1,-14 8-1589,17-13-5259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6.2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327 191 24575,'-50'-19'0,"-1"2"0,-104-20 0,149 36 0,-1 0 0,1 1 0,-1 0 0,1 0 0,-8 1 0,13-1 0,0 0 0,0 0 0,0 0 0,0 0 0,0 1 0,0-1 0,0 0 0,0 1 0,0-1 0,0 1 0,0-1 0,0 1 0,0 0 0,0-1 0,0 1 0,0 0 0,1 0 0,-1-1 0,0 1 0,0 0 0,1 0 0,-1 0 0,1 0 0,-1 0 0,1 0 0,-1 0 0,1 0 0,0 0 0,-1 0 0,1 0 0,0 0 0,0 0 0,0 0 0,0 0 0,0 0 0,0 1 0,0 1 0,1 1 0,0 1 0,1-1 0,0 1 0,0-1 0,0 0 0,0 0 0,0 0 0,1 0 0,0 0 0,0 0 0,0 0 0,0-1 0,0 0 0,1 0 0,0 0 0,-1 0 0,1 0 0,7 3 0,6 3 0,-1-1 0,2 0 0,23 6 0,-26-9 0,0-1 0,0-1 0,0-1 0,1 0 0,-1-1 0,27-1 0,-35 0 0,0-1 0,-1 0 0,1 0 0,0 0 0,0-1 0,-1 0 0,1 0 0,-1-1 0,1 0 0,-1 0 0,0-1 0,0 1 0,-1-1 0,1-1 0,-1 1 0,0-1 0,6-6 0,-9 9 0,-1-1 0,1 1 0,-1 0 0,0-1 0,1 1 0,-1-1 0,0 0 0,0 1 0,-1-1 0,1 0 0,0 1 0,-1-1 0,0 0 0,0 0 0,0-4 0,0 3 0,-1 0 0,0 0 0,0 0 0,0 0 0,-1 0 0,1 1 0,-1-1 0,0 0 0,-3-5 0,-3-1 0,-1 0 0,0 0 0,0 1 0,-1 0 0,-15-11 0,13 11 17,0 1 0,0 0 1,-1 1-1,0 1 0,0 0 0,-20-6 0,25 10-123,1 0 0,-1 0 0,1 1 0,-1 1 0,1-1 0,-1 1-1,0 0 1,1 1 0,-1 0 0,1 0 0,-1 1 0,1 0 0,-13 5 0,7-1-6720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7.1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15 106 24575,'16'29'0,"131"203"0,-137-218 0,2-1 0,0 0 0,0 0 0,20 13 0,-32-25 0,0-1 0,0 0 0,0 0 0,0 0 0,1 1 0,-1-1 0,0 0 0,0 0 0,0 0 0,1 0 0,-1 1 0,0-1 0,0 0 0,1 0 0,-1 0 0,0 0 0,0 0 0,1 0 0,-1 0 0,0 0 0,0 0 0,1 0 0,-1 0 0,0 0 0,0 0 0,1 0 0,-1 0 0,0 0 0,0 0 0,1 0 0,-1 0 0,0 0 0,1 0 0,-1-9 0,-8-14 0,-8-2 0,0 1 0,-2 1 0,0 0 0,-30-27 0,9 8 0,23 25 0,-33-40 0,45 51 0,-1-1 0,1 0 0,0 0 0,0 0 0,1-1 0,-5-14 0,7 20 0,0-1 0,1 1 0,-1-1 0,1 0 0,0 1 0,0-1 0,0 0 0,0 1 0,0-1 0,1 1 0,-1-1 0,1 0 0,-1 1 0,1-1 0,0 1 0,0-1 0,2-3 0,-1 4 0,0-1 0,1 1 0,-1-1 0,0 1 0,1 0 0,-1 0 0,1 0 0,0 0 0,0 1 0,-1-1 0,1 1 0,5-2 0,4-1 0,1 1 0,0 0 0,1 1 0,-1 1 0,22 0 0,-11 1 0,0 1 0,0 1 0,0 2 0,-1 0 0,1 1 0,-1 1 0,0 2 0,27 12 0,-37-12-1365,-3-1-5461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8.3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21 116 24575,'-1'-2'0,"0"1"0,0-1 0,-1 1 0,1 0 0,0-1 0,0 1 0,-1 0 0,-2-2 0,4 3 0,0 0 0,-1 0 0,1 0 0,0 0 0,0 0 0,0 0 0,0 0 0,-1 0 0,1 0 0,0 0 0,0-1 0,0 1 0,0 0 0,-1 0 0,1 0 0,0 1 0,0-1 0,0 0 0,-1 0 0,1 0 0,0 0 0,0 0 0,0 0 0,0 0 0,-1 0 0,1 0 0,0 0 0,0 0 0,0 0 0,0 1 0,0-1 0,-1 0 0,1 11 0,0-7 0,2 0 0,-1 0 0,0 0 0,1 0 0,0 0 0,0 0 0,0-1 0,0 1 0,4 3 0,27 31 0,-25-30 0,5 6 0,1-1 0,0 0 0,1-1 0,1 0 0,19 10 0,-17-11 0,-2-2 0,25 12 0,-37-20 0,0 1 0,0-1 0,0 1 0,0-1 0,1-1 0,-1 1 0,0-1 0,0 1 0,1-1 0,-1 0 0,0-1 0,5 0 0,-7 1 0,0-1 0,-1 0 0,1 0 0,0 0 0,-1 0 0,1 0 0,0 0 0,-1 0 0,1 0 0,-1-1 0,0 1 0,1 0 0,-1-1 0,0 1 0,0-1 0,0 0 0,0 1 0,0-1 0,0 0 0,-1 0 0,1 1 0,-1-1 0,1 0 0,-1 0 0,1 0 0,-1 0 0,0 0 0,0 0 0,0-2 0,0-4 0,-1 1 0,1-1 0,-1 0 0,-1 0 0,-3-14 0,-7-9 0,-1 1 0,-1 0 0,-2 1 0,-1 1 0,-32-42 0,48 69 0,0 0 0,0 0 0,1 0 0,-1 0 0,0 0 0,0 0 0,0 0 0,0 1 0,0-1 0,-2-1 0,3 2 0,0 0 0,-1 0 0,1 0 0,0 0 0,0 0 0,-1 0 0,1 0 0,0 0 0,0 0 0,0 0 0,-1 0 0,1 0 0,0 0 0,0 0 0,-1 0 0,1 0 0,0 1 0,0-1 0,0 0 0,-1 0 0,1 0 0,0 0 0,0 0 0,0 0 0,0 1 0,-1-1 0,1 0 0,0 0 0,0 0 0,0 0 0,0 1 0,0-1 0,-1 0 0,1 2 0,-1 1 0,1-1 0,-1 0 0,1 0 0,0 0 0,0 0 0,0 1 0,0-1 0,0 0 0,1 4 0,9 38 0,21 57 0,-16-53 0,81 209-140,16-6-120,1 3 116,-109-246 144,7 19 0,-11-26 0,0 0 0,1 1 0,-1-1 0,0 0 0,0 1 0,1-1 0,-1 0 0,0 1 0,0-1 0,0 0 0,-1 0 0,1 1 0,0-1 0,0 0 0,-1 1 0,0 1 0,1-3 4,-1 0 1,1 1-1,-1-1 1,1 0-1,-1 1 0,1-1 1,0 0-1,-1 0 1,1 1-1,-1-1 1,1 0-1,-1 0 1,1 0-1,-1 0 1,1 0-1,-1 1 1,0-1-1,1 0 1,-1 0-1,1-1 1,-1 1-1,1 0 0,-1 0 1,1 0-1,-1 0 1,1 0-1,-1 0 1,1-1-1,-1 1 1,0-1-1,-16-9 269,15 9-231,-16-12-17,0-1 0,1 0 0,-15-18 0,-43-54-41,57 65 23,-4-5-7,-33-50 0,48 64 0,1 0 0,0 0 0,1-1 0,0 1 0,1-1 0,0 0 0,-3-19 0,7 28 17,-1 1 0,1 0 1,0 0-1,0-1 0,0 1 0,1-4 0,0 6-85,-1 0 1,0 0-1,1-1 1,-1 1-1,1 0 1,-1 0-1,1 0 1,-1 1-1,1-1 1,0 0-1,-1 0 1,1 0-1,0 0 1,0 0-1,0 1 1,0-1-1,0 0 1,-1 1-1,1-1 1,0 1-1,2-1 1,6-2-6759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9.0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330 149 24575,'-8'-5'0,"-112"-74"0,96 65 0,0 2 0,-1 0 0,-30-9 0,51 19 0,0 1 0,-1 0 0,1 0 0,0 1 0,0-1 0,-1 1 0,1 0 0,-1 0 0,-6 2 0,10-2 0,-1 0 0,1 0 0,0 1 0,0-1 0,0 1 0,0-1 0,0 1 0,0 0 0,0-1 0,0 1 0,0 0 0,0 0 0,0 0 0,0-1 0,0 1 0,0 0 0,1 0 0,-1 0 0,0 0 0,1 0 0,-1 1 0,1-1 0,-1 0 0,1 0 0,0 0 0,-1 0 0,1 1 0,0-1 0,0 0 0,0 0 0,0 0 0,0 1 0,0-1 0,0 0 0,0 0 0,0 1 0,1 1 0,0 0 0,0 0 0,0-1 0,0 1 0,0 0 0,1 0 0,-1-1 0,1 1 0,-1-1 0,1 0 0,0 1 0,0-1 0,0 0 0,3 2 0,4 4 0,21 13 0,-3-3 0,-11-6 0,-2 1 0,0 1 0,0 0 0,-1 1 0,16 24 0,-22-28 0,0 0 0,-1 1 0,-1 0 0,0 1 0,-1-1 0,0 1 0,0 0 0,2 26 0,-4 5 0,-3 47 0,1 27 0,1-110 0,0 0 0,1 1 0,-1-1 0,2 0 0,-1 0 0,1 0 0,5 10 0,-5-13 0,0 0 0,0 0 0,0-1 0,0 1 0,1-1 0,0 0 0,0 0 0,0 0 0,0-1 0,0 1 0,10 4 0,-9-5 0,0 0 0,-1-1 0,1 0 0,0 0 0,0 0 0,0 0 0,0-1 0,0 0 0,1 0 0,-1-1 0,0 1 0,1-1 0,-1 0 0,0 0 0,0-1 0,1 0 0,5-1 0,-4 0-105,-3 1 26,1 0 0,-1 0 1,0 0-1,0-1 0,0 1 0,0-1 1,0 0-1,-1 0 0,1-1 0,-1 1 1,1-1-1,-1 1 0,0-1 0,0 0 1,4-6-1,0-2-6747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39.5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45 24575,'-2'-20'0,"4"15"0,5 12 0,29 52 0,-23-36 0,19 26 0,-27-43 0,45 54 0,-43-52 0,0-2 0,0 1 0,0-1 0,1 0 0,15 9 0,-22-15 0,-1 1 0,0-1 0,1 0 0,-1 0 0,1 0 0,-1 1 0,1-1 0,-1 0 0,1 0 0,-1 0 0,1 0 0,-1 0 0,1 0 0,-1 0 0,1 0 0,-1 0 0,1 0 0,-1 0 0,1 0 0,-1 0 0,1 0 0,-1-1 0,1 1 0,-1 0 0,1 0 0,-1-1 0,1 1 0,0-1 0,0 0 0,-1 0 0,1 0 0,0 0 0,-1 0 0,1 0 0,-1 0 0,0 0 0,1 0 0,-1 0 0,0 0 0,1-2 0,-1-3 0,1 0 0,-1 0 0,-1-10 0,-2-12 0,-8-31 0,6 37 0,1-1 0,-2-36 0,5 58 0,1 0 0,0 0 0,0-1 0,0 1 0,0 0 0,0 0 0,0 0 0,0 0 0,1 0 0,-1 0 0,0-1 0,0 1 0,1 0 0,-1 0 0,1 0 0,-1 0 0,1 0 0,0 0 0,-1 0 0,1 1 0,0-1 0,-1 0 0,1 0 0,0 0 0,0 1 0,0-1 0,0 0 0,0 1 0,0-1 0,0 1 0,0-1 0,0 1 0,0 0 0,0-1 0,0 1 0,0 0 0,0 0 0,0-1 0,1 1 0,1 0 0,1 1 0,0-1 0,1 1 0,-1 0 0,0 1 0,1-1 0,-1 1 0,0-1 0,0 1 0,4 3 0,63 39 0,42 25 0,-44-30-1365,-57-33-5461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8:40.1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77 24575,'12'-10'0,"1"0"0,0 1 0,1 1 0,0 0 0,0 1 0,1 0 0,15-5 0,-24 11 0,-1 0 0,0-1 0,0 2 0,1-1 0,-1 1 0,0-1 0,1 1 0,-1 1 0,0-1 0,1 1 0,-1 0 0,0 0 0,0 1 0,0-1 0,0 1 0,0 0 0,0 0 0,0 1 0,-1 0 0,1 0 0,-1 0 0,0 0 0,0 1 0,7 6 0,8 12 0,-1 1 0,-1 1 0,-1 0 0,-1 1 0,17 40 0,-26-51 0,-1 1 0,7 26 0,-11-35 0,0 1 0,0-1 0,-1 1 0,1-1 0,-2 0 0,1 1 0,-1-1 0,0 1 0,-2 8 0,1-8 0,1 0 0,0 0 0,0 0 0,0 0 0,1 0 0,0 0 0,1 1 0,-1-1 0,2 0 0,-1 0 0,3 8 0,4 10 0,21 40 0,-22-49 0,61 112 0,-67-126 0,1 1 0,-1-1 0,0 1 0,-1-1 0,1 1 0,0 0 0,-1-1 0,1 1 0,-1 0 0,0 0 0,0 0 0,-1 3 0,1-5 0,0 0 0,-1 1 0,1-1 0,-1 0 0,1 0 0,-1 0 0,1 0 0,-1 1 0,0-1 0,0 0 0,0 0 0,1 0 0,-1 0 0,0-1 0,0 1 0,0 0 0,0 0 0,-1-1 0,1 1 0,0 0 0,0-1 0,0 1 0,-1-1 0,1 1 0,0-1 0,0 0 0,-3 1 0,-11 0-81,0 0-1,-23-1 1,22-1-1040,-6 1-5705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6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24575,'1'11'0,"1"0"0,0-1 0,0 1 0,1 0 0,1-1 0,4 11 0,4 12 0,-1 1 0,-2-4 0,24 55 0,-29-77 0,0 0 0,0 0 0,1-1 0,1 1 0,-1-1 0,1 0 0,0-1 0,1 1 0,0-1 0,0-1 0,9 7 0,-14-11 0,1 1 0,-1-1 0,1 0 0,0 1 0,-1-1 0,1 0 0,0-1 0,0 1 0,0-1 0,0 1 0,0-1 0,-1 0 0,1 0 0,0 0 0,0 0 0,0 0 0,0-1 0,0 0 0,0 1 0,-1-1 0,1 0 0,0 0 0,0-1 0,-1 1 0,1 0 0,-1-1 0,1 0 0,-1 1 0,0-1 0,0 0 0,3-3 0,0-1 0,-1 1 0,1-1 0,-1 0 0,-1 0 0,1 0 0,-1-1 0,0 1 0,-1-1 0,1 1 0,-1-1 0,-1 0 0,2-8 0,0-24 0,-3-60 0,-1 53 0,1 39 0,0 4 0,0 0 0,0 0 0,0 0 0,0 0 0,0-1 0,-1 1 0,0 0 0,1 1 0,-1-1 0,-3-6 0,4 9 0,0 0 0,0 0 0,0 0 0,0 0 0,0 0 0,0 0 0,0 0 0,0 0 0,0 0 0,0 0 0,0 0 0,0 0 0,0 0 0,0 0 0,0 0 0,0 0 0,0 0 0,0 0 0,-1 0 0,1 0 0,0 0 0,0 0 0,0 0 0,0 0 0,0 0 0,0 0 0,0 0 0,0 0 0,0 0 0,0 0 0,0 0 0,0 0 0,0 0 0,0 0 0,-1 0 0,1 0 0,0 0 0,0 0 0,0 0 0,0 0 0,0 0 0,0 0 0,0 0 0,0 0 0,0 0 0,0 0 0,0 0 0,0 1 0,0-1 0,0 0 0,0 0 0,0 0 0,0 0 0,0 0 0,0 0 0,0 0 0,0 0 0,0 0 0,-3 8 0,1 7 0,1 9 0,1-1 0,2 1 0,0-1 0,9 41 0,2-15 0,22 56 0,87 166 0,19-9 0,-123-234 0,-13-22 0,-1 1 0,1-1 0,-2 1 0,1 0 0,-1 0 0,3 9 0,-6-16 0,1 0 0,-1 1 0,0-1 0,0 0 0,0 1 0,0-1 0,0 0 0,0 1 0,0-1 0,0 0 0,0 1 0,0-1 0,0 0 0,0 1 0,0-1 0,0 0 0,0 1 0,0-1 0,-1 0 0,1 1 0,0-1 0,0 0 0,0 1 0,0-1 0,-1 0 0,1 0 0,0 1 0,0-1 0,-1 0 0,1 0 0,-1 1 0,-11-1 0,-14-11 0,25 11 0,-152-84 0,126 67 0,2-2 0,0 0 0,-35-35 0,55 48 0,0 1 0,1-1 0,0 0 0,0 0 0,0-1 0,-5-11 0,8 16 0,0 0 0,1 0 0,-1 0 0,0 0 0,1 0 0,0 0 0,-1 0 0,1 0 0,0 0 0,0 0 0,0 0 0,0 0 0,0 0 0,1 0 0,-1 0 0,1 0 0,-1 1 0,1-1 0,0 0 0,-1 0 0,1 0 0,0 0 0,0 1 0,1-1 0,-1 0 0,0 1 0,0-1 0,3-1 0,2-1 15,1 0 0,-1 0 0,1 1 0,-1 0 0,1 0 0,0 0 0,15-2 0,-2 1-758,33-2 1,-37 6-6084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47 24575,'-5'-5'0,"0"0"0,-1 0 0,1 1 0,-1 0 0,0 0 0,0 1 0,0-1 0,0 1 0,-1 1 0,-7-3 0,11 4 0,0 0 0,0 1 0,0 0 0,0-1 0,0 1 0,0 0 0,0 0 0,0 1 0,0-1 0,0 1 0,0 0 0,0-1 0,0 1 0,0 0 0,1 1 0,-1-1 0,0 0 0,1 1 0,-1 0 0,1 0 0,-1-1 0,1 1 0,0 1 0,0-1 0,-3 4 0,3-4 0,0 0 0,1 0 0,-1 0 0,1 0 0,0 1 0,0-1 0,0 1 0,0-1 0,0 1 0,1-1 0,-1 1 0,1-1 0,-1 1 0,1-1 0,0 1 0,0 0 0,0-1 0,0 1 0,1 0 0,-1-1 0,1 1 0,1 3 0,2 3 0,0 1 0,1-1 0,0 0 0,10 13 0,-9-14 0,0 1 0,-1 0 0,7 14 0,-3 4 0,-1 1 0,-2 0 0,-1 0 0,3 46 0,-7 117 0,-2-94 0,0-95 0,1 0 0,1 0 0,-1 1 0,0-1 0,0 0 0,1 0 0,-1 0 0,1 0 0,0 0 0,0 0 0,0 0 0,0 0 0,0 0 0,0 0 0,0-1 0,0 1 0,1 0 0,1 1 0,0-1 0,0 0 0,0 0 0,0 0 0,0-1 0,0 1 0,0-1 0,0 0 0,1 0 0,-1 0 0,0-1 0,5 1 0,15 2 0,0-2 0,1-1 0,26-3 0,-49 3-52,1 0-1,-1 0 1,0-1-1,0 1 1,0 0-1,0 0 1,0 0-1,0-1 1,0 1-1,0-1 1,0 1-1,0-1 1,0 1-1,0-1 1,0 1-1,0-1 1,-1 0-1,1 1 1,0-1-1,0 0 0,-1 0 1,1 0-1,0 0 1,-1 0-1,2-1 1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 28 24575,'-4'-4'0,"0"1"0,0-1 0,-1 1 0,1 0 0,-1 0 0,-5-2 0,10 4 0,-1 1 0,1 0 0,-1 0 0,0-1 0,1 1 0,-1 0 0,1 0 0,-1 0 0,0 0 0,1 0 0,-1 0 0,0 0 0,1 0 0,-1 0 0,0 0 0,1 0 0,-1 0 0,0 0 0,1 1 0,-1-1 0,1 0 0,-2 1 0,1 0 0,1 0 0,-1 0 0,1 0 0,-1 0 0,1 0 0,0 0 0,-1 0 0,1 0 0,0 0 0,-1 0 0,1 0 0,0 0 0,0 0 0,0 0 0,0 0 0,0 0 0,0 0 0,1 0 0,-1 2 0,2 7 0,0 1 0,1-1 0,0 0 0,1 0 0,0 0 0,10 17 0,39 53 0,-47-72 0,-5-7 0,16 20 0,-17-21 0,0 0 0,1 0 0,-1 1 0,0-1 0,1 0 0,-1 1 0,0-1 0,1 0 0,-1 0 0,0 0 0,1 1 0,-1-1 0,0 0 0,1 0 0,-1 0 0,1 0 0,-1 0 0,0 0 0,1 0 0,-1 0 0,1 0 0,-1 0 0,1 0 0,-1 0 0,0 0 0,1 0 0,-1 0 0,1 0 0,-1 0 0,0 0 0,1 0 0,-1-1 0,0 1 0,1 0 0,-1 0 0,0-1 0,1 1 0,-1 0 0,0 0 0,1-1 0,-1 1 0,0 0 0,0-1 0,1 1 0,-1 0 0,0-1 0,0 1 0,0 0 0,1-1 0,-1 1 0,0-1 0,0 1 0,0-1 0,0 0 0,6-17 0,-2 4 0,0 1 0,1 0 0,0 0 0,14-22 0,-17 32 0,0 0 0,0 0 0,1 0 0,0 0 0,-1 0 0,1 1 0,0-1 0,0 1 0,1 0 0,-1 0 0,0 0 0,1 0 0,-1 1 0,1-1 0,0 1 0,-1 0 0,1 0 0,0 0 0,0 1 0,0-1 0,0 1 0,5 0 0,-1 1 0,0 0 0,0 0 0,0 1 0,0 0 0,-1 1 0,1-1 0,-1 1 0,1 1 0,11 7 0,5 5 0,29 25 0,-49-37 0,5 2 0,-2 1 0,1 0 0,-1 1 0,0 0 0,0 0 0,-1 0 0,0 1 0,-1 0 0,8 16 0,-13-23 9,1-1 1,-1 1-1,1-1 0,-1 1 0,0-1 1,0 1-1,0-1 0,0 1 0,0 0 0,0-1 1,0 1-1,-1 2 0,1-3-54,-1-1 0,1 1 0,0 0 0,-1-1 0,1 1 0,0-1 0,-1 1 0,1-1 0,-1 1 0,1-1 0,-1 1 0,1-1 0,-1 0 0,1 1 0,-1-1 0,0 0 0,1 1 0,-1-1 0,1 0 0,-1 0 0,0 1 0,1-1 0,-1 0 0,0 0 0,1 0 0,-1 0 0,0 0 0,1 0 0,-1 0 0,0 0 0,1 0 0,-2 0 0,-6-2-6781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24575,'25'-2'0,"0"1"0,0 1 0,1 1 0,-1 1 0,37 9 0,-51-8 0,-1 0 0,1 0 0,-1 1 0,0 0 0,0 1 0,0 1 0,-1-1 0,1 1 0,-1 1 0,-1 0 0,1 0 0,-1 1 0,0-1 0,12 19 0,-11-13 0,0 2 0,0-1 0,-2 1 0,7 18 0,-12-25 0,1 0 0,-1 1 0,-1-1 0,1 1 0,-1-1 0,-1 1 0,0-1 0,0 1 0,-3 15 0,-3 4 0,-2 0 0,-1 0 0,-12 26 0,19-50 0,0 1 0,0 0 0,1 0 0,-1 0 0,1 0 0,0 0 0,0 1 0,1-1 0,0 0 0,0 1 0,0-1 0,0 1 0,1-1 0,0 0 0,3 10 0,-1-7 0,0-1 0,1 0 0,0 0 0,0 0 0,1-1 0,0 1 0,0-1 0,0 0 0,9 7 0,12 10 0,-16-15 0,0 0 0,-1 1 0,0 1 0,0-1 0,9 15 0,-17-23 0,0 1 0,0-1 0,0 1 0,0-1 0,-1 1 0,1-1 0,-1 1 0,1 0 0,-1-1 0,1 1 0,-1-1 0,0 1 0,0 0 0,0-1 0,0 1 0,0 0 0,0-1 0,-1 1 0,1 0 0,0-1 0,-1 3 0,0-2 0,-1-1 0,1 1 0,0 0 0,-1-1 0,1 1 0,-1-1 0,1 1 0,-1-1 0,1 0 0,-1 0 0,0 0 0,0 0 0,0 0 0,-3 1 0,-4 1 0,-1 0 0,1-1 0,-1 0 0,0 0 0,-18 0 0,-110-3-1365,117 0-5461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46 24575,'-23'-7'0,"-9"-3"0,-3 0 0,3 3 0,4 1 0,4 3 0,4 1 0,3 1 0,1 4 0,2 0 0,0 1 0,0-1 0,3-3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39 24575,'-27'-8'0,"-13"-2"0,0 0 0,2 3 0,7 4 0,5 3 0,7 4 0,5 1 0,4 0-8191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7 24575,'-1'-1'0,"0"1"0,0-1 0,0 0 0,-1 1 0,1-1 0,0 0 0,0 1 0,-1 0 0,1-1 0,0 1 0,-1 0 0,1-1 0,-1 1 0,1 0 0,0 0 0,-1 0 0,1 0 0,-1 1 0,1-1 0,0 0 0,-1 0 0,1 1 0,-2 0 0,3-1 0,-1 1 0,0 0 0,0 0 0,0 0 0,0 0 0,1 0 0,-1-1 0,0 1 0,1 0 0,-1 1 0,1-1 0,-1 0 0,1 0 0,-1 0 0,1 0 0,0 0 0,0 0 0,-1 1 0,1-1 0,0 0 0,0 0 0,0 0 0,0 0 0,0 1 0,1-1 0,-1 0 0,1 2 0,1 7 0,1 0 0,1-1 0,-1 1 0,2-1 0,-1 0 0,10 13 0,40 49 0,-19-27 0,-30-38 0,0 1 0,0-1 0,1 1 0,0-1 0,0-1 0,0 1 0,1-1 0,0 0 0,0-1 0,14 7 0,-20-10 0,-1-1 0,1 0 0,0 1 0,0-1 0,0 0 0,0 0 0,0 0 0,0 0 0,0 0 0,0 0 0,-1 0 0,1 0 0,0 0 0,0 0 0,0 0 0,0-1 0,0 1 0,0 0 0,-1-1 0,1 1 0,0 0 0,0-1 0,1 0 0,-1-1 0,0 1 0,0 0 0,0 0 0,-1-1 0,1 1 0,0-1 0,-1 1 0,1 0 0,-1-1 0,1 1 0,-1-1 0,1-2 0,-1-4 0,1-1 0,-1 1 0,-1 0 0,-1-9 0,-27-142 0,26 139 0,-2-15 0,5 35 0,0 0 0,0 0 0,1 1 0,-1-1 0,0 0 0,0 0 0,0 0 0,0 0 0,1 1 0,-1-1 0,0 0 0,0 0 0,0 0 0,1 0 0,-1 0 0,0 0 0,0 0 0,0 0 0,1 1 0,-1-1 0,0 0 0,0 0 0,1 0 0,-1 0 0,0 0 0,0 0 0,1 0 0,-1 0 0,0-1 0,0 1 0,1 0 0,-1 0 0,0 0 0,0 0 0,0 0 0,1 0 0,-1 0 0,0 0 0,0-1 0,0 1 0,1 0 0,-1 0 0,0 0 0,0 0 0,0-1 0,0 1 0,0 0 0,1 0 0,-1 0 0,0-1 0,0 1 0,0 0 0,0 0 0,0 0 0,0-1 0,0 1 0,0 0 0,0 0 0,0-1 0,0 1 0,0 0 0,0 0 0,0-1 0,0 1 0,0 0 0,13 16 0,21 37 0,-3 2 0,35 85 0,-36-69 0,23 83 0,-42-115 0,-2 1 0,-2 1 0,4 73 0,-11-111 0,0 0 0,0 0 0,0 0 0,0 0 0,0-1 0,-1 1 0,0 0 0,1 0 0,-1 0 0,0-1 0,-3 6 0,3-7 0,0 0 0,0 0 0,0 0 0,1-1 0,-2 1 0,1 0 0,0-1 0,0 1 0,0 0 0,0-1 0,0 1 0,-1-1 0,1 0 0,0 1 0,0-1 0,0 0 0,-1 0 0,1 0 0,0 0 0,-1 0 0,1 0 0,0 0 0,0 0 0,-1-1 0,1 1 0,0 0 0,0-1 0,0 1 0,-2-1 0,-6-3 0,1 0 0,0 0 0,0 0 0,0-1 0,-13-9 0,-33-34 0,51 45 0,-6-5 0,1 0 0,1-1 0,0 1 0,-10-17 0,15 22 0,0 0 0,1 0 0,-1 0 0,1 0 0,0 0 0,0 0 0,0 0 0,0 0 0,0-1 0,1 1 0,0 0 0,-1 0 0,1-1 0,0 1 0,1 0 0,-1-1 0,1 1 0,-1 0 0,1 0 0,2-5 0,-2 6 0,0 0 0,1 1 0,-1-1 0,1 0 0,-1 1 0,1-1 0,-1 1 0,1 0 0,0-1 0,0 1 0,0 0 0,0 0 0,0 0 0,0 0 0,3 0 0,33-8 0,19 4-1365,-42 5-5461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70 24575,'-34'-15'0,"0"1"0,-1 2 0,-58-13 0,88 24 0,0 0 0,0 0 0,0 1 0,0 0 0,0 0 0,0 0 0,0 1 0,0 0 0,-10 2 0,14-2 0,-1 0 0,0 0 0,0 0 0,0 0 0,1 0 0,-1 0 0,0 0 0,1 1 0,-1-1 0,1 1 0,-1-1 0,1 1 0,0-1 0,0 1 0,0 0 0,0 0 0,0 0 0,0 0 0,0-1 0,1 1 0,-1 0 0,1 0 0,-1 0 0,1 0 0,0 1 0,0 1 0,0 3 0,0-1 0,1 1 0,0-1 0,0 1 0,0-1 0,1 1 0,0-1 0,1 0 0,-1 0 0,7 10 0,2 3 0,26 32 0,-22-33 0,12 15 0,27 44 0,-47-66 0,-1 1 0,0 0 0,0 0 0,-1 1 0,-1-1 0,0 1 0,-1 0 0,2 16 0,-2 25 0,-4 53 0,-1-38 0,1-54 0,-4 26 0,2-26 0,-1 23 0,4-37 0,0 0 0,0 0 0,0-1 0,0 1 0,0 0 0,0 0 0,0 0 0,0 0 0,0-1 0,1 1 0,-1 0 0,0 0 0,1 0 0,-1 0 0,0-1 0,1 1 0,-1 0 0,1-1 0,-1 1 0,1 0 0,-1-1 0,1 1 0,0 0 0,-1-1 0,1 1 0,0-1 0,-1 1 0,1-1 0,0 0 0,0 1 0,-1-1 0,1 0 0,0 1 0,0-1 0,0 0 0,0 0 0,4 0 0,0 0 0,-1 0 0,1 0 0,0-1 0,7-2 0,6 0 0,-12 2-105,0 1 0,0-1 0,0 0 0,0-1 0,0 1 0,-1-1 0,1 0 0,-1 0 0,1-1 0,-1 0 0,0 0 0,6-4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26 24575,'0'0'0,"-1"0"0,1-1 0,0 1 0,0 0 0,0-1 0,-1 1 0,1 0 0,0-1 0,0 1 0,0 0 0,0-1 0,0 1 0,0 0 0,0-1 0,0 1 0,0-1 0,0 1 0,0 0 0,0-1 0,0 1 0,0 0 0,0-1 0,0 0 0,7 3 0,10 10 0,-5 3 0,0 1 0,11 20 0,-14-22 0,-5-5 0,8 10 0,-12-18 0,1-1 0,-1 1 0,1 0 0,-1 0 0,1 0 0,0-1 0,0 1 0,-1-1 0,1 1 0,0 0 0,0-1 0,0 1 0,0-1 0,-1 0 0,1 1 0,1-1 0,-1 0 0,-1 0 0,1 0 0,-1 0 0,1 0 0,-1 0 0,1-1 0,-1 1 0,0 0 0,1 0 0,-1-1 0,1 1 0,-1 0 0,0-1 0,1 1 0,-1 0 0,0-1 0,1 1 0,-1 0 0,0-1 0,0 1 0,1-1 0,-1 1 0,0-1 0,0 1 0,0-1 0,0 1 0,0 0 0,1-1 0,-1 1 0,0-1 0,0 0 0,2-18 0,-2 17 0,0-20 0,-1 11 0,1 1 0,1 0 0,2-16 0,-3 24 0,0 0 0,1 0 0,-1 0 0,1 0 0,0 0 0,0 1 0,-1-1 0,1 0 0,0 0 0,1 1 0,-1-1 0,0 1 0,0-1 0,1 1 0,-1-1 0,0 1 0,1 0 0,0-1 0,-1 1 0,1 0 0,0 0 0,-1 0 0,5-1 0,-4 2 0,0 0 0,0 0 0,0-1 0,0 2 0,0-1 0,0 0 0,0 0 0,1 1 0,-1-1 0,0 1 0,0-1 0,0 1 0,-1 0 0,1 0 0,0 0 0,0 0 0,0 0 0,-1 0 0,1 0 0,0 1 0,-1-1 0,2 3 0,4 3 0,-1 0 0,0 1 0,7 10 0,48 70 0,-52-78 0,-1 0 0,1 0 0,0-1 0,1-1 0,0 0 0,13 8 0,-21-15-151,0 0-1,0 0 0,0 0 0,0 0 1,1 0-1,-1-1 0,0 1 1,5 0-1,2-1-6674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339 103 24575,'-30'-15'0,"-13"-7"0,-1-1 0,4 5 0,7 4 0,6 6 0,5 5 0,4 5 0,2 3 0,2 2 0,1 1 0,-1 3 0,0-2 0,3 2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24575,'5'15'0,"2"10"0,2 3 0,-1 2 0,1-1 0,0-4 0,-1-3 0,0-3 0,-3-2 0,2-2 0,-2 0 0,-1-1 0,-1 0 0,-1-3-8191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24575,'192'5'0,"-148"-2"0,0 3 0,56 14 0,-86-17 0,-10-2 0,0-1 0,0 1 0,0 0 0,0 1 0,0-1 0,4 3 0,-8-4 0,1 1 0,0-1 0,0 1 0,-1 0 0,1-1 0,0 1 0,-1 0 0,1 0 0,-1-1 0,1 1 0,-1 0 0,1 0 0,-1 0 0,0-1 0,1 1 0,-1 0 0,0 0 0,0 0 0,1 0 0,-1 0 0,0 0 0,0 0 0,0 0 0,0 0 0,0 0 0,0 0 0,-1-1 0,1 1 0,0 0 0,0 0 0,-1 1 0,-9 28 0,3-9 0,-5 25 0,10-38 0,1 1 0,1 0 0,-1-1 0,1 1 0,1 0 0,1 11 0,10 35 0,40 105 0,-35-117 0,27 45 0,8 19 0,-50-103 0,-1 1 0,1 0 0,-1 0 0,0-1 0,0 1 0,0 0 0,0 0 0,-1 0 0,0 0 0,-1 8 0,1-11 0,-1 0 0,1 0 0,-1 0 0,0 0 0,0 0 0,1 0 0,-1 0 0,-1-1 0,1 1 0,0 0 0,0 0 0,-1-1 0,1 1 0,0-1 0,-1 0 0,0 1 0,1-1 0,-1 0 0,0 0 0,0 0 0,1 0 0,-1 0 0,0 0 0,0-1 0,0 1 0,0 0 0,-3-1 0,-87 11 0,63-7-1365,16-3-5461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24575,'8'18'0,"-1"1"0,-1 0 0,6 28 0,6 21 0,39 81 0,-43-113 0,-12-33-136,-1 1-1,1-1 1,-1 1-1,0-1 1,-1 1-1,1-1 1,-1 1-1,1-1 0,-1 7 1,-2-1-6690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403 25 24575,'-30'-3'0,"-17"0"0,-7 0 0,2 0 0,5-1 0,4-1 0,8 2 0,7 2 0,6 3 0,4 3 0,3 0 0,3 2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24575,'0'0'0,"0"0"0,0 0 0,0 0 0,0 0 0,0 0 0,0 0 0,0 0 0,0 0 0,0 0 0,0 0 0,0-1 0,0 1 0,0 0 0,0 0 0,0 0 0,0 0 0,0 0 0,0 0 0,0 0 0,0 0 0,0 0 0,0 0 0,0 0 0,0 0 0,0 0 0,0 0 0,0 0 0,0-1 0,0 1 0,0 0 0,0 0 0,0 0 0,0 0 0,0 0 0,0 0 0,0 0 0,0 0 0,0 0 0,1 0 0,-1 0 0,0 0 0,0 0 0,0 0 0,0 0 0,0 0 0,0 0 0,0 0 0,0 0 0,0 0 0,0 0 0,0 0 0,0 0 0,0 0 0,0 0 0,0 0 0,0 0 0,1 0 0,-1 0 0,0 0 0,0 0 0,0 0 0,0 0 0,0 0 0,4 5 0,2 8 0,4 44 0,-3-15 0,2 0 0,2 0 0,24 62 0,-18-69-1365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689 77 24575,'-5'-6'0,"0"0"0,0 0 0,0 0 0,-1 1 0,0-1 0,0 1 0,-1 1 0,1-1 0,-1 1 0,0 0 0,0 1 0,0 0 0,0 0 0,-1 0 0,1 1 0,-1 0 0,0 1 0,0 0 0,1 0 0,-11 0 0,-209 12 0,170-7 0,3-3-100,23 0 211,-39 5 0,62-5-260,-1 1 1,0 0-1,1 0 0,-1 1 0,1 1 1,0-1-1,0 1 0,0 0 1,-7 6-1,6-3-6677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618 31 24575,'-13'-5'0,"0"-1"0,0 2 0,0 0 0,-1 0 0,1 2 0,-1-1 0,0 2 0,-26 0 0,-6 3 0,-62 12 0,43-5 0,-158 17-1365,195-22-5461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47 24575,'0'-1'0,"-1"1"0,1-1 0,0 0 0,-1 0 0,1 1 0,0-1 0,0 0 0,-1 0 0,1 0 0,0 0 0,0 0 0,0 1 0,0-1 0,0 0 0,0 0 0,0 0 0,1 0 0,-1 0 0,0 1 0,0-1 0,1 0 0,-1 0 0,0 0 0,1 1 0,0-2 0,0 1 0,1-1 0,-1 1 0,1 0 0,-1-1 0,1 1 0,-1 0 0,1 0 0,0 0 0,0 0 0,3 0 0,3-2 0,0 1 0,0 0 0,1 1 0,9-1 0,87 0 0,-90 3 0,-1 0 0,1 1 0,0 1 0,-1 0 0,15 6 0,-27-8 0,0-1 0,0 1 0,-1 0 0,1 0 0,0 0 0,-1 0 0,1 0 0,-1 0 0,1 0 0,-1 0 0,1 1 0,-1-1 0,0 1 0,0-1 0,0 1 0,0-1 0,0 1 0,1 3 0,-1-3 0,0 1 0,-1-1 0,1 1 0,-1 0 0,0-1 0,0 1 0,0 0 0,0-1 0,-1 1 0,1 0 0,-2 4 0,-3 6 0,0-1 0,0-1 0,-1 1 0,-11 15 0,11-18 0,-7 9 0,0-1 0,-1 0 0,-1-1 0,-20 17 0,11-11 0,24-22 0,0 0 0,0 0 0,0 0 0,-1 1 0,1-1 0,0 0 0,0 0 0,0 0 0,0 0 0,0 1 0,-1-1 0,1 0 0,0 0 0,0 0 0,0 1 0,0-1 0,0 0 0,0 0 0,0 0 0,0 1 0,-1-1 0,1 0 0,0 0 0,0 1 0,0-1 0,0 0 0,0 0 0,0 0 0,0 1 0,1-1 0,-1 0 0,0 0 0,0 1 0,0-1 0,0 0 0,0 1 0,10 2 0,18-2 0,-25-1 0,95 0 0,62-2 0,-120-4-1365,-25 3-5461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35 24575,'-8'-7'0,"4"3"0,1 1 0,-1-1 0,1 0 0,-6-8 0,54 46 0,-1-2 0,88 47 0,-46-30 0,-64-36 0,-16-11 0,0 1 0,-1 0 0,1 0 0,-1 1 0,0-1 0,0 1 0,0 0 0,-1 1 0,1-1 0,5 8 0,-10-12 2,0 1-1,0-1 1,0 0-1,1 0 1,-1 0-1,0 0 1,0 0-1,0 0 1,0 0-1,0 1 1,0-1-1,0 0 1,0 0-1,0 0 1,1 0-1,-1 1 1,0-1-1,0 0 1,0 0-1,0 0 1,0 0-1,0 0 1,0 1-1,0-1 1,0 0 0,0 0-1,0 0 1,0 0-1,0 1 1,0-1-1,0 0 1,-1 0-1,1 0 1,0 0-1,0 1 1,0-1-1,0 0 1,0 0-1,0 0 1,0 0-1,0 0 1,0 0-1,-1 1 1,1-1-1,0 0 1,0 0-1,-8-2-1437,0-2-5390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18 24575,'-1'-15'0,"-2"13"0,-2 8 0,-43 80 0,39-72 0,-1 0 0,-1 0 0,-21 21 0,20-24-117,4-4-91,0 0 0,0 1 0,1 0 0,0 0 0,-7 12 0,7-7-6618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41 24575,'-18'-7'0,"-61"-20"0,71 25 0,0 1 0,0-1 0,0 1 0,0 0 0,0 1 0,-1 0 0,-14 2 0,20-2 0,1 1 0,0-1 0,-1 1 0,1 0 0,0 0 0,0 0 0,0 0 0,0 0 0,-1 0 0,1 0 0,1 1 0,-1-1 0,0 1 0,0-1 0,0 1 0,1 0 0,-1 0 0,1 0 0,-1 0 0,1 0 0,0 0 0,0 0 0,0 0 0,0 0 0,0 1 0,1-1 0,-1 0 0,1 1 0,-1-1 0,1 0 0,0 1 0,0-1 0,0 0 0,0 4 0,2 8 0,0 0 0,1 0 0,0-1 0,9 24 0,-6-18 0,61 203 0,-27-105 0,-38-110 0,0 0 0,0-1 0,1 1 0,-1-1 0,2 1 0,3 6 0,-5-11 0,-1-1 0,0 1 0,1 0 0,-1-1 0,1 0 0,-1 1 0,1-1 0,-1 0 0,1 0 0,0 0 0,0 0 0,0 0 0,0 0 0,0 0 0,-1-1 0,1 1 0,0-1 0,0 0 0,1 1 0,-1-1 0,0 0 0,0 0 0,0 0 0,0 0 0,3-1 0,72-20 0,-59 15 0,-16 6-136,0-1-1,-1 0 1,1 1-1,0-1 1,-1 0-1,1 0 1,-1 0-1,1 0 0,2-3 1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17 24575,'-5'-8'0,"4"10"0,6 16 0,0-9 0,-1-1 0,2-1 0,-1 1 0,1-1 0,0 1 0,0-2 0,1 1 0,0-1 0,9 6 0,-15-11 0,-1 0 0,1-1 0,0 1 0,0-1 0,0 1 0,0-1 0,0 0 0,0 1 0,0-1 0,0 0 0,0 0 0,0 0 0,0 0 0,0 0 0,0 0 0,1 0 0,-1 0 0,0 0 0,0 0 0,0 0 0,0-1 0,0 1 0,0 0 0,0-1 0,0 1 0,0-1 0,0 1 0,-1-1 0,1 0 0,0 1 0,0-1 0,0 0 0,-1 1 0,1-1 0,0 0 0,-1 0 0,2-1 0,2-5 0,0 0 0,-1 0 0,0 0 0,4-11 0,0 0 0,-6 15 0,0 1 0,0 0 0,1 0 0,-1 0 0,0 0 0,1 0 0,-1 0 0,1 0 0,0 1 0,0-1 0,0 0 0,0 1 0,0 0 0,0-1 0,0 1 0,0 0 0,0 0 0,0 0 0,1 0 0,-1 1 0,0-1 0,1 1 0,-1-1 0,1 1 0,-1 0 0,1 0 0,-1 0 0,0 0 0,1 0 0,-1 0 0,1 1 0,-1-1 0,0 1 0,5 2 0,7 2 0,-1 1 0,0 0 0,0 2 0,-1-1 0,0 1 0,0 1 0,-1 0 0,0 1 0,10 11 0,-11-9 120,-10-11-194,1-1-1,-1 1 1,1 0 0,-1-1 0,0 1-1,1-1 1,-1 1 0,0 0 0,1-1-1,-1 1 1,0 0 0,0-1 0,0 1-1,0 0 1,0-1 0,0 1 0,0 0-1,0-1 1,0 2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68 24575,'6'-8'0,"1"-1"0,1 2 0,-1-1 0,2 1 0,10-8 0,-16 13 0,0 1 0,1-1 0,-1 0 0,0 1 0,0 0 0,1 0 0,-1 0 0,1 0 0,-1 0 0,1 1 0,-1 0 0,1 0 0,0 0 0,-1 0 0,1 0 0,-1 1 0,1-1 0,-1 1 0,6 2 0,9 5 0,0 1 0,-1 1 0,0 1 0,-1 0 0,15 14 0,-14-12 0,-15-12 0,0 1 0,1-1 0,-1 1 0,0 0 0,0 0 0,0 0 0,0 1 0,0-1 0,-1 0 0,1 1 0,-1-1 0,1 1 0,-1-1 0,0 1 0,0 0 0,0 0 0,-1-1 0,1 1 0,-1 0 0,1 0 0,-1 0 0,0 0 0,0-1 0,0 1 0,0 0 0,-1 0 0,1 0 0,-1 0 0,-1 3 0,-3 10 0,0 0 0,-11 21 0,9-23 0,1 0 0,1 0 0,-5 19 0,9-28 0,0 0 0,1 0 0,-1 0 0,1 0 0,0 1 0,1-1 0,-1 0 0,1 0 0,0 0 0,0 0 0,1 0 0,-1 0 0,5 8 0,1-1 0,1 1 0,1-1 0,11 14 0,-8-12 0,13 21 0,-24-34 0,0 1 0,0-1 0,-1 0 0,1 0 0,-1 0 0,1 1 0,-1-1 0,1 0 0,-1 0 0,0 1 0,0-1 0,0 0 0,1 1 0,-1-1 0,0 0 0,-1 1 0,1-1 0,0 0 0,0 1 0,-1-1 0,0 2 0,1-1 0,-1-1 0,-1 1 0,1-1 0,0 1 0,0-1 0,-1 1 0,1-1 0,0 0 0,-1 0 0,0 0 0,1 1 0,-1-2 0,-2 2 0,-3 1 0,0 0 0,0-1 0,0 0 0,0 0 0,-1 0 0,-11 0 0,-23-1 16,25-2-476,0 2-1,-23 3 1,26-1-6366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 24575,'7'-21'0,"-7"20"0,0-1 0,1 1 0,-1 0 0,1 1 0,-1-1 0,1 0 0,0 0 0,-1 0 0,1 0 0,0 0 0,-1 0 0,1 1 0,0-1 0,0 0 0,0 1 0,0-1 0,1 0 0,-2 1 0,1 0 0,-1 0 0,0 0 0,0 0 0,1 0 0,-1 0 0,0 0 0,1 0 0,-1 1 0,0-1 0,0 0 0,1 0 0,-1 0 0,0 0 0,0 0 0,0 1 0,1-1 0,-1 0 0,0 0 0,0 0 0,0 1 0,1-1 0,-1 0 0,0 0 0,0 1 0,0-1 0,0 0 0,0 0 0,1 1 0,-1-1 0,0 0 0,0 0 0,0 1 0,0-1 0,2 13 0,-1-10 0,14 128 0,-13-116 40,0 0 0,8 28 0,-8-37-205,0 1 0,1-1 0,-1 0 0,1 0 0,1 0 0,-1-1 0,1 1 0,8 9 0,-3-7-6661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363 47 24575,'-33'-8'0,"-13"-2"0,-3 0 0,3 3 0,7 1 0,6 3 0,5 1 0,6 1 0,1 4 0,1 0 0,5 4 0,4-1-8191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24575,'28'12'0,"13"8"0,6 1 0,0 4 0,-7-1 0,-4-2 0,-3-2 0,-3-4 0,-3-3 0,-2-1 0,0 1 0,-1-1 0,-1-1 0,0-1 0,-3-1 0,-2 0 0,-1-2 0,-4-2-8191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1 24575,'-15'5'0,"-7"4"0,-3 3 0,3 2 0,2 1 0,3 1 0,4 0 0,2 0 0,2-1 0,3 0 0,1 0 0,0 0 0,1 0 0,-1 0 0,1-1 0,0-1-8191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257 8 24575,'-5'-2'0,"-1"0"0,-1 1 0,1 0 0,0 0 0,0 0 0,0 1 0,0 0 0,-1 0 0,1 1 0,0 0 0,-11 2 0,0 3 0,0 0 0,-28 16 0,43-21 0,-10 4 0,-23 7 0,0 1 0,35-13 0,-1 0 0,1 0 0,-1 1 0,0-1 0,1 0 0,-1 1 0,1-1 0,0 0 0,-1 1 0,1-1 0,-1 1 0,1-1 0,-1 0 0,1 1 0,0-1 0,-1 1 0,1-1 0,0 1 0,0-1 0,-1 1 0,1 0 0,0-1 0,0 1 0,0-1 0,0 1 0,0 0 0,0-1 0,0 1 0,0-1 0,0 1 0,0-1 0,0 1 0,0 0 0,0-1 0,0 1 0,1 0 0,1 3 0,-1 0 0,1 0 0,0 0 0,5 4 0,1 5 0,2 14 0,-1 0 0,-1 1 0,-1 0 0,4 33 0,-5-22 0,-2-12 0,-3-20 0,0 1 0,0-1 0,0 1 0,1-1 0,0 0 0,0 0 0,1 0 0,0 0 0,0 0 0,6 8 0,-7-13 0,0 0 0,0 0 0,0-1 0,0 1 0,1-1 0,-1 1 0,0-1 0,1 0 0,-1 0 0,1 0 0,0 0 0,-1 0 0,1 0 0,0-1 0,-1 0 0,4 1 0,7 0 0,1-1 0,14-2 0,-6 0 0,-2 1-91,-11 1-122,1-1 1,-1 1 0,1 0 0,-1 1-1,10 2 1,-9 0-6614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51 24575,'1'0'0,"0"1"0,-1-1 0,1 0 0,0 1 0,-1-1 0,1 1 0,-1-1 0,1 1 0,0-1 0,-1 1 0,1-1 0,-1 1 0,0-1 0,1 1 0,-1 0 0,1-1 0,-1 1 0,0 0 0,1-1 0,-1 2 0,8 18 0,-6-15 0,3 8 0,2 0 0,0-1 0,0 0 0,1 0 0,14 16 0,-22-27 0,1 0 0,0 0 0,0 0 0,-1 0 0,1-1 0,0 1 0,0 0 0,0 0 0,0-1 0,0 1 0,0 0 0,1-1 0,-1 1 0,0-1 0,0 0 0,2 1 0,-3-1 0,1 0 0,0 0 0,0 0 0,-1 0 0,1-1 0,-1 1 0,1 0 0,0 0 0,-1 0 0,1-1 0,0 1 0,-1 0 0,1-1 0,-1 1 0,1-1 0,-1 1 0,1-1 0,-1 1 0,1-1 0,-1 1 0,1-1 0,1-2 0,-1-1 0,1 1 0,-1 0 0,0 0 0,1-1 0,-2 1 0,1 0 0,0-1 0,0-5 0,-1-26 0,-1 20 0,3-25 0,-2 36 0,1 1 0,-1-1 0,1 1 0,0-1 0,0 1 0,0 0 0,1 0 0,-1-1 0,1 1 0,0 0 0,0 0 0,3-4 0,-4 6 0,0 1 0,0-1 0,0 0 0,0 1 0,0-1 0,0 1 0,0-1 0,1 1 0,-1 0 0,0-1 0,0 1 0,0 0 0,1 0 0,-1 0 0,0 0 0,0 0 0,0 0 0,1 0 0,-1 0 0,0 0 0,0 0 0,0 1 0,1-1 0,-1 1 0,0-1 0,0 1 0,0-1 0,2 2 0,4 2 0,-1 0 0,1 1 0,6 6 0,-9-7 0,16 14 0,0 2 0,-1 1 0,-2 0 0,18 26 0,-23-22-1365,-8-13-5461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239 4 24575,'0'-3'0,"0"2"0,-3 4 0,-2 1 0,-5 0 0,-1-1 0,-3-1 0,-3 0 0,-1-1 0,-3-1 0,-1 0 0,0 0 0,-1 0 0,0 0 0,4-3 0,2 0 0,4-1-8191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24575,'8'22'0,"4"13"0,4 3 0,-2 0 0,0-4 0,-1-3 0,1-4 0,0-4 0,-2-4 0,-1-2 0,-2-1 0,0-2 0,-2-3-8191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24575,'142'-15'0,"-122"15"0,1 0 0,-1 1 0,1 1 0,38 9 0,-11 6 0,-43-15 0,0 0 0,0 1 0,0-1 0,-1 1 0,1 0 0,-1 1 0,5 4 0,-7-6 0,-1 0 0,1 0 0,-1 1 0,0-1 0,1 0 0,-1 1 0,0-1 0,-1 1 0,1-1 0,0 1 0,-1 0 0,1 3 0,-1 37 0,-1-34 0,1 0 0,1 16 0,2-7 0,2 0 0,0 0 0,1 0 0,14 29 0,43 63 0,-5-9 0,-32-57 0,-19-33 0,0 0 0,-1 0 0,0 1 0,-1 0 0,5 15 0,-9-25 0,-1-1 0,0 1 0,0 0 0,0 0 0,0-1 0,0 1 0,0 0 0,-1 0 0,1 0 0,0-1 0,-1 1 0,1 0 0,-1-1 0,0 1 0,0 0 0,1-1 0,-1 1 0,0-1 0,0 1 0,-1-1 0,1 0 0,0 1 0,0-1 0,-1 0 0,1 0 0,-1 0 0,1 0 0,-1 0 0,1 0 0,-1 0 0,-2 1 0,-6 2 0,0 0 0,-1-1 0,-20 4 0,23-5 0,-7 0-1365,2 0-5461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58 24575,'3'-33'0,"-2"32"0,-1-1 0,0 1 0,0 0 0,1-1 0,-1 1 0,1 0 0,-1 0 0,1-1 0,0 1 0,-1 0 0,1 0 0,0 0 0,0 0 0,0 0 0,0 0 0,0 0 0,0 0 0,0 0 0,0 0 0,2-1 0,-2 4 0,-3 5 0,-4 5 0,-4-1 0,0 0 0,-19 16 0,-10 11 0,11-3 0,-38 65 0,52-76 0,0 1 0,2 1 0,1 0 0,0 0 0,3 1 0,-7 30 0,10-33 0,2 0 0,1 1 0,0-1 0,2 0 0,1 1 0,1-1 0,7 34 0,1-17-57,2-1 0,1 0 1,3-1-1,1-1 0,1 0 0,33 49 0,-22-45-23,2-1 1,1-1-1,3-2 0,72 63 1,-74-75-538,67 39 1,-69-47-5546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17.7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34 24575,'11'-6'0,"0"1"0,1 0 0,0 1 0,0 0 0,24-4 0,-30 7 0,1 1 0,-1 0 0,1 0 0,-1 0 0,0 1 0,1 0 0,-1 1 0,0-1 0,0 1 0,0 0 0,0 1 0,0-1 0,9 6 0,0 3 4,0 0 0,-1 0-1,-1 1 1,0 1 0,0 0-1,-1 1 1,11 17 0,64 114-558,-27-25 519,-5 2 0,52 169 0,-92-239 19,13 75-1,-24-99 10,-1 1 1,-1 0-1,-2 0 0,-4 38 1,3-58-50,-1-1 0,0 1 0,0-1 0,-1 1 0,0-1 0,0 0 0,-1 0 0,0 0 1,0-1-1,-1 1 0,0-1 0,-8 9 0,-2 0-6713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37.0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7265 0 24575,'1'0'0,"0"0"0,0 0 0,0 0 0,1 0 0,-1 1 0,0-1 0,0 0 0,0 0 0,0 1 0,0-1 0,0 1 0,0-1 0,0 1 0,0-1 0,0 1 0,0 0 0,0-1 0,0 1 0,-1 0 0,1 0 0,0-1 0,0 1 0,-1 0 0,1 0 0,-1 0 0,1 0 0,-1 0 0,1 0 0,-1 0 0,1 0 0,-1 0 0,0 0 0,0 0 0,1 1 0,-1-1 0,0 0 0,0 0 0,0 0 0,0 0 0,0 0 0,-1 0 0,1 2 0,-1 5 0,-1 1 0,0-1 0,0 1 0,-5 9 0,5-13 0,-6 18 0,-2 0 0,0 0 0,-23 35 0,28-52 0,1 0 0,-1-1 0,0 0 0,-1 0 0,1-1 0,-1 1 0,-10 5 0,-48 22 0,37-19 0,12-6 0,-86 39 0,87-41 0,0 0 0,-1-1 0,1-1 0,-1 0 0,-18 1 0,-27 3 0,38-4 0,-23 1 0,-39-4 0,39-1 0,-80 8 0,51 0 0,-133-4 0,112-4 0,54 1 0,-216-9 0,68-6 0,-58 7 0,9 1 0,-65 0 0,198 9 0,-46 6 0,78-2 0,25-2 0,-73 15 0,101-14 0,-1 0 0,1 2 0,1 0 0,-1 1 0,1 1 0,-18 12 0,34-19 0,0 0 0,0 0 0,0 0 0,0 1 0,0-1 0,1 0 0,-1 1 0,1 0 0,0 0 0,0 0 0,0 0 0,0 0 0,0 0 0,1 0 0,0 0 0,-1 1 0,1-1 0,-1 7 0,2-10 0,0 1 0,0-1 0,0 0 0,0 1 0,0-1 0,0 0 0,0 0 0,0 1 0,0-1 0,-1 0 0,1 1 0,0-1 0,0 0 0,0 0 0,0 1 0,0-1 0,-1 0 0,1 0 0,0 0 0,0 1 0,0-1 0,-1 0 0,1 0 0,0 0 0,0 0 0,-1 1 0,1-1 0,0 0 0,0 0 0,-1 0 0,1 0 0,0 0 0,-1 0 0,-10-3 0,-13-15 0,21 15 0,-7-4 0,-1 0 0,0 0 0,0 1 0,-1 0 0,1 1 0,-2 0 0,-18-5 0,-90-13 0,111 22 0,-77-10 0,-142 1 0,141 10 0,-78 1 0,103 6 0,36-3 0,-29 0 0,-39 3 0,3 1 0,-6-1 0,9 0 0,-18 0 0,-21 1 0,-1221-8 0,1333 1 0,0 0 0,-21 6 0,4-1 0,-34 7 0,39-7 0,-51 4 0,51-7 0,1 1 0,0 1 0,-30 11 0,1-2 0,33-8 0,0-2 0,0 0 0,-41 0 0,52-3 0,1 0 0,-20 4 0,19-2 0,-25 1 0,25-3 0,-139-2 0,123-4 0,1 0 0,0-1 0,0-2 0,1-1 0,-31-14 0,48 18 0,-1 0 0,1 0 0,1-1 0,-1 0 0,1 0 0,0-1 0,1 0 0,-1 0 0,-8-13 0,10 10-1365,3 2-5461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37.6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442 0 24575,'-77'9'0,"-154"-3"0,168-6 0,52-1-192,1 0-1,-21-4 0,25 3-594,-7-1-6039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37.9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383 62 24575,'-28'-7'0,"-11"-3"0,-4-2 0,2 1 0,4 2 0,5 3 0,5 2 0,6 3 0,3 0 0,2 1 0,2 3 0,0 1 0,1 2 0,-1 3 0,0-1 0,2 2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38.7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121 334 24575,'-13'11'0,"0"0"0,1 1 0,1 1 0,0 0 0,0 0 0,-13 26 0,20-32 0,0 0 0,1 1 0,0-1 0,0 1 0,1 0 0,0 0 0,0 0 0,1 0 0,0 0 0,1 0 0,-1 0 0,2 1 0,-1-1 0,1 0 0,4 15 0,4 14 0,-7-57 0,-12-285 0,10 300 0,-6-73 0,6-98 0,1 174 0,-1 0 0,0-1 0,0 1 0,1-1 0,-1 1 0,1 0 0,0-1 0,-1 1 0,1 0 0,1 0 0,-1-1 0,0 1 0,2-2 0,-2 3 0,-1 1 0,1-1 0,-1 1 0,1-1 0,0 1 0,-1 0 0,1-1 0,-1 1 0,1 0 0,0 0 0,-1-1 0,1 1 0,0 0 0,0 0 0,-1 0 0,1 0 0,0 0 0,0 0 0,1 0 0,0 1 0,-1-1 0,1 0 0,0 1 0,-1 0 0,1-1 0,-1 1 0,1 0 0,-1 0 0,2 1 0,18 15 0,0 2 0,-2 0 0,0 1 0,17 24 0,32 34 0,-3-18 0,2-2 0,106 69 0,-88-75 0,-85-52 0,0 0 0,0 0 0,1 0 0,-1 0 0,0 0 0,0 0 0,1 0 0,-1 0 0,0 0 0,0 0 0,1 1 0,-1-1 0,0 0 0,0 0 0,0 0 0,0 0 0,1 1 0,-1-1 0,0 0 0,0 0 0,0 0 0,0 1 0,0-1 0,1 0 0,-1 0 0,0 1 0,0-1 0,0 0 0,0 0 0,0 1 0,0-1 0,0 0 0,0 0 0,0 1 0,0-1 0,0 0 0,-10 1 0,-17-5 0,-166-47 0,6 0 0,159 46-341,0 1 0,-1 2-1,-48 1 1,63 1-6485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49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24575,'0'2'0,"0"4"0,2 3 0,2 3 0,1 1 0,4 2 0,2 0 0,1 0 0,0 1 0,-1-1 0,1 0 0,1-2 0,-2-2 0,-3-4 0,-5-4 0,-6-5 0,-2-4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0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24575,'-5'0'0,"-2"2"0,-2 2 0,1 1 0,1 4 0,2 1 0,2 1-8191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0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24575,'4'12'0,"2"11"0,1-1 0,0 0 0,2-1 0,12 21 0,-18-36 0,1 0 0,0-1 0,0 0 0,0 0 0,1 0 0,-1 0 0,1-1 0,6 4 0,-7-5 0,0-1 0,0 0 0,0 0 0,0 0 0,1-1 0,-1 1 0,0-1 0,1 0 0,-1-1 0,1 1 0,0-1 0,8 0 0,-11 0 0,1 0 0,-1 0 0,0 0 0,1 0 0,-1-1 0,0 1 0,0-1 0,1 0 0,-1 0 0,0 0 0,0 0 0,0 0 0,0 0 0,0 0 0,0-1 0,0 1 0,-1-1 0,1 1 0,0-1 0,-1 0 0,1 1 0,-1-1 0,0 0 0,0 0 0,1 0 0,-1 0 0,0-3 0,2-3 0,-1-1 0,-1 0 0,0 1 0,0-1 0,-1-16 0,3-20 0,-3 44 0,0 0 0,0 0 0,0 0 0,1 0 0,-1 0 0,0 0 0,1 0 0,-1 0 0,1 0 0,-1 0 0,1 0 0,-1 0 0,1 0 0,0 0 0,-1 0 0,1 0 0,0 1 0,0-1 0,0 0 0,0 0 0,0 1 0,0-1 0,-1 1 0,1-1 0,1 1 0,-1-1 0,0 1 0,1-1 0,0 1 0,1 0 0,-1 0 0,0 1 0,0-1 0,0 0 0,0 1 0,0-1 0,0 1 0,0 0 0,0-1 0,-1 1 0,1 0 0,0 0 0,0 1 0,1 0 0,22 18 0,29 32 0,9 7 0,-51-49-119,4 3-297,-1-1 1,25 15 0,-28-21-6411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1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24575,'42'-7'0,"70"-9"0,-91 15 0,-1 0 0,1 1 0,28 4 0,-46-4 0,-1 0 0,1 1 0,-1-1 0,0 1 0,1 0 0,-1 0 0,0 0 0,1 0 0,-1 0 0,0 0 0,0 0 0,0 1 0,0-1 0,0 1 0,0 0 0,2 2 0,-3-1 0,1-1 0,-1 1 0,0-1 0,0 1 0,0 0 0,0 0 0,0 0 0,0 0 0,-1 0 0,0-1 0,1 1 0,-1 0 0,-1 4 0,0 11 0,-1 0 0,-1-1 0,-10 32 0,4-15 0,6-23 0,1 1 0,0 0 0,1 0 0,1-1 0,0 1 0,0 0 0,3 16 0,1-10 0,0 0 0,1-1 0,1 0 0,8 18 0,-12-30 0,0 0 0,1-1 0,0 1 0,-1-1 0,1 0 0,1 0 0,-1 0 0,0 0 0,1-1 0,5 5 0,-6-6 0,1 0 0,-1 0 0,1 0 0,0-1 0,0 1 0,-1-1 0,1 0 0,0 0 0,0 0 0,0-1 0,0 1 0,0-1 0,7 0 0,-2-1 15,-1 0 0,1 0 0,0-1 0,-1 0 0,0-1 0,0 0 0,10-5 0,-2 0-510,0-2 0,19-13 0,-26 16-6331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1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32 24575,'-30'-5'0,"-13"-2"0,-1 1 0,4 0 0,7 3 0,6 1 0,5 0 0,4 2 0,2 2 0,2 2 0,1-1 0,-1 3 0,0-1 0,0 0 0,3-2-8191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1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31 24575,'-27'-2'0,"-18"-4"0,-5 0 0,1 0 0,3 1 0,5 2 0,4 2 0,6 0 0,3 1 0,4 0 0,4 0 0,4 0-8191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2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309 597 24575,'-10'-2'0,"1"1"0,0 0 0,-19 1 0,17 0 0,0 0 0,-14-3 0,-58-7 0,73 9 0,1 1 0,-1 0 0,0 1 0,0 0 0,1 1 0,-14 3 0,21-4 0,-1-1 0,1 1 0,0 0 0,0 0 0,0 1 0,0-1 0,0 0 0,0 1 0,0-1 0,0 1 0,0-1 0,0 1 0,1 0 0,-1 0 0,1 0 0,0 0 0,-1 0 0,1 0 0,0 0 0,0 0 0,0 1 0,0-1 0,1 0 0,-1 1 0,1-1 0,-1 3 0,1-2 0,0 1 0,0-1 0,1 0 0,-1 1 0,1-1 0,-1 0 0,1 0 0,0 1 0,1-1 0,-1 0 0,0 0 0,1 0 0,0 0 0,0-1 0,-1 1 0,2 0 0,-1-1 0,3 3 0,5 4 0,1-1 0,-1 0 0,2-1 0,-1 0 0,1-1 0,0 0 0,23 7 0,-10-5 0,-1-2 0,1-1 0,30 2 0,-49-6 0,0-1 0,1 0 0,-1 0 0,0 0 0,1-1 0,-1 0 0,0-1 0,0 1 0,0-1 0,10-4 0,-13 4 0,1 0 0,-1 0 0,0 0 0,0 0 0,0-1 0,0 0 0,0 1 0,-1-1 0,1 0 0,-1 0 0,1 0 0,-1-1 0,0 1 0,-1 0 0,1-1 0,0 1 0,-1-1 0,2-7 0,-1-2 0,0-1 0,-1 0 0,0 1 0,-1-1 0,-1 0 0,0 1 0,-4-18 0,-29-95 0,30 112 0,-20-55 0,-34-73 0,-44-60 0,98 194 0,3 6 0,-1-1 0,1 0 0,0 0 0,-1 1 0,0-1 0,0 1 0,0 0 0,-3-3 0,5 5 0,0 0 0,0 0 0,-1 1 0,1-1 0,0 0 0,0 1 0,0-1 0,0 0 0,-1 1 0,1-1 0,0 0 0,0 1 0,0-1 0,0 1 0,0-1 0,0 0 0,0 1 0,0-1 0,0 1 0,0-1 0,0 0 0,0 1 0,0-1 0,0 0 0,1 1 0,-1-1 0,0 1 0,2 15 0,69 268 0,-53-229 0,2-1 0,3-1 0,31 55 0,-38-79 0,14 25 0,-26-49 0,0 1 0,0-1 0,1 0 0,0 0 0,0 0 0,8 6 0,-2-5-1365,-1-2-5461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3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317 181 24575,'-41'-28'0,"15"9"0,-1 1 0,-1 1 0,-44-19 0,68 35 0,0-1 0,0 1 0,0 0 0,0 0 0,0 1 0,0-1 0,0 1 0,0 0 0,0 0 0,0 0 0,0 0 0,-8 2 0,11-1 0,-1-1 0,0 1 0,0 0 0,1 0 0,-1 0 0,0 0 0,1 0 0,-1 1 0,1-1 0,0 0 0,-1 1 0,1-1 0,0 1 0,0-1 0,0 1 0,0 0 0,0-1 0,0 1 0,0 0 0,1 0 0,-1 0 0,1-1 0,-1 1 0,1 0 0,0 0 0,-1 0 0,1 0 0,0 3 0,1 2 0,-1-1 0,1 1 0,0 0 0,0-1 0,1 1 0,0-1 0,0 1 0,1-1 0,0 0 0,0 0 0,0 0 0,1 0 0,-1-1 0,1 1 0,1-1 0,4 5 0,1 0 0,1 0 0,0-1 0,0-1 0,1 1 0,0-2 0,21 11 0,-27-15 0,1 0 0,0-1 0,1 0 0,-1 0 0,0-1 0,1 1 0,-1-2 0,0 1 0,1-1 0,-1 0 0,1 0 0,11-3 0,-16 2 0,0 1 0,0-1 0,1-1 0,-1 1 0,0 0 0,0-1 0,0 1 0,-1-1 0,1 0 0,0 0 0,-1 0 0,1 0 0,-1 0 0,0-1 0,1 1 0,-1-1 0,0 0 0,-1 1 0,1-1 0,0 0 0,-1 0 0,0 0 0,1 0 0,-1 0 0,0-1 0,-1 1 0,1 0 0,-1 0 0,1-1 0,-1-3 0,0-3 0,0 1 0,-1 0 0,0-1 0,-1 1 0,0 0 0,0 0 0,-1 0 0,0 0 0,-1 1 0,0-1 0,0 1 0,0 0 0,-1 0 0,-1 0 0,-7-9 0,7 11 0,0 0 0,0-1 0,-1 2 0,0-1 0,0 1 0,0 0 0,-1 1 0,0 0 0,1 0 0,-1 0 0,-1 1 0,1 0 0,0 1 0,-1 0 0,0 0 0,-11 0 0,3 1 40,0 1 0,-22 3 0,31-2-226,0 0 1,0 1-1,1 0 0,0 1 1,-1-1-1,1 1 1,-9 6-1,4-1-6640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3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24575,'0'2'0,"1"0"0,0 1 0,0-1 0,1 0 0,-1 1 0,0-1 0,1 0 0,-1 0 0,1 0 0,2 2 0,0 1 0,16 18 0,32 31 0,-41-44 0,0-1 0,1 0 0,0-1 0,0 0 0,18 7 0,-27-13 0,1-1 0,0 1 0,0-1 0,0 0 0,0 0 0,0 0 0,0-1 0,0 0 0,4 1 0,-6-1 0,-1-1 0,0 1 0,0 0 0,1 0 0,-1-1 0,0 1 0,0-1 0,1 1 0,-1-1 0,0 0 0,0 1 0,0-1 0,0 0 0,0 0 0,0 0 0,0 1 0,0-1 0,0 0 0,0-1 0,0 1 0,-1 0 0,1 0 0,0 0 0,-1 0 0,1 0 0,-1-1 0,0 1 0,1 0 0,-1 0 0,0-1 0,1 0 0,0-10 0,0 1 0,-1 0 0,0-1 0,-1 1 0,0 0 0,-5-20 0,5 30 0,1 1 0,0 0 0,0-1 0,0 1 0,0 0 0,0-1 0,0 1 0,0 0 0,-1-1 0,1 1 0,0-1 0,0 1 0,0 0 0,0-1 0,1 1 0,-1 0 0,0-1 0,0 1 0,0 0 0,0-1 0,0 1 0,0 0 0,0-1 0,1 1 0,-1 0 0,0-1 0,0 1 0,0 0 0,1 0 0,-1-1 0,0 1 0,0 0 0,1 0 0,-1 0 0,0-1 0,1 1 0,-1 0 0,0 0 0,1 0 0,0 0 0,1 0 0,-1 0 0,1 0 0,-1 0 0,0 0 0,1 1 0,-1-1 0,0 1 0,1-1 0,1 2 0,35 21 0,-35-22 0,17 13 0,0-1 0,2-1 0,-1 0 0,2-2 0,-1-1 0,30 8 0,-51-16 0,0-1 0,0 0 0,0 0 0,0 1 0,0-1 0,0 0 0,0 0 0,0 0 0,0 0 0,0 0 0,0 0 0,0-1 0,0 1 0,0 0 0,0 0 0,0-1 0,-1 1 0,1 0 0,0-1 0,0 1 0,0-1 0,0 0 0,0 1 0,-1-1 0,2 0 0,-1-1 0,0 1 0,0-1 0,-1 1 0,1-1 0,0 0 0,-1 1 0,0-1 0,1 0 0,-1 1 0,0-1 0,1 0 0,-1 1 0,-1-4 0,1-2 0,-1 0 0,0 0 0,0-1 0,-1 1 0,-5-13 0,2 11 0,4 6 0,-1 0 0,1 1 0,0-1 0,-1 0 0,1 0 0,1 0 0,-1 0 0,0 0 0,1 0 0,-1 0 0,1 0 0,0-4 0,0 7 0,1-1 0,-1 1 0,0-1 0,0 1 0,1-1 0,-1 1 0,0-1 0,0 1 0,1 0 0,-1-1 0,1 1 0,-1-1 0,0 1 0,1 0 0,-1 0 0,1-1 0,-1 1 0,1 0 0,-1 0 0,0-1 0,1 1 0,-1 0 0,1 0 0,-1 0 0,1 0 0,0 0 0,-1 0 0,1 0 0,-1 0 0,1 0 0,-1 0 0,1 0 0,-1 0 0,1 0 0,-1 0 0,1 0 0,-1 1 0,1-1 0,19 10 0,66 53 0,-36-25-1365,-36-26-5461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4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41 24575,'-21'-7'0,"-50"-17"0,61 21 0,0 1 0,0 0 0,0 1 0,0 0 0,-12 0 0,19 1 0,1 0 0,-1 1 0,1-1 0,0 1 0,-1-1 0,1 1 0,-1 0 0,1 0 0,0 0 0,0 0 0,0 0 0,0 0 0,0 1 0,0-1 0,0 1 0,0-1 0,-3 4 0,3-2 0,0 0 0,0 0 0,0 0 0,1 1 0,-1-1 0,1 0 0,0 1 0,0-1 0,0 1 0,-1 6 0,2-1 0,-1 1 0,1-1 0,1 0 0,0 1 0,0-1 0,1 0 0,0 0 0,5 13 0,-4-14 0,1 0 0,0-1 0,0 1 0,0-1 0,1 0 0,0 0 0,1-1 0,6 7 0,-8-9 0,0-1 0,0 0 0,0 0 0,1 0 0,-1 0 0,1 0 0,-1-1 0,1 0 0,0 0 0,0 0 0,0-1 0,0 0 0,0 1 0,6-1 0,-6-1 0,-1 0 0,1 0 0,0 0 0,-1-1 0,1 1 0,-1-1 0,1 0 0,-1 0 0,1-1 0,-1 0 0,0 1 0,0-1 0,6-4 0,-7 4 0,0-1 0,0 1 0,-1-1 0,1 0 0,-1 0 0,1 0 0,-1 0 0,0 0 0,0-1 0,0 1 0,-1 0 0,1-1 0,-1 0 0,0 1 0,0-1 0,1-6 0,-1-1 0,0 1 0,-2-16 0,1 18 0,0-1 0,0 0 0,0 1 0,3-11 0,-3 19 0,0 0 0,0 1 0,0-1 0,0 0 0,1 0 0,-1 0 0,0 1 0,0-1 0,0 0 0,0 0 0,0 0 0,0 0 0,1 1 0,-1-1 0,0 0 0,0 0 0,0 0 0,0 0 0,1 0 0,-1 0 0,0 0 0,0 1 0,0-1 0,1 0 0,-1 0 0,0 0 0,0 0 0,1 0 0,-1 0 0,0 0 0,0 0 0,0 0 0,1 0 0,-1 0 0,0 0 0,0 0 0,0 0 0,1 0 0,-1-1 0,0 1 0,0 0 0,0 0 0,1 0 0,-1 0 0,0 0 0,0 0 0,0 0 0,0-1 0,1 1 0,-1 0 0,0 0 0,0 0 0,0 0 0,0-1 0,0 1 0,0 0 0,1 0 0,-1 0 0,0-1 0,0 1 0,0 0 0,0 0 0,0 0 0,0-1 0,0 1 0,0 0 0,0 0 0,0-1 0,10 20 0,-7-14 0,25 48-52,-8-15-604,35 52-1,-47-80-6169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4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24575,'15'17'0,"8"9"0,2 2 0,-1 2 0,-4-3 0,-3-5 0,-4-4 0,-5-2 0,-1-5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4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24575,'13'15'0,"3"7"0,0 3 0,-3-3-8191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5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32 24575,'-1'0'0,"-1"1"0,1 0 0,0 0 0,0 0 0,0 0 0,0 0 0,0 0 0,1 0 0,-1 1 0,0-1 0,0 0 0,1 0 0,-1 0 0,1 1 0,-1-1 0,1 0 0,-1 1 0,1-1 0,0 1 0,0-1 0,0 0 0,0 1 0,0-1 0,0 1 0,0-1 0,0 0 0,1 3 0,1 5 0,0 0 0,0-1 0,5 11 0,-5-13 0,4 7 0,-1 0 0,1-1 0,12 18 0,-14-25 0,0 1 0,0 0 0,1-1 0,0 0 0,0 0 0,0-1 0,1 1 0,9 6 0,-14-11 0,0 1 0,0-1 0,0 1 0,0 0 0,0-1 0,0 0 0,-1 1 0,1-1 0,0 0 0,0 1 0,0-1 0,0 0 0,0 0 0,0 0 0,1 0 0,-1 0 0,0 0 0,0 0 0,0 0 0,0 0 0,0 0 0,0-1 0,0 1 0,0 0 0,0-1 0,-1 1 0,1-1 0,0 1 0,0-1 0,0 1 0,0-1 0,0 0 0,-1 1 0,1-1 0,0 0 0,-1 0 0,1 1 0,0-1 0,-1 0 0,1 0 0,-1 0 0,1-1 0,1-5 0,0 0 0,0 1 0,-1-1 0,0 0 0,0-9 0,1 1 0,-1 9 0,11-64 0,-10 61 0,0 1 0,0 1 0,1-1 0,1 0 0,-1 1 0,8-11 0,-10 16 0,0 0 0,1 1 0,-1-1 0,1 0 0,-1 1 0,1 0 0,0-1 0,0 1 0,0 0 0,-1 0 0,1 0 0,0 0 0,1 0 0,-1 0 0,0 0 0,4 0 0,-3 1 0,1-1 0,0 1 0,0 0 0,0 1 0,-1-1 0,1 1 0,0-1 0,0 1 0,3 2 0,4 1 0,0 1 0,0 0 0,-1 1 0,0 0 0,12 10 0,166 141-1365,-178-148-5461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3:59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8 24575,'-1'-1'0,"-1"0"0,1 0 0,-1 1 0,0-1 0,1 0 0,-1 1 0,0-1 0,1 1 0,-1-1 0,0 1 0,0 0 0,1-1 0,-4 1 0,4 1 0,1-1 0,-1 0 0,0 0 0,1 0 0,-1 1 0,0-1 0,1 0 0,-1 1 0,1-1 0,-1 1 0,1-1 0,-1 1 0,1-1 0,-1 1 0,1-1 0,-1 1 0,1-1 0,0 1 0,-1-1 0,1 1 0,0 0 0,0-1 0,-1 1 0,1 0 0,0-1 0,0 1 0,0 0 0,0-1 0,0 1 0,0 0 0,0-1 0,0 1 0,0 0 0,0-1 0,0 1 0,0 0 0,0-1 0,1 2 0,1 8 0,1 1 0,1-1 0,-1-1 0,7 13 0,3 8 0,22 50 0,81 137 0,-58-116 0,-37-63 0,27 72 0,-42-97 120,-5-13-147,-1 0 0,0 0 0,0 0 0,0 0 0,0 0 0,1 1 0,-1-1 0,0 0 0,0 0 0,0 0 0,1 0 0,-1 0 0,0 0 0,0 0 0,0 0 0,1 0 0,-1 0 0,0 0 0,0 0 0,1 0 0,-1 0 0,0 0 0,0 0 0,0 0 0,1 0 0,-1 0 0,0 0 0,0 0 0,0 0 0,1 0 0,-1 0 0,0-1 0,0 1 0,0 0 0,0 0 0,1 0 0,-1 0 0,0 0 0,0-1 0,0 1 0,0 0 0,0 0 0,1 0 0,-1 0 0,0-1 0,0 1 0,0 0 0,0 0 0,0 0 0,0-1 0,0 1 0,0 0 0,0 0 0,0-1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0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0 24575,'2'2'0,"1"0"0,0-1 0,0 1 0,-1-1 0,1 0 0,0 0 0,0 0 0,0 0 0,0 0 0,0-1 0,0 1 0,6-1 0,-1 1 0,-29-2 0,0 1 0,0 1 0,-32 6 0,-46 2 0,80-10-66,11 0-194,1 1 1,-1 0-1,1 1 0,-14 2 0,11 0-6566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1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24575,'7'-8'0,"1"1"0,0 0 0,0 1 0,0 0 0,14-8 0,-19 13 0,0-1 0,1 1 0,-1 0 0,1 0 0,0 0 0,-1 0 0,1 1 0,0-1 0,-1 1 0,1 0 0,0 0 0,0 0 0,-1 1 0,1-1 0,0 1 0,-1 0 0,1 0 0,4 2 0,-1 0 0,0 1 0,-1 0 0,1 0 0,-1 1 0,0 0 0,0 0 0,0 0 0,-1 1 0,0-1 0,0 1 0,0 1 0,-1-1 0,0 1 0,0-1 0,0 1 0,-1 0 0,0 1 0,-1-1 0,0 0 0,0 1 0,0-1 0,-1 1 0,0 0 0,0 0 0,-1 7 0,0 11 0,-1-1 0,0 0 0,-2 0 0,-1 0 0,-1 0 0,-12 32 0,16-53 0,-1 0 0,1 0 0,0 1 0,0-1 0,0 0 0,0 8 0,1-11 0,0 1 0,0-1 0,1 0 0,-1 1 0,0-1 0,1 0 0,-1 0 0,1 1 0,0-1 0,-1 0 0,1 0 0,0 0 0,0 0 0,-1 1 0,1-1 0,0-1 0,0 1 0,0 0 0,0 0 0,0 0 0,1 0 0,-1-1 0,0 1 0,0 0 0,3 0 0,4 2 0,1-1 0,0 0 0,0 0 0,0-1 0,16 1 0,7 1 0,-14-1-119,-6 1-59,-1-2 0,0 1 0,1-1 0,-1-1 0,1 0 0,21-4 0,-23 1-6648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1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325 62 24575,'-30'-10'0,"-12"-3"0,-2 0 0,4 3 0,6 2 0,7 4 0,5 1 0,4 2 0,3 4 0,1 1 0,0-1 0,1 1 0,1-2-8191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2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 24575,'-17'0'0,"-9"0"0,-5 0 0,1 0 0,0 0 0,2 0 0,5 0 0,5 0-8191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2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24575,'7'13'0,"6"9"0,2 3 0,2 2 0,0 0 0,0 0 0,-1-3 0,-2 1 0,-2-3 0,0-1 0,0-3 0,-2-1 0,-2-1 0,0-4 0,-2-1 0,-2 0 0,-1 1 0,-1-2-8191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4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24575,'10'17'0,"0"-1"0,1-1 0,18 20 0,-9-10 0,258 374-744,-272-389 743,94 150-1,-14 9-2,-77-149 24,-2 0 0,0 1-1,-1 0 1,-1 0 0,3 25-1,-7-39 13,-1 0 0,0 0-1,0 0 1,0 0-1,-1 0 1,0 0-1,-1 0 1,1 0 0,-1 0-1,0 0 1,-1-1-1,0 1 1,0-1-1,0 0 1,-1 0 0,0 0-1,0 0 1,0 0-1,-9 7 1,1-3-17,-2 0 0,1 0 0,-1-2 1,0 1-1,-1-2 0,0 0 0,-27 8 0,1-3-757,-72 11-1,61-15-6083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4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15 24575,'0'-1'0,"-1"0"0,1 1 0,0-1 0,-1 0 0,1 0 0,-1 1 0,1-1 0,-1 0 0,1 0 0,-1 1 0,1-1 0,-1 1 0,0-1 0,1 1 0,-1-1 0,0 1 0,0-1 0,1 1 0,-1-1 0,0 1 0,0 0 0,0-1 0,1 1 0,-1 0 0,0 0 0,-2 0 0,2 0 0,-1 0 0,1 1 0,0-1 0,-1 1 0,1 0 0,0-1 0,-1 1 0,1 0 0,0 0 0,0 0 0,-1 0 0,1 0 0,0 0 0,-1 1 0,-4 6 0,0 0 0,1 0 0,-8 14 0,0 3 0,1 0 0,2 1 0,0 0 0,2 0 0,0 1 0,2 0 0,-4 45 0,6-10 0,7 110 0,0-144 0,1 0 0,1 0 0,2 0 0,1-1 0,1 0 0,15 31 0,-7-23 0,3 0 0,0-1 0,2-2 0,2 0 0,1-1 0,1-2 0,55 48 0,9-5 80,25 20-1525,-97-76-5381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5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 24575,'-3'-4'0,"9"8"0,9 6 0,41 34 0,111 65 0,-143-94 0,-16-10 24,0 0 0,1-1 0,-1 0 0,17 5 0,-23-9-89,1 1 1,-1 0-1,0-1 1,1 0-1,-1 0 1,1 0-1,-1 0 0,1 0 1,-1 0-1,1 0 1,-1-1-1,1 1 1,-1-1-1,1 0 0,-1 0 1,0 0-1,1 0 1,-1 0-1,0 0 1,0-1-1,0 1 1,3-3-1,4-6-6761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6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4 24575,'1'0'0,"-1"0"0,0 0 0,0 0 0,0 0 0,0-1 0,0 1 0,0 0 0,0 0 0,0 0 0,0 0 0,0 0 0,0 0 0,0 0 0,0 0 0,0 0 0,0 0 0,0 0 0,0-1 0,0 1 0,0 0 0,0 0 0,0 0 0,0 0 0,0 0 0,0 0 0,0 0 0,0 0 0,0 0 0,-1 0 0,1 0 0,0-1 0,0 1 0,0 0 0,0 0 0,0 0 0,0 0 0,0 0 0,0 0 0,0 0 0,0 0 0,0 0 0,0 0 0,0 0 0,-1 0 0,1 0 0,0 0 0,0 0 0,0 0 0,0 0 0,0 0 0,0 0 0,0 0 0,0 0 0,0 0 0,0 0 0,-1 0 0,1 0 0,0 0 0,0 0 0,0 0 0,0 0 0,0 0 0,-7 7 0,-10 21 0,8-14 0,1-1 0,-2 0 0,0-1 0,0 0 0,-20 16 0,-97 74 0,125-101 0,1 0 0,0 0 0,0 0 0,0 0 0,0 0 0,0 0 0,0 1 0,1-1 0,-1 0 0,0 1 0,1-1 0,-1 1 0,1-1 0,-1 0 0,1 1 0,0-1 0,-1 1 0,1-1 0,0 1 0,0 0 0,0 1 0,1 3 0,0 0 0,1 1 0,-1-1 0,4 6 0,1 9 0,1 13 0,2 0 0,14 35 0,-21-64 0,10 28 0,2-1 0,1-1 0,1 0 0,25 34 0,-30-49 0,14 16 0,-22-29 0,-1-1 0,0 0 0,1 1 0,0-1 0,-1 0 0,1 0 0,0 0 0,0-1 0,4 2 0,1-1-1365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6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10 24575,'-1'-1'0,"0"0"0,0 0 0,0 0 0,-1 0 0,1 0 0,0 1 0,0-1 0,-1 1 0,1-1 0,-1 1 0,1-1 0,0 1 0,-1 0 0,1-1 0,-1 1 0,1 0 0,-1 0 0,1 0 0,-1 0 0,1 0 0,-1 1 0,-1 0 0,1-1 0,1 1 0,-1 1 0,1-1 0,0 0 0,-1 0 0,1 0 0,0 1 0,0-1 0,0 0 0,0 1 0,0-1 0,0 1 0,0 0 0,1-1 0,-1 1 0,1-1 0,-1 1 0,1 0 0,-1 2 0,-3 16 0,1 1 0,1 0 0,0 29 0,8 66 0,0-53 0,2 0 0,3 0 0,22 74 0,-28-122 0,1 0 0,1 0 0,0-1 0,0 0 0,1 0 0,12 13 0,-15-20 0,1 0 0,0 0 0,1-1 0,0 0 0,0 0 0,0 0 0,1-1 0,-1 0 0,1-1 0,1 1 0,16 5 0,-22-9-151,-1-1-1,1 1 0,0 0 0,0-1 1,-1 0-1,1 0 0,0 0 1,3 0-1,4-3-6674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6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24575,'16'-10'0,"-1"1"0,2 0 0,-1 1 0,1 1 0,1 1 0,32-7 0,-43 11 0,1 2 0,0-1 0,-1 1 0,1 0 0,0 0 0,-1 1 0,1 0 0,9 3 0,-12-3 0,0 1 0,1 0 0,-1 1 0,0-1 0,0 1 0,-1 0 0,1 1 0,-1-1 0,1 1 0,-1-1 0,0 1 0,5 7 0,-3-3 0,0 0 0,-1 1 0,0 0 0,0 0 0,-1 1 0,0-1 0,-1 1 0,0-1 0,-1 1 0,0 0 0,0 1 0,-1-1 0,0 13 0,-1-8 0,-1-1 0,-1 1 0,0 0 0,-1-1 0,0 0 0,-1 0 0,-1 0 0,-10 22 0,-11 9 0,17-30 0,0-1 0,-9 25 0,18-38 0,0 0 0,-1 0 0,1 1 0,0-1 0,-1 0 0,1 1 0,0-1 0,0 0 0,0 1 0,0-1 0,0 0 0,1 1 0,-1-1 0,0 0 0,1 1 0,-1-1 0,1 0 0,-1 0 0,1 1 0,0 0 0,1 1 0,0-1 0,0 0 0,0 0 0,0 0 0,0 0 0,1 0 0,-1-1 0,0 1 0,4 1 0,4 1 0,1 1 0,0-2 0,19 5 0,-18-5 0,110 18 0,-111-19 0,1-2 0,-1 0 0,1 0 0,-1-1 0,1 0 0,-1-1 0,1 0 0,16-6 0,-22 5-341,-1 0 0,1 0-1,10-8 1,-3 1-6485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7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440 15 24575,'-30'-2'0,"-13"-1"0,-3-1 0,3 2 0,3 0 0,7 1 0,4 0 0,2 1 0,0 0 0,-1 0 0,1 3 0,1 0 0,3 1 0,6-2-8191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7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24575,'19'2'0,"-1"1"0,1 0 0,-1 1 0,0 2 0,0-1 0,-1 2 0,0 1 0,0 0 0,0 1 0,-1 0 0,-1 1 0,0 1 0,0 1 0,-1 0 0,0 1 0,-1 1 0,-1 0 0,0 0 0,15 25 0,-8-7 0,-1 2 0,-2 0 0,-1 1 0,-2 1 0,-2 0 0,-1 0 0,-1 1 0,4 51 0,-12-77 0,0 1 0,-1 0 0,0 0 0,-1 0 0,0-1 0,-1 1 0,0 0 0,-7 18 0,6-21 0,-1-1 0,0 1 0,0-1 0,-1 0 0,0 0 0,-1-1 0,0 0 0,0 0 0,0 0 0,-1 0 0,-11 7 0,6-5-455,0-1 0,-16 7 0,5-4-6371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8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0 24575,'-60'14'0,"-77"-12"0,81-3 0,30-2-1365,17 0-5461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09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18 24575,'-28'-5'0,"-11"-2"0,-2 3 0,4 3 0,5 3 0,4 1 0,3 4 0,4 2 0,3 0 0,2-2 0,4-2-8191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0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24 24575,'-1'-4'0,"-4"-15"0,5 18 0,1 12 0,35 159 0,-27-131 0,-8-36-40,5 20-291,-1-1 0,-2 1-1,3 36 1,-7-47-6495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0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562 27 24575,'-2'-1'0,"1"-1"0,0 0 0,-1 0 0,1 0 0,-1 1 0,1-1 0,-1 1 0,1-1 0,-1 1 0,0 0 0,0 0 0,0 0 0,0 0 0,0 0 0,0 0 0,0 0 0,0 1 0,0-1 0,-1 1 0,-3-1 0,-4 0 0,0 1 0,0 0 0,-13 1 0,16 0 0,-185 24 87,-47 4-1539,211-28-5374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1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656 16 24575,'-30'-2'0,"-18"-2"0,-7 1 0,-1 0 0,3 2 0,5-1 0,5 2 0,3 0 0,3 0 0,3 0 0,2 0 0,-1 0 0,0 3 0,1 0 0,1 0 0,2 0 0,7-1-8191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2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24575,'2'-1'0,"0"-1"0,0 1 0,0-1 0,0 1 0,1 0 0,-1 0 0,1 0 0,-1 0 0,1 0 0,-1 1 0,1-1 0,3 0 0,36 0 0,-31 1 0,0 0 0,0 0 0,0 1 0,0 0 0,13 3 0,-19-2 0,0-1 0,0 1 0,-1 0 0,1 1 0,0-1 0,-1 1 0,1 0 0,-1 0 0,0 0 0,7 8 0,-4-4 0,3 3 0,0 0 0,14 22 0,-22-29 0,0 0 0,0 1 0,0-1 0,-1 1 0,1-1 0,-1 1 0,0 0 0,0 0 0,0-1 0,-1 1 0,1 0 0,-1 0 0,0 0 0,0 0 0,-1 4 0,-2 5 0,-1 0 0,0 0 0,-1-1 0,0 0 0,-1 0 0,-7 12 0,-7 13 0,19-34 0,-1-1 0,1 1 0,0 0 0,0-1 0,1 1 0,-1 0 0,1-1 0,-1 1 0,1 0 0,0 5 0,0-7 0,0 0 0,1 0 0,-1 0 0,0 0 0,1 0 0,-1 0 0,1 0 0,-1 0 0,1 0 0,0 0 0,-1 0 0,1 0 0,0 0 0,0 0 0,0-1 0,-1 1 0,1 0 0,0-1 0,0 1 0,0-1 0,0 1 0,0-1 0,0 1 0,0-1 0,0 1 0,0-1 0,1 0 0,-1 0 0,2 0 0,70 9-102,1-3 0,87-6 0,-95 0-957,-46 0-5767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3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31 24575,'-1'-1'0,"1"0"0,-1 0 0,0 0 0,0 0 0,1 0 0,-1-1 0,0 1 0,1 0 0,-1 0 0,1 0 0,0-1 0,-1 1 0,1 0 0,0 0 0,0-1 0,-1 1 0,1 0 0,0-1 0,1 1 0,-1 0 0,0-1 0,0 1 0,1-2 0,0 4 0,-1 0 0,1 0 0,-1 0 0,1 0 0,-1 0 0,1 0 0,-1 0 0,0 0 0,1 0 0,-1 0 0,0 0 0,0 0 0,0 2 0,8 57 0,3 1 0,36 114 0,-14-68 0,14 38 0,-42-135-1365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4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24575,'0'16'0,"-1"5"0,1 0 0,1 1 0,1-1 0,1 0 0,10 35 0,-4-30 67,24 41 0,1 4-1566,-29-60-5327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4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31 24575,'-27'-5'0,"-13"-2"0,-1 1 0,4 1 0,5 1 0,6 2 0,3 1 0,2 3 0,-1 1 0,2 0 0,-1 0 0,3-1-8191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5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24575,'12'-4'0,"0"1"0,1 1 0,-1-1 0,1 2 0,0 0 0,-1 1 0,1 0 0,0 0 0,0 2 0,12 2 0,-5 1 0,-1 0 0,0 2 0,0 0 0,0 1 0,28 17 0,-37-19 0,0 0 0,0 0 0,-1 1 0,0 1 0,10 10 0,-16-15 0,0 1 0,-1-1 0,1 1 0,-1-1 0,0 1 0,0 0 0,-1 0 0,1 0 0,-1 0 0,1 0 0,-2 0 0,1 1 0,0-1 0,-1 0 0,1 0 0,-1 1 0,-1 6 0,-2 7 0,-1 1 0,-1 0 0,-1-1 0,-15 34 0,-8 29 0,27-77 0,1 0 0,1 0 0,-1 1 0,1-1 0,-1 0 0,1 0 0,0 0 0,1 1 0,-1-1 0,1 0 0,0 0 0,0 0 0,0 0 0,0 0 0,3 6 0,-1-5 0,0 0 0,1 0 0,0-1 0,-1 1 0,1-1 0,1 0 0,-1 0 0,0 0 0,1 0 0,5 2 0,5 3 0,1-2 0,-1 0 0,1 0 0,1-2 0,-1 0 0,28 5 0,-32-8 40,-1-1 0,22 1 0,-29-2-146,-1 0 0,1-1 0,0 1 0,-1-1 0,1 0 0,-1 0-1,1 0 1,-1 0 0,0-1 0,1 1 0,-1-1 0,0 0 0,3-2 0,4-6-6720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5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1 24575,'-30'0'0,"-13"0"0,-1 0 0,2 2 0,5 2 0,7-1 0,6 0 0,6-2-8191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6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0 24575,'-22'5'0,"-11"2"0,-4-1 0,-1-1 0,1-1 0,4-2 0,6-1 0,6 0-8191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6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24575,'8'18'0,"2"10"0,2 4 0,1 0 0,2-1 0,-3-5 0,0-1 0,-2-2 0,-1-3 0,-1-2 0,-3-2 0,-2-4-8191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7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24575,'58'34'0,"-1"3"0,-2 2 0,79 74 0,-114-93 0,-1 1 0,-1 1 0,-1 1 0,-1 1 0,-1 0 0,-1 1 0,-1 0 0,16 48 0,-22-53 0,-2 0 0,0 0 0,-1 1 0,-1-1 0,-1 1 0,-1 0 0,0 0 0,-2-1 0,-1 1 0,0 0 0,-1 0 0,-10 32 0,8-42 12,0 1 0,0-1 0,-1-1 0,0 1 0,-1-1 0,0 0 0,0 0 0,-1-1 0,-11 11 0,3-6-309,0-1 0,-1-1 0,0 0 0,-29 15 0,23-16-6529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8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8 24575,'0'0'0,"0"-1"0,0 1 0,0-1 0,-1 1 0,1 0 0,0-1 0,0 1 0,-1 0 0,1-1 0,0 1 0,-1 0 0,1-1 0,0 1 0,-1 0 0,1-1 0,0 1 0,-1 0 0,1 0 0,-1 0 0,1-1 0,0 1 0,-1 0 0,1 0 0,-1 0 0,1 0 0,-1 0 0,1 0 0,-1 0 0,0 0 0,0 0 0,0 1 0,0-1 0,-1 1 0,1-1 0,0 1 0,0-1 0,0 1 0,0 0 0,0 0 0,0-1 0,-1 3 0,-4 3 0,1 1 0,-8 12 0,9-14 0,-7 14 0,0 0 0,2 0 0,0 1 0,1 0 0,1 1 0,0-1 0,-5 39 0,8-27 0,1 0 0,1 1 0,2-1 0,6 50 0,-1-51 0,1-1 0,2 0 0,1-1 0,2 1 0,1-2 0,1 0 0,1 0 0,27 38 0,18 17 0,86 92 0,-102-126 0,-26-31-1365,-4-5-5461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9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24575,'3'1'0,"0"0"0,0 0 0,-1 0 0,1 0 0,0 1 0,-1-1 0,1 1 0,-1 0 0,0-1 0,0 1 0,1 0 0,-1 1 0,3 3 0,0 0 0,100 104 0,119 112 0,169 73 0,-364-276 0,51 24 0,-114-69-1365,22 15-5461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9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60 24575,'-4'-10'0,"-9"-21"0,12 30 0,0 0 0,0-1 0,1 1 0,-1 0 0,0 0 0,0-1 0,0 1 0,0 0 0,0 0 0,0 0 0,-1 0 0,1 0 0,0 0 0,0 1 0,-1-1 0,-1 0 0,2 1 0,0 0 0,0 0 0,0 0 0,0 0 0,0 0 0,1 0 0,-1 1 0,0-1 0,0 0 0,0 1 0,0-1 0,0 1 0,1-1 0,-1 1 0,0-1 0,0 1 0,1-1 0,-1 1 0,0 0 0,1-1 0,-1 1 0,1 0 0,-1 0 0,1-1 0,-1 1 0,1 0 0,-1 1 0,-11 27 0,11-26 0,-16 52 0,-28 75 0,39-115 0,-91 216 0,4-25 0,90-199 0,1 0 0,0 1 0,0-1 0,0 1 0,0 8 0,2-13 0,-1 0 0,1 0 0,0-1 0,0 1 0,1 0 0,-1 0 0,0-1 0,1 1 0,0 0 0,0 0 0,-1-1 0,2 1 0,-1-1 0,0 1 0,0-1 0,1 1 0,1 1 0,3 0-1365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19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24575,'-1'78'0,"8"244"0,-3-264 0,3-1 0,2 0 0,29 93 0,-31-129 0,1 0 0,1-1 0,0 0 0,2 0 0,21 29 0,-25-40 0,0-1 0,0 0 0,1 0 0,0 0 0,1-1 0,0-1 0,0 1 0,0-1 0,1-1 0,0 0 0,0 0 0,0-1 0,12 4 0,-10-6-455,-1 1 0,16 0 0,-14-2-6371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0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24575,'14'-6'0,"-1"0"0,1 1 0,0 0 0,0 1 0,22-4 0,-29 7 0,0 1 0,0-1 0,0 1 0,-1 0 0,1 1 0,0 0 0,0 0 0,0 0 0,-1 1 0,1 0 0,0 0 0,-1 0 0,11 7 0,-9-4 0,0 1 0,0-1 0,-1 2 0,0-1 0,0 1 0,-1 0 0,0 1 0,0-1 0,0 1 0,4 9 0,-4-4 0,0 0 0,-1 0 0,0 0 0,-1 0 0,-1 1 0,3 18 0,-6-28 0,1 1 0,-1-1 0,0 1 0,-1-1 0,1 1 0,-1-1 0,0 1 0,0-1 0,-2 7 0,-2 0 0,-1 0 0,-6 12 0,-10 19 0,20-39 0,1-1 0,0 1 0,1 0 0,-1-1 0,0 1 0,1 0 0,-1-1 0,1 1 0,0 0 0,0 0 0,0 0 0,0-1 0,1 1 0,-1 0 0,1 0 0,1 4 0,-1-4 0,1-1 0,0 1 0,-1-1 0,1 0 0,0 0 0,0 1 0,1-1 0,-1 0 0,0-1 0,0 1 0,1 0 0,-1-1 0,1 1 0,0-1 0,3 2 0,10 2 0,0 0 0,-1-2 0,23 4 0,-18-4 0,11 1-1365,-18-3-5461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0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0 24575,'-27'0'0,"-12"0"0,-2 0 0,3 0 0,7 0 0,5 0 0,5 3 0,3 0 0,2 0 0,0 0 0,-1-1 0,0-1 0,3-1-8191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0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24575,'17'0'-11,"0"1"0,0 1 0,0 1 1,-1 0-1,1 1 0,-1 1 0,0 0 0,0 1 0,0 1 0,17 10 0,-14-5-22,-1 1 0,0 0 0,-1 1 0,-1 1 0,0 1 0,0 0 0,14 21 0,-10-7-5,-1 0-1,-1 1 1,-2 1-1,-1 1 1,-1 0-1,-2 0 1,-1 2-1,-2-1 1,7 58 0,-13-73 53,-2 1 1,0 0 0,-1-1 0,-1 1 0,-7 36-1,6-45-7,-1-1-1,-1 1 0,1-1 0,-2 0 1,1 0-1,-1 0 0,-1-1 1,0 0-1,0 0 0,-1 0 0,0-1 1,-9 8-1,0-2-641,-25 16-1,17-14-5708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5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8 24575,'-1'0'0,"1"-1"0,-1 0 0,1 1 0,0-1 0,-1 1 0,0-1 0,1 1 0,-1 0 0,1-1 0,-1 1 0,1-1 0,-1 1 0,0 0 0,1 0 0,-1-1 0,0 1 0,1 0 0,-1 0 0,0 0 0,1 0 0,-1 0 0,0 0 0,0 0 0,1 0 0,-1 0 0,0 0 0,1 0 0,-2 0 0,1 1 0,1 0 0,-1-1 0,1 1 0,-1 0 0,1 0 0,-1-1 0,1 1 0,0 0 0,0 0 0,-1 0 0,1-1 0,0 1 0,0 0 0,0 0 0,0 0 0,0 0 0,0 0 0,0-1 0,0 1 0,0 0 0,0 0 0,0 0 0,1 1 0,40 136 0,-11-43 0,-15-42 0,78 250 0,-83-274 0,-8-20 0,1 0 0,0 0 0,1 0 0,0 0 0,7 11 0,-11-20 0,0 0 0,0 0 0,0 0 0,0-1 0,0 1 0,0 0 0,0 0 0,0 0 0,0-1 0,0 1 0,0 0 0,1 0 0,-1 0 0,0-1 0,0 1 0,0 0 0,0 0 0,0 0 0,0 0 0,1-1 0,-1 1 0,0 0 0,0 0 0,0 0 0,0 0 0,1 0 0,-1 0 0,0 0 0,0 0 0,0-1 0,1 1 0,-1 0 0,0 0 0,0 0 0,0 0 0,1 0 0,-1 0 0,0 0 0,0 0 0,0 0 0,1 0 0,-1 0 0,0 0 0,0 0 0,0 1 0,1-1 0,-1 0 0,0 0 0,0 0 0,0 0 0,1 0 0,-1 0 0,0 0 0,0 0 0,0 1 0,0-1 0,0 0 0,1 0 0,-1 0 0,0 0 0,0 1 0,0-1 0,0 0 0,0 0 0,0 0 0,0 1 0,0-1 0,1 0 0,-1-17 0,-2 1-1365,-1 1-5461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5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24575,'18'-5'0,"8"-2"0,4 1 0,1 1 0,-1 1 0,-3 2 0,-3 1 0,-4-2 0,-2-1 0,-2-1 0,-3-3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6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24575,'0'0'0,"1"0"0,0 1 0,-1-1 0,1 0 0,0 0 0,-1 0 0,1 1 0,0-1 0,-1 0 0,1 1 0,-1-1 0,1 1 0,-1-1 0,1 0 0,-1 1 0,1-1 0,-1 1 0,1-1 0,-1 1 0,0 0 0,1-1 0,-1 1 0,0-1 0,1 1 0,-1 0 0,0-1 0,0 1 0,1 0 0,-1-1 0,0 1 0,0 1 0,1 25 0,-1-21 0,1 11 0,-2 2 0,2 0 0,0 0 0,1-1 0,1 1 0,7 27 0,3-14 0,0 0 0,2-1 0,1 0 0,2-1 0,1-2 0,26 33 0,-32-46 0,2 3 0,-1 0 0,13 23 0,-24-32 107,-4-9-148,1 1 0,0-1 0,0 0 0,0 0 0,-1 0 0,1 0 0,0 0 1,0 1-1,0-1 0,-1 0 0,1 0 0,0 0 0,0 0 0,-1 0 0,1 0 1,0 0-1,0 0 0,0 0 0,-1 0 0,1 0 0,0 0 0,0 0 0,-1 0 0,1 0 1,0 0-1,0 0 0,-1 0 0,1 0 0,0 0 0,0 0 0,0-1 0,-1 1 1,1 0-1,0 0 0,-1 0 0,-7-5-6785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6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9 24575,'-1'-1'0,"1"1"0,0-1 0,0 1 0,0-1 0,0 1 0,-1 0 0,1-1 0,0 1 0,0 0 0,-1-1 0,1 1 0,0 0 0,-1-1 0,1 1 0,0 0 0,-1-1 0,1 1 0,0 0 0,-1 0 0,1 0 0,-1-1 0,1 1 0,0 0 0,-1 0 0,0 0 0,1 0 0,-1 0 0,1 1 0,-1-1 0,1 0 0,0 0 0,-1 1 0,1-1 0,-1 0 0,1 1 0,0-1 0,-1 0 0,1 1 0,0-1 0,0 0 0,-1 1 0,1-1 0,0 1 0,-10 27 0,9-23 0,-8 26 0,3 0 0,-4 38 0,1 65 0,3-27 0,4-81 0,1 0 0,1 1 0,1-1 0,10 50 0,-8-62 0,1 0 0,0 0 0,1 0 0,1-1 0,0 0 0,1 0 0,0-1 0,1 1 0,1-2 0,14 17 0,-7-12 0,0 0 0,1-1 0,30 19 0,-36-27 0,1 0 0,0-1 0,0-1 0,1 1 0,-1-2 0,1 0 0,18 3 0,-29-6-91,1-1 0,0 1 0,-1-1 0,1 0 0,0 0 0,-1 0 0,1-1 0,-1 1 0,1 0 0,0-1 0,-1 0 0,1 0 0,-1 0 0,4-2 0,4-3-6735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7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0 114 24575,'2'-10'0,"-1"0"0,1 0 0,1 0 0,0 1 0,0-1 0,5-9 0,-7 17 0,0-1 0,0 1 0,1 0 0,-1 0 0,1 0 0,-1 0 0,1 0 0,-1 0 0,1 1 0,0-1 0,0 0 0,0 1 0,0-1 0,0 1 0,0 0 0,1 0 0,-1 0 0,0 0 0,1 0 0,-1 0 0,0 1 0,1-1 0,-1 1 0,1 0 0,-1-1 0,1 1 0,-1 0 0,1 1 0,4 0 0,-1 1 0,1 0 0,-1 0 0,0 1 0,0 0 0,0 0 0,0 1 0,0 0 0,-1 0 0,1 0 0,-1 0 0,0 1 0,4 6 0,3 2 0,-1 2 0,0-1 0,11 23 0,-15-24 0,0 1 0,-1 1 0,0-1 0,-1 1 0,-1 0 0,0 0 0,1 22 0,-4-26 0,0 0 0,-1 1 0,-1-1 0,0 0 0,0 0 0,-1 0 0,0 0 0,-1 0 0,-1 0 0,-8 20 0,11-30 0,0 1 0,0 0 0,0-1 0,0 1 0,1 0 0,-1 0 0,1 0 0,-1-1 0,1 1 0,0 0 0,0 0 0,0 0 0,0 0 0,0 0 0,0 0 0,1 3 0,0-3 0,0-1 0,-1 0 0,1 1 0,1-1 0,-1 0 0,0 0 0,0 0 0,0 0 0,0 0 0,1 0 0,-1 0 0,1 0 0,-1-1 0,0 1 0,1 0 0,-1-1 0,1 1 0,-1-1 0,1 0 0,3 1 0,9 1-85,1 0 0,-1-1-1,1 0 1,-1-1 0,1-1-1,-1 0 1,1-1 0,-1-1-1,0 0 1,0-1 0,0-1-1,0 0 1,-1 0 0,1-2-1,13-8 1,-13 5-6741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7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1 24575,'-32'0'0,"-14"0"0,-4 0 0,4 2 0,8 2 0,7-1 0,4 0 0,5 1 0,2 0 0,3 0 0,2-1 0,1 1 0,0 1 0,0-2 0,2 0-8191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7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24575,'72'104'-406,"-5"4"1,65 140-1,-120-221 491,0 0 1,-2 1 0,-1 1-1,-2 0 1,0 0 0,3 50-1,-9-73-64,-1 0-1,0 0 1,-1-1 0,0 1-1,0 0 1,0-1-1,0 1 1,-1 0 0,0-1-1,0 0 1,0 1-1,-1-1 1,0 0 0,-5 7-1,3-6 11,0 0 0,-1-1 0,0 1 0,0-1 0,0 0 0,-1-1 0,0 1-1,0-1 1,-12 5 0,-2 0-1396,3-3-5461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8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77 24575,'-27'-10'0,"-10"-5"0,-1-2 0,4 4 0,5 3 0,5 4 0,4 2 0,3 3 0,4 0-8191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8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31 24575,'-28'-5'0,"-13"-2"0,-4 1 0,5 1 0,6 1 0,3 2 0,6 1 0,3 3 0,4 1 0,4 0-8191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29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28 24575,'-1'-1'0,"0"-1"0,1 1 0,-1-1 0,0 1 0,1-1 0,-1 0 0,1 1 0,0-1 0,0 0 0,-1 1 0,1-1 0,0-2 0,0 4 0,1 0 0,-1-1 0,0 1 0,0 0 0,0 0 0,0 0 0,0-1 0,0 1 0,0 0 0,1 0 0,-1 0 0,0-1 0,0 1 0,0 0 0,1 0 0,-1 0 0,0 0 0,0-1 0,0 1 0,1 0 0,-1 0 0,0 0 0,0 0 0,1 0 0,-1 0 0,0 0 0,0 0 0,1 0 0,-1 0 0,14 4 0,6 8 0,-2 0 0,0 2 0,0 0 0,17 18 0,8 7 0,-38-34-60,20 16-375,1 0 0,49 29 0,-62-44-6391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0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0 24575,'-43'46'0,"-59"49"0,70-66 0,7-11 0,24-17 0,0 0 0,0 0 0,1 1 0,-1-1 0,1 0 0,-1 0 0,1 1 0,-1-1 0,1 0 0,0 1 0,-1-1 0,1 0 0,0 1 0,0-1 0,0 0 0,0 1 0,0-1 0,0 0 0,1 1 0,-1-1 0,1 2 0,10 29 0,11 6 0,1-1 0,2-1 0,54 62 0,-66-83-1365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0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0 24575,'-12'14'0,"1"1"0,1 0 0,0 0 0,1 1 0,1 0 0,0 0 0,1 1 0,1 0 0,1 0 0,0 1 0,2 0 0,-1-1 0,2 1 0,1 1 0,0-1 0,1 0 0,1 0 0,1 0 0,0 0 0,5 18 0,3-2 0,0-1 0,3-1 0,25 50 0,-25-59 0,0 0 0,2-1 0,1-1 0,0-1 0,28 26 0,-40-41-85,2 0 0,-1-1-1,0 0 1,1 0 0,0 0-1,0-1 1,0 0 0,0 0-1,1 0 1,-1-1 0,1 0-1,-1 0 1,1-1 0,0 0-1,13 1 1,-7-3-6741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0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24575,'4'-3'0,"1"1"0,0 0 0,0-1 0,-1 1 0,2 1 0,-1-1 0,10-1 0,-13 3 0,0 0 0,0 0 0,0 0 0,0 0 0,0 0 0,0 0 0,0 1 0,0-1 0,0 1 0,0-1 0,0 1 0,0 0 0,0 0 0,0 0 0,0 0 0,-1 0 0,1 0 0,0 0 0,-1 1 0,1-1 0,-1 0 0,0 1 0,3 2 0,2 7 0,-1 0 0,1 0 0,-2 1 0,1 0 0,-2-1 0,0 1 0,3 16 0,-4-13 0,2 1 0,0-1 0,12 29 0,-12-37 0,-1-1 0,0 0 0,1 1 0,-1-1 0,1-1 0,5 7 0,-7-11 0,0 1 0,-1-1 0,1 1 0,0-1 0,0 0 0,0 0 0,0 0 0,0 0 0,0 0 0,0 0 0,0 0 0,1-1 0,-1 1 0,0-1 0,0 1 0,1-1 0,-1 0 0,0 0 0,5-1 0,1 0 14,0-1-1,0 0 0,0 0 0,0-1 1,0 0-1,0 0 0,-1-1 1,9-6-1,-6 4-261,-1-1 1,0 0-1,-1 0 1,1-1-1,10-13 1,-9 9-6579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1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1 24575,'-30'2'0,"-12"2"0,-5-1 0,4-1 0,6 0 0,8-1 0,5 0 0,5-1 0,3 3 0,1 0 0,2 0 0,-1-1 0,1 0 0,2-1-8191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1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24575,'23'7'0,"-1"1"0,-1 0 0,1 2 0,-2 0 0,1 1 0,-1 1 0,-1 1 0,0 1 0,-1 1 0,-1 0 0,0 1 0,-1 1 0,19 26 0,-19-21 0,-1 0 0,-1 1 0,-1 0 0,-1 1 0,-1 1 0,-2 0 0,0 0 0,-1 1 0,-2 0 0,-1 0 0,3 38 0,-7-53 15,-1 0 0,0 0 0,-1 0 0,0 0 0,-1 0 0,0 0 0,-4 10 0,3-14-139,0 0 0,0 0 1,0-1-1,-1 1 0,0-1 0,0 0 1,0-1-1,-1 1 0,0-1 0,0 1 1,-9 5-1,-1 1-6702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2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1655 0 24575,'-28'13'0,"0"-1"0,-1-1 0,0-2 0,-1-1 0,0-1 0,0-2 0,-49 3 0,-278-5 3,201-5-115,-259-7-437,396 8 555,-166-5-22,2 16 136,141-6-937,27-2-6009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3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10 24575,'-12'-9'0,"12"9"0,0 0 0,0 0 0,0 0 0,0 0 0,0 0 0,-1 0 0,1 0 0,0 0 0,0 0 0,0 0 0,0 0 0,0 0 0,0 0 0,0 0 0,0 0 0,0 1 0,0-1 0,0 0 0,-1 0 0,1 0 0,0 0 0,0 0 0,0 0 0,0 0 0,0 0 0,0 0 0,0 1 0,0-1 0,0 0 0,0 0 0,0 0 0,0 0 0,0 0 0,0 0 0,0 0 0,0 0 0,0 1 0,0-1 0,0 0 0,0 0 0,0 0 0,0 0 0,0 0 0,0 0 0,0 0 0,1 0 0,-1 0 0,0 1 0,0-1 0,0 0 0,0 0 0,0 0 0,0 0 0,14 24 0,2-2 0,1-1 0,39 36 0,47 29 0,110 52 0,-121-83 0,-83-49 0,-5-5 0,-1 1 0,1 1 0,-1-1 0,0 0 0,0 1 0,4 4 0,-6-7-25,-1 0 1,0 0-1,0 0 0,0 1 0,0-1 0,0 0 0,0 0 1,0 0-1,0 0 0,0 1 0,0-1 0,0 0 1,0 0-1,0 0 0,0 0 0,0 1 0,0-1 0,0 0 1,0 0-1,0 0 0,0 0 0,0 1 0,0-1 0,0 0 1,-1 0-1,1 0 0,0 0 0,0 0 0,0 1 1,0-1-1,0 0 0,0 0 0,0 0 0,-1 0 0,1 0 1,0 0-1,0 0 0,0 0 0,0 1 0,0-1 0,-1 0 1,1 0-1,0 0 0,0 0 0,0 0 0,0 0 1,-1 0-1,1 0 0,0 0 0,0 0 0,0 0 0,-1 0 1,1 0-1,0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3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0 24575,'-11'2'0,"0"0"0,1 1 0,-1 0 0,0 1 0,-16 8 0,24-10 0,-1 0 0,1 0 0,-1 0 0,1 1 0,0 0 0,0-1 0,0 1 0,0 0 0,1 0 0,-1 1 0,1-1 0,-1 1 0,1-1 0,1 1 0,-1 0 0,0-1 0,1 1 0,-2 5 0,-4 30 0,2 0 0,2 1 0,1 49 0,2-84 15,0 1 0,-1-1 0,1 1 0,-1-1 0,0 0 0,0 0 0,-3 8 0,3-11-102,-1 1-1,1-1 1,0 0 0,-1 1-1,1-1 1,-1 0 0,0 0-1,0 0 1,0 0-1,0 0 1,0-1 0,0 1-1,0-1 1,-1 1 0,1-1-1,-4 2 1,-6 1-6739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3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24575,'-7'8'0,"-1"0"0,1 1 0,1 0 0,0 0 0,0 0 0,1 1 0,0 0 0,0 0 0,1 0 0,1 0 0,0 1 0,-3 14 0,5-12 0,-1 1 0,2-1 0,0 0 0,0 1 0,1-1 0,1 1 0,0-1 0,1 0 0,8 23 0,-3-16 0,1 0 0,1 0 0,22 34 0,-22-41 0,-1 0 0,2-1 0,0 0 0,1 0 0,24 18 0,-32-27-273,0-1 0,0 1 0,1-1 0,6 2 0,1 0-6553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4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24575,'9'-5'0,"48"-28"0,-51 30 0,0 1 0,0-1 0,1 1 0,-1 0 0,0 1 0,1 0 0,10-1 0,-14 2 0,0 0 0,0 1 0,0-1 0,0 1 0,0 0 0,0 0 0,0 0 0,0 0 0,-1 0 0,1 1 0,0 0 0,-1-1 0,1 1 0,-1 0 0,0 0 0,1 0 0,-1 0 0,0 0 0,0 1 0,1 2 0,5 7 0,-1 0 0,0 0 0,6 14 0,-8-14 0,2 3 0,0 1 0,0-1 0,-2 1 0,0 1 0,-1-1 0,0 1 0,-2-1 0,2 24 0,-4-36 0,0-1 0,0 0 0,0 0 0,0 0 0,1 0 0,-1 0 0,1 0 0,0 0 0,0 0 0,0 0 0,0 0 0,3 3 0,-3-4 0,1 0 0,0 0 0,1 0 0,-1 0 0,0-1 0,0 1 0,1-1 0,-1 1 0,1-1 0,-1 0 0,1 0 0,0 0 0,4 1 0,6 2 20,1-1 0,0-1 0,0 0 0,0-1 0,20-1 0,-25 0-169,0-1 1,-1 0-1,1-1 1,0 0-1,0 0 1,-1-1-1,1 0 1,-1 0-1,12-7 1,-10 3-6678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4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1 24575,'-27'0'0,"-15"0"0,-2 0 0,3 0 0,4 0 0,6 0 0,6 0 0,4 2 0,3 2 0,3-1 0,1 0 0,0-2 0,0 1 0,3-2-8191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4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24575,'21'6'0,"0"1"0,0 1 0,-1 1 0,-1 0 0,1 2 0,33 23 0,-40-22 0,1-1 0,-1 2 0,-1-1 0,0 2 0,-1 0 0,0 0 0,-1 1 0,15 30 0,-13-19 0,-1 0 0,-1 2 0,-2-1 0,6 32 0,-11-43 0,0 0 0,-2 0 0,0 0 0,-1 0 0,-1 1 0,0-1 0,-1 0 0,-8 29 0,7-38-97,0 0-1,0 0 1,-1 0-1,0 0 1,0-1-1,0 0 1,-1 0-1,0 0 1,0 0-1,-1-1 1,0 0-1,0 0 0,-10 7 1,1-3-6729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5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32 24575,'-21'-6'0,"-8"0"0,-2-1 0,1 2 0,4 2 0,4 0 0,2 2 0,3 1 0,4 2 0,2 2 0,0-1 0,-1 0 0,0-1 0,-1-1 0,-1-2 0,0-2 0,2-1-8191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35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59 24575,'-30'-10'0,"-13"-4"0,-1 2 0,2 1 0,5 4 0,9 3-8191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1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24575,'0'0'0,"0"0"0,0 0 0,0 0 0,0 0 0,0 0 0,-1 0 0,1 0 0,0 0 0,0 0 0,0 0 0,0 0 0,0-1 0,0 1 0,0 0 0,0 0 0,0 0 0,0 0 0,0 0 0,-1 0 0,1 0 0,0 0 0,0 0 0,0 0 0,0 0 0,0 0 0,0 0 0,0 0 0,0 0 0,0 0 0,-1 0 0,1 0 0,0 0 0,0 0 0,0 0 0,0 0 0,0 0 0,0 0 0,0 0 0,0 0 0,0 0 0,-1 1 0,1-1 0,0 0 0,0 0 0,0 0 0,0 0 0,0 0 0,0 0 0,0 0 0,0 0 0,0 0 0,0 0 0,0 0 0,0 1 0,0-1 0,0 0 0,0 0 0,0 0 0,0 0 0,0 0 0,0 0 0,0 0 0,0 0 0,0 0 0,0 1 0,0-1 0,0 0 0,0 13 0,5 14 0,4 14 0,4 46 0,-9-64 0,-1 31-1365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1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578 31 24575,'-1'-1'0,"1"0"0,0-1 0,0 1 0,0 0 0,-1 0 0,1 0 0,-1 0 0,1 0 0,-1 0 0,1 0 0,-1 0 0,0 0 0,1 0 0,-1 0 0,0 0 0,0 0 0,0 0 0,0 1 0,1-1 0,-1 0 0,0 0 0,0 1 0,-1-1 0,1 1 0,0-1 0,0 1 0,0 0 0,0-1 0,-2 1 0,-4-2 0,-1 1 0,1 0 0,-12 0 0,14 1 0,-69 1 0,-125 16 0,103-5 0,45-6 55,-23 3-1475,61-9-5406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2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528 0 24575,'-33'0'0,"-15"0"0,-8 0 0,2 0 0,1 3 0,6 0 0,5 0 0,4 2 0,5 1 0,2-2 0,4-1 0,2 2 0,2-1 0,6 0-8191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3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76 24575,'-2'-1'0,"0"0"0,0 0 0,0 0 0,0 0 0,0 0 0,0 0 0,0 0 0,1-1 0,-1 1 0,0-1 0,1 1 0,0-1 0,-1 1 0,1-1 0,-2-3 0,2 4 0,1 0 0,0 0 0,-1 0 0,1 0 0,0 0 0,0 0 0,0 0 0,0 0 0,0 0 0,0 0 0,0 0 0,0 0 0,0 0 0,0 0 0,0 0 0,1 0 0,-1 0 0,0 1 0,1-1 0,-1 0 0,1 0 0,-1 0 0,1 0 0,-1 1 0,1-1 0,0 0 0,-1 0 0,1 1 0,0-1 0,0 0 0,-1 1 0,1-1 0,0 1 0,0-1 0,0 1 0,1-1 0,7-3 0,0 1 0,0 0 0,0 0 0,1 1 0,-1 0 0,1 0 0,-1 1 0,1 1 0,0-1 0,0 2 0,-1-1 0,1 1 0,-1 1 0,1 0 0,-1 0 0,1 1 0,16 7 0,-23-9 0,-1 0 0,0 0 0,-1 0 0,1 0 0,0 1 0,0-1 0,0 0 0,-1 1 0,1-1 0,-1 1 0,1 0 0,-1-1 0,0 1 0,1 0 0,-1 0 0,0 0 0,0 0 0,0 0 0,-1 0 0,1 0 0,0 3 0,-1-1 0,1-1 0,-2 0 0,1 0 0,0 0 0,-1 0 0,1 0 0,-1 0 0,0 0 0,0 0 0,0 0 0,0-1 0,-1 1 0,1 0 0,-4 4 0,-118 163 0,120-167 0,2-1 0,0-1 0,0 0 0,0 0 0,1 1 0,-1-1 0,0 0 0,1 1 0,-1-1 0,0 1 0,1-1 0,0 0 0,-1 1 0,1 1 0,0-2 0,0 0 0,1-1 0,-1 1 0,0 0 0,1-1 0,-1 1 0,0-1 0,1 1 0,-1-1 0,1 1 0,-1-1 0,1 1 0,-1-1 0,1 1 0,-1-1 0,1 0 0,-1 1 0,1-1 0,0 0 0,-1 1 0,1-1 0,0 0 0,-1 0 0,1 1 0,0-1 0,-1 0 0,1 0 0,0 0 0,-1 0 0,1 0 0,1 0 0,30 1 0,48-2 0,-19-1 0,-39 2-110,-6 1-204,1-2 0,-1 0 1,24-4-1,-27 2-6512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4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18 24575,'-1'-1'0,"0"0"0,0-1 0,0 1 0,0 0 0,0-1 0,0 1 0,0 0 0,0 0 0,0 0 0,0-1 0,-1 1 0,1 1 0,-3-3 0,4 3 0,0 0 0,0 1 0,0-1 0,-1 0 0,1 0 0,0 0 0,0 0 0,0 0 0,0 0 0,0 1 0,0-1 0,-1 0 0,1 0 0,0 0 0,0 0 0,0 0 0,0 1 0,0-1 0,0 0 0,0 0 0,0 0 0,0 0 0,0 1 0,0-1 0,0 0 0,0 0 0,0 0 0,0 0 0,0 1 0,0-1 0,0 0 0,0 0 0,0 0 0,0 0 0,0 1 0,0-1 0,0 0 0,0 0 0,0 0 0,1 0 0,-1 1 0,0-1 0,0 0 0,0 0 0,0 0 0,0 0 0,5 10 0,8 15 0,18 22 0,6 12 0,-29-44 0,10 16 0,-1 1 0,-2 1 0,17 52 0,-31-82-151,0 1-1,0 0 0,0 0 0,-1 0 1,0 0-1,1 0 0,-1 0 1,-1 7-1,-2-2-6674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5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24575,'0'8'0,"0"4"0,2 6 0,2 2 0,1 3 0,4 0 0,-1 1 0,1 1 0,2-1 0,2 1 0,0-2 0,1-2 0,-2-2 0,-3-2 0,0-1 0,-2-1 0,-3-3-8191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5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0 24575,'-31'3'0,"-14"3"0,-2 0 0,4 0 0,7-2 0,4 2 0,6-1 0,4-1 0,2-1 0,0-2 0,2 0 0,2 0 0,3-1-8191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5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24575,'10'-8'0,"1"1"0,1 1 0,-1 0 0,1 1 0,18-6 0,-25 10 0,1-1 0,0 1 0,0 1 0,0-1 0,0 1 0,0 0 0,0 0 0,-1 1 0,1-1 0,0 1 0,0 1 0,-1-1 0,1 1 0,7 3 0,-4-1 0,0 1 0,-1 0 0,1 0 0,-1 1 0,0 0 0,0 0 0,-1 1 0,0 0 0,7 8 0,-11-11 0,0 1 0,0-1 0,0 1 0,-1-1 0,1 1 0,-1 0 0,-1 0 0,1 0 0,-1 0 0,1 0 0,-2 0 0,1 1 0,0-1 0,-1 0 0,0 0 0,0 1 0,-1-1 0,-1 9 0,-3 1 0,0 0 0,0-1 0,-15 26 0,12-23 0,0 0 0,-6 19 0,13-33 0,0 1 0,0-1 0,0 0 0,1 1 0,0-1 0,-1 1 0,1-1 0,1 1 0,-1-1 0,0 1 0,1-1 0,0 1 0,-1-1 0,1 0 0,1 1 0,-1-1 0,0 0 0,1 0 0,0 0 0,-1 0 0,1 0 0,1 0 0,-1 0 0,0-1 0,1 1 0,-1-1 0,1 0 0,0 1 0,3 1 0,2 1 0,0-1 0,0 0 0,0 0 0,0-1 0,1 0 0,-1-1 0,1 0 0,-1 0 0,1-1 0,14 1 0,-11-1-118,32-2 370,-41 1-402,1 0 0,-1-1 0,1 0 0,-1 0 0,1 0 1,-1 0-1,0 0 0,1-1 0,4-2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6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62 24575,'-28'-8'0,"-11"-2"0,-4-2 0,2 1 0,6 2 0,4 3 0,5 3 0,4 1 0,1 1 0,1 1 0,-1 1 0,-1 2 0,0 1 0,1-1 0,4 0-8191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6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0 24575,'-30'0'0,"-13"0"0,-3 0 0,3 0 0,4 0 0,3 0 0,6 0 0,5 0 0,7 0-8191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6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24575,'8'15'0,"5"7"0,2 6 0,-1 0 0,0 0 0,0-2 0,-3-3 0,-3 0 0,0-2 0,-2-4-8191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8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2569 1 24575,'-27'1'0,"-34"7"0,22-4 0,-1-1 0,-44-2 0,-49 2 0,-263 8 0,259-13 0,47 2 0,-101 1 0,13 14 0,109-9 0,-58 3 0,-128-31 0,186 14 0,-63-8 0,78 9 0,-35-1 0,73 8 0,0 1 0,0 0 0,0 1 0,-16 4 0,4 1 0,-1-2 0,-55 4 0,64-8 0,-1-2 0,1 0 0,0-1 0,-23-5 0,18 3-1365,14 3-5461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9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3 24575,'-1'-1'0,"-1"1"0,1-1 0,0 1 0,0 0 0,0 0 0,0-1 0,0 1 0,-1 0 0,1 0 0,0 0 0,0 0 0,0 0 0,-1 0 0,1 1 0,0-1 0,0 0 0,0 0 0,0 1 0,0-1 0,0 1 0,-1-1 0,1 1 0,-1 0 0,2 0 0,-1 0 0,0 0 0,1 0 0,-1 0 0,1 0 0,-1 0 0,1 1 0,0-1 0,-1 0 0,1 0 0,0 0 0,0 0 0,0 0 0,0 1 0,0-1 0,0 0 0,0 0 0,0 0 0,0 0 0,1 1 0,-1-1 0,0 0 0,1 1 0,19 51 0,32 62 0,-3-8 0,8 41 0,-57-147-25,-1-5 85,-1-7-1460,-2-2-5426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49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333 25 24575,'-20'-5'0,"-10"-2"0,-1 1 0,2 0 0,2 5 0,5 2 0,0 1 0,2 3 0,-2 0 0,-1 0 0,1-2 0,-2-1 0,2 0 0,4-2-8191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50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24575,'7'-6'0,"-1"0"0,1 0 0,0 1 0,0 0 0,1 0 0,0 1 0,0 0 0,15-6 0,-17 8 0,0 0 0,0 1 0,0 0 0,1 0 0,-1 1 0,0 0 0,0 0 0,0 0 0,1 1 0,-1 0 0,0 0 0,0 0 0,9 4 0,0 0 0,0 2 0,0-1 0,0 2 0,-1 0 0,24 18 0,-34-22 0,1 0 0,-1 0 0,1 1 0,-1-1 0,0 1 0,-1 0 0,1 0 0,-1 1 0,0-1 0,-1 1 0,1-1 0,-1 1 0,0 0 0,0 0 0,-1 0 0,0 0 0,0 0 0,0 8 0,-1-6 0,0-1 0,-1 1 0,0-1 0,0 1 0,-1-1 0,0 1 0,-5 10 0,-1 0 0,-17 26 0,-8 15 0,32-55 0,-1 1 0,0-1 0,1 0 0,0 0 0,0 1 0,0-1 0,0 0 0,1 1 0,0-1 0,-1 1 0,2-1 0,0 7 0,-1-8 0,1-1 0,0 1 0,0 0 0,1-1 0,-1 1 0,0-1 0,1 0 0,-1 1 0,1-1 0,0 0 0,0 0 0,0 0 0,0 0 0,0 0 0,0-1 0,1 1 0,-1 0 0,0-1 0,1 0 0,3 2 0,1-1 14,-1 1-1,1-1 0,-1-1 0,1 0 1,-1 0-1,1 0 0,0 0 1,8-1-1,1-2-508,-1 0 0,22-5 0,-24 4-6331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50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12 24575,'-27'-5'0,"-13"1"0,-3 1 0,2 4 0,7 1 0,5 1 0,9-1-8191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51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384 32 24575,'-30'-8'0,"-13"-2"0,-1 3 0,4 3 0,7 1 0,3 5 0,5 1 0,1 1 0,3 2 0,-1-1 0,1 0 0,2-1 0,2-2 0,3-1-8191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4:51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24575,'5'0'0,"2"2"0,2 4 0,1 6 0,3 3 0,-1 1 0,-1 4 0,1 0 0,-2 0 0,0 1 0,-2 0 0,1-2 0,-2-1 0,-2-3-8191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0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8 24575,'0'-1'0,"0"1"0,-1-1 0,1 1 0,-1-1 0,1 1 0,0-1 0,-1 1 0,1 0 0,-1-1 0,1 1 0,-1 0 0,0-1 0,1 1 0,-1 0 0,1 0 0,-1-1 0,0 1 0,1 0 0,-1 0 0,1 0 0,-1 0 0,0 0 0,1 0 0,-1 0 0,1 0 0,-1 0 0,0 0 0,0 1 0,0-1 0,1 1 0,-1 0 0,0-1 0,0 1 0,1 0 0,-1 0 0,1-1 0,-1 1 0,0 0 0,1 0 0,0 0 0,-1 0 0,1 0 0,0 0 0,-1 1 0,-1 5 0,1 0 0,0 1 0,0 9 0,1-7 0,0 0 0,1 0 0,0-1 0,1 1 0,0 0 0,1-1 0,-1 0 0,2 1 0,-1-1 0,2 0 0,-1-1 0,1 1 0,0-1 0,1 0 0,0 0 0,9 10 0,9 7 0,1-1 0,1-1 0,1-1 0,1-1 0,31 18 0,-56-37 0,0 0 0,1-1 0,-1 1 0,1 0 0,-1-1 0,1 0 0,0 0 0,7 1 0,-10-2 0,0 0 0,0 0 0,1 0 0,-1 0 0,0-1 0,0 1 0,1 0 0,-1-1 0,0 1 0,0 0 0,0-1 0,0 0 0,0 1 0,0-1 0,1 0 0,-1 1 0,-1-1 0,1 0 0,0 0 0,0 0 0,0 0 0,0 0 0,-1 0 0,1 0 0,0 0 0,-1 0 0,1 0 0,-1-1 0,1 1 0,0-2 0,0-2 0,0-1 0,1 1 0,-2-1 0,1 1 0,-1-1 0,0 1 0,0-1 0,-1-10 0,-3-3 0,-7-23 0,-1-1 0,20 48 0,7 11 0,-10-11 0,10 10 0,1-1 0,1 0 0,0-1 0,0-1 0,1 0 0,32 14 0,-38-21 0,1 0 0,-1 0 0,1-2 0,0 1 0,0-2 0,0 0 0,0 0 0,0-1 0,1-1 0,-1 0 0,25-4 0,-34 4 0,0-1 0,-1 0 0,1 0 0,-1 0 0,1-1 0,-1 1 0,1-1 0,-1 0 0,0 0 0,0 0 0,0 0 0,0-1 0,0 1 0,0-1 0,4-5 0,-5 5 0,-1 1 0,0-1 0,1 0 0,-1 0 0,0 1 0,-1-1 0,1 0 0,0 0 0,-1 0 0,0 0 0,1 0 0,-1 0 0,0 0 0,-1 1 0,1-1 0,0 0 0,-1 0 0,0 0 0,1 0 0,-3-5 0,-2-3 0,-1 0 0,0 1 0,0-1 0,-1 1 0,0 0 0,-17-17 0,12 15 0,-1 0 0,0 1 0,-1 1 0,-20-12 0,28 18-227,-1 1-1,0-1 1,0 2-1,0-1 1,-14-2-1,7 3-6598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0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4 328 24575,'86'-19'0,"-76"16"0,-1-1 0,1 1 0,0-2 0,-1 1 0,0-1 0,11-8 0,-17 10 0,0 1 0,0 0 0,-1-1 0,1 1 0,-1-1 0,0 0 0,0 0 0,0 0 0,0 0 0,0 0 0,-1 0 0,0 0 0,1-1 0,0-4 0,-1 3 0,0 0 0,-1 1 0,0-1 0,0 0 0,0 0 0,-1 1 0,1-1 0,-1 0 0,-3-7 0,-2-5 0,-2 0 0,0 1 0,-1 0 0,-16-23 0,18 30 0,3 3 0,1 1 0,-1 0 0,-1 0 0,1 1 0,-1-1 0,0 1 0,0 0 0,-9-5 0,12 8 0,1 0 0,-1 0 0,0 0 0,1 0 0,-1 1 0,0-1 0,0 1 0,0-1 0,1 1 0,-1 0 0,0 0 0,0 0 0,0 0 0,0 0 0,1 0 0,-1 0 0,0 1 0,0-1 0,0 1 0,1-1 0,-1 1 0,0 0 0,1-1 0,-1 1 0,0 0 0,1 0 0,-1 0 0,1 0 0,-1 1 0,1-1 0,0 0 0,0 1 0,-1-1 0,0 2 0,-1 2 0,0 1 0,0-1 0,1 0 0,-1 1 0,1-1 0,1 1 0,-1 0 0,1 0 0,0-1 0,0 9 0,-1 9 0,3 28 0,0-44 0,-1 8 0,2 1 0,0 0 0,1-1 0,0 0 0,1 1 0,1-1 0,7 16 0,-7-21 0,1-1 0,-1 1 0,1-1 0,1 0 0,0-1 0,0 1 0,1-1 0,0-1 0,0 0 0,1 0 0,10 6 0,0-1 0,1 0 0,1-2 0,0-1 0,1 0 0,25 6 0,-31-11 0,0-1 0,1 0 0,-1-2 0,1 1 0,0-2 0,-1 0 0,32-5 0,-39 3-170,0 0-1,0-1 0,0 0 1,0 0-1,0-1 0,-1 0 1,12-8-1,-7 2-6655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1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24575,'-2'0'0,"0"1"0,0-1 0,0 1 0,0 0 0,0 0 0,0 0 0,0 0 0,0 0 0,0 0 0,0 0 0,0 1 0,1-1 0,-1 1 0,0-1 0,1 1 0,0 0 0,-1 0 0,1-1 0,-2 4 0,3-3 0,-1 0 0,1 0 0,-1 0 0,1 0 0,0 0 0,0 0 0,0 0 0,0 0 0,0 0 0,0 0 0,1 0 0,-1 0 0,1 0 0,-1 0 0,1 0 0,0 0 0,0 0 0,-1 0 0,1 0 0,1-1 0,0 3 0,3 3 0,1-1 0,-1 0 0,1 0 0,0 0 0,1-1 0,-1 0 0,1 0 0,0-1 0,11 6 0,-6-4 0,0-1 0,0-1 0,0 1 0,1-2 0,17 3 0,-26-5 0,0-1 0,1 0 0,-1 0 0,0 0 0,0 0 0,0-1 0,0 1 0,0-1 0,0 0 0,0-1 0,0 1 0,0-1 0,0 0 0,0 0 0,-1 0 0,1 0 0,-1 0 0,1-1 0,-1 0 0,0 1 0,0-1 0,3-5 0,-3 4 0,0 0 0,0 0 0,-1-1 0,1 1 0,-1-1 0,0 1 0,-1-1 0,1 0 0,-1 0 0,0 0 0,0 0 0,-1 0 0,1 0 0,-1 0 0,0 0 0,0 0 0,-1 0 0,-1-6 0,-3-7 0,3 13 0,8 15 0,1 3 0,1 1 0,1-2 0,0 1 0,1-1 0,0 0 0,18 15 0,-20-21 0,0 1 0,0-1 0,0-1 0,1 1 0,0-1 0,0-1 0,1 0 0,-1 0 0,1-1 0,20 4 0,-28-6 0,0-1 0,0 0 0,0 0 0,0 1 0,1-1 0,-1-1 0,0 1 0,0 0 0,0 0 0,0-1 0,1 1 0,-1-1 0,0 0 0,0 0 0,0 0 0,0 0 0,0 0 0,-1 0 0,1 0 0,2-2 0,-2 1 0,-1-1 0,1 1 0,-1-1 0,1 1 0,-1-1 0,0 1 0,0-1 0,0 0 0,0 1 0,-1-1 0,1 0 0,-1 0 0,1 0 0,-1 0 0,0-2 0,0 2 0,3-16 0,-3 18 0,0 1 0,0 0 0,1-1 0,-1 1 0,0-1 0,1 1 0,-1 0 0,0-1 0,1 1 0,-1 0 0,0 0 0,1-1 0,-1 1 0,1 0 0,-1 0 0,1 0 0,-1 0 0,1-1 0,-1 1 0,0 0 0,1 0 0,-1 0 0,1 0 0,-1 0 0,1 0 0,-1 0 0,1 0 0,-1 0 0,1 0 0,-1 1 0,1-1 0,-1 0 0,1 0 0,-1 0 0,0 1 0,1-1 0,0 1 0,13 5 65,23 16 1,-2 0-1562,-18-13-5330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2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24575,'-2'1'0,"0"1"0,-1-1 0,1 0 0,0 1 0,0-1 0,0 1 0,0 0 0,0 0 0,1-1 0,-1 1 0,1 0 0,-1 1 0,1-1 0,-1 0 0,1 0 0,0 1 0,0-1 0,0 0 0,-1 6 0,-1 3 0,1 1 0,-2 21 0,4-32 0,-1 25 0,1 0 0,1 0 0,1-1 0,8 40 0,-10-64 0,1 0 0,-1 1 0,0-1 0,1 0 0,-1 0 0,1 1 0,-1-1 0,1 0 0,-1 0 0,1 0 0,0 0 0,0 0 0,0 0 0,1 2 0,-1-3 0,-1 0 0,1 0 0,-1 0 0,1 1 0,-1-1 0,1 0 0,-1 0 0,1 0 0,0 0 0,-1 0 0,1 0 0,-1 0 0,1-1 0,-1 1 0,1 0 0,-1 0 0,1 0 0,-1 0 0,1-1 0,-1 1 0,1 0 0,-1-1 0,1 1 0,-1 0 0,1-1 0,-1 1 0,0 0 0,1-1 0,-1 1 0,1-1 0,-1 1 0,0-1 0,0 1 0,1-1 0,-1 1 0,0-2 0,5-6 0,0-2 0,-1 1 0,0 0 0,-1-1 0,0 0 0,-1 0 0,0 1 0,0-2 0,0-13 0,0 7 0,0 1 0,6-21 0,-7 36 0,-1 0 0,0 0 0,0 0 0,1 0 0,-1 0 0,1 0 0,-1 0 0,1 1 0,-1-1 0,1 0 0,-1 0 0,1 0 0,0 1 0,-1-1 0,1 0 0,1 0 0,-1 1 0,-1-1 0,1 1 0,-1 0 0,1 0 0,-1 0 0,1 0 0,0 0 0,-1 0 0,1 0 0,-1 0 0,1 0 0,-1 0 0,1 0 0,-1 1 0,1-1 0,-1 0 0,1 0 0,-1 0 0,1 1 0,-1-1 0,1 1 0,3 2 0,0 1 0,0-1 0,-1 1 0,0 0 0,4 5 0,-2-3 0,50 59 81,15 19-1527,-61-71-5380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2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361 608 24575,'-58'-19'0,"-62"-17"0,93 30 0,1 0 0,-44-2 0,67 8 0,0 0 0,1 0 0,-1 0 0,0 0 0,1 0 0,-1 1 0,0-1 0,1 1 0,-1 0 0,1-1 0,-1 1 0,1 1 0,-1-1 0,1 0 0,0 0 0,0 1 0,-3 2 0,3-3 0,1 1 0,0 0 0,0 0 0,0 0 0,0-1 0,0 1 0,0 0 0,1 0 0,-1 0 0,1 0 0,-1 1 0,1-1 0,0 0 0,0 0 0,-1 0 0,2 0 0,-1 0 0,0 0 0,0 0 0,1 0 0,-1 0 0,2 3 0,0 3 0,2 0 0,-1-1 0,1 1 0,0-1 0,0 0 0,1 0 0,0 0 0,1-1 0,-1 0 0,1 0 0,0 0 0,1 0 0,-1-1 0,1 0 0,0-1 0,0 0 0,1 0 0,-1 0 0,1-1 0,0 0 0,0 0 0,0-1 0,0 0 0,0-1 0,1 0 0,14 1 0,-17-3 0,-1 0 0,1 0 0,-1 0 0,1 0 0,-1-1 0,0 0 0,0 0 0,0-1 0,0 1 0,0-1 0,-1 0 0,1-1 0,-1 1 0,0-1 0,1 0 0,-2 0 0,1 0 0,0 0 0,-1 0 0,0-1 0,0 0 0,4-8 0,-1-2 0,0 1 0,0-1 0,-1-1 0,-1 1 0,-1-1 0,3-27 0,-3 4 0,-2-1 0,-1 0 0,-2 1 0,-1-1 0,-3 1 0,-1 0 0,-2 1 0,-1-1 0,-3 2 0,-24-55 0,35 88 0,0 0 0,0 0 0,0 1 0,0-1 0,-1 0 0,1 1 0,-5-5 0,7 8 0,0 0 0,0-1 0,0 1 0,0 0 0,-1 0 0,1 0 0,0 0 0,0 0 0,0 0 0,0-1 0,-1 1 0,1 0 0,0 0 0,0 0 0,0 0 0,-1 0 0,1 0 0,0 0 0,0 0 0,0 0 0,-1 0 0,1 0 0,0 0 0,0 0 0,0 0 0,-1 0 0,1 0 0,0 0 0,0 0 0,0 0 0,-1 1 0,1-1 0,0 0 0,0 0 0,-4 8 0,1 12 0,3-20 0,-1 41 0,2 0 0,2 0 0,11 61 0,38 118 0,-10-80-1365,-36-118-5461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3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1 212 24575,'28'-18'0,"0"1"0,1 2 0,1 1 0,1 1 0,0 2 0,37-9 0,-64 19 0,5-1 0,0-1 0,0 1 0,0-2 0,12-5 0,-20 9 0,0-1 0,0 1 0,0-1 0,1 1 0,-1-1 0,0 0 0,0 0 0,0 0 0,0 1 0,-1-1 0,1 0 0,0 0 0,0 0 0,0 0 0,-1 0 0,1-1 0,-1 1 0,1 0 0,-1 0 0,1 0 0,-1 0 0,1-1 0,-1 1 0,0 0 0,0 0 0,0-1 0,0 1 0,0 0 0,0-1 0,0 1 0,0 0 0,0 0 0,-1-1 0,1 1 0,0 0 0,-1 0 0,1 0 0,-1-1 0,0 1 0,1 0 0,-2-1 0,0-1 0,-1 0 0,1 0 0,-1 1 0,0-1 0,0 1 0,0-1 0,0 1 0,-1 0 0,1 0 0,0 1 0,-1-1 0,0 1 0,1-1 0,-1 1 0,-7-1 0,5 1 0,0 0 0,0 0 0,-1 1 0,1 0 0,0 0 0,0 1 0,0-1 0,0 1 0,-8 3 0,11-4 0,1 1 0,0 0 0,0 0 0,0 0 0,0 0 0,0 1 0,0-1 0,0 1 0,0-1 0,0 1 0,1-1 0,-1 1 0,0 0 0,1 0 0,0 0 0,-1 0 0,1 0 0,0 0 0,0 0 0,0 0 0,0 1 0,1-1 0,-1 0 0,0 3 0,1-1 0,0 0 0,-1 0 0,2 0 0,-1 0 0,0-1 0,1 1 0,0 0 0,0 0 0,0 0 0,0-1 0,0 1 0,1 0 0,0-1 0,2 4 0,4 4 0,0 0 0,1-1 0,0 0 0,0 0 0,15 11 0,57 37 0,-71-51-136,0-1-1,1-1 1,-1 0-1,1-1 1,0 0-1,0 0 1,1-1-1,-1-1 0,21 3 1,-19-5-6690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4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32 24575,'-33'-8'0,"-44"-11"0,66 17 0,-1 1 0,0 0 0,0 0 0,-17 2 0,26-1 0,1 1 0,-1-1 0,1 0 0,-1 1 0,1 0 0,0-1 0,-1 1 0,1 0 0,0 0 0,-1 1 0,1-1 0,0 0 0,0 1 0,0-1 0,0 1 0,0-1 0,1 1 0,-1 0 0,0 0 0,-2 4 0,3-4 0,0 1 0,0 0 0,0 0 0,1-1 0,-1 1 0,1 0 0,-1 0 0,1 0 0,0 0 0,0-1 0,1 1 0,-1 0 0,0 0 0,1 0 0,0 0 0,-1-1 0,3 5 0,0 1 0,1-1 0,0 0 0,0 0 0,1 0 0,0 0 0,0-1 0,8 8 0,5 3 0,22 16 0,-31-26 0,1 0 0,0-1 0,17 8 0,-25-12 0,1-1 0,-1 0 0,1 0 0,0 0 0,-1 0 0,1-1 0,0 1 0,0-1 0,0 1 0,0-1 0,0 0 0,-1 0 0,1 0 0,0-1 0,0 1 0,0-1 0,0 1 0,-1-1 0,1 0 0,3-2 0,-4 2 0,-1-1 0,1 0 0,0 1 0,-1-1 0,1 0 0,-1 0 0,0 0 0,0 0 0,1-1 0,-1 1 0,-1 0 0,1 0 0,0-1 0,0 1 0,-1 0 0,0-1 0,1 1 0,-1-4 0,1-6 0,-1 0 0,-2-15 0,1 24 0,0-10 0,-1 1 0,0 0 0,-1 0 0,0 1 0,-1-1 0,-5-11 0,13 40 0,7 15 0,-3-14-273,0-1 0,2 0 0,0 0 0,13 16 0,-13-21-6553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4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107 371 24575,'9'91'0,"24"102"0,-28-177 0,-4-12 0,-2-11 0,-5-17 0,-12-32 0,2 8 0,-10-36 0,-23-87 0,42 143 0,2 0 0,1-1 0,2 1 0,1-32 0,1 53 0,0 1 0,1-1 0,0 1 0,1-1 0,-1 1 0,1 0 0,1 0 0,-1-1 0,1 2 0,0-1 0,4-7 0,-5 11 0,0-1 0,0 1 0,0 0 0,0 0 0,0 0 0,1 0 0,-1 0 0,0 1 0,1-1 0,0 1 0,-1-1 0,1 1 0,0 0 0,0 0 0,-1 0 0,1 1 0,0-1 0,0 1 0,0-1 0,0 1 0,0 0 0,0 0 0,0 0 0,0 0 0,0 1 0,5 1 0,-1 0 0,0 1 0,-1 0 0,0 0 0,1 0 0,-1 1 0,0 0 0,-1 0 0,1 0 0,-1 1 0,8 8 0,-6-5 0,0 0 0,0 1 0,-1 0 0,0 0 0,-1 0 0,6 13 0,-9-18 0,-1-1 0,0 1 0,0 0 0,0 0 0,0 1 0,-1-1 0,1 0 0,-1 0 0,0 0 0,0 0 0,-1 1 0,1-1 0,-1 0 0,0 0 0,0 0 0,-2 5 0,1-4 0,-1-1 0,0 1 0,0 0 0,0-1 0,0 1 0,-1-1 0,1 0 0,-1 0 0,0 0 0,-1-1 0,-8 6 0,6-5 12,0 0 0,0-1 0,-1 1-1,1-2 1,-1 1 0,0-1 0,0-1-1,-10 2 1,-9-1-553,-29-1 0,48-1 152,-17 0-6437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5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278 474 24575,'5'27'0,"0"0"0,-2 0 0,-1 0 0,-2 40 0,0-65 0,-1 0 0,1 0 0,0 0 0,-1 0 0,1 0 0,-1-1 0,1 1 0,-1 0 0,0 0 0,0-1 0,-1 4 0,1-5 0,1 0 0,0 0 0,0 0 0,0 0 0,0 0 0,0 1 0,-1-1 0,1 0 0,0 0 0,0 0 0,0 0 0,-1 0 0,1 0 0,0 0 0,0 0 0,0 0 0,-1 0 0,1 0 0,0 0 0,0 0 0,0 0 0,-1 0 0,1 0 0,0 0 0,0 0 0,0 0 0,-1 0 0,1 0 0,0 0 0,0-1 0,0 1 0,0 0 0,-1 0 0,1 0 0,-7-13 0,-35-119 0,16 46 0,22 73 0,-45-153 0,42 137 0,2 0 0,0-1 0,0-53 0,5 79 0,1-1 0,-1 1 0,1-1 0,0 1 0,0 0 0,0-1 0,0 1 0,1 0 0,-1 0 0,1 0 0,0 0 0,1 0 0,-1 0 0,1 0 0,0 1 0,3-4 0,-4 5 0,1 0 0,-1 0 0,1 0 0,0 0 0,0 1 0,-1-1 0,1 1 0,0 0 0,0 0 0,0 0 0,1 0 0,-1 1 0,0-1 0,0 1 0,0 0 0,0 0 0,1 0 0,-1 0 0,0 0 0,0 1 0,0-1 0,0 1 0,4 1 0,-1 1 0,1-1 0,-1 1 0,0 0 0,0 1 0,0 0 0,-1 0 0,1 0 0,-1 0 0,0 1 0,0 0 0,-1 0 0,5 6 0,-6-7 0,1 1 0,-1 0 0,0 0 0,0 1 0,-1-1 0,0 1 0,0-1 0,0 1 0,0 0 0,-1 0 0,0 0 0,0 0 0,0 11 0,-2-14 0,1 0 0,-1-1 0,0 1 0,0 0 0,0 0 0,0-1 0,0 1 0,-1-1 0,1 1 0,-1-1 0,1 1 0,-1-1 0,0 0 0,0 0 0,0 0 0,0 0 0,0 0 0,-1 0 0,1-1 0,-1 1 0,1-1 0,-5 2 0,-1 1 0,0-1 0,0 0 0,-1 0 0,1-1 0,-1 0 0,-9 0 0,-146 1-170,118-4-1025,27 1-5631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5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104 308 24575,'0'0'0,"0"0"0,-1 0 0,1 0 0,0-1 0,0 1 0,-1 0 0,1 0 0,-1 0 0,1 0 0,0 0 0,-1 0 0,1-1 0,0 1 0,-1 0 0,1 0 0,-1 0 0,1 0 0,0 0 0,-1 0 0,1 1 0,0-1 0,-1 0 0,1 0 0,0 0 0,-1 0 0,1 0 0,0 0 0,-1 1 0,1-1 0,0 0 0,-1 1 0,0-1 0,1 0 0,-1 1 0,1-1 0,-1 0 0,1 0 0,-1 1 0,1-1 0,-1 0 0,0 0 0,1 0 0,-1 0 0,1 0 0,-1 1 0,0-1 0,1 0 0,-1-1 0,0 1 0,1 0 0,-1 0 0,1 0 0,-1 0 0,1 0 0,-2-1 0,-2-2 0,1 1 0,0-1 0,0 0 0,0 0 0,0-1 0,1 1 0,-1 0 0,1-1 0,0 0 0,-1 1 0,-1-8 0,-3-6 0,-6-23 0,13 39 0,-6-19 0,1 0 0,1-1 0,0 1 0,2-1 0,0-41 0,2 60 0,1-1 0,-1 1 0,0-1 0,1 0 0,0 1 0,0-1 0,-1 1 0,1 0 0,1-1 0,-1 1 0,3-4 0,-4 5 0,1 1 0,0-1 0,-1 0 0,1 1 0,0-1 0,0 1 0,0-1 0,-1 1 0,1-1 0,0 1 0,0-1 0,0 1 0,0 0 0,0-1 0,0 1 0,0 0 0,0 0 0,0 0 0,0 0 0,0 0 0,0 0 0,0 0 0,0 0 0,0 0 0,0 1 0,0-1 0,0 0 0,0 0 0,0 1 0,0-1 0,1 2 0,8 3-1365,0 2-5461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5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141 152 24575,'-8'-6'0,"0"1"0,-1 1 0,-11-5 0,18 8 0,1 0 0,-1 0 0,0 1 0,0-1 0,0 0 0,1 1 0,-1 0 0,0 0 0,0-1 0,0 1 0,0 0 0,0 0 0,0 1 0,0-1 0,1 0 0,-1 1 0,0-1 0,0 1 0,0-1 0,1 1 0,-1 0 0,0 0 0,-2 1 0,3 0 0,0 0 0,0-1 0,0 1 0,0 0 0,0 0 0,0 0 0,1 0 0,-1 0 0,1 0 0,-1 0 0,1 0 0,0 0 0,0 0 0,-1 0 0,2 0 0,-1 0 0,0 0 0,0 0 0,1 0 0,0 3 0,2 5 0,-1-1 0,9 18 0,-6-16 0,1 0 0,0-1 0,0 1 0,1-1 0,1-1 0,0 1 0,0-1 0,0-1 0,1 1 0,11 7 0,-19-15 0,1 0 0,-1 0 0,0 0 0,1 0 0,-1-1 0,1 1 0,-1 0 0,1 0 0,-1-1 0,1 1 0,0-1 0,-1 0 0,1 1 0,0-1 0,-1 0 0,1 0 0,0 0 0,0 0 0,-1 0 0,1-1 0,0 1 0,-1 0 0,1-1 0,-1 1 0,1-1 0,0 1 0,-1-1 0,1 0 0,-1 0 0,1 0 0,-1 0 0,0 0 0,1 0 0,-1 0 0,0 0 0,0-1 0,0 1 0,0 0 0,0-1 0,0 1 0,0-1 0,0 1 0,-1-1 0,2-2 0,1-3 0,-1 0 0,1 0 0,-2-1 0,1 1 0,-1-1 0,0 1 0,0-1 0,-1-13 0,-2 6 0,0 0 0,-1 0 0,-1 1 0,-1 0 0,1 0 0,-2 0 0,0 0 0,-1 1 0,0 0 0,-1 0 0,-1 0 0,-14-15 0,19 24-62,0 0 0,-1 0 0,1 0 0,-1 1 0,0 0 0,0 0 0,0 1 0,0-1 0,-1 1 0,1 0 0,0 0 0,-1 1-1,0 0 1,1 0 0,-1 0 0,0 0 0,0 1 0,1 0 0,-1 0 0,0 1 0,-9 1 0,-2 2-6764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6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24575,'23'25'0,"12"11"0,2 5 0,1-1 0,-1-1 0,-5-5 0,-3-6 0,-3-5 0,-4-4 0,-4-5 0,-4-3 0,-2-2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6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1 24575,'-28'30'0,"-11"12"0,1 5 0,4-4 0,5-4 0,6-6 0,3-3 0,4-5 0,1-2 0,3-4-8191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7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3 24575,'4'-1'0,"0"0"0,0 1 0,0-1 0,0 1 0,0 0 0,0 0 0,0 1 0,0-1 0,0 1 0,0 0 0,0 0 0,5 2 0,-3-1 0,0 1 0,0 1 0,-1-1 0,1 1 0,-1-1 0,0 2 0,5 4 0,0 1 0,-1 1 0,0 0 0,0 1 0,-2 0 0,1 1 0,7 16 0,-15-27 0,6 10 0,0 1 0,-1 0 0,-1 0 0,4 23 0,-7-33 0,-1 0 0,0 0 0,0 0 0,0 0 0,0 1 0,-1-1 0,1 0 0,-1 0 0,0 0 0,1 0 0,-3 4 0,1-5 0,1 0 0,0 0 0,-1 0 0,1 0 0,-1-1 0,1 1 0,-1 0 0,0-1 0,0 0 0,1 1 0,-1-1 0,0 0 0,0 0 0,0 0 0,-1 0 0,1 0 0,-4 0 0,-5 2 0,-1-2 0,1 1 0,-1-1 0,0-1 0,1 0 0,-1-1 0,1 0 0,-1-1 0,-15-4 0,8 0 0,0 0 0,1-1 0,-1 0 0,-28-19 0,39 21 0,0 0 0,0-1 0,1 0 0,0 0 0,0-1 0,-7-8 0,12 13 0,1 0 0,0-1 0,-1 1 0,1 0 0,0 0 0,0-1 0,0 1 0,0 0 0,1-1 0,-1 1 0,1-1 0,-1-3 0,1 5 0,0-1 0,1 0 0,-1 0 0,0 1 0,1-1 0,-1 0 0,1 1 0,0-1 0,-1 0 0,1 1 0,0-1 0,0 1 0,0 0 0,0-1 0,1 1 0,-1 0 0,0-1 0,0 1 0,3-2 0,0 1 0,0-1 0,0 1 0,1 0 0,-1 0 0,1 0 0,-1 1 0,1-1 0,-1 1 0,1 0 0,7 0 0,7 0 0,25 1 0,-27 1 0,-16-1-33,13 0-300,-1 0 0,1 2 0,21 4 0,-23-3-6493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7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248 178 24575,'-13'-21'0,"-1"0"0,0 0 0,-2 2 0,-1 0 0,0 1 0,-26-21 0,40 37 0,0-1 0,-1 1 0,1 0 0,-1 0 0,0 0 0,1 1 0,-1-1 0,-7-1 0,9 3 0,1 0 0,-1 0 0,1 0 0,-1 0 0,1 0 0,-1 0 0,0 0 0,1 1 0,-1-1 0,1 0 0,-1 1 0,1 0 0,-1-1 0,1 1 0,0 0 0,-1-1 0,1 1 0,0 0 0,-1 0 0,1 0 0,0 0 0,0 0 0,0 1 0,-2 1 0,-1 4 0,0 0 0,0 0 0,1 1 0,0-1 0,0 1 0,1-1 0,0 1 0,-1 8 0,-6 66 0,8-30-286,2 0 0,14 88 0,34 100-8,33 48 294,-33-126 0,-35-104 55,7 21-1283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8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500 1 24575,'-27'2'0,"-18"2"0,-5-1 0,-2 0 0,3-2 0,2 0 0,5 0 0,3-1 0,2 0 0,1 0 0,5 0 0,5 0 0,7 0-8191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9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32 24575,'-40'-13'0,"31"10"0,-1-1 0,0 1 0,0 1 0,-14-2 0,-16 1 0,-69 6 0,102-2 0,1 0 0,-1 0 0,1 1 0,0 0 0,0 0 0,-1 0 0,1 1 0,1 0 0,-1 0 0,0 0 0,1 1 0,0 0 0,-1 0 0,2 0 0,-1 1 0,-4 5 0,3-3 0,1-1 0,1 1 0,-1 1 0,1-1 0,1 1 0,-1-1 0,1 1 0,1 0 0,-1 0 0,1 1 0,1-1 0,-2 9 0,3-11 0,-1 0 0,1 0 0,0 0 0,0 0 0,1-1 0,-1 1 0,1 0 0,1 0 0,-1 0 0,1-1 0,0 1 0,0-1 0,1 1 0,-1-1 0,1 0 0,1 0 0,-1 0 0,1 0 0,-1-1 0,1 1 0,1-1 0,-1 0 0,0 0 0,6 3 0,5 4 20,1-2 0,0 1 0,1-2 0,-1 0 0,35 10 0,-42-15-119,-1-1 0,1-1 0,0 1 0,0-1 0,0-1 0,0 0 0,0 0 0,0-1 0,0 0 0,-1 0 0,1-1 0,0 0 0,-1-1 0,11-4 0,-8 2-6727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9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24575,'-3'13'0,"0"6"0,0 3 0,0 2 0,4 0 0,3-1 0,2-3 0,2 0 0,3 0 0,-2-1 0,1-4 0,-1-2 0,0-3 0,-1-1 0,0-2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09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583 44 24575,'-30'-7'0,"-15"-3"0,-2 0 0,1 3 0,7 1 0,7 3 0,3 3 0,3 3 0,0 3 0,0 0 0,-4 2 0,-1-1 0,-3 2 0,-4-2 0,1 2 0,0-2 0,7-2-8191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0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24575,'-2'16'0,"-2"6"0,1 3 0,1-1 0,2-1 0,3-3 0,2-2 0,0-1 0,3-1 0,1-2 0,1-2-8191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0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24575,'-2'0'0,"-1"2"0,-1 4 0,2 3 0,0 3 0,1 1 0,0 2 0,1-3-8191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0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24575,'3'11'0,"1"0"0,0-1 0,0 0 0,1 1 0,0-2 0,0 1 0,12 15 0,-12-19 0,1 0 0,-1-1 0,1 1 0,0-1 0,0 0 0,1 0 0,-1-1 0,1 0 0,0 0 0,0 0 0,12 3 0,-17-6 0,-1 0 0,1-1 0,0 1 0,0-1 0,0 0 0,1 1 0,-1-1 0,0 0 0,0 0 0,0 0 0,0-1 0,0 1 0,0 0 0,0-1 0,0 1 0,0-1 0,0 0 0,0 0 0,-1 0 0,4-2 0,0-1 0,-1 0 0,0 0 0,0 0 0,0-1 0,5-9 0,-5 8 0,-3 5 4,-1 0-1,1 0 0,-1 1 1,1-1-1,-1 0 0,1 0 1,0 1-1,-1-1 0,1 0 1,0 1-1,0-1 0,0 1 0,-1-1 1,1 1-1,0-1 0,0 1 1,0 0-1,0-1 0,0 1 1,0 0-1,0 0 0,-1-1 1,1 1-1,0 0 0,0 0 1,0 0-1,0 0 0,0 0 1,0 1-1,0-1 0,0 0 1,0 0-1,0 1 0,0-1 1,1 1-1,1 1-189,0 0 1,0 0-1,0 1 0,0-1 1,0 1-1,-1 0 1,5 6-1,-2-1-6640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1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24575,'10'30'0,"6"18"0,2 8 0,1 2 0,0-2 0,2-2 0,-1-3 0,-1-5 0,-1-3 0,-1-1 0,-3-6 0,-5-5 0,-3-9-8191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1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56 24575,'-30'-12'0,"-13"-5"0,-4 3 0,4 5 0,7 6 0,6 5 0,6 4 0,5 2 0,3 3 0,4-1-8191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1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89 268 24575,'7'-21'0,"5"-9"0,-1-1 0,-2 0 0,9-58 0,-18 86 0,1 1 0,-1-1 0,0 0 0,-1 0 0,1 0 0,0 0 0,-1 0 0,0 1 0,1-1 0,-1 0 0,0 0 0,-1 1 0,1-1 0,0 1 0,-1-1 0,1 1 0,-1 0 0,-2-3 0,3 3 0,-1 1 0,0 0 0,1 0 0,-1 0 0,1 0 0,-1 0 0,0 0 0,0 1 0,0-1 0,1 0 0,-1 1 0,0 0 0,0-1 0,0 1 0,0 0 0,0 0 0,0 0 0,0 0 0,0 0 0,0 0 0,1 1 0,-1-1 0,0 1 0,0-1 0,0 1 0,0 0 0,-2 1 0,-1 1 0,0 1 0,-1-1 0,2 1 0,-1 0 0,0 0 0,1 1 0,0-1 0,0 1 0,0 0 0,1 0 0,0 0 0,0 1 0,0-1 0,0 1 0,1 0 0,-3 11 0,3-12 0,0 1 0,1 0 0,0 0 0,0 0 0,1 0 0,0 0 0,0 0 0,0 0 0,1 0 0,0 0 0,0 0 0,0 0 0,1-1 0,-1 1 0,2 0 0,-1-1 0,4 8 0,2-3 11,-1 0 0,2 0 0,-1-1 0,1 0 0,0-1 0,1 0-1,0 0 1,0-1 0,1 0 0,22 9 0,-18-9-197,1-2 1,0 0-1,0-1 0,0 0 1,0-1-1,1-1 1,28 0-1,-27-3-6640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2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255 132 24575,'-14'-6'0,"-66"-27"0,70 30 0,1 0 0,-1 0 0,0 1 0,0 0 0,-1 1 0,-11 0 0,19 1 0,1 1 0,-1-1 0,0 0 0,0 1 0,1 0 0,-1-1 0,0 1 0,1 0 0,-1 1 0,0-1 0,1 0 0,0 1 0,-1-1 0,1 1 0,-4 3 0,4-2 0,-1 0 0,0 1 0,1-1 0,-1 1 0,1 0 0,0 0 0,0 0 0,1 0 0,-2 5 0,-1 3 0,2 1 0,0-1 0,1 1 0,0 0 0,2 24 0,-1-29 0,1 0 0,0 0 0,1-1 0,0 1 0,0 0 0,1-1 0,0 1 0,0-1 0,0 0 0,1 0 0,0 0 0,10 12 0,-9-14 0,0-1 0,-1 1 0,2-1 0,-1 0 0,0 0 0,1 0 0,0-1 0,0 0 0,0 0 0,0 0 0,1-1 0,-1 0 0,1 0 0,-1-1 0,10 2 0,-9-3 0,0 0 0,-1 0 0,1 0 0,-1-1 0,1 0 0,-1 0 0,0-1 0,1 0 0,-1 0 0,0 0 0,0-1 0,0 0 0,0 0 0,-1 0 0,11-9 0,-12 9 0,1 0 0,-1 0 0,1 1 0,0-1 0,-1 1 0,1 0 0,0 1 0,10-3 0,-13 4 0,1-1 0,-1 1 0,1 1 0,-1-1 0,1 0 0,0 0 0,-1 1 0,0 0 0,1-1 0,-1 1 0,1 0 0,-1 0 0,0 0 0,0 0 0,1 1 0,-1-1 0,0 1 0,0-1 0,0 1 0,2 2 0,4 6 0,1 0 0,-2 1 0,1-1 0,-2 1 0,1 1 0,4 13 0,26 75 0,-33-86 0,-2-9 0,22 78 0,-20-69 0,-2 0 0,0 0 0,0 0 0,-2 15 0,1-27 0,-1 0 0,0 0 0,0 0 0,-1-1 0,1 1 0,0 0 0,-1 0 0,1 0 0,-1-1 0,1 1 0,-1 0 0,0-1 0,0 1 0,0 0 0,0-1 0,0 1 0,0-1 0,0 0 0,0 1 0,0-1 0,-1 0 0,-2 2 0,3-2 0,-1-1 0,0 1 0,0-1 0,1 0 0,-1 0 0,0 0 0,0 0 0,1 0 0,-1 0 0,0 0 0,0 0 0,1-1 0,-1 1 0,0-1 0,0 1 0,1-1 0,-1 0 0,1 0 0,-1 1 0,1-1 0,-1 0 0,-2-3 0,-5-3 0,0-1 0,0-1 0,1 1 0,0-1 0,0-1 0,1 1 0,1-2 0,-1 1 0,2 0 0,-1-1 0,2 0 0,-6-16 0,4 4 0,0 0 0,1 0 0,2 0 0,0-1 0,1-31 0,2 49 0,0-1 0,1 1 0,-1-1 0,2 0 0,-1 1 0,1 0 0,0-1 0,0 1 0,5-9 0,-5 11 0,1 0 0,0 0 0,0 0 0,0 0 0,0 0 0,1 1 0,-1 0 0,1 0 0,0 0 0,0 0 0,0 0 0,0 1 0,7-3 0,5-1 0,-1 1 0,1 0 0,26-4 0,51-1 0,-73 8 0,-8 1 0,2-1 0,-1 1 0,1 1 0,26 2 0,-40-2 0,-1 0 0,1 0 0,0 0 0,-1 0 0,1 0 0,0 0 0,-1 0 0,1 0 0,0 0 0,-1 0 0,1 0 0,-1 1 0,1-1 0,0 0 0,0 0 0,-1 0 0,1 1 0,0-1 0,-1 0 0,1 0 0,0 1 0,0-1 0,-1 0 0,1 1 0,0-1 0,0 0 0,0 0 0,0 1 0,-1-1 0,1 1 0,0-1 0,0 0 0,0 1 0,0-1 0,0 0 0,0 1 0,0-1 0,0 0 0,0 1 0,0-1 0,0 1 0,0-1 0,0 0 0,0 1 0,0-1 0,0 0 0,1 1 0,-1-1 0,0 0 0,0 1 0,0-1 0,0 0 0,1 1 0,-1-1 0,0 0 0,0 0 0,1 1 0,-1-1 0,0 0 0,1 0 0,-1 1 0,-1-3 0,-1 1 0,0 0 0,1-1 0,-1 1 0,1-1 0,-1 0 0,1 1 0,0-1 0,0 0 0,0 0 0,0 0 0,-1-3 0,-10-29 0,9 23 0,-23-87 0,23 83 0,1 1 0,0-1 0,1 0 0,2-27 0,-1 40 3,0 0 1,0 0-1,1 1 0,-1-1 0,0 0 1,1 0-1,-1 1 0,1-1 0,0 0 1,0 1-1,-1-1 0,1 1 0,0-1 1,0 1-1,0-1 0,1 1 0,-1 0 1,0 0-1,0-1 0,1 1 0,-1 0 0,1 0 1,-1 0-1,1 0 0,-1 1 0,1-1 1,0 0-1,-1 1 0,1-1 0,0 1 1,0-1-1,-1 1 0,1 0 0,0 0 1,0 0-1,2 0 0,2 0-138,-1 1 0,1 0 0,-1 0 0,0 0 0,0 1 0,1 0 0,-1 0 0,0 0 0,0 1 0,7 4 0,-2 1-6691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2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11 24575,'-22'-4'0,"-31"-2"0,43 6 0,0-1 0,0 2 0,0 0 0,0 0 0,-15 4 0,22-4 0,0 0 0,1 0 0,-1 1 0,0-1 0,1 1 0,0-1 0,-1 1 0,1 0 0,0 0 0,0 0 0,0 0 0,0 0 0,0 0 0,0 1 0,1-1 0,-1 1 0,1-1 0,0 1 0,-1-1 0,1 1 0,1 0 0,-2 3 0,1-3 0,1-1 0,-1 1 0,1 0 0,0-1 0,0 1 0,0-1 0,0 1 0,1-1 0,-1 1 0,1 0 0,-1-1 0,1 1 0,0-1 0,0 0 0,0 1 0,0-1 0,0 0 0,1 1 0,-1-1 0,1 0 0,-1 0 0,1 0 0,0 0 0,0-1 0,2 3 0,-3-3 0,1 0 0,-1 0 0,1 0 0,-1 0 0,1 0 0,0 0 0,-1-1 0,1 1 0,0-1 0,-1 1 0,1-1 0,0 0 0,0 1 0,-1-1 0,1 0 0,0 0 0,0 0 0,0 0 0,-1-1 0,1 1 0,0 0 0,-1-1 0,4-1 0,0-1 0,0 0 0,0 0 0,0 0 0,-1-1 0,8-8 0,7-5 0,-18 17 0,1-1 0,0 0 0,-1 0 0,1 1 0,0-1 0,0 1 0,-1-1 0,1 1 0,0 0 0,0 0 0,0 0 0,0 0 0,-1 0 0,1 0 0,0 0 0,0 0 0,0 1 0,-1-1 0,1 1 0,0 0 0,0-1 0,-1 1 0,1 0 0,0 0 0,-1 0 0,3 2 0,6 4 0,0 0 0,15 16 0,-20-18 0,105 100-1365,-97-92-5461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3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24575,'2'-5'0,"1"1"0,-1 0 0,1 0 0,0 0 0,5-5 0,-8 8 0,1 1 0,-1-1 0,1 1 0,-1-1 0,1 1 0,-1-1 0,1 1 0,-1-1 0,1 1 0,-1 0 0,1 0 0,0-1 0,-1 1 0,1 0 0,0 0 0,-1-1 0,1 1 0,0 0 0,-1 0 0,1 0 0,0 0 0,-1 0 0,1 0 0,0 0 0,-1 0 0,1 1 0,0-1 0,-1 0 0,1 0 0,0 0 0,-1 1 0,1-1 0,-1 0 0,1 1 0,0-1 0,-1 0 0,1 1 0,-1-1 0,1 1 0,-1-1 0,0 1 0,1-1 0,-1 1 0,1-1 0,-1 1 0,0 0 0,1-1 0,-1 1 0,0-1 0,1 2 0,4 11 0,1 1 0,-2 1 0,0-1 0,3 17 0,-2-4 0,46 173 0,16-4 0,-58-171-35,-6-17-231,0 1 0,0-1 0,1 0 0,8 14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3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0 24575,'-30'0'0,"-13"0"0,-1 0 0,5 0 0,5 3 0,4 0 0,5 0 0,4 0 0,3-1 0,2 1 0,1 1 0,1 0 0,0-2 0,3 0-8191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4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17 24575,'0'-1'0,"-6"-13"0,6 14 0,0 0 0,-1 0 0,1 0 0,0 0 0,0-1 0,0 1 0,-1 0 0,1 0 0,0 0 0,0 0 0,0 0 0,-1 0 0,1 0 0,0 0 0,0 0 0,-1 0 0,1 0 0,0 0 0,0 0 0,-1 0 0,1 0 0,0 0 0,0 0 0,-1 0 0,1 0 0,0 0 0,0 0 0,0 0 0,-1 0 0,1 0 0,0 0 0,0 1 0,0-1 0,-1 0 0,1 0 0,0 0 0,0 0 0,0 1 0,0-1 0,-1 0 0,1 0 0,0 0 0,0 1 0,0-1 0,0 0 0,0 0 0,0 0 0,0 1 0,0-1 0,-1 0 0,1 0 0,0 1 0,0-1 0,0 0 0,-3 8 0,1 0 0,-1 0 0,1 0 0,0 0 0,1 1 0,0-1 0,0 0 0,1 1 0,0-1 0,1 9 0,0-15 0,-1 0 0,1 1 0,-1-1 0,1 0 0,0 0 0,0 0 0,0 0 0,0 0 0,0 0 0,0 0 0,0-1 0,1 1 0,-1 0 0,1-1 0,0 1 0,-1-1 0,3 3 0,4 1 0,1 0 0,15 7 0,-8-3 0,25 11 0,0-2 0,1-1 0,64 16 0,-103-32 0,0-1 0,0 1 0,1 0 0,-1-1 0,0 0 0,0 0 0,1 0 0,-1 0 0,0-1 0,7-1 0,-9 2 0,0 0 0,0-1 0,0 0 0,0 1 0,0-1 0,0 1 0,-1-1 0,1 0 0,0 0 0,0 0 0,0 1 0,-1-1 0,1 0 0,0 0 0,-1 0 0,1 0 0,-1 0 0,1 0 0,-1 0 0,1 0 0,-1-1 0,0 1 0,0 0 0,0 0 0,1 0 0,-1 0 0,0 0 0,0 0 0,0-1 0,-1 1 0,1 0 0,0 0 0,0 0 0,-1-1 0,-1-4 0,0 0 0,0 1 0,0-1 0,-1 1 0,0 0 0,0-1 0,0 1 0,-1 1 0,1-1 0,-1 0 0,-1 1 0,-3-4 0,-9-7 0,-34-21 0,40 29 30,1 1 0,-1 0 0,-15-5 0,20 9-216,0 0 1,-1 0-1,1 0 0,-1 1 1,1 0-1,-1 1 1,-11 0-1,5 1-6640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4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0 162 24575,'7'0'0,"-1"0"0,0 0 0,1 1 0,-1-1 0,0 1 0,1 1 0,-1-1 0,0 1 0,0 0 0,0 1 0,0-1 0,0 1 0,-1 0 0,1 1 0,-1-1 0,0 1 0,0 0 0,0 1 0,0-1 0,-1 1 0,0 0 0,4 5 0,37 62 0,-55-100 0,1 12 0,2 0 0,0 0 0,1-1 0,0 0 0,2 0 0,0 0 0,1 0 0,0-1 0,2 0 0,0 1 0,2-25 0,-1 40-68,0 0 0,0 0-1,1 0 1,-1 0 0,1 0 0,-1 0-1,1 0 1,0 0 0,0 0 0,-1 1-1,2-1 1,-1 0 0,0 0 0,0 1-1,0-1 1,1 0 0,-1 1-1,1 0 1,2-3 0,5 0-6758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15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24575,'10'-15'0,"5"-5"0,4 1 0,0 1 0,0 4 0,-1 4 0,-1 4 0,-1 2 0,-3 3-8191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40.8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206 1 24575,'12'1'0,"-8"0"0,0-1 0,0 0 0,0 1 0,0 0 0,-1 0 0,1 0 0,0 0 0,4 3 0,-25 0 0,-131-4 91,69 0-1547,67 0-5370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41.3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400 39 24575,'-5'-4'0,"0"0"0,-1 0 0,1 0 0,-1 1 0,0 0 0,0 0 0,-1 0 0,1 1 0,-1 0 0,1 0 0,-1 1 0,1-1 0,-1 1 0,0 1 0,0 0 0,0 0 0,-12 1 0,-25 5 0,-1-3 0,0-1 0,-50-6 0,71 2-1365,2-1-5461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42.8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 7 24575,'-5'-7'0,"1"7"0,0 13 0,2 23 0,5-16 0,1 0 0,1 0 0,1 0 0,0-1 0,16 31 0,-11-24 0,16 55 0,-20-56 0,-3-12 0,-1 0 0,-1 0 0,2 25 0,-3-24-1365,-2-2-5461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43.3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685 1 24575,'32'8'0,"145"46"0,-163-46 0,-14-8 0,0 0 0,0 0 0,0 0 0,0 0 0,0 0 0,0 0 0,0 1 0,0-1 0,0 0 0,0 0 0,0 0 0,0 0 0,0 0 0,0 0 0,0 0 0,0 1 0,0-1 0,0 0 0,0 0 0,0 0 0,0 0 0,0 0 0,0 0 0,0 0 0,0 0 0,0 1 0,0-1 0,-1 0 0,1 0 0,0 0 0,0 0 0,0 0 0,0 0 0,0 0 0,0 0 0,0 0 0,0 0 0,0 0 0,-1 0 0,1 0 0,0 0 0,0 0 0,0 0 0,0 1 0,0-1 0,0 0 0,0 0 0,-1 0 0,1 0 0,0 0 0,0-1 0,0 1 0,0 0 0,-4 1 0,-1-1 0,1 0 0,0 0 0,-7-1 0,-85-14 0,27 3 0,-135-6 0,-279 19-1365,459-1-5461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44.1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399 61 24575,'-6'-5'0,"-1"-1"0,0 1 0,0 1 0,0-1 0,0 1 0,-1 1 0,-15-6 0,9 4 0,0 1 0,-1 1 0,-23-3 0,30 5 0,-1 0 0,1 1 0,-1 0 0,1 1 0,-16 2 0,21-2 0,0 0 0,0 0 0,0 0 0,0 1 0,0-1 0,1 1 0,-1-1 0,0 1 0,1 0 0,0 0 0,-1 0 0,1 1 0,0-1 0,0 1 0,0-1 0,0 1 0,1-1 0,-3 6 0,1-3 0,1 1 0,-1 0 0,1 0 0,1 0 0,-1 1 0,1-1 0,0 0 0,0 13 0,1-17 0,0 1 0,0-1 0,1 1 0,-1-1 0,0 1 0,1-1 0,0 1 0,0-1 0,-1 0 0,1 1 0,1-1 0,-1 0 0,0 0 0,1 0 0,-1 0 0,1 0 0,-1 0 0,1 0 0,0 0 0,0 0 0,0-1 0,0 1 0,0-1 0,4 3 0,115 45 0,36 17 0,-132-54 0,-1-1 0,26 16 0,-44-24 0,0 1 0,-1 0 0,0 0 0,0 0 0,0 1 0,0 0 0,-1 0 0,0 0 0,7 11 0,-10-15 0,0 0 0,-1 0 0,1 1 0,-1-1 0,1 1 0,-1-1 0,1 0 0,-1 1 0,0-1 0,0 1 0,1-1 0,-1 1 0,0-1 0,-1 1 0,1-1 0,0 1 0,0-1 0,-1 1 0,1-1 0,0 0 0,-2 3 0,1-2 0,-1 0 0,1 0 0,-1 0 0,1-1 0,-1 1 0,0 0 0,0-1 0,0 1 0,0-1 0,0 0 0,0 1 0,-3 0 0,-4 1 0,0 1 0,0-2 0,-1 1 0,0-1 0,-13 1 0,-11-1 0,0-1 0,-63-8 0,-65-21 0,17 4-1365,130 22-5461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47.5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813 60 24575,'-411'-27'0,"296"16"0,-114-10 0,183 20-1365,34 1-5461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47.8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569 32 24575,'-33'-3'0,"-18"0"0,-8-3 0,-1 0 0,1 1 0,7 1 0,4 2 0,5 1 0,5 0 0,6 1 0,4 0 0,4 0 0,1 1 0,5-1-8191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48.2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24575,'201'134'-69,"129"80"-902,-286-189 1128,53 33 121,-95-57-242,-1 0-1,1 0 1,-1 0 0,0 1 0,1-1-1,-1 0 1,0 1 0,0-1 0,0 0 0,2 3-1,-3-3-29,0 0 0,0-1 0,0 1 0,0-1 0,0 1 0,0-1 0,0 1-1,0 0 1,0-1 0,0 1 0,0-1 0,-1 1 0,1-1 0,0 1 0,0 0 0,0-1-1,-1 1 1,1-1 0,0 1 0,-1-1 0,1 0 0,-1 1 0,1-1 0,0 1-1,-1-1 1,1 0 0,-1 1 0,1-1 0,-1 0 0,1 1 0,-1-1 0,1 0 0,-1 0-1,1 1 1,-2-1 0,-7 4-6,0 0 0,-1-1 0,1 0 0,-19 3 0,-43 1 0,37-4 0,-40 4 133,-67 8 23,121-12-487,1 2 0,0 0 1,0 1-1,-36 17 0,41-16-6495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49.8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507 106 24575,'-33'-13'0,"-130"-50"0,138 55 0,1 2 0,-1 0 0,-1 2 0,-44-2 0,63 6 0,0 0 0,0 1 0,1 0 0,-1 0 0,0 0 0,1 1 0,-1 0 0,1 0 0,-1 1 0,1 0 0,0 0 0,0 0 0,0 1 0,1 0 0,-1 0 0,1 0 0,0 1 0,0 0 0,-5 6 0,8-7 0,0-1 0,0 1 0,1 0 0,-1 0 0,1 0 0,0 0 0,0 0 0,0 1 0,1-1 0,-1 0 0,1 0 0,0 1 0,1-1 0,-1 0 0,1 5 0,0-4 0,0 0 0,1 0 0,-1 0 0,1 0 0,0-1 0,0 1 0,0-1 0,1 1 0,-1-1 0,1 0 0,0 0 0,5 5 0,19 14 0,2-2 0,1 0 0,60 30 0,-54-32 0,124 74 0,-158-92 0,0 0 0,0 1 0,0-1 0,0 1 0,0 0 0,0 0 0,0 0 0,-1 0 0,1 0 0,-1 0 0,0 0 0,1 0 0,0 3 0,-2-4 0,1 0 0,-1 1 0,0-1 0,0 0 0,0 0 0,0 0 0,0 0 0,0 1 0,0-1 0,0 0 0,0 0 0,0 0 0,-1 0 0,1 1 0,0-1 0,-1 0 0,1 0 0,-1 0 0,0 0 0,1 0 0,-1 0 0,0 0 0,1 0 0,-1 0 0,0-1 0,0 1 0,0 0 0,0 0 0,0-1 0,-1 2 0,-4 1 0,0 1 0,-1-1 0,1 0 0,-1-1 0,0 0 0,1 0 0,-1 0 0,0-1 0,-9 1 0,-12-1 0,-28-1 0,30 0 0,-131-2-1365,145 2-5461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50.5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418 41 24575,'-52'8'0,"0"-3"0,-89-3 0,98-2 0,35 0-80,0-1 0,1 0-1,-1 0 1,0 0 0,1-1-1,-1-1 1,1 1 0,-1-1-1,1 0 1,0-1 0,0 1 0,1-1-1,-1-1 1,1 1 0,0-1-1,-8-8 1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50.7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385 102 24575,'-28'-13'0,"-14"-6"0,-4 0 0,2 3 0,4 1 0,6 5 0,4 2 0,5 6 0,1 6 0,2 2 0,3 3 0,2 1 0,3 1-8191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55.2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57 24575,'12'-8'0,"1"0"0,-1 2 0,1-1 0,1 2 0,-1-1 0,27-5 0,-30 9 0,1 1 0,0 0 0,-1 0 0,1 1 0,-1 0 0,1 1 0,0 0 0,-1 1 0,21 6 0,-22-5 0,10 2 0,-1 2 0,1 0 0,-1 1 0,-1 0 0,23 15 0,-37-21 0,-1 0 0,0 0 0,0 0 0,1 0 0,-1 0 0,-1 0 0,1 1 0,0-1 0,0 1 0,-1-1 0,1 1 0,-1 0 0,0-1 0,0 1 0,0 0 0,0 0 0,-1 0 0,1 0 0,0 5 0,-2-3 0,1 1 0,-1-1 0,0 0 0,0 0 0,-1 0 0,0-1 0,0 1 0,0 0 0,0-1 0,-5 9 0,-3 1 0,0 1 0,-1-1 0,-1-1 0,0 0 0,0 0 0,-2-1 0,1-1 0,-20 13 0,28-21 0,1 0 0,-1 0 0,1 1 0,-6 7 0,9-11 0,1 1 0,-1 0 0,1-1 0,0 1 0,-1-1 0,1 1 0,0 0 0,-1-1 0,1 1 0,0 0 0,0-1 0,-1 1 0,1 0 0,0-1 0,0 1 0,0 0 0,0 0 0,0-1 0,0 2 0,1-2 0,-1 1 0,0 0 0,1-1 0,-1 1 0,1-1 0,-1 1 0,1-1 0,0 1 0,-1-1 0,1 1 0,0-1 0,-1 1 0,1-1 0,0 0 0,-1 1 0,1-1 0,0 0 0,-1 0 0,1 1 0,0-1 0,0 0 0,1 0 0,18 2 0,0 0 0,0-2 0,28-2 0,0 0 0,22 2-1365,-57 0-5461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55.7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869 32 24575,'-34'-14'0,"16"9"0,0 1 0,0 0 0,-32 0 0,-57 4 0,53 1 0,-168 19 0,134-9 0,-143 3-1365,202-14-5461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56.3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3 24575,'0'0'0,"0"0"0,0 0 0,0 0 0,0 0 0,0 0 0,0 0 0,0 0 0,0-1 0,0 1 0,0 0 0,0 0 0,0 0 0,0 0 0,0 0 0,0 0 0,0 0 0,0 0 0,0 0 0,0 0 0,0 0 0,0 0 0,0 0 0,0 0 0,0 0 0,0-1 0,0 1 0,0 0 0,0 0 0,0 0 0,0 0 0,0 0 0,0 0 0,0 0 0,0 0 0,0 0 0,0 0 0,0 0 0,-1 0 0,1 0 0,0 0 0,0 0 0,0 0 0,0 0 0,0 0 0,0 0 0,0 0 0,0 0 0,0 0 0,0 0 0,0 0 0,0 0 0,0 0 0,0 0 0,0 0 0,0 0 0,-1 0 0,1 0 0,0 0 0,0 0 0,0 0 0,0 0 0,0 0 0,0 0 0,0 0 0,-4 5 0,-2 9 0,5-5 0,0 1 0,0-1 0,1 1 0,0 0 0,0 0 0,1-1 0,1 1 0,4 16 0,4 4 0,18 39 0,-17-44 0,-1 1 0,9 32 0,-13-30 0,5 40 0,-11-68-22,0 0-1,0 0 1,0 0 0,-1 0-1,1 0 1,0 0 0,0 0-1,0 0 1,0 0-1,0 0 1,0 0 0,0 0-1,0 0 1,0 0 0,0 0-1,-1 0 1,1 0-1,0 0 1,0 0 0,0 0-1,0 0 1,0 0-1,0 0 1,0 0 0,0 0-1,0 0 1,0 0 0,0 0-1,-1 0 1,1 0-1,0 0 1,0 0 0,0 0-1,0 1 1,0-1-1,0 0 1,0 0 0,0 0-1,0 0 1,0 0 0,0 0-1,0 0 1,0 0-1,0 0 1,0 0 0,0 0-1,0 1 1,0-1 0,0 0-1,0 0 1,0 0-1,0 0 1,0 0 0,0 0-1,0 0 1,0 0-1,0 0 1,0 0 0,0 1-1,0-1 1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56.8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738 45 24575,'-12'-6'0,"-1"1"0,0 1 0,0 0 0,-1 0 0,1 2 0,-24-3 0,-84 4 0,34 2 0,-22-9 0,58 4 0,-83 2 0,111 4-455,0 2 0,-38 10 0,48-10-6371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58.2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24575,'24'100'0,"-15"-54"0,2 0 0,2-1 0,23 56 0,-21-69-455,2 0 0,32 45 0,-42-67-6371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58.5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325 64 24575,'-30'-12'0,"-12"-5"0,-3 1 0,6 6 0,5 4 0,7 4 0,5 4 0,4 4 0,3 2 0,1 1 0,0 0 0,1 0 0,1-1-8191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59.3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56 24575,'15'-7'0,"63"-25"0,-67 28 0,0 1 0,0 0 0,1 1 0,23-2 0,-32 4 0,1 0 0,0 0 0,-1 0 0,1 1 0,0 0 0,-1-1 0,1 1 0,-1 1 0,1-1 0,-1 0 0,1 1 0,-1 0 0,0 0 0,5 3 0,-4-1 0,0 0 0,-1-1 0,1 1 0,-1 0 0,0 0 0,-1 1 0,1-1 0,-1 1 0,4 7 0,-2 2 0,0 0 0,-1 0 0,0 0 0,-1 1 0,-1-1 0,-1 23 0,0-1 0,0-12 0,-4 37 0,3-53 0,0 1 0,-1-1 0,-1 0 0,1 0 0,-2 0 0,1-1 0,-1 1 0,-5 8 0,8-15 0,0 1 0,0-1 0,0 1 0,0-1 0,0 1 0,1 0 0,-1-1 0,0 1 0,1 0 0,-1 0 0,1-1 0,0 1 0,0 0 0,0 0 0,0 0 0,0 2 0,0-3 0,1 0 0,-1 0 0,1 0 0,0 0 0,-1 0 0,1 0 0,0 0 0,0 0 0,0 0 0,0 0 0,0-1 0,0 1 0,0 0 0,0-1 0,0 1 0,0-1 0,0 1 0,0-1 0,1 1 0,-1-1 0,0 0 0,0 1 0,0-1 0,1 0 0,0 0 0,175 28-1365,-163-26-5461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59.5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243 27 24575,'-27'-5'0,"-13"-2"0,-1 1 0,4 1 0,6 1 0,7 4 0,6 2 0,4 1 0,3 0-8191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5:59.9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327 25 24575,'-30'-6'0,"-13"0"0,-1-1 0,2 2 0,5 4 0,7 2 0,6 1 0,4 3 0,3 0 0,2-1 0,2 2 0,2 0-8191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00.2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24575,'8'28'0,"4"11"0,4 4 0,1-2 0,-3-4 0,0-5 0,-1-6 0,-2-4 0,-4-7-8191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01.1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2122 16 24575,'-7'-3'0,"1"0"0,-1 1 0,0 0 0,0 0 0,-1 1 0,-11-1 0,-46 1 0,36 2 0,-374 21 0,46 0 0,-424-20-927,408-4 1854,369 2-1041,1 0 1,-1 0-1,1 0 0,-1 1 0,1-1 1,0 1-1,-1 0 0,1 0 0,0 0 1,-1 0-1,-2 2 0,-3 3-6712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02.2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 2 24575,'-1'0'0,"1"0"0,-1 0 0,1-1 0,0 1 0,-1 0 0,1 0 0,0 0 0,-1 0 0,1-1 0,-1 1 0,1 0 0,-1 0 0,1 0 0,0 0 0,-1 0 0,1 0 0,-1 0 0,1 0 0,-1 0 0,1 0 0,0 1 0,-1-1 0,0 7 0,9 17 0,-6-19 0,46 94 0,2 4 0,-49-101 0,37 104 0,-35-93 0,0 1 0,0 0 0,-1 0 0,-1 0 0,-1 26 0,0-37-1365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02.5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24575,'3'15'0,"0"8"0,3 2 0,0 2 0,1-1 0,0-3 0,2 0 0,0-1 0,0-2 0,1 0 0,-2 0 0,1-1 0,-2-2 0,1-3 0,-1-2 0,-2 0 0,1-2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02.6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355 27 24575,'-30'-5'0,"-15"-1"0,-5-1 0,4 2 0,6 1 0,6 5 0,6 1 0,3 0 0,3 4 0,2-1 0,6 0-8191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03.2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61 24575,'12'-9'0,"0"0"0,0 1 0,1 1 0,0 0 0,19-6 0,-28 11 0,0 1 0,-1 0 0,1 0 0,0 0 0,0 0 0,0 1 0,0 0 0,0-1 0,0 2 0,0-1 0,-1 0 0,1 1 0,0-1 0,0 1 0,0 0 0,0 1 0,-1-1 0,1 1 0,-1-1 0,1 1 0,-1 0 0,1 0 0,-1 1 0,5 4 0,3 5 0,-1 1 0,-1 0 0,0 0 0,-1 1 0,0 0 0,-1 0 0,-1 1 0,0 0 0,3 16 0,-6-23 0,-1 0 0,-1 0 0,0 0 0,0 1 0,-1-1 0,0 0 0,0 1 0,0-1 0,-1 0 0,-1 0 0,0 0 0,0 0 0,0 0 0,-1 0 0,0 0 0,0-1 0,-1 1 0,-7 10 0,-3 0 0,-15 22 0,27-36 0,0 0 0,0 0 0,0 0 0,1 0 0,-1 0 0,1 0 0,0 0 0,-1 8 0,2-11 0,0 1 0,0-1 0,0 0 0,0 1 0,0-1 0,1 0 0,-1 1 0,0-1 0,1 0 0,-1 1 0,1-1 0,-1 0 0,1 0 0,0 0 0,-1 1 0,1-1 0,0 0 0,0 0 0,1 1 0,0-1 0,0 1 0,0 0 0,0-1 0,1 0 0,-1 1 0,1-1 0,-1 0 0,1 0 0,2 0 0,6 1 0,-1 0 0,1-1 0,18 0 0,-27-1 0,-2 0-1,61-1 122,-55 0-333,1 0 0,-1-1 0,1 1-1,-1-1 1,1 0 0,10-7 0,-7 4-6614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03.4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404 32 24575,'-30'-3'0,"-15"-3"0,-5 0 0,1 0 0,7 2 0,5 1 0,3 1 0,6 1 0,3 1 0,2 0 0,1 0 0,3 0-8191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03.8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422 62 24575,'-30'-10'0,"-12"-3"0,-2 0 0,4 3 0,4 3 0,5 2 0,6 3 0,2 1 0,3 3 0,1 2 0,0 0 0,0-1 0,1-1 0,-1 2 0,-1 0 0,4 0-8191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04.1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24575,'10'23'0,"6"12"0,2 3 0,-1-1 0,-1-3 0,-4-3 0,-3-1 0,-4-4 0,-2-3 0,-2-4 0,-1-4-8191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2.8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380 38 24575,'-143'-30'0,"119"26"0,0 2 0,-1 0 0,-46 4 0,66-1 0,0 0 0,0 0 0,0 0 0,0 0 0,0 1 0,0 0 0,1 0 0,-1 0 0,1 0 0,-1 1 0,1 0 0,0 0 0,0 0 0,0 1 0,-4 3 0,6-4 0,1-1 0,-1 0 0,1 1 0,-1-1 0,1 1 0,0-1 0,0 1 0,0 0 0,0-1 0,0 1 0,1 0 0,-1 0 0,1 0 0,0-1 0,0 1 0,0 0 0,0 0 0,0 0 0,0 0 0,1-1 0,0 1 0,-1 0 0,1 0 0,0-1 0,0 1 0,1-1 0,-1 1 0,3 3 0,1 2 0,1-1 0,0 0 0,1 0 0,0 0 0,0 0 0,0-1 0,1-1 0,13 9 0,72 33 0,-72-37 0,40 16 0,-31-15 0,44 26 0,-72-36 0,-1 0 0,1 0 0,-1 0 0,1 0 0,-1 0 0,1 0 0,-1 0 0,0 1 0,0-1 0,1 1 0,-1-1 0,0 1 0,0-1 0,-1 1 0,1-1 0,0 1 0,0 0 0,-1 0 0,1-1 0,0 5 0,-1-5 0,-1 1 0,1-1 0,0 1 0,-1-1 0,1 1 0,-1-1 0,1 1 0,-1-1 0,0 0 0,1 1 0,-1-1 0,0 0 0,0 1 0,0-1 0,0 0 0,0 0 0,-1 0 0,1 0 0,0 0 0,0 0 0,-1 0 0,1 0 0,0-1 0,-4 2 0,-6 3 0,0-1 0,0 0 0,-1-1 0,1 0 0,-1-1 0,-17 1 0,-74-2 0,73-1 0,-47-1 0,76-1-70,5 0 198,10-5-756,-11 6-167,10-5-6031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3.2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236 24 24575,'-37'-7'0,"14"2"0,0 0 0,-1 2 0,1 1 0,-1 1 0,-29 1 0,51 0 0,1 0 0,0 1 0,0-1 0,-1 0 0,1 0 0,0 0 0,0 1 0,0-1 0,0 0 0,-1 1 0,1 0 0,0-1 0,0 1 0,0-1 0,0 1 0,0 0 0,0 0 0,0 0 0,0-1 0,1 1 0,-1 0 0,0 0 0,0 0 0,1 0 0,-1 0 0,0 1 0,0 0 0,1 0 0,0 0 0,0 0 0,0 0 0,1 0 0,-1 0 0,0 0 0,1 0 0,-1 0 0,1 0 0,0 0 0,-1 0 0,1 0 0,0-1 0,0 1 0,1 0 0,0 1 0,5 6 0,1 0 0,0-1 0,0 0 0,0-1 0,1 0 0,0 0 0,15 8 0,2-1 0,46 19 0,-54-26 0,0-1 0,0-1 0,0 0 0,1-1 0,0-1 0,-1-1 0,1-1 0,0 0 0,0-2 0,22-2 0,-38 2 0,-1 1 0,1-1 0,-1 0 0,1 1 0,-1-1 0,1 0 0,-1-1 0,0 1 0,1 0 0,-1-1 0,0 1 0,0-1 0,3-3 0,-4 4 0,0 0 0,0 0 0,-1-1 0,1 1 0,-1 0 0,1 0 0,-1-1 0,1 1 0,-1 0 0,0-1 0,0 1 0,1 0 0,-1-1 0,0 1 0,0 0 0,-1-1 0,1 1 0,0-1 0,0 1 0,0 0 0,-1-1 0,1 1 0,-1 0 0,1 0 0,-1-1 0,0 1 0,1 0 0,-2-1 0,-2-3 0,0 0 0,0 0 0,0 0 0,0 1 0,-1 0 0,0 0 0,-6-4 0,-40-23 0,43 26 0,-13-6 40,1 1 0,-27-10 0,38 17-226,-1 0 1,1 1-1,-1 0 0,0 0 1,0 1-1,0 1 1,-16 0-1,8 2-6640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3.6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24575,'145'444'0,"-134"-414"0,11 21 37,-14-34-504,0 0-1,8 31 1,-14-38-6359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4.3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60 24575,'5'19'0,"0"0"0,2-1 0,0 0 0,1 0 0,1-1 0,18 27 0,-23-37 0,1-1 0,0 0 0,0 0 0,1 0 0,0-1 0,0 0 0,0 0 0,1 0 0,-1-1 0,1 0 0,0 0 0,0-1 0,1 1 0,-1-2 0,1 1 0,-1-1 0,1 0 0,0-1 0,8 1 0,-11-2 0,0 0 0,-1 0 0,1 0 0,-1-1 0,1 0 0,-1 0 0,1 0 0,-1 0 0,0-1 0,1 0 0,-1 0 0,0 0 0,0 0 0,0-1 0,0 1 0,-1-1 0,1 0 0,-1 0 0,0-1 0,6-6 0,-6 5 0,1 0 0,-1-1 0,-1 1 0,1-1 0,-1 1 0,0-1 0,0 0 0,0 0 0,-1 0 0,0 0 0,0 0 0,-1 0 0,0 0 0,0-1 0,-1-6 0,0 2 0,-1-1 0,-1 1 0,0-1 0,0 1 0,-1 0 0,-1 0 0,0 0 0,0 1 0,-1 0 0,-12-16 0,18 26 0,0-1 0,0 1 0,-1 0 0,1-1 0,0 1 0,0 0 0,-1-1 0,1 1 0,0 0 0,-1 0 0,1-1 0,0 1 0,-1 0 0,1 0 0,0 0 0,-1-1 0,1 1 0,-1 0 0,1 0 0,0 0 0,-1 0 0,1 0 0,-1 0 0,1 0 0,-1 0 0,1 0 0,0 0 0,-1 0 0,1 0 0,-1 0 0,0 0 0,1 1 0,-1 0 0,1-1 0,-1 1 0,1 0 0,-1-1 0,1 1 0,-1 0 0,1 0 0,0 0 0,-1-1 0,1 1 0,0 0 0,0 0 0,-1 1 0,0 30 0,2-23 0,0-1 0,1 1 0,0 0 0,0-1 0,1 1 0,1-1 0,-1 0 0,1 0 0,0 0 0,1 0 0,0-1 0,0 0 0,1 0 0,0 0 0,0-1 0,1 0 0,-1 0 0,1 0 0,0-1 0,1 0 0,0 0 0,8 3 0,-4-2 0,1-1 0,-1 0 0,1-1 0,1-1 0,-1 0 0,0 0 0,1-1 0,0-1 0,-1-1 0,1 0 0,20-2 0,-31 2 0,0-1 0,0 1 0,0-1 0,0 0 0,0 0 0,0 0 0,0 0 0,0-1 0,0 1 0,-1-1 0,1 0 0,0 0 0,-1 0 0,0 0 0,1 0 0,2-4 0,-2 2 0,0 0 0,-1 0 0,1-1 0,-1 1 0,0-1 0,0 1 0,-1-1 0,1 0 0,0-9 0,0 6 0,-2 0 0,1 0 0,-1-1 0,-1 1 0,1 0 0,-1 0 0,-1-1 0,1 1 0,-1 0 0,-1 0 0,0 1 0,-5-13 0,4 14 0,0 1 0,0-1 0,-1 0 0,1 1 0,-1 0 0,-9-7 0,13 11 0,-1 0 0,0 0 0,1 0 0,-1 0 0,0 0 0,1 0 0,-1 1 0,0-1 0,0 1 0,0-1 0,1 1 0,-5-1 0,5 1 0,-1 1 0,1-1 0,0 0 0,0 1 0,-1-1 0,1 1 0,0-1 0,0 1 0,-1-1 0,1 1 0,0 0 0,0 0 0,0-1 0,0 1 0,0 0 0,0 0 0,0 0 0,1 0 0,-1 0 0,-1 3 0,-2 2 0,1 1 0,0-1 0,0 1 0,1 0 0,0 0 0,0 0 0,1 0 0,0 0 0,-1 15 0,2-8 0,1 1 0,0-1 0,1 0 0,3 16 0,-2-19 0,0-1 0,0 1 0,1-1 0,1 0 0,-1 0 0,2-1 0,-1 1 0,1-1 0,8 9 0,-9-13 0,1 1 0,-1-1 0,1 0 0,0-1 0,1 1 0,-1-1 0,1 0 0,-1-1 0,1 1 0,1-1 0,-1-1 0,0 0 0,13 3 0,-6-3 15,-1-1 0,1 0 0,0 0 0,0-2 0,-1 0 0,1 0 0,19-5 0,-14 1-312,1-2 0,0 0 0,-1 0 0,23-14 0,-28 13-6529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4.9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316 260 24575,'-212'-211'0,"205"204"0,-29-22 0,34 28 0,-1-1 0,1 1 0,-1-1 0,1 1 0,-1 0 0,1 0 0,-1 0 0,0 0 0,0 1 0,1-1 0,-1 1 0,-5-1 0,7 1 0,0 1 0,0-1 0,0 0 0,0 0 0,0 1 0,0-1 0,1 1 0,-1-1 0,0 1 0,0-1 0,0 1 0,1-1 0,-1 1 0,0 0 0,0-1 0,1 1 0,-1 0 0,1 0 0,-1-1 0,1 1 0,-1 0 0,1 0 0,-1 0 0,1 0 0,0 0 0,-1 0 0,1 0 0,0 1 0,-1 3 0,0 1 0,1-1 0,-1 10 0,1-14 0,1 30 8,2 0-1,1-1 0,12 49 1,35 88-537,-45-150 371,92 237-4,14-4 187,-76-174-19,14 15-1240,-42-78-4935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5.1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422 93 24575,'-28'-12'0,"-13"-8"0,-9 1 0,1 3 0,2 4 0,5 5 0,7 3 0,5 2 0,4 2 0,4 0 0,4 3 0,2 4 0,4 3 0,6 2 0,8-1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5.9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168 268 24575,'-15'-13'0,"-3"-4"0,-22-14 0,36 27 0,-1 1 0,0 0 0,-1 0 0,1 0 0,0 1 0,-1 0 0,1 0 0,-1 0 0,-11-1 0,16 3 0,0-1 0,0 1 0,0 0 0,0 0 0,0 0 0,-1 0 0,1 1 0,0-1 0,0 0 0,0 0 0,0 1 0,0-1 0,0 0 0,0 1 0,0-1 0,0 1 0,0 0 0,0-1 0,0 1 0,0 0 0,0-1 0,0 1 0,0 1 0,0 0 0,0-1 0,0 1 0,1-1 0,-1 1 0,1 0 0,-1-1 0,1 1 0,0 0 0,0 0 0,0-1 0,0 1 0,0 0 0,0 2 0,1 5 0,1-1 0,0 0 0,1 0 0,6 15 0,-6-17 0,-1 0 0,2 0 0,-1 0 0,1-1 0,0 0 0,0 1 0,7 5 0,-9-8 0,1-1 0,0 0 0,1 0 0,-1 0 0,0 0 0,0-1 0,1 1 0,-1-1 0,1 0 0,0 0 0,-1 0 0,1 0 0,0-1 0,5 1 0,45 5 0,-39-3 0,0-1 0,20-1 0,-33-1 0,-1 0 0,1 0 0,0 0 0,0-1 0,0 1 0,-1-1 0,1 1 0,0-1 0,-1 0 0,1 0 0,0 1 0,-1-1 0,1 0 0,-1 0 0,0-1 0,3-1 0,0-2 0,-1 1 0,0-1 0,0 1 0,3-7 0,-5 8 0,0 0 0,0 0 0,0 1 0,1-1 0,0 0 0,-1 1 0,1-1 0,0 1 0,0 0 0,0-1 0,1 1 0,-1 0 0,0 0 0,1 1 0,-1-1 0,1 0 0,0 1 0,4-2 0,2 1 0,1 0 0,-1 1 0,1 1 0,-1-1 0,1 2 0,-1-1 0,1 1 0,-1 1 0,1-1 0,-1 2 0,0-1 0,15 7 0,4 4 0,-1 2 0,40 26 0,-45-26 0,35 15 0,-61-37 0,-8-4 0,-1-1 0,-100-98 0,102 97 0,0 0 0,1 0 0,0-1 0,1 0 0,1 0 0,-8-19 0,14 28 0,0 0 0,1-1 0,-1 1 0,1-1 0,0 0 0,1 1 0,-1-1 0,1 0 0,1-8 0,0 10 0,-1 0 0,1 0 0,1 1 0,-1-1 0,0 1 0,1-1 0,0 1 0,0 0 0,0-1 0,0 1 0,0 0 0,1 0 0,-1 0 0,1 1 0,5-5 0,-4 4 6,0 1 0,0-1-1,0 1 1,1 0 0,0 0-1,-1 0 1,1 1 0,0 0 0,-1 0-1,1 0 1,0 0 0,0 1-1,0-1 1,0 2 0,0-1-1,0 0 1,0 1 0,-1 0 0,1 0-1,9 3 1,-7-2-105,-1 1 0,0 0 0,1 0 0,-1 0 0,0 1 0,0 0 0,-1 0 0,1 0 0,-1 1 0,0-1 0,0 1 0,0 1 0,-1-1 0,5 7 0,-3 1-6727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6.8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1 101 24575,'0'-8'0,"0"0"0,0 1 0,1-1 0,1 0 0,-1 1 0,6-15 0,-7 20 0,1 0 0,0 1 0,0-1 0,0 0 0,0 0 0,1 0 0,-1 1 0,0-1 0,1 0 0,-1 1 0,1-1 0,0 1 0,-1 0 0,1 0 0,0-1 0,0 1 0,0 0 0,0 1 0,0-1 0,0 0 0,0 0 0,0 1 0,0-1 0,0 1 0,0 0 0,0 0 0,0 0 0,0 0 0,3 0 0,4 1 0,0 1 0,0 0 0,0 1 0,0 0 0,-1 0 0,1 1 0,10 6 0,56 38 0,-65-41 0,5 4 0,0 0 0,-1 1 0,-1 0 0,0 1 0,13 17 0,-22-25 0,0 1 0,0 0 0,0 1 0,-1-1 0,0 1 0,-1-1 0,3 8 0,-4-9 0,0-1 0,-1 1 0,1-1 0,-1 1 0,0-1 0,0 1 0,-1-1 0,1 1 0,-1-1 0,0 1 0,0-1 0,-2 5 0,1-5 0,0 1 0,0-1 0,0 0 0,-1 0 0,0-1 0,0 1 0,0 0 0,-4 3 0,-32 24 0,30-25 0,0 0 0,1 1 0,-15 14 0,22-19 0,-1 0 0,0 1 0,1-1 0,-1 0 0,1 0 0,0 1 0,0-1 0,0 1 0,0-1 0,0 1 0,0-1 0,1 1 0,-1 0 0,1-1 0,-1 1 0,1-1 0,0 1 0,0 0 0,1-1 0,-1 1 0,0 0 0,1-1 0,0 1 0,0 0 0,-1-1 0,1 1 0,1-1 0,-1 0 0,0 1 0,1-1 0,-1 0 0,1 0 0,2 3 0,1 0 0,0 1 0,1-1 0,0-1 0,0 1 0,0-1 0,1 0 0,0 0 0,-1-1 0,1 1 0,11 2 0,-14-5 0,80 23 0,-70-21 0,1-1 0,-1 0 0,28 0 0,-38-2-136,1-1-1,-1 1 1,0-1-1,0 0 1,0 0-1,0 0 1,-1-1-1,1 0 0,5-2 1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7.3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46 24575,'-1'-1'0,"1"1"0,-1 0 0,1-1 0,-1 1 0,1-1 0,0 1 0,-1-1 0,1 1 0,0-1 0,-1 0 0,1 1 0,0-1 0,-1 1 0,1-1 0,0 0 0,0 1 0,0-1 0,0 0 0,0 1 0,0-1 0,-1 1 0,2-1 0,-1 0 0,0 1 0,0-1 0,0 0 0,0 1 0,0-1 0,1-1 0,0 1 0,0 0 0,0 0 0,0 0 0,0-1 0,0 1 0,0 0 0,1 0 0,-1 1 0,0-1 0,1 0 0,-1 0 0,2 0 0,4-2 0,-1 1 0,1 0 0,0 0 0,11-1 0,21 1 31,1 2-1,0 2 1,64 12 0,39 1-1519,-126-14-5338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8.6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36 1 24575,'-5'5'0,"-2"4"0,-2 3 0,1 2 0,1-1-8191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8.8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24575,'0'5'0,"0"5"0,0 2 0,0 2 0,0-1-8191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19.8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93 24575,'9'-11'0,"0"0"0,1 1 0,-1 1 0,19-14 0,-23 19 0,1 1 0,-1-1 0,1 2 0,0-1 0,0 0 0,0 1 0,1 0 0,-1 1 0,0-1 0,1 1 0,12-1 0,-15 2 0,129 4 0,-117-3 0,0 2 0,0-1 0,0 2 0,-1 0 0,0 1 0,19 9 0,-31-13 0,0 1 0,0-1 0,0 1 0,0 0 0,0 0 0,0 1 0,-1-1 0,1 0 0,-1 1 0,0-1 0,0 1 0,4 6 0,-5-6 0,0-1 0,0 1 0,0 0 0,-1-1 0,1 1 0,-1 0 0,1 0 0,-1 0 0,0 0 0,0-1 0,-1 1 0,1 0 0,0 0 0,-1 0 0,0-1 0,-1 4 0,-6 16 0,-21 37 0,-1 1 0,12-10 0,-24 101 0,32-123 0,8-23 0,0 0 0,0 0 0,1 0 0,-1 0 0,1 0 0,-1 7 0,2-11 0,1 0 0,-1 0 0,0 0 0,0 0 0,0 0 0,1-1 0,-1 1 0,0 0 0,1 0 0,-1 0 0,1-1 0,-1 1 0,1 0 0,-1-1 0,1 1 0,0 0 0,-1-1 0,1 1 0,0-1 0,-1 1 0,1-1 0,0 1 0,0-1 0,-1 1 0,1-1 0,0 0 0,0 0 0,0 1 0,0-1 0,0 0 0,-1 0 0,3 0 0,3 1 0,1 0 0,-1-1 0,10-1 0,-10 1 0,113-1 0,37-1 0,-103-7-1365,-40 7-5461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20.1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259 1 24575,'-5'0'0,"-4"0"0,-4 0 0,-1 0 0,-1 0 0,-3 0 0,-1 0 0,-3 0 0,1 0 0,1 0 0,-1 0 0,0 0 0,-1 0 0,1 0 0,3 0-8191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20.5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400 54 24575,'-44'-3'0,"-57"-9"0,82 9 0,-56-4-10,46 5-329,1-2 1,0 0-1,-34-10 0,49 9-6487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20.8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304 59 24575,'-27'-10'0,"-13"-4"0,0 1 0,2 3 0,7 3 0,5 2 0,7 5 0,2 3 0,1 2 0,-1 4 0,-1 0 0,3-1-8191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23.7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26 24575,'-2'-9'0,"-2"-8"0,9 31 0,38 102 0,-16-44 0,22 93 0,-32-98 0,9 45 0,-21-72-1365,-2-31-5461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24.0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9 24575,'1'-9'0,"3"13"0,4 16 0,-6-16 0,32 84 11,26 71-1387,-55-146-5450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24.2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358 1 24575,'-30'0'0,"-13"0"0,-3 0 0,0 0 0,4 2 0,3 2 0,6-1 0,4 2 0,1 0 0,6-1-8191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25.1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 1 24575,'0'0'0,"0"0"0,-1 0 0,1 0 0,0 0 0,0 0 0,0 0 0,0 0 0,0 0 0,0 0 0,0 0 0,0 0 0,0 1 0,0-1 0,0 0 0,0 0 0,0 0 0,0 0 0,0 0 0,0 0 0,0 0 0,0 0 0,0 0 0,0 0 0,0 0 0,0 0 0,-1 0 0,1 0 0,0 0 0,0 0 0,0 0 0,0 0 0,0 0 0,0 0 0,0 0 0,0 0 0,0 0 0,0 0 0,0 0 0,0 0 0,0 0 0,0 0 0,0 0 0,0 0 0,-1 0 0,1 0 0,0 0 0,0 0 0,0 0 0,0 0 0,0-1 0,0 1 0,0 0 0,0 0 0,0 0 0,0 0 0,0 0 0,0 0 0,0 0 0,0 0 0,0 0 0,0 0 0,0 0 0,0 0 0,0 0 0,0 0 0,0 0 0,0 0 0,0-1 0,-6 8 0,-5 10 0,9-12 0,1-1 0,-1 1 0,1 0 0,0 0 0,0 0 0,0 1 0,1-1 0,-1 0 0,1 0 0,1 0 0,-1 0 0,1 1 0,0-1 0,0 0 0,0 0 0,1 0 0,0-1 0,0 1 0,0 0 0,3 5 0,7 9 0,0-1 0,1 0 0,21 22 0,-26-31 0,8 9-38,-5-6-625,13 18-1,-16-18-6162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25.6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558 78 24575,'-13'-10'0,"0"1"0,0 1 0,-1 0 0,0 1 0,-1 0 0,1 2 0,-1-1 0,-1 2 0,1 0 0,0 1 0,-1 0 0,0 1 0,-19 1 0,-10 4 1,0 2 0,0 2 0,-47 14-1,2 0-1368,73-18-5458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26.1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577 16 24575,'-33'3'0,"-15"-3"0,-8 0 0,1 0 0,3-1 0,4-2 0,6-1 0,2 0 0,4 2 0,4 0 0,4 0 0,0 2 0,4 2 0,2 1 0,4 1 0,3-1-8191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26.7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24575,'210'0'0,"-207"0"0,-1 0 0,0 0 0,1 0 0,-1 1 0,0-1 0,1 0 0,-1 1 0,0 0 0,0 0 0,1 0 0,-1 0 0,0 0 0,0 0 0,0 0 0,0 0 0,0 1 0,-1-1 0,1 1 0,0 0 0,1 2 0,-1-2 0,-1 1 0,1 0 0,-1-1 0,0 1 0,0 0 0,0 0 0,-1-1 0,1 1 0,0 0 0,-1 0 0,0 0 0,0 0 0,0 0 0,0 0 0,0 0 0,-1 3 0,-4 25 0,-2 1 0,0-2 0,-14 33 0,10-42 0,9-19 0,0 1 0,0 0 0,1 0 0,-1 0 0,0 0 0,1 1 0,0-1 0,0 0 0,0 1 0,0-1 0,1 1 0,-1 5 0,1-9 0,1 1 0,-1 0 0,1 0 0,-1 0 0,1 0 0,-1 0 0,1 0 0,0-1 0,0 1 0,-1 0 0,1 0 0,0-1 0,0 1 0,0-1 0,0 1 0,0-1 0,0 1 0,0-1 0,0 0 0,0 1 0,0-1 0,0 0 0,0 0 0,0 1 0,1-1 0,31 1 0,-26-1 0,111 9 0,-78-5 0,61 11-1365,-89-15-5461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27.4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298 81 24575,'-13'-7'0,"-84"-41"0,85 43 0,0 0 0,0 1 0,0 1 0,-1 0 0,0 1 0,-16-1 0,25 3 0,1 0 0,-1 0 0,1 1 0,-1 0 0,1-1 0,0 1 0,-1 0 0,1 1 0,0-1 0,0 1 0,0-1 0,0 1 0,0 0 0,0 0 0,0 0 0,1 0 0,-1 1 0,1-1 0,-1 1 0,1 0 0,0-1 0,0 1 0,0 0 0,1 0 0,-1 0 0,1 1 0,-1-1 0,1 0 0,-1 5 0,0-2 0,1-1 0,0 1 0,0-1 0,1 1 0,-1 0 0,1-1 0,0 1 0,0 0 0,1-1 0,0 1 0,0-1 0,0 1 0,1-1 0,0 0 0,0 1 0,0-1 0,5 8 0,5 2 0,0-1 0,0 0 0,2-1 0,-1 0 0,22 14 0,2-2 0,42 22 0,-55-36 0,-18-9 0,0 0 0,-1 1 0,1 0 0,-1 0 0,0 0 0,8 6 0,-13-8 0,1 0 0,-1-1 0,0 1 0,1-1 0,-1 1 0,1-1 0,-1 1 0,0 0 0,0-1 0,1 1 0,-1 0 0,0-1 0,0 1 0,0 0 0,0-1 0,0 1 0,0 0 0,0-1 0,0 1 0,0 0 0,0-1 0,0 1 0,0 0 0,0-1 0,-1 1 0,1 0 0,0-1 0,0 1 0,-1-1 0,1 1 0,0 0 0,-1-1 0,1 1 0,-1-1 0,1 1 0,-1-1 0,1 1 0,-1-1 0,1 0 0,-1 1 0,1-1 0,-1 1 0,-1-1 0,-1 3 0,-1-1 0,0 0 0,1 0 0,-1-1 0,-7 3 0,-24 3-341,0-1 0,0-1-1,-72-1 1,88-4-6485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30.3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3529 1 24575,'8'0'0,"0"-1"0,0 1 0,0 0 0,-1 1 0,1 0 0,0 0 0,-1 1 0,12 3 0,-19-5 0,1 0 0,-1 0 0,0 0 0,0 0 0,1 0 0,-1 1 0,0-1 0,0 0 0,1 0 0,-1 0 0,0 0 0,0 0 0,0 0 0,1 1 0,-1-1 0,0 0 0,0 0 0,0 0 0,0 0 0,1 1 0,-1-1 0,0 0 0,0 0 0,0 1 0,0-1 0,0 0 0,0 0 0,0 0 0,0 1 0,1-1 0,-1 0 0,0 0 0,0 1 0,0-1 0,0 0 0,0 0 0,0 1 0,-1-1 0,1 0 0,0 0 0,0 1 0,0-1 0,0 0 0,0 0 0,0 1 0,0-1 0,0 0 0,-1 0 0,1 0 0,0 1 0,0-1 0,0 0 0,0 0 0,-1 0 0,1 0 0,0 1 0,0-1 0,0 0 0,-1 0 0,1 0 0,0 0 0,0 0 0,-1 0 0,1 0 0,0 0 0,0 0 0,0 1 0,-1-1 0,1 0 0,-19 5 0,-16-1 0,0-2 0,-47-3 0,23-1 0,-53 1 0,-154 3 0,196 5 0,-14 0 0,-31 0 0,67-3 0,0-2 0,-65-5 0,-274-8 0,258 12 0,102 0 0,-30 6 0,-25 0 0,-742-7 0,803 1 0,-32 5 0,31-2 0,-31 0 0,-728-4 0,764 0-455,0 2 0,-23 5 0,27-5-6371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31.15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37 24575,'-9'-36'0,"9"36"0,0 0 0,0 0 0,0 0 0,0 0 0,0 0 0,0 1 0,0-1 0,0 0 0,-1 0 0,1 0 0,0 0 0,0 0 0,0 0 0,0 0 0,0 0 0,0 0 0,0 0 0,0 0 0,0 0 0,0 0 0,0 0 0,0 0 0,0 0 0,0 0 0,0 0 0,0 0 0,0 0 0,0 0 0,-1 0 0,1 0 0,0 0 0,0 0 0,0 0 0,0 0 0,0 0 0,0 0 0,0 0 0,0 0 0,0 0 0,0 0 0,0 0 0,0 0 0,0 0 0,0 0 0,0 0 0,0 0 0,-1 0 0,1 0 0,0 0 0,0 0 0,0 0 0,0 0 0,0 0 0,0-1 0,0 1 0,0 0 0,0 0 0,0 0 0,0 0 0,0 0 0,0 0 0,-2 9 0,1 13 0,4-4 0,0-1 0,2 0 0,0-1 0,1 1 0,0-1 0,11 17 0,5 18 0,27 48 0,-10-23 0,-28-53 0,8 18 0,-1 1 0,11 45 0,-26-75-1365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31.4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377 68 24575,'-23'-13'0,"-9"-3"0,-5 0 0,1 3 0,5 6 0,2 5 0,4 5 0,4 1 0,0 1 0,1 2 0,1-1 0,0 2 0,0-1 0,0-1 0,4 0 0,5 0-8191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32.2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24575,'12'13'0,"-1"0"0,0 1 0,-1 0 0,-1 0 0,12 23 0,28 82 0,-44-107 0,20 44-1365,-21-48-5461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32.6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571 25 24575,'-1'-2'0,"0"0"0,-1 0 0,1 1 0,-1-1 0,1 0 0,-1 1 0,0 0 0,1-1 0,-1 1 0,0 0 0,0 0 0,0 0 0,0 0 0,0 0 0,0 0 0,0 0 0,0 1 0,-1-1 0,1 1 0,0 0 0,0-1 0,-3 1 0,-3 1 0,0 0 0,0 0 0,0 1 0,-14 5 0,-18 3 0,-17-6 0,-92-3 0,67-3 0,-43 2-1365,107 0-5461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33.0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489 62 24575,'-30'-7'0,"-15"-6"0,-5 0 0,1 3 0,4 1 0,5 4 0,6 2 0,4 2 0,5 1 0,1 0 0,3 1 0,-1 2 0,2 0 0,-2 1 0,4 1 0,4 1-8191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33.6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15 24575,'34'-4'0,"55"-6"0,-77 9 0,0 2 0,1-1 0,-1 1 0,0 1 0,14 3 0,-24-4 0,0-1 0,1 1 0,-1-1 0,0 1 0,0 0 0,0 0 0,-1 0 0,1 0 0,0 0 0,0 0 0,0 1 0,-1-1 0,1 1 0,-1-1 0,1 1 0,-1-1 0,0 1 0,1 0 0,-1 0 0,0 0 0,0 0 0,0 0 0,0 0 0,-1 0 0,1 0 0,0 0 0,-1 0 0,0 0 0,1 0 0,-1 0 0,0 1 0,0-1 0,-1 3 0,-1 7 0,0-1 0,-1 0 0,0 0 0,-1 0 0,-7 13 0,-2 10 0,10-23 0,1 1 0,-2 20 0,-4 16 0,6-42 0,2-3 0,-1-1 0,0 1 0,1 0 0,-1-1 0,1 1 0,0 4 0,0-6 0,0 0 0,0 0 0,0-1 0,1 1 0,-1 0 0,0-1 0,0 1 0,1 0 0,-1-1 0,1 1 0,-1 0 0,1-1 0,-1 1 0,1-1 0,-1 1 0,1-1 0,-1 1 0,1-1 0,0 1 0,-1-1 0,1 1 0,0-1 0,-1 0 0,1 1 0,0-1 0,-1 0 0,1 0 0,0 0 0,1 1 0,10 0 0,1 1 0,12-1 0,12 1 0,25 5-74,-8 1-572,70 0 1,-112-8-6181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6:34.3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222 13 24575,'-15'-4'0,"1"1"0,-1 1 0,0 0 0,1 1 0,-1 0 0,-24 3 0,35-2 0,-1 1 0,1 0 0,-1 0 0,1 0 0,0 0 0,-1 1 0,1 0 0,0 0 0,0 0 0,0 0 0,0 0 0,1 1 0,-1 0 0,1 0 0,-1 0 0,1 0 0,0 0 0,0 1 0,1 0 0,-1-1 0,1 1 0,-1 0 0,1 0 0,0 0 0,1 0 0,-2 5 0,2-7 0,1 0 0,-1 0 0,1 0 0,0 0 0,0 1 0,0-1 0,0 0 0,0 0 0,0 0 0,0 0 0,1 0 0,-1 1 0,1-1 0,0 0 0,1 3 0,0-2 0,0 1 0,0-1 0,1 0 0,-1 0 0,1 0 0,0 0 0,6 5 0,3 0 0,1 1 0,0-2 0,20 9 0,-27-13 0,5 2 0,25 11 0,-2 1 0,0 1 0,48 36 0,-81-53 0,0 0 0,1 0 0,-1 0 0,0 0 0,0 0 0,0 0 0,0 0 0,0 0 0,0 1 0,-1-1 0,1 0 0,0 1 0,-1-1 0,1 1 0,-1-1 0,1 0 0,-1 1 0,1 1 0,-1-2 0,0 0 0,-1 1 0,1-1 0,0 0 0,-1 0 0,1 0 0,0 0 0,-1 0 0,1 1 0,-1-1 0,0 0 0,1 0 0,-1 0 0,0 0 0,0-1 0,0 1 0,-1 1 0,-3 2 0,-1 0 0,1-1 0,-1 0 0,0 0 0,0 0 0,-11 3 0,-4-1 22,-37 5 0,23-4-1431,15-3-5417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1.2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2 24575,'0'0'0,"0"0"0,0 0 0,0 0 0,0 0 0,0 0 0,0 1 0,0-1 0,0 0 0,0 0 0,0 0 0,-1 0 0,1 0 0,0 0 0,0 0 0,0 0 0,0 0 0,0 0 0,0 0 0,0 0 0,0 0 0,0 0 0,-1 0 0,1 0 0,0 0 0,0 0 0,0 0 0,0 0 0,0 0 0,0 0 0,0 0 0,0 0 0,0 0 0,0 0 0,-1 0 0,1 0 0,0 0 0,0 0 0,0 0 0,0 0 0,0 0 0,0 0 0,0 0 0,0-1 0,0 1 0,0 0 0,0 0 0,0 0 0,-1 0 0,1 0 0,0 0 0,0 0 0,0 0 0,0 0 0,0 0 0,0 0 0,0-1 0,0 1 0,0 0 0,0 0 0,0 0 0,0 0 0,0 0 0,0 0 0,-4 10 0,3 4 0,1-1 0,0 1 0,1-1 0,3 15 0,14 56 0,-15-70 0,47 153 0,-36-127 0,-8-22-120,-1-4 204,0 0 1,2 17-1,-6-27-184,0-1 0,-1 1 0,0-1 0,0 1 1,0-1-1,0 1 0,-1-1 0,1 1 0,-1-1 0,0 1 0,0-1 1,0 0-1,0 1 0,-3 4 0,-3 1-6726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1.7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19 248 24575,'5'-4'0,"65"-49"0,-62 47 0,-1-1 0,0-1 0,0 1 0,0-1 0,-1 0 0,7-13 0,-12 18 0,1 0 0,-1 0 0,0 0 0,0 0 0,-1 0 0,1 0 0,-1 0 0,1 0 0,-1 0 0,0 0 0,0 0 0,0 0 0,-1 0 0,1 0 0,-1 0 0,0 0 0,1 0 0,-1 0 0,-1 0 0,1 1 0,0-1 0,-1 0 0,1 1 0,-1-1 0,0 1 0,-2-4 0,0 2 0,0 0 0,0 0 0,-1 0 0,1 1 0,-1-1 0,0 1 0,1 0 0,-2 1 0,1-1 0,0 1 0,0 0 0,-1 0 0,-7-1 0,12 2 0,-1 1 0,0 0 0,0 0 0,0-1 0,0 1 0,1 1 0,-1-1 0,0 0 0,0 0 0,0 1 0,1-1 0,-1 1 0,0-1 0,0 1 0,1 0 0,-1 0 0,1-1 0,-1 1 0,0 0 0,-1 2 0,1 0 0,0-1 0,0 1 0,0 0 0,0-1 0,1 1 0,-1 0 0,1 0 0,0 0 0,0 0 0,-2 6 0,1 4 0,0-1 0,1 1 0,1 0 0,1 23 0,0-29 0,1 1 0,0-1 0,0 1 0,0-1 0,1 0 0,0 0 0,0 0 0,1 0 0,0-1 0,0 1 0,0-1 0,1 0 0,0 0 0,0-1 0,1 1 0,0-1 0,0-1 0,6 6 0,5 1 0,0-1 0,0-1 0,1 0 0,0-1 0,37 10 0,-40-14 0,0-1 0,27 4 0,-37-7 0,0 0 0,0 0 0,1 0 0,-1 0 0,0-1 0,0 0 0,0 0 0,0 0 0,0-1 0,0 1 0,0-1 0,4-3 0,-6 3-52,-1 0-1,0 0 1,0 0-1,0-1 1,0 1-1,-1 0 1,1-1-1,0 0 1,-1 1-1,0-1 1,0 0-1,0 0 1,0 1-1,0-1 1,0 0-1,-1 0 1,1 0-1,-1 0 1,0 0-1,0 0 0,0 0 1,-1 0-1,1 0 1,0 0-1,-2-4 1,-2-3-6774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2.1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316 91 24575,'-41'-19'0,"12"4"0,-2 1 0,1 2 0,-61-16 0,87 27 0,-1 1 0,1-1 0,0 1 0,0 0 0,0 0 0,0 0 0,-1 0 0,1 1 0,0 0 0,-7 2 0,8-2 0,1 0 0,0 0 0,0 0 0,0 1 0,0-1 0,0 1 0,0 0 0,0-1 0,0 1 0,1 0 0,-1 0 0,1 0 0,-1 0 0,1 0 0,0 0 0,0 0 0,0 1 0,0-1 0,-1 3 0,0 5 0,0 0 0,1 0 0,0 0 0,1 0 0,0-1 0,0 1 0,1 0 0,3 17 0,4 6 0,13 37 0,0-14 0,2-2 0,2-1 0,3-1 0,2-1 0,2-1 0,3-2 0,1-1 0,44 42 0,-61-67 0,23 21 0,-39-40 0,0 0 0,1 0 0,0 0 0,0-1 0,0 1 0,0-1 0,0 0 0,0 0 0,8 2 0,-11-4 5,0 0 0,0 0 0,0 0-1,0 0 1,-1 0 0,1 0 0,0 0-1,0 0 1,0 0 0,0 0 0,-1 0-1,1 0 1,0-1 0,0 1 0,0 0-1,-1-1 1,1 1 0,0-1 0,0 1-1,-1 0 1,1-1 0,0 0 0,-1 1-1,1-1 1,0-1-140,0 1 0,0-1 0,0 0 0,0 1 1,0-1-1,-1 1 0,1-1 0,-1 0 0,1 0 0,-1-1 0,2-9-6691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2.2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442 62 24575,'-27'-10'0,"-15"-3"0,-2 0 0,1 3 0,3 3 0,5 2 0,7 3 0,3 1 0,3 1 0,3 0 0,2 1 0,1-1 0,1 1 0,1-1 0,0 0 0,0 0 0,0 0 0,2 0-8191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2.5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24575,'1'21'0,"0"-1"0,2 1 0,0-1 0,2 0 0,0 0 0,1-1 0,10 22 0,-2-12 0,0 0 0,2-1 0,36 47 0,-39-58-170,0-1-1,1-1 0,1 0 1,1-1-1,0 0 0,1-2 1,22 14-1,-24-18-6655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2.6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542 123 24575,'-30'-18'0,"-15"-5"0,-5-2 0,1 4 0,4 5 0,7 6 0,5 3 0,3 5 0,2 1 0,0 2 0,3 0 0,0 2 0,0 1 0,-1 3 0,1-1 0,2 2 0,6-1-8191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3.7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24575,'256'433'0,"-235"-401"0,3 0 0,0-2 0,2-1 0,1-1 0,1-1 0,64 45 0,-88-69 0,0-1 0,0 1 0,0-1 0,0 0 0,6 2 0,-9-4 0,-1 1 0,1-1 0,0 0 0,-1 0 0,1 0 0,-1 0 0,1 0 0,0 0 0,-1 0 0,1 0 0,0 0 0,-1 0 0,1 0 0,0 0 0,-1 0 0,1 0 0,-1-1 0,1 1 0,0 0 0,-1 0 0,1-1 0,-1 1 0,1-1 0,-1 1 0,1 0 0,-1-1 0,1 1 0,-1-1 0,1 1 0,-1-1 0,0 1 0,1-1 0,-1 1 0,0-1 0,1 1 0,-1-1 0,0 0 0,0 1 0,1-1 0,-1 0 0,0 1 0,0-1 0,0 1 0,0-1 0,0 0 0,0 1 0,0-1 0,0-1 0,-1-2 0,1-1 0,0 0 0,-1 1 0,0-1 0,0 1 0,-1-1 0,-2-6 0,-18-33 0,12 26 0,2 4 0,-5-11 0,13 25 0,0 0 0,0 0 0,0 0 0,0 0 0,0 0 0,0-1 0,0 1 0,0 0 0,0 0 0,0 0 0,0-1 0,0 1 0,0 0 0,0 0 0,0 0 0,0 0 0,0-1 0,0 1 0,0 0 0,0 0 0,0 0 0,0-1 0,0 1 0,0 0 0,0 0 0,0 0 0,0 0 0,0 0 0,1-1 0,-1 1 0,0 0 0,0 0 0,0 0 0,0 0 0,0 0 0,1 0 0,-1-1 0,0 1 0,0 0 0,0 0 0,0 0 0,1 0 0,-1 0 0,0 0 0,0 0 0,0 0 0,0 0 0,1 0 0,-1 0 0,0 0 0,0 0 0,0 0 0,0 0 0,1 0 0,-1 0 0,0 0 0,0 0 0,0 0 0,1 0 0,-1 0 0,12 5 0,86 49 0,9 5 0,-77-45 0,55 19 0,-72-30 0,0 1 0,0-2 0,-1 0 0,1 0 0,1-1 0,-1-1 0,20-1 0,-30 0 0,-1 1 0,1-1 0,0 0 0,-1 0 0,1 0 0,-1 0 0,1 0 0,-1-1 0,0 1 0,1-1 0,-1 1 0,0-1 0,0 0 0,0 0 0,0 0 0,0 0 0,-1 0 0,1-1 0,-1 1 0,1 0 0,-1-1 0,0 1 0,0-1 0,0 1 0,0-1 0,-1 0 0,2-4 0,0-7 0,0 0 0,-1 0 0,-1-1 0,0-13 0,-1 19 0,1 2 0,-1 0 0,0 0 0,0 0 0,-1 0 0,1 1 0,-2-1 0,-3-8 0,5 12 0,0 1 0,-1-1 0,1 1 0,0 0 0,-1-1 0,0 1 0,1 0 0,-1 0 0,0 0 0,0 0 0,0 0 0,-1 1 0,1-1 0,0 1 0,-1-1 0,1 1 0,-1 0 0,1 0 0,-1 0 0,1 0 0,-4 0 0,4 1 0,1 0 0,0 0 0,0 0 0,-1 0 0,1 0 0,0 0 0,0 0 0,-1 0 0,1 1 0,0-1 0,0 0 0,0 1 0,-1-1 0,1 1 0,0 0 0,0-1 0,0 1 0,0 0 0,0 0 0,-1 1 0,0 0 0,1 0 0,-1 0 0,1 0 0,-1 1 0,1-1 0,0 1 0,0-1 0,0 1 0,0 3 0,-1 5 0,0 0 0,1 1 0,0 16 0,1-24 0,1 3 0,-1 1 0,1-1 0,1 1 0,-1-1 0,1 1 0,0-1 0,1 0 0,0 0 0,0 0 0,1 0 0,-1-1 0,9 11 0,-4-7 0,0-1 0,1 1 0,0-2 0,0 0 0,1 0 0,21 13 0,-28-19 0,-1 0 0,1-1 0,0 1 0,0-1 0,0 0 0,0 0 0,1 0 0,-1 0 0,0-1 0,0 1 0,1-1 0,-1 0 0,0 0 0,1 0 0,-1 0 0,0-1 0,0 1 0,5-2 0,-5 1 0,-1 0 0,1-1 0,-1 1 0,0-1 0,0 1 0,1-1 0,-1 0 0,0 0 0,-1 0 0,1 0 0,0 0 0,0 0 0,-1-1 0,0 1 0,1-1 0,-1 1 0,0-1 0,0 1 0,0-1 0,0 1 0,-1-1 0,1-4 0,0-1 0,0 0 0,0 0 0,-1 0 0,-1 0 0,1-1 0,-4-13 0,3 17 0,-1-1 0,1 1 0,-1 0 0,0-1 0,-1 1 0,1 0 0,-1 0 0,0 1 0,0-1 0,-6-6 0,8 10 0,1 0 0,-1 1 0,1-1 0,-1 1 0,0-1 0,1 1 0,-1-1 0,0 1 0,1 0 0,-1-1 0,0 1 0,0 0 0,1-1 0,-1 1 0,-1 0 0,1 0 0,1 0 0,0 0 0,-1 0 0,1 0 0,0 0 0,0 0 0,-1 0 0,1 1 0,0-1 0,-1 0 0,1 0 0,0 0 0,0 1 0,-1-1 0,1 0 0,0 0 0,0 0 0,-1 1 0,1-1 0,0 0 0,0 1 0,0-1 0,-1 0 0,1 1 0,0 1 0,-1 0 0,1-1 0,-1 1 0,1 0 0,0 0 0,0 0 0,0 0 0,0 0 0,0-1 0,0 1 0,1 3 0,1 2 11,1 0-1,-1 0 1,1 0 0,1 0-1,0 0 1,-1-1-1,2 1 1,-1-1-1,1 0 1,9 9 0,5 2-696,39 27 1,-56-43 571,10 8-6713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4.0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24575,'5'28'0,"4"14"0,6 7 0,3 3 0,0-2 0,3-3 0,0-3 0,-1-5 0,-2-4 0,0-5 0,-2-3 0,-1-3 0,-2-4 0,-2-2 0,-2-2 0,-3-4-8191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4.6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321 109 24575,'-16'-14'0,"-49"-37"0,54 43 0,0 1 0,0 1 0,-1 0 0,-15-5 0,25 10 0,-1 0 0,0 0 0,1 0 0,-1 0 0,0 1 0,0 0 0,0-1 0,1 1 0,-1 0 0,-4 1 0,6-1 0,0 1 0,-1-1 0,1 1 0,0-1 0,0 1 0,0-1 0,0 1 0,-1 0 0,1 0 0,0-1 0,1 1 0,-1 0 0,0 0 0,0 0 0,0 0 0,0 0 0,1 0 0,-1 1 0,0-1 0,1 0 0,-1 0 0,1 0 0,-1 3 0,-1 5 0,0 0 0,0 1 0,1-1 0,1 1 0,0 18 0,9 50 0,-8-71 0,9 49 0,2 0 0,3-1 0,39 94 0,-24-82 0,3-1 0,62 91 0,-94-156 0,6 10 0,0-1 0,0 0 0,1-1 0,0 1 0,16 12 0,-23-21 0,0-1 0,-1 1 0,1 0 0,0-1 0,0 1 0,0-1 0,-1 0 0,1 1 0,0-1 0,0 0 0,0 1 0,0-1 0,0 0 0,0 0 0,0 0 0,0 0 0,1 0 0,-1 0 0,-1 0 0,1-1 0,-1 1 0,0 0 0,1-1 0,-1 1 0,1 0 0,-1-1 0,0 1 0,1 0 0,-1-1 0,1 1 0,-1-1 0,0 1 0,0-1 0,1 1 0,-1 0 0,0-1 0,0 1 0,0-1 0,1 0 0,-1 0 0,0-2 0,1-1 0,-1 0 0,0 0 0,0 0 0,0 0 0,-2-6 0,-11-49 0,-23-59 0,30 96 0,4 16 0,-1 0 0,1 0 0,-1 0 0,0 0 0,0 0 0,-7-9 0,8 13 0,0 0 0,0 0 0,0 0 0,-1 0 0,1 0 0,0 0 0,-1 1 0,1-1 0,-1 1 0,0 0 0,0-1 0,1 1 0,-1 0 0,0 1 0,0-1 0,-6 0 0,-30-1-227,0 3-1,0 1 1,1 1-1,-1 3 1,-67 17-1,87-17-6598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5.2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278 1 24575,'12'18'0,"17"34"0,-26-44 0,1 0 0,-1 0 0,-1 1 0,0-1 0,0 1 0,0 0 0,-1 9 0,0-16 0,-1 0 0,0 0 0,-1 0 0,1 0 0,0-1 0,0 1 0,-1 0 0,1 0 0,-1-1 0,0 1 0,1 0 0,-1 0 0,0-1 0,0 1 0,0-1 0,0 1 0,0-1 0,-3 3 0,2-2 0,0-1 0,0 0 0,0 1 0,-1-1 0,1 0 0,-1 0 0,1 0 0,-1 0 0,1-1 0,-1 1 0,-4 0 0,-4-1 0,0 0 0,0 0 0,0-1 0,0-1 0,-12-3 0,1-1 0,0-2 0,0-1 0,1-1 0,0 0 0,-34-24 0,48 29 0,0 1 0,1-1 0,-8-8 0,12 12 0,1-1 0,-1 1 0,1-1 0,0 1 0,-1-1 0,1 0 0,0 0 0,0 1 0,0-1 0,1 0 0,-1 0 0,0 0 0,1 0 0,-1 0 0,1 0 0,-1 0 0,1-4 0,0 5 0,1 0 0,-1 0 0,0 0 0,0 0 0,1 1 0,-1-1 0,1 0 0,-1 0 0,0 1 0,1-1 0,0 0 0,-1 0 0,1 1 0,-1-1 0,1 1 0,0-1 0,-1 1 0,1-1 0,0 1 0,0-1 0,0 1 0,-1 0 0,1-1 0,0 1 0,0 0 0,1-1 0,25-2 0,-24 3 0,19 1 18,1 0-1,-1 2 1,0 1-1,42 12 1,17 3-1471,-68-17-5373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5.6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244 152 24575,'-35'-32'0,"11"8"0,-1 2 0,-47-32 0,68 51 0,0 1 0,0-1 0,0 1 0,0 0 0,-1 1 0,1-1 0,-1 1 0,0 0 0,-5-1 0,9 2 0,-1 0 0,1 0 0,-1 0 0,1 0 0,0 1 0,-1-1 0,1 1 0,-1-1 0,1 1 0,0-1 0,0 1 0,-1-1 0,1 1 0,0 0 0,0 0 0,0 0 0,0 0 0,0 0 0,0 0 0,0 0 0,0 0 0,0 0 0,0 0 0,0 0 0,1 1 0,-1-1 0,0 0 0,1 1 0,0-1 0,-1 0 0,1 1 0,0-1 0,-1 3 0,-1 8 0,1-1 0,0 1 0,0 0 0,1 0 0,2 18 0,14 62 0,-13-81 0,15 70-538,34 89 0,43 74 497,-94-242 49,62 136-234,-52-117 470,1-1-1,1 0 1,0-1-1,23 24 1,-34-40-383,0-1 0,1 0 1,-1 0-1,1 0 1,-1 0-1,1 0 0,0 0 1,3 1-1,3-1-6687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5.7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339 139 24575,'-30'-22'0,"-12"-8"0,-2 1 0,1 6 0,7 7 0,3 5 0,5 6 0,3 3 0,2 2 0,3 3 0,5 2-8191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6.6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257 1 24575,'-29'-1'0,"-74"4"0,91-2 0,0 1 0,1 0 0,0 1 0,-1 0 0,1 0 0,-17 9 0,26-11 0,0 0 0,1 0 0,-1 0 0,0 0 0,1 1 0,-1-1 0,1 0 0,-1 1 0,1-1 0,-1 1 0,1 0 0,0-1 0,0 1 0,0 0 0,0 0 0,0 0 0,0-1 0,-1 5 0,2-3 0,0 0 0,-1 0 0,1 0 0,0 0 0,1 0 0,-1 0 0,0 0 0,1 0 0,0 0 0,0 0 0,1 5 0,2 0 0,1 1 0,-1-1 0,1 0 0,1 0 0,0-1 0,0 1 0,9 7 0,0-1 0,1-1 0,1 0 0,23 12 0,60 27 0,-16-9 0,-47-22 0,60 35 0,-95-55 0,0 1 0,1-1 0,-1 1 0,0 0 0,0-1 0,-1 1 0,1 0 0,0 0 0,-1 0 0,1 1 0,-1-1 0,2 3 0,-3-4 0,0 0 0,1 1 0,-1-1 0,0 0 0,0 0 0,0 0 0,0 0 0,0 0 0,0 0 0,-1 0 0,1 0 0,0 1 0,-1-1 0,1 0 0,0 0 0,-1 0 0,1 0 0,-1 0 0,0 0 0,1-1 0,-1 1 0,0 0 0,1 0 0,-1 0 0,0-1 0,0 1 0,0 0 0,0-1 0,0 1 0,-2 1 0,-2 1 0,-1 0 0,0-1 0,0 1 0,0-1 0,0 0 0,-1 0 0,1-1 0,-11 1 0,-55 0 0,54-2 0,-178-2-1365,182 2-5461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7.6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174 15 24575,'-27'-5'0,"-13"1"0,0 1 0,2 1 0,9 1-8191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8.1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150 249 24575,'22'159'0,"-16"-131"0,2-1 0,0 1 0,21 41 0,-21-55 0,-5-10 0,-4-9 0,-8-19 0,-27-44 0,14 27 0,4 6 0,-26-50 0,-41-113 0,84 197 0,-4-14 0,-5-22 0,9 33 0,1 0 0,-1 0 0,1-1 0,0 1 0,0 0 0,0 0 0,0 0 0,1 0 0,0 0 0,2-8 0,-3 11 0,1 0 0,0 0 0,-1 0 0,1 0 0,0 0 0,0 0 0,0 0 0,-1 0 0,1 1 0,0-1 0,0 0 0,0 1 0,0-1 0,0 1 0,1-1 0,-1 1 0,0-1 0,0 1 0,0 0 0,0-1 0,0 1 0,1 0 0,-1 0 0,0 0 0,0 0 0,0 0 0,1 0 0,-1 0 0,0 1 0,2-1 0,4 2 0,-1 0 0,1 0 0,12 5 0,65 38 0,-70-37 0,-1 1 0,-1 1 0,0 0 0,12 12 0,-20-18 0,-1 0 0,1 1 0,-1-1 0,0 1 0,-1 0 0,1 0 0,-1 0 0,0 0 0,0 0 0,0 1 0,0 4 0,-1-8 0,-1 1 0,0-1 0,0 0 0,1 0 0,-2 0 0,1 0 0,0 0 0,0 1 0,-1-1 0,1 0 0,-1 0 0,0 0 0,1 0 0,-1 0 0,0 0 0,0 0 0,0-1 0,-1 1 0,1 0 0,0 0 0,-1-1 0,1 1 0,-1-1 0,1 1 0,-1-1 0,0 0 0,0 0 0,1 0 0,-1 0 0,-4 2 0,-3 0 0,0 0 0,0-1 0,0 0 0,-1 0 0,1-1 0,-1 0 0,1-1 0,-10 0 0,-3-2 0,1 0 0,-31-8 0,28 4-1365,5 0-5461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8.4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24575,'5'28'0,"5"16"0,-1 6 0,0 0 0,-1-5 0,2-3 0,-1-5 0,1-4 0,0-2 0,2-1 0,1-4 0,1-3 0,0-3 0,-2-3 0,0-4 0,-3-2 0,0-2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8.8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209 60 24575,'-32'-9'0,"9"1"0,-1 2 0,1 1 0,-48-4 0,69 9 0,1-1 0,-1 1 0,1 0 0,-1 1 0,1-1 0,-1 0 0,1 0 0,-1 1 0,1-1 0,-1 0 0,1 1 0,-1 0 0,1-1 0,0 1 0,-1 0 0,1 0 0,0 0 0,-1-1 0,1 1 0,0 1 0,-2 1 0,3-2 0,-1 1 0,1-1 0,-1 1 0,1-1 0,-1 1 0,1-1 0,0 1 0,0 0 0,0-1 0,0 1 0,0-1 0,0 1 0,1-1 0,-1 1 0,0-1 0,1 1 0,-1-1 0,1 1 0,0-1 0,-1 1 0,2 1 0,8 12 0,1 1 0,0-2 0,1 0 0,1 0 0,0-1 0,1 0 0,17 11 0,-23-18 0,0 0 0,1-1 0,-1 0 0,1 0 0,0-1 0,15 4 0,-18-6 0,1 0 0,-1-1 0,1 0 0,-1 0 0,1-1 0,-1 0 0,1 0 0,-1 0 0,1-1 0,-1 0 0,7-1 0,-10 1 0,-1 0 0,1 0 0,-1 0 0,0 0 0,1-1 0,-1 1 0,0 0 0,0-1 0,0 0 0,0 1 0,0-1 0,0 0 0,0 0 0,-1 0 0,1 0 0,1-3 0,-1 1 0,0 0 0,-1-1 0,1 1 0,-1 0 0,0 0 0,0-1 0,0 1 0,-1-10 0,0 5 0,0-1 0,-1 0 0,-1 0 0,0 1 0,0-1 0,0 1 0,-2-1 0,-3-8 0,4 10 0,-1 2 0,1-1 0,-1 0 0,-1 1 0,1 0 0,-1 0 0,-9-9 0,14 14 0,0 1 0,0 0 0,0 0 0,-1 0 0,1 0 0,0-1 0,0 1 0,0 0 0,-1 0 0,1 0 0,0 0 0,0 0 0,0 0 0,-1-1 0,1 1 0,0 0 0,0 0 0,-1 0 0,1 0 0,0 0 0,0 0 0,-1 0 0,1 0 0,0 0 0,0 0 0,-1 0 0,1 0 0,0 0 0,0 0 0,0 1 0,-1-1 0,1 0 0,-1 8 0,6 11 0,5 1 0,1 0 0,0-1 0,2 0 0,0-1 0,16 16 0,-19-21-120,-5-7 7,-1 1 0,1-2 0,1 1-1,-1 0 1,1-1 0,0 0 0,0-1 0,0 1-1,1-1 1,7 4 0,-2-4-6713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49.2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11 24575,'38'29'0,"65"37"0,-101-65 0,5 3 0,0-1 0,1 1 0,-1-1 0,1 0 0,0-1 0,0 0 0,-1 0 0,17 1 0,-21-3 0,0 1 0,1-1 0,-1 0 0,1-1 0,-1 1 0,0-1 0,1 0 0,-1 1 0,0-1 0,0-1 0,1 1 0,-1 0 0,0-1 0,0 0 0,0 1 0,-1-1 0,1 0 0,0-1 0,-1 1 0,1 0 0,-1-1 0,0 1 0,3-5 0,-2 1 0,1-1 0,-1 0 0,-1 0 0,1 0 0,-1-1 0,0 1 0,-1 0 0,1-9 0,2-8 0,-4 24 0,0 0 0,0 0 0,0 0 0,0 0 0,0 0 0,0 0 0,0 0 0,0-1 0,0 1 0,0 0 0,0 0 0,0 0 0,0 0 0,0 0 0,0 0 0,0 0 0,0 0 0,0 0 0,0 0 0,1 0 0,-1 0 0,0 0 0,0 0 0,0 0 0,0 0 0,0 0 0,0-1 0,0 1 0,0 0 0,0 0 0,0 0 0,0 0 0,0 0 0,0 0 0,1 0 0,-1 0 0,0 0 0,0 0 0,0 0 0,0 0 0,0 0 0,0 0 0,0 0 0,0 0 0,0 1 0,0-1 0,0 0 0,0 0 0,1 0 0,-1 0 0,0 0 0,0 0 0,0 0 0,6 5 0,6 12 0,-9-14 0,1 4 15,2-2 0,-1 1 0,1 0 0,-1-1 0,2 0 0,-1-1 0,10 6 0,-1-2-510,0-1 0,23 7 0,-26-10-6331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50.1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145 133 24575,'-3'-5'0,"-11"-17"0,13 21 0,0 0 0,1 0 0,-1 0 0,0 0 0,0 0 0,0 1 0,0-1 0,0 0 0,0 0 0,0 1 0,0-1 0,0 1 0,0-1 0,-1 1 0,-1-1 0,4 1 0,-1 0 0,0 0 0,0 0 0,1 0 0,-1 0 0,0 0 0,0 0 0,1 0 0,-1 0 0,0 1 0,0-1 0,0 0 0,1 0 0,-1 0 0,0 0 0,0 1 0,0-1 0,0 0 0,1 0 0,-1 0 0,0 1 0,0-1 0,0 0 0,0 0 0,0 0 0,0 1 0,0-1 0,0 0 0,1 0 0,-1 1 0,0-1 0,0 0 0,0 0 0,0 1 0,0-1 0,0 0 0,0 0 0,-1 1 0,1-1 0,0 0 0,0 0 0,0 1 0,0-1 0,0 0 0,0 0 0,0 0 0,0 1 0,-1-1 0,1 0 0,0 0 0,0 0 0,0 1 0,0-1 0,-1 0 0,1 0 0,0 0 0,0 0 0,0 0 0,-1 1 0,1-1 0,0 0 0,0 0 0,-1 0 0,1 0 0,3 0 0,1 0 0,-1 0 0,0-1 0,1 1 0,-1-1 0,0 0 0,1 0 0,-1 0 0,0 0 0,4-2 0,-4 1 0,-1 1 0,1 0 0,-1 0 0,0-1 0,1 1 0,-1-1 0,0 0 0,0 0 0,0 0 0,0 0 0,0 0 0,-1 0 0,3-4 0,-4 5 0,0-1 0,1 0 0,-1 1 0,0-1 0,0 0 0,0 0 0,0 1 0,0-1 0,-1 0 0,1 1 0,0-1 0,-1 0 0,0 1 0,1-1 0,-1 1 0,0-1 0,1 1 0,-1-1 0,0 1 0,0-1 0,0 1 0,-1 0 0,1-1 0,0 1 0,0 0 0,-1 0 0,1 0 0,-3-1 0,0-1 0,-1 0 0,0 0 0,0 0 0,0 1 0,0-1 0,0 2 0,-10-4 0,11 5 0,1 0 0,0-1 0,0 1 0,-1 1 0,1-1 0,0 0 0,-1 1 0,1 0 0,0-1 0,0 1 0,0 1 0,0-1 0,0 0 0,0 1 0,0-1 0,0 1 0,1 0 0,-1 0 0,1 0 0,-1 0 0,1 1 0,0-1 0,0 1 0,0-1 0,0 1 0,0 0 0,-1 2 0,-3 6 0,0 1 0,1-1 0,1 1 0,0 0 0,-5 22 0,9-29 0,-1 1 0,1-1 0,0 1 0,0-1 0,1 1 0,0-1 0,0 1 0,0-1 0,1 0 0,-1 1 0,1-1 0,0 0 0,1 0 0,-1 0 0,5 5 0,0 1 0,1 1 0,1-2 0,0 1 0,20 17 0,-16-18 0,0-1 0,0 0 0,1 0 0,0-2 0,18 8 0,-6-5 0,1-1 0,30 6 0,-27-10 0,0-1 0,0-1 0,0-2 0,51-4 0,-77 3-124,-1 0 0,0 0 0,0-1 0,1 0 0,-1 0 0,0 0-1,0 0 1,0 0 0,0-1 0,4-1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52.3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562 2 24575,'0'0'0,"0"0"0,1 0 0,-1 0 0,0 0 0,0 0 0,0-1 0,1 1 0,-1 0 0,0 0 0,0 0 0,0 0 0,1 0 0,-1 0 0,0 0 0,0 0 0,0 0 0,1 0 0,-1 0 0,0 0 0,0 0 0,1 0 0,-1 0 0,0 0 0,0 0 0,0 0 0,1 0 0,-1 0 0,0 0 0,0 0 0,0 0 0,1 0 0,-1 1 0,0-1 0,0 0 0,0 0 0,0 0 0,1 0 0,-1 0 0,0 1 0,0-1 0,0 0 0,8 13 0,0 15 0,-2-3 0,-2-12 0,-1 1 0,0 0 0,-1-1 0,0 1 0,-1 14 0,-2-25 0,1 0 0,0-1 0,-1 1 0,0 0 0,1 0 0,-1-1 0,0 1 0,0-1 0,-1 1 0,1-1 0,-1 1 0,1-1 0,-1 0 0,0 0 0,1 1 0,-4 1 0,2-1 0,-1 0 0,0-1 0,0 1 0,0-1 0,-1 0 0,1 0 0,0-1 0,-9 3 0,-5-1 0,1 0 0,-1-2 0,-34 0 0,49-1 0,-23-2 0,1-2 0,0 0 0,1-1 0,-1-2 0,-26-11 0,16 7 0,32 10 0,0 0 0,-1 1 0,1-1 0,0 1 0,-1 0 0,1 0 0,-1 0 0,1 0 0,0 1 0,-1-1 0,1 1 0,0 0 0,-1 0 0,1 0 0,0 0 0,0 1 0,0-1 0,0 1 0,-4 3 0,1-1 0,0 1 0,1 0 0,-1 0 0,1 1 0,0 0 0,0 0 0,-6 11 0,-8 13 0,10-16 0,0 1 0,1 1 0,-11 25 0,16-32 0,-24 81 0,24-77 0,1-1 0,0 1 0,1 0 0,0-1 0,2 18 0,-1-28 0,0 1 0,1-1 0,-1 1 0,1-1 0,0 0 0,0 0 0,0 1 0,0-1 0,0 0 0,0 0 0,1 0 0,-1 0 0,1 0 0,-1 0 0,1-1 0,0 1 0,0 0 0,0-1 0,0 1 0,0-1 0,0 0 0,0 0 0,0 0 0,0 0 0,1 0 0,3 1 0,5 1 0,1-1 0,0 0 0,0-1 0,14 0 0,-19 0 0,12-1 0,72 1 0,-81-2 0,0 0 0,-1 0 0,1-1 0,-1 0 0,0-1 0,0 0 0,12-6 0,-19 8 0,1 0 0,-1 0 0,0-1 0,0 1 0,0-1 0,0 0 0,0 1 0,0-1 0,0 0 0,0 0 0,-1 0 0,1 0 0,-1-1 0,0 1 0,1 0 0,-1-1 0,0 1 0,0-1 0,0 1 0,-1-1 0,1 1 0,-1-1 0,1 1 0,-1-1 0,0 0 0,0 1 0,0-1 0,0 0 0,-1 1 0,1-1 0,-1 1 0,1-1 0,-1 1 0,0-1 0,0 1 0,0-1 0,-1 1 0,1 0 0,0 0 0,-1-1 0,1 1 0,-1 0 0,0 0 0,0 0 0,0 1 0,0-1 0,-4-2 0,-2-2 0,-1 1 0,0 1 0,0 0 0,0 0 0,0 1 0,-1 0 0,0 0 0,1 1 0,-16-1 0,5 1 0,1 2 0,-1 0 0,-35 5 0,13 4-1365,26-3-5461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53.3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489 17 24575,'10'-14'0,"-12"11"0,-8 5 0,-26 12 0,-48 26 0,8-2 0,51-26 0,1 2 0,1 0 0,-34 28 0,13-9 0,26-21 0,-1-1 0,0-1 0,-26 11 0,44-21 0,-1 0 0,1 1 0,0-1 0,0 1 0,0-1 0,0 1 0,0-1 0,0 1 0,0 0 0,0 0 0,0-1 0,1 1 0,-1 0 0,0 0 0,0 1 0,1-2 0,0 1 0,0 0 0,0-1 0,0 1 0,1-1 0,-1 1 0,0-1 0,1 1 0,-1-1 0,0 1 0,1-1 0,-1 1 0,0-1 0,1 1 0,-1-1 0,1 0 0,-1 1 0,1-1 0,-1 0 0,1 1 0,-1-1 0,1 0 0,-1 0 0,1 0 0,-1 1 0,1-1 0,0 0 0,-1 0 0,1 0 0,0 0 0,117 35 0,-50-17 0,-46-11 0,333 89 0,-354-96 10,1 1 0,-1-1 0,0 0 0,0 0 0,0 1 0,1-1 0,-1 0 0,0 0 0,0 0 0,1 0 0,1-1 0,-3 1-88,0-1 0,-1 0 0,1 1-1,0-1 1,-1 0 0,1 1 0,-1-1 0,1 1 0,-1-1-1,1 1 1,-1-1 0,1 1 0,-1-1 0,1 1 0,-1-1-1,0 1 1,1 0 0,-2-1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29:53.9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398 135 24575,'1'-4'0,"6"-18"0,11-26 0,-16 43 0,0 0 0,1 0 0,0 0 0,0 0 0,0 1 0,0 0 0,1-1 0,0 1 0,0 0 0,8-6 0,-10 9 0,-1 1 0,1-1 0,0 0 0,0 1 0,-1 0 0,1-1 0,0 1 0,0 0 0,0 0 0,-1 0 0,1 0 0,0 0 0,0 0 0,0 0 0,0 1 0,-1-1 0,1 1 0,0-1 0,0 1 0,-1 0 0,1 0 0,-1 0 0,1-1 0,0 2 0,-1-1 0,0 0 0,1 0 0,1 2 0,4 5 0,1-1 0,-2 1 0,11 14 0,2 7 0,-1 0 0,0 2 0,24 63 0,-36-77 0,0 1 0,-2 0 0,0 0 0,-1 1 0,0-1 0,-2 0 0,0 1 0,-1 0 0,-3 22 0,1-32 0,1 1 0,-2 0 0,1-1 0,-2 0 0,1 1 0,-1-1 0,0-1 0,-9 14 0,9-17 0,0 0 0,0 0 0,0 0 0,0-1 0,-1 0 0,0 0 0,1 0 0,-2-1 0,1 1 0,0-1 0,-1-1 0,1 1 0,-1-1 0,-11 3 0,0-1 0,0-2 0,0 0 0,-1-1 0,1-1 0,0 0 0,-1-2 0,1 0 0,0 0 0,0-2 0,-25-8 0,11 1 0,0-1 0,1-2 0,0-1 0,-43-30 0,56 34 0,1-1 0,1 0 0,0-1 0,0-1 0,-22-29 0,33 38 0,0 0 0,1-1 0,-1 0 0,1 0 0,0 0 0,1 0 0,-1 0 0,1 0 0,1-1 0,-1 1 0,1-1 0,0 0 0,1 1 0,-1-1 0,1 0 0,1 1 0,-1-1 0,1 1 0,0-1 0,1 1 0,1-7 0,1 3 14,1 0-1,0 1 0,0 0 0,1 0 1,0 0-1,0 1 0,1 0 1,13-13-1,-1 5-508,0 0 0,32-20 0,-29 23-6331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00.9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687 1 24575,'14'0'0,"-11"0"0,-9 0 0,-12 1 0,0 2 0,1 0 0,-1 1 0,-32 11 0,26-7 0,8-3 0,-1 1 0,1 1 0,0 1 0,0 0 0,1 1 0,0 0 0,0 1 0,1 1 0,-17 17 0,13-10 0,0-1 0,-1 0 0,-1-1 0,-1-1 0,0-1 0,-1-1 0,-1-1 0,0-1 0,0-1 0,-29 8 0,51-17 0,-55 12 0,51-12 0,0 0 0,-1-1 0,1 0 0,0 0 0,0 0 0,0 0 0,0-1 0,-10-2 0,15 3 0,0 0 0,-1 0 0,1 0 0,0 0 0,-1 0 0,1 0 0,0 0 0,-1 0 0,1 0 0,0 0 0,-1-1 0,1 1 0,0 0 0,-1 0 0,1 0 0,0 0 0,0-1 0,-1 1 0,1 0 0,0 0 0,0-1 0,-1 1 0,1 0 0,0 0 0,0-1 0,0 1 0,0 0 0,-1-1 0,1 1 0,0 0 0,0-1 0,0 1 0,0 0 0,0-1 0,0 1 0,0 0 0,0-1 0,0 1 0,0 0 0,0-1 0,0 1 0,0 0 0,0-1 0,0 1 0,0 0 0,0-1 0,1 1 0,-1 0 0,0-1 0,0 1 0,0 0 0,0 0 0,1-1 0,-1 1 0,0 0 0,0 0 0,1-1 0,0 0 0,1 0 0,-1-1 0,1 1 0,-1 0 0,1 0 0,0 0 0,0 1 0,2-2 0,1 1 0,-1 0 0,1 1 0,-1-1 0,1 1 0,-1 0 0,1 1 0,8 1 0,33 10 0,-20-5 0,154 48 0,-77-27 0,55 15 0,-130-37 0,34 14 0,-62-20 1,0 0 0,0 0 0,0 0 0,0 0 0,0 0 0,0 0 0,0 0 0,0 0 0,0 0 0,0 1 0,0-1 0,0 0 0,0 0 0,0 0 0,0 0 0,0 0 0,0 0 0,0 0 0,0 0 0,0 0 0,0 0 0,0 0 0,0 1 0,0-1 0,0 0 0,0 0 0,0 0-1,0 0 1,0 0 0,0 0 0,0 0 0,0 0 0,0 0 0,0 0 0,0 0 0,0 0 0,0 1 0,0-1 0,0 0 0,0 0 0,0 0 0,0 0 0,0 0 0,1 0 0,-1 0 0,-9 1-1148,9-1 884,-10 0-6563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02.6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 1 24575,'0'52'0,"9"69"0,-5-84 0,0 75 0,-13 38 0,0 11 0,19 195 0,-1-279 0,-4-44 0,-1 1 0,-1 0 0,-4 38 0,1-70 6,0 0 0,0 0 0,0 0 0,0 0 0,-1 0 0,1 0 0,-1-1 0,0 1 0,1 0 0,-1 0 0,0-1 0,0 1 0,0 0 0,0-1 0,0 1 0,-1-1 0,1 0 0,0 1 0,-3 1 0,2-2-61,1-1 0,0 1 0,-1-1 0,1 0 0,-1 1 0,1-1 0,0 0 0,-1 0 0,1 0 0,-1 0 0,1 0 0,-1-1 0,1 1 0,0 0 0,-1-1 0,1 1 0,0 0 0,-1-1 0,1 0 0,0 1 0,-1-1 0,1 0 0,0 0 0,0 0 0,0 1 0,-1-3 0,-8-5-6771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03.6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 3 24575,'-1'0'0,"1"0"0,0 0 0,0-1 0,0 1 0,0 0 0,0 0 0,-1 0 0,1 0 0,0-1 0,0 1 0,0 0 0,0 0 0,-1 0 0,1 0 0,0 0 0,0 0 0,-1 0 0,1 0 0,0-1 0,0 1 0,0 0 0,-1 0 0,1 0 0,0 0 0,0 0 0,-1 0 0,1 0 0,0 0 0,0 1 0,0-1 0,-1 0 0,1 0 0,0 0 0,0 0 0,-1 0 0,-3 9 0,4 12 0,65 291 0,-31-163 0,-29-126 0,6 36 0,-10-55-1365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04.4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198 46 24575,'-2'-2'0,"0"0"0,0 0 0,1 0 0,-1 0 0,1 0 0,-1 0 0,1 0 0,0-1 0,-2-2 0,3 4 0,0 0 0,0 1 0,0-1 0,0 0 0,0 0 0,0 1 0,0-1 0,0 0 0,0 1 0,1-1 0,-1 0 0,0 1 0,0-1 0,1 0 0,-1 1 0,0-1 0,0 1 0,1-1 0,-1 1 0,1-1 0,-1 0 0,1 1 0,-1 0 0,1-1 0,-1 1 0,1-1 0,-1 1 0,1-1 0,-1 1 0,1 0 0,0 0 0,-1-1 0,1 1 0,0 0 0,-1 0 0,1 0 0,0 0 0,0-1 0,3 0 0,-7 0 0,-13 3 0,-23 3 0,14-1 0,1-1 0,-1-1 0,-32-1 0,104-13 0,-24 11 0,0 0 0,-1 2 0,1 1 0,29 6 0,-39-6 0,2 3 0,-11-1 0,-11-1 0,-13 0 0,0-1 0,0-1 0,-34-2 0,-12 0 0,41 3-1365,4 1-5461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05.4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329 43 24575,'-37'-13'0,"-61"-11"0,85 22 0,0 0 0,0 1 0,0 0 0,0 1 0,-1 1 0,1 0 0,0 1 0,-20 4 0,30-4 0,0-1 0,0 0 0,-1 0 0,1 1 0,0 0 0,0 0 0,1 0 0,-1 0 0,0 0 0,1 0 0,-1 1 0,1-1 0,-1 1 0,1 0 0,0-1 0,0 1 0,-1 4 0,2-5 0,0 1 0,0 0 0,0 0 0,0-1 0,1 1 0,-1 0 0,1 0 0,0 0 0,0 0 0,0 0 0,0 0 0,0-1 0,1 1 0,-1 0 0,1 0 0,0 0 0,0-1 0,0 1 0,0 0 0,0-1 0,3 4 0,0 1 0,1-1 0,1 0 0,-1 0 0,1 0 0,0-1 0,0 1 0,10 5 0,53 29 0,-48-28 0,114 51 0,-43-22 0,-87-39 0,0 1 0,0 0 0,0 0 0,0 1 0,0-1 0,-1 1 0,6 5 0,-9-8 0,-1 0 0,1 0 0,0 0 0,-1 0 0,1 0 0,-1 0 0,1 0 0,-1 0 0,1 0 0,-1 0 0,1 0 0,-1 0 0,0 0 0,0 0 0,0 1 0,0-1 0,0 0 0,0 0 0,0 0 0,0 0 0,0 0 0,0 1 0,0-1 0,-1 0 0,1 0 0,-1 0 0,1 0 0,-1 0 0,1 0 0,-1 0 0,1 0 0,-1 0 0,0 0 0,1 0 0,-1 0 0,0-1 0,0 1 0,0 0 0,0 0 0,0-1 0,0 1 0,0-1 0,-1 1 0,-5 3 0,1 0 0,-1-1 0,-1 0 0,1 0 0,0-1 0,-1 1 0,1-2 0,-16 3 0,-5-2 0,-31-2 0,40 0 0,-21 0 0,-46-2 0,74 0-1365,3-1-5461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06.5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24575,'1'23'0,"1"1"0,0-1 0,2 0 0,8 27 0,37 86 0,-38-114 0,6 19 0,-15-38 0,-2 0 0,1 0 0,0 0 0,-1 0 0,1 0 0,-1 0 0,0 1 0,0-1 0,0 0 0,-1 6 0,1-9 3,0 0 0,0 1-1,0-1 1,-1 1 0,1-1 0,0 0-1,0 1 1,0-1 0,0 0-1,-1 1 1,1-1 0,0 0 0,0 1-1,0-1 1,-1 0 0,1 1 0,0-1-1,-1 0 1,1 0 0,0 1-1,0-1 1,-1 0 0,1 0 0,-1 0-1,1 0 1,0 1 0,-1-1-1,1 0 1,0 0 0,-1 0 0,1 0-1,-1 0 1,1 0 0,0 0 0,-1 0-1,1 0 1,0 0 0,-1 0-1,1 0 1,-1 0 0,-13-9-1480,7 1-5349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06.8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650 10 24575,'0'-1'0,"0"1"0,0-1 0,0 1 0,0-1 0,0 1 0,-1 0 0,1-1 0,0 1 0,0-1 0,-1 1 0,1 0 0,0-1 0,0 1 0,-1 0 0,1-1 0,0 1 0,-1 0 0,1-1 0,-1 1 0,1 0 0,0 0 0,-1-1 0,1 1 0,-1 0 0,1 0 0,-1 0 0,1 0 0,-1 0 0,1 0 0,-1-1 0,1 1 0,0 0 0,-1 0 0,0 1 0,-20 0 0,16-1 0,-226 17 0,155-12-455,0-3 0,-137-15 0,197 11-6371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07.5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311 27 24575,'1'-1'0,"-1"0"0,0-1 0,1 1 0,-1 0 0,1-1 0,0 1 0,-1 0 0,1-1 0,0 1 0,0 0 0,0 0 0,0 0 0,0 0 0,0 0 0,0 0 0,0 0 0,0 0 0,1 0 0,-1 1 0,0-1 0,0 0 0,1 1 0,-1-1 0,1 1 0,-1 0 0,0-1 0,3 1 0,-2 0 0,0 0 0,0 1 0,-1-1 0,1 0 0,0 1 0,0 0 0,-1-1 0,1 1 0,-1 0 0,1 0 0,-1 0 0,1 0 0,-1 0 0,1 0 0,-1 1 0,0-1 0,0 0 0,0 1 0,0-1 0,0 1 0,0-1 0,1 3 0,0-1 0,0 1 0,-1-1 0,1 1 0,-1-1 0,0 1 0,0-1 0,0 1 0,0 0 0,-1-1 0,0 1 0,0 0 0,0 0 0,0-1 0,0 1 0,-1 0 0,1-1 0,-1 1 0,-3 7 0,1-3 0,-1-1 0,-1 1 0,0-1 0,0 1 0,0-1 0,-13 11 0,-5 7 0,-1-2 0,1 2 0,1 1 0,-36 54 0,42-48 0,2 1 0,1 0 0,-12 49 0,-22 53 0,43-126-151,0-2-1,-1 1 0,0 0 0,0-1 1,-1 0-1,0 0 0,0-1 1,-15 12-1,12-11-6674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08.2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61 24575,'2'-4'0,"0"0"0,1 0 0,-1 0 0,1 1 0,0-1 0,0 1 0,0 0 0,0-1 0,0 2 0,1-1 0,0 0 0,-1 1 0,1-1 0,0 1 0,0 0 0,0 0 0,1 1 0,4-2 0,-1 1 0,0 1 0,1 0 0,-1 0 0,1 1 0,-1 0 0,0 1 0,1 0 0,14 3 0,11 1 0,-27-5 0,1 1 0,-1 0 0,0 0 0,0 1 0,0-1 0,0 2 0,0-1 0,8 5 0,-13-5 0,0-1 0,0 1 0,-1 0 0,1 0 0,-1 0 0,1 0 0,-1 0 0,0 0 0,0 0 0,0 0 0,0 1 0,0-1 0,-1 0 0,1 1 0,-1-1 0,1 0 0,-1 1 0,0-1 0,0 1 0,0-1 0,0 0 0,0 1 0,0-1 0,-2 4 0,0 4 0,0 0 0,-1 1 0,-1-2 0,-5 13 0,-2-1 0,0-1 0,-2 0 0,0-1 0,-24 25 0,31-38 0,0 0 0,0-1 0,-1 0 0,-11 6 0,-13 10 0,31-21 0,0 0 0,0 1 0,-1-1 0,1 0 0,0 0 0,0 0 0,0 0 0,-1 0 0,1 1 0,0-1 0,0 0 0,0 0 0,0 1 0,-1-1 0,1 0 0,0 0 0,0 0 0,0 1 0,0-1 0,0 0 0,0 0 0,0 1 0,0-1 0,0 0 0,0 1 0,0-1 0,0 0 0,0 0 0,0 1 0,0-1 0,0 0 0,0 0 0,0 1 0,0-1 0,9 5 0,17-3 0,-25-2 0,167 0 100,-74-1-1565,-79 1-5361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09.2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47 24575,'-9'-45'0,"9"45"0,0 0 0,0 0 0,-1 0 0,1 0 0,0 0 0,0 0 0,0 0 0,0 0 0,0 0 0,0 0 0,0 0 0,0 0 0,0 1 0,0-1 0,0 0 0,0 0 0,-1 0 0,1 0 0,0-1 0,0 1 0,0 0 0,0 0 0,0 0 0,0 0 0,0 0 0,0 0 0,0 0 0,0 0 0,0 0 0,0 0 0,0 0 0,-1 0 0,1 0 0,0 0 0,0 0 0,0 0 0,0 0 0,0 0 0,0 0 0,0 0 0,0 0 0,0 0 0,0-1 0,0 1 0,0 0 0,0 0 0,0 0 0,0 0 0,0 0 0,0 0 0,0 0 0,0 0 0,0 0 0,0 0 0,0-1 0,-2 12 0,0 17 0,-6 125 0,3-89 0,4 111 0,16-10 0,-8-76 0,-2-54 0,-2 41 0,10-155 0,-12 15 0,-8-77 0,-1 3 0,9-221 0,-1 406 0,2 176 0,16-1 0,3-66 0,-20-149-227,-1 0-1,0-1 1,0 1-1,0 0 1,-3 10-1,0-4-6598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0.0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24 24575,'6'-3'0,"0"0"0,0 0 0,0 0 0,0 1 0,0 0 0,0 0 0,1 0 0,-1 1 0,1 0 0,-1 0 0,1 1 0,-1 0 0,1 0 0,-1 0 0,11 3 0,6 2 0,0 1 0,44 18 0,-34-11 0,157 49 0,276 55 0,-435-111 0,5 0 0,-1 2 0,0 2 0,58 24 0,-92-34-28,1 1 1,-1-1-1,0 1 0,0 0 0,1-1 0,-1 1 0,0 0 0,0 0 0,0 0 1,0 0-1,0 0 0,0 0 0,0 1 0,0-1 0,0 0 0,-1 0 1,1 1-1,0-1 0,-1 0 0,1 1 0,-1-1 0,1 0 0,-1 1 1,0-1-1,0 1 0,1-1 0,-1 1 0,0-1 0,0 1 0,-1-1 1,1 1-1,0-1 0,0 0 0,-1 1 0,1-1 0,-1 1 0,1-1 0,-1 0 1,0 1-1,1-1 0,-1 0 0,0 0 0,0 0 0,0 1 0,0-1 1,0 0-1,0 0 0,-2 1 0,-7 5-6798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0.8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48 143 24575,'12'-17'0,"0"1"0,0 0 0,17-16 0,-23 26 0,0 1 0,1 0 0,-1 0 0,1 1 0,0 0 0,0 0 0,0 0 0,0 1 0,1 0 0,14-3 0,-11 3 0,-5 1 0,0 0 0,1 0 0,11-1 0,-17 3 0,0 0 0,-1 0 0,1 0 0,-1 0 0,1 0 0,0 0 0,-1 0 0,1 0 0,-1 0 0,1 0 0,0 0 0,-1 1 0,1-1 0,-1 0 0,1 0 0,-1 0 0,1 1 0,-1-1 0,1 0 0,-1 1 0,1-1 0,-1 0 0,1 1 0,-1-1 0,0 1 0,1-1 0,-1 1 0,1-1 0,-1 1 0,0-1 0,0 1 0,1-1 0,-1 1 0,0-1 0,0 1 0,0-1 0,1 1 0,-1 0 0,0-1 0,0 1 0,0-1 0,0 1 0,0 0 0,0-1 0,0 1 0,-1-1 0,1 1 0,0-1 0,0 1 0,0 0 0,-1 0 0,1 1 0,-1 0 0,0-1 0,0 1 0,0 0 0,0 0 0,0-1 0,0 1 0,-1-1 0,1 1 0,0-1 0,-1 0 0,1 1 0,-1-1 0,0 0 0,1 0 0,-1 0 0,0 0 0,0 0 0,1 0 0,-1-1 0,-3 2 0,-5 0 0,-1 0 0,-20 2 0,10-1 0,-5 0 0,-27 0 0,4-1 0,47-2 0,1 0 0,-1 0 0,1 1 0,-1-1 0,1 1 0,-1-1 0,1 1 0,0-1 0,-1 1 0,1 0 0,0 0 0,-1-1 0,1 1 0,0 0 0,0 0 0,0 0 0,0 0 0,0 1 0,0-1 0,0 0 0,0 0 0,1 1 0,-1-1 0,0 0 0,1 1 0,-1-1 0,1 0 0,-1 1 0,1-1 0,0 1 0,-1-1 0,1 1 0,0-1 0,0 1 0,0-1 0,0 1 0,1 2 0,0 1 0,-1 0 0,1 1 0,0-1 0,1 0 0,-1 0 0,1 0 0,0-1 0,1 1 0,4 8 0,1-5 0,-1 1 0,1-2 0,1 1 0,0-1 0,0-1 0,0 1 0,1-2 0,12 7 0,18 11 0,-38-22-114,-1 0 1,1 0-1,0 1 0,-1-1 0,1 0 1,-1 1-1,1-1 0,-1 1 0,0 0 1,0-1-1,2 3 0,0 6-6712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2.8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27 24575,'-2'-9'0,"-2"-8"0,9 31 0,10 37 0,13 91 0,-1 1 0,3-47-1365,-28-86-5461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3.1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342 16 24575,'-27'-2'0,"-13"-2"0,-3 1 0,0 1 0,5 0 0,6 1 0,4 0 0,4 1 0,3 0 0,4 3 0,1 0 0,4 0-8191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3.6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157 0 24575,'-4'1'0,"1"-1"0,-1 1 0,0 0 0,1 1 0,-1-1 0,0 0 0,1 1 0,-7 4 0,9-5 0,0 0 0,0 0 0,0 0 0,0 0 0,0 0 0,0 0 0,1 0 0,-1 0 0,0 1 0,0-1 0,1 0 0,-1 1 0,1-1 0,-1 0 0,1 1 0,0-1 0,-1 0 0,1 1 0,0-1 0,0 1 0,0-1 0,0 1 0,0-1 0,0 0 0,1 1 0,-1-1 0,1 2 0,1 2 0,0 1 0,0-1 0,1 0 0,0 0 0,0 0 0,0 0 0,0-1 0,1 1 0,0-1 0,0 0 0,7 6 0,8 5 0,31 18 0,-24-17 0,70 46 0,-94-62 0,-1 1 0,0 0 0,0 0 0,0-1 0,0 1 0,0 0 0,0 0 0,0 0 0,0 0 0,0 0 0,-1 0 0,1 1 0,0-1 0,-1 0 0,1 0 0,-1 0 0,1 1 0,-1-1 0,1 0 0,-1 1 0,0 1 0,0-2 0,0 0 0,-1 1 0,1-1 0,-1 0 0,1 0 0,-1 0 0,0 0 0,0 0 0,1 0 0,-1 0 0,0 0 0,0 0 0,0-1 0,0 1 0,0 0 0,0 0 0,0-1 0,0 1 0,0-1 0,0 1 0,0-1 0,-1 1 0,-1 0 0,-13 2 0,1 1 0,-1-2 0,0 0 0,0-1 0,0-1 0,-21-2 0,4 1 0,-18 2 0,-48-3 0,86 0-1365,4-1-5461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4.0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24575,'15'23'0,"8"9"0,2 5 0,-1 1 0,-4-3 0,-3-6 0,-2-2 0,-4-3 0,0-4 0,-3-2 0,-3-2 0,-4-4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4.2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631 77 24575,'-32'-10'0,"-17"-4"0,-4-1 0,2 1 0,4 4 0,5 3 0,5 3 0,4 1 0,2 5 0,1 2 0,2 0 0,-1 1 0,-2 1 0,-1 1 0,0 0 0,2-1 0,5 0 0,6 0-8191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4.5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130 1 24575,'-7'3'0,"0"1"0,0 0 0,1 1 0,-1-1 0,1 1 0,0 1 0,1-1 0,-1 1 0,1 0 0,1 0 0,-1 0 0,-6 12 0,7-8 0,0 0 0,0 0 0,1 0 0,0 1 0,0-1 0,2 1 0,-1 0 0,1 17 0,3 51 0,-1 24 0,-1-97-105,-1-1 0,0 1 0,0 0 0,0 0 0,0-1 0,-1 1 0,0-1 0,0 1 0,-1-1 0,1 0 0,-1 0 0,-4 5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5.1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58 24575,'0'-3'0,"0"0"0,0 0 0,0 0 0,0 0 0,1 0 0,0 0 0,-1 0 0,1 0 0,0 0 0,0 1 0,1-1 0,-1 0 0,4-4 0,-4 6 0,0-1 0,1 1 0,-1 0 0,0 0 0,1 0 0,0 0 0,-1 1 0,1-1 0,-1 0 0,1 1 0,0-1 0,0 1 0,-1-1 0,1 1 0,0 0 0,0-1 0,-1 1 0,1 0 0,0 1 0,0-1 0,0 0 0,-1 0 0,1 1 0,3 0 0,-1 1 0,1-1 0,-1 1 0,0 0 0,0 0 0,0 1 0,0-1 0,0 1 0,0 0 0,-1 0 0,1 0 0,-1 0 0,0 1 0,0-1 0,0 1 0,0 0 0,-1 0 0,0 0 0,0 0 0,0 0 0,0 1 0,0-1 0,-1 1 0,0-1 0,0 1 0,0-1 0,0 1 0,-1 0 0,0-1 0,0 1 0,0-1 0,-1 1 0,1 0 0,-3 7 0,-3 5 0,0 1 0,-1-2 0,-15 25 0,5-8 0,16-32 0,1-1 0,0 1 0,0-1 0,-1 1 0,1-1 0,0 1 0,0-1 0,0 1 0,0-1 0,-1 1 0,1-1 0,0 1 0,0-1 0,0 1 0,0 0 0,0-1 0,0 1 0,1-1 0,-1 1 0,0-1 0,0 1 0,0-1 0,0 1 0,1-1 0,-1 2 0,1-2 0,0 1 0,0 0 0,0-1 0,-1 1 0,1-1 0,0 1 0,0-1 0,0 1 0,0-1 0,0 0 0,0 1 0,0-1 0,1 0 0,6 1 0,-1 0 0,0-1 0,10-1 0,-10 1 0,25 0 67,38 6 0,8 1-1566,-64-7-5327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6.9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223 383 24575,'-27'-5'0,"2"-1"0,0 2 0,0 1 0,-43 0 0,65 4 0,-1-1 0,0 1 0,1 0 0,-1-1 0,1 2 0,-1-1 0,1 0 0,-1 1 0,1-1 0,-3 3 0,5-3 0,0-1 0,0 1 0,0 0 0,1-1 0,-1 1 0,0 0 0,1 0 0,-1-1 0,0 1 0,1 0 0,-1 0 0,1 0 0,-1 0 0,1 0 0,0 0 0,-1 0 0,1-1 0,0 1 0,0 0 0,0 0 0,-1 0 0,1 0 0,0 0 0,0 0 0,0 0 0,1 0 0,-1 0 0,0 0 0,0 0 0,1 0 0,-1 0 0,0 0 0,1 0 0,-1 0 0,1 0 0,-1 0 0,1 0 0,-1-1 0,1 1 0,1 1 0,4 4 0,-1 0 0,1 0 0,1-1 0,-1 0 0,1 0 0,0-1 0,0 0 0,0 0 0,15 5 0,-10-5 0,-1 0 0,1-1 0,-1 0 0,1-1 0,0-1 0,14 1 0,-22-2 0,-1 0 0,0 0 0,1-1 0,-1 1 0,0-1 0,1 0 0,-1 0 0,0 0 0,0 0 0,1-1 0,-1 1 0,0-1 0,0 0 0,-1 0 0,1 0 0,0 0 0,-1 0 0,1 0 0,-1-1 0,0 1 0,0-1 0,0 0 0,0 0 0,3-5 0,-3 3 0,0 0 0,-1 0 0,1 0 0,-1 0 0,0 0 0,0 0 0,-1-1 0,0 1 0,0 0 0,0 0 0,0-1 0,-1 1 0,0 0 0,0 0 0,-3-8 0,-5-12 0,-1 1 0,-2 1 0,-16-26 0,-48-62 0,57 83 0,10 15 0,1 0 0,-2 0 0,0 1 0,0 1 0,-18-16 0,28 27 0,0 0 0,0 0 0,0 0 0,0-1 0,-1 1 0,1 0 0,0 0 0,0 0 0,0 0 0,-1 0 0,1 0 0,0-1 0,0 1 0,-1 0 0,1 0 0,0 0 0,0 0 0,-1 0 0,1 0 0,0 0 0,0 0 0,-1 0 0,1 0 0,0 0 0,0 0 0,0 0 0,-1 0 0,1 1 0,0-1 0,0 0 0,-1 0 0,1 0 0,0 0 0,0 0 0,0 0 0,-1 1 0,1-1 0,0 0 0,0 0 0,0 0 0,0 0 0,-1 1 0,1-1 0,0 0 0,0 0 0,0 0 0,0 1 0,0-1 0,0 0 0,0 0 0,0 1 0,0-1 0,0 0 0,0 0 0,0 1 0,0-1 0,0 0 0,0 0 0,0 1 0,0-1 0,0 0 0,0 0 0,0 0 0,0 1 0,0-1 0,0 1 0,3 17 0,4 1 0,1 0 0,0 0 0,1-1 0,22 31 0,57 61 0,-70-89 0,1-2 0,1 0 0,1-2 0,1 0 0,0-1 0,1-1 0,1-2 0,0 0 0,1-1 0,0-2 0,1 0 0,0-2 0,47 9 0,-67-16 0,1 0 0,-1-1 0,1 1 0,0-1 0,-1-1 0,1 1 0,-1-1 0,1-1 0,-1 1 0,9-4 0,-12 4 0,0 0 0,-1-1 0,1 1 0,0-1 0,-1 0 0,1 0 0,-1 0 0,0 0 0,0 0 0,0 0 0,0-1 0,0 1 0,0-1 0,0 1 0,-1-1 0,0 0 0,1 1 0,-1-1 0,0 0 0,0 0 0,0 0 0,-1 0 0,1 0 0,-1-4 0,1-1 0,-1 0 0,-1 0 0,0 0 0,0 0 0,0 1 0,-1-1 0,0 0 0,0 1 0,-1-1 0,0 1 0,-1 0 0,-6-11 0,2 5 0,-1 0 0,-1 1 0,0 0 0,-1 1 0,-18-16 0,26 24 0,-1 0 0,0 0 0,0 0 0,0 1 0,-1 0 0,1 0 0,-7-2 0,10 3 0,-1 1 0,1-1 0,-1 1 0,1 0 0,-1 0 0,1 0 0,-1 0 0,1 0 0,-1 0 0,1 0 0,-1 0 0,1 1 0,-1-1 0,1 0 0,0 1 0,-1-1 0,1 1 0,-1 0 0,1 0 0,0-1 0,0 1 0,-1 0 0,1 0 0,0 0 0,0 0 0,0 0 0,-1 2 0,-2 2 0,2 0 0,-1 0 0,0 0 0,1 0 0,0 0 0,0 1 0,0-1 0,1 0 0,0 1 0,0 0 0,0-1 0,1 1 0,0 0 0,0-1 0,0 1 0,1-1 0,0 1 0,0 0 0,0-1 0,1 0 0,4 11 0,-2-5 0,2 0 0,-1 0 0,2-1 0,-1 0 0,1 0 0,1-1 0,0 1 0,0-2 0,13 11 0,-9-9 0,0-1 0,1 0 0,1-1 0,21 10 0,-26-14 0,0-1 0,1 0 0,-1 0 0,1-1 0,-1 0 0,1-1 0,0 0 0,14 0 0,-21-1-65,0-1 0,-1 1 0,1-1 0,0 1 0,0-1 0,-1 0 0,1 0 0,0 0 0,-1 0 0,1 0 0,-1-1 0,0 1 0,1-1 0,-1 1 0,0-1 0,0 0 0,0 0 0,0 0 0,0 0 0,2-4 0,2-6-6761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7.5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 41 24575,'-26'-22'0,"22"18"0,17 16 0,71 59 0,-71-62 0,1 0 0,0 0 0,0-1 0,27 10 0,-39-17 0,-1-1 0,1 1 0,-1-1 0,1 1 0,0-1 0,-1 0 0,1 1 0,-1-1 0,1 0 0,0 0 0,-1 0 0,1-1 0,-1 1 0,1 0 0,-1 0 0,1-1 0,0 1 0,-1-1 0,3-1 0,-3 1 0,0 0 0,1 0 0,-2 0 0,1-1 0,0 1 0,0 0 0,0 0 0,0-1 0,-1 1 0,1-1 0,-1 1 0,1-1 0,-1 1 0,0-1 0,1 1 0,-1-1 0,0 1 0,0-1 0,0 1 0,0-1 0,0-1 0,-2-7 0,1 0 0,-1 0 0,-1 1 0,0-1 0,0 1 0,-1 0 0,-6-11 0,3 6 0,7 14 0,0-1 0,0 1 0,-1-1 0,1 1 0,0-1 0,0 1 0,-1-1 0,1 1 0,0-1 0,0 0 0,0 1 0,0-1 0,0 1 0,0-1 0,0 1 0,0-1 0,0 1 0,0-1 0,0 1 0,0-1 0,0 0 0,0 1 0,1-1 0,-1 1 0,0-1 0,1 0 0,-1 1 0,1 0 0,0 0 0,-1-1 0,1 1 0,-1 0 0,1 0 0,0 0 0,-1 0 0,1 0 0,-1 0 0,1 0 0,0 0 0,-1 0 0,1 0 0,0 0 0,-1 0 0,2 0 0,30 12 0,-30-11 0,9 5 0,1-2 0,0 0 0,-1 0 0,2-1 0,-1 0 0,0-1 0,0-1 0,1 0 0,14-1 0,-20 0-120,21 0 373,-27 1-310,0-1-1,0 0 0,-1 0 1,1 0-1,0 0 0,0 1 1,0-1-1,0 0 1,-1 1-1,1-1 0,0 0 1,0 1-1,-1-1 0,1 1 1,0 0-1,-1-1 1,1 1-1,0-1 0,-1 1 1,1 0-1,-1 0 0,1-1 1,-1 1-1,0 0 1,1 1-1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8.1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197 233 24575,'-9'-17'0,"-45"-77"0,43 76 0,-2 1 0,0 0 0,-16-16 0,26 30 0,0 0 0,-1 0 0,1 1 0,0-1 0,-1 1 0,0 0 0,1 0 0,-8-3 0,10 5 0,0 0 0,1 0 0,-1-1 0,0 1 0,0 0 0,0 0 0,0 0 0,0 0 0,0 0 0,1 0 0,-1 0 0,0 1 0,0-1 0,0 0 0,0 0 0,1 1 0,-1-1 0,-1 1 0,1 0 0,0 0 0,0 0 0,0 0 0,0 0 0,1 0 0,-1 0 0,0 1 0,1-1 0,-1 0 0,1 0 0,-1 0 0,1 1 0,0-1 0,-1 0 0,1 0 0,0 3 0,-1 4 0,0 1 0,0-1 0,1 1 0,0-1 0,1 1 0,0-1 0,0 0 0,1 1 0,0-1 0,1 0 0,-1 0 0,1 0 0,1 0 0,0-1 0,0 1 0,0-1 0,1 0 0,0 0 0,1 0 0,-1-1 0,1 0 0,0 0 0,1 0 0,-1-1 0,1 0 0,0-1 0,13 7 0,-13-7 0,8 3 0,29 10 0,-40-16 0,-1 0 0,1 0 0,0 0 0,0 0 0,0-1 0,-1 0 0,1 0 0,0 0 0,0 0 0,0 0 0,0-1 0,-1 0 0,8-2 0,-9 2 0,-1 0 0,1 0 0,0-1 0,-1 1 0,1-1 0,-1 1 0,0-1 0,1 1 0,-1-1 0,0 0 0,0 0 0,0 0 0,0 0 0,0 1 0,-1-1 0,1 0 0,0 0 0,-1 0 0,0-1 0,1 1 0,-1 0 0,0 0 0,0 0 0,0-4 0,-1-1 0,1 0 0,-1 0 0,0 0 0,-1 0 0,1 0 0,-4-7 0,-2 0 0,0 0 0,-1 0 0,-1 1 0,0 0 0,-1 1 0,0 0 0,-1 0 0,0 1 0,0 0 0,-25-16 0,34 26 0,-1-1 0,1 0 0,-1 1 0,0-1 0,1 1 0,-1 0 0,0 0 0,0 0 0,0 0 0,0 1 0,0-1 0,-6 1 0,8 0 0,-1 0 0,0 0 0,1 1 0,-1-1 0,0 1 0,1-1 0,-1 1 0,0 0 0,1 0 0,-1 0 0,1-1 0,0 2 0,-1-1 0,1 0 0,0 0 0,-1 0 0,1 0 0,0 1 0,0-1 0,0 1 0,0-1 0,0 1 0,-1 2 0,-3 8-1365,2 1-5461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0:58.8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 88 24575,'-5'-5'0,"0"1"0,1-2 0,0 1 0,-5-8 0,9 13 0,0 0 0,0 0 0,0 0 0,-1 0 0,1 0 0,0 0 0,0 0 0,0 0 0,0 0 0,0 0 0,0 0 0,0-1 0,0 1 0,0 0 0,0 0 0,0 0 0,0 0 0,0 0 0,0 0 0,0 0 0,0 0 0,0-1 0,0 1 0,0 0 0,0 0 0,0 0 0,0 0 0,0 0 0,0 0 0,0 0 0,0-1 0,0 1 0,0 0 0,0 0 0,0 0 0,0 0 0,0 0 0,0 0 0,0 0 0,0 0 0,0 0 0,0-1 0,0 1 0,1 0 0,-1 0 0,0 0 0,0 0 0,0 0 0,0 0 0,0 0 0,8 2 0,8 6 0,-2 2 0,79 46 0,-81-50 0,1 0 0,0-1 0,1 0 0,-1-1 0,25 4 0,-35-7 0,-1-1 0,0 0 0,1 0 0,-1 0 0,1 0 0,-1 0 0,1 0 0,-1-1 0,1 1 0,-1-1 0,0 0 0,1 1 0,-1-1 0,0 0 0,0 0 0,1-1 0,-1 1 0,2-2 0,-3 2 0,0-1 0,1 0 0,-1 1 0,0-1 0,0 0 0,0 0 0,0 0 0,0 1 0,-1-1 0,1 0 0,0 0 0,-1 0 0,0 0 0,1 0 0,-1 0 0,0-1 0,0 1 0,0 0 0,0 0 0,0 0 0,-2-4 0,0 0 0,0-1 0,0 1 0,-1 0 0,1-1 0,-2 1 0,1 0 0,-1 1 0,-5-7 0,4 4 0,0 1 0,0-1 0,-5-11 0,11 19 0,-1 0 0,0 0 0,0 0 0,0 0 0,0 0 0,0 0 0,0 0 0,0 0 0,0 0 0,0 1 0,0-1 0,0 0 0,0 0 0,0 0 0,0 0 0,0 0 0,0 0 0,0 0 0,0 0 0,0 0 0,0 0 0,0 0 0,0 0 0,0 0 0,1 0 0,-1 0 0,0 0 0,0 0 0,0 0 0,0 0 0,0 0 0,0 0 0,0 0 0,0 0 0,0 0 0,0 0 0,0 0 0,0 0 0,0 0 0,0 0 0,0 0 0,0 0 0,0 0 0,0 0 0,1 0 0,-1-1 0,0 1 0,0 0 0,0 0 0,0 0 0,0 0 0,0 0 0,0 0 0,0 0 0,0 0 0,0 0 0,0 0 0,0 0 0,0 0 0,0 0 0,0 0 0,0 0 0,0 0 0,0 0 0,0 0 0,0-1 0,8 6 0,8 7 0,12 14 0,-13-11 0,26 19 0,-37-30 0,1-1 0,-1-1 0,1 1 0,0 0 0,0-1 0,0 0 0,0 0 0,0-1 0,0 0 0,11 2 0,-15-3 0,0 0 0,1 0 0,-1 0 0,0 0 0,0 0 0,0 0 0,0 0 0,0 0 0,0-1 0,0 1 0,0 0 0,0-1 0,0 1 0,0-1 0,0 1 0,0-1 0,0 1 0,0-1 0,0 0 0,0 1 0,0-1 0,-1 0 0,1 0 0,0 0 0,-1 0 0,1 1 0,-1-1 0,1 0 0,-1 0 0,1 0 0,-1 0 0,1-2 0,0-3 0,0 1 0,0-1 0,-1 0 0,0 0 0,-1-7 0,1 8 0,0 1 0,0 0 0,0 0 0,0 0 0,0 0 0,3-8 0,-3 12 0,0-1 0,1 1 0,-1-1 0,0 1 0,1-1 0,-1 1 0,0 0 0,1-1 0,-1 1 0,1 0 0,-1-1 0,1 1 0,-1 0 0,1-1 0,-1 1 0,1 0 0,-1 0 0,1-1 0,0 1 0,-1 0 0,1 0 0,-1 0 0,1 0 0,0 0 0,-1 0 0,1 0 0,-1 0 0,1 0 0,-1 0 0,1 0 0,0 1 0,-1-1 0,1 0 0,-1 0 0,1 1 0,22 10 0,-20-9 0,152 100-1365,-139-92-5461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3.1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1 24575,'0'0'0,"-1"0"0,1 0 0,-1 1 0,1-1 0,-1 0 0,1 1 0,0-1 0,-1 0 0,1 1 0,-1-1 0,1 0 0,0 1 0,-1-1 0,1 1 0,0-1 0,-1 1 0,1-1 0,0 1 0,0-1 0,-1 1 0,1-1 0,0 1 0,0 0 0,0-1 0,0 1 0,0-1 0,0 1 0,0-1 0,0 2 0,0 18 0,0-18 0,1 21 0,2 1 0,1-1 0,11 39 0,30 67 0,-18-57 0,-7-16-80,-2-6-178,21 89 0,-38-137 310,-1 1-1,1 0 1,-1-1-1,0 1 1,0 0-1,0-1 1,0 1-1,-1-1 1,0 4-1,1-6-84,0 1-1,0-1 0,-1 1 0,1-1 1,0 1-1,-1 0 0,1-1 0,-1 0 1,1 1-1,-1-1 0,1 1 0,-1-1 1,1 1-1,-1-1 0,1 0 0,-1 1 1,1-1-1,-1 0 0,1 0 0,-1 0 1,0 1-1,1-1 0,-1 0 0,0 0 1,1 0-1,-1 0 0,1 0 0,-1 0 1,0 0-1,1 0 0,-1 0 0,0 0 1,1 0-1,-1-1 0,1 1 0,-1 0 1,0 0-1,1-1 0,-1 1 0,0-1 1,-8-2-6694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3.4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24575,'115'252'0,"-102"-220"0,-1 1 0,-2 0 0,-2 0 0,0 1 0,-3 0 0,2 40 0,-6-68-227,-2 0-1,1 0 1,-1 1-1,0-1 1,-3 10-1,0-6-6598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3.9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709 1 24575,'-17'29'0,"2"1"0,0 0 0,-17 57 0,27-71 0,2 0 0,0 0 0,0 0 0,2 1 0,0-1 0,1 1 0,0-1 0,2 1 0,5 27 0,-4-29 0,7 31 0,-9-42 0,-1 0 0,0 0 0,0 0 0,0 0 0,0 0 0,0 0 0,-1 0 0,-1 7 0,1-9 0,0-1 0,0 0 0,0 0 0,0 1 0,1-1 0,-1 0 0,-1 0 0,1 0 0,0 0 0,0 0 0,0 0 0,0-1 0,-1 1 0,1 0 0,0-1 0,-1 1 0,1-1 0,-1 1 0,1-1 0,-1 1 0,1-1 0,-1 0 0,1 0 0,-3 0 0,-3 0 0,0 0 0,0 0 0,-12-3 0,-2-2 0,1 0 0,0-1 0,0-2 0,-33-16 0,-71-49 0,93 53 0,-176-121 0,167 103 125,15 13-1615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4.9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40 24575,'14'-7'0,"0"0"0,1 1 0,0 1 0,30-7 0,-38 11 0,1 0 0,-1 1 0,1 0 0,-1 0 0,1 0 0,-1 1 0,1 0 0,-1 1 0,0 0 0,1 0 0,-1 0 0,10 6 0,-7-4 0,0 2 0,-1-1 0,0 1 0,0 1 0,-1-1 0,1 1 0,9 12 0,-14-14 0,0 0 0,0 1 0,-1-1 0,0 1 0,0 0 0,0-1 0,-1 1 0,0 1 0,0-1 0,0 0 0,-1 0 0,0 1 0,0 11 0,-1 5 0,-1 0 0,-1 1 0,-1-1 0,-1 0 0,-8 24 0,-9 56 0,21-101 0,-1 0 0,1-1 0,0 1 0,0 0 0,0-1 0,0 1 0,0 0 0,0-1 0,0 1 0,1 0 0,-1-1 0,1 1 0,-1 0 0,1-1 0,-1 1 0,1-1 0,0 1 0,0-1 0,0 0 0,0 1 0,2 1 0,-2-2 0,1 0 0,0 0 0,-1 0 0,1-1 0,0 1 0,-1-1 0,1 1 0,0-1 0,0 1 0,-1-1 0,1 0 0,0 0 0,0 0 0,0 0 0,0 0 0,-1-1 0,1 1 0,0 0 0,0-1 0,1 0 0,36-14-1365,-27 10-5461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5.1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 24575,'25'0'0,"11"0"0,1 0 0,1 0 0,-5 0 0,-5 0 0,-5 0 0,-4 0 0,-2 0 0,-5-3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5.6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24575,'0'32'0,"0"19"0,0 8 0,2 2 0,4-3 0,1-3 0,1-3 0,2-3 0,2-6 0,2-1 0,0-4 0,1-3 0,-3-4 0,0-6 0,-3-4 0,-2-4 0,-3-4-8191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6.1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24575,'2'25'0,"2"13"0,1 6 0,1 0 0,-1-3 0,-1-3 0,1 0 0,0-2 0,-2-4 0,3-3 0,-1-2 0,1 1 0,3 0 0,-1-3 0,2-2 0,-2-3 0,-2-5-8191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6.8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16 24575,'4'-2'0,"-1"0"0,1 0 0,-1 0 0,1 1 0,0-1 0,0 1 0,0 0 0,0 0 0,0 1 0,0-1 0,0 1 0,0 0 0,0 0 0,0 0 0,0 0 0,0 1 0,0-1 0,0 1 0,-1 0 0,1 1 0,0-1 0,0 0 0,-1 1 0,1 0 0,-1 0 0,6 4 0,3 3 0,-1 0 0,0 1 0,0 0 0,-1 1 0,-1 0 0,9 13 0,-16-23 0,-1 1 0,1 0 0,-1 1 0,0-1 0,0 0 0,0 0 0,0 0 0,0 1 0,0-1 0,-1 0 0,1 1 0,-1-1 0,1 1 0,-1-1 0,0 1 0,0-1 0,0 0 0,-1 1 0,1-1 0,0 1 0,-1-1 0,0 3 0,-2 0 0,1 0 0,-1 0 0,0-1 0,0 1 0,-1-1 0,1 0 0,-1 0 0,-8 7 0,-3 1 0,12-10 0,-1 0 0,1 0 0,0 1 0,0-1 0,0 1 0,1-1 0,-1 1 0,1 0 0,-1 0 0,1 0 0,-2 4 0,4-6 0,0-1 0,0 1 0,0-1 0,0 1 0,0-1 0,0 1 0,0-1 0,1 1 0,-1-1 0,0 1 0,0-1 0,0 1 0,1-1 0,-1 1 0,0-1 0,0 0 0,1 1 0,-1-1 0,1 1 0,-1-1 0,0 0 0,1 1 0,-1-1 0,1 0 0,-1 1 0,0-1 0,1 0 0,-1 0 0,1 0 0,-1 1 0,1-1 0,-1 0 0,1 0 0,-1 0 0,2 0 0,23 4 0,-17-3 0,27 5-455,1-3 0,60-1 0,-82-2-6371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7.8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357 11 24575,'0'0'0,"0"-1"0,0 1 0,0 0 0,0-1 0,0 1 0,0 0 0,0-1 0,0 1 0,0 0 0,0-1 0,0 1 0,0 0 0,0-1 0,0 1 0,0 0 0,0 0 0,0-1 0,-1 1 0,1 0 0,0-1 0,0 1 0,0 0 0,0 0 0,-1-1 0,1 1 0,0 0 0,0 0 0,-1-1 0,1 1 0,0 0 0,0 0 0,-1 0 0,1 0 0,0-1 0,0 1 0,-1 0 0,1 0 0,-1 0 0,0 0 0,0 1 0,0-1 0,0 0 0,0 1 0,0-1 0,0 1 0,0-1 0,0 1 0,0 0 0,0-1 0,-1 2 0,-24 27 0,25-27 0,-9 10 0,-1 0 0,0-1 0,0 0 0,-1-1 0,-1 0 0,-15 9 0,-47 26 0,-57 37 0,131-82 0,1 1 0,0-1 0,-1 0 0,1 0 0,-1 0 0,1 0 0,0 1 0,-1-1 0,1 0 0,0 0 0,0 1 0,-1-1 0,1 0 0,0 1 0,0-1 0,-1 0 0,1 1 0,0-1 0,0 0 0,0 1 0,-1-1 0,1 0 0,0 1 0,0-1 0,0 1 0,0-1 0,0 0 0,0 1 0,0-1 0,0 1 0,0-1 0,0 0 0,0 1 0,0-1 0,0 1 0,0-1 0,0 0 0,1 1 0,-1-1 0,0 0 0,0 1 0,0-1 0,1 0 0,-1 1 0,0-1 0,0 0 0,1 1 0,-1-1 0,0 0 0,0 0 0,1 1 0,-1-1 0,0 0 0,1 0 0,-1 1 0,1-1 0,-1 0 0,0 0 0,1 0 0,0 0 0,28 9 0,-24-8 0,294 51 0,-283-50-117,-2 0-62,0 0 1,0-1 0,0-1 0,1 0-1,-1 0 1,17-4 0,-20 1-6648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8.1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24575,'54'91'0,"6"8"0,16 0 0,18 27 0,-91-123-86,-1 1-21,1-1 1,-1 1-1,0 0 1,0 0-1,0-1 0,-1 1 1,1 0-1,-1 1 1,0-1-1,0 0 1,0 7-1,-2-2-6719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9.0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416 0 24575,'-33'3'0,"-15"3"0,-6 0 0,3 0 0,7-2 0,5-1 0,8-1 0,4 1 0,3 1 0,4-1 0,3-1 0,1 0 0,4-1-8191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9.3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358 16 24575,'-30'-2'0,"-15"-2"0,-5 1 0,3 0 0,6 2 0,6 0 0,7 0 0,6 1 0,3 0 0,4 0 0,1 2 0,3 2-8191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19.7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24575,'88'69'0,"158"114"0,-209-161 0,53 24 0,-76-37 0,-11-4 0,-10 0 0,-21 3 0,0-2 0,-42 4 0,-9 2 0,47-5 60,-37 12 0,57-15-272,1 1 0,0-1 0,1 2-1,-1 0 1,1 0 0,-16 13 0,16-10-6614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0.5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38 24575,'32'-10'0,"0"1"0,38-5 0,-57 12 0,0 1 0,0 0 0,0 1 0,1 0 0,-1 1 0,0 0 0,0 1 0,18 6 0,-24-6 0,0 1 0,0 0 0,0 1 0,0-1 0,-1 1 0,1 1 0,-1-1 0,11 11 0,-14-11 0,0-1 0,0 1 0,0 0 0,0 0 0,-1 0 0,0 0 0,0 0 0,0 0 0,0 1 0,-1-1 0,1 1 0,-1-1 0,0 1 0,-1 0 0,1 6 0,-1 1 0,0 0 0,-1-1 0,0 1 0,-1 0 0,0-1 0,-1 1 0,0-1 0,-1 0 0,-8 17 0,8-18 0,0 1 0,0 0 0,1 1 0,1-1 0,0 0 0,0 1 0,1 0 0,1-1 0,0 1 0,3 22 0,-2-29 0,0 1 0,0-1 0,1 1 0,0-1 0,0 0 0,0 0 0,1 0 0,0 0 0,0 0 0,0 0 0,1-1 0,-1 0 0,1 1 0,6 4 0,-7-6 0,0-1 0,-1 0 0,2 1 0,-1-1 0,0 0 0,0-1 0,1 1 0,-1 0 0,1-1 0,-1 0 0,1 0 0,-1 0 0,1 0 0,0-1 0,-1 1 0,1-1 0,0 0 0,0 0 0,0 0 0,-1-1 0,1 1 0,6-3 0,-8 2-136,0 0-1,0 1 1,0-2-1,-1 1 1,1 0-1,0 0 1,0-1-1,-1 1 0,3-4 1,3-4-6690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0.7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355 1 24575,'-27'2'0,"-13"1"0,-3 1 0,0-2 0,5 0 0,6-1 0,6 0 0,3 1 0,2 2 0,3-1 0,2 2 0,0 0 0,4-1-8191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1.1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24575,'2'30'0,"4"17"0,3 9 0,3 2 0,1-1 0,2-3 0,0-4 0,0-1 0,1-5 0,-3-3 0,-2-2 0,-1-4 0,-1-2 0,-2-7-8191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1.5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24575,'0'53'0,"3"0"0,2 0 0,2-1 0,3 0 0,2-1 0,25 68 0,-25-87 0,10 24 0,28 114 0,-47-153-1365,-1-2-5461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2.4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269 1 24575,'-10'21'0,"-12"42"0,15-39 0,-12 25 0,15-40 0,0-1 0,-1 0 0,0 0 0,0 0 0,-1-1 0,-11 11 0,9-10 0,-1 0 0,0-1 0,0 0 0,-1-1 0,0 0 0,0 0 0,0-1 0,-1-1 0,1 0 0,-1 0 0,0-1 0,-16 3 0,25-6 0,0 0 0,1 0 0,-1 1 0,1-1 0,-1 1 0,0 0 0,1-1 0,-1 1 0,-1 1 0,3-2 0,-1 0 0,1 0 0,0 0 0,0 0 0,0 1 0,0-1 0,0 0 0,0 0 0,0 0 0,0 0 0,0 0 0,0 0 0,0 0 0,0 0 0,0 0 0,0 0 0,0 1 0,0-1 0,0 0 0,0 0 0,0 0 0,0 0 0,0 0 0,0 0 0,0 0 0,0 0 0,0 0 0,0 0 0,0 1 0,0-1 0,0 0 0,0 0 0,0 0 0,0 0 0,0 0 0,0 0 0,0 0 0,1 0 0,-1 0 0,0 0 0,0 0 0,0 0 0,0 0 0,0 1 0,0-1 0,0 0 0,0 0 0,0 0 0,1 0 0,10 2 0,68 7 0,109 27 0,-148-27-117,7 3-299,2-1 0,52 3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2.8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24575,'15'17'0,"7"12"0,6 5 0,0 2 0,-3 2 0,-2 0 0,-5-1 0,-4-5 0,-1-3 0,-3-3 0,-1-2 0,-2-2 0,1-2 0,-1-2 0,0-2 0,0-1 0,-2 0 0,-2-4-8191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3.6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24575,'5'28'0,"4"11"0,1 2 0,0-4 0,2-5 0,2-6 0,0-5 0,-2-6-8191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3.8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24575,'5'10'0,"2"8"0,2 7 0,-1 1 0,-1-4-8191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4.1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24575,'13'23'0,"-9"-15"0,0-1 0,1 1 0,-1-1 0,1 0 0,10 10 0,-14-16 0,1 0 0,-1 0 0,0 0 0,1 0 0,0 0 0,-1 0 0,1 0 0,0 0 0,-1-1 0,1 1 0,0-1 0,0 1 0,-1-1 0,1 0 0,0 1 0,0-1 0,0 0 0,0 0 0,-1 0 0,1-1 0,0 1 0,0 0 0,0-1 0,-1 1 0,1-1 0,0 0 0,0 1 0,-1-1 0,1 0 0,-1 0 0,3-2 0,2-1 0,-1 0 0,0-1 0,0 1 0,5-8 0,-6 8 0,0-1 0,1 1 0,-1 0 0,8-5 0,-10 7 0,0 1 0,0 0 0,1 0 0,-1 0 0,0 0 0,0 1 0,1-1 0,-1 1 0,1-1 0,-1 1 0,0 0 0,1 0 0,-1 0 0,1 0 0,2 1 0,2 0 8,-1 1 0,1 0 0,-1 0 0,0 1 0,1-1 0,-1 1 0,-1 1-1,1-1 1,7 6 0,3 5-309,23 24-1,-23-22-539,-6-7-5985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4.5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134 1 24575,'-4'0'0,"0"1"0,0 0 0,0 0 0,0 1 0,0-1 0,0 1 0,0 0 0,1 0 0,-1 0 0,1 0 0,-1 0 0,1 1 0,0 0 0,0 0 0,0 0 0,0 0 0,1 0 0,-1 0 0,-3 7 0,4-6 0,1 0 0,-1 1 0,1-1 0,0 0 0,0 1 0,0 0 0,0-1 0,1 1 0,0-1 0,0 1 0,0 0 0,0-1 0,1 1 0,0 0 0,0-1 0,0 1 0,3 5 0,0 0 0,1 0 0,0-1 0,1 1 0,0-1 0,0 0 0,9 8 0,49 48 0,-41-43 0,-8-7 0,-8-10 0,0 1 0,-1 1 0,0-1 0,7 11 0,-13-17 0,0 0 0,0 1 0,1-1 0,-1 0 0,0 1 0,0-1 0,0 0 0,1 1 0,-1-1 0,0 0 0,0 1 0,0-1 0,0 1 0,0-1 0,0 0 0,0 1 0,0-1 0,0 1 0,0-1 0,0 0 0,0 1 0,0-1 0,0 1 0,0-1 0,0 0 0,0 1 0,-1-1 0,1 0 0,0 1 0,-1 0 0,0-1 0,1 0 0,-1 1 0,0-1 0,1 0 0,-1 1 0,0-1 0,1 0 0,-1 0 0,0 0 0,0 1 0,1-1 0,-1 0 0,-1 0 0,-31-5 0,30 4 0,-50-10 0,-63-21 0,99 25-1365,3 1-5461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4.8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24575,'2'10'0,"2"6"0,1 2 0,4 2 0,-1-2 0,-1 0 0,-2-1 0,1-3 0,-1-2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4.9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24575,'7'12'0,"3"5"-8191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5.7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166 516 24575,'-8'-4'0,"-4"-4"0,-1 1 0,0 1 0,0 0 0,-1 1 0,1 0 0,-27-5 0,39 10 0,-1 0 0,0 0 0,1 0 0,-1 0 0,0 0 0,1 0 0,-1 0 0,0 0 0,1 0 0,-1 1 0,0-1 0,1 1 0,-1-1 0,1 1 0,-1 0 0,1 0 0,-2 1 0,2-2 0,0 1 0,0 0 0,0 0 0,1 1 0,-1-1 0,0 0 0,1 0 0,-1 0 0,1 0 0,-1 0 0,1 1 0,0-1 0,-1 0 0,1 0 0,0 1 0,0-1 0,0 2 0,0 3 0,1 0 0,0 0 0,0-1 0,0 1 0,1 0 0,0-1 0,0 1 0,3 5 0,6 9 0,2 0 0,0 0 0,1-2 0,27 29 0,-34-40 0,0 0 0,1 0 0,0-1 0,0 0 0,14 8 0,-17-11 0,0-1 0,1 0 0,-1 0 0,1 0 0,0 0 0,-1-1 0,1 0 0,0 0 0,0 0 0,11-1 0,-15 0 0,0 0 0,0 0 0,-1-1 0,1 1 0,0-1 0,0 1 0,-1-1 0,1 0 0,0 0 0,-1 1 0,1-1 0,-1 0 0,1 0 0,-1-1 0,0 1 0,1 0 0,1-3 0,-1 1 0,-1 1 0,1-1 0,-1 0 0,1 0 0,-1 0 0,0 0 0,0 0 0,0-1 0,0-2 0,0-7 0,0-1 0,-1 1 0,-3-23 0,3 34 0,-6-47 0,-3 0 0,-2 1 0,-34-92 0,-74-130 0,98 226 0,21 43 0,0 0 0,-1 1 0,1-1 0,0 0 0,-1 0 0,1 1 0,0-1 0,-1 0 0,1 1 0,-1-1 0,1 1 0,-1-1 0,1 1 0,-1-1 0,1 1 0,-1-1 0,0 1 0,1-1 0,-1 1 0,-1-1 0,2 1 0,-1 1 0,1-1 0,0 0 0,-1 0 0,1 0 0,-1 1 0,1-1 0,0 0 0,-1 1 0,1-1 0,0 0 0,-1 1 0,1-1 0,0 0 0,0 1 0,-1-1 0,1 1 0,0-1 0,0 0 0,0 1 0,-1-1 0,1 1 0,0 0 0,-2 5 0,1 1 0,0 0 0,-1 7 0,1 8 0,1 0 0,2 0 0,4 31 0,21 65 0,-19-88 0,1 0 0,2 0 0,1-1 0,2-1 0,29 48 0,-35-64 0,1-1 0,0 0 0,0 0 0,2-1 0,-1 0 0,1-1 0,0 0 0,1-1 0,0 0 0,0-1 0,1 0 0,0-1 0,0-1 0,0 0 0,15 3 0,-14-5 0,1 0 0,-1-1 0,1-1 0,0-1 0,0 0 0,0-1 0,-1 0 0,1-1 0,-1-1 0,26-8 0,-27 7 0,-1-1 0,0-1 0,0 0 0,0 0 0,-1-1 0,0-1 0,0 0 0,-1 0 0,0-1 0,0 0 0,-1-1 0,9-12 0,-14 15 0,0 1 0,0 0 0,-1-1 0,0 0 0,0 0 0,-1 0 0,1 0 0,-2 0 0,1-1 0,0-9 0,-1 13 0,-1 0 0,0 0 0,0 0 0,-1 0 0,1 0 0,-1 0 0,0 0 0,0 0 0,0 0 0,0 0 0,-1 0 0,1 0 0,-1 1 0,0-1 0,0 1 0,-1-1 0,1 1 0,-1 0 0,0 0 0,-4-4 0,3 4 0,0 1 0,0-1 0,0 1 0,0 0 0,0 1 0,-1-1 0,1 1 0,-1 0 0,1 0 0,-1 0 0,1 0 0,-1 1 0,1 0 0,-1 0 0,1 0 0,-1 0 0,0 1 0,1 0 0,0 0 0,-1 0 0,1 0 0,-1 1 0,1 0 0,0 0 0,0 0 0,0 0 0,0 1 0,0-1 0,1 1 0,-1 0 0,1 0 0,0 0 0,0 1 0,-5 7 0,4-6 0,1 1 0,0 0 0,0 0 0,0 0 0,1 1 0,0-1 0,1 0 0,-1 1 0,1-1 0,0 1 0,1 0 0,0-1 0,0 1 0,1 8 0,0-9 0,0-1 0,1 1 0,0 0 0,0-1 0,0 1 0,0-1 0,1 0 0,0 0 0,0 0 0,1 0 0,-1 0 0,1-1 0,0 0 0,0 1 0,1-1 0,6 4 0,3 2 0,1 0 0,1-2 0,-1 0 0,34 12 0,68 11 0,-98-27-1365,-5 1-5461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6.3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176 1 24575,'5'22'0,"0"1"0,-1 1 0,1 37 0,-4-55 0,-1 1 0,-1-1 0,1 0 0,-1 1 0,0-1 0,-1 0 0,1 1 0,-1-1 0,0 0 0,-1 0 0,1 0 0,-1-1 0,-1 1 0,1-1 0,-1 1 0,0-1 0,0 0 0,-5 5 0,6-8 0,0 1 0,-1-1 0,1 0 0,0 0 0,-1 0 0,1-1 0,-1 1 0,1-1 0,-1 0 0,0 0 0,1 0 0,-1 0 0,0 0 0,0-1 0,0 0 0,0 0 0,-6-1 0,6 1 0,1-1 0,0 0 0,0 0 0,0 0 0,0 0 0,0-1 0,1 1 0,-1-1 0,0 0 0,1 1 0,-1-1 0,1-1 0,-1 1 0,1 0 0,0 0 0,0-1 0,0 1 0,0-1 0,1 0 0,-1 0 0,-1-4 0,-2-3 20,1 0 0,1 0 0,0-1 0,0 1 0,-1-18 0,3 25-37,1 1 0,0-1 1,0 0-1,1 0 0,-1 1 0,1-1 1,-1 0-1,1 1 0,0-1 0,0 0 1,2-3-1,-2 4-51,0 0 1,1 1-1,-1-1 1,0 1-1,1-1 0,-1 1 1,1 0-1,-1 0 1,1 0-1,0 0 1,0 0-1,-1 0 0,1 0 1,0 0-1,0 1 1,0-1-1,0 1 1,2-1-1,8-1-6758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6.7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215 121 24575,'-17'-15'0,"-2"-3"0,0 1 0,-2 0 0,0 2 0,-24-14 0,43 28 0,-1-1 0,0 1 0,0 0 0,0 0 0,0 0 0,0 0 0,0 0 0,0 1 0,-6-1 0,8 1 0,0 1 0,0-1 0,-1 0 0,1 0 0,0 1 0,0-1 0,-1 1 0,1-1 0,0 1 0,0-1 0,0 1 0,0 0 0,0 0 0,0-1 0,0 1 0,0 0 0,0 0 0,0 0 0,1 0 0,-1 0 0,0 0 0,0 0 0,1 0 0,-1 1 0,0 1 0,-1 4 0,-1 0 0,2 0 0,-1 0 0,1 1 0,0-1 0,0 9 0,4 46 0,-3-50 0,17 143-405,7-2 0,45 155 0,32 22 92,-92-309-242,13 26 0,-9-26-4998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6.8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362 268 24575,'-4'-7'0,"-101"-170"0,101 171 0,-1-1 0,0 1 0,0 0 0,-1 0 0,1 1 0,-1 0 0,0 0 0,-1 0 0,1 1 0,-1 0 0,0 0 0,0 0 0,0 1 0,-1 0 0,1 1 0,-1 0 0,0 0 0,1 0 0,-1 1 0,0 0 0,0 1 0,0-1 0,0 2 0,0-1 0,1 1 0,-1 0 0,-10 3 0,-17 5-1365,19-3-5461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7.9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28 24575,'0'5'0,"0"0"0,1 0 0,-1 0 0,1 0 0,0 0 0,1 0 0,-1 0 0,1 0 0,0 0 0,0-1 0,1 1 0,-1-1 0,6 8 0,-3-7 0,0 1 0,1-1 0,-1 0 0,1 0 0,0-1 0,0 0 0,1 0 0,11 5 0,-5-3 0,1-1 0,-1-1 0,1 0 0,0-1 0,0-1 0,1 0 0,-1-1 0,0 0 0,21-3 0,-33 2 0,1 0 0,-1-1 0,1 1 0,0-1 0,-1 0 0,1 0 0,-1 0 0,0 0 0,1 0 0,-1 0 0,0-1 0,0 1 0,1-1 0,-1 1 0,0-1 0,-1 0 0,1 0 0,0 0 0,0 0 0,-1 0 0,0 0 0,1-1 0,-1 1 0,0 0 0,0-1 0,1-3 0,-1 1 0,1 0 0,-2 0 0,1 0 0,-1 0 0,1 0 0,-1 0 0,-1 0 0,1-1 0,-1 1 0,0 0 0,0 0 0,-4-9 0,0 0 0,4 9 0,-1-1 0,0 1 0,0 0 0,-1 0 0,-5-9 0,8 14 0,0 0 0,0 0 0,0 0 0,-1 0 0,1-1 0,0 1 0,0 0 0,0 0 0,0 0 0,0 0 0,0-1 0,-1 1 0,1 0 0,0 0 0,0 0 0,0 0 0,0 0 0,-1 0 0,1 0 0,0 0 0,0-1 0,0 1 0,-1 0 0,1 0 0,0 0 0,0 0 0,0 0 0,-1 0 0,1 0 0,0 0 0,0 0 0,-1 0 0,0 7 0,3 9 0,0-10 0,1 0 0,-1 0 0,1 0 0,1-1 0,-1 0 0,1 1 0,0-1 0,0 0 0,7 6 0,2 0 0,0 1 0,19 11 0,-21-16 0,1 0 0,0-1 0,0 0 0,25 8 0,-30-12 0,0 0 0,1-1 0,-1 0 0,1 0 0,0 0 0,-1-1 0,1 0 0,0 0 0,-1-1 0,10-2 0,-15 3 0,-1-1 0,1 0 0,0 0 0,0 0 0,0 0 0,-1 0 0,1 0 0,0 0 0,-1 0 0,1-1 0,-1 1 0,1-1 0,-1 1 0,0-1 0,0 1 0,0-1 0,0 0 0,0 0 0,0 0 0,0 1 0,0-1 0,-1 0 0,1 0 0,-1 0 0,1 0 0,-1-2 0,1-8 0,0 1 0,-1 0 0,-2-19 0,0 7 0,2-20 0,29 77 0,-18-22 0,0 0 0,1-1 0,0-1 0,0 0 0,1 0 0,1-1 0,0-1 0,0-1 0,0 0 0,1 0 0,0-1 0,21 4 0,-33-9 0,-1-1 0,1 1 0,-1-1 0,1 0 0,-1 1 0,1-1 0,-1-1 0,1 1 0,-1 0 0,1-1 0,-1 1 0,1-1 0,-1 0 0,0 1 0,1-1 0,-1-1 0,0 1 0,1 0 0,-1 0 0,0-1 0,0 1 0,0-1 0,0 0 0,-1 1 0,1-1 0,0 0 0,-1 0 0,1 0 0,-1-1 0,0 1 0,0 0 0,1 0 0,-2-1 0,1 1 0,0 0 0,0-1 0,-1 1 0,1-1 0,-1-4 0,1 3 0,-1 0 0,1 0 0,-1 0 0,1 0 0,0 0 0,1 0 0,-1 0 0,1 0 0,3-6 0,-4 9 0,0 0 0,0 0 0,0-1 0,1 1 0,-1 0 0,0 0 0,1 0 0,-1 0 0,1 1 0,0-1 0,-1 0 0,1 0 0,-1 1 0,1-1 0,0 1 0,-1 0 0,1-1 0,0 1 0,0 0 0,-1 0 0,1 0 0,0 0 0,0 1 0,-1-1 0,4 1 0,7 2 0,1 1 0,-1 1 0,0 0 0,-1 0 0,19 12 0,-1-2 0,42 25-1365,-63-35-5461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8.2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18 24575,'-3'-7'0,"0"-3"-8191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8.5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83 24575,'8'-19'0,"12"-20"0,-19 37 0,0 1 0,1-1 0,-1 0 0,0 0 0,1 0 0,0 1 0,-1-1 0,1 1 0,0-1 0,0 1 0,0 0 0,0-1 0,0 1 0,4-1 0,-4 2 0,-1 0 0,1 0 0,-1 0 0,1 0 0,-1 0 0,1 0 0,0 1 0,-1-1 0,1 0 0,-1 1 0,1-1 0,-1 1 0,0 0 0,1-1 0,-1 1 0,0 0 0,1 0 0,-1 0 0,0 0 0,0 0 0,0 0 0,0 0 0,0 1 0,1 0 0,4 5 0,-1 1 0,8 14 0,-13-22 0,106 219 0,-7-13 0,13 15 0,-111-219-136,0 0-1,0 0 1,0 0-1,-1-1 1,1 1-1,-1 0 1,0 0-1,1 0 0,-1 3 1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8.8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296 0 24575,'-25'5'0,"-11"2"0,-2 2 0,4-1 0,4-1 0,5-2 0,2-2 0,2-1 0,2 1 0,2 0 0,2 0 0,2-1-8191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29.2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24575,'0'0'-8191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30.2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178 0 24575,'-28'10'0,"-8"6"0,-2 3 0,7 2 0,7 2 0,9-2 0,9-2 0,8 2 0,7-1 0,3-2 0,3 2 0,4 0 0,1-1 0,-3-4-8191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30.4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24575,'12'30'0,"5"13"0,2 1 0,-3-4 0,-4-7 0,-1-5 0,-3-7 0,-3-5-8191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30.6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24575,'0'8'0,"0"4"0,0 6 0,0 2 0,0-2-8191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30.8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175 357 24575,'-29'-32'0,"2"-2"0,-26-39 0,44 59 0,1 3 0,1 0 0,0-1 0,1 0 0,0 0 0,1-1 0,0 1 0,1-1 0,-3-20 0,6 29 0,1 1 0,0 0 0,-1 0 0,1 0 0,1-1 0,-1 1 0,0 0 0,1 0 0,0 0 0,0 0 0,0 0 0,0 0 0,0 0 0,0 0 0,1 0 0,0 0 0,1-2 0,-1 3 0,0 1 0,-1-1 0,1 1 0,0-1 0,0 1 0,0 0 0,0 0 0,0 0 0,1 0 0,-1 0 0,0 0 0,0 1 0,1-1 0,-1 1 0,0-1 0,1 1 0,-1 0 0,0 0 0,1 0 0,-1 0 0,1 1 0,-1-1 0,3 1 0,2 1-151,-1-1-1,1 1 0,-1 1 0,1-1 1,-1 1-1,0 0 0,0 1 1,10 6-1,-4 1-6674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32.5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166 27 24575,'-1'-2'0,"0"0"0,0 0 0,0 0 0,0 1 0,-1-1 0,1 1 0,-1-1 0,1 1 0,-1 0 0,0-1 0,1 1 0,-1 0 0,0 0 0,0 0 0,0 0 0,0 1 0,0-1 0,0 0 0,0 1 0,0 0 0,0-1 0,0 1 0,-2 0 0,1 0 0,0 0 0,-1 0 0,1 0 0,0 1 0,0-1 0,0 1 0,0 0 0,0 0 0,0 0 0,0 1 0,0-1 0,0 0 0,1 1 0,-5 2 0,-4 6 0,0 1 0,1-1 0,0 2 0,-9 12 0,17-20 0,0 0 0,0 0 0,1 0 0,-1 1 0,1-1 0,0 0 0,0 1 0,1-1 0,-1 0 0,1 6 0,0 6 0,2 22 0,0-33 0,-1 1 0,0-1 0,1 0 0,0 0 0,0 0 0,1 0 0,0-1 0,-1 1 0,1-1 0,1 1 0,-1-1 0,1 0 0,-1 0 0,1 0 0,1-1 0,-1 1 0,7 3 0,2 1 0,0 0 0,1 0 0,1-1 0,26 8 0,-17-9-227,0-1-1,0-1 1,1-1-1,0-2 1,39-1-1,-49-1-6598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1:33.3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120 901 24575,'14'-46'0,"-2"0"0,9-77 0,-19 97 0,-1-1 0,-1 1 0,-1 0 0,-1-1 0,-2 1 0,-8-34 0,-19-45 0,-11-47 0,35 121 0,2 1 0,1-1 0,1-35 0,3 51 0,1 11 0,-1-1 0,0 1 0,0 0 0,0 0 0,-1-1 0,-1-5 0,2 10 0,0 0 0,0 0 0,0 0 0,0 0 0,0 0 0,0 0 0,0 0 0,0 0 0,0 0 0,0-1 0,0 1 0,0 0 0,0 0 0,0 0 0,0 0 0,0 0 0,0 0 0,0 0 0,0 0 0,0 0 0,0 0 0,0 0 0,0 0 0,0 0 0,-1 0 0,1 0 0,0-1 0,0 1 0,0 0 0,0 0 0,0 0 0,0 0 0,0 0 0,0 0 0,0 0 0,0 0 0,0 0 0,-1 0 0,1 0 0,0 0 0,0 0 0,0 0 0,0 0 0,0 0 0,0 0 0,0 0 0,0 0 0,0 1 0,0-1 0,-1 0 0,1 0 0,0 0 0,0 0 0,0 0 0,0 0 0,0 0 0,0 0 0,0 0 0,-5 8 0,-2 9 0,-3 14 0,1 0 0,2 0 0,1 0 0,2 1 0,0 0 0,3 0 0,0 0 0,8 61 0,-3-76 0,0-1 0,0 0 0,1 0 0,1 0 0,1-1 0,0 0 0,1 0 0,1 0 0,0-1 0,1-1 0,1 0 0,13 14 0,-4-8 0,0-2 0,1 0 0,0-1 0,1-1 0,1-1 0,47 20 0,-47-24 0,15 7 0,44 13 0,-70-27 0,0 0 0,-1 0 0,1-1 0,0-1 0,0 0 0,0-1 0,0 0 0,19-3 0,-27 3 0,0-1 0,0 0 0,0 0 0,0-1 0,0 1 0,0-1 0,0 0 0,0 0 0,0 0 0,-1-1 0,0 1 0,1-1 0,-1 0 0,0 0 0,0 0 0,4-6 0,-4 3 0,0 1 0,0-1 0,0 1 0,-1-1 0,0 0 0,-1 0 0,1 0 0,-1-1 0,0 1 0,0-11 0,-1 6 0,0 0 0,-1 1 0,-1-1 0,0 1 0,0-1 0,-1 1 0,0-1 0,-8-16 0,8 22 0,1-1 0,-1 1 0,0 0 0,0 0 0,-1 0 0,0 1 0,1-1 0,-2 1 0,1 0 0,0 0 0,-1 0 0,0 1 0,1-1 0,-1 1 0,-1 1 0,1-1 0,-8-3 0,10 6 0,1-1 0,0 1 0,-1-1 0,1 1 0,-1 0 0,1 0 0,-1 0 0,1 0 0,-1 0 0,1 0 0,0 1 0,-1-1 0,1 1 0,-1 0 0,1-1 0,0 1 0,-3 2 0,2-1 0,1 0 0,-1 0 0,1 0 0,-1 1 0,1-1 0,0 0 0,0 1 0,0 0 0,1-1 0,-1 1 0,-2 5 0,1 2 0,-1 1 0,1-1 0,1 0 0,0 1 0,1 0 0,-1 19 0,2-22 0,0 1 0,1-1 0,0 1 0,1-1 0,0 0 0,0 0 0,0 0 0,1 0 0,1 0 0,-1 0 0,1-1 0,6 9 0,-3-7 0,0 0 0,1 0 0,0-1 0,0 0 0,1 0 0,0-1 0,1 0 0,11 6 0,-2-3 0,1-1 0,0 0 0,0-2 0,1 0 0,-1-2 0,2 0 0,-1-1 0,0-1 0,25 0 0,-27-3-1365,-4 0-5461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1.1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347 1 24575,'-56'1'0,"-105"15"0,146-13 0,0 0 0,-24 10 0,34-12 0,0 1 0,0 1 0,1-1 0,-1 1 0,1 0 0,-1 0 0,1 0 0,0 0 0,0 1 0,0 0 0,-3 4 0,6-7 0,1 0 0,-1 0 0,1 0 0,-1 0 0,1-1 0,-1 1 0,1 0 0,0 0 0,0 0 0,0 0 0,-1 0 0,1 0 0,0 0 0,0 0 0,0 0 0,0 0 0,0 0 0,1 0 0,-1 0 0,1 1 0,-1 0 0,1 0 0,0 0 0,0-1 0,1 1 0,-1 0 0,0-1 0,0 1 0,1-1 0,2 3 0,3 1 0,1 0 0,0 0 0,12 6 0,-17-10 0,71 32 0,-50-24 0,0 2 0,-1 0 0,0 1 0,-1 1 0,21 18 0,-41-30 0,0 1 0,0 0 0,0-1 0,-1 1 0,1 0 0,-1 0 0,1 0 0,-1 1 0,0-1 0,1 0 0,-1 0 0,-1 1 0,1-1 0,0 1 0,0-1 0,-1 1 0,0-1 0,1 1 0,-1-1 0,0 1 0,-1 4 0,1-5 0,-1 0 0,1 0 0,-1 0 0,0 0 0,0 0 0,0 0 0,0 0 0,0 0 0,0-1 0,-1 1 0,1 0 0,-1-1 0,1 1 0,-1-1 0,1 0 0,-1 1 0,0-1 0,0 0 0,0 0 0,1 0 0,-1 0 0,0 0 0,0-1 0,0 1 0,-5 0 0,-12 2 0,-1-2 0,0 0 0,0-1 0,-28-4 0,40 4 0,-1-1 0,-15-5 0,22 6 0,0-1 0,0 1 0,1-1 0,-1 1 0,0-1 0,0 0 0,1 0 0,-1 0 0,1 0 0,-1 0 0,1 0 0,-1-1 0,1 1 0,0 0 0,0-1 0,0 1 0,-1-1 0,1 1 0,-1-3 0,2 3 0,0 0 0,0 1 0,-1-1 0,1 0 0,0 1 0,0-1 0,0 0 0,0 1 0,0-1 0,0 0 0,0 1 0,0-1 0,0 0 0,1 1 0,-1-1 0,0 0 0,0 1 0,1-1 0,-1 0 0,0 1 0,1-1 0,-1 1 0,0-1 0,1 0 0,1 0 0,-1 0 0,0 0 0,1 0 0,-1 0 0,0 0 0,1 1 0,-1-1 0,1 0 0,2 0 0,4-1 0,-1 1 0,1 0 0,9 0 0,10 2 0,-1 0 0,45 8 0,-36-4 0,1-2 0,0-2 0,51-4 0,-79 2 0,1 0 0,-1 0 0,0 0 0,0-1 0,0 0 0,0-1 0,0 0 0,9-5 0,-14 6 0,0 0 0,0 0 0,1 0 0,-1-1 0,0 1 0,-1-1 0,1 0 0,0 0 0,-1 0 0,0 0 0,0-1 0,0 1 0,0 0 0,0-1 0,-1 0 0,1 1 0,-1-1 0,0 0 0,1-6 0,0-2 0,-1 0 0,0-1 0,-1 1 0,-1-1 0,0 1 0,-2-14 0,1 18 0,0 0 0,0 1 0,-1 0 0,0 0 0,0-1 0,0 2 0,-1-1 0,0 0 0,-1 1 0,1 0 0,-7-7 0,10 13 0,1-1 0,-1 0 0,0 0 0,1 0 0,-1 1 0,0-1 0,0 0 0,0 1 0,0-1 0,0 1 0,0-1 0,0 1 0,0 0 0,0-1 0,0 1 0,0 0 0,0-1 0,0 1 0,-2 0 0,3 0 0,-1 1 0,0-1 0,0 0 0,1 1 0,-1-1 0,0 0 0,1 1 0,-1-1 0,0 1 0,1-1 0,-1 1 0,0-1 0,1 1 0,-1-1 0,1 1 0,-1 0 0,1-1 0,0 1 0,-1 1 0,-1 2 0,0 1 0,1-1 0,-1 1 0,1-1 0,0 1 0,1-1 0,-1 7 0,1 1 0,0 1 0,0-1 0,2 0 0,-1 1 0,2-1 0,-1 0 0,2 0 0,8 22 0,-8-27 0,0 0 0,0 0 0,0-1 0,1 0 0,-1 1 0,1-1 0,1-1 0,-1 1 0,1-1 0,0 0 0,1-1 0,-1 1 0,1-1 0,0 0 0,8 3 0,-8-4 11,1-1 0,0 0 0,-1 0 0,1-1 0,0 0 0,0 0-1,0-1 1,0 0 0,-1 0 0,14-3 0,-18 3-26,0-1-1,0 0 1,0 0-1,-1 0 1,1 0-1,0 0 1,0-1-1,-1 0 1,1 1-1,-1-1 1,1 0-1,3-4 1,-4 4-53,-1 0 1,0 0-1,1 0 1,-1 0-1,0-1 0,0 1 1,-1 0-1,1-1 1,0 1-1,-1 0 1,1-1-1,-1 1 0,0-1 1,0 1-1,0 0 1,0-1-1,0 1 1,-1-4-1,-2-7-6758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1.7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 74 24575,'-32'-74'0,"32"74"0,0 0 0,0 0 0,0 1 0,0-1 0,0 0 0,0 0 0,0 0 0,0 0 0,0 0 0,0 0 0,0 0 0,0 0 0,0 0 0,0 0 0,0 0 0,0 0 0,0 0 0,0 0 0,0 0 0,0 0 0,0 0 0,0 0 0,0 0 0,-1 0 0,1 0 0,0 0 0,0 0 0,0 0 0,0 0 0,0 0 0,0 0 0,0 0 0,0 0 0,0 0 0,0 0 0,0 0 0,0 0 0,0 0 0,0 0 0,0 0 0,0 0 0,0 0 0,0 0 0,0 0 0,0 0 0,0 8 0,3 9 0,26 160 0,-9-44 0,-9-70 0,-6-29 0,1-1 0,2 1 0,22 59 0,-27-88 0,-1 0 0,1-1 0,0 1 0,0-1 0,0 0 0,1 0 0,-1 0 0,1 0 0,0-1 0,0 1 0,1-1 0,-1 0 0,1 0 0,-1-1 0,1 1 0,0-1 0,0 0 0,0 0 0,0-1 0,0 0 0,0 1 0,1-2 0,-1 1 0,0-1 0,1 1 0,-1-2 0,0 1 0,1 0 0,-1-1 0,0 0 0,0 0 0,1-1 0,-1 0 0,0 1 0,0-2 0,-1 1 0,1 0 0,8-7 0,10-9-1365,-13 11-5461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1.8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367 1 24575,'-30'0'0,"-13"0"0,-3 0 0,2 0 0,8 0 0,6 2 0,4 1 0,4 3 0,2 0 0,1-1 0,0 1 0,1 0 0,4-1-8191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3.0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396 15 24575,'0'-1'0,"0"0"0,1 1 0,-1-1 0,0 0 0,1 0 0,-1 1 0,1-1 0,-1 0 0,1 1 0,-1-1 0,1 0 0,-1 1 0,1-1 0,0 1 0,-1-1 0,1 1 0,0-1 0,-1 1 0,1 0 0,0-1 0,0 1 0,-1 0 0,1-1 0,0 1 0,0 0 0,0 0 0,-1 0 0,1 0 0,0 0 0,0 0 0,0 0 0,0 0 0,-1 0 0,1 0 0,0 0 0,0 1 0,0-1 0,-1 0 0,1 1 0,0-1 0,0 0 0,-1 1 0,1-1 0,0 1 0,-1-1 0,1 1 0,0-1 0,0 2 0,2 1 0,-1-1 0,0 1 0,1 0 0,-1-1 0,0 1 0,0 0 0,-1 1 0,1-1 0,-1 0 0,2 6 0,-2-6 0,0 0 0,-1 1 0,1-1 0,-1 0 0,0 0 0,0 1 0,0-1 0,0 0 0,-1 0 0,1 0 0,-1 1 0,0-1 0,0 0 0,0 0 0,0 0 0,-1 0 0,1 0 0,-1 0 0,0-1 0,1 1 0,-1 0 0,-1-1 0,-3 4 0,2-2 0,0-1 0,-1 0 0,1-1 0,-1 1 0,0-1 0,0 0 0,0 0 0,0 0 0,0-1 0,0 1 0,-1-1 0,1-1 0,-10 1 0,-24-2 0,1-2 0,0-1 0,-48-13 0,78 16 0,4-1 0,-1 2 0,1-1 0,-1 1 0,1-1 0,-1 1 0,0 0 0,1 1 0,-1-1 0,1 1 0,-1 0 0,1 0 0,-1 1 0,1-1 0,0 1 0,-1 0 0,1 0 0,0 0 0,0 1 0,1-1 0,-1 1 0,0 0 0,1 0 0,0 0 0,-1 1 0,1-1 0,1 1 0,-1-1 0,0 1 0,1 0 0,0 0 0,0 1 0,-2 5 0,-1 4 0,3-7 0,-1 1 0,1 0 0,1-1 0,-2 10 0,3-15 0,0 1 0,0 0 0,0-1 0,1 1 0,-1 0 0,1-1 0,-1 1 0,1-1 0,0 1 0,0-1 0,0 1 0,0-1 0,1 0 0,-1 1 0,1-1 0,2 3 0,1 0 0,0 0 0,1 0 0,0 0 0,0-1 0,0 0 0,1 0 0,0-1 0,-1 1 0,1-1 0,0-1 0,0 1 0,1-1 0,9 1 0,1 0 0,0-1 0,0-1 0,1-1 0,24-2 0,-40 1 0,-1 1 0,1-1 0,0 1 0,0-1 0,-1 0 0,1 0 0,-1 0 0,1 0 0,-1-1 0,1 1 0,-1-1 0,0 0 0,1 1 0,-1-1 0,0 0 0,0 0 0,0 0 0,-1-1 0,1 1 0,1-3 0,-2 3 0,0 1 0,0-1 0,-1 0 0,1 0 0,-1 0 0,1 0 0,-1 0 0,1 0 0,-1 0 0,0 0 0,0 0 0,0 0 0,0 0 0,0 0 0,-1 0 0,1 0 0,-1 0 0,1 0 0,-1 0 0,0 1 0,1-1 0,-1 0 0,0 0 0,0 0 0,-1 1 0,1-1 0,0 1 0,-3-3 0,0-1 14,-1 1-1,-1 0 0,1 0 0,-1 0 1,1 1-1,-1-1 0,0 1 1,-8-2-1,9 3-127,1 1 0,-1-1-1,1 1 1,-1 1 0,1-1 0,-1 1-1,0-1 1,1 1 0,-1 1 0,0-1-1,1 1 1,-8 1 0,3 1-6712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3.4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283 16 24575,'-28'-2'0,"-11"-2"0,-2 1 0,4 1 0,5 0 0,6 1 0,5 0 0,3 1 0,3 0 0,1 0 0,2 0-8191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3.6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271 47 24575,'-30'-8'0,"-13"-2"0,-1 0 0,4 3 0,7 1 0,6 3 0,5 1 0,4 1 0,5 1-8191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4.0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 1 24575,'-12'11'0,"1"1"0,0 0 0,1 1 0,1 0 0,0 1 0,-13 27 0,20-36 0,0 0 0,0 0 0,0 0 0,1 0 0,0 0 0,0 1 0,1-1 0,-1 0 0,1 1 0,0-1 0,1 0 0,-1 1 0,1-1 0,0 0 0,0 1 0,1-1 0,-1 0 0,1 0 0,0 0 0,1 0 0,-1-1 0,1 1 0,0-1 0,4 6 0,3 1 0,0 0 0,1-1 0,0-1 0,1 1 0,0-2 0,0 0 0,1 0 0,0-1 0,1-1 0,-1 0 0,1-1 0,0 0 0,0-1 0,1-1 0,17 3 0,-27-6 0,-1 1 0,1-1 0,0 0 0,-1-1 0,1 1 0,-1-1 0,1 0 0,0 0 0,-1 0 0,0 0 0,1-1 0,-1 0 0,0 0 0,0 0 0,0 0 0,0-1 0,0 0 0,-1 0 0,1 0 0,-1 0 0,0 0 0,0-1 0,4-4 0,-3 2 0,-1 0 0,1-1 0,-1 1 0,-1-1 0,1 1 0,-1-1 0,0 0 0,-1 0 0,0 0 0,0 0 0,0 0 0,-1 0 0,0 0 0,-2-12 0,1 8 0,-1 1 0,-1 0 0,0 0 0,0 0 0,-1 0 0,-1 0 0,1 1 0,-1 0 0,-1 0 0,0 0 0,-8-9 0,9 11 0,-1 1 0,0 0 0,-1 1 0,1-1 0,-1 1 0,0 1 0,0-1 0,-1 1 0,1 1 0,-1-1 0,0 1 0,0 0 0,0 1 0,-12-2 0,-30 0-1365,30 4-5461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7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282 29 24575,'-20'-6'0,"-1"0"0,0 0 0,-1 2 0,-30-2 0,45 5 0,0 1 0,0 0 0,0 1 0,-1 0 0,1 0 0,0 0 0,0 1 0,0 0 0,1 0 0,-1 0 0,0 1 0,1 0 0,0 1 0,-1 0 0,1 0 0,1 0 0,-7 5 0,10-7 0,1-1 0,-1 1 0,1 0 0,-1 0 0,1-1 0,-1 1 0,1 0 0,0 0 0,0 0 0,0 0 0,0 1 0,0-1 0,1 0 0,-1 0 0,1 1 0,-1-1 0,1 0 0,0 0 0,0 1 0,0-1 0,0 0 0,0 1 0,1-1 0,-1 0 0,1 0 0,-1 1 0,1-1 0,0 0 0,0 0 0,0 0 0,0 0 0,0 0 0,0 0 0,1 0 0,-1 0 0,0 0 0,4 2 0,2 3 0,1 1 0,0-1 0,1-1 0,0 0 0,0 0 0,17 8 0,55 20 0,-55-25 0,0 2 0,-1 1 0,47 30 0,-69-40 0,0 1 0,0-1 0,0 1 0,0 0 0,-1 0 0,1 0 0,-1 0 0,0 0 0,3 6 0,-5-8 0,1 0 0,-1 0 0,1 0 0,-1 1 0,0-1 0,0 0 0,0 0 0,1 0 0,-1 1 0,0-1 0,-1 0 0,1 0 0,0 0 0,0 1 0,0-1 0,-1 0 0,1 0 0,0 0 0,-1 0 0,1 1 0,-1-1 0,0 0 0,1 0 0,-1 0 0,0 0 0,0-1 0,1 1 0,-1 0 0,0 0 0,0 0 0,0 0 0,0-1 0,0 1 0,-2 0 0,-5 4 0,-1-1 0,1-1 0,-1 1 0,0-2 0,-1 1 0,1-1 0,-19 2 0,5-2 0,-1-2 0,-24-1 0,-18-9 0,36 4 0,18 3-1365,3 0-5461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8.3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256 27 24575,'-28'-5'0,"-11"-2"0,-2 1 0,4 1 0,5 1 0,9 4 0,5 3 0,3-1 0,2 1 0,3-1-8191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8.5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44 24575,'-30'-8'0,"-15"-2"0,-3 1 0,5 1 0,7 3 0,5 1 0,7 5 0,6 2 0,5 0-8191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9.3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24575,'1'15'0,"1"0"0,0 1 0,0-1 0,2 0 0,5 15 0,31 74 0,-26-72 0,18 37 0,41 64 0,-36-69 0,33 78 0,-68-138 0,-1 0 0,1 1 0,-1-1 0,0 0 0,0 1 0,0 8 0,-1-12 0,0-1 0,0 1 0,0 0 0,0 0 0,0 0 0,0-1 0,-1 1 0,1 0 0,0 0 0,0-1 0,-1 1 0,1 0 0,-1-1 0,1 1 0,-1 0 0,1-1 0,-1 1 0,0 0 0,0 0 0,0-1 0,0 1 0,0-1 0,0 0 0,0 1 0,0-1 0,0 0 0,0 0 0,0 0 0,0 0 0,0 0 0,0 0 0,-1 0 0,1 0 0,0 0 0,0 0 0,-1-1 0,-5-1 0,0 0 0,0-1 0,0 0 0,1 0 0,-1-1 0,-7-5 0,-37-31 0,30 22 0,17 15 0,-51-45 0,48 42 0,1-1 0,0 0 0,0-1 0,0 1 0,-7-16 0,12 22 0,1 0 0,-1-1 0,0 1 0,1 0 0,0-1 0,-1 1 0,1-1 0,0 1 0,-1-1 0,1 1 0,0-1 0,0 1 0,0 0 0,0-1 0,1 1 0,-1-1 0,0 1 0,1-1 0,-1 1 0,1-1 0,-1 1 0,1 0 0,0-1 0,-1 1 0,1 0 0,0 0 0,0 0 0,0-1 0,0 1 0,0 0 0,0 0 0,0 0 0,0 0 0,0 1 0,1-1 0,1-1 0,6-2 0,-1 0 0,1 1 0,0 0 0,16-3 0,-16 3 0,23-4-87,-15 4-232,-1-1-1,1-1 0,29-13 1,-31 10-6507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49.5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24575,'2'5'0,"2"5"0,-1-1-8191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2:50.8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1 372 24575,'291'15'0,"-289"-16"0,-6-2 0,-7-2 0,0 2 0,0-1 0,-1 0 0,1-1 0,1 0 0,-1-1 0,1 0 0,-12-9 0,16 10 0,0 0 0,0-1 0,1 1 0,0-1 0,0 0 0,1-1 0,-1 1 0,1-1 0,1 1 0,-1-1 0,1-1 0,-3-9 0,4 7 0,-1 0 0,1 0 0,1 0 0,-1 0 0,2 0 0,0-19 0,1 22 0,1 0 0,-1-1 0,1 1 0,0 0 0,1 0 0,-1 0 0,2 0 0,-1 1 0,1-1 0,4-6 0,-4 8 0,0 0 0,0 0 0,1 1 0,-1 0 0,1 0 0,0 0 0,0 0 0,1 1 0,-1 0 0,8-4 0,-4 4 0,0-1 0,1 1 0,-1 1 0,1 0 0,0 0 0,9 0 0,0 2 0,-1 0 0,0 1 0,0 1 0,0 1 0,0 0 0,28 10 0,-34-9 0,0 0 0,0 2 0,0-1 0,-1 2 0,0-1 0,0 1 0,10 9 0,-18-13 0,0 0 0,0 0 0,0 1 0,0-1 0,-1 1 0,1-1 0,-1 1 0,0 0 0,0 0 0,2 7 0,-3-8 0,-1 1 0,1-1 0,-1 0 0,0 0 0,0 1 0,0-1 0,0 0 0,0 0 0,-1 1 0,0-1 0,0 0 0,1 0 0,-2 0 0,1 0 0,0 0 0,-2 3 0,-2 2 0,-1 0 0,1 0 0,-1 0 0,0-1 0,-1 0 0,-8 6 0,-47 34 0,37-30 0,24-16 0,0 0 0,0-1 0,0 1 0,0 0 0,-1 0 0,1 0 0,0 0 0,0 0 0,1 1 0,-1-1 0,0 0 0,0 0 0,1 1 0,-1-1 0,0 0 0,1 1 0,-1-1 0,1 0 0,-1 3 0,2-3 0,-1 1 0,0-1 0,0 0 0,1 0 0,-1 1 0,0-1 0,1 0 0,-1 0 0,1 1 0,0-1 0,-1 0 0,1 0 0,0 0 0,0 0 0,0 0 0,0 0 0,1 1 0,2 2 0,1-1 0,0 0 0,0 0 0,0 0 0,1 0 0,-1-1 0,0 0 0,8 2 0,29 5 0,1-3 0,74 3 0,-97-8 0,89 11-1365,-95-10-5461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00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28 24575,'13'-4'0,"52"-16"0,-59 19 0,-1 0 0,1 0 0,0 1 0,0-1 0,0 1 0,0 1 0,0-1 0,11 3 0,-13-2 0,0 1 0,0 0 0,0 0 0,-1 0 0,1 1 0,0-1 0,-1 1 0,0 0 0,1 0 0,4 5 0,3 6 0,12 20 0,-11-17 0,-8-11 0,-2-1 0,1 0 0,0 1 0,-1-1 0,0 1 0,-1 0 0,1-1 0,-1 1 0,0 0 0,0 0 0,-1 0 0,0 0 0,0 0 0,0 0 0,-1 0 0,0 0 0,0 0 0,-2 7 0,0-3 0,-1 0 0,0 0 0,0-1 0,-1 0 0,0 0 0,0 0 0,-1 0 0,0-1 0,-13 14 0,-3-3 0,12-10 0,0 0 0,-9 11 0,16-18 0,1 1 0,1-1 0,-1 1 0,0 0 0,0 0 0,1-1 0,0 1 0,0 0 0,0 0 0,0 1 0,0-1 0,0 0 0,0 5 0,1-6 0,1 1 0,-1-1 0,1 0 0,-1 0 0,1 0 0,0 0 0,0 0 0,0 0 0,0 0 0,0 0 0,0 0 0,1-1 0,-1 1 0,1 0 0,-1-1 0,1 1 0,-1-1 0,1 1 0,0-1 0,0 0 0,3 2 0,5 3 0,1-1 0,18 7 0,-24-10 0,24 8 0,1-2 0,1-1 0,-1-1 0,50 2 0,-75-7 15,1-1 0,-1 0 0,0-1 0,0 1 0,1-1 0,-1 0 0,8-3 0,-12 4-70,1-1 0,0 0 0,-1 1 0,1-1 0,-1 0 0,1 0 0,-1 0 0,0 0 0,1 0 0,-1 0 0,0-1 0,0 1 0,0 0 0,0-1 0,0 1 0,0-1 0,0 1 0,0-1 0,0 1 0,-1-1 0,1 1 0,-1-1 0,1 0 0,-1 1 0,1-1 0,-1-2 0,-1-8-6771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00.7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0 24575,'25'0'0,"6"0"0,-5 0 0,-12 0 0,-11 0 0,-8 0 0,-9 0 0,-4 0 0,-1 0 0,-4 0 0,1 0 0,1 0 0,2 0 0,4 0-8191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01.1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280 16 24575,'-20'-2'0,"-9"-2"0,-3 1 0,3 0 0,2 2 0,5 0 0,2 0 0,3 1 0,2 0 0,0 0 0,1 0 0,0 0 0,0 0 0,2 0-8191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01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285 62 24575,'-28'-12'0,"-11"-5"0,-4 1 0,2 6 0,6 4 0,7 6 0,5 5 0,4 2 0,3 0 0,4-1-8191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03.7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27 24575,'-2'-3'0,"1"-1"0,-1 1 0,0-1 0,-1 1 0,1 0 0,-3-4 0,3 9 0,1 6 0,3 8 0,4 24 0,3 0 0,1-1 0,1 0 0,26 57 0,8 6-1365,-38-89-5461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03.9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444 15 24575,'-31'-2'0,"-14"-1"0,-5-1 0,2 2 0,5 0 0,6 1 0,6 0 0,4 1 0,3 0 0,2 3 0,1 0 0,2 3 0,2 0 0,1-1 0,3-1-8191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05.0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 24575,'0'-14'0,"0"11"0,0 9 0,0 8 0,1 0 0,1 0 0,0-1 0,1 1 0,0-1 0,1 1 0,1-1 0,9 20 0,-2-11 0,1-1 0,1 0 0,30 36 0,-37-50 20,-1 0 0,-1 1 0,1 0 0,-1 0 0,5 13 0,-8-18-113,-1 1 0,0 0 1,0 0-1,0 0 0,0-1 0,-1 1 0,1 0 0,-1 0 1,0 0-1,0 0 0,-1 0 0,1 0 0,-1 0 1,0 0-1,-2 6 0,0-1-6733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05.8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16 24575,'-5'-14'0,"2"12"0,4 10 0,8 31 0,1 0 0,29 69 0,-22-64-1365,-13-31-5461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06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540 93 24575,'-27'-15'0,"-15"-5"0,-2 1 0,1 3 0,3 6 0,5 3 0,5 3 0,1 3 0,4 3 0,1 2 0,-1 3 0,-1-1 0,-1 0 0,-1 1 0,2-1 0,0 1 0,2 0 0,6-2-8191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06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468 60 24575,'-30'-5'0,"-12"-4"0,-5-1 0,1 2 0,6 2 0,5-1 0,5 2 0,4 0 0,3 2 0,0 2 0,2 0 0,0 3 0,-2 2 0,0-1 0,2 0 0,4-1-8191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10.4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24575,'17'2'0,"-1"1"0,1 0 0,-1 1 0,20 8 0,-34-12 0,-1 1 0,1-1 0,-1 1 0,1-1 0,-1 1 0,1 0 0,-1 0 0,1-1 0,-1 1 0,0 0 0,0 0 0,0 0 0,1 1 0,-1-1 0,0 0 0,0 0 0,0 0 0,-1 1 0,1-1 0,0 1 0,0-1 0,-1 1 0,1-1 0,-1 1 0,1-1 0,-1 1 0,0-1 0,1 1 0,-1-1 0,0 1 0,0-1 0,0 1 0,0 0 0,-1-1 0,1 1 0,0-1 0,-1 1 0,0 2 0,-3 6 0,0-1 0,-1 0 0,0 0 0,-1-1 0,-6 9 0,-1 1 0,10-13 0,0 1 0,0 0 0,0 0 0,1 0 0,-1 0 0,2 0 0,-3 9 0,4-14 0,-1 1 0,1-1 0,0 1 0,0-1 0,0 0 0,0 1 0,0-1 0,0 1 0,1-1 0,-1 1 0,0-1 0,1 1 0,-1-1 0,1 0 0,-1 1 0,1-1 0,0 0 0,-1 1 0,1-1 0,0 0 0,0 0 0,0 0 0,0 0 0,0 0 0,0 0 0,0 0 0,1 0 0,-1 0 0,0 0 0,0-1 0,1 1 0,-1-1 0,1 1 0,-1-1 0,0 1 0,1-1 0,1 1 0,43 3 0,-8-2 0,37 5 0,20 3 0,-93-9-95,0-1 4,0 1 0,0-1 0,0 0 1,0 1-1,0-1 0,0 0 1,0 0-1,0 0 0,0-1 1,0 1-1,0 0 0,0-1 1,3 0-1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10.9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195 17 24575,'-12'-4'0,"0"1"0,0 0 0,0 0 0,0 1 0,-1 1 0,-21 0 0,31 1 0,-1 0 0,0 1 0,1-1 0,-1 1 0,0 0 0,1 0 0,-1 0 0,1 1 0,0-1 0,-1 1 0,1-1 0,0 1 0,0 0 0,0 1 0,0-1 0,0 0 0,0 1 0,1 0 0,-1-1 0,1 1 0,0 0 0,0 0 0,0 1 0,0-1 0,1 0 0,-3 7 0,2-6 0,1 0 0,0 1 0,0-1 0,0 1 0,0-1 0,1 1 0,0-1 0,0 1 0,0-1 0,1 0 0,-1 1 0,1-1 0,0 1 0,0-1 0,1 0 0,-1 1 0,1-1 0,0 0 0,0 0 0,0 0 0,1-1 0,-1 1 0,1 0 0,0-1 0,0 0 0,0 1 0,0-1 0,8 5 0,7 5 0,2-1 0,31 15 0,-50-27 0,0 0 0,0 0 0,0 1 0,-1-1 0,1 1 0,0-1 0,0 0 0,0 1 0,-1-1 0,1 1 0,0 0 0,0-1 0,-1 1 0,1-1 0,-1 1 0,1 0 0,-1 0 0,1-1 0,-1 1 0,1 0 0,-1 0 0,1 0 0,-1-1 0,0 1 0,0 0 0,1 0 0,-1 0 0,0 1 0,0-1 0,-1 0 0,0 0 0,1 1 0,-1-1 0,1 0 0,-1 0 0,0 0 0,0 0 0,0 0 0,0-1 0,0 1 0,0 0 0,0 0 0,0 0 0,0-1 0,0 1 0,0-1 0,0 1 0,0-1 0,-2 1 0,-52 16-846,51-16 327,-14 4-6307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12.2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2422 1 24575,'-177'9'0,"55"-2"0,28-2 0,-182 13 0,-177-12 0,279-7 0,24 0 0,-165 2 0,203 7 0,-27-1 0,53 1 0,-4-1 0,-123-7-1365,192 0-5461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12.9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9 24575,'-5'-8'0,"4"12"0,7 16 0,63 122 0,25 55 0,-91-188 0,12 24 0,-14-30 0,0-1 0,0 0 0,1 0 0,-1 1 0,1-1 0,0 0 0,0 0 0,-1 0 0,1-1 0,3 3 0,2-2-1365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13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271 58 24575,'-28'-10'0,"-14"-3"0,-2 0 0,4 3 0,6 3 0,6 2 0,5 5 0,5 3 0,5 0-8191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13.6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16 24575,'-8'-15'0,"5"14"0,5 11 0,1 2 0,1 0 0,0 1 0,0-1 0,1 0 0,1-1 0,0 0 0,1 0 0,0 0 0,9 10 0,11 10-1365,-18-20-5461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13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397 58 24575,'-31'-10'0,"-11"-3"0,-5 0 0,4 3 0,4 3 0,6 2 0,4 5 0,4 3 0,1 0 0,0 2 0,1 1 0,3-1 0,4-1-8191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14.4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307 1 24575,'-2'0'0,"-4"0"0,-3 0 0,-3 0 0,-1 2 0,-2 1 0,-2 1 0,-2-2 0,0 0 0,-1-1 0,-3 0 0,1-1 0,-2-3 0,1 0 0,-1 0 0,2 0 0,2 1 0,4 1-8191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14.9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24575,'40'5'0,"-18"-4"0,1 2 0,-1 1 0,0 0 0,0 2 0,28 10 0,-48-15 0,0 0 0,0 0 0,0 0 0,0 0 0,0 1 0,0-1 0,0 0 0,-1 1 0,1 0 0,-1-1 0,1 1 0,-1 0 0,1-1 0,-1 1 0,0 0 0,0 0 0,0 0 0,0 0 0,0 0 0,-1 1 0,1-1 0,-1 0 0,1 0 0,-1 0 0,0 1 0,1-1 0,-1 0 0,0 0 0,-1 0 0,1 1 0,-1 2 0,-1 1 0,1 0 0,-1 0 0,-1 0 0,1 0 0,-1-1 0,0 1 0,-1-1 0,1 0 0,-1 0 0,-5 5 0,6-6 0,0-1 0,0 1 0,0 0 0,0 0 0,1 0 0,-1 0 0,1 1 0,0-1 0,-2 6 0,4-8 0,0 0 0,-1-1 0,1 1 0,0-1 0,0 1 0,0 0 0,1-1 0,-1 1 0,0-1 0,0 1 0,1-1 0,-1 1 0,1-1 0,-1 1 0,1-1 0,0 1 0,0-1 0,0 0 0,-1 1 0,1-1 0,1 0 0,-1 0 0,0 0 0,0 1 0,0-1 0,0 0 0,1-1 0,-1 1 0,0 0 0,1 0 0,1 0 0,8 4 0,0 0 0,1-2 0,-1 1 0,1-1 0,-1-1 0,1 0 0,0-1 0,0 0 0,18-1 0,-21-1-273,0 0 0,0-1 0,0-1 0,13-4 0,-9 2-6553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15.4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167 8 24575,'-3'-1'0,"-1"0"0,1-1 0,-1 1 0,0 0 0,1 1 0,-1-1 0,0 1 0,1-1 0,-1 1 0,0 0 0,1 1 0,-1-1 0,0 1 0,0-1 0,-5 3 0,6-2 0,0 1 0,1 0 0,-1-1 0,0 1 0,0 0 0,1 0 0,-1 1 0,1-1 0,0 1 0,0-1 0,0 1 0,0-1 0,0 1 0,1 0 0,-1 0 0,1 0 0,-2 6 0,-1 2 0,1 0 0,0 1 0,0-1 0,2 1 0,-1 0 0,2 0 0,-1-1 0,2 1 0,0 0 0,3 18 0,-3-27 0,0 0 0,0 0 0,0-1 0,1 1 0,-1-1 0,1 1 0,-1-1 0,1 1 0,0-1 0,0 0 0,0 0 0,0 0 0,4 3 0,3 1 0,0-1 0,15 7 0,-16-9 0,-1 1 0,1 0 0,-1 0 0,10 8 0,-16-11 0,0 0 0,0 0 0,0 0 0,0 0 0,0 0 0,0 0 0,0 1 0,0-1 0,-1 0 0,1 0 0,0 1 0,-1-1 0,1 1 0,-1-1 0,1 0 0,-1 1 0,0-1 0,1 2 0,-2-1 0,1-1 0,0 0 0,0 0 0,-1 0 0,1 1 0,-1-1 0,1 0 0,-1 0 0,1 0 0,-1 0 0,0 0 0,1 0 0,-1 0 0,0 0 0,0 0 0,0 0 0,-1 0 0,-2 3 0,-1-1 0,0 0 0,0-1 0,0 1 0,0-1 0,0 0 0,-1 0 0,-5 0 0,-8 2-455,-2-1 0,-35 0 0,35-3-6371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27.1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45 24575,'5'0'0,"-1"-1"0,0 0 0,1 0 0,-1-1 0,0 0 0,0 1 0,6-5 0,7-2 0,-5 3 0,0 1 0,0 1 0,0 0 0,0 0 0,0 1 0,0 1 0,15 0 0,-24 1 0,1 0 0,0 1 0,0-1 0,-1 1 0,1 0 0,0 0 0,-1 0 0,1 0 0,-1 1 0,1-1 0,-1 1 0,0 0 0,0 0 0,1 0 0,-1 1 0,-1-1 0,1 1 0,0-1 0,-1 1 0,1 0 0,-1 0 0,0 0 0,0 1 0,0-1 0,0 0 0,-1 1 0,2 4 0,1 1 0,-1 1 0,-1 0 0,0 0 0,0 0 0,-1 0 0,0 0 0,0 0 0,-1 0 0,-1 1 0,0-1 0,0 0 0,-1 0 0,0 0 0,-1 0 0,0-1 0,0 1 0,-1-1 0,-1 0 0,0 1 0,0-2 0,0 1 0,-1-1 0,-13 14 0,5-5 0,0 0 0,0 1 0,2 0 0,0 1 0,-11 26 0,22-44 0,1 0 0,-1 0 0,1 0 0,-1 0 0,1 1 0,0-1 0,-1 0 0,1 0 0,0 0 0,0 0 0,0 1 0,0-1 0,0 0 0,0 0 0,0 1 0,0-1 0,1 0 0,-1 0 0,0 0 0,1 0 0,-1 1 0,1-1 0,0 1 0,1 0 0,-1-1 0,1 1 0,-1-1 0,1 0 0,0 0 0,-1 1 0,1-1 0,0 0 0,0-1 0,0 1 0,0 0 0,3 0 0,6 1 0,1 0 0,-1-1 0,22 0 0,-32-1 0,30-1 0,5 2 0,-1-3 0,42-6 0,-66 6 0,-9 2 0,1 0 0,-1 0 0,0 0 0,1 0 0,-1-1 0,0 1 0,1-1 0,-1 0 0,0 0 0,0 1 0,0-1 0,0-1 0,0 1 0,3-2 0,-5 3-42,0-1 0,0 0 0,0 1 0,0-1-1,0 1 1,0-1 0,0 1 0,0-1 0,0 0-1,0 1 1,-1-1 0,1 1 0,0-1 0,0 1-1,-1-1 1,1 1 0,0-1 0,-1 1 0,1-1-1,0 1 1,-1-1 0,1 1 0,-1-1 0,0 0-311,-6-7-6473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27.5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32 24575,'0'-5'0,"2"-2"0,4 0 0,3 2 0,5 2 0,3 0 0,1 2 0,2 1 0,3 0 0,0 2 0,-1 2 0,0 0 0,-1-2 0,-1 0 0,-2 0 0,-1-2 0,-4-2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28.2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31 24575,'-28'-5'0,"-11"-2"0,-2 1 0,4 1 0,5 1 0,6 2 0,5 0 0,4 2 0,4 3 0,2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28.4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315 46 24575,'-28'-7'0,"-14"-3"0,-4 0 0,2 3 0,4 1 0,6 3 0,7 1 0,5 1 0,4 1 0,4 0-8191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30.9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51 24575,'-7'-11'0,"1"-1"0,-13-13 0,19 24 0,0 1 0,0 0 0,0 0 0,0 0 0,0 0 0,0 0 0,0 0 0,0 0 0,0 0 0,0 0 0,0 0 0,0-1 0,0 1 0,0 0 0,0 0 0,0 0 0,0 0 0,0 0 0,0 0 0,0 0 0,0 0 0,0 0 0,0 0 0,-1 0 0,1 0 0,0-1 0,0 1 0,0 0 0,0 0 0,0 0 0,0 0 0,0 0 0,0 0 0,0 0 0,0 0 0,0 0 0,-1 0 0,1 0 0,0 0 0,0 0 0,0 0 0,0 0 0,0 0 0,0 0 0,0 0 0,0 0 0,0 0 0,-1 0 0,1 0 0,0 0 0,0 0 0,0 0 0,0 0 0,0 1 0,0-1 0,0 0 0,0 0 0,0 0 0,0 0 0,0 0 0,0 0 0,0 0 0,-1 0 0,2 9 0,3 13 0,16 52 0,33 108 0,8-43 0,-19-49 0,-42-90 0,2 5 0,1 1 0,-1-1 0,0 0 0,-1 0 0,1 1 0,-1-1 0,0 1 0,0-1 0,-1 11 0,0-15 0,0-1 0,0 0 0,0 0 0,0 1 0,0-1 0,0 0 0,0 0 0,0 1 0,0-1 0,0 0 0,0 0 0,0 1 0,0-1 0,0 0 0,-1 0 0,1 0 0,0 1 0,0-1 0,0 0 0,0 0 0,-1 0 0,1 1 0,0-1 0,0 0 0,0 0 0,-1 0 0,1 0 0,0 0 0,0 0 0,-1 1 0,1-1 0,0 0 0,0 0 0,-1 0 0,1 0 0,-9-6 0,-6-12 0,9 7-1365,2 0-5461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31.3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24575,'4'5'0,"-1"0"0,1 0 0,-1 0 0,0 1 0,0-1 0,3 11 0,2 3 0,23 40 0,37 54 0,-32-55-1365,-27-46-5461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31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400 32 24575,'-30'-5'0,"-18"-2"0,-3 1 0,3 0 0,3 3 0,8 0 0,7 2 0,7 1 0,4 0 0,3 3 0,1 3 0,2 0 0,0 3 0,2-1-8191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32.1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8 24575,'-14'-8'0,"9"9"0,8 9 0,25 41 0,-4-8 0,51 90 0,15 33 0,-84-153 0,7 26 0,-12-35 0,0-1 0,0 1 0,0 0 0,-1 0 0,1-1 0,-1 1 0,0 0 0,-1 0 0,1 0 0,-1-1 0,1 1 0,-2 4 0,1-7 0,0 1 0,0-1 0,0 0 0,1 0 0,-1 0 0,-1 1 0,1-1 0,0 0 0,0-1 0,0 1 0,0 0 0,-1 0 0,1 0 0,0-1 0,-1 1 0,1-1 0,0 1 0,-1-1 0,1 1 0,-1-1 0,1 0 0,-2 0 0,-6 1 0,1 0 0,-16-2 0,13 0 0,-13 0 0,0-1 0,-34-7 0,51 8 0,0-1 0,0 0 0,0 0 0,0-1 0,1 0 0,-1 0 0,1 0 0,0-1 0,0 0 0,0 0 0,1-1 0,-10-9 0,14 13 0,0 0 0,0 0 0,0 0 0,0-1 0,0 1 0,0 0 0,0-1 0,0 1 0,1-1 0,-1 1 0,0-1 0,1 1 0,0-1 0,-1 1 0,1-1 0,0 1 0,0-1 0,-1 1 0,1-1 0,1 0 0,-1 1 0,0-1 0,0 1 0,0-1 0,1 1 0,-1-1 0,1 0 0,-1 1 0,1 0 0,0-1 0,0 1 0,0-1 0,-1 1 0,1 0 0,0 0 0,0-1 0,1 1 0,-1 0 0,0 0 0,0 0 0,3-1 0,2-2 0,0 0 0,1 1 0,-1 0 0,1 0 0,0 1 0,-1 0 0,1 0 0,8-1 0,27-3-71,-24 4-188,0 0 1,-1-1-1,0-1 0,32-12 0,-39 11-6567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32.3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24575,'3'0'0,"2"0"0,2 3 0,-1 3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35.0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1 269 24575,'26'0'0,"28"-1"0,79 11 0,-119-8 0,6 0 0,-1 2 0,21 6 0,-45-10 0,-1 1 0,1-1 0,0 0 0,-10-1 0,5-1 0,0-1 0,1 0 0,-1 0 0,0-1 0,1-1 0,0 0 0,0 0 0,0 0 0,1-1 0,-1-1 0,-9-9 0,13 11 0,0 0 0,1 0 0,0-1 0,0 0 0,0 1 0,1-1 0,0 0 0,0-1 0,0 1 0,1 0 0,0-1 0,0 0 0,1 1 0,-1-1 0,2 0 0,-1 0 0,1 0 0,0-7 0,0 11 0,1 0 0,0 0 0,-1 0 0,1 0 0,0 0 0,0 0 0,0 0 0,1 1 0,-1-1 0,1 0 0,-1 1 0,1-1 0,3-2 0,-2 1 0,1 1 0,0-1 0,1 1 0,-1 0 0,1 0 0,8-4 0,4 0 0,-1 2 0,1 0 0,25-4 0,-24 5 0,1 1 0,0 0 0,0 2 0,0 0 0,0 1 0,32 5 0,-48-4 0,-1-1 0,0 1 0,0-1 0,0 1 0,0 0 0,0 0 0,0 0 0,0 0 0,0 0 0,0 0 0,-1 0 0,1 1 0,0-1 0,-1 1 0,1-1 0,-1 1 0,1 0 0,1 3 0,-1-1 0,-1 0 0,0 0 0,1 0 0,-2 0 0,1 0 0,0 0 0,-1 0 0,0 0 0,0 5 0,0 26 0,-3 80 0,1-101 0,1-12 0,1-1 0,-1 1 0,1 0 0,0 0 0,0 0 0,0 0 0,0-1 0,0 1 0,0 2 0,1-3 0,-1 0 0,1-1 0,-1 1 0,1 0 0,-1 0 0,1-1 0,-1 1 0,1-1 0,0 1 0,-1-1 0,1 1 0,0-1 0,-1 1 0,1-1 0,0 1 0,0-1 0,0 0 0,-1 0 0,1 1 0,0-1 0,0 0 0,0 0 0,-1 0 0,1 0 0,1 0 0,26 2 0,49-3 0,-22-1 0,-39 2-455,-1 0 0,31 6 0,-32-3-6371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35.9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73 24575,'0'0'0,"0"-1"0,0 1 0,0-1 0,0 1 0,0-1 0,0 1 0,0 0 0,0-1 0,0 1 0,0-1 0,0 1 0,0-1 0,0 1 0,0 0 0,0-1 0,1 1 0,-1-1 0,0 1 0,0 0 0,0-1 0,1 1 0,-1 0 0,0-1 0,1 1 0,-1-1 0,12 5 0,-12-6 0,1 0 0,-1 0 0,0-1 0,1 1 0,-1 0 0,0 0 0,0 0 0,-1-3 0,1 1 0,0 0 0,0 0 0,-1 0 0,1 1 0,-1-1 0,0 0 0,-1 1 0,1-1 0,-3-5 0,4 9 0,0 0 0,0 0 0,0 0 0,0 0 0,0 1 0,0-1 0,0 0 0,0 0 0,0 0 0,0 0 0,0 0 0,0 0 0,0 0 0,0 0 0,0 0 0,0 1 0,0-1 0,0 0 0,0 0 0,0 0 0,0 0 0,0 0 0,0 0 0,0 0 0,0 0 0,0 0 0,-1 0 0,1 1 0,0-1 0,0 0 0,0 0 0,0 0 0,0 0 0,0 0 0,0 0 0,0 0 0,0 0 0,0 0 0,-1 0 0,1 0 0,0 0 0,0 0 0,0 0 0,0 0 0,0 0 0,0 0 0,0 0 0,0 0 0,0 0 0,-1 0 0,1 0 0,0 0 0,0 0 0,0 0 0,0 0 0,0 0 0,0 0 0,0 0 0,0 0 0,0 0 0,-1 0 0,2 9 0,3 14 0,2 0 0,0 0 0,2-1 0,0 0 0,2-1 0,0 0 0,22 32 0,3 2 0,-57-85-1365,13 20-5461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36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528 37 24575,'-21'-9'0,"0"1"0,-24-6 0,35 12 0,1 1 0,-1-1 0,1 1 0,-1 1 0,0 0 0,0 0 0,-13 3 0,-71 19 0,52-12 0,-49 7 0,-13-5-1365,85-10-5461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37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1447 44 24575,'-11'-2'0,"-142"-32"0,128 31 0,1 0 0,0 2 0,0 0 0,-36 5 0,-468 37 0,26-42 0,481 2-682,-36 4-1,39-2-6143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37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60 24575,'12'-8'0,"1"0"0,1 1 0,-1 1 0,1 0 0,0 0 0,1 2 0,-1 0 0,30-5 0,-33 8 0,0 1 0,1 0 0,-1 0 0,1 1 0,-1 0 0,0 1 0,1 1 0,-1-1 0,0 2 0,-1 0 0,1 0 0,13 8 0,-22-11 0,0 0 0,0 0 0,0 0 0,0 0 0,-1 0 0,1 1 0,-1-1 0,1 1 0,-1-1 0,1 1 0,-1 0 0,0-1 0,0 1 0,0 0 0,0 0 0,0 0 0,0 0 0,0 0 0,-1 0 0,1 0 0,-1 0 0,1 0 0,-1 0 0,0 0 0,0 0 0,0 0 0,0 0 0,0 0 0,0 0 0,-1 1 0,0 1 0,-2 5 0,-1 1 0,0-1 0,0 0 0,-1 0 0,-8 11 0,0 1 0,-7 9 0,15-25 0,1 0 0,1 1 0,-1-1 0,1 1 0,0-1 0,0 1 0,0 0 0,1 0 0,0 1 0,-2 11 0,4-17 0,0 0 0,0 0 0,0 0 0,0 0 0,1 1 0,-1-1 0,0 0 0,1 0 0,-1 0 0,0 0 0,1 0 0,0 0 0,-1 0 0,1 0 0,0 0 0,-1 0 0,1 0 0,0 0 0,0 0 0,0-1 0,0 1 0,0 0 0,0-1 0,0 1 0,0 0 0,0-1 0,0 1 0,0-1 0,0 0 0,0 1 0,0-1 0,2 0 0,5 2 0,-1-1 0,0-1 0,1 0 0,8 0 0,-8-1 0,151-1-1365,-146 2-5461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45.1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3455 16 24575,'-2'-2'0,"0"1"0,0-1 0,-1 1 0,1 0 0,0-1 0,-1 1 0,1 0 0,-1 1 0,1-1 0,-1 0 0,1 1 0,-5-1 0,-34-1 0,29 2 0,-10 1 0,0 0 0,-39 7 0,5 1 0,-94 4 0,-58-13 0,90-1 0,92 1 0,-243 9 0,159 3 0,-204 11 0,189-22 0,-106-3 0,155-4 0,-27-2 0,-70-1 0,8 4 0,40 4 0,48-6 0,-34-1 0,-187 9 0,276 0 0,-31 5 0,-16 2 0,26-8 0,16 0 0,0 1 0,-39 6 0,44-3 0,-26-1 0,34-2 0,0 0 0,0 0 0,0 1 0,0 1 0,-23 8 0,8 1-1365,16-6-5461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46.1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24575,'0'19'0,"2"1"0,1-1 0,0 0 0,8 26 0,31 73 0,-29-86 0,8 22-105,16 46 334,-32-85-527,-2 0 0,0 0 1,0 1-1,-1 30 0,-2-34-6528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46.5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30 24575,'-15'-5'0,"-8"-2"0,-2 1 0,1 1 0,1 1 0,3 2 0,2 3 0,1 2 0,2 0 0,0 2 0,1 1 0,-1-1 0,1 0 0,0 1 0,-1-2 0,1 0 0,1-2-8191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47.2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17 24575,'-7'-14'0,"3"11"0,4 10 0,4 10 0,2 1 0,0-1 0,8 18 0,0-2 0,54 107 0,-22-49 0,-23-46 0,14 33 0,-33-69 0,-1 0 0,-1 0 0,1 0 0,-2 0 0,1 1 0,-1-1 0,-1 10 0,0-17 0,0 0 0,0 0 0,0 0 0,0 0 0,-1 0 0,1 0 0,-1 0 0,1 0 0,-1-1 0,0 1 0,0 0 0,1 0 0,-1-1 0,-1 1 0,1 0 0,0-1 0,0 1 0,-1-1 0,-1 2 0,1-2 0,0 1 0,0-1 0,-1 0 0,1 0 0,0 0 0,-1-1 0,1 1 0,-1 0 0,1-1 0,-1 1 0,1-1 0,-6 0 0,-1-1 0,-1 0 0,0-1 0,1 0 0,-1 0 0,1-1 0,-14-5 0,13 3 0,0 0 0,0-1 0,1 0 0,0 0 0,0-1 0,0 0 0,-7-9 0,12 12 0,0 0 0,0 0 0,1-1 0,-1 1 0,1-1 0,0 0 0,1 0 0,-1 0 0,1 0 0,0 0 0,0 0 0,1-1 0,0 1 0,0-1 0,-1-10 0,2 14 0,0-1 0,1 1 0,-1 0 0,1-1 0,0 1 0,0 0 0,-1 0 0,1 0 0,1-1 0,-1 1 0,0 0 0,0 0 0,1 1 0,-1-1 0,1 0 0,0 0 0,-1 1 0,1-1 0,0 1 0,0-1 0,0 1 0,0 0 0,4-2 0,5-2 0,1 1 0,-1 0 0,20-3 0,-2-1 0,-29 8-9,46-16 139,-42 14-295,0 0 0,0-1 0,0 1 0,0-1-1,0 0 1,0 0 0,-1 0 0,4-4 0,1-4-6661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47.4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 19 24575,'-8'-7'0,"-2"-1"0,1 4 0,4 6 0,2 4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0.8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1 270 24575,'0'0'0,"0"-1"0,1 0 0,-1 0 0,0 1 0,1-1 0,-1 0 0,1 1 0,-1-1 0,1 1 0,-1-1 0,1 1 0,0-1 0,-1 1 0,1-1 0,0 1 0,-1-1 0,1 1 0,0 0 0,-1-1 0,1 1 0,0 0 0,0 0 0,-1 0 0,1-1 0,0 1 0,0 0 0,1 0 0,22-2 0,-10 4 0,0 0 0,0 1 0,0 0 0,-1 1 0,17 7 0,20 5 0,20 1 0,-229-52 0,155 34 0,0 0 0,0 0 0,1-1 0,-1 1 0,1-1 0,-1 1 0,1-1 0,-1 0 0,1-1 0,0 1 0,0 0 0,-4-4 0,6 4 0,0 0 0,-1 0 0,1 0 0,0 0 0,0 0 0,0-1 0,0 1 0,1 0 0,-1 0 0,0-1 0,1 1 0,0 0 0,-1-1 0,1 1 0,0-1 0,0 1 0,1 0 0,-1-1 0,0 1 0,1 0 0,0-4 0,2-3 0,0 0 0,1 1 0,0-1 0,0 1 0,0 0 0,1 0 0,1 0 0,-1 1 0,1 0 0,1 0 0,-1 0 0,12-8 0,-6 6 0,0 0 0,1 1 0,0 1 0,0 0 0,1 1 0,28-9 0,-12 6 0,43-7 0,-63 15 0,0 0 0,0 0 0,0 1 0,1 0 0,-1 1 0,0 0 0,0 1 0,13 3 0,-18-3 0,-1 0 0,0 0 0,0 0 0,0 0 0,-1 1 0,1 0 0,0-1 0,-1 1 0,0 1 0,1-1 0,-1 0 0,-1 1 0,1 0 0,0 0 0,-1-1 0,0 1 0,0 1 0,0-1 0,-1 0 0,1 0 0,1 8 0,0 1 0,-1 0 0,-1 0 0,0 1 0,0-1 0,-1 0 0,-3 17 0,1-19 0,0-1 0,-1 0 0,-5 14 0,4-12 0,3-11 0,1 0 0,-1 0 0,1 0 0,0 0 0,0 0 0,-1 0 0,1 0 0,0 0 0,0 0 0,0 0 0,0 0 0,0 1 0,0-1 0,0 0 0,1 0 0,-1 0 0,0 0 0,1 0 0,-1 0 0,0 0 0,1 0 0,1 1 0,-1-1 0,0 0 0,0 0 0,0 0 0,0 0 0,0-1 0,1 1 0,-1-1 0,0 1 0,0-1 0,1 1 0,-1-1 0,0 1 0,1-1 0,-1 0 0,2 0 0,4 0 0,0 0 0,-1 0 0,1-1 0,0 0 0,12-4 0,-7 1 0,-1-1 0,1-1-1,10-7 1,0 1-1364,-12 7-5462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1.3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24575,'0'2'0,"2"4"0,1 6 0,3 3 0,0 1 0,2 4 0,1 0 0,3 0 0,-2-1 0,1-2 0,0-1 0,-1 0 0,0-1 0,1 0 0,1-1 0,-2-4 0,-4-5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1.5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546 107 24575,'-28'-12'0,"-16"-8"0,-6 1 0,-2 1 0,3 3 0,2 4 0,6 4 0,6 4 0,4 1 0,3 5 0,3 0 0,3 4 0,0 2 0,1 3 0,2 1 0,1 1 0,4-1-8191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2.2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789 14 24575,'-8'-3'0,"-1"1"0,1-1 0,-1 1 0,0 1 0,1 0 0,-1 0 0,-15 1 0,5 0 0,-246 12 0,240-10 0,-207 30 113,94-11-1591,113-18-5348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2.8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48 24575,'18'-8'0,"0"0"0,1 0 0,0 2 0,31-7 0,-40 12 0,-1-1 0,1 1 0,-1 1 0,0 0 0,1 0 0,-1 1 0,1 0 0,-1 1 0,1 0 0,-1 0 0,16 7 0,-21-7 0,-1 0 0,0 0 0,0 0 0,-1 0 0,1 0 0,0 1 0,-1 0 0,1-1 0,-1 1 0,0 0 0,0 0 0,0 0 0,-1 0 0,1 0 0,0 1 0,-1-1 0,0 0 0,0 1 0,0-1 0,0 1 0,-1-1 0,0 1 0,1-1 0,-1 1 0,0 0 0,-1-1 0,1 1 0,0-1 0,-1 1 0,0-1 0,0 1 0,0-1 0,0 1 0,-1-1 0,1 0 0,-1 0 0,0 0 0,0 0 0,-5 5 0,-9 11 0,3-5 0,-19 27 0,29-36 0,0-1 0,0 1 0,1 0 0,-1 0 0,1 0 0,1 0 0,-1 0 0,1 0 0,0 1 0,-1 9 0,2-14 0,0 0 0,0 1 0,0-1 0,0 0 0,0 0 0,1 1 0,-1-1 0,1 0 0,-1 0 0,1 1 0,-1-1 0,1 0 0,-1 0 0,1 0 0,0 0 0,0 0 0,0 0 0,-1 0 0,1 0 0,0 0 0,0-1 0,0 1 0,0 0 0,1 0 0,-1-1 0,0 1 0,0-1 0,0 1 0,0-1 0,1 0 0,-1 1 0,2-1 0,5 1 0,0 0 0,0 0 0,0-1 0,10-1 0,-7 1 0,-10 0 0,131-6 0,-100 3 0,0-1 0,34-10 0,-50 9-1365,-4-1-5461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6.3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745 37 24575,'29'0'0,"-19"0"0,-16 0 0,-380-9 0,280 5 0,-80-7 0,153 9 0,23 2 0,-1-1 0,1 0 0,-18-4 0,21 2-1365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6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473 46 24575,'-30'-7'0,"-15"-3"0,-5 0 0,1 3 0,4 1 0,4 3 0,5 1 0,5 1 0,4 1 0,3 3 0,3 1 0,4 2 0,1 0 0,1 2 0,1-1 0,2 1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7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24575,'100'74'0,"4"-4"0,146 73 0,-211-125 0,1-1 0,0-3 0,83 20 0,-106-28 0,-14 0 0,-11 0 0,-2-2 0,0 0 0,0-1 0,0 0 0,-15 1 0,-3 2 0,-366 88 0,381-91-114,1 1 1,-1 0-1,1 1 0,0 0 0,0 1 1,0 0-1,1 1 0,0 0 0,0 1 1,1 0-1,-16 17 0,17-14-6712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8.1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34 24575,'26'-8'0,"0"0"0,0 2 0,35-4 0,-46 9 0,0 1 0,1 0 0,-1 1 0,0 0 0,0 1 0,-1 1 0,22 6 0,-21-4 0,-2-1 0,0 0 0,0 1 0,0 1 0,13 8 0,-23-12 0,0 0 0,0 0 0,0 0 0,0 1 0,0 0 0,-1-1 0,1 1 0,-1 0 0,0 0 0,1 0 0,-2 1 0,1-1 0,0 0 0,-1 1 0,1-1 0,-1 1 0,0 0 0,0-1 0,0 8 0,1 28 0,-5 68 0,2-98 0,-1 0 0,0 0 0,0 1 0,-1-2 0,1 1 0,-2 0 0,0-1 0,0 1 0,0-1 0,-1 0 0,-7 9 0,-6 5 0,-1-2 0,-29 26 0,18-18 0,29-28 0,1 1 0,-1-1 0,1 1 0,-1-1 0,0 1 0,1-1 0,-1 1 0,1-1 0,0 1 0,-1 0 0,1-1 0,-1 1 0,1 0 0,0 0 0,0-1 0,-1 1 0,1 0 0,0 0 0,0-1 0,0 1 0,0 0 0,0 0 0,0-1 0,0 1 0,0 0 0,0 1 0,1-1 0,0 0 0,-1 0 0,1 0 0,0 0 0,0 0 0,-1-1 0,1 1 0,0 0 0,0-1 0,0 1 0,0 0 0,0-1 0,0 1 0,0-1 0,2 1 0,4 1 0,0 0 0,0 0 0,0-1 0,12 1 0,130-3 0,-144 0-114,0 1 1,-1-1-1,1 0 0,-1 0 0,1 0 1,-1 0-1,0-1 0,0 0 0,1 0 1,-1 0-1,5-4 0,0-2-6712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8.3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35 24575,'25'-3'0,"14"0"0,4 0 0,1 0 0,-3 1 0,-2 1 0,-4 1 0,-2-1 0,-3 1 0,0 1 0,-3-4 0,-4 0 0,-3 0 0,-5-2 0,-5 0-8191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8.8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24575,'14'43'0,"11"23"0,20 86 0,-38-122 0,-1 0 0,-2 1 0,-1-1 0,-2 1 0,-3 45 0,2-73-97,-1 1-1,0-1 1,0 0-1,0 0 1,0 1-1,0-1 1,-1 0-1,1 0 1,-1 0-1,0-1 1,0 1-1,0 0 0,-4 3 1,-2 1-6729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3:59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24575,'-13'81'0,"11"-56"0,2-1 0,1 0 0,8 48 0,25 68 0,-13-61 0,-19-68 0,16 71 0,-16-68 0,0 0 0,-1-1 0,-1 1 0,-1 14 0,-5-4-1365,3-15-5461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0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54 24575,'3'-4'0,"1"-1"0,0 0 0,0 1 0,1 0 0,-1 0 0,1 0 0,0 1 0,0-1 0,0 1 0,0 0 0,7-2 0,-8 4 0,0-1 0,0 1 0,0 1 0,0-1 0,0 1 0,1-1 0,-1 1 0,0 0 0,0 1 0,1-1 0,-1 1 0,0 0 0,0 0 0,0 0 0,0 0 0,6 4 0,-4-3 0,0 2 0,0-1 0,0 1 0,-1 0 0,1 0 0,8 9 0,-12-11 0,0 0 0,0 0 0,-1 1 0,1-1 0,-1 1 0,1-1 0,-1 1 0,0-1 0,0 1 0,0 0 0,0-1 0,0 1 0,-1 0 0,1 0 0,-1 0 0,0 0 0,0-1 0,0 7 0,-1-2 0,-1 0 0,0-1 0,0 1 0,-1 0 0,1-1 0,-1 1 0,-1-1 0,-7 11 0,-2 1 0,-24 22 0,25-27 0,11-12 0,-1 1 0,1-1 0,0 1 0,0-1 0,-1 1 0,1 0 0,1 0 0,-1-1 0,0 1 0,-1 3 0,2-5 0,0 1 0,0 0 0,0-1 0,0 1 0,1-1 0,-1 1 0,0 0 0,0-1 0,0 1 0,0-1 0,1 1 0,-1-1 0,0 1 0,1-1 0,-1 1 0,0-1 0,1 1 0,-1-1 0,1 1 0,-1-1 0,0 1 0,1-1 0,-1 0 0,1 1 0,-1-1 0,1 0 0,0 0 0,-1 1 0,1-1 0,-1 0 0,1 0 0,-1 0 0,1 0 0,0 1 0,-1-1 0,1 0 0,-1 0 0,2-1 0,19 4 0,1-2 0,-1-1 0,24-3 0,-30 2 0,11-1 0,0 0 0,0-2 0,-1-1 0,27-9 0,-48 12-1365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1.1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268 3 24575,'-25'0'0,"-11"0"0,-2 0 0,4 0 0,4 0 0,5 0 0,4 0 0,4 0 0,1 0 0,2 0 0,3-2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1.3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18 24575,'-30'-5'0,"-12"-2"0,-3 3 0,6 2 0,3 4 0,5 2 0,9 0-8191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3.3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62 24575,'-6'-8'0,"3"3"0,-1 0 0,1 0 0,0-1 0,0 1 0,0-1 0,1 1 0,-2-7 0,4 12 0,0 0 0,0-1 0,0 1 0,0 0 0,0 0 0,0 0 0,0 0 0,0 0 0,0 0 0,0 0 0,0 0 0,0-1 0,0 1 0,0 0 0,0 0 0,0 0 0,0 0 0,0 0 0,0 0 0,0 0 0,0-1 0,0 1 0,0 0 0,0 0 0,0 0 0,0 0 0,0 0 0,0 0 0,0 0 0,0 0 0,0-1 0,0 1 0,0 0 0,0 0 0,0 0 0,0 0 0,1 0 0,-1 0 0,0 0 0,0 0 0,0 0 0,0 0 0,0 0 0,0 0 0,0 0 0,0 0 0,1-1 0,5 5 0,5 8 0,-5-3 0,0 0 0,0 0 0,-1 0 0,0 1 0,0-1 0,-1 1 0,-1 1 0,4 15 0,-3-5 0,-1 1 0,-1 0 0,-1 26 0,0-34 0,0 0 0,0-1 0,2 1 0,-1 0 0,2-1 0,0 0 0,6 15 0,-1-9 0,0-1 0,1 1 0,1-1 0,14 16 0,-16-22-227,-1-1-1,0 2 1,0-1-1,-2 1 1,7 15-1,-10-16-6598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3.8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24575,'1'4'0,"0"1"0,0 0 0,0 0 0,1-1 0,-1 1 0,4 6 0,2 7 0,31 71 0,-18-42 0,-16-39-170,-2 1-1,0 1 0,0-1 1,0 0-1,-1 0 0,0 1 1,-2 14-1,1-12-6655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4.0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366 47 24575,'-27'-8'0,"-15"-2"0,-2 1 0,3 1 0,7 3 0,4 1 0,4 2 0,5 2 0,2 0 0,3 0 0,-1 0 0,0 1 0,-1-1 0,4 0-8191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6.9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0 403 24575,'8'-3'0,"1"0"0,-1 1 0,0-1 0,1 2 0,16-2 0,11-3 0,-22 4 0,-1 0 0,1 0 0,0 1 0,0 1 0,0 1 0,0 0 0,22 4 0,-6-1 0,-22-4 0,0 1 0,-1 0 0,12 3 0,-19-4 0,1 0 0,-1 0 0,0 0 0,0 0 0,1 0 0,-1 0 0,0 0 0,0 0 0,0 0 0,1 0 0,-1 0 0,0 0 0,0 0 0,1 1 0,-1-1 0,0 0 0,0 0 0,0 0 0,1 0 0,-1 0 0,0 1 0,0-1 0,0 0 0,0 0 0,0 0 0,1 1 0,-1-1 0,0 0 0,0 0 0,0 1 0,0-1 0,0 0 0,0 1 0,-7 2 0,-15 0 0,5-2 0,6 1 0,1-2 0,-1 1 0,1-1 0,-1-1 0,0 0 0,-14-4 0,23 4 0,-1 0 0,1 0 0,0 0 0,0-1 0,0 1 0,0-1 0,0 0 0,0 1 0,0-1 0,1 0 0,-1 0 0,0 0 0,1 0 0,0-1 0,0 1 0,-1 0 0,1 0 0,0-1 0,0-3 0,-3-6 0,2 0 0,-3-24 0,0 6 0,1 8 0,1 0 0,0 0 0,1-25 0,2 38 0,1-1 0,0 0 0,0 1 0,1-1 0,0 1 0,1-1 0,0 1 0,0 0 0,9-14 0,-10 19 0,0 1 0,0 0 0,1 0 0,-1 0 0,1 0 0,0 1 0,0-1 0,0 1 0,0 0 0,0-1 0,1 1 0,6-2 0,-4 1 0,0 1 0,1 0 0,0 1 0,-1 0 0,1 0 0,12 0 0,-3 1 0,-1 1 0,0 1 0,0 0 0,0 1 0,27 10 0,-36-11 0,1 1 0,-1 0 0,0 1 0,0-1 0,0 1 0,0 0 0,-1 1 0,1-1 0,-1 1 0,0 0 0,7 9 0,-10-11 0,0 0 0,0 1 0,-1-1 0,1 0 0,0 1 0,-1-1 0,0 1 0,0-1 0,0 1 0,0-1 0,-1 1 0,1 0 0,-1-1 0,0 1 0,0 0 0,0-1 0,-1 1 0,1 0 0,-1-1 0,0 1 0,0 0 0,0-1 0,-3 6 0,-1-1 0,0 0 0,0 0 0,-10 10 0,-2 5 0,16-23 0,1 1 0,-1-1 0,1 1 0,0-1 0,-1 1 0,1-1 0,0 1 0,-1-1 0,1 1 0,0 0 0,0-1 0,0 1 0,0 0 0,0-1 0,0 1 0,0-1 0,0 1 0,0 0 0,0-1 0,0 1 0,0 0 0,0-1 0,0 1 0,0-1 0,1 1 0,-1 0 0,0-1 0,0 1 0,1-1 0,-1 1 0,0-1 0,1 1 0,-1-1 0,1 1 0,-1-1 0,1 1 0,-1-1 0,1 1 0,-1-1 0,1 0 0,-1 1 0,1-1 0,-1 0 0,1 0 0,0 1 0,-1-1 0,1 0 0,0 0 0,6 2 0,-1 0 0,1 0 0,12 1 0,-12-2 0,7 1 30,0-1 0,0 0 0,23-1 0,-33 0-101,-1 0 1,0-1-1,1 1 0,-1-1 0,1 0 1,-1 0-1,0 0 0,0 0 1,1 0-1,-1-1 0,0 1 0,0-1 1,-1 0-1,1 0 0,0 0 1,0 0-1,-1-1 0,0 1 0,1-1 1,3-5-1,-2 0-6755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7.3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24575,'14'34'0,"-7"-15"-151,0 0-1,2-1 0,0 0 0,2-1 1,0 0-1,0 0 0,2-1 1,16 17-1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7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494 82 24575,'-33'-15'0,"-15"-5"0,-5 1 0,4 3 0,5 8 0,6 4 0,3 6 0,4 3 0,1 2 0,1 3 0,1 0 0,-1 1 0,3-2 0,5-2-8191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8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789 1 24575,'-66'8'0,"-83"-1"0,14-1 0,61-1-116,-267 33-1133,317-34-5577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8.6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24575,'12'-2'0,"56"-10"0,-59 11 0,0 0 0,0 1 0,0 0 0,0 1 0,12 2 0,-20-3 0,1 0 0,0 1 0,-1-1 0,1 1 0,-1-1 0,0 1 0,1-1 0,-1 1 0,1 0 0,-1 0 0,0 0 0,0 0 0,1 0 0,-1 0 0,0 0 0,0 0 0,0 1 0,0-1 0,0 0 0,-1 1 0,1-1 0,0 0 0,-1 1 0,1-1 0,0 1 0,-1-1 0,0 1 0,1-1 0,-1 1 0,0-1 0,0 1 0,0 0 0,0-1 0,0 1 0,0-1 0,0 1 0,-1 2 0,-2 6 0,0 1 0,0-1 0,-1 0 0,-7 15 0,4-12 0,-5 13 0,6-15 0,1 1 0,0 0 0,0 0 0,-2 14 0,6-24 0,1 0 0,0 1 0,-1-1 0,1 0 0,0 0 0,1 1 0,-1-1 0,0 0 0,1 0 0,-1 1 0,1-1 0,-1 0 0,1 0 0,0 0 0,0 0 0,0 0 0,0 0 0,1 0 0,-1 0 0,0 0 0,1-1 0,0 1 0,-1 0 0,1-1 0,0 1 0,-1-1 0,1 0 0,0 0 0,0 0 0,0 0 0,0 0 0,4 1 0,6 2 0,0 0 0,0-1 0,1-1 0,20 2 0,-21-2 0,44 2 0,66-3 0,-62-2 0,-32-2-1365,-18 0-5461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9.3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9 24575,'0'-1'0,"0"1"0,0-1 0,0 1 0,0 0 0,0-1 0,-1 1 0,1-1 0,0 1 0,0 0 0,0-1 0,-1 1 0,1 0 0,0-1 0,-1 1 0,1 0 0,0 0 0,-1-1 0,1 1 0,0 0 0,-1 0 0,1-1 0,0 1 0,-1 0 0,1 0 0,0 0 0,-1 0 0,0 0 0,1 0 0,-1 1 0,1-1 0,0 0 0,-1 1 0,1-1 0,0 1 0,-1-1 0,1 1 0,0-1 0,0 1 0,0-1 0,-1 1 0,1-1 0,0 1 0,0-1 0,0 2 0,-3 31 0,2-26 0,-5 43 0,-2 32 0,8-45 0,1-1 0,7 47 0,-5-68 0,0 1 0,2-1 0,-1 0 0,2 0 0,0-1 0,1 1 0,15 24 0,-8-20 0,1-1 0,0 0 0,1-1 0,1 0 0,1-1 0,0-1 0,1-1 0,0-1 0,1 0 0,1-2 0,0 0 0,26 9 0,55 14-1365,-84-28-5461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09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24575,'1'-1'0,"-1"0"0,0 0 0,1 0 0,-1 0 0,0 0 0,1 0 0,-1 0 0,1 0 0,-1 1 0,1-1 0,0 0 0,-1 0 0,1 1 0,0-1 0,-1 0 0,1 1 0,0-1 0,0 1 0,0-1 0,0 1 0,-1-1 0,1 1 0,2-1 0,-1 1 0,-1 0 0,1 0 0,0 0 0,-1 0 0,1 1 0,-1-1 0,1 0 0,-1 1 0,1-1 0,-1 1 0,1-1 0,-1 1 0,2 1 0,4 2 0,-1 1 0,0 0 0,0 0 0,11 11 0,12 21 0,-2 0 0,-1 2 0,-1 1 0,-3 0 0,32 81 0,-47-101 0,0-1 0,-1 1 0,-1 1 0,-2-1 0,4 36 0,-7-47 0,-1-1 0,1 1 0,-1-1 0,-1 1 0,1-1 0,-1 0 0,-4 10 0,3-13 0,1 0 0,-1 1 0,0-1 0,0-1 0,0 1 0,-1 0 0,0-1 0,1 0 0,-2 0 0,1 0 0,-8 5 0,5-4-170,-1 0-1,1-1 0,-1 0 1,0-1-1,0 1 0,0-2 1,-13 4-1,8-4-6655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0.5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 24575,'27'-3'0,"41"-2"0,-62 5 0,1 1 0,-1-1 0,1 1 0,-1 0 0,1 0 0,-1 1 0,12 5 0,-16-7 0,-1 1 0,1 0 0,0 0 0,-1 0 0,1 1 0,-1-1 0,1 0 0,-1 1 0,1-1 0,-1 0 0,0 1 0,0 0 0,0-1 0,0 1 0,0 0 0,0-1 0,0 1 0,0 0 0,-1 0 0,1 0 0,-1 0 0,1 2 0,-1 3 0,0 0 0,0 1 0,0-1 0,-3 13 0,1-15 0,1 0 0,1 1 0,-1-1 0,1 0 0,0 1 0,0-1 0,0 1 0,3 7 0,-3-12 0,1 0 0,0 1 0,-1-1 0,1 0 0,0 0 0,0 0 0,0 0 0,0 0 0,0 0 0,0 0 0,1 0 0,-1 0 0,0 0 0,0-1 0,1 1 0,-1 0 0,0-1 0,1 1 0,-1-1 0,1 1 0,-1-1 0,0 0 0,4 0 0,3 1 0,1-1 0,17-1 0,-15 1 0,17-2-118,49 0 367,-69 2-436,0 1 0,0 0 0,0 0 0,0 1 0,-1 0 0,1 1 0,8 3 0,-7-1-6639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2.1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4130 2 24575,'56'0'0,"-237"-1"0,-200 3 0,130 15 0,120-6 0,-93 5 0,135-12 0,-207 7 0,-112-21 0,66-7 0,232 14 0,-130 14 0,240-11 0,-128 5 0,-37 2 0,-136 0 0,188-8 0,-89 10 0,-87-2 0,182-8 0,-101 1-1365,189 0-5461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3.3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9 24575,'0'0'0,"0"-1"0,-1 1 0,1-1 0,0 1 0,0-1 0,0 1 0,-1-1 0,1 1 0,0 0 0,-1-1 0,1 1 0,0-1 0,-1 1 0,1 0 0,0 0 0,-1-1 0,1 1 0,-1 0 0,1-1 0,0 1 0,-1 0 0,0 0 0,1 0 0,-1 0 0,1 0 0,0 0 0,0 1 0,-1-1 0,1 0 0,0 0 0,0 1 0,-1-1 0,1 0 0,0 1 0,0-1 0,0 0 0,0 1 0,-1-1 0,1 0 0,0 1 0,0-1 0,0 0 0,0 1 0,0 0 0,-1 2 0,1 0 0,0 1 0,0-1 0,0 0 0,0 6 0,8 23 0,2 0 0,25 58 0,6-7 0,15 36 0,-6-21 0,-10-18 0,-36-70-1365,-1-1-5461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4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24575,'0'8'0,"1"0"0,0 0 0,1-1 0,0 1 0,0-1 0,1 1 0,-1-1 0,5 8 0,37 61 0,-8-14 0,-22-36 0,26 55 0,-40-80-72,1 0 1,0 0-1,-1 0 0,1 1 0,-1-1 0,0 0 0,1 0 0,-1 0 1,0 1-1,0-1 0,0 0 0,0 1 0,0-1 0,0 0 0,0 0 1,0 1-1,-1-1 0,1 2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4.2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1 24575,'-28'0'0,"-11"2"0,-2 2 0,4-1 0,5 2 0,4 0 0,3 2 0,4-1 0,3 2 0,2 2 0,4-1-8191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5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1 325 24575,'253'0'0,"-258"0"0,1 0 0,-1 0 0,1 0 0,-1 0 0,1-1 0,0 0 0,-1 0 0,1 0 0,0 0 0,0-1 0,0 0 0,-1 0 0,2 0 0,-1 0 0,0 0 0,0-1 0,1 0 0,-1 0 0,1 0 0,0 0 0,0 0 0,0 0 0,1-1 0,-1 0 0,1 1 0,-3-7 0,1 2 0,1 1 0,0-1 0,1 0 0,0 0 0,0 0 0,1 0 0,-1-10 0,1 1 0,1-1 0,3-22 0,-2 34 0,0 1 0,0-1 0,1 1 0,0 0 0,0 0 0,1 0 0,-1 0 0,1 0 0,0 1 0,0-1 0,0 1 0,1 0 0,0 0 0,0 0 0,0 0 0,0 1 0,1-1 0,7-4 0,-5 4 0,-1 1 0,1-1 0,0 1 0,0 0 0,0 1 0,1 0 0,-1 0 0,0 1 0,1-1 0,0 2 0,-1-1 0,16 2 0,-15 0 0,1 0 0,-1 1 0,0 0 0,0 1 0,0 0 0,0 0 0,-1 1 0,1 0 0,11 8 0,-15-9 0,0 0 0,0 0 0,-1 1 0,1-1 0,-1 1 0,0 0 0,0 0 0,0 0 0,-1 0 0,1 0 0,-1 1 0,0-1 0,0 1 0,-1 0 0,1 0 0,-1-1 0,1 10 0,-2-4 0,0 0 0,0 0 0,-1 0 0,0 0 0,0 0 0,-1 0 0,-1-1 0,0 1 0,-6 14 0,7-21 0,1 0 0,0-1 0,0 1 0,0 0 0,1-1 0,-1 1 0,1 0 0,-1 0 0,1 0 0,0 0 0,0 0 0,0-1 0,1 1 0,0 5 0,0-6 0,0 0 0,0 0 0,0 0 0,1-1 0,-1 1 0,0 0 0,1-1 0,-1 1 0,1-1 0,-1 0 0,1 1 0,0-1 0,0 0 0,-1 0 0,1 0 0,0 0 0,0 0 0,0-1 0,0 1 0,4 0 0,3 1-97,0 0-1,0-1 1,0 0-1,0 0 1,0-1-1,0 0 1,0-1-1,0 0 1,0 0-1,0-1 1,0 0-1,-1-1 0,12-4 1,-7 0-6729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5.8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24575,'7'7'0,"6"6"0,-1 2 0,2 5 0,0 0 0,-2 0 0,-1-1 0,-2-1 0,0-2 0,1 0 0,-2-1 0,1-3 0,-1-1 0,0-2 0,-1-5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6.0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378 39 24575,'-30'-8'0,"-15"-2"0,-3 1 0,5 1 0,5 5 0,5 5 0,5 3 0,3 3 0,2 2 0,-1 2 0,2-1 0,4-2-8191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6.5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608 0 24575,'-42'9'0,"-69"4"0,80-11 0,-109 4 0,-11 0 0,40 2-1365,89-7-5461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7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32 24575,'13'-4'0,"85"-17"0,-81 18 0,-1 1 0,1 1 0,33 1 0,-49 1 0,0-1 0,1 0 0,-1 1 0,1-1 0,-1 0 0,0 1 0,1 0 0,-1-1 0,0 1 0,0 0 0,0 0 0,1 0 0,-1 0 0,0 0 0,0 0 0,0 0 0,0 0 0,0 0 0,-1 0 0,1 0 0,0 1 0,-1-1 0,1 0 0,0 1 0,-1-1 0,1 0 0,-1 1 0,0-1 0,0 1 0,1 2 0,0 5 0,-1 0 0,0 1 0,-2 16 0,1-9 0,1-8 0,-1-1 0,0 1 0,0-1 0,-1 1 0,0-1 0,0 0 0,-1 0 0,0 0 0,0 0 0,-1 0 0,0-1 0,0 0 0,-8 10 0,11-16 0,1 0 0,-1 0 0,0 0 0,0 0 0,1 0 0,-1 0 0,1 0 0,-1 1 0,1-1 0,-1 2 0,1-3 0,0 0 0,0 1 0,0-1 0,0 1 0,0-1 0,0 0 0,0 1 0,0-1 0,0 0 0,0 1 0,0-1 0,1 0 0,-1 1 0,0-1 0,0 0 0,0 1 0,0-1 0,1 0 0,-1 1 0,0-1 0,0 0 0,1 0 0,-1 1 0,2 0 0,0 0 0,0 0 0,0-1 0,1 1 0,-1 0 0,0-1 0,0 0 0,0 1 0,0-1 0,4 0 0,118-1 0,-47 0 0,-57 0-455,1 0 0,20-6 0,-26 5-6371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7.8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12 24575,'-1'-1'0,"0"0"0,0 0 0,0 0 0,0 0 0,-1 0 0,1 0 0,0 0 0,-1 1 0,1-1 0,0 0 0,-1 1 0,-2-1 0,4 1 0,-1 0 0,0 0 0,1 0 0,-1 0 0,0 0 0,1 0 0,-1 0 0,0 0 0,1 0 0,-1 1 0,0-1 0,1 0 0,-1 0 0,0 1 0,1-1 0,-1 1 0,1-1 0,-1 0 0,0 2 0,-1 0 0,1 0 0,-1 0 0,1 0 0,0 1 0,0-1 0,0 0 0,0 1 0,0-1 0,1 1 0,-1-1 0,1 1 0,-1-1 0,1 4 0,0 14 0,1 0 0,1 1 0,9 36 0,-4-18 0,0 5 0,2-1 0,27 74 0,-31-104 0,0-1 0,2 1 0,-1-1 0,2-1 0,0 1 0,0-1 0,1-1 0,0 1 0,0-1 0,2-1 0,-1 0 0,1-1 0,17 11 0,-4-4-1365,-14-10-5461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8.3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24575,'33'38'0,"-2"1"0,-1 1 0,38 69 0,-17 4 0,-46-100 0,0 0 0,-1 1 0,-1 0 0,0 0 0,-1 0 0,0 24 0,-2-35 0,0 1 0,-1-1 0,1 1 0,-1-1 0,0 0 0,1 1 0,-2-1 0,1 0 0,0 1 0,-1-1 0,1 0 0,-1 0 0,0 0 0,0 0 0,0-1 0,0 1 0,-1 0 0,1-1 0,-1 0 0,-2 3 0,-1-2 0,1 0 0,0 0 0,-1-1 0,0 1 0,0-1 0,1 0 0,-1-1 0,0 0 0,-1 0 0,-8 1 0,-86-2-1179,99 0 993,-18 0-6640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18.9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28 24575,'20'-7'0,"0"1"0,1 1 0,24-3 0,-40 7 0,0 1 0,1-1 0,-1 1 0,0 1 0,1-1 0,-1 1 0,0-1 0,0 2 0,0-1 0,0 0 0,0 1 0,0 0 0,0 0 0,0 1 0,0-1 0,-1 1 0,0 0 0,6 5 0,-9-7 0,0 1 0,1-1 0,-1 1 0,0 0 0,0-1 0,0 1 0,-1 0 0,1 0 0,0-1 0,-1 1 0,1 0 0,-1 0 0,1 0 0,-1 0 0,0 0 0,0 0 0,0 0 0,0 0 0,0-1 0,0 1 0,-1 0 0,1 0 0,-1 0 0,1 0 0,-1 0 0,-1 3 0,-3 5 0,-1 0 0,0 1 0,-10 13 0,0-1 0,15-21 0,0-1 0,0 1 0,0 0 0,0-1 0,0 1 0,1 0 0,-1 0 0,1-1 0,-1 1 0,1 0 0,0 0 0,0 0 0,-1 0 0,1 0 0,1 0 0,-1-1 0,0 1 0,0 0 0,1 3 0,0-4 0,1 1 0,-1 0 0,0 0 0,0-1 0,1 1 0,-1 0 0,1-1 0,0 0 0,-1 1 0,1-1 0,0 0 0,0 0 0,0 0 0,0 0 0,0 0 0,3 1 0,4 1 0,0-1 0,0 0 0,0 0 0,0-1 0,0 0 0,0 0 0,1-1 0,10-1 0,6-3 0,39-9 0,-37 6 0,-14 4-1365,-1 1-5461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27.8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1 24575,'8'0'0,"-5"0"0,0 0 0,-1-1 0,1 1 0,-1 1 0,1-1 0,-1 0 0,1 0 0,-1 1 0,1 0 0,-1-1 0,1 1 0,3 2 0,-6-3 0,1 0 0,-1 1 0,0-1 0,0 0 0,0 0 0,0 0 0,0 0 0,0 0 0,0 1 0,0-1 0,0 0 0,0 0 0,0 0 0,0 0 0,0 0 0,0 1 0,0-1 0,0 0 0,0 0 0,0 0 0,0 0 0,0 0 0,0 1 0,0-1 0,0 0 0,0 0 0,0 0 0,-1 0 0,1 0 0,0 0 0,0 1 0,0-1 0,0 0 0,0 0 0,0 0 0,0 0 0,0 0 0,-1 0 0,1 0 0,0 0 0,0 0 0,0 1 0,0-1 0,0 0 0,-1 0 0,1 0 0,0 0 0,0 0 0,0 0 0,0 0 0,0 0 0,-1 0 0,1 0 0,0 0 0,0 0 0,0 0 0,-10 2 0,-30 1 0,-65-3 0,39-2 0,-7 2-1365,61 0-5461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28.1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325 14 24575,'-25'-2'0,"-11"-2"0,-1 1 0,2 1 0,5 0 0,5 3 0,5 2 0,0 2 0,1 1 0,1 2 0,2-1 0,0-1 0,1 0 0,3 0-8191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29.3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46 24575,'0'0'0,"1"0"0,-1 0 0,0 0 0,0 0 0,0-1 0,0 1 0,0 0 0,0 0 0,0 0 0,0 0 0,0 0 0,0 0 0,0 0 0,0 0 0,0 0 0,0 0 0,0 0 0,0 0 0,0 0 0,0 0 0,0 0 0,0-1 0,0 1 0,0 0 0,0 0 0,0 0 0,0 0 0,0 0 0,0 0 0,0 0 0,0 0 0,0 0 0,-1 0 0,1 0 0,0 0 0,0 0 0,0 0 0,0 0 0,0 0 0,0 0 0,0 0 0,0 0 0,0 0 0,0-1 0,0 1 0,0 0 0,0 0 0,0 0 0,0 0 0,0 0 0,0 0 0,-1 0 0,1 0 0,0 0 0,0 0 0,0 0 0,0 0 0,0 0 0,0 0 0,0 0 0,0 0 0,0 1 0,0-1 0,-4 4 0,-2 10 0,4-1 0,0 1 0,2-1 0,-1 1 0,2-1 0,0 1 0,4 20 0,24 79 0,-24-97 0,1 6 0,14 31 0,-20-53 0,0 0 0,0 0 0,0 0 0,0 1 0,0-1 0,0 0 0,0 0 0,1 0 0,-1 0 0,0 1 0,0-1 0,0 0 0,0 0 0,0 0 0,0 0 0,0 1 0,1-1 0,-1 0 0,0 0 0,0 0 0,0 0 0,0 0 0,1 0 0,-1 1 0,0-1 0,0 0 0,0 0 0,0 0 0,1 0 0,-1 0 0,0 0 0,0 0 0,0 0 0,1 0 0,-1 0 0,0 0 0,0 0 0,0 0 0,1 0 0,-1 0 0,0 0 0,0 0 0,0 0 0,1 0 0,-1 0 0,0-1 0,7-10 0,0-17 0,-6 11 0,0 0 0,-1 0 0,-4-34 0,-15-50 0,18 94 0,-18-58 0,9 33 0,7 19 0,3 11 0,0 0 0,0 1 0,0-1 0,0 0 0,-1 0 0,1 0 0,-1 0 0,0 0 0,1 1 0,-1-1 0,-1-2 0,1 4 0,1 0 0,-1 0 0,1 0 0,0 0 0,-1 0 0,1 1 0,0-1 0,-1 0 0,1 0 0,0 0 0,-1 1 0,1-1 0,0 0 0,0 0 0,-1 1 0,1-1 0,0 0 0,0 1 0,-1-1 0,1 0 0,0 1 0,0-1 0,0 0 0,0 1 0,-1-1 0,1 0 0,0 1 0,0-1 0,0 0 0,0 1 0,0-1 0,0 1 0,0-1 0,0 0 0,0 1 0,-3 16 0,3 1 0,0-1 0,1 1 0,0 0 0,1-1 0,1 0 0,9 27 0,1-2 0,28 57 0,-30-76 0,0-1 0,-1 0 0,-1 0 0,9 40 0,-24-81 0,-9-21 0,4 11 0,-1-9 0,1-1 0,-9-73 0,12 55 0,5 38 0,0-33 0,21 102 0,11 21 0,1 5 0,-26-65 0,-1 0 0,-1 1 0,0-1 0,0 1 0,-1 12 0,-1-9-1365,0-2-5461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30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41 24575,'25'-9'0,"1"1"0,-1 1 0,2 1 0,-1 2 0,30-2 0,-36 5 0,0 2 0,0 0 0,0 1 0,0 0 0,0 2 0,0 1 0,26 9 0,-21-4 0,38 20 0,-54-25 0,0 1 0,-1-1 0,0 1 0,0 1 0,0 0 0,-1 0 0,9 11 0,-14-15 0,1 0 0,-2 0 0,1 0 0,0 1 0,0-1 0,-1 1 0,0-1 0,0 1 0,0-1 0,0 1 0,0-1 0,-1 1 0,0 0 0,0 4 0,0-2 0,-1-1 0,0 0 0,0 0 0,-1 0 0,1 0 0,-1 0 0,0-1 0,-1 1 0,-3 5 0,-5 6 0,-1-1 0,-1 0 0,-1-1 0,-19 17 0,21-20 0,-30 24 0,28-24 0,0 0 0,1 1 0,-14 16 0,26-27 0,0 0 0,0 0 0,1 0 0,-1 0 0,0 0 0,1 0 0,-1 0 0,1 1 0,-1-1 0,1 0 0,-1 0 0,1 0 0,0 0 0,0 1 0,0-1 0,0 0 0,0 0 0,0 0 0,0 1 0,0-1 0,0 2 0,1-1 0,0 0 0,0-1 0,0 1 0,0-1 0,0 1 0,0-1 0,0 0 0,0 1 0,1-1 0,-1 0 0,1 0 0,-1 0 0,2 1 0,4 2 0,0 0 0,1-1 0,-1 0 0,1-1 0,12 4 0,15-2 0,1-1 0,-1-1 0,66-6 0,-89 3 40,1-1 0,20-4 0,-28 4-205,0 1 0,1-1 0,-1 0 0,0-1 0,0 1 0,0-1 0,-1 0 0,7-5 0,-2-1-6661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30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 24575,'27'-2'0,"15"-2"0,5 1 0,2 1 0,-3 2 0,-3 3 0,-5-1 0,-3 0 0,-3 0 0,-4 0 0,-5-2 0,-3 1 0,-6-1-8191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31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24575,'10'229'0,"-7"-201"0,2-1 0,1 1 0,1-1 0,1 0 0,2-1 0,14 29 0,15 10 0,1 2 0,-39-64-151,0-1-1,0 1 0,0 0 0,0 0 1,0-1-1,-1 1 0,1 0 1,0 5-1,-2 4-6674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32.1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24575,'-1'0'0,"1"0"0,-1 0 0,1 0 0,-1 0 0,1 1 0,-1-1 0,1 0 0,-1 0 0,1 1 0,-1-1 0,1 0 0,-1 1 0,1-1 0,0 0 0,-1 1 0,1-1 0,0 1 0,-1-1 0,1 1 0,0-1 0,-1 1 0,1-1 0,0 1 0,0-1 0,0 1 0,0-1 0,-1 1 0,1-1 0,0 1 0,0-1 0,0 2 0,0 17 0,30 167 0,-11-87 0,-3-23 0,37 112 0,-38-149-1365,-10-24-5461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32.6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436 1 24575,'-35'0'0,"-120"3"0,126 0 0,1 1 0,-1 1 0,-38 11 0,61-14-136,-1 0-1,0 0 1,0-1-1,0 0 1,0 0-1,0-1 1,0 0-1,0 0 0,-7-1 1,-2-2-6690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32.8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386 31 24575,'-30'-5'0,"-12"-1"0,-5-1 0,1 2 0,6 1 0,5 2 0,5 1 0,4 0 0,3 4 0,3 3 0,2 1 0,2-1 0,4-2-8191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33.3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24575,'1'25'0,"1"-1"0,1 1 0,1-1 0,1 0 0,1-1 0,16 41 0,0-14 0,55 89 0,-60-111-341,-1 0 0,-1 2-1,12 35 1,-23-52-6485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39.3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347 23 24575,'-27'-5'0,"-79"-10"0,89 13 0,0 2 0,-1 0 0,1 1 0,-19 3 0,32-4 0,0 1 0,0 0 0,1 0 0,-1 1 0,0-1 0,1 1 0,-1 0 0,1-1 0,0 2 0,-1-1 0,1 0 0,0 1 0,0-1 0,1 1 0,-1 0 0,0 0 0,1 0 0,0 0 0,0 0 0,-2 4 0,2-3 0,1 0 0,-1 1 0,1-1 0,0 0 0,0 0 0,1 0 0,-1 1 0,1-1 0,0 0 0,0 1 0,1-1 0,-1 0 0,1 0 0,0 1 0,0-1 0,0 0 0,1 0 0,1 4 0,3 2 0,-1-1 0,1 0 0,0 0 0,1 0 0,0-1 0,1 0 0,0-1 0,0 1 0,0-1 0,12 7 0,13 7 0,52 24 0,-77-42 0,131 65 0,-125-59 0,-12-4 0,-10-1 0,-16-2 0,0 0 0,0-2 0,0 0 0,-26-5 0,-15-2 0,-110-26 0,173 32-124,0 1 0,1 0 0,-1-1 0,1 0 0,-1 1 0,1-1-1,-1 0 1,1 0 0,-1 1 0,0-3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39.5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24575,'-3'20'0,"3"10"0,2 1 0,5-2 0,2-2 0,4-7 0,1-7 0,-2-5-8191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39.6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24575,'10'5'0,"4"4"0,-2 3 0,-1 0-8191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39.9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24575,'13'33'0,"6"15"0,0 8 0,0 1 0,1-1 0,0-5 0,1-4 0,0-5 0,2-2 0,-2-2 0,-1-4 0,-1-4 0,-2-5 0,-4-4 0,-1-4 0,-3-4-8191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0.3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24575,'1'11'0,"0"0"0,0 0 0,-1 0 0,-2 11 0,1-12 0,1 1 0,0-1 0,0 0 0,3 16 0,-2-23 0,0 0 0,0 1 0,0-1 0,1 0 0,-1 0 0,1 0 0,0 0 0,0 0 0,0 0 0,0 0 0,0-1 0,1 1 0,-1-1 0,5 4 0,2 0 0,1 0 0,0-1 0,13 6 0,-16-8 0,1 0 0,-1 1 0,0 0 0,1 0 0,-2 1 0,1 0 0,8 7 0,-14-9 8,1-1-1,0 1 1,-1 0-1,1-1 1,-1 1-1,0 0 1,0 0-1,0 0 1,0 0-1,0 0 1,-1 0-1,0 1 1,1-1-1,-1 0 1,-1 3-1,1-3-94,0 0-1,0 0 1,0 0 0,-1-1-1,0 1 1,1 0 0,-1 0-1,0-1 1,0 1-1,-1-1 1,1 1 0,0-1-1,-1 1 1,0-1 0,1 0-1,-5 4 1,-3 0-6739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0.7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24575,'9'12'0,"0"0"0,0 0 0,-1 1 0,-1 0 0,11 28 0,-6-15 0,25 65 0,-25-58 0,30 59 0,17 8-1365,-51-87-5461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0.9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661 102 24575,'-30'-13'0,"-18"-6"0,-8 0 0,-1 3 0,0 4 0,3 2 0,6 2 0,3 3 0,4 5 0,4 2 0,4 4 0,2 0 0,4 2 0,-1-1 0,1-1 0,4 1 0,5-1-8191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1.2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24575,'3'15'0,"2"8"0,2 2 0,-1-1 0,1-4 0,-1-3 0,-1-4-8191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1.4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24575,'13'15'0,"6"10"0,0 3 0,-3 0 0,-4-5-8191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1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73 24575,'5'5'0,"0"0"0,0-1 0,0 0 0,6 4 0,-10-7 0,0-1 0,0 1 0,0 0 0,0-1 0,1 1 0,-1-1 0,0 0 0,0 1 0,0-1 0,0 0 0,1 1 0,-1-1 0,0 0 0,0 0 0,1 0 0,-1 0 0,0 0 0,0-1 0,0 1 0,1 0 0,-1 0 0,0-1 0,0 1 0,0-1 0,0 1 0,0-1 0,0 1 0,0-1 0,2-1 0,19-21 0,-13 12 0,0 2 0,0 0 0,1 0 0,0 0 0,13-7 0,-20 14 0,0 1 0,0-1 0,0 1 0,0 0 0,0 0 0,0 0 0,1 0 0,-1 0 0,0 1 0,1 0 0,-1-1 0,0 1 0,1 0 0,-1 1 0,0-1 0,1 1 0,-1-1 0,0 1 0,0 0 0,1 0 0,-1 1 0,0-1 0,0 1 0,0-1 0,4 4 0,-3-2 13,0 1 1,1 0-1,-1 0 0,-1 1 0,1-1 1,-1 1-1,1-1 0,-1 1 0,2 6 0,-1-4-387,0-1 0,0 1-1,10 11 1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2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27 24575,'-11'-5'0,"-1"-1"0,-23-6 0,32 11 0,0 0 0,0 1 0,0-1 0,0 1 0,0-1 0,0 1 0,0 0 0,0 0 0,0 1 0,0-1 0,0 1 0,0-1 0,-5 3 0,7-2 0,0 0 0,-1 0 0,1 0 0,-1 0 0,1 0 0,0 0 0,0 0 0,0 1 0,0-1 0,0 0 0,0 1 0,0-1 0,0 1 0,1-1 0,-1 1 0,0 0 0,1-1 0,-1 1 0,1 0 0,0-1 0,0 1 0,-1 0 0,1-1 0,0 1 0,0 0 0,1-1 0,-1 1 0,1 3 0,0 1 0,1 0 0,-1 1 0,1-1 0,1 0 0,-1 0 0,5 7 0,-4-8 0,0-1 0,1 1 0,-1 0 0,1-1 0,0 0 0,1 0 0,-1 0 0,1 0 0,-1-1 0,1 0 0,0 0 0,9 4 0,-12-6 0,1 0 0,-1 0 0,0 0 0,1-1 0,-1 1 0,1-1 0,-1 0 0,0 0 0,1 0 0,-1 0 0,1 0 0,-1 0 0,1-1 0,-1 1 0,1-1 0,-1 0 0,0 1 0,1-1 0,-1 0 0,0-1 0,0 1 0,0 0 0,0 0 0,0-1 0,0 1 0,0-1 0,0 0 0,-1 0 0,1 0 0,-1 0 0,3-3 0,-1 0 0,-1 0 0,0 0 0,0 0 0,0 0 0,0-1 0,-1 1 0,0 0 0,0-1 0,-1 1 0,1 0 0,-1-7 0,-14 119 0,9-44 0,-1 10 0,4 113 0,6-139 0,0 1 0,-2 53 0,-2-99 0,0-1 0,0 0 0,0 0 0,0 0 0,0 1 0,0-1 0,-1 0 0,1 0 0,0 0 0,-1 0 0,1 1 0,0-1 0,-1 0 0,1 0 0,-1 0 0,0 0 0,1 0 0,-1 0 0,0 0 0,0 0 0,0 0 0,0-1 0,1 1 0,-1 0 0,0 0 0,0-1 0,-2 2 0,0-2 0,1 0 0,-1 0 0,1 0 0,0 0 0,-1 0 0,1 0 0,0-1 0,-1 1 0,1-1 0,0 0 0,0 1 0,-1-1 0,-2-2 0,-46-24 0,46 24 0,-1-1 0,1 0 0,0 0 0,0 0 0,0-1 0,-6-8 0,10 12 0,0 0 0,0-1 0,0 1 0,1 0 0,-1 0 0,1 0 0,-1-1 0,1 1 0,-1 0 0,1 0 0,0-1 0,0 1 0,-1 0 0,1-1 0,0 1 0,0-1 0,0 1 0,1 0 0,-1-1 0,0 1 0,1-2 0,0 1 0,0 0 0,0 0 0,1 0 0,-1 0 0,0 0 0,1 0 0,-1 1 0,1-1 0,0 1 0,0-1 0,3-1 0,4-2 0,-1 0 0,1 1 0,0 1 0,19-6 0,100-13 131,-14 3-1627,-98 14-5330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3.2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32 24575,'3'24'0,"-3"45"0,0-63 0,0 0 0,-1 0 0,0 1 0,-1-2 0,1 1 0,-1 0 0,0 0 0,-1 0 0,1-1 0,-1 1 0,0-1 0,0 0 0,-5 5 0,7-8 0,-1-1 0,1 0 0,-1 1 0,1-1 0,-1 0 0,0 0 0,1 0 0,-1 0 0,0 0 0,0-1 0,0 1 0,0 0 0,0-1 0,0 0 0,0 1 0,-2-1 0,-1 0 0,1 0 0,0-1 0,0 1 0,-1-1 0,1 0 0,0 0 0,-5-2 0,-5-3 0,1-1 0,0 0 0,-16-12 0,21 14 0,-8-6 0,-29-26 0,41 33 0,0 0 0,0 0 0,1 0 0,-1-1 0,1 1 0,0-1 0,0 0 0,1 0 0,0 0 0,0 0 0,-3-10 0,5 14 0,0-1 0,-1 0 0,1 1 0,0-1 0,0 0 0,0 1 0,0-1 0,0 0 0,0 1 0,1-1 0,-1 0 0,1 1 0,-1-1 0,1 0 0,-1 1 0,1-1 0,0 1 0,0-1 0,0 1 0,1-2 0,0 1 0,0 0 0,0 1 0,0-1 0,1 0 0,-1 1 0,0-1 0,1 1 0,0 0 0,-1 0 0,1 0 0,3-1 0,7 0 0,0-1 0,0 2 0,0 0 0,15 1 0,-23 0 0,16 0-97,-7-1-326,1 1 1,28 5-1,-29-2-6403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3.6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24575,'3'-2'0,"0"0"0,0 0 0,0 0 0,0 0 0,0 1 0,1-1 0,-1 1 0,0 0 0,1 0 0,-1 0 0,1 1 0,-1-1 0,1 1 0,-1 0 0,1 0 0,-1 0 0,1 0 0,-1 0 0,1 1 0,-1 0 0,1 0 0,-1 0 0,0 0 0,1 0 0,-1 1 0,0-1 0,0 1 0,0 0 0,0 0 0,0 0 0,0 0 0,-1 0 0,4 4 0,18 23 0,-18-22 0,-1 0 0,1-1 0,0 0 0,9 8 0,-13-13 0,-1 0 0,0-1 0,1 1 0,-1 0 0,1-1 0,-1 1 0,1 0 0,-1-1 0,1 0 0,-1 1 0,1-1 0,0 0 0,-1 0 0,1 0 0,-1 0 0,1 0 0,1-1 0,0 1 0,0-1 0,0 0 0,0 0 0,0-1 0,0 1 0,0-1 0,0 1 0,2-3 0,5-4 0,-1 0 0,-1-1 0,12-13 0,-18 19 0,0 0 0,1 0 0,0 0 0,-1 0 0,1 1 0,0-1 0,6-3 0,-8 6 0,0-1 0,0 1 0,0-1 0,0 1 0,0 0 0,0-1 0,0 1 0,0 0 0,1 0 0,-1 0 0,0 0 0,0 0 0,0 0 0,0 0 0,0 1 0,0-1 0,0 0 0,1 1 0,-1-1 0,0 1 0,0-1 0,0 1 0,0-1 0,0 1 0,-1-1 0,1 1 0,1 1 0,30 31 50,-27-27-252,0 0 0,0 0-1,0 0 1,1-1 0,0 0 0,12 8 0,-8-9-6624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4.4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24575,'15'24'0,"25"32"0,-34-48 0,0-1 0,1 0 0,0 0 0,1-1 0,-1 0 0,1 0 0,16 8 0,-22-13 0,-1 0 0,1-1 0,0 1 0,-1 0 0,1-1 0,0 1 0,-1-1 0,1 0 0,0 0 0,0 1 0,0-1 0,-1 0 0,1-1 0,0 1 0,0 0 0,0 0 0,-1-1 0,1 1 0,0-1 0,-1 0 0,1 1 0,2-2 0,-2 0 0,-1 1 0,1-1 0,0 0 0,-1 1 0,1-1 0,-1 0 0,1 0 0,-1 0 0,0 0 0,0 0 0,0 0 0,0 0 0,0-1 0,0 1 0,-1 0 0,1-5 0,0-30 0,-1 31 0,0 1 0,0-1 0,0 0 0,0 0 0,1 1 0,2-9 0,-3 13 0,1 0 0,-1 0 0,1 0 0,-1 0 0,1 0 0,-1 0 0,1 0 0,0 0 0,-1 0 0,1 1 0,0-1 0,0 0 0,-1 0 0,1 1 0,0-1 0,0 0 0,0 1 0,0-1 0,0 1 0,0-1 0,2 0 0,-1 1 0,0 0 0,0 0 0,1 0 0,-1 0 0,0 0 0,0 0 0,0 0 0,1 1 0,-1-1 0,3 2 0,4 1 0,1 1 0,-1 1 0,14 9 0,-20-13 0,59 44 0,3 2 0,-59-44-1365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5.1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24575,'0'14'0,"0"0"0,1 0 0,1 0 0,3 17 0,-3-26 0,0 1 0,0-1 0,0 0 0,0-1 0,1 1 0,0 0 0,0-1 0,0 1 0,0-1 0,1 0 0,0 0 0,0 0 0,0-1 0,5 4 0,-2-2 0,0-1 0,1 1 0,0-1 0,0-1 0,0 0 0,0 0 0,0-1 0,16 3 0,-9-3 0,0-1 0,0 0 0,0-1 0,18-3 0,-30 3 0,-1-1 0,1 1 0,-1-1 0,1 0 0,-1 1 0,1-1 0,-1 0 0,0 0 0,1-1 0,-1 1 0,0 0 0,0-1 0,0 0 0,0 1 0,0-1 0,3-4 0,-3 3 0,0 0 0,0 0 0,0-1 0,0 1 0,-1-1 0,0 1 0,0-1 0,0 0 0,0 0 0,1-5 0,-2 1 0,0 0 0,0 0 0,0 0 0,-1 0 0,0 0 0,-1 1 0,0-1 0,0 0 0,0 1 0,-6-11 0,8 17 0,0 0 0,-1 0 0,1 0 0,-1 0 0,1 0 0,-1 0 0,0 1 0,1-1 0,-1 0 0,0 0 0,1 1 0,-1-1 0,0 0 0,0 1 0,0-1 0,0 0 0,1 1 0,-1 0 0,0-1 0,0 1 0,0-1 0,0 1 0,0 0 0,0 0 0,0 0 0,0-1 0,0 1 0,0 0 0,-2 0 0,2 1 0,0-1 0,0 1 0,1 0 0,-1-1 0,0 1 0,0 0 0,0-1 0,1 1 0,-1 0 0,0 0 0,1-1 0,-1 1 0,0 0 0,1 0 0,-1 0 0,1 0 0,0 0 0,-1 0 0,1 0 0,0 0 0,-1 0 0,1 0 0,0 0 0,0 0 0,0 0 0,0 0 0,0 0 0,0 0 0,1 2 0,-1 3 3,1 0 1,0 0-1,0 0 0,0 0 0,1 0 0,0-1 0,1 1 0,-1 0 0,1-1 1,5 8-1,3 2-56,1 0 0,14 14 0,5 6-1188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5.7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24575,'10'17'0,"3"3"0,0-1 0,2 0 0,0-1 0,21 20 0,-31-33 0,-1-1 0,1-1 0,1 1 0,-1-1 0,0 0 0,1 0 0,8 3 0,-13-6 0,1 1 0,0-1 0,0 1 0,-1-1 0,1 0 0,0 1 0,-1-1 0,1 0 0,0-1 0,0 1 0,-1 0 0,1 0 0,0-1 0,0 1 0,-1-1 0,1 1 0,0-1 0,-1 0 0,1 1 0,-1-1 0,1 0 0,-1 0 0,0 0 0,1 0 0,-1-1 0,0 1 0,1 0 0,-1-1 0,0 1 0,1-3 0,4-7 0,0 0 0,-1-1 0,-1 1 0,0-1 0,0 0 0,2-18 0,-6 29 0,0-1 0,1 1 0,-1 0 0,0 0 0,1-1 0,-1 1 0,1 0 0,0 0 0,-1-1 0,1 1 0,1-1 0,-2 1 0,1 1 0,-1 0 0,0 0 0,1-1 0,-1 1 0,0 0 0,1 0 0,-1 0 0,0 0 0,1-1 0,-1 1 0,1 0 0,-1 0 0,0 0 0,1 0 0,-1 0 0,1 0 0,-1 0 0,0 0 0,1 0 0,-1 0 0,1 0 0,-1 0 0,1 1 0,2 0 0,-1 0 0,0 1 0,0 0 0,1-1 0,-1 1 0,0 0 0,0 0 0,-1 0 0,3 3 0,8 11-341,1-2 0,0 0-1,20 16 1,-23-23-6485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5.9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24575,'8'23'0,"4"9"0,1 3 0,1-3 0,0-4 0,-3-5 0,1-5 0,-3-7-8191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6.1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1 24575,'-5'2'0,"-1"4"0,-1 3 0,0 3 0,0 1 0,-1 2 0,1-3-8191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6.4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24575,'7'23'0,"6"12"0,0 5 0,0 4 0,-1-1 0,-1-3 0,-3-3 0,1-3 0,-1-2 0,-3-1 0,1-4 0,-1-4 0,-1-3 0,-1-3 0,-2-4-8191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6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440 77 24575,'-23'-12'0,"-12"-5"0,-5 1 0,-1 3 0,1 4 0,3 4 0,2 2 0,3 1 0,-1 2 0,-1 1 0,2 0 0,0-1 0,6 1-8191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7.3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27 24575,'-18'-5'0,"-66"-13"0,73 16 0,1 1 0,0 1 0,-1 0 0,1 0 0,0 1 0,-12 2 0,19-3 0,0 1 0,1-1 0,-1 1 0,0 0 0,1 0 0,-1 0 0,1 1 0,-1-1 0,1 1 0,-1-1 0,1 1 0,0 0 0,0 0 0,0 0 0,0 0 0,0 0 0,0 0 0,1 0 0,-1 1 0,-1 2 0,2-2 0,0 0 0,0 0 0,1-1 0,-1 1 0,1 0 0,0 0 0,0 0 0,0 0 0,0 0 0,0 0 0,1 0 0,-1 0 0,1 0 0,0 0 0,0-1 0,0 1 0,0 0 0,0 0 0,2 2 0,2 3 0,1-1 0,-1 1 0,1-1 0,1 0 0,-1-1 0,1 1 0,1-1 0,-1-1 0,1 1 0,0-1 0,0-1 0,9 5 0,-2-3 0,0 0 0,0-1 0,0 0 0,1-1 0,-1-1 0,21 2 0,-30-4 0,0-1 0,0 0 0,0-1 0,0 1 0,0-1 0,0 0 0,0-1 0,0 1 0,0-1 0,0 0 0,-1-1 0,1 1 0,-1-1 0,0 0 0,0-1 0,0 1 0,0-1 0,0 0 0,-1 0 0,0 0 0,1-1 0,-2 0 0,1 0 0,0 0 0,-1 0 0,0 0 0,-1 0 0,1-1 0,-1 0 0,3-7 0,0 3 0,-5 10 0,0 0 0,0 0 0,0 0 0,0 0 0,1 0 0,-1 0 0,0 0 0,0 0 0,0 0 0,0 0 0,1 0 0,-1 0 0,0 0 0,0 0 0,0 0 0,1 0 0,-1 0 0,0 0 0,0 0 0,0 0 0,0 0 0,1 0 0,-1 0 0,0 0 0,0 0 0,0 0 0,0 1 0,0-1 0,1 0 0,-1 0 0,0 0 0,0 0 0,11 20 0,-6-9 0,2 1-170,1 0-1,0 0 0,1 0 1,0-1-1,1-1 0,0 1 1,12 8-1,-11-12-6655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7.5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24575,'0'7'0,"0"6"0,0 2 0,0 2 0,-3-3 0,0-3-8191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7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16 228 24575,'5'8'0,"-4"-10"0,-3-16 0,1 12 0,-7-49 0,4 33 0,1-2 0,1 1 0,1-40 0,1 62 0,0 0 0,0 0 0,0 0 0,0 0 0,0 0 0,0 0 0,0 0 0,1 0 0,-1 0 0,0 0 0,1 0 0,-1 1 0,0-1 0,1 0 0,0 0 0,-1 0 0,1 1 0,-1-1 0,1 0 0,0 1 0,-1-1 0,1 0 0,0 1 0,0-1 0,1 0 0,-1 1 0,0 0 0,1-1 0,-1 1 0,0 0 0,1 0 0,-1 0 0,1 1 0,-1-1 0,0 0 0,1 0 0,-1 1 0,0-1 0,1 1 0,-1-1 0,2 2 0,4 2 0,1 1 0,-1 0 0,0 0 0,9 9 0,23 24-1365,-27-28-5461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4:48.8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123 495 24575,'-6'-3'0,"0"0"0,0 1 0,0 0 0,-1 0 0,1 0 0,-1 1 0,1 0 0,-1 0 0,-7 1 0,12 0 0,0 0 0,-1 0 0,1 0 0,0 0 0,0 1 0,0 0 0,0-1 0,0 1 0,0 0 0,0 0 0,0 0 0,1 0 0,-1 0 0,0 0 0,0 0 0,1 1 0,-1-1 0,1 1 0,-1-1 0,1 1 0,0-1 0,-1 1 0,1 0 0,0 0 0,0 0 0,0 0 0,1 0 0,-1 0 0,0 0 0,1 0 0,-1 0 0,0 2 0,1 1 0,-1 1 0,1-1 0,-1 1 0,1-1 0,1 1 0,-1-1 0,1 1 0,0-1 0,0 0 0,1 1 0,-1-1 0,1 0 0,1 0 0,4 8 0,-4-7 0,1 0 0,1-1 0,-1 0 0,1 0 0,0 0 0,0 0 0,0-1 0,1 0 0,0 0 0,11 6 0,-11-7 0,1 0 0,-1 0 0,1-1 0,-1 1 0,1-2 0,0 1 0,0-1 0,0 0 0,0 0 0,0-1 0,0 0 0,0 0 0,1-1 0,-1 0 0,0 0 0,-1-1 0,1 0 0,0 0 0,0 0 0,-1-1 0,1 0 0,-1 0 0,10-7 0,-9 3 0,1-1 0,-1 0 0,0 0 0,-1 0 0,0-1 0,0 0 0,-1 0 0,0 0 0,-1-1 0,0 0 0,0 0 0,3-14 0,1-13 0,-1 1 0,2-43 0,-5 29 0,-3-84 0,-2 117 0,-1-1 0,-1 1 0,-1-1 0,0 1 0,-1 0 0,-1 0 0,0 1 0,-12-22 0,17 37 0,1 0 0,-1-1 0,0 1 0,0 0 0,0 0 0,0 0 0,0-1 0,0 1 0,0 0 0,-1 0 0,1 1 0,0-1 0,0 0 0,-3-1 0,3 2 0,0 0 0,0 0 0,1 0 0,-1 0 0,0 0 0,0 0 0,1 0 0,-1 0 0,0 0 0,0 1 0,1-1 0,-1 0 0,0 0 0,0 1 0,1-1 0,-1 0 0,0 1 0,1-1 0,-1 1 0,1-1 0,-1 1 0,0-1 0,1 1 0,-1 0 0,1-1 0,0 1 0,-1 0 0,1-1 0,-1 1 0,1 0 0,-4 6 0,1 0 0,0 0 0,1 0 0,-1 0 0,-1 13 0,-4 40 0,7-47 0,-1 10 0,1 0 0,2 1 0,0-1 0,1 1 0,2-1 0,0 0 0,1 0 0,2-1 0,0 0 0,1 0 0,18 33 0,-19-43 0,0 1 0,1-1 0,1 0 0,-1-1 0,2 0 0,0 0 0,14 11 0,-16-16 0,-1 0 0,1-1 0,-1-1 0,1 1 0,1-1 0,-1 0 0,1-1 0,-1 0 0,1 0 0,0-1 0,0 0 0,14 0 0,-14-1 0,1 0 0,-1-1 0,0 0 0,1-1 0,-1 0 0,0-1 0,0 0 0,0 0 0,0 0 0,0-2 0,0 1 0,-1-1 0,14-8 0,-11 5 0,0-1 0,-1 0 0,0-1 0,0 0 0,-1-1 0,-1 0 0,1 0 0,11-20 0,-13 18 0,1 0 0,-2-1 0,1 0 0,-2 0 0,0-1 0,4-17 0,-8 30 0,-1-1 0,0 1 0,0-1 0,1 1 0,-1-1 0,0 1 0,0 0 0,0-1 0,-1 1 0,1-1 0,0 1 0,-1 0 0,1-1 0,0 1 0,-1 0 0,0-1 0,1 1 0,-1 0 0,0-1 0,0 1 0,1 0 0,-1 0 0,0 0 0,0 0 0,0 0 0,0 0 0,-1 0 0,1 0 0,0 1 0,0-1 0,0 0 0,-1 1 0,1-1 0,0 0 0,-1 1 0,1 0 0,-1-1 0,1 1 0,0 0 0,-1 0 0,1 0 0,-1 0 0,-1 0 0,-2 0 0,1 0 0,-1 1 0,0-1 0,0 1 0,0 0 0,0 0 0,1 1 0,-1 0 0,1 0 0,-1 0 0,-6 4 0,5-1 0,1 0 0,0 0 0,0 0 0,0 1 0,0-1 0,1 1 0,0 0 0,0 1 0,1-1 0,0 1 0,0-1 0,0 1 0,1 0 0,0 0 0,0 0 0,1 0 0,0 0 0,0 1 0,1-1 0,0 0 0,0 1 0,1-1 0,-1 0 0,4 13 0,-1-14 0,0 0 0,0 0 0,0 0 0,0 0 0,1 0 0,0-1 0,1 1 0,-1-1 0,1 0 0,0-1 0,0 1 0,0-1 0,0 0 0,8 4 0,5 2 0,1 0 0,0-1 0,25 8 0,-14-9-273,-1 0 0,1-2 0,0-1 0,50 2 0,-66-7-6553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1.9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386 61 24575,'-260'-57'0,"253"56"0,-1 0 0,1 0 0,0 1 0,0 0 0,0 0 0,0 1 0,-9 1 0,14-1 0,-1 0 0,1 0 0,0 0 0,-1 0 0,1 0 0,0 1 0,0-1 0,0 1 0,0-1 0,0 1 0,0 0 0,1 0 0,-1 0 0,1 0 0,-1 0 0,1 0 0,0 0 0,-1 0 0,1 0 0,0 1 0,0-1 0,1 1 0,-2 3 0,-1 11 0,1 1 0,1 0 0,1-1 0,0 1 0,4 24 0,-4-37 0,2 0 0,-1 1 0,1-1 0,-1 0 0,1 0 0,1 0 0,-1 0 0,1 0 0,0-1 0,0 1 0,0-1 0,0 1 0,1-1 0,6 5 0,1 1 0,0-1 0,1-1 0,0 0 0,17 8 0,3-1 0,63 18 0,-31-11 0,-62-22 0,0 1 0,0 0 0,0 0 0,0 1 0,0-1 0,0 0 0,0 1 0,0-1 0,0 1 0,2 2 0,-4-4 0,0 1 0,1 0 0,-1-1 0,0 1 0,1-1 0,-1 1 0,0-1 0,0 1 0,0 0 0,1-1 0,-1 1 0,0 0 0,0-1 0,0 1 0,0 0 0,0-1 0,0 1 0,0 0 0,0-1 0,-1 1 0,1 0 0,0-1 0,0 1 0,-1-1 0,1 1 0,0 0 0,0-1 0,-1 1 0,1-1 0,-1 1 0,1-1 0,0 1 0,-1-1 0,1 1 0,-1-1 0,1 0 0,-1 1 0,0-1 0,1 0 0,-1 1 0,1-1 0,-2 0 0,-2 3 0,0-1 0,-1 0 0,0 0 0,0-1 0,1 1 0,-1-1 0,0 0 0,-9 0 0,-43-1 0,34 0 0,-173-2-1365,183 2-5461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2.6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47 151 24575,'-1'0'0,"1"0"0,0 0 0,0 0 0,0 0 0,0 0 0,-1 0 0,1 1 0,0-1 0,0 0 0,0 0 0,0 0 0,0 1 0,0-1 0,-1 0 0,1 0 0,0 0 0,0 1 0,0-1 0,0 0 0,0 0 0,0 1 0,0-1 0,0 0 0,0 0 0,0 0 0,0 1 0,0-1 0,0 0 0,0 0 0,0 0 0,0 1 0,1-1 0,-1 0 0,0 0 0,0 1 0,8 3 0,13-1 0,-20-3 0,8 0 0,-1-1 0,1 0 0,0 0 0,-1-1 0,1 0 0,-1 0 0,0-1 0,0 0 0,0-1 0,0 0 0,0 0 0,-1-1 0,1 1 0,-1-2 0,-1 1 0,10-9 0,-15 12 0,0 1 0,1-1 0,-1 1 0,0-1 0,0 1 0,0-1 0,0 1 0,0-1 0,-1 0 0,1 0 0,0 1 0,-1-1 0,1 0 0,-1 0 0,0 0 0,0 0 0,1 0 0,-1 0 0,0 0 0,-1 1 0,1-1 0,0 0 0,-1 0 0,1 0 0,-1 0 0,1 0 0,-1 1 0,0-1 0,1 0 0,-1 1 0,0-1 0,0 0 0,-1 1 0,-1-3 0,-1 0 0,0 1 0,0-1 0,0 1 0,-1 0 0,0 0 0,1 1 0,-1-1 0,0 1 0,0 0 0,0 1 0,-7-3 0,2 2 0,1 1 0,-1-1 0,0 1 0,1 1 0,-1 0 0,0 0 0,1 1 0,-15 3 0,21-3 0,0-1 0,0 1 0,0 0 0,0 0 0,1 1 0,-1-1 0,0 0 0,1 1 0,-1 0 0,1 0 0,0 0 0,-1 0 0,1 0 0,0 0 0,0 0 0,0 1 0,1-1 0,-1 1 0,1-1 0,-1 1 0,1 0 0,0-1 0,0 1 0,0 0 0,0 0 0,0 0 0,1 0 0,-1 0 0,1 0 0,0 0 0,0 3 0,0 1 0,1 1 0,0-1 0,0 1 0,0-1 0,1 0 0,0 0 0,0 0 0,1 0 0,0 0 0,6 9 0,-4-7 0,2 0 0,0-1 0,0 1 0,0-1 0,1-1 0,12 10 0,1-2 0,0-2 0,0 0 0,2-1 0,0-2 0,33 12 0,-51-20 0,0-1 0,1 1 0,-1-1 0,0 0 0,0 0 0,1-1 0,-1 0 0,0 0 0,9-1 0,-12 1 0,1-1 0,-1 1 0,0-1 0,0 0 0,0 0 0,0 0 0,0 0 0,0 0 0,0 0 0,0-1 0,0 1 0,-1-1 0,1 1 0,-1-1 0,1 0 0,-1 1 0,1-1 0,-1 0 0,0 0 0,0 0 0,0 0 0,0 0 0,0 0 0,1-4 0,-1 2-136,0 0-1,0 0 1,-1 0-1,1 0 1,-1 0-1,0 0 1,0 0-1,-1 0 0,0-5 1,-3-5-6690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3.2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64 24575,'-1'-11'0,"1"-19"0,0 29 0,0 0 0,0 0 0,1-1 0,-1 1 0,0 0 0,1 0 0,-1-1 0,0 1 0,1 0 0,-1 0 0,1 0 0,0 0 0,-1 0 0,1 0 0,0 0 0,0 0 0,1-1 0,-1 1 0,0 1 0,-1 0 0,1 0 0,0-1 0,0 1 0,0 0 0,0 0 0,0 0 0,0 0 0,0 0 0,0 0 0,0 1 0,0-1 0,0 0 0,0 0 0,0 1 0,0-1 0,0 0 0,-1 1 0,1-1 0,0 1 0,0-1 0,0 1 0,-1 0 0,1-1 0,1 2 0,18 19 0,-15-15 0,-1 0 0,0 1 0,0-1 0,-1 1 0,1 0 0,-2 0 0,1 0 0,1 9 0,1 8 0,3 28 0,-7-43 0,-1 0 0,0 0 0,0 0 0,-1 0 0,0 0 0,-3 9 0,-2 23 0,-2 16 0,5-36 0,-2 33 0,5-38 0,1-1 0,1 1 0,0-1 0,1 0 0,0 0 0,2 0 0,0 0 0,10 20 0,-12-29 0,0-1 0,1 0 0,0 0 0,0-1 0,0 1 0,0-1 0,1 0 0,0 0 0,0 0 0,0-1 0,10 6 0,-7-5 0,0-1 0,0 0 0,0 0 0,0 0 0,1-1 0,-1-1 0,16 2 0,-19-3-97,-1 0-1,0 0 1,0 0-1,0-1 1,0 0-1,0 0 1,0 0-1,-1 0 1,1-1-1,0 1 1,0-1-1,-1 0 0,5-4 1,5-3-6729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3.4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479 0 24575,'-28'0'0,"-16"0"0,-6 0 0,0 0 0,5 0 0,3 0 0,5 0 0,6 0 0,4 3 0,0 0 0,1 0 0,-1 2 0,2 1 0,5-2-8191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4.2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297 16 24575,'-28'-3'0,"-11"0"0,-2 0 0,4 0 0,5 1 0,6 1 0,5 1 0,3 0 0,2-1 0,2 2 0,1-1 0,1 0-8191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4.69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 7 24575,'-5'-2'0,"1"-1"0,1 2 0,1 4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6.7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24575,'0'1'0,"1"-1"0,-1 1 0,0-1 0,0 1 0,1 0 0,-1-1 0,1 1 0,-1-1 0,0 1 0,1-1 0,-1 1 0,1-1 0,-1 1 0,1-1 0,0 1 0,-1-1 0,1 0 0,-1 1 0,1-1 0,0 0 0,-1 1 0,1-1 0,0 0 0,-1 0 0,1 0 0,0 0 0,1 0 0,22 3 0,-21-3 0,88 10 0,-21-2 0,-46-6 0,-1 1 0,0 0 0,34 11 0,-56-14 0,0 1 0,0-1 0,0 0 0,0 0 0,0 1 0,-1-1 0,1 1 0,0-1 0,0 1 0,0-1 0,0 1 0,-1 0 0,1-1 0,0 1 0,0 0 0,-1-1 0,1 1 0,-1 0 0,1 0 0,-1 0 0,1 0 0,-1 0 0,1 0 0,-1-1 0,0 1 0,1 0 0,-1 0 0,0 0 0,0 0 0,0 0 0,0 0 0,0 0 0,0 0 0,0 0 0,0 0 0,-1 2 0,0 2 0,-2 1 0,1-1 0,0 0 0,-1 0 0,-6 8 0,6-9 0,0 1 0,1 0 0,-1-1 0,-1 6 0,-11 60 0,-2 6 0,14-66 0,0-1 0,-1 0 0,0 0 0,0 0 0,-1-1 0,-7 9 0,-11 13 0,-45 44 0,58-61 0,10-12 0,0-1 0,0 1 0,-1-1 0,1 0 0,0 1 0,0-1 0,0 1 0,0-1 0,0 1 0,0-1 0,0 0 0,0 1 0,1-1 0,-1 1 0,0-1 0,0 1 0,0-1 0,0 0 0,1 1 0,-1-1 0,0 1 0,2 0 0,-1 0 0,0 0 0,1 0 0,-1 0 0,1-1 0,-1 1 0,1 0 0,-1-1 0,1 1 0,-1-1 0,1 1 0,0-1 0,-1 0 0,1 0 0,2 0 0,98 8 0,-64-4-682,48-2-1,-73-2-6143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7.5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287 0 24575,'-31'0'0,"-11"0"0,-2 0 0,4 0 0,6 0 0,7 0 0,6 0 0,5 3 0,4 0 0,1 0 0,2-2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7.7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255 0 24575,'-28'0'0,"-14"0"0,-2 0 0,4 0 0,5 3 0,8 0 0,4 0 0,7 0-8191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8.8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16 191 24575,'45'5'0,"112"4"0,-153-9 0,0 0 0,-1 0 0,1-1 0,0 0 0,-1 1 0,1-1 0,-1-1 0,1 1 0,-1 0 0,1-1 0,-1 0 0,0 0 0,0 0 0,0 0 0,0 0 0,0-1 0,0 1 0,3-5 0,-5 5 0,0 0 0,0 0 0,0 0 0,0 0 0,0 0 0,0 0 0,0 0 0,-1 0 0,1-1 0,-1 1 0,1 0 0,-1 0 0,0-1 0,0 1 0,0 0 0,0-1 0,-1 1 0,1 0 0,0 0 0,-1-1 0,0 1 0,1 0 0,-1 0 0,0 0 0,0 0 0,0 0 0,-1 0 0,1 0 0,0 0 0,-3-2 0,-7-8 0,0 1 0,-1 0 0,0 1 0,0 0 0,-1 1 0,-1 0 0,1 1 0,-20-8 0,29 14 0,1 1 0,0-1 0,-1 1 0,1 0 0,-1 0 0,1 1 0,-1-1 0,1 1 0,-1-1 0,1 1 0,-1 0 0,0 1 0,1-1 0,-1 1 0,1-1 0,-1 1 0,1 0 0,-1 0 0,1 1 0,0-1 0,0 1 0,0 0 0,-1-1 0,1 1 0,1 1 0,-1-1 0,0 0 0,1 1 0,-1-1 0,1 1 0,0 0 0,-1 0 0,1 0 0,1 0 0,-3 4 0,-2 3 0,1 0 0,1 0 0,-1 0 0,2 1 0,-1-1 0,1 1 0,-2 18 0,5-24 0,-1 1 0,1-1 0,1 0 0,-1 1 0,1-1 0,0 0 0,0 1 0,0-1 0,1 0 0,-1 0 0,1 0 0,1 0 0,-1-1 0,1 1 0,0 0 0,0-1 0,0 0 0,4 4 0,5 4 0,1-1 0,0-1 0,0 0 0,1 0 0,1-2 0,-1 0 0,31 12 0,0-4 0,69 15 0,-88-26-341,0-1 0,0 0-1,40-2 1,-53-2-6485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9.5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85 1 24575,'1'36'0,"1"0"0,2 0 0,2 0 0,2-1 0,14 45 0,-6-35 0,2-2 0,2 0 0,39 63 0,-56-102 0,-1 0 0,1 0 0,-1 1 0,0-1 0,1 8 0,-2-12 0,-1 1 0,0-1 0,0 1 0,0 0 0,0-1 0,0 1 0,0-1 0,0 1 0,0-1 0,0 1 0,0-1 0,0 1 0,0-1 0,-1 1 0,1-1 0,0 1 0,0-1 0,0 1 0,-1-1 0,1 1 0,0-1 0,-1 1 0,1-1 0,-1 1 0,0-1 0,0 0 0,0 1 0,0-1 0,0 0 0,0 0 0,0 1 0,0-1 0,0 0 0,0 0 0,0 0 0,0 0 0,0 0 0,0-1 0,1 1 0,-1 0 0,0 0 0,-1-1 0,-7-2 0,0-1 0,0 0 0,1-1 0,0 0 0,0 0 0,0-1 0,-11-10 0,-6-4 0,-92-74 0,116 93 0,0 0 0,0 0 0,0 0 0,0 0 0,0 0 0,0 0 0,0 0 0,0-1 0,0 1 0,1 0 0,-1 0 0,0-1 0,1 1 0,-1 0 0,1-1 0,0 1 0,-1 0 0,1-1 0,0 1 0,0-3 0,0 3 0,1-1 0,-1 1 0,1 0 0,-1 0 0,1 0 0,0 0 0,-1-1 0,1 1 0,0 0 0,0 0 0,0 0 0,0 1 0,-1-1 0,1 0 0,1 0 0,-1 0 0,0 1 0,0-1 0,0 1 0,0-1 0,0 1 0,3-2 0,5 0 17,-1 0-1,1 0 1,0 1-1,0 0 1,0 1-1,12 0 1,-12 1-202,0-1 0,-1-1-1,1 1 1,-1-1 0,1-1 0,-1 1 0,9-4 0,-4-1-6641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09.7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 55 24575,'-7'-15'0,"-3"-3"0,0 5 0,2 7 0,5 4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10.3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56 162 24575,'-5'-1'0,"0"1"0,0-1 0,0 1 0,1 0 0,-10 1 0,13-1 0,1 0 0,-1 0 0,0 0 0,0 1 0,1-1 0,-1 0 0,0 0 0,0 1 0,1-1 0,-1 0 0,0 1 0,1-1 0,-1 1 0,0-1 0,1 1 0,-1-1 0,0 1 0,1 0 0,-1-1 0,1 1 0,0-1 0,-1 1 0,1 0 0,-1 0 0,1-1 0,0 1 0,-1 0 0,1 0 0,0-1 0,0 1 0,0 0 0,0 0 0,0-1 0,0 1 0,0 0 0,0 0 0,0 0 0,0-1 0,0 1 0,0 0 0,0 0 0,1 1 0,1 3 0,0 0 0,0-1 0,1 1 0,-1-1 0,1 0 0,0 0 0,1 1 0,-1-2 0,5 6 0,39 29 0,-44-34 0,12 6 0,-1-1 0,1 1 0,0-2 0,1 0 0,0-1 0,0-1 0,1-1 0,-1 0 0,22 3 0,-35-7 0,1-1 0,-1 1 0,0-1 0,0 0 0,0 0 0,1 0 0,-1 0 0,0-1 0,0 1 0,0-1 0,1 0 0,-1 0 0,0 0 0,0-1 0,-1 1 0,1-1 0,0 1 0,0-1 0,-1 0 0,1 0 0,-1 0 0,1 0 0,-1-1 0,0 1 0,0 0 0,0-1 0,0 0 0,0 1 0,-1-1 0,1 0 0,-1 0 0,0 0 0,0 0 0,0 0 0,0 0 0,0-1 0,-1 1 0,0 0 0,1-6 0,-1-3 0,-1 1 0,1-1 0,-2 1 0,0 0 0,0-1 0,-1 1 0,-5-13 0,3 6 0,5 18 0,-1 0 0,1 0 0,0 0 0,0 0 0,0 0 0,0-1 0,0 1 0,0 0 0,0 0 0,0 0 0,0 0 0,0 0 0,0 0 0,0 0 0,0 0 0,0 0 0,0-1 0,0 1 0,0 0 0,0 0 0,0 0 0,0 0 0,0 0 0,0 0 0,0 0 0,0 0 0,0 0 0,0-1 0,0 1 0,0 0 0,0 0 0,0 0 0,0 0 0,0 0 0,0 0 0,0 0 0,0 0 0,0 0 0,1 0 0,-1-1 0,0 1 0,0 0 0,0 0 0,0 0 0,0 0 0,0 0 0,0 0 0,0 0 0,0 0 0,0 0 0,1 0 0,-1 0 0,0 0 0,0 0 0,0 0 0,0 0 0,0 0 0,0 0 0,9 5 0,17 15 0,-16-11 0,10 6 0,1 0 0,1-2 0,0 0 0,32 13 0,-42-21 0,0-1 0,0 0 0,0-1 0,0 0 0,1-1 0,0 0 0,-1-1 0,1-1 0,0 0 0,20-3 0,-27 3 0,-1-2 0,0 1 0,0-1 0,1 1 0,-1-1 0,0-1 0,-1 1 0,1-1 0,0 0 0,-1 0 0,1 0 0,-1-1 0,5-5 0,-6 6 0,-1 0 0,0 0 0,1 0 0,-2-1 0,1 1 0,0-1 0,-1 0 0,1 1 0,-1-1 0,0 0 0,0 0 0,-1 0 0,1 0 0,-1 0 0,0 0 0,0 0 0,0 0 0,0 0 0,-2-4 0,1 1 9,-1-1 1,0 1-1,-1 0 0,0 0 0,0 0 1,0 0-1,-1 0 0,0 1 0,0 0 0,-1 0 1,0 0-1,-6-6 0,-4-2-380,0 1-1,-1 1 1,-24-14 0,15 11-6455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30.4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595 1 24575,'-17'6'0,"-50"23"0,46-16 0,1 2 0,0 0 0,-24 25 0,26-23 0,0 0 0,-1-2 0,-34 22 0,-107 65 0,103-65 0,50-34 0,1 0 0,-1 0 0,-13 3 0,14-4 0,0 0 0,0 0 0,0 0 0,1 1 0,-6 3 0,15-8 0,0 1 0,1 0 0,-1 1 0,1-1 0,5 1 0,18-4 0,20-5 0,1 1 0,1 2 0,57 1 0,28-4 25,-78 4-1415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31.5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61 24575,'3'-5'0,"1"0"0,0 1 0,-1 0 0,2-1 0,-1 1 0,0 1 0,1-1 0,0 1 0,0-1 0,0 2 0,0-1 0,0 0 0,1 1 0,-1 0 0,1 0 0,0 1 0,-1-1 0,1 1 0,0 1 0,0-1 0,7 1 0,7 1 0,-1 1 0,0 0 0,0 2 0,0 0 0,22 8 0,-38-11 0,0 0 0,0 0 0,0 1 0,0-1 0,0 1 0,0-1 0,0 1 0,0 0 0,0 0 0,-1 0 0,1 1 0,-1-1 0,0 0 0,0 1 0,0 0 0,0-1 0,0 1 0,2 4 0,-3-3 0,0-1 0,0 1 0,0-1 0,-1 1 0,1 0 0,-1-1 0,0 1 0,0 0 0,0-1 0,0 1 0,-1 0 0,0-1 0,0 1 0,0 0 0,0-1 0,-2 6 0,-7 12 0,-20 31 0,-5 11 0,31-54 0,1-1 0,0 1 0,0 0 0,1 0 0,0 0 0,-1 9 0,3-10 0,0 0 0,0 1 0,0-1 0,1 0 0,0 0 0,3 9 0,-3-13 0,1 1 0,-1-1 0,1 0 0,0 1 0,1-1 0,-1 0 0,1 0 0,-1 0 0,1-1 0,0 1 0,1-1 0,3 4 0,-4-5 0,-1-1 0,1 1 0,0 0 0,0-1 0,0 0 0,0 0 0,0 0 0,0 0 0,0 0 0,1-1 0,4 1 0,39-2 0,-28 0 0,-15 1-114,0 0 1,-1 0-1,1 0 0,-1-1 0,1 0 1,0 1-1,-1-2 0,1 1 0,-1 0 1,0 0-1,6-4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31.8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92 24575,'18'-10'0,"10"-3"0,6 0 0,2 3 0,0 2 0,-1 4 0,-2-1 0,-1 1 0,-3 0 0,-3 2 0,-2 1 0,-5-2 0,-4-1 0,-4-1 0,-7-1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41.7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24575,'117'109'0,"89"79"0,-185-170 0,74 55 0,-92-71 0,-1-1 0,1 1 0,-1-1 0,1 0 0,0 0 0,0 0 0,0 0 0,-1 0 0,1 0 0,0-1 0,0 0 0,0 1 0,0-1 0,0 0 0,0-1 0,0 1 0,0 0 0,0-1 0,0 0 0,4-1 0,-5 1 0,0 0 0,0 0 0,0-1 0,0 1 0,0-1 0,0 1 0,-1-1 0,1 1 0,0-1 0,-1 0 0,0 0 0,1 0 0,-1 0 0,0 0 0,0 0 0,0 0 0,0 0 0,0-1 0,-1 1 0,1 0 0,-1-1 0,1 1 0,-1 0 0,0-1 0,0 1 0,0-3 0,-1-3 0,0 0 0,0 0 0,-1 0 0,0 0 0,-1 0 0,1 0 0,-8-12 0,2 5 0,0 0 0,-19-23 0,8 20 0,17 16 0,1 1 0,-1 0 0,1 0 0,-1 1 0,1-1 0,-1 0 0,1 0 0,-1 1 0,1-1 0,-1 1 0,0 0 0,-3-1 0,5 1 0,-1 0 0,1 0 0,-1 0 0,1 1 0,-1-1 0,1 0 0,0 0 0,-1 1 0,1-1 0,-1 0 0,1 0 0,0 1 0,-1-1 0,1 0 0,0 1 0,0-1 0,-1 1 0,1-1 0,0 0 0,0 1 0,-1-1 0,1 1 0,0-1 0,0 1 0,0-1 0,0 0 0,0 1 0,0-1 0,0 1 0,0-1 0,0 1 0,0-1 0,0 1 0,0-1 0,0 1 0,0-1 0,0 0 0,0 1 0,6 20 0,5 2 0,24 35 0,5 12 0,-36-61 0,0 0 0,0 0 0,-1 0 0,-1 1 0,4 19 0,-6-27 0,0 0 0,1 0 0,-1 0 0,-1 0 0,1 0 0,0 0 0,0 0 0,-1 0 0,1 0 0,-1 0 0,1 0 0,-1 0 0,0 0 0,0 0 0,0 0 0,0-1 0,0 1 0,0 0 0,-1-1 0,1 1 0,-1-1 0,1 1 0,-1-1 0,1 1 0,-1-1 0,0 0 0,1 0 0,-1 0 0,0 0 0,0 0 0,0-1 0,0 1 0,0 0 0,-3 0 0,-8 1 0,1 0 0,-1-1 0,1-1 0,-22-1 0,16 0 0,4 2-151,1-2-1,-1 0 0,1-1 0,-1 0 1,1-1-1,0 0 0,0-1 1,-16-7-1,17 4-6674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44.8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207 11327 24575,'-15'-30'0,"-42"-90"0,44 89 0,1 0 0,-6-33 0,-11-78 0,8 36 0,8 31 0,-3-91 0,9 73 0,3 20 0,3-1 0,3 0 0,18-109 0,-8 109 0,-1 3 0,4-86 0,-17-183 0,-20 107 0,0-24 0,57-453 0,-25 287 0,-10 167 0,5 176 0,3 1 0,33-139 0,68-148 0,82-102 0,-45 128 0,-124 280 0,172-456 0,8-94-636,-137 415 636,124-256 0,132-163 0,-111 183 0,-35 65 0,91-104 0,-26 96 106,-50 102 424,-137 209-530,68-63 0,-75 80 0,28-24 0,119-88 0,100-35 0,-225 152 0,121-66 0,133-36 0,7 15 0,-200 79 0,522-180 0,-332 152 0,5 24 0,438-42 0,-297 60 0,342 14 0,-699 21-27,605 20-526,-32 41 553,57 23 0,-718-81 0,530 90 0,-286-32 563,-235-54-546,-21-5-17,19 6 0,1-2 0,54 5 0,-126-30 0,6 6 0,9 4 0,-1-2 0,2-1 0,-51-29 0,78 40 0,0 0 0,-1 0 0,1 1 0,0-2 0,0 1 0,0 0 0,0 0 0,0 0 0,0 0 0,0-1 0,0 1 0,-1-2 0,2 3 0,0 0 0,0 0 0,0-1 0,0 1 0,0 0 0,0 0 0,0 0 0,0 0 0,0 0 0,0 0 0,0-1 0,0 1 0,0 0 0,0 0 0,0 0 0,0 0 0,1 0 0,-1 0 0,0-1 0,0 1 0,0 0 0,0 0 0,0 0 0,0 0 0,0 0 0,0 0 0,0 0 0,0 0 0,1 0 0,-1-1 0,0 1 0,0 0 0,0 0 0,0 0 0,0 0 0,0 0 0,1 0 0,-1 0 0,0 0 0,0 0 0,0 0 0,0 0 0,14 3 0,1 4 0,1 1 0,-1 1 0,0 0 0,16 14 0,-7-5 0,5 1 0,0 2 0,-2 2 0,37 38 0,-60-57 0,-1 0 0,0 0 0,0 0 0,0 1 0,-1-1 0,1 1 0,-1 0 0,3 9 0,-5-11 0,1-1 0,-1 1 0,0 0 0,0-1 0,0 1 0,0 0 0,0 0 0,0-1 0,-1 1 0,1 0 0,-1-1 0,0 1 0,0-1 0,0 1 0,0-1 0,0 1 0,-1-1 0,-2 4 0,-8 8-1365,0-1-5461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47.5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331 12 24575,'-27'0'0,"-15"0"0,-2 0 0,1 0 0,5 0 0,7 0 0,6 0 0,5 0 0,3 0 0,2 0 0,4-2 0,1-2 0,2-1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47.7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312 16 24575,'-31'-2'0,"-11"-2"0,-2 1 0,4 0 0,7 2 0,5 0 0,7 0 0,3 1 0,2 2 0,2 2 0,0 1 0,3 2-8191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03.4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310 1 24575,'-5'3'0,"0"0"0,0-1 0,0 1 0,0-1 0,-1 0 0,0 0 0,1-1 0,-12 2 0,8-1 0,-16 1 0,0 0 0,-39-3 0,51 0 0,131 0 0,-338 0-1365,207 0-5461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04.1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30 24575,'-13'-25'0,"10"20"0,8 19 0,36 70 0,18 44 0,-33-57 0,21 92 0,-47-160-61,2 7-265,0 0 0,1 1 0,6 12 0,-4-14-6500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04.3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370 1 24575,'-30'2'0,"-13"2"0,-3-1 0,3-1 0,6 3 0,5-1 0,5 0 0,5-1 0,3 1 0,3 1 0,1-2 0,1 2 0,0 0 0,3 0-8191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04.8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228 6 24575,'-92'-5'0,"78"5"0,1 1 0,0 0 0,-1 1 0,-22 6 0,33-7 0,1-1 0,-1 1 0,1 0 0,0 0 0,-1 1 0,1-1 0,0 0 0,0 1 0,0-1 0,0 1 0,0 0 0,0-1 0,0 1 0,1 0 0,-1 0 0,0 1 0,1-1 0,0 0 0,0 0 0,-1 1 0,2-1 0,-1 0 0,0 1 0,-1 3 0,2-2 0,0 0 0,0-1 0,0 1 0,0-1 0,1 1 0,-1-1 0,1 1 0,0-1 0,0 0 0,0 1 0,1-1 0,-1 0 0,1 0 0,0 0 0,-1 0 0,1 0 0,4 4 0,-2-2 0,1 0 0,1-1 0,-1 1 0,1-1 0,-1 0 0,1 0 0,0-1 0,10 4 0,6 2 0,25 5 0,-42-12 0,-3-2 0,1 1 0,-1-1 0,0 1 0,0-1 0,1 0 0,-1 0 0,0 0 0,1 0 0,-1 0 0,0 0 0,1-1 0,-1 1 0,0-1 0,0 0 0,3-1 0,-3 1 0,-1 1 0,0-1 0,0 0 0,0 0 0,0 0 0,0 0 0,0 0 0,0 0 0,0-1 0,0 1 0,0 0 0,-1 0 0,1-1 0,0 1 0,-1 0 0,1-1 0,-1 1 0,0-1 0,1 1 0,-1-1 0,0 1 0,0-1 0,0 1 0,0 0 0,0-3 0,-2-5 0,1 0 0,-2 0 0,1 1 0,-1-1 0,0 1 0,-1 0 0,0 0 0,0 0 0,-7-9 0,-7-14 0,27 36 0,7 8 0,1 4-227,1-1-1,1 0 1,0-1-1,1-2 1,39 21-1,-47-28-6598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08.2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4 24575,'-3'-3'0,"3"3"0,7 8 0,7 16 0,-1 2 0,-2-1 0,0 1 0,9 40 0,-20-66 0,0 0 0,0 1 0,0-1 0,0 0 0,0 0 0,0 0 0,0 0 0,0 0 0,0 0 0,0 0 0,0 0 0,0 0 0,0 0 0,0 0 0,0 0 0,0 0 0,0 0 0,0 0 0,0 0 0,0 0 0,1 0 0,-1 1 0,0-1 0,0 0 0,0 0 0,0 0 0,0 0 0,0 0 0,0 0 0,0 0 0,0 0 0,0 0 0,0 0 0,0 0 0,0 0 0,0 0 0,0 0 0,0 0 0,0 0 0,0 0 0,0 0 0,0 0 0,1 0 0,-1 0 0,0 0 0,0 0 0,0 0 0,0 0 0,0 0 0,0 0 0,0 0 0,0 0 0,0 0 0,0 0 0,0 0 0,0 0 0,0 0 0,0 0 0,0 0 0,0 0 0,0 0 0,0 0 0,0 0 0,0-1 0,1 1 0,-1 0 0,0 0 0,0 0 0,3-6 0,2-9 0,-1-11 0,-4 18 0,1 0 0,1 0 0,-1 1 0,1-1 0,1 1 0,4-11 0,-6 17 0,0-1 0,0 1 0,0-1 0,0 1 0,1 0 0,-1-1 0,1 1 0,-1 0 0,1 0 0,0 0 0,-1 0 0,1 0 0,0 1 0,-1-1 0,1 0 0,0 1 0,0-1 0,0 1 0,0 0 0,0 0 0,-1 0 0,1-1 0,0 2 0,0-1 0,0 0 0,3 1 0,4 1 0,1 0 0,-1 1 0,16 6 0,-25-9 0,40 18 0,-1 2 0,-1 1 0,0 3 0,48 39 0,-85-63 0,22 20 0,-22-18 0,0-1 0,0 0 0,0 1 0,0-1 0,0 1 0,0-1 0,0 1 0,0-1 0,0 1 0,-1-1 0,1 1 0,-1 0 0,1 0 0,-1 1 0,0-2-36,0-1 0,0 1 0,0 0 1,0-1-1,-1 1 0,1 0 0,0-1 0,-1 1 0,1 0 0,0-1 0,-1 1 0,1-1 0,-1 1 0,1-1 0,-1 1 0,1-1 0,-1 1 1,1-1-1,-1 0 0,0 1 0,1-1 0,-1 0 0,1 1 0,-1-1 0,0 0 0,1 0 0,-1 0 0,0 1 0,1-1 0,-1 0 0,0 0 1,1 0-1,-1 0 0,0 0 0,0 0 0,1 0 0,-2-1 0,-9-1-6790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08.5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248 13 24575,'-25'-5'0,"-11"1"0,-4 1 0,2 3 0,5 3 0,3-1 0,4 3 0,7 1-8191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08.9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24575,'15'30'0,"8"15"0,2 2 0,-3-1 0,-3-7 0,-2-4 0,-4-6 0,-4-6 0,-4-6-8191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49.9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6 24575,'-3'-6'0,"8"17"0,9 19 0,23 37 0,-3 2 0,48 138 0,-69-163 0,13 80 0,-24-107 0,7 23 0,-6-77 0,-3 22-1365,0 1-5461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50.0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412 0 24575,'-30'3'0,"-15"0"0,-5 0 0,1 0 0,4-1 0,4 1 0,7 1 0,7 0 0,5-2 0,4 0 0,3-1 0,1 0 0,3 1 0,1 1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50.6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135 1 24575,'-15'0'0,"1"-1"0,0 1 0,-22 4 0,33-4 0,0 1 0,0-1 0,0 1 0,0 0 0,0 0 0,1 0 0,-1 1 0,0-1 0,1 0 0,-1 1 0,1 0 0,-1 0 0,1-1 0,0 1 0,0 1 0,0-1 0,0 0 0,-2 3 0,3-3 0,0 0 0,1-1 0,-1 1 0,1-1 0,-1 1 0,1 0 0,-1-1 0,1 1 0,0 0 0,0 0 0,0-1 0,0 1 0,0 0 0,0-1 0,0 1 0,1 0 0,0 2 0,0-1 0,0 0 0,1 0 0,-1 0 0,1 0 0,0 0 0,0 0 0,0 0 0,4 2 0,0 2 0,1-1 0,1 0 0,-1-1 0,1 0 0,13 7 0,-10-7 0,0 0 0,0-1 0,1 0 0,-1-1 0,1-1 0,0 0 0,0 0 0,-1-1 0,1-1 0,12 0 0,-22 0 0,-1 0 0,1-1 0,-1 1 0,1 0 0,-1 0 0,1-1 0,-1 1 0,1-1 0,-1 1 0,0-1 0,1 1 0,-1-1 0,0 0 0,1 0 0,-1 0 0,0 0 0,0 0 0,0 0 0,0 0 0,0 0 0,0 0 0,0 0 0,0 0 0,0-1 0,-1 1 0,1 0 0,-1-1 0,1 1 0,-1-1 0,1 1 0,-1 0 0,1-1 0,-1 1 0,0-1 0,0 1 0,0-3 0,0 0 0,-1 1 0,1-1 0,-1 1 0,0-1 0,0 1 0,0-1 0,0 1 0,-1-1 0,1 1 0,-1 0 0,0 0 0,0 0 0,-4-6 0,21 26 0,-3-3 0,0-1 0,16 14 0,-13-15-227,1-1-1,-1 0 1,2-1-1,-1 0 1,21 7-1,-24-13-6598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51.2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24575,'3'9'0,"0"0"0,0 0 0,1 0 0,1-1 0,-1 0 0,1 0 0,1 0 0,-1 0 0,14 13 0,-12-14 0,1 0 0,0-1 0,1 0 0,13 8 0,-20-12 0,1-1 0,-1 0 0,0 0 0,1 0 0,-1 0 0,1 0 0,0 0 0,-1-1 0,1 1 0,-1-1 0,1 0 0,0 1 0,-1-1 0,1-1 0,0 1 0,-1 0 0,1-1 0,0 1 0,-1-1 0,1 0 0,-1 0 0,5-2 0,-5 2 0,-1 0 0,1-1 0,-1 1 0,1-1 0,-1 1 0,0-1 0,1 1 0,-1-1 0,0 0 0,0 0 0,0 1 0,0-1 0,-1 0 0,1 0 0,0 0 0,-1 0 0,0 0 0,1-3 0,-1-4 0,1 1 0,-2 0 0,-1-12 0,0-8 0,2 28 0,0 0 0,0-1 0,0 1 0,0-1 0,0 1 0,0 0 0,0-1 0,0 1 0,1-1 0,-1 1 0,0 0 0,0-1 0,0 1 0,0-1 0,1 1 0,-1 0 0,0-1 0,0 1 0,1 0 0,-1-1 0,0 1 0,1 0 0,-1-1 0,0 1 0,1 0 0,-1 0 0,0 0 0,1-1 0,0 1 0,0 0 0,0 0 0,0 0 0,0 0 0,0 0 0,0 0 0,0 0 0,0 0 0,0 0 0,1 1 0,-1-1 0,1 1 0,31 17 0,-28-14 0,158 87 0,-137-76-1365,-16-9-5461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51.5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253 48 24575,'-23'-10'0,"-10"-3"0,-1 0 0,2 5 0,4 4 0,2 6 0,2 1 0,4 4 0,2 0 0,4-1-8191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51.9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1 24575,'0'0'0,"0"0"0,0 0 0,0 0 0,0 1 0,0-1 0,0 0 0,0 0 0,0 0 0,0 0 0,0 0 0,0 0 0,0 0 0,-1 0 0,1 0 0,0 0 0,0 0 0,0 0 0,0 0 0,0 0 0,0 0 0,0 0 0,0 0 0,0 0 0,0 0 0,0 0 0,0 0 0,-1 0 0,1 0 0,0 0 0,0 0 0,0 0 0,0 0 0,0 0 0,0 0 0,0 0 0,0 0 0,0 0 0,0 0 0,0 0 0,0 0 0,-1 0 0,1 0 0,0 0 0,0 0 0,0 0 0,0 0 0,0 0 0,0 0 0,0 0 0,0 0 0,0 0 0,0 0 0,0 0 0,0-1 0,0 1 0,0 0 0,0 0 0,0 0 0,0 0 0,0 0 0,0 0 0,0 0 0,0 0 0,2 9 0,8 13 0,65 113 0,-35-45-1365,-35-78-5461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58.1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1 255 24575,'210'43'0,"-207"-42"0,-5 0 0,-15-1 0,-25-3 0,38 2 0,0 0 0,0 0 0,0 0 0,0-1 0,0 0 0,1 0 0,-1 0 0,1 0 0,-1 0 0,1 0 0,0-1 0,-6-5 0,5 3 0,1 0 0,-1 0 0,1 0 0,-1 0 0,2 0 0,-1-1 0,-3-11 0,2 4 0,1 0 0,1-1 0,0 1 0,0-1 0,2 0 0,0 0 0,2-14 0,-2 24 0,0 0 0,1 1 0,0-1 0,0 0 0,0 1 0,0-1 0,1 1 0,-1 0 0,1-1 0,0 1 0,0 0 0,0 0 0,0 0 0,1 0 0,2-3 0,0 3 0,-1 0 0,1 0 0,-1 0 0,1 0 0,0 1 0,0 0 0,0-1 0,0 2 0,7-3 0,6 1 0,0 1 0,0 0 0,0 2 0,0 0 0,20 2 0,-32-1 0,0 0 0,0 0 0,0 0 0,0 0 0,0 1 0,0 0 0,0 1 0,-1-1 0,0 1 0,1 0 0,8 7 0,-10-7 0,-1 0 0,1 1 0,-1-1 0,0 1 0,0 0 0,-1 0 0,1 0 0,-1 0 0,0 0 0,0 0 0,0 1 0,-1-1 0,0 1 0,1-1 0,-1 1 0,0 5 0,-1-1 0,1 1 0,-1-1 0,-1 1 0,0-1 0,-1 1 0,1-1 0,-2 1 0,1-1 0,-1 0 0,-5 10 0,7-17 0,0-1 0,1 0 0,0 0 0,-1 1 0,1-1 0,0 0 0,-1 1 0,1-1 0,0 1 0,0-1 0,0 0 0,0 1 0,0-1 0,1 1 0,-1-1 0,0 0 0,1 1 0,-1-1 0,1 0 0,-1 0 0,1 1 0,-1-1 0,1 0 0,0 0 0,0 0 0,0 0 0,0 0 0,-1 0 0,1 0 0,1 0 0,-1 0 0,0 0 0,0 0 0,0-1 0,0 1 0,1 0 0,-1-1 0,0 1 0,3 0 0,6 2 0,0 0 0,0-1 0,1 0 0,12 1 0,-14-2 0,14 2 60,36-1 0,-49-2-308,1-1 1,-1 0-1,0-1 1,0 0-1,20-7 1,-18 4-6579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58.4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24575,'5'13'0,"4"9"0,1 3 0,1 0 0,1 1 0,1-2 0,1-2 0,-2-3 0,-1-4 0,1-2 0,-2-1 0,0-3 0,-2 0 0,0-1 0,-1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58.6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452 1 24575,'-30'0'0,"-15"0"0,-5 0 0,-1 0 0,2 0 0,5 0 0,5 2 0,5 2 0,1 1 0,3 1 0,4 2 0,5-1-8191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59.1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1010 26 24575,'-102'-13'-564,"-147"1"0,170 14 565,0 3-1,-112 23 1,129-15-16,-159 35-278,195-41-6464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5:59.7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16 24575,'6'-3'0,"1"1"0,0-1 0,0 1 0,-1 1 0,1-1 0,12 0 0,44 1 0,-40 2 0,-18-1 0,0 0 0,0 0 0,0 1 0,0 0 0,0-1 0,0 2 0,0-1 0,0 1 0,5 2 0,-8-3 0,-1 0 0,1 0 0,0 1 0,-1-1 0,1 0 0,-1 1 0,1-1 0,-1 1 0,0 0 0,0-1 0,0 1 0,0 0 0,0 0 0,0 0 0,0-1 0,0 1 0,-1 0 0,1 0 0,-1 0 0,0 0 0,1 0 0,-1 0 0,0 1 0,0-1 0,0 2 0,-1 1 0,0 0 0,0 0 0,0 0 0,0 0 0,-1 0 0,1 0 0,-1-1 0,-3 6 0,-24 35 0,11-18 0,11-17 0,5-8 0,0 1 0,0 0 0,0 0 0,0 0 0,1 1 0,-1-1 0,-1 5 0,3-8 0,0 1 0,0-1 0,0 1 0,0-1 0,0 1 0,0 0 0,0-1 0,0 1 0,1-1 0,-1 1 0,0-1 0,0 1 0,0-1 0,0 1 0,1-1 0,-1 1 0,0-1 0,1 1 0,-1-1 0,1 1 0,0 0 0,0 0 0,0 0 0,0-1 0,1 1 0,-1 0 0,0-1 0,0 1 0,1-1 0,-1 1 0,0-1 0,1 0 0,1 1 0,16 0 0,1-1 0,-1 0 0,0-1 0,1-1 0,30-8 0,-25 6 0,85-11 0,-96 13-1365,-4-2-5461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24.1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69 51 24575,'5'-11'0,"-1"1"0,4-16 0,-8 26 0,0 0 0,0 0 0,0 0 0,0 0 0,0 0 0,0 0 0,0 0 0,0 0 0,0 0 0,0-1 0,0 1 0,0 0 0,0 0 0,0 0 0,1 0 0,-1 0 0,0 0 0,0 0 0,0 0 0,0 0 0,0 0 0,0 0 0,0-1 0,0 1 0,0 0 0,0 0 0,0 0 0,0 0 0,0 0 0,0 0 0,0 0 0,0 0 0,0 0 0,0 0 0,-1-1 0,1 1 0,0 0 0,0 0 0,0 0 0,0 0 0,0 0 0,0 0 0,0 0 0,0 0 0,0 0 0,0 0 0,0 0 0,0 0 0,0 0 0,0 0 0,0-1 0,-1 1 0,1 0 0,0 0 0,0 0 0,0 0 0,0 0 0,0 0 0,0 0 0,0 0 0,0 0 0,-6 5 0,-6 10 0,3 0 0,1 0 0,1 0 0,0 0 0,0 1 0,2 0 0,-6 26 0,6-16 0,2-1 0,-1 45 0,4-59 0,1 1 0,0 0 0,1 0 0,0-1 0,1 1 0,1-1 0,-1 0 0,8 14 0,2-2 26,0 0 0,2-1-1,24 28 1,58 54-1032,-84-90 544,0-1-6364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24.8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19 24575,'5'-3'0,"1"1"0,0-1 0,0 1 0,1 0 0,-1 0 0,0 1 0,1 0 0,-1 0 0,8 0 0,-11 1 0,0 0 0,0 1 0,1-1 0,-1 1 0,0 0 0,0 0 0,0 0 0,0 0 0,0 1 0,0-1 0,0 1 0,-1-1 0,1 1 0,0 0 0,-1 0 0,1 1 0,-1-1 0,0 0 0,0 1 0,2 2 0,3 5 0,-1 1 0,0 0 0,-1 0 0,0 0 0,-1 1 0,0 0 0,-1-1 0,0 1 0,1 22 0,-1 9 0,-3 62 0,-2-47 0,2-26-101,1-19-57,0 0 0,-2-1 0,1 1 0,-2 0 0,0 0 0,0-1 0,-5 14 0,1-13-6668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18.2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45 1 24575,'31'9'0,"33"4"0,-32-7 0,-97-4 0,58-3 0,1 2 0,-1-1 0,1 1 0,-1 0 0,1 0 0,-12 4 0,18-5 0,0 0 0,0 0 0,0 0 0,0 0 0,0 0 0,0 0 0,-1 0 0,1 0 0,0 0 0,0 0 0,0 0 0,0 0 0,0 0 0,0 0 0,0 0 0,0 0 0,0 0 0,0 0 0,0 0 0,0 0 0,-1 0 0,1 0 0,0 1 0,0-1 0,0 0 0,0 0 0,0 0 0,0 0 0,0 0 0,0 0 0,0 0 0,0 0 0,0 0 0,0 0 0,0 0 0,0 0 0,0 0 0,0 0 0,0 1 0,0-1 0,0 0 0,0 0 0,0 0 0,0 0 0,0 0 0,0 0 0,0 0 0,0 0 0,0 0 0,0 0 0,0 0 0,0 1 0,0-1 0,0 0 0,0 0 0,0 0 0,0 0 0,6 2 0,10-1 0,108-1 0,-143 1 0,-32 6 0,33-4 0,-36 1 0,46-5 0,10-3 0,12-3 0,7 5 0,0 0 0,0 1 0,27 2 0,-17 0 0,-48-1 0,-24-1 0,-58-7 0,67 4-1365,19 2-5461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19.2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1 327 24575,'17'-1'0,"-1"0"0,19-5 0,-24 3 0,0 1 0,-1 1 0,1 0 0,0 0 0,0 1 0,0 0 0,20 4 0,-29-4 0,0 1 0,0-1 0,0 1 0,-1 0 0,1-1 0,0 1 0,-1 0 0,1 0 0,0 0 0,-1 1 0,1-1 0,-1 0 0,0 0 0,1 1 0,-1-1 0,0 1 0,0-1 0,1 3 0,-16-15 0,13 11 0,-29-28 0,-40-49 0,63 67 0,0 0 0,0 0 0,1-1 0,0 0 0,1 0 0,0 0 0,0 0 0,2-1 0,-5-22 0,7 32 0,1-1 0,0 0 0,0 1 0,0-1 0,0 0 0,0 1 0,0-1 0,1 1 0,-1-1 0,1 1 0,0-1 0,0 1 0,0-1 0,0 1 0,0 0 0,1-1 0,1-1 0,-1 1 0,1 0 0,0 0 0,0 1 0,0-1 0,0 1 0,1 0 0,-1 0 0,0 0 0,1 0 0,5-1 0,3-1 0,0 1 0,1 0 0,0 1 0,-1 0 0,26 1 0,-11 1 0,40 6 0,-57-5 0,0 1 0,1 1 0,-1 0 0,-1 0 0,1 1 0,0 0 0,9 6 0,-17-8 0,0-1 0,0 1 0,0-1 0,0 1 0,0 0 0,0 0 0,0 0 0,-1 0 0,1 0 0,-1 1 0,1-1 0,-1 0 0,0 1 0,0-1 0,0 1 0,0-1 0,0 1 0,-1 0 0,1-1 0,-1 4 0,1 3 0,-2 1 0,1-1 0,-1 1 0,-3 11 0,1 1 0,3-22 0,-2 9 0,1 1 0,1-1 0,0 0 0,1 12 0,-1-18 0,0-1 0,1 0 0,-1 1 0,1-1 0,0 0 0,0 1 0,0-1 0,0 0 0,0 0 0,0 0 0,1 0 0,-1 0 0,1 0 0,-1 0 0,1 0 0,0 0 0,0-1 0,0 1 0,0-1 0,0 0 0,3 2 0,0-1 0,0 1 0,1-1 0,0-1 0,-1 1 0,1-1 0,0 0 0,0-1 0,0 1 0,0-1 0,0 0 0,0-1 0,10-1 0,-13 1 0,1 1 0,-1-1 0,0 0 0,0 0 0,-1 0 0,1-1 0,0 1 0,0-1 0,0 1 0,-1-1 0,1 0 0,-1 0 0,0 0 0,1 0 0,-1-1 0,0 1 0,0 0 0,0-1 0,-1 0 0,1 1 0,-1-1 0,1 0 0,-1 0 0,0 0 0,1-4 0,0-7-1365,-1 1-5461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19.5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24575,'7'7'0,"3"6"0,0 2 0,-3 2 0,1 0 0,-1 0 0,-2-1 0,1 0 0,-1 0 0,2-4 0,-1 0 0,1-1 0,0 1 0,0-1 0,0-1 0,1-2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19.7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312 1 24575,'-25'0'0,"-11"0"0,-4 2 0,-1 2 0,3 1 0,-1 1 0,4 2 0,3-1 0,7-2-8191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20.2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1077 1 24575,'-16'0'0,"-87"0"0,-150 18 0,126 2 0,-80 11 0,95-19-682,-126-4-1,218-8-6143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20.8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46 24575,'6'-5'0,"-1"0"0,1 0 0,0 1 0,1 0 0,-1 0 0,1 1 0,10-5 0,-14 7 0,1-1 0,0 1 0,0 0 0,0 0 0,0 1 0,0-1 0,0 1 0,0 0 0,0 0 0,0 0 0,0 0 0,0 1 0,0-1 0,-1 1 0,7 2 0,-9-2 0,1 0 0,-1 0 0,1 0 0,-1 0 0,0 0 0,1 0 0,-1 0 0,0 1 0,0-1 0,0 0 0,0 1 0,0-1 0,0 1 0,0-1 0,0 1 0,-1 0 0,1-1 0,0 1 0,-1 0 0,0-1 0,1 1 0,-1 0 0,0 0 0,0-1 0,0 1 0,0 0 0,0 0 0,-1 3 0,-1 5 0,0 0 0,0 0 0,-7 17 0,5-16 0,-42 137 0,46-147 0,-1 0 0,1 0 0,0 0 0,0 0 0,0 0 0,0 0 0,0 0 0,0 0 0,0 0 0,0 0 0,0 0 0,1 0 0,-1 0 0,0 0 0,1 0 0,-1 0 0,0 0 0,1 0 0,-1 0 0,1 0 0,0 0 0,-1-1 0,1 1 0,0 0 0,-1 0 0,1-1 0,0 1 0,0 0 0,0-1 0,0 1 0,-1-1 0,1 1 0,0-1 0,0 1 0,0-1 0,0 0 0,0 0 0,0 1 0,0-1 0,0 0 0,1 0 0,7 1 0,0 0 0,0-1 0,-1 0 0,10-1 0,-4 0 0,189-1-1365,-185 2-5461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25.8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60 9 24575,'0'0'0,"0"-1"0,0 1 0,0-1 0,0 1 0,-1-1 0,1 1 0,0 0 0,0-1 0,-1 1 0,1-1 0,0 1 0,-1 0 0,1-1 0,0 1 0,-1 0 0,1-1 0,0 1 0,-1 0 0,1 0 0,-1 0 0,1-1 0,0 1 0,-1 0 0,1 0 0,-1 0 0,1 0 0,-1 0 0,1 0 0,-1 0 0,1-1 0,-1 1 0,1 1 0,-1-1 0,-1 0 0,1 1 0,0 0 0,0 0 0,0-1 0,0 1 0,0 0 0,0 0 0,0 0 0,0 0 0,0 0 0,-1 2 0,-2 5 0,0 0 0,-6 14 0,6-9 0,1 1 0,0-1 0,1 1 0,0 0 0,1 0 0,0 0 0,1-1 0,1 1 0,1 0 0,-1 0 0,2 0 0,4 14 0,1-1 0,2 0 0,1-1 0,0 0 0,30 47 0,-20-41-273,2-1 0,1-1 0,1-1 0,50 42 0,-60-57-6553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26.4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17 24575,'2'-2'0,"1"0"0,0 0 0,-1 0 0,1 1 0,0 0 0,0-1 0,0 1 0,0 0 0,0 0 0,0 1 0,0-1 0,0 1 0,0-1 0,1 1 0,-1 0 0,4 1 0,-2 0 0,-1 0 0,1 0 0,-1 1 0,1-1 0,-1 1 0,0 0 0,0 0 0,0 1 0,0-1 0,4 4 0,5 5 0,-1 1 0,-1 1 0,0-1 0,-1 2 0,11 15 0,-8-8 0,-1 0 0,-1 1 0,-1 1 0,0-1 0,9 37 0,-16-46 0,0 1 0,-1-1 0,0 1 0,-1 0 0,0-1 0,-1 1 0,-1 0 0,0-1 0,-1 1 0,-1 0 0,-5 18 0,5-25-341,0 0 0,0 0-1,-8 10 1,1-2-6485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27.9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352 27 24575,'-9'0'0,"-213"-9"0,192 6-83,6 0-558,-42-9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28.1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240 10 24575,'-10'-5'0,"-6"1"0,-3 4 0,0 1 0,2 4 0,3 0 0,-2 0 0,-1 2 0,-3-1 0,-2-2 0,-3 0 0,1-2 0,3-1-8191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43.0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4 120 24575,'-1'-1'0,"1"1"0,0-1 0,-1 1 0,1-1 0,0 1 0,0-1 0,-1 1 0,1-1 0,0 1 0,0-1 0,0 1 0,0-1 0,0 0 0,0 1 0,-1-1 0,1 1 0,1-1 0,-1 1 0,0-1 0,0 1 0,0-1 0,0 0 0,0 1 0,0-1 0,1 1 0,-1-1 0,0 1 0,0-1 0,1 1 0,-1-1 0,0 1 0,1-1 0,-1 1 0,1 0 0,-1-1 0,1 0 0,21-16 0,-16 12 0,8-6 0,1-1 0,0 2 0,0 0 0,33-15 0,-43 23 0,-1 1 0,1-1 0,-1 1 0,1 0 0,0 0 0,0 0 0,-1 1 0,1 0 0,0-1 0,0 2 0,0-1 0,0 1 0,-1-1 0,1 1 0,0 1 0,-1-1 0,1 1 0,-1-1 0,1 1 0,-1 1 0,0-1 0,0 1 0,0-1 0,4 4 0,-1 1 0,-1-1 0,0 1 0,0 0 0,0 0 0,7 14 0,18 42 0,-28-56 0,-1 0 0,0 0 0,0 1 0,-1-1 0,0 0 0,0 1 0,-1-1 0,1 1 0,-2-1 0,1 1 0,-1-1 0,-1 1 0,1-1 0,-5 12 0,-1 0 0,0 0 0,-2-1 0,0 0 0,-14 21 0,13-26 0,1-1 0,-2-1 0,1 0 0,-2 0 0,1-1 0,-2 0 0,-21 13 0,16-8 0,18-15 0,0 0 0,0 0 0,0 0 0,0 0 0,0 0 0,-1 1 0,1-1 0,0 0 0,0 0 0,0 0 0,0 0 0,0 1 0,0-1 0,0 0 0,0 0 0,0 0 0,0 0 0,0 1 0,0-1 0,0 0 0,0 0 0,0 0 0,0 1 0,0-1 0,0 0 0,0 0 0,0 0 0,0 0 0,1 0 0,-1 1 0,0-1 0,0 0 0,0 0 0,0 0 0,12 3 0,160-2 0,-79-2 0,-70 0 0,-12 0 0,-1 1 0,18 2 0,-22 0-1365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43.6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15 24575,'1'-13'0,"-1"13"0,0-1 0,0 1 0,0 0 0,0 0 0,0 0 0,0 0 0,1 0 0,-1 0 0,0 0 0,0 0 0,0 0 0,0 0 0,0 0 0,0 0 0,0 0 0,0 0 0,0 0 0,0 0 0,0 0 0,1 0 0,-1 0 0,0 0 0,0 0 0,0 0 0,0 0 0,0 0 0,0 0 0,0 0 0,0 0 0,0 0 0,0 0 0,0 0 0,0 0 0,1 0 0,-1 0 0,0 0 0,0 0 0,0 0 0,0 1 0,0-1 0,0 0 0,0 0 0,0 0 0,0 0 0,0 0 0,0 0 0,0 0 0,0 0 0,0 0 0,0 0 0,0 0 0,0 0 0,0 0 0,0 1 0,0-1 0,0 0 0,0 0 0,0 0 0,0 0 0,0 0 0,0 0 0,0 0 0,0 0 0,8 25 0,-6-17 0,20 62 0,46 97 0,30 70 0,-95-230 107,-6-14-1579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43.9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418 46 24575,'-30'-5'0,"-15"-2"0,-3 1 0,3 1 0,5-1 0,6 0 0,5 2 0,5 1 0,5 1 0,2 1 0,2 1 0,1 2 0,1 2 0,-1-1 0,3 3 0,0-1 0,2 2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44.4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258 65 24575,'-28'-12'0,"5"1"0,-1 1 0,0 2 0,0 0 0,-42-7 0,63 15 0,-1-1 0,1 1 0,-1 0 0,1 0 0,0 1 0,-1-1 0,1 1 0,-1 0 0,1-1 0,0 1 0,-5 3 0,6-3 0,0 0 0,1 0 0,-1 0 0,1 0 0,-1 1 0,1-1 0,0 0 0,0 1 0,-1-1 0,1 1 0,0 0 0,0-1 0,0 1 0,1 0 0,-1-1 0,0 1 0,1 0 0,-1 0 0,1 0 0,-1 0 0,1 3 0,0 3 0,0 1 0,0-1 0,1 0 0,0 0 0,0 0 0,1 0 0,1 0 0,-1 0 0,1 0 0,0-1 0,1 1 0,-1-1 0,2 0 0,-1 0 0,1 0 0,0-1 0,9 10 0,-7-9 0,0-1 0,0 0 0,0 0 0,1 0 0,0-1 0,0 0 0,1-1 0,-1 0 0,1 0 0,0-1 0,0 0 0,0-1 0,0 1 0,0-2 0,11 2 0,-17-3 0,-1 0 0,0 0 0,0 0 0,0 0 0,0-1 0,1 1 0,-1 0 0,0-1 0,0 0 0,0 1 0,0-1 0,0 0 0,0 0 0,0 0 0,0 0 0,-1 0 0,1-1 0,0 1 0,0-1 0,-1 1 0,1-1 0,-1 1 0,0-1 0,2-2 0,-1 0 0,0 0 0,-1 0 0,1 0 0,-1-1 0,0 1 0,0-1 0,0 1 0,-1 0 0,0-1 0,1 1 0,-2-6 0,0-5 0,-1-1 0,-1 1 0,-1 0 0,0 0 0,0 0 0,-10-18 0,34 72 0,-12-27 40,0 0 0,18 18 0,-23-26-175,1 0 0,0-1 0,0 0 0,0 0 0,1 0 0,-1 0 0,1-1 0,-1 1 0,1-1 0,10 3 0,-3-3-6691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44.8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26 24575,'0'4'0,"1"0"0,0 0 0,0 0 0,0 0 0,0-1 0,1 1 0,-1 0 0,1-1 0,0 1 0,0-1 0,0 0 0,1 1 0,-1-1 0,5 4 0,2 2 0,0 0 0,1-1 0,12 8 0,-16-11 0,0-2 0,0 1 0,0-1 0,0 0 0,0 0 0,10 2 0,-14-4 0,-1-1 0,1 0 0,0 1 0,0-1 0,-1 0 0,1 0 0,0 0 0,0-1 0,0 1 0,-1 0 0,1-1 0,0 1 0,-1-1 0,1 1 0,0-1 0,-1 0 0,1 0 0,-1 1 0,1-1 0,-1 0 0,1-1 0,-1 1 0,0 0 0,1 0 0,-1-1 0,0 1 0,0 0 0,0-1 0,1-2 0,1-2 0,0-1 0,-1 1 0,0-1 0,0 0 0,-1 1 0,1-1 0,-1 0 0,-1 0 0,0 0 0,0-13 0,0-13 0,0 33 0,0-1 0,0 1 0,0 0 0,0-1 0,0 1 0,0-1 0,0 1 0,1-1 0,-1 1 0,0-1 0,0 1 0,0 0 0,0-1 0,1 1 0,-1-1 0,0 1 0,0 0 0,1-1 0,-1 1 0,0 0 0,1-1 0,-1 1 0,0 0 0,1-1 0,-1 1 0,1 0 0,0-1 0,0 1 0,0 0 0,0 0 0,0 0 0,0 0 0,-1 0 0,1 0 0,0 0 0,0 1 0,0-1 0,0 0 0,0 0 0,0 1 0,1 0 0,5 2 0,-1 1 0,12 9 0,-12-9 0,112 88 0,-75-57 0,-23-18-1365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45.3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237 10 24575,'-30'-3'0,"-13"0"0,-1 0 0,5 3 0,5 1 0,7 1 0,8 0-8191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45.9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28 24575,'5'6'0,"-1"0"0,0 0 0,0 1 0,-1-1 0,0 1 0,0 0 0,-1 0 0,3 9 0,0 0 0,23 56 0,-23-63 0,0 1 0,0 0 0,1-1 0,14 16 0,-20-25 0,0 1 0,1-1 0,-1 0 0,0 1 0,0-1 0,0 0 0,0 0 0,0 0 0,1 1 0,-1-1 0,0 0 0,0 0 0,1 0 0,-1 1 0,0-1 0,0 0 0,1 0 0,-1 0 0,0 0 0,0 0 0,1 0 0,-1 0 0,0 0 0,0 1 0,1-1 0,-1 0 0,0 0 0,1 0 0,-1 0 0,1-1 0,-1-7 0,-7-14 0,7 22 0,-13-33 0,-2 1 0,-37-60 0,21 41 0,31 50 0,0 0 0,-1 0 0,1 0 0,-1 0 0,0 1 0,1-1 0,-1 0 0,0 0 0,1 0 0,-1 1 0,0-1 0,0 0 0,-1 0 0,2 1 0,0 0 0,0 0 0,-1 1 0,1-1 0,0 0 0,0 0 0,0 1 0,0-1 0,-1 0 0,1 1 0,0-1 0,0 0 0,0 0 0,0 1 0,0-1 0,0 0 0,0 1 0,0-1 0,0 0 0,0 1 0,0-1 0,0 0 0,0 1 0,0-1 0,0 0 0,0 1 0,7 30 0,7 1 0,2-1 0,0-1 0,3-1 0,34 44 0,-28-42-1365,-13-18-5461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47.8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180 5 24575,'9'-4'0,"-9"6"0,-15 10 0,8-6 0,-7 6 0,1 1 0,1 0 0,0 1 0,1 0 0,0 1 0,1 1 0,1-1 0,0 1 0,2 1 0,0 0 0,-10 34 0,7-11 0,2 1 0,1 0 0,2 0 0,1 49 0,4-59 0,1 1 0,1 0 0,2 0 0,1-1 0,14 50 0,-7-44 0,2 0 0,2-1 0,22 37 0,-24-49 0,2-1 0,1 0 0,1-2 0,0 1 0,24 19 0,37 26 120,-66-58-417,1 1 0,0-2 0,0 1 0,19 6 0,-20-10-6529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48.8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1 297 24575,'145'7'0,"-20"1"0,-103-7 0,1 2 0,27 6 0,-92-17 0,34 5 0,0 0 0,1-1 0,0-1 0,-1 1 0,1-1 0,1 0 0,-1-1 0,1 1 0,0-1 0,0-1 0,1 1 0,-1-1 0,2 0 0,-1 0 0,1 0 0,0-1 0,-5-13 0,7 11 0,0 0 0,0 0 0,1 0 0,1 0 0,0 0 0,0-1 0,1 1 0,0 0 0,3-10 0,-3 16 0,1 0 0,-1 0 0,1 0 0,0 0 0,0 1 0,0-1 0,1 1 0,-1 0 0,1-1 0,0 1 0,0 0 0,3-2 0,0 1 0,-1 0 0,1 0 0,0 1 0,0 0 0,0 0 0,12-3 0,1 1 0,0 2 0,0 0 0,0 1 0,24 0 0,-31 2 0,1 1 0,-1-1 0,0 2 0,-1 0 0,21 5 0,-29-6 0,0 0 0,0 0 0,0 1 0,0-1 0,0 1 0,0-1 0,0 1 0,0 0 0,0 0 0,-1 0 0,1 1 0,-1-1 0,1 0 0,-1 1 0,0 0 0,0 0 0,0-1 0,-1 1 0,1 0 0,-1 0 0,1 0 0,-1 1 0,0-1 0,1 6 0,-1-3 0,-1 0 0,0 1 0,0-1 0,0 1 0,-1-1 0,0 1 0,-4 11 0,-1-1 0,-13 25 0,19-41 0,-1 2 0,-1 0 0,1 0 0,0 0 0,0 0 0,0 0 0,0 1 0,0-1 0,1 0 0,0 1 0,0 5 0,0-7 0,0 0 0,1-1 0,-1 1 0,1 0 0,0 0 0,-1 0 0,1-1 0,0 1 0,0 0 0,0-1 0,0 1 0,1-1 0,-1 1 0,0-1 0,1 0 0,-1 1 0,1-1 0,-1 0 0,1 0 0,2 1 0,6 3 0,0 0 0,0-1 0,1 0 0,-1-1 0,14 3 0,57 5 0,-78-11-42,8 1-123,0 1-1,0-2 1,1 0 0,-1 0-1,0-1 1,1 0-1,10-4 1,-12 2-6661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49.3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0 24575,'-1'0'0,"1"0"0,0 1 0,-1-1 0,1 0 0,0 0 0,-1 0 0,1 0 0,0 0 0,0 1 0,-1-1 0,1 0 0,0 0 0,-1 1 0,1-1 0,0 0 0,0 0 0,-1 1 0,1-1 0,0 0 0,0 1 0,0-1 0,0 0 0,-1 1 0,1-1 0,0 0 0,0 1 0,0-1 0,0 0 0,0 1 0,0-1 0,0 0 0,0 1 0,0-1 0,0 0 0,0 1 0,0 0 0,2 16 0,-1-15 0,4 16 0,1 0 0,0-1 0,2 0 0,17 29 0,-8-13 0,25 34 0,-41-67-29,-1 1-19,0-1 1,0 0-1,1 1 0,-1-1 1,0 0-1,0 1 0,1-1 0,-1 1 1,0-1-1,0 1 0,0-1 0,0 0 1,0 1-1,1-1 0,-1 1 1,0-1-1,0 1 0,0-1 0,0 1 1,0-1-1,0 0 0,-1 1 1,1-1-1,0 1 0,0-1 0,0 1 1,-1 0-1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49.6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678 31 24575,'-2'-3'0,"1"1"0,-1 0 0,0 0 0,0 0 0,0 0 0,0 0 0,0 0 0,-1 0 0,1 1 0,-1-1 0,1 1 0,-1 0 0,1 0 0,-1 0 0,0 0 0,1 0 0,-1 1 0,0-1 0,-5 0 0,-3 1 0,1 0 0,-1 1 0,0 1 0,-10 2 0,-17 1 0,-56-1 0,-118-12 0,65 0 0,95 7-1365,33 1-5461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50.2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1354 0 24575,'-338'9'0,"-214"12"0,468-21-112,-94 0 352,1 16-1733,153-12-5333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51.0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61 24575,'10'-8'0,"1"1"0,0 0 0,0 1 0,0 1 0,1-1 0,0 2 0,0 0 0,0 0 0,1 1 0,-1 0 0,1 1 0,0 1 0,0 0 0,14 1 0,-22 0 0,-1 0 0,1 1 0,-1-1 0,1 1 0,-1 0 0,1 0 0,6 2 0,-10-2 0,0 0 0,0 0 0,0-1 0,0 1 0,0 0 0,0 0 0,0 0 0,0 0 0,0 0 0,0 0 0,0 1 0,-1-1 0,1 0 0,-1 0 0,1 0 0,-1 1 0,1-1 0,-1 0 0,1 1 0,-1-1 0,0 0 0,0 1 0,0-1 0,0 0 0,0 1 0,0-1 0,0 0 0,0 1 0,-1 1 0,-4 16 0,0-1 0,-1 0 0,-1 0 0,-1-1 0,0 1 0,-1-2 0,-17 25 0,22-36 0,0 0 0,0-1 0,0 1 0,0-1 0,-1 0 0,0 0 0,1-1 0,-9 6 0,-3-1 0,-26 10 0,14-7 0,27-11 0,-1 1 0,1-1 0,0 1 0,0 0 0,-1-1 0,1 1 0,0 0 0,0 0 0,0 0 0,0 0 0,0 0 0,0 0 0,-1 1 0,2-1 0,0-1 0,0 0 0,0 0 0,0 0 0,0 1 0,0-1 0,0 0 0,0 0 0,0 0 0,0 1 0,0-1 0,0 0 0,0 0 0,0 1 0,0-1 0,0 0 0,0 0 0,0 0 0,0 1 0,1-1 0,-1 0 0,0 0 0,0 0 0,0 0 0,0 1 0,0-1 0,0 0 0,1 0 0,-1 0 0,12 4 0,91 6 0,-38-4 0,116-7 0,-151 0-455,0-3 0,38-8 0,-54 9-6371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6:51.9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30 24575,'0'-2'0,"1"1"0,-1-1 0,1 0 0,-1 1 0,1-1 0,0 1 0,0-1 0,0 1 0,0-1 0,0 1 0,0 0 0,0 0 0,0-1 0,0 1 0,1 0 0,-1 0 0,0 0 0,1 0 0,-1 0 0,1 1 0,2-2 0,-2 2 0,0 0 0,0 0 0,-1 0 0,1 0 0,0 0 0,-1 0 0,1 1 0,-1-1 0,1 1 0,0-1 0,-1 1 0,1 0 0,-1-1 0,1 1 0,-1 0 0,0 0 0,1 0 0,-1 0 0,0 0 0,0 1 0,2 1 0,17 22 0,-2 0 0,0 2 0,-2-1 0,18 43 0,-8-17 0,23 44 0,41 117 0,-83-191 0,-1 1 0,-1 0 0,-1-1 0,-1 2 0,-1-1 0,-1 0 0,-1 0 0,-1 1 0,-5 23 0,5-39-85,-1 0 0,0 0-1,-1 0 1,0-1 0,0 1-1,0-1 1,-1 0 0,0 0-1,-1 0 1,0-1 0,0 1-1,0-1 1,-1 0 0,1 0-1,-13 8 1,7-5-6741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21.5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229 5 24575,'-17'0'0,"0"0"0,0 2 0,-26 5 0,35-5-105,0-1 0,-1 1 0,1-2 0,-1 1 0,1-1 0,-1 0 0,1-1 0,-1 1 0,1-2 0,-1 1 0,1-1 0,-16-6 0,15 2-6721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22.1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309 30 24575,'-36'0'0,"-4"1"0,0-2 0,-50-8 0,0-9-1365,77 16-5461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25.7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72 24575,'-13'57'0,"12"-50"0,0 1 0,1-1 0,0 1 0,0-1 0,1 0 0,0 1 0,1-1 0,-1 1 0,1-1 0,1 0 0,-1 0 0,1 0 0,0 0 0,1-1 0,0 1 0,0-1 0,0 0 0,1 0 0,0 0 0,0-1 0,7 6 0,1-2 0,0 0 0,0-1 0,1 0 0,0-2 0,0 1 0,1-2 0,20 6 0,-30-10 0,0 1 0,0-1 0,0 0 0,1-1 0,-1 0 0,0 1 0,0-2 0,7 0 0,-10 1 0,1-1 0,-1 1 0,0-1 0,1 0 0,-1 0 0,0 0 0,0-1 0,0 1 0,0 0 0,0-1 0,0 1 0,0-1 0,0 0 0,0 0 0,-1 0 0,1 0 0,-1 0 0,3-4 0,1-4 0,-1 0 0,0-1 0,0 0 0,-1 1 0,-1-1 0,0 0 0,1-17 0,2 12 0,-1 14 0,4 7 0,51 66 0,-50-63 0,0 1 0,0-2 0,1 1 0,0-1 0,18 9 0,-11-7 0,34 11 0,-47-18 0,0-1 0,0 0 0,1 0 0,-1 0 0,1 0 0,-1-1 0,1 0 0,-1 0 0,1 0 0,-1 0 0,1-1 0,-1 0 0,0 0 0,5-1 0,-7 0 0,0 1 0,0-1 0,0 1 0,0-1 0,-1 0 0,1 0 0,-1 0 0,1 0 0,-1 0 0,0 0 0,0 0 0,0 0 0,0 0 0,0-1 0,0 1 0,-1 0 0,1-5 0,2-5 0,0-24 0,-3 23-54,0 1-1,-1-1 0,-1 1 1,0 0-1,0 0 1,-2 0-1,1 0 0,-1 0 1,-1 0-1,0 1 1,-1 0-1,0 0 0,-1 1 1,0-1-1,0 1 0,-1 1 1,-1-1-1,1 2 1,-2-1-1,1 1 0,-1 0 1,0 1-1,-1 0 1,-19-9-1,13 9-6771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28.1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22 24575,'33'-8'0,"1"3"0,0 0 0,0 3 0,38 1 0,-60 1 0,0 2 0,-1 0 0,0 0 0,1 1 0,-1 1 0,18 8 0,-21-8 0,0 0 0,-1 1 0,0 0 0,0 0 0,0 1 0,-1 0 0,1 0 0,-2 0 0,1 1 0,5 8 0,-7-9 0,-1 0 0,1 1 0,-1-1 0,-1 1 0,1-1 0,-1 1 0,0 0 0,-1 0 0,1 0 0,-1 0 0,-1 0 0,1 0 0,-1 0 0,-1 0 0,-1 11 0,-2 4 0,-2 0 0,-1 0 0,-12 29 0,13-36 0,2-5 0,1-1 0,1 1 0,0 0 0,0 0 0,1 0 0,0 0 0,1 0 0,0 0 0,0 0 0,1 0 0,3 13 0,-3-20 0,0 0 0,1 0 0,0 0 0,-1 0 0,1 0 0,0 0 0,0 0 0,1 0 0,-1-1 0,1 1 0,-1-1 0,1 0 0,0 0 0,0 0 0,0 0 0,0 0 0,0-1 0,0 1 0,7 1 0,-5-1 0,1 0 0,-1-1 0,1 0 0,-1 0 0,1 0 0,0-1 0,-1 0 0,1 0 0,0 0 0,0-1 0,8-1 0,-11 1-97,0 0-1,-1 0 1,1 0-1,-1-1 1,0 1-1,1-1 1,-1 1-1,0-1 1,0 0-1,0 0 1,0 0-1,0 0 0,2-3 1,3-5-6729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28.3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341 46 24575,'-28'-5'0,"-14"-2"0,-2 1 0,1 1 0,3-1 0,6 0 0,6 2 0,2 1 0,4 1 0,3 1 0,5 0-8191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28.6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285 62 24575,'-31'-10'0,"-11"-3"0,-2 0 0,4 3 0,6 2 0,7 4 0,6 1 0,3 2 0,2 4 0,4 1-8191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28.8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270 42 24575,'-30'-7'0,"-12"-3"0,-2 0 0,4 2 0,6 3 0,7 4 0,5 5 0,5 4 0,4 1-8191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29.4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0 294 24575,'36'3'0,"1"-2"0,0-1 0,-1-1 0,40-8 0,-71 9 0,0-2 0,0 1 0,0 0 0,0-1 0,-1 0 0,1 0 0,0-1 0,-1 1 0,0-1 0,1 0 0,-1 0 0,0-1 0,5-5 0,-6 6 0,-1-1 0,0 1 0,0 0 0,0-1 0,0 1 0,-1-1 0,1 0 0,-1 1 0,0-1 0,0 0 0,-1 0 0,1 0 0,-1 0 0,0 0 0,0 0 0,0 0 0,0 1 0,-2-7 0,0 1 0,0 0 0,-1 0 0,-1 0 0,1 0 0,-1 1 0,-1 0 0,0 0 0,0 0 0,-10-12 0,8 11 0,-1 1 0,-1-1 0,1 1 0,-1 1 0,-1 0 0,1 0 0,-15-7 0,21 13 0,1-1 0,0 1 0,-1 0 0,1 0 0,-1 1 0,1-1 0,-1 0 0,1 1 0,-1 0 0,0-1 0,1 1 0,-1 0 0,0 0 0,1 1 0,-1-1 0,1 1 0,-4 0 0,4 0 0,0 0 0,0 0 0,-1 1 0,1-1 0,0 1 0,1-1 0,-1 1 0,0 0 0,0 0 0,1 0 0,-1 0 0,1 0 0,-1 0 0,1 0 0,0 0 0,0 1 0,-2 3 0,0 4 0,1 0 0,0 0 0,0 0 0,1 0 0,0 0 0,1 19 0,1-9 0,1-1 0,8 32 0,-8-43 0,0 0 0,1-1 0,0 1 0,1-1 0,0 1 0,0-1 0,0 0 0,1-1 0,0 1 0,0-1 0,1 0 0,0 0 0,0-1 0,0 1 0,1-1 0,-1-1 0,13 7 0,-3-3 0,1-1 0,0-1 0,0 0 0,1-2 0,-1 0 0,35 4 0,-21-5-101,-16 0-110,0-2 0,0 0 1,0 0-1,0-2 1,18-2-1,-19 1-6615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29.9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 1 24575,'71'174'0,"-38"-87"0,16 24 0,-21-51 0,-26-57 0,-1 1 0,1-1 0,-1 1 0,0 0 0,0 0 0,0-1 0,0 8 0,-1-10 0,0-1 0,-1 1 0,1 0 0,0-1 0,0 1 0,0 0 0,0-1 0,0 1 0,-1 0 0,1-1 0,0 1 0,-1 0 0,1-1 0,0 1 0,-1-1 0,1 1 0,-1-1 0,1 1 0,-2 0 0,2 0 0,-1-1 0,0 0 0,0 1 0,-1-1 0,1 0 0,0 1 0,0-1 0,0 0 0,0 0 0,0 0 0,0 0 0,0 0 0,0 0 0,0 0 0,0-1 0,-2 1 0,-10-5 0,1 0 0,0 0 0,0-1 0,0 0 0,-18-14 0,16 11 0,6 4 0,1-1 0,0 1 0,0-1 0,1 0 0,0-1 0,0 0 0,0 0 0,1 0 0,-5-8 0,9 13 0,-1-1 0,1 1 0,0-1 0,0 1 0,0-1 0,1 1 0,-1-1 0,0 1 0,1-1 0,0 0 0,-1 1 0,1-1 0,0 0 0,0 1 0,1-1 0,-1 0 0,1 1 0,-1-1 0,1 0 0,0 1 0,0-1 0,0 1 0,0-1 0,0 1 0,1 0 0,-1-1 0,1 1 0,-1 0 0,1 0 0,0 0 0,0 0 0,0 0 0,4-2 0,3-1-114,-1 0 1,1 0-1,0 1 0,1 1 0,-1 0 1,1 0-1,-1 0 0,1 1 0,0 1 1,0 0-1,11 0 0,-1 0-6712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30.1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10 24575,'0'-5'0,"0"1"0,0 4 0,0 4 0,0 4 0,0 3 0,0 0-8191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30.7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24575,'3'3'0,"-1"0"0,0 0 0,0 0 0,-1 1 0,1-1 0,1 6 0,4 6 0,1-1 0,1-1 0,0 0 0,1 0 0,1-1 0,17 16 0,-6-8 0,2-2 0,25 16 0,-35-25 0,27 12 0,-38-19 0,1 0 0,-1-1 0,1 0 0,0 0 0,-1 0 0,1 0 0,0 0 0,0-1 0,-1 0 0,1 0 0,0 0 0,0 0 0,-1 0 0,5-2 0,-6 2 0,-1-1 0,0 0 0,0 0 0,1 1 0,-1-1 0,0 0 0,0 0 0,0 0 0,0 0 0,0-1 0,0 1 0,0 0 0,0 0 0,0-1 0,-1 1 0,1 0 0,0-1 0,-1 1 0,1 0 0,-1-1 0,0 1 0,1-1 0,-1 1 0,0-1 0,0 1 0,0-3 0,0-2 0,0 0 0,-1 0 0,0-1 0,-2-9 0,2 15 0,1 1 0,0 0 0,0 0 0,0 0 0,0-1 0,0 1 0,-1 0 0,1 0 0,0-1 0,0 1 0,0 0 0,0 0 0,0-1 0,0 1 0,0 0 0,0-1 0,0 1 0,0 0 0,0 0 0,0-1 0,0 1 0,0 0 0,0 0 0,0-1 0,0 1 0,0 0 0,0-1 0,1 1 0,-1 0 0,0 0 0,0 0 0,0-1 0,0 1 0,1 0 0,-1 0 0,0 0 0,0-1 0,0 1 0,1 0 0,-1 0 0,0 0 0,0 0 0,1-1 0,-1 1 0,0 0 0,0 0 0,1 0 0,-1 0 0,0 0 0,0 0 0,1 0 0,-1 0 0,0 0 0,0 0 0,1 0 0,-1 0 0,0 0 0,1 0 0,-1 0 0,0 0 0,0 0 0,1 0 0,-1 0 0,0 1 0,0-1 0,1 0 0,-1 0 0,0 0 0,22 13 0,-18-10 0,15 9 0,1-2 0,0 0 0,40 13 0,-45-17 0,2-2 0,-1-1 0,0 0 0,1 0 0,32-1 0,-46-2 0,0 0 0,0 0 0,0-1 0,0 1 0,0-1 0,0 0 0,0 0 0,0 0 0,-1 0 0,1 0 0,0 0 0,0-1 0,-1 1 0,1-1 0,-1 0 0,1 0 0,-1 0 0,0 0 0,0 0 0,0 0 0,0-1 0,0 1 0,0-1 0,-1 0 0,1 1 0,-1-1 0,0 0 0,0 0 0,0 0 0,0 1 0,0-1 0,-1 0 0,1-1 0,-1 1 0,0 0 0,1 0 0,-2 0 0,1-3 0,-1-1 9,0 0 1,0 0-1,-1 0 0,0 1 0,0-1 0,0 0 1,-1 1-1,0 0 0,-1-1 0,1 1 0,-6-6 1,-5-6-408,-1 1 0,-19-16 0,29 28 116,-9-9-6544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4 120 24575,'-1'-1'0,"1"1"0,0-1 0,-1 1 0,1-1 0,0 1 0,0-1 0,-1 1 0,1-1 0,0 1 0,0-1 0,0 1 0,0-1 0,0 0 0,0 1 0,-1-1 0,1 1 0,1-1 0,-1 1 0,0-1 0,0 1 0,0-1 0,0 0 0,0 1 0,0-1 0,1 1 0,-1-1 0,0 1 0,0-1 0,1 1 0,-1-1 0,0 1 0,1-1 0,-1 1 0,1 0 0,-1-1 0,1 0 0,21-16 0,-16 12 0,8-6 0,1-1 0,0 2 0,0 0 0,33-15 0,-43 23 0,-1 1 0,1-1 0,-1 1 0,1 0 0,0 0 0,0 0 0,-1 1 0,1 0 0,0-1 0,0 2 0,0-1 0,0 1 0,-1-1 0,1 1 0,0 1 0,-1-1 0,1 1 0,-1-1 0,1 1 0,-1 1 0,0-1 0,0 1 0,0-1 0,4 4 0,-1 1 0,-1-1 0,0 1 0,0 0 0,0 0 0,7 14 0,18 42 0,-28-56 0,-1 0 0,0 0 0,0 1 0,-1-1 0,0 0 0,0 1 0,-1-1 0,1 1 0,-2-1 0,1 1 0,-1-1 0,-1 1 0,1-1 0,-5 12 0,-1 0 0,0 0 0,-2-1 0,0 0 0,-14 21 0,13-26 0,1-1 0,-2-1 0,1 0 0,-2 0 0,1-1 0,-2 0 0,-21 13 0,16-8 0,18-15 0,0 0 0,0 0 0,0 0 0,0 0 0,0 0 0,-1 1 0,1-1 0,0 0 0,0 0 0,0 0 0,0 0 0,0 1 0,0-1 0,0 0 0,0 0 0,0 0 0,0 0 0,0 1 0,0-1 0,0 0 0,0 0 0,0 0 0,0 1 0,0-1 0,0 0 0,0 0 0,0 0 0,0 0 0,1 0 0,-1 1 0,0-1 0,0 0 0,0 0 0,0 0 0,12 3 0,160-2 0,-79-2 0,-70 0 0,-12 0 0,-1 1 0,18 2 0,-22 0-1365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15 24575,'1'-13'0,"-1"13"0,0-1 0,0 1 0,0 0 0,0 0 0,0 0 0,0 0 0,1 0 0,-1 0 0,0 0 0,0 0 0,0 0 0,0 0 0,0 0 0,0 0 0,0 0 0,0 0 0,0 0 0,0 0 0,0 0 0,1 0 0,-1 0 0,0 0 0,0 0 0,0 0 0,0 0 0,0 0 0,0 0 0,0 0 0,0 0 0,0 0 0,0 0 0,0 0 0,0 0 0,1 0 0,-1 0 0,0 0 0,0 0 0,0 0 0,0 1 0,0-1 0,0 0 0,0 0 0,0 0 0,0 0 0,0 0 0,0 0 0,0 0 0,0 0 0,0 0 0,0 0 0,0 0 0,0 0 0,0 0 0,0 1 0,0-1 0,0 0 0,0 0 0,0 0 0,0 0 0,0 0 0,0 0 0,0 0 0,0 0 0,8 25 0,-6-17 0,20 62 0,46 97 0,30 70 0,-95-230 107,-6-14-1579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418 46 24575,'-30'-5'0,"-15"-2"0,-3 1 0,3 1 0,5-1 0,6 0 0,5 2 0,5 1 0,5 1 0,2 1 0,2 1 0,1 2 0,1 2 0,-1-1 0,3 3 0,0-1 0,2 2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258 65 24575,'-28'-12'0,"5"1"0,-1 1 0,0 2 0,0 0 0,-42-7 0,63 15 0,-1-1 0,1 1 0,-1 0 0,1 0 0,0 1 0,-1-1 0,1 1 0,-1 0 0,1-1 0,0 1 0,-5 3 0,6-3 0,0 0 0,1 0 0,-1 0 0,1 0 0,-1 1 0,1-1 0,0 0 0,0 1 0,-1-1 0,1 1 0,0 0 0,0-1 0,0 1 0,1 0 0,-1-1 0,0 1 0,1 0 0,-1 0 0,1 0 0,-1 0 0,1 3 0,0 3 0,0 1 0,0-1 0,1 0 0,0 0 0,0 0 0,1 0 0,1 0 0,-1 0 0,1 0 0,0-1 0,1 1 0,-1-1 0,2 0 0,-1 0 0,1 0 0,0-1 0,9 10 0,-7-9 0,0-1 0,0 0 0,0 0 0,1 0 0,0-1 0,0 0 0,1-1 0,-1 0 0,1 0 0,0-1 0,0 0 0,0-1 0,0 1 0,0-2 0,11 2 0,-17-3 0,-1 0 0,0 0 0,0 0 0,0 0 0,0-1 0,1 1 0,-1 0 0,0-1 0,0 0 0,0 1 0,0-1 0,0 0 0,0 0 0,0 0 0,0 0 0,-1 0 0,1-1 0,0 1 0,0-1 0,-1 1 0,1-1 0,-1 1 0,0-1 0,2-2 0,-1 0 0,0 0 0,-1 0 0,1 0 0,-1-1 0,0 1 0,0-1 0,0 1 0,-1 0 0,0-1 0,1 1 0,-2-6 0,0-5 0,-1-1 0,-1 1 0,-1 0 0,0 0 0,0 0 0,-10-18 0,34 72 0,-12-27 40,0 0 0,18 18 0,-23-26-175,1 0 0,0-1 0,0 0 0,0 0 0,1 0 0,-1 0 0,1-1 0,-1 1 0,1-1 0,10 3 0,-3-3-6691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26 24575,'0'4'0,"1"0"0,0 0 0,0 0 0,0 0 0,0-1 0,1 1 0,-1 0 0,1-1 0,0 1 0,0-1 0,0 0 0,1 1 0,-1-1 0,5 4 0,2 2 0,0 0 0,1-1 0,12 8 0,-16-11 0,0-2 0,0 1 0,0-1 0,0 0 0,0 0 0,10 2 0,-14-4 0,-1-1 0,1 0 0,0 1 0,0-1 0,-1 0 0,1 0 0,0 0 0,0-1 0,0 1 0,-1 0 0,1-1 0,0 1 0,-1-1 0,1 1 0,0-1 0,-1 0 0,1 0 0,-1 1 0,1-1 0,-1 0 0,1-1 0,-1 1 0,0 0 0,1 0 0,-1-1 0,0 1 0,0 0 0,0-1 0,1-2 0,1-2 0,0-1 0,-1 1 0,0-1 0,0 0 0,-1 1 0,1-1 0,-1 0 0,-1 0 0,0 0 0,0-13 0,0-13 0,0 33 0,0-1 0,0 1 0,0 0 0,0-1 0,0 1 0,0-1 0,0 1 0,1-1 0,-1 1 0,0-1 0,0 1 0,0 0 0,0-1 0,1 1 0,-1-1 0,0 1 0,0 0 0,1-1 0,-1 1 0,0 0 0,1-1 0,-1 1 0,0 0 0,1-1 0,-1 1 0,1 0 0,0-1 0,0 1 0,0 0 0,0 0 0,0 0 0,0 0 0,-1 0 0,1 0 0,0 0 0,0 1 0,0-1 0,0 0 0,0 0 0,0 1 0,1 0 0,5 2 0,-1 1 0,12 9 0,-12-9 0,112 88 0,-75-57 0,-23-18-1365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6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237 10 24575,'-30'-3'0,"-13"0"0,-1 0 0,5 3 0,5 1 0,7 1 0,8 0-8191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28 24575,'5'6'0,"-1"0"0,0 0 0,0 1 0,-1-1 0,0 1 0,0 0 0,-1 0 0,3 9 0,0 0 0,23 56 0,-23-63 0,0 1 0,0 0 0,1-1 0,14 16 0,-20-25 0,0 1 0,1-1 0,-1 0 0,0 1 0,0-1 0,0 0 0,0 0 0,0 0 0,1 1 0,-1-1 0,0 0 0,0 0 0,1 0 0,-1 1 0,0-1 0,0 0 0,1 0 0,-1 0 0,0 0 0,0 0 0,1 0 0,-1 0 0,0 0 0,0 1 0,1-1 0,-1 0 0,0 0 0,1 0 0,-1 0 0,1-1 0,-1-7 0,-7-14 0,7 22 0,-13-33 0,-2 1 0,-37-60 0,21 41 0,31 50 0,0 0 0,-1 0 0,1 0 0,-1 0 0,0 1 0,1-1 0,-1 0 0,0 0 0,1 0 0,-1 1 0,0-1 0,0 0 0,-1 0 0,2 1 0,0 0 0,0 0 0,-1 1 0,1-1 0,0 0 0,0 0 0,0 1 0,0-1 0,-1 0 0,1 1 0,0-1 0,0 0 0,0 0 0,0 1 0,0-1 0,0 0 0,0 1 0,0-1 0,0 0 0,0 1 0,0-1 0,0 0 0,0 1 0,0-1 0,0 0 0,0 1 0,7 30 0,7 1 0,2-1 0,0-1 0,3-1 0,34 44 0,-28-42-1365,-13-18-5461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180 5 24575,'9'-4'0,"-9"6"0,-15 10 0,8-6 0,-7 6 0,1 1 0,1 0 0,0 1 0,1 0 0,0 1 0,1 1 0,1-1 0,0 1 0,2 1 0,0 0 0,-10 34 0,7-11 0,2 1 0,1 0 0,2 0 0,1 49 0,4-59 0,1 1 0,1 0 0,2 0 0,1-1 0,14 50 0,-7-44 0,2 0 0,2-1 0,22 37 0,-24-49 0,2-1 0,1 0 0,1-2 0,0 1 0,24 19 0,37 26 120,-66-58-417,1 1 0,0-2 0,0 1 0,19 6 0,-20-10-6529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1 297 24575,'145'7'0,"-20"1"0,-103-7 0,1 2 0,27 6 0,-92-17 0,34 5 0,0 0 0,1-1 0,0-1 0,-1 1 0,1-1 0,1 0 0,-1-1 0,1 1 0,0-1 0,0-1 0,1 1 0,-1-1 0,2 0 0,-1 0 0,1 0 0,0-1 0,-5-13 0,7 11 0,0 0 0,0 0 0,1 0 0,1 0 0,0 0 0,0-1 0,1 1 0,0 0 0,3-10 0,-3 16 0,1 0 0,-1 0 0,1 0 0,0 0 0,0 1 0,0-1 0,1 1 0,-1 0 0,1-1 0,0 1 0,0 0 0,3-2 0,0 1 0,-1 0 0,1 0 0,0 1 0,0 0 0,0 0 0,12-3 0,1 1 0,0 2 0,0 0 0,0 1 0,24 0 0,-31 2 0,1 1 0,-1-1 0,0 2 0,-1 0 0,21 5 0,-29-6 0,0 0 0,0 0 0,0 1 0,0-1 0,0 1 0,0-1 0,0 1 0,0 0 0,0 0 0,-1 0 0,1 1 0,-1-1 0,1 0 0,-1 1 0,0 0 0,0 0 0,0-1 0,-1 1 0,1 0 0,-1 0 0,1 0 0,-1 1 0,0-1 0,1 6 0,-1-3 0,-1 0 0,0 1 0,0-1 0,0 1 0,-1-1 0,0 1 0,-4 11 0,-1-1 0,-13 25 0,19-41 0,-1 2 0,-1 0 0,1 0 0,0 0 0,0 0 0,0 0 0,0 1 0,0-1 0,1 0 0,0 1 0,0 5 0,0-7 0,0 0 0,1-1 0,-1 1 0,1 0 0,0 0 0,-1 0 0,1-1 0,0 1 0,0 0 0,0-1 0,0 1 0,1-1 0,-1 1 0,0-1 0,1 0 0,-1 1 0,1-1 0,-1 0 0,1 0 0,2 1 0,6 3 0,0 0 0,0-1 0,1 0 0,-1-1 0,14 3 0,57 5 0,-78-11-42,8 1-123,0 1-1,0-2 1,1 0 0,-1 0-1,0-1 1,1 0-1,10-4 1,-12 2-6661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0 24575,'-1'0'0,"1"0"0,0 1 0,-1-1 0,1 0 0,0 0 0,-1 0 0,1 0 0,0 0 0,0 1 0,-1-1 0,1 0 0,0 0 0,-1 1 0,1-1 0,0 0 0,0 0 0,-1 1 0,1-1 0,0 0 0,0 1 0,0-1 0,0 0 0,-1 1 0,1-1 0,0 0 0,0 1 0,0-1 0,0 0 0,0 1 0,0-1 0,0 0 0,0 1 0,0-1 0,0 0 0,0 1 0,0 0 0,2 16 0,-1-15 0,4 16 0,1 0 0,0-1 0,2 0 0,17 29 0,-8-13 0,25 34 0,-41-67-29,-1 1-19,0-1 1,0 0-1,1 1 0,-1-1 1,0 0-1,0 1 0,1-1 0,-1 1 1,0-1-1,0 1 0,0-1 0,0 0 1,0 1-1,1-1 0,-1 1 1,0-1-1,0 1 0,0-1 0,0 1 1,0-1-1,0 0 0,-1 1 1,1-1-1,0 1 0,0-1 0,0 1 1,-1 0-1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678 31 24575,'-2'-3'0,"1"1"0,-1 0 0,0 0 0,0 0 0,0 0 0,0 0 0,0 0 0,-1 0 0,1 1 0,-1-1 0,1 1 0,-1 0 0,1 0 0,-1 0 0,0 0 0,1 0 0,-1 1 0,0-1 0,-5 0 0,-3 1 0,1 0 0,-1 1 0,0 1 0,-10 2 0,-17 1 0,-56-1 0,-118-12 0,65 0 0,95 7-1365,33 1-5461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1354 0 24575,'-338'9'0,"-214"12"0,468-21-112,-94 0 352,1 16-1733,153-12-5333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61 24575,'10'-8'0,"1"1"0,0 0 0,0 1 0,0 1 0,1-1 0,0 2 0,0 0 0,0 0 0,1 1 0,-1 0 0,1 1 0,0 1 0,0 0 0,14 1 0,-22 0 0,-1 0 0,1 1 0,-1-1 0,1 1 0,-1 0 0,1 0 0,6 2 0,-10-2 0,0 0 0,0 0 0,0-1 0,0 1 0,0 0 0,0 0 0,0 0 0,0 0 0,0 0 0,0 0 0,0 1 0,-1-1 0,1 0 0,-1 0 0,1 0 0,-1 1 0,1-1 0,-1 0 0,1 1 0,-1-1 0,0 0 0,0 1 0,0-1 0,0 0 0,0 1 0,0-1 0,0 0 0,0 1 0,-1 1 0,-4 16 0,0-1 0,-1 0 0,-1 0 0,-1-1 0,0 1 0,-1-2 0,-17 25 0,22-36 0,0 0 0,0-1 0,0 1 0,0-1 0,-1 0 0,0 0 0,1-1 0,-9 6 0,-3-1 0,-26 10 0,14-7 0,27-11 0,-1 1 0,1-1 0,0 1 0,0 0 0,-1-1 0,1 1 0,0 0 0,0 0 0,0 0 0,0 0 0,0 0 0,0 0 0,-1 1 0,2-1 0,0-1 0,0 0 0,0 0 0,0 0 0,0 1 0,0-1 0,0 0 0,0 0 0,0 0 0,0 1 0,0-1 0,0 0 0,0 0 0,0 1 0,0-1 0,0 0 0,0 0 0,0 0 0,0 1 0,1-1 0,-1 0 0,0 0 0,0 0 0,0 0 0,0 1 0,0-1 0,0 0 0,1 0 0,-1 0 0,12 4 0,91 6 0,-38-4 0,116-7 0,-151 0-455,0-3 0,38-8 0,-54 9-6371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30 24575,'0'-2'0,"1"1"0,-1-1 0,1 0 0,-1 1 0,1-1 0,0 1 0,0-1 0,0 1 0,0-1 0,0 1 0,0 0 0,0 0 0,0-1 0,0 1 0,1 0 0,-1 0 0,0 0 0,1 0 0,-1 0 0,1 1 0,2-2 0,-2 2 0,0 0 0,0 0 0,-1 0 0,1 0 0,0 0 0,-1 0 0,1 1 0,-1-1 0,1 1 0,0-1 0,-1 1 0,1 0 0,-1-1 0,1 1 0,-1 0 0,0 0 0,1 0 0,-1 0 0,0 0 0,0 1 0,2 1 0,17 22 0,-2 0 0,0 2 0,-2-1 0,18 43 0,-8-17 0,23 44 0,41 117 0,-83-191 0,-1 1 0,-1 0 0,-1-1 0,-1 2 0,-1-1 0,-1 0 0,-1 0 0,-1 1 0,-5 23 0,5-39-85,-1 0 0,0 0-1,-1 0 1,0-1 0,0 1-1,0-1 1,-1 0 0,0 0-1,-1 0 1,0-1 0,0 1-1,0-1 1,-1 0 0,1 0-1,-13 8 1,7-5-6741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229 5 24575,'-17'0'0,"0"0"0,0 2 0,-26 5 0,35-5-105,0-1 0,-1 1 0,1-2 0,-1 1 0,1-1 0,-1 0 0,1-1 0,-1 1 0,1-2 0,-1 1 0,1-1 0,-16-6 0,15 2-6721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309 30 24575,'-36'0'0,"-4"1"0,0-2 0,-50-8 0,0-9-1365,77 16-5461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7:47.6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72 24575,'-13'57'0,"12"-50"0,0 1 0,1-1 0,0 1 0,0-1 0,1 0 0,0 1 0,1-1 0,-1 1 0,1-1 0,1 0 0,-1 0 0,1 0 0,0 0 0,1-1 0,0 1 0,0-1 0,0 0 0,1 0 0,0 0 0,0-1 0,7 6 0,1-2 0,0 0 0,0-1 0,1 0 0,0-2 0,0 1 0,1-2 0,20 6 0,-30-10 0,0 1 0,0-1 0,0 0 0,1-1 0,-1 0 0,0 1 0,0-2 0,7 0 0,-10 1 0,1-1 0,-1 1 0,0-1 0,1 0 0,-1 0 0,0 0 0,0-1 0,0 1 0,0 0 0,0-1 0,0 1 0,0-1 0,0 0 0,0 0 0,-1 0 0,1 0 0,-1 0 0,3-4 0,1-4 0,-1 0 0,0-1 0,0 0 0,-1 1 0,-1-1 0,0 0 0,1-17 0,2 12 0,-1 14 0,4 7 0,51 66 0,-50-63 0,0 1 0,0-2 0,1 1 0,0-1 0,18 9 0,-11-7 0,34 11 0,-47-18 0,0-1 0,0 0 0,1 0 0,-1 0 0,1 0 0,-1-1 0,1 0 0,-1 0 0,1 0 0,-1 0 0,1-1 0,-1 0 0,0 0 0,5-1 0,-7 0 0,0 1 0,0-1 0,0 1 0,0-1 0,-1 0 0,1 0 0,-1 0 0,1 0 0,-1 0 0,0 0 0,0 0 0,0 0 0,0 0 0,0-1 0,0 1 0,-1 0 0,1-5 0,2-5 0,0-24 0,-3 23-54,0 1-1,-1-1 0,-1 1 1,0 0-1,0 0 1,-2 0-1,1 0 0,-1 0 1,-1 0-1,0 1 1,-1 0-1,0 0 0,-1 1 1,0-1-1,0 1 0,-1 1 1,-1-1-1,1 2 1,-2-1-1,1 1 0,-1 0 1,0 1-1,-1 0 1,-19-9-1,13 9-6771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15.4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1414 24575,'0'0'0,"1"0"0,-1 0 0,0 0 0,0 0 0,0 0 0,1 0 0,-1 0 0,0 0 0,0 0 0,0 0 0,1 0 0,-1 0 0,0 0 0,0 0 0,0 0 0,1 0 0,-1 0 0,0 0 0,0 0 0,0 0 0,1 0 0,-1 0 0,0 0 0,0 0 0,0 1 0,0-1 0,1 0 0,-1 0 0,0 0 0,0 0 0,0 0 0,0 1 0,0-1 0,1 0 0,-1 0 0,0 0 0,0 0 0,0 1 0,0-1 0,0 0 0,0 0 0,0 0 0,0 1 0,0-1 0,0 0 0,0 1 0,2-6 0,0 0 0,0 0 0,-1 0 0,1-1 0,-1 1 0,0-7 0,2-7 0,1 3 0,1 1 0,0-1 0,1 1 0,0 0 0,1 0 0,1 1 0,0 0 0,16-19 0,1 0 0,3 1 0,0 2 0,48-40 0,-52 50 0,62-46 0,65-53 0,-27 19 0,18 6 0,-37 24 0,-5 3 0,-22 16 0,30-16 0,85-38 0,-173 95 0,2 0 0,-1 2 0,36-9 0,71-10 0,0 10 0,-90 16 0,8-1 0,-42 2 0,0-1 0,-1 0 0,1 0 0,0 0 0,-1 0 0,1 0 0,-1-1 0,1 0 0,3-2 0,-7 4 0,0 0 0,1 0 0,-1-1 0,0 1 0,1 0 0,-1-1 0,0 1 0,1 0 0,-1-1 0,0 1 0,0 0 0,0-1 0,1 1 0,-1 0 0,0-1 0,0 1 0,0-1 0,0 1 0,0 0 0,0-1 0,0 1 0,0-1 0,0 1 0,0-1 0,0 1 0,0 0 0,0-1 0,0 1 0,0-1 0,0 1 0,0 0 0,0-1 0,-1 1 0,1-1 0,0 1 0,0 0 0,-1-1 0,1 1 0,0 0 0,0-1 0,-1 1 0,1 0 0,0 0 0,-1-1 0,1 1 0,0 0 0,-1 0 0,1 0 0,0-1 0,-1 1 0,0 0 0,-21-12 0,20 12 0,-16-8 0,-132-62 0,119 53 0,-34-25 0,59 35 0,12 6 0,15 8 0,20 7 0,0-1 0,53 9 0,12 4 0,-82-20 0,24 8 0,-44-13 0,-1 1 0,1-1 0,-1 1 0,1 0 0,-1 0 0,0 0 0,1 0 0,-1 1 0,4 4 0,-6-6 0,-1-1 0,0 1 0,1 0 0,-1-1 0,0 1 0,0 0 0,0 0 0,1-1 0,-1 1 0,0 0 0,0-1 0,0 1 0,0 0 0,0 0 0,0-1 0,-1 1 0,1 0 0,0-1 0,0 1 0,0 0 0,-1-1 0,1 1 0,0 0 0,-1-1 0,1 1 0,0 0 0,-1-1 0,1 1 0,-1-1 0,1 1 0,-1-1 0,1 1 0,-1-1 0,1 1 0,-1-1 0,0 0 0,0 1 0,-29 17 0,25-15 0,-34 17 0,23-12 0,0 0 0,1 0 0,0 2 0,1 0 0,0 1 0,-17 17 0,-1 12-1365,21-23-5461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22.2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5 107 24575,'0'0'0,"0"0"0,0 0 0,0 0 0,0 0 0,0 0 0,0 0 0,0 1 0,0-1 0,0 0 0,0 0 0,0 0 0,0 0 0,0 0 0,-1 0 0,1 0 0,0 0 0,0 0 0,0 0 0,0 0 0,0 1 0,0-1 0,0 0 0,0 0 0,0 0 0,0 0 0,0 0 0,0 0 0,0 0 0,-1 0 0,1 0 0,0 0 0,0 0 0,0 0 0,0 0 0,0 0 0,0 0 0,0 0 0,0 0 0,0 0 0,-1 0 0,1 0 0,0 0 0,0 0 0,0 0 0,0 0 0,0 0 0,0 0 0,0 0 0,0 0 0,0 0 0,0 0 0,0-1 0,-1 1 0,1 0 0,0 0 0,0 0 0,0 0 0,0 0 0,0 0 0,0 0 0,0 0 0,0 0 0,0 0 0,0 0 0,0 0 0,0-1 0,0 1 0,0 0 0,1 11 0,7 14 0,-6-18 0,9 23 0,20 40 0,-27-62 0,1 0 0,0-1 0,0 1 0,1-1 0,-1 0 0,2-1 0,-1 1 0,1-1 0,13 10 0,-15-14 0,0 1 0,0-1 0,1 0 0,-1 0 0,1-1 0,-1 1 0,1-1 0,0 0 0,-1-1 0,1 1 0,0-1 0,-1-1 0,1 1 0,0-1 0,-1 0 0,1 0 0,0 0 0,6-3 0,-10 3 0,-1-1 0,1 1 0,0 0 0,-1-1 0,1 1 0,-1-1 0,1 0 0,-1 0 0,1 1 0,-1-1 0,0 0 0,0 0 0,0 0 0,0 0 0,-1 0 0,1-1 0,0 1 0,-1 0 0,0 0 0,1 0 0,-1-1 0,0 1 0,0 0 0,0 0 0,-1-3 0,0-4 0,0 1 0,0 0 0,-1 0 0,0 0 0,-5-12 0,6 17 0,-6-15 0,8 13 0,7 7 0,37 28 0,-26-17 0,35 20 0,-31-22 0,2-1 0,-1 0 0,29 5 0,-42-12 0,0-1 0,1 0 0,-1-1 0,1 0 0,-1-1 0,1 0 0,-1-1 0,1 0 0,17-5 0,-26 5 0,-1 0 0,1 0 0,-1 0 0,1 0 0,-1 0 0,0-1 0,1 1 0,-1-1 0,0 1 0,0-1 0,0 0 0,0 0 0,-1 0 0,1 0 0,1-3 0,0 1 0,-1 0 0,-1 0 0,1 0 0,0 0 0,-1 0 0,0-1 0,0 1 0,0-7 0,0 0 0,-1 1 0,0-1 0,-1 1 0,-1 0 0,1 0 0,-1 0 0,-5-13 0,3 13 12,-1 0 0,0 0 0,0 0 0,-1 1 0,0 0 0,-1 0 0,0 0 0,0 1 0,-12-10 0,12 12-136,0 0 0,0 0 1,-1 1-1,1 0 0,-1 1 0,0 0 1,-1 0-1,1 0 0,-1 1 0,1 1 1,-17-4-1,11 5-6702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22.6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688 1 24575,'-27'5'0,"-17"1"0,-12 3 0,-2 0 0,0-2 0,2-3 0,4 2 0,3-1 0,5 1 0,2 0 0,3 1 0,4 0 0,4 1 0,4-1 0,0 1 0,3-1 0,5-2-8191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23.3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62 24575,'9'-8'0,"-2"0"0,1 0 0,0 1 0,10-6 0,-14 10 0,0 1 0,0 0 0,0 0 0,0 1 0,1-1 0,-1 1 0,0 0 0,1 0 0,-1 0 0,7 0 0,25 0 0,46 5 0,-79-4 0,1 0 0,-1 1 0,0-1 0,1 1 0,-1 0 0,0 0 0,1 0 0,-1 1 0,0-1 0,0 1 0,6 3 0,-8-3 0,1 0 0,0-1 0,-1 1 0,0 0 0,1 0 0,-1 0 0,0 0 0,0 1 0,0-1 0,0 0 0,0 0 0,-1 1 0,1-1 0,-1 0 0,0 1 0,1-1 0,-1 4 0,0 6 0,-1 0 0,0 0 0,0-1 0,-1 1 0,-5 13 0,-21 56 0,11-37 0,13-34 0,2-5 0,-1 1 0,1 0 0,1 0 0,-3 11 0,4-16 0,0 0 0,0-1 0,0 1 0,0 0 0,0 0 0,0-1 0,0 1 0,0 0 0,0 0 0,0 0 0,0-1 0,1 1 0,-1 0 0,0-1 0,1 1 0,-1 0 0,0 0 0,1-1 0,-1 1 0,1-1 0,-1 1 0,1 0 0,-1-1 0,1 1 0,0-1 0,-1 1 0,1-1 0,0 0 0,-1 1 0,1-1 0,0 0 0,0 1 0,-1-1 0,1 0 0,0 0 0,0 0 0,-1 1 0,1-1 0,0 0 0,0 0 0,-1 0 0,1 0 0,0 0 0,0-1 0,1 1 0,53-6 0,28-1 0,-22 8-40,-31 0-402,1-2 1,49-6-1,-64 4-6384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26.4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399 47 24575,'-15'-8'0,"-10"-2"0,-5 1 0,-4 1 0,2 3 0,2 1 0,1 2 0,2 2 0,1 0 0,3 0 0,0 0 0,1 1 0,2-1 0,2 0 0,2 0 0,0 1 0,4-4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26.6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410 98 24575,'-30'-7'0,"-18"-6"0,-5-2 0,-1 0 0,3 2 0,5 2 0,6 3 0,4 3 0,7-1 0,7 2-8191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27.2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24575,'13'32'0,"1"-1"0,2 0 0,25 37 0,4 7 0,-37-61 0,115 217 0,-17 8 0,-104-233-77,2 2 118,-1 0 1,-1 0-1,0 0 1,3 16-1,-5-23-89,0 1 0,0 0-1,0-1 1,0 1 0,0 0 0,-1-1-1,1 1 1,0 0 0,-1-1 0,1 1 0,-1-1-1,1 1 1,-1-1 0,0 1 0,0-1-1,0 1 1,0-1 0,0 0 0,0 1-1,0-1 1,0 0 0,0 0 0,-1 0 0,1 0-1,0 0 1,-1 0 0,1 0 0,-1 0-1,1-1 1,-3 2 0,-7 1-6778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27.4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506 0 24575,'-28'5'0,"-16"5"0,-9-1 0,-2 0 0,2-3 0,4-2 0,4-2 0,6-1 0,3 2 0,6 0 0,6 0 0,4 2 0,3 2 0,4 0-8191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27.9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237 126 24575,'-70'-21'0,"41"10"0,-1 3 0,-42-8 0,70 16 0,1-1 0,-1 1 0,0 0 0,1 0 0,-1 0 0,0 0 0,1 0 0,-1 1 0,1-1 0,-1 0 0,0 1 0,1-1 0,-1 1 0,1 0 0,-1-1 0,1 1 0,-3 2 0,4-3 0,-1 1 0,1 0 0,-1 0 0,1 0 0,-1-1 0,1 1 0,0 0 0,-1 0 0,1 0 0,0 0 0,0 0 0,0 0 0,0 0 0,0 0 0,0 0 0,0 0 0,0 0 0,0 0 0,0 0 0,0-1 0,0 1 0,1 0 0,-1 0 0,0 0 0,1 0 0,-1 0 0,1 0 0,-1-1 0,1 1 0,-1 0 0,2 0 0,2 5 0,0-1 0,1 1 0,0-2 0,-1 1 0,2 0 0,-1-1 0,8 5 0,2 0 0,27 12 0,-24-13 0,1-1 0,0-1 0,0 0 0,25 3 0,-36-8 0,0 0 0,1 0 0,-1-1 0,1 0 0,-1-1 0,1 0 0,-1 0 0,0-1 0,0 0 0,1 0 0,-1-1 0,11-5 0,-17 7 0,0 0 0,0-1 0,0 1 0,0-1 0,-1 1 0,1-1 0,0 0 0,-1 0 0,0 1 0,1-1 0,-1 0 0,0 0 0,0-1 0,0 1 0,0 0 0,0 0 0,0 0 0,-1-1 0,1 1 0,-1 0 0,0-1 0,1 1 0,-1 0 0,0-1 0,0 1 0,-1 0 0,1-1 0,0 1 0,-1 0 0,-1-4 0,0-2 0,-1 0 0,0 0 0,-1 1 0,1-1 0,-1 1 0,-1 0 0,-7-9 0,4 6 0,0 1 0,-1 0 0,0 1 0,-19-14 0,28 21 0,-1 1 0,0-1 0,1 1 0,-1 0 0,0-1 0,1 1 0,-1 0 0,0-1 0,1 1 0,-1 0 0,0 0 0,0 0 0,1 0 0,-1 0 0,0 0 0,-1 0 0,2 0 0,-1 0 0,1 0 0,0 0 0,-1 1 0,1-1 0,0 0 0,0 0 0,-1 1 0,1-1 0,0 0 0,0 0 0,0 1 0,-1-1 0,1 0 0,0 1 0,0-1 0,0 0 0,0 1 0,-1-1 0,1 0 0,0 1 0,0-1 0,0 0 0,0 1 0,0 2 0,0-1 0,0 0 0,1 1 0,-1-1 0,1 0 0,-1 1 0,1-1 0,1 4 0,3 4 0,1-1 0,0 1 0,0-1 0,1-1 0,0 1 0,0-1 0,1-1 0,0 1 0,1-1 0,-1-1 0,1 1 0,1-2 0,18 10 0,-21-13-91,-1 0 0,0-1 0,0 1 0,0-2 0,1 1 0,-1-1 0,1 0 0,-1 0 0,0 0 0,1-1 0,-1 0 0,0-1 0,0 1 0,10-5 0,-4-1-6735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28.2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24575,'45'34'0,"-25"-19"0,30 18 0,-44-29 0,1-1 0,0 0 0,0 0 0,0-1 0,0 1 0,0-2 0,1 1 0,-1-1 0,8 1 0,-8-2 0,-1 0 0,0-1 0,0 1 0,0-1 0,1-1 0,-1 1 0,0-1 0,0 0 0,-1 0 0,1-1 0,0 1 0,-1-1 0,1-1 0,-1 1 0,0-1 0,0 0 0,-1 0 0,1 0 0,-1-1 0,0 1 0,0-1 0,4-6 0,-7 9 0,-1 1 0,1 0 0,0 0 0,0 0 0,0 0 0,0 0 0,0 0 0,0 0 0,0 0 0,0 1 0,0-1 0,0 0 0,1 0 0,-1 1 0,0-1 0,0 1 0,1-1 0,2 1 0,-2-1 0,1 1 0,-1 0 0,1 0 0,0 0 0,-1 1 0,1-1 0,0 1 0,-1-1 0,4 2 0,5 3 0,0 0 0,-1 1 0,16 11 0,-20-13 0,-5-3-28,9 5-163,0 0 0,-1 1 0,0 0 0,0 1 0,-1 0 0,9 10 0,-11-8-6635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28.6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455 78 24575,'-28'-10'0,"-14"-6"0,-4 0 0,-1 2 0,4 4 0,6 4 0,5 2 0,4 3 0,6 3 0,1 2 0,1 0 0,2 1 0,1 1 0,2 2 0,0-2 0,3 2 0,1-1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28.9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24575,'28'18'0,"11"10"0,4 6 0,-2 0 0,-6-2 0,-4 0 0,-5-4 0,-6-1 0,-5-3 0,-4-3 0,-2-2 0,-3-3 0,-1 0 0,-3-2 0,-3-2 0,-5-4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30.8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121 462 24575,'22'-2'0,"53"-8"0,-75 10 0,0 0 0,0 0 0,0 0 0,0 0 0,0 0 0,0 1 0,0-1 0,0 0 0,1 0 0,-1 0 0,0 0 0,0 0 0,0 0 0,0 0 0,0 0 0,0 0 0,0-1 0,0 1 0,0 0 0,1 0 0,-1 0 0,0 0 0,0 0 0,0 0 0,0 0 0,0 0 0,0 0 0,0 0 0,0 0 0,0 0 0,0 0 0,0 0 0,0 0 0,0 0 0,1 0 0,-1-1 0,0 1 0,0 0 0,0 0 0,0 0 0,0 0 0,0 0 0,0 0 0,0 0 0,0 0 0,0 0 0,0-1 0,0 1 0,0 0 0,0 0 0,0 0 0,0 0 0,0 0 0,0 0 0,0 0 0,0 0 0,0 0 0,0 0 0,-1-1 0,-6-3 0,-18-5 0,19 7 0,-4-1 0,-1-1 0,1-1 0,0 0 0,0 0 0,0-1 0,1 0 0,0-1 0,0 0 0,1 0 0,0-1 0,0 0 0,0 0 0,1-1 0,1 0 0,-1 0 0,2-1 0,-1 0 0,1 0 0,1 0 0,-1 0 0,2-1 0,0 0 0,0 0 0,1 0 0,-2-14 0,3 11 0,1 0 0,0 0 0,1 1 0,5-27 0,-5 34 0,0 1 0,1 0 0,0 0 0,0 1 0,0-1 0,0 0 0,1 1 0,0-1 0,0 1 0,0 0 0,0 0 0,1 0 0,0 0 0,0 1 0,0-1 0,5-3 0,1 2 0,0 0 0,1 0 0,-1 1 0,1 1 0,0 0 0,0 0 0,0 1 0,0 0 0,0 1 0,0 0 0,13 1 0,-6 1 0,1 1 0,-1 0 0,0 1 0,1 1 0,33 13 0,-46-15 0,0 1 0,0 0 0,0 0 0,-1 0 0,1 1 0,-1 0 0,0 0 0,0 0 0,0 1 0,-1 0 0,7 9 0,-9-11 0,0 0 0,0 0 0,-1 0 0,1 0 0,-1 1 0,0-1 0,0 0 0,0 1 0,0-1 0,-1 1 0,0-1 0,1 1 0,-1-1 0,0 1 0,0-1 0,-1 1 0,1-1 0,-1 1 0,0-1 0,0 0 0,0 1 0,0-1 0,-3 4 0,-1 2 0,-1 0 0,-1 0 0,1-1 0,-2 0 0,1 0 0,-1-1 0,0 0 0,-12 8 0,-13 12 0,31-26 0,1 1 0,-1-1 0,1 1 0,-1 0 0,1-1 0,0 1 0,-1 0 0,1 0 0,0 0 0,0 0 0,1 0 0,-1 0 0,0 0 0,0 3 0,1-4 0,0 0 0,0 1 0,0-1 0,0 0 0,0 0 0,1 1 0,-1-1 0,0 0 0,1 0 0,-1 0 0,1 0 0,0 1 0,-1-1 0,1 0 0,0 0 0,-1 0 0,1 0 0,0 0 0,0 0 0,0-1 0,0 1 0,0 0 0,0 0 0,0-1 0,0 1 0,2 0 0,7 4 0,0 0 0,0-1 0,0-1 0,1 0 0,13 3 0,57 4 0,-76-9 0,103 6 0,-87-7 0,1 0 0,-1-2 0,23-4 0,-39 5-72,-1 0 1,1-1-1,-1 1 0,0-1 0,1 1 0,-1-1 0,0-1 0,0 1 1,0 0-1,0-1 0,-1 0 0,1 0 0,-1 0 0,1 0 0,-1-1 1,0 1-1,-1-1 0,4-5 0,0-4-6754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31.1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 0 24575,'-8'10'0,"0"9"0,5 3 0,4 3 0,5-1 0,4 2 0,3-2 0,4 0 0,2-1 0,0-2 0,-1-3 0,-1-3 0,0-3 0,-1-3 0,-4-5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31.3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480 35 24575,'-32'-7'0,"-17"-3"0,-4 0 0,2 5 0,4 3 0,5 4 0,5 5 0,4 3 0,2 3 0,2 1 0,0 1 0,3-2 0,6-3-8191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32.2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1317 31 24575,'1'0'0,"0"-1"0,0 0 0,1 0 0,-1 0 0,0 1 0,0-1 0,0 0 0,0 0 0,0-1 0,-1 1 0,1 0 0,0 0 0,0 0 0,-1-1 0,1 0 0,0 1 0,-1 1 0,0 0 0,0-1 0,-1 1 0,1 0 0,0-1 0,0 1 0,0 0 0,0-1 0,0 1 0,0 0 0,0 0 0,0-1 0,-1 1 0,1 0 0,0-1 0,0 1 0,0 0 0,0 0 0,-1 0 0,1-1 0,0 1 0,0 0 0,-1-1 0,-13-3 0,-26 3 0,0 1 0,0 1 0,-64 12 0,25-2 0,-501 22 0,509-31 0,-185 15 0,242-15-120,4-1-58,1 0 0,-1 0 1,0 1-1,1 1 0,0 0 0,-13 5 0,11-1-6648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32.7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30 24575,'68'-12'0,"1"3"0,78 0 0,-142 9 0,1 1 0,0-1 0,-1 1 0,1 0 0,0 0 0,-1 0 0,1 1 0,4 2 0,-8-3 0,-1 0 0,0-1 0,1 1 0,-1 0 0,0 0 0,0 0 0,0 0 0,0 0 0,0 0 0,0 0 0,0 1 0,0-1 0,0 0 0,0 0 0,-1 1 0,1-1 0,-1 0 0,1 1 0,-1-1 0,1 1 0,-1-1 0,0 1 0,1-1 0,-1 1 0,0-1 0,0 1 0,0-1 0,0 1 0,-1-1 0,1 1 0,0-1 0,-1 0 0,1 1 0,-2 2 0,1 0 0,-1 0 0,-1 0 0,1 0 0,-1 0 0,1-1 0,-1 1 0,-6 6 0,-25 20 0,32-29 0,-42 32 0,26-21 0,1 1 0,-20 20 0,36-32 0,-1 0 0,1 0 0,0 0 0,0 0 0,0 1 0,0-1 0,1 0 0,-1 1 0,0-1 0,0 0 0,1 1 0,-1-1 0,1 1 0,-1-1 0,1 1 0,0-1 0,0 1 0,-1-1 0,1 1 0,0-1 0,0 1 0,1-1 0,-1 3 0,1-2 0,0-1 0,0 1 0,0 0 0,0-1 0,0 1 0,1-1 0,-1 1 0,0-1 0,1 0 0,-1 0 0,1 0 0,-1 1 0,1-1 0,0-1 0,-1 1 0,1 0 0,0 0 0,3 0 0,11 4 0,1 0 0,0-1 0,1-1 0,25 1 0,72-4 0,-64-1 0,-37 2-170,-1-2-1,1 1 0,0-2 1,0 0-1,0-1 0,-1 0 1,24-9-1,-22 4-6655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33.5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94 63 24575,'-4'-5'0,"-1"-1"0,1 0 0,-1 0 0,-1 1 0,1-1 0,-1 1 0,0 0 0,0 1 0,-13-8 0,18 12 0,0-1 0,1 1 0,-1 0 0,0 0 0,1-1 0,-1 1 0,0 0 0,1 0 0,-1 0 0,0 0 0,1 0 0,-1 0 0,0 0 0,1 0 0,-1 0 0,0 0 0,0 0 0,1 1 0,-1-1 0,1 0 0,-1 0 0,0 1 0,1-1 0,-2 1 0,2 0 0,-1 0 0,0 0 0,0-1 0,1 1 0,-1 0 0,1 1 0,-1-1 0,1 0 0,-1 0 0,1 0 0,-1 0 0,1 0 0,0 2 0,-1 4 0,0 1 0,1 0 0,1 12 0,-1-12 0,1 96 0,4 77 0,-1-144 0,11 44 0,-11-62 0,2 0 0,0 0 0,18 35 0,-18-44 15,1 1 0,0-1 0,1-1 0,0 0 0,1 0 0,0 0 0,17 12 0,-9-9-386,0-1-1,1 0 1,33 13 0,-34-17-6455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33.9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24575,'18'5'0,"1"1"0,-1 1 0,0 0 0,-1 2 0,0 0 0,20 14 0,-24-13 0,-1-1 0,-1 2 0,0 0 0,-1 0 0,0 0 0,0 2 0,-2-1 0,12 20 0,-7-6 0,-1 1 0,-2 0 0,0 0 0,-2 1 0,-1 1 0,-1-1 0,-2 1 0,2 39 0,-6-60-59,0 1 0,-1 0-1,0-1 1,0 1-1,-1-1 1,0 0 0,-1 1-1,0-1 1,0 0 0,0 0-1,-1-1 1,0 1 0,-1-1-1,0 0 1,0 0-1,0 0 1,-1-1 0,0 0-1,0 0 1,-1 0 0,1-1-1,-15 9 1,2-2-6767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34.5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555 2 24575,'-126'-2'0,"-135"4"0,201 5 0,45-4 0,0-1 0,-1 0 0,-25-1 0,30-4-1365,2 0-5461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34.8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354 39 24575,'-30'-8'0,"-13"-2"0,-1 0 0,2 3 0,5 4 0,7 3 0,6 4 0,4 3 0,3 2 0,2 0 0,2 0 0,-1 0 0,0-1 0,3 1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35.3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24575,'208'187'0,"-63"-54"0,-109-101 0,3-2 0,69 42 0,-108-72 0,15 10 0,-13-5 0,-9-1 0,-95 3 0,69-1-170,1 2-1,0 1 0,1 2 1,0 1-1,1 1 0,0 2 1,-34 22-1,51-29-6655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40.7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0 519 24575,'226'-15'0,"-213"16"0,0 0 0,1 1 0,-1 1 0,17 5 0,-15-4 0,-1 0 0,1-1 0,16 1 0,38-4 0,-110-12 0,11 5 0,1-2 0,0-1 0,0-1 0,-30-18 0,53 26 0,0 0 0,0-1 0,0 0 0,1 0 0,-1-1 0,1 0 0,1 1 0,-1-2 0,0 1 0,1 0 0,-7-13 0,8 10 0,-1 0 0,1 0 0,1 0 0,-1 0 0,1 0 0,1-1 0,0 1 0,0-1 0,1-10 0,-1-3 0,2 0 0,6-35 0,-5 48 0,0-1 0,1 0 0,1 1 0,-1 0 0,1 0 0,1 0 0,0 0 0,7-9 0,-4 7 0,0 0 0,2 0 0,-1 1 0,20-17 0,-23 23 0,0 0 0,0 1 0,0-1 0,0 1 0,1 0 0,-1 1 0,1 0 0,0 0 0,-1 0 0,1 1 0,11-1 0,-7 1 0,-1 1 0,0 0 0,1 0 0,-1 2 0,1-1 0,-1 1 0,0 1 0,0 0 0,0 0 0,0 1 0,15 8 0,-11-5 0,0 1 0,-1 1 0,0 0 0,22 22 0,-28-24 0,0 1 0,0 0 0,-1 0 0,0 1 0,-1-1 0,0 1 0,0 0 0,5 16 0,-6-13 0,-1-1 0,0 1 0,0 0 0,-2 0 0,1 0 0,-2 0 0,0 19 0,-1-24 0,0 0 0,0 0 0,-1 1 0,0-1 0,-1 0 0,1 0 0,-1-1 0,-1 1 0,1-1 0,-1 1 0,0-1 0,0 0 0,-9 9 0,-4 0 0,-8 10 0,25-25 0,-1 1 0,1-1 0,0 1 0,-1 0 0,1-1 0,0 1 0,0-1 0,0 1 0,0-1 0,0 1 0,-1 0 0,1-1 0,0 1 0,0-1 0,0 1 0,0 0 0,1-1 0,-1 1 0,0-1 0,0 1 0,0 0 0,0-1 0,1 1 0,-1-1 0,0 1 0,0-1 0,1 1 0,-1-1 0,1 1 0,-1-1 0,0 1 0,1-1 0,-1 0 0,1 1 0,-1-1 0,1 1 0,-1-1 0,1 0 0,-1 0 0,1 1 0,-1-1 0,1 0 0,0 0 0,3 2 0,-1 0 0,1-1 0,0 0 0,0 0 0,4 1 0,32 2 0,-1-3 0,42-2 0,-13-1 0,8 2-1365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41.1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303 48 24575,'0'0'0,"0"-1"0,0 0 0,-1 1 0,1-1 0,0 0 0,-1 1 0,1-1 0,-1 1 0,1-1 0,-1 1 0,1-1 0,-1 1 0,1-1 0,-1 1 0,1-1 0,-1 1 0,1 0 0,-1-1 0,0 1 0,1 0 0,-1 0 0,0-1 0,1 1 0,-1 0 0,0 0 0,1 0 0,-2 0 0,-23-3 0,23 3 0,-71 0-49,43 1 121,-34-2 1,56 0-236,0 0 1,0-1 0,-1 0 0,1 0-1,0 0 1,1-1 0,-1 0-1,-12-8 1,11 5-6664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41.4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248 35 24575,'-17'-8'0,"-9"-2"0,-2 0 0,1 5 0,2 3 0,2 4 0,0 2 0,1 3 0,1 0 0,1 2 0,4-2-8191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46.6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92 24575,'3'-6'0,"2"-4"0,0-1 0,1 1 0,11-14 0,-15 22 0,0-1 0,0 1 0,1-1 0,0 1 0,-1 0 0,1 0 0,0 0 0,0 0 0,0 1 0,0-1 0,1 1 0,-1 0 0,0 0 0,0 0 0,1 0 0,4 0 0,8 0 0,1 0 0,0 1 0,0 1 0,-1 1 0,1 0 0,20 7 0,-13-2 0,-1 1 0,0 1 0,35 19 0,-56-27 0,-1-1 0,1 1 0,-1 0 0,0 0 0,1 0 0,-1 0 0,1 0 0,-1 0 0,0 0 0,0 1 0,0-1 0,0 0 0,0 1 0,0-1 0,0 0 0,0 1 0,0-1 0,-1 1 0,1 0 0,-1-1 0,1 1 0,-1-1 0,0 1 0,1 3 0,-2-3 0,1 1 0,-1-1 0,0 1 0,1-1 0,-1 1 0,-1-1 0,1 0 0,0 0 0,0 0 0,-1 1 0,0-1 0,1 0 0,-1-1 0,0 1 0,-3 3 0,-46 35 0,30-25 0,-37 35 0,53-45 0,1 0 0,-1 1 0,1-1 0,0 1 0,0 0 0,1 0 0,0 0 0,0 1 0,0-1 0,1 1 0,-3 13 0,4-19 0,1 0 0,0 1 0,0-1 0,0 1 0,0-1 0,0 1 0,0-1 0,1 1 0,-1-1 0,0 0 0,1 1 0,-1-1 0,1 1 0,-1-1 0,1 0 0,0 0 0,0 1 0,-1-1 0,1 0 0,0 0 0,0 0 0,0 0 0,0 0 0,0 0 0,1 0 0,-1 0 0,0 0 0,0-1 0,1 1 0,-1 0 0,0-1 0,1 1 0,-1-1 0,3 1 0,4 1 0,0 0 0,1-1 0,-1 0 0,14 0 0,-20-1 0,265-3-1365,-252 3-5461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47.2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617 25 24575,'17'-4'0,"-9"3"0,0-1 0,1 0 0,-1-1 0,0 0 0,8-5 0,-16 8 0,0 0 0,0 0 0,0 1 0,0-1 0,0 0 0,0 0 0,0 0 0,0 0 0,0 0 0,-1 0 0,1 0 0,0 0 0,0 0 0,0 0 0,0 0 0,0 0 0,0 0 0,0 0 0,0 0 0,0 0 0,0 0 0,0 0 0,0-1 0,0 1 0,0 0 0,0 0 0,0 0 0,0 0 0,0 0 0,0 0 0,0 0 0,-1 0 0,1 0 0,0 0 0,0 0 0,0 0 0,0 0 0,0 0 0,0 0 0,0 0 0,0 0 0,0 0 0,0 0 0,0 0 0,0 0 0,0 0 0,0-1 0,0 1 0,0 0 0,0 0 0,0 0 0,0 0 0,0 0 0,0 0 0,0 0 0,0 0 0,-10 0 0,-13 3 0,-69 4 0,-108-6 0,104-2 0,-153 1-1365,231 0-5461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47.8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24575,'0'20'0,"3"60"0,-2-70 0,1 0 0,0 0 0,1 0 0,0 0 0,8 18 0,17 24 0,-16-33 0,-2 0 0,15 38 0,-20-39-99,-4-11-82,1 0 0,1 0 0,-1-1 1,1 1-1,0 0 0,8 11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48.3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608 48 24575,'0'-2'0,"0"0"0,0 0 0,0 0 0,0 1 0,0-1 0,0 0 0,-1 0 0,1 1 0,-1-1 0,0 0 0,1 0 0,-1 1 0,0-1 0,0 1 0,0-1 0,0 1 0,0-1 0,0 1 0,0-1 0,-1 1 0,-1-1 0,1 0 0,-1 1 0,0-1 0,0 1 0,0 0 0,0 0 0,0 0 0,-1 1 0,1-1 0,0 1 0,0 0 0,-5 0 0,-416 2 0,399-2-103,18-1-12,-1 0 1,0 1-1,1 0 0,-1 1 0,1 0 1,-1 0-1,0 0 0,1 1 0,0 0 1,-9 4-1,6 0-6711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50.4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20 24575,'-12'-16'0,"9"12"0,10 12 0,19 24 0,39 60 0,-52-72 0,-2 2 0,-1-1 0,0 1 0,8 34 0,3 15 0,20 82 0,-36-126 0,0 1 0,-2-1 0,0 46 0,-4-124-1365,1 37-5461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50.6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458 16 24575,'-32'0'0,"-17"0"0,-4 0 0,2 0 0,4 0 0,5-3 0,8 0 0,4 0 0,5 0 0,4 1 0,3 1 0,2 1 0,1-1 0,1 4 0,3 0-8191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51.5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338 132 24575,'-121'-74'0,"99"62"0,-1 1 0,0 1 0,-38-10 0,57 19 0,-1 0 0,1 0 0,0 0 0,-1 1 0,1 0 0,0-1 0,-1 2 0,1-1 0,-1 0 0,-4 2 0,7-1 0,0 0 0,0-1 0,0 1 0,0 0 0,0 1 0,0-1 0,1 0 0,-1 0 0,1 1 0,-1-1 0,1 1 0,-1-1 0,1 1 0,0 0 0,-1 0 0,1-1 0,0 1 0,0 0 0,1 0 0,-1 0 0,0 0 0,0 3 0,0-1 0,1 1 0,-1-1 0,1 0 0,0 1 0,0-1 0,1 0 0,-1 0 0,1 0 0,0 1 0,0-1 0,0 0 0,1 0 0,0 0 0,-1 0 0,1-1 0,1 1 0,-1 0 0,0-1 0,1 1 0,4 3 0,3 4 0,1 0 0,-1-1 0,2-1 0,19 13 0,-16-13 0,1 0 0,0-2 0,0 0 0,0-1 0,1 0 0,-1-1 0,2-1 0,-1-1 0,0 0 0,0-2 0,1 0 0,32-2 0,-48 1 0,1 0 0,0 0 0,-1-1 0,1 1 0,-1-1 0,1 0 0,-1 0 0,1 1 0,-1-2 0,1 1 0,-1 0 0,0 0 0,1-1 0,-1 1 0,0-1 0,0 0 0,0 0 0,-1 0 0,1 0 0,0 0 0,-1 0 0,1 0 0,-1 0 0,0-1 0,1 1 0,-1 0 0,0-1 0,0 1 0,-1-1 0,1 1 0,-1-1 0,1 0 0,-1 1 0,0-6 0,0 1 0,0 0 0,-1 0 0,0 1 0,0-1 0,-1 0 0,0 0 0,0 1 0,-1-1 0,1 1 0,-2 0 0,1 0 0,-6-8 0,4 7 0,3 4 0,0-1 0,-1 1 0,0-1 0,0 1 0,0 0 0,-7-5 0,10 8 0,0 0 0,0-1 0,0 1 0,0 0 0,-1 0 0,1 0 0,0 0 0,0-1 0,0 1 0,-1 0 0,1 0 0,0 0 0,0 0 0,-1 0 0,1 0 0,0 0 0,0 0 0,-1 0 0,1 0 0,0 0 0,0 0 0,-1 0 0,1 0 0,0 0 0,0 0 0,-1 0 0,1 0 0,0 0 0,0 0 0,0 0 0,-1 0 0,2 8 0,8 9 0,0-5 0,0-1 0,1 0 0,0-1 0,0 0 0,2 0 0,-1-1 0,1-1 0,0 0 0,1-1 0,23 11 0,-27-14 0,0 0 0,1 0 0,0-1 0,0 0 0,0-1 0,0 0 0,0-1 0,0 0 0,0 0 0,13-1 0,-21-1 0,-1 1 0,0 0 0,1 0 0,-1 0 0,0-1 0,1 1 0,-1-1 0,0 1 0,1-1 0,-1 0 0,0 1 0,0-1 0,0 0 0,1 0 0,-1 0 0,0 0 0,0 0 0,0 0 0,-1 0 0,2-1 0,-1 0 0,0 0 0,0 0 0,-1 0 0,1 0 0,-1 0 0,1-1 0,-1 1 0,0 0 0,0 0 0,1 0 0,-2 0 0,1-3 0,-1-2 0,-1 0 0,1 0 0,-1 1 0,-1-1 0,1 0 0,-8-11 0,-33-51 0,41 61 0,7 9 0,15 10 0,-17-9 0,206 111 0,-206-112 0,0 0 0,0 1 0,0-1 0,0-1 0,0 1 0,0 0 0,0-1 0,0 1 0,0-1 0,0 0 0,4-1 0,-6 1 0,0 0 0,1 0 0,-1-1 0,0 1 0,0-1 0,0 1 0,0-1 0,0 0 0,1 1 0,-1-1 0,0 0 0,0 0 0,-1 0 0,1 0 0,0 0 0,0 0 0,0 0 0,-1 0 0,1 0 0,0 0 0,-1 0 0,1 0 0,-1-1 0,1 1 0,-1 0 0,0 0 0,0 0 0,1-3 0,0-6 0,0 1 0,-2-17 0,1-3 0,0 29 0,0-1 0,0 1 0,0-1 0,0 1 0,0-1 0,0 1 0,0-1 0,0 1 0,0-1 0,0 1 0,1-1 0,-1 1 0,0-1 0,0 1 0,0-1 0,1 1 0,-1 0 0,0-1 0,1 1 0,-1-1 0,0 1 0,1 0 0,-1-1 0,0 1 0,1 0 0,-1 0 0,1-1 0,-1 1 0,2-1 0,-1 1 0,0 0 0,0 0 0,0 1 0,0-1 0,0 0 0,0 0 0,0 0 0,0 1 0,0-1 0,0 0 0,0 1 0,0-1 0,1 2 0,4 1 0,-1 1 0,0-1 0,9 10 0,8 8-21,23 26-1323,-39-39-5482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53.0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 36 24575,'-1'0'0,"-1"1"0,0-1 0,1 1 0,-1 0 0,1-1 0,-1 1 0,1 0 0,-1 0 0,1 0 0,0 0 0,0 1 0,-1-1 0,1 0 0,0 0 0,0 1 0,0-1 0,0 1 0,1-1 0,-1 1 0,0-1 0,1 1 0,-1-1 0,0 1 0,1 0 0,0-1 0,-1 1 0,1 0 0,0 0 0,0-1 0,0 1 0,0 0 0,0-1 0,1 1 0,-1 0 0,0-1 0,2 3 0,1 6 0,0 0 0,1 0 0,1 0 0,8 14 0,-9-17 0,6 9 0,0-1 0,1 1 0,1-2 0,19 20 0,-21-24 0,0-1 0,1-1 0,0 0 0,0 0 0,0-1 0,25 11 0,-31-16 0,0 0 0,1-1 0,-1 1 0,0-1 0,1 0 0,-1-1 0,1 1 0,-1-1 0,1 0 0,0 0 0,-1-1 0,1 0 0,-1 0 0,10-3 0,-11 2 0,0 0 0,0 0 0,0 0 0,0-1 0,0 1 0,0-1 0,-1 0 0,0 0 0,1 0 0,-1-1 0,-1 1 0,1-1 0,0 1 0,-1-1 0,0 0 0,1 0 0,-2 0 0,3-7 0,-1 3 0,-1-1 0,-1 1 0,0-1 0,0 0 0,0 0 0,-1 0 0,0 1 0,-1-1 0,0 0 0,-3-9 0,4 4 0,0 13 0,1 1 0,-1 0 0,0 0 0,0-1 0,0 1 0,0 0 0,0 0 0,0 0 0,1 0 0,-1-1 0,0 1 0,0 0 0,0 0 0,1 0 0,-1 0 0,0-1 0,0 1 0,0 0 0,1 0 0,-1 0 0,0 0 0,0 0 0,1 0 0,-1 0 0,0 0 0,0 0 0,1 0 0,-1 0 0,0 0 0,3 0 0,-1 1 0,1 0 0,-1 0 0,0 0 0,0 0 0,1 0 0,2 3 0,3 1 0,13 7 0,1-1 0,1-1 0,0-1 0,0-1 0,0-1 0,1-1 0,0-1 0,0-1 0,37 1 0,-56-5 0,1 0 0,-1 0 0,1-1 0,-1 0 0,0 0 0,1-1 0,-1 1 0,0-1 0,0 0 0,6-4 0,-9 5 0,-1 0 0,1 0 0,0-1 0,-1 1 0,1 0 0,-1-1 0,0 1 0,1-1 0,-1 0 0,0 1 0,0-1 0,0 0 0,0 0 0,0 1 0,-1-1 0,1 0 0,0 0 0,-1 0 0,1 0 0,-1 0 0,0 0 0,0 0 0,0 0 0,0 0 0,0 0 0,0 0 0,0 0 0,-1 0 0,1 0 0,-2-3 0,0 0 0,0 0 0,0 0 0,-1 0 0,0 0 0,0 1 0,0-1 0,-1 1 0,0-1 0,1 1 0,-1 1 0,-1-1 0,-5-4 0,-7-4 0,-36-18 0,24 16-453,-38-12-1,61 24-4,-15-6-6368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53.4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590 1 24575,'-28'0'0,"-14"0"0,-7 0 0,-1 0 0,1 0 0,2 0 0,2 0 0,6 0 0,3 0 0,3 0 0,2 0 0,2 0 0,2 2 0,2 2 0,2-1 0,2 2 0,6 0-8191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54.0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47 24575,'32'-11'0,"0"2"0,0 1 0,0 1 0,65-4 0,-94 11 0,0 0 0,-1 0 0,1 0 0,-1 0 0,1 0 0,-1 1 0,1-1 0,-1 1 0,1 0 0,-1 0 0,1 0 0,-1 0 0,0 0 0,0 0 0,1 1 0,2 2 0,-3-2 0,-1 0 0,1 0 0,-1 0 0,0 0 0,0 0 0,0 1 0,0-1 0,0 0 0,0 1 0,-1-1 0,1 0 0,-1 1 0,0-1 0,1 1 0,-1-1 0,0 0 0,-1 6 0,0-4 0,1 1 0,-1 0 0,-1 0 0,1-1 0,0 1 0,-1 0 0,0-1 0,-4 6 0,-23 31 0,23-34 0,0 0 0,0 1 0,1 0 0,0 0 0,1 0 0,-5 13 0,8-20 0,1 0 0,-1 1 0,1-1 0,0 0 0,0 1 0,-1-1 0,1 0 0,0 1 0,0-1 0,0 1 0,0-1 0,1 0 0,-1 1 0,0-1 0,1 0 0,-1 1 0,1-1 0,-1 0 0,1 1 0,-1-1 0,2 2 0,0-1 0,0-1 0,0 1 0,-1-1 0,1 1 0,0-1 0,0 0 0,0 1 0,1-1 0,-1 0 0,0-1 0,4 2 0,5 1 0,1-1 0,-1-1 0,0 0 0,14-1 0,6 0-120,10 1-295,0-3 0,51-7 0,-78 6-6411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54.8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48 17 24575,'-1'-2'0,"0"1"0,0 0 0,0-1 0,0 1 0,0 0 0,0 0 0,0-1 0,-1 1 0,1 0 0,0 0 0,-1 0 0,-1 0 0,3 1 0,0 0 0,-1 0 0,1 0 0,0 0 0,0 0 0,-1 0 0,1 0 0,0 0 0,-1 0 0,1 0 0,0 0 0,0 0 0,-1 0 0,1 0 0,0 0 0,-1 0 0,1 0 0,0 0 0,0 1 0,-1-1 0,1 0 0,0 0 0,0 0 0,-1 0 0,1 1 0,-5 12 0,2 28 0,3-28 0,-4 22 0,-1-4 0,2 1 0,1-1 0,1 1 0,5 44 0,28 124 0,-23-161 0,1 0 0,2 0 0,2-2 0,1 0 0,2 0 0,2-1 0,44 63 0,-56-90-80,-1 0 0,2-1-1,-1 0 1,1-1 0,0 1-1,0-2 1,1 1 0,0-1-1,0 0 1,1-1 0,0 0 0,-1-1-1,2 0 1,-1 0 0,0-1-1,21 4 1,-14-5-6746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8:55.4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22 24575,'14'-5'0,"1"1"0,-1 0 0,0 1 0,1 1 0,24-1 0,-32 3 0,-1 0 0,1 1 0,-1 0 0,0 0 0,1 1 0,-1-1 0,0 1 0,0 1 0,0-1 0,-1 1 0,1 0 0,0 0 0,-1 1 0,0-1 0,8 8 0,0 2 0,-1 1 0,0 1 0,-1 0 0,10 18 0,32 69 0,-30-49 0,-2 0 0,-3 2 0,-2 0 0,-2 1 0,-3 0 0,-2 1 0,-2 0 0,-2 61 0,-5-111 0,-1 0 0,1 0 0,-1-1 0,0 1 0,-1 0 0,1-1 0,-1 1 0,-1-1 0,-5 12 0,5-13 0,0-1 0,0 0 0,0 0 0,-1 0 0,0 0 0,1-1 0,-1 0 0,-1 1 0,1-1 0,0-1 0,-1 1 0,1-1 0,-8 4 0,-50 11-1365,45-12-5461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06.2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24575,'0'10'0,"0"6"0,0 3 0,3 0 0,0 0 0,3-1 0,0-1 0,1-4 0,3 0 0,1-2 0,0-3 0,-3-7 0,-2-6 0,-5-4 0,-6-4 0,0-1 0,-1 1-8191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06.4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24575,'0'-3'0,"0"2"0,0 4 0,0 3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06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24575,'15'34'0,"1"-1"0,28 40 0,-37-62 0,0-1 0,1-1 0,0 0 0,1 0 0,0 0 0,0-1 0,1-1 0,0 1 0,0-2 0,20 11 0,-25-15 0,0 0 0,1 0 0,-1-1 0,0 0 0,0 0 0,1 0 0,-1 0 0,7-1 0,-11 0 0,1 0 0,0 0 0,-1 0 0,1-1 0,-1 1 0,1 0 0,-1-1 0,1 1 0,-1-1 0,0 1 0,1-1 0,-1 0 0,0 0 0,1 0 0,-1 0 0,0 0 0,0 0 0,0 0 0,0 0 0,0 0 0,0 0 0,0-1 0,0 1 0,0 0 0,0-1 0,-1 1 0,1 0 0,-1-1 0,1 1 0,-1-1 0,1-2 0,0-4 0,-1-1 0,1 1 0,-2 0 0,1 0 0,-1-1 0,0 1 0,-3-10 0,-3-4 0,-11-27 0,18 48 0,-1 1 0,1 0 0,0-1 0,0 1 0,0 0 0,0-1 0,-1 1 0,1-1 0,0 1 0,0 0 0,0-1 0,0 1 0,0-1 0,0 1 0,0-1 0,0 1 0,0 0 0,0-1 0,0 1 0,0-1 0,0 1 0,0 0 0,1-1 0,7 2 0,15 16 0,-20-15 0,66 54 0,110 79 0,-163-126-1365,-3-3-5461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07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297 594 24575,'-10'-5'0,"-71"-28"0,72 30 0,1 1 0,-1 0 0,0 0 0,0 1 0,0 0 0,0 1 0,-13 0 0,20 0 0,-1 0 0,1 1 0,0-1 0,0 0 0,-1 1 0,1 0 0,0-1 0,0 1 0,0 0 0,0 0 0,0 0 0,0 0 0,0 1 0,0-1 0,0 1 0,0-1 0,1 1 0,-1-1 0,1 1 0,-1 0 0,1 0 0,0 0 0,-1 0 0,1 0 0,0 0 0,0 0 0,0 0 0,1 0 0,-1 0 0,1 0 0,-1 1 0,1-1 0,-1 0 0,1 1 0,0-1 0,0 3 0,1 0 0,0 1 0,-1-1 0,2 1 0,-1-1 0,1 1 0,-1-1 0,1 0 0,1 0 0,-1 0 0,1 0 0,0 0 0,0 0 0,7 7 0,-5-7 0,1 1 0,0-2 0,0 1 0,1-1 0,-1 1 0,1-2 0,0 1 0,-1-1 0,2 0 0,-1 0 0,11 2 0,-15-5 0,1 1 0,0 0 0,-1-1 0,1 0 0,0 1 0,-1-2 0,1 1 0,0 0 0,-1-1 0,1 1 0,0-1 0,-1 0 0,1 0 0,-1-1 0,1 1 0,-1-1 0,0 0 0,0 0 0,1 0 0,-1 0 0,-1 0 0,1-1 0,0 1 0,0-1 0,1-3 0,1-1 0,-1 0 0,0 0 0,0 0 0,-1-1 0,0 0 0,-1 0 0,0 0 0,0 0 0,0 0 0,-1 0 0,0 0 0,-1-14 0,-1 3 0,0-1 0,-2 1 0,0-1 0,-7-22 0,-3 2 0,-1 1 0,-2 1 0,-41-72 0,19 52 0,-69-85 0,101 135 0,-11-13 0,16 20 0,0 0 0,-1 0 0,1 0 0,0 0 0,0 1 0,0-1 0,0 0 0,-1 0 0,1 1 0,0-1 0,-1 1 0,1-1 0,-1 1 0,-1-1 0,3 1 0,0 0 0,-1 0 0,1 1 0,-1-1 0,1 0 0,0 0 0,-1 0 0,1 1 0,0-1 0,-1 0 0,1 0 0,0 1 0,0-1 0,-1 0 0,1 1 0,0-1 0,0 0 0,-1 1 0,1-1 0,0 0 0,0 1 0,0-1 0,0 0 0,-1 1 0,1-1 0,0 1 0,0-1 0,0 0 0,0 1 0,0-1 0,0 1 0,0-1 0,0 0 0,0 1 0,0-1 0,0 1 0,1-1 0,-1 0 0,0 1 0,0-1 0,5 21 0,-4-20 0,35 105 0,65 133 0,-91-219 0,1 0 0,0-1 0,1 0 0,28 31 0,-34-43 0,1 0 0,0-1 0,0 0 0,1 0 0,0-1 0,0 0 0,0 0 0,0-1 0,1 0 0,0 0 0,0-1 0,0 0 0,0-1 0,10 2 0,-2-2 0,0 0 0,-1-2 0,1 0 0,0-1 0,0 0 0,-1-1 0,1-1 0,-1-1 0,0 0 0,0-1 0,0-1 0,-1-1 0,1 0 0,-1-1 0,-1 0 0,0-1 0,0-1 0,22-20 0,-33 27 0,0-1 0,0 1 0,0-1 0,-1 0 0,1 1 0,-1-1 0,0 0 0,0 0 0,-1-1 0,1 1 0,-1 0 0,0-1 0,0 1 0,0 0 0,-1-1 0,0 1 0,1-1 0,-2-6 0,1 8 0,-1 0 0,0 0 0,0-1 0,1 1 0,-2 0 0,1 0 0,0 0 0,-1 1 0,1-1 0,-1 0 0,0 0 0,0 1 0,0-1 0,0 1 0,0 0 0,-1-1 0,1 1 0,-1 0 0,1 0 0,-1 1 0,0-1 0,0 1 0,1-1 0,-1 1 0,-1 0 0,-3-1 0,1 0 0,0 1 0,0-1 0,1 2 0,-1-1 0,0 1 0,0-1 0,-1 2 0,1-1 0,1 1 0,-1 0 0,0 0 0,0 0 0,0 1 0,0 0 0,1 0 0,-1 1 0,1-1 0,0 1 0,0 0 0,0 1 0,0-1 0,0 1 0,0 0 0,1 0 0,0 1 0,0-1 0,0 1 0,1 0 0,-1 0 0,1 0 0,1 0 0,-1 1 0,0-1 0,-1 7 0,2-5 0,1 0 0,-1 0 0,1 0 0,0 0 0,1 1 0,0-1 0,0 0 0,1 1 0,-1-1 0,2 0 0,-1 0 0,1 0 0,0 0 0,5 11 0,-3-9 0,2 0 0,-1 0 0,1 0 0,0-1 0,1 0 0,0 0 0,0-1 0,1 0 0,14 11 0,-3-5 0,-1-1 0,2-1 0,0-1 0,0 0 0,1-1 0,0-2 0,0 0 0,1-1 0,0-1 0,0-1 0,0-1 0,0-2 0,1 0 0,28-2 0,-46 1 0,1-1 0,-1 0 0,0 0 0,0 0 0,0 0 0,0-1 0,5-2 0,-8 3 0,-1 0 0,1 0 0,-1 0 0,0 0 0,1 0 0,-1 0 0,0 0 0,1-1 0,-1 1 0,0 0 0,0-1 0,0 1 0,0-1 0,-1 1 0,1-1 0,0 0 0,-1 1 0,1-1 0,-1 0 0,1 1 0,-1-1 0,0 0 0,0 0 0,0-2 0,0 0-151,0-1-1,-1 0 0,1 0 0,-1 0 1,0 0-1,-1 1 0,1-1 1,-4-6-1,-2-1-6674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08.1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315 73 24575,'-46'-16'0,"4"1"0,-1 2 0,-75-14 0,113 26 0,0 1 0,1 0 0,-1-1 0,0 2 0,0-1 0,1 0 0,-6 2 0,8-2 0,1 1 0,0-1 0,0 1 0,-1-1 0,1 1 0,0 0 0,0 0 0,0-1 0,0 1 0,0 0 0,0 0 0,0 0 0,0 0 0,1 0 0,-1 0 0,0 0 0,0 0 0,1 0 0,-1 0 0,1 1 0,-1-1 0,1 0 0,-1 0 0,1 1 0,0-1 0,0 0 0,-1 1 0,1-1 0,0 2 0,1 6 0,0 0 0,0 0 0,0 0 0,1 0 0,1 0 0,-1-1 0,1 1 0,1-1 0,0 0 0,9 15 0,1-2 0,0-1 0,30 31 0,5-4 0,1-3 0,60 42 0,-95-75 0,-13-10 0,-1 0 0,1 1 0,-1-1 0,1 1 0,-1-1 0,1 1 0,-1-1 0,0 1 0,0 0 0,0 0 0,1 2 0,-2-4 0,0 0 0,1 1 0,-1-1 0,0 0 0,0 1 0,0-1 0,0 0 0,0 1 0,0-1 0,0 0 0,0 1 0,0-1 0,-1 0 0,1 1 0,0-1 0,0 0 0,0 1 0,0-1 0,0 0 0,0 0 0,-1 1 0,1-1 0,0 0 0,0 1 0,-1-1 0,1 0 0,-1 1 0,0-1 0,0 1 0,0-1 0,0 1 0,0-1 0,0 0 0,0 1 0,0-1 0,0 0 0,-1 0 0,1 0 0,-2 0 0,-13-1 0,0 0 0,0-2 0,0 0 0,0 0 0,-26-11 0,-7-1 0,34 11 0,-18-4 0,30 7 0,1 0 0,0 0 0,0 0 0,-1 0 0,1 0 0,0 0 0,0-1 0,1 1 0,-1 0 0,-3-4 0,5 5-45,-1-1-1,1 0 1,0 1-1,-1-1 1,1 0-1,0 0 1,0 1-1,-1-1 1,1 0-1,0 0 1,0 0-1,0 1 1,0-1-1,0 0 1,0 0-1,0 0 1,0 1-1,0-1 1,1 0-1,-1 0 1,0 1-1,0-1 1,1 0-1,-1 0 1,1 1-1,-1-1 0,0 0 1,1 1-1,0-2 1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08.3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24575,'8'28'0,"4"11"0,1 2 0,1-4 0,0-5 0,0-9 0,0-10 0,-1-10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08.4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24575,'20'30'0,"9"12"0,2 5 0,-1-1 0,-1-6 0,-4-7 0,-2-7 0,-3-8 0,-6-6-8191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08.8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65 24575,'-9'-7'0,"0"0"0,0-1 0,0 1 0,-1 1 0,0 0 0,0 1 0,-1-1 0,-15-4 0,25 9 0,0 1 0,0 0 0,0 0 0,-1-1 0,1 1 0,0 0 0,0 0 0,0 0 0,0 0 0,-1 0 0,1 0 0,0 0 0,0 0 0,0 1 0,0-1 0,0 0 0,-1 1 0,0 0 0,1 0 0,1-1 0,-1 1 0,1-1 0,-1 1 0,1 0 0,0-1 0,-1 1 0,1 0 0,0-1 0,-1 1 0,1 0 0,0 0 0,0-1 0,0 1 0,0 0 0,0-1 0,0 1 0,0 0 0,0 0 0,0-1 0,0 2 0,1 3 0,0 0 0,1 0 0,0-1 0,0 1 0,0-1 0,5 9 0,7 7 0,2-2 0,0 0 0,1 0 0,24 19 0,20 19 0,-48-42 0,0 1 0,-1 0 0,0 0 0,16 31 0,-24-39 0,-1 0 0,0 0 0,0 1 0,-1 0 0,0-1 0,0 1 0,-1 0 0,0 0 0,0 0 0,-1 0 0,0 0 0,0 0 0,-1 0 0,-2 10 0,1-11 0,0-1 0,-1 1 0,0-1 0,0 1 0,-1-1 0,0 0 0,0 0 0,0-1 0,-1 1 0,1-1 0,-8 6 0,6-6 0,0 0 0,0 0 0,-1 0 0,1-1 0,-1 0 0,0-1 0,0 1 0,0-1 0,-1-1 0,-8 3 0,14-5 5,-1 1 0,1-1 0,-1 0-1,1 0 1,-1 0 0,1 0 0,-1 0 0,1-1-1,-1 1 1,1-1 0,0 0 0,-1 1 0,1-1-1,0 0 1,-1 0 0,1-1 0,0 1-1,0 0 1,0-1 0,0 1 0,0-1 0,0 0-1,0 1 1,-1-4 0,-2-2-253,0 0 1,0-1-1,1 0 1,0 0-1,-3-12 1,1 4-6579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09.2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24575,'-1'8'0,"2"-1"0,-1 1 0,1-1 0,0 1 0,1-1 0,0 0 0,5 14 0,-6-19 0,0 0 0,0 0 0,0 0 0,1 0 0,-1 0 0,0-1 0,1 1 0,-1 0 0,1-1 0,0 1 0,-1-1 0,1 1 0,0-1 0,0 0 0,0 0 0,0 0 0,0 0 0,0 0 0,0 0 0,0-1 0,0 1 0,1-1 0,-1 0 0,0 1 0,0-1 0,1 0 0,-1 0 0,0 0 0,0 0 0,4-1 0,2-2 0,1 1 0,-1-1 0,0-1 0,0 1 0,0-1 0,8-6 0,-7 5 0,-1 0 0,1 1 0,0 0 0,9-3 0,-14 6 0,-1 0 0,1 0 0,-1 1 0,1 0 0,-1 0 0,1 0 0,-1 0 0,1 0 0,-1 1 0,1-1 0,-1 1 0,1 0 0,-1 0 0,0 0 0,4 3 0,64 36 0,-43-23 0,-3 0 0,-20-13 0,2 1 0,-1-1 0,0-1 0,1 1 0,0-1 0,9 3 0,-15-5-50,0-1-1,-1 0 1,1 0-1,-1 0 0,1 0 1,-1 1-1,1-1 1,0 0-1,-1 0 1,1 0-1,-1 0 0,1-1 1,-1 1-1,1 0 1,0 0-1,-1 0 1,1 0-1,-1 0 0,1-1 1,-1 1-1,1 0 1,-1-1-1,1 1 1,-1 0-1,1-1 1,0 0-1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09.9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1 151 24575,'51'112'0,"92"144"0,-137-246 0,-2-4 0,-1 0 0,1-1 0,0 0 0,0 0 0,7 6 0,-11-11 0,0 0 0,0-1 0,0 1 0,0 0 0,0 0 0,0 0 0,0 0 0,0 0 0,0-1 0,0 1 0,0 0 0,0 0 0,0 0 0,0 0 0,0 0 0,0 0 0,0-1 0,0 1 0,0 0 0,0 0 0,0 0 0,0 0 0,0 0 0,0 0 0,1 0 0,-1 0 0,0 0 0,0-1 0,0 1 0,0 0 0,0 0 0,0 0 0,0 0 0,1 0 0,-1 0 0,0 0 0,0 0 0,0 0 0,0 0 0,0 0 0,0 0 0,1 0 0,-1 0 0,0 0 0,0 0 0,0 0 0,0 0 0,0 0 0,0 0 0,1 0 0,-1 0 0,0 0 0,0 0 0,0 0 0,0 1 0,-4-14 0,-58-106 0,28 56 0,-27-70 0,30 43 0,27 75 0,1 0 0,0 0 0,1 0 0,0-19 0,2 32 0,0 0 0,0 0 0,0 0 0,0 0 0,0 0 0,0 0 0,1 0 0,-1 0 0,1 0 0,0 0 0,-1 0 0,1 1 0,0-1 0,0 0 0,0 0 0,1 1 0,-1-1 0,0 1 0,0-1 0,1 1 0,-1-1 0,1 1 0,0 0 0,-1 0 0,1 0 0,0 0 0,-1 0 0,1 0 0,0 0 0,0 0 0,0 1 0,0-1 0,0 1 0,0-1 0,0 1 0,0 0 0,0 0 0,3 0 0,3 0 0,0 1 0,0 0 0,0 0 0,-1 1 0,1 0 0,0 0 0,-1 1 0,12 6 0,-13-6 0,0 0 0,-1 1 0,1 0 0,-1 0 0,1 0 0,-1 1 0,5 6 0,-9-10 0,0 0 0,0 0 0,0 0 0,-1 0 0,1 1 0,0-1 0,0 0 0,-1 1 0,1-1 0,-1 0 0,1 1 0,-1-1 0,0 1 0,1-1 0,-1 1 0,0-1 0,0 1 0,0-1 0,0 1 0,0-1 0,-1 0 0,1 1 0,0-1 0,-1 1 0,1-1 0,-1 1 0,1-1 0,-1 0 0,0 1 0,1-1 0,-1 0 0,0 0 0,0 0 0,0 1 0,0-1 0,0 0 0,0 0 0,-2 1 0,-1 1 0,-1 0 0,0 0 0,0 0 0,0-1 0,0 0 0,0 0 0,0 0 0,-1-1 0,1 1 0,-7 0 0,1-1 0,0 0 0,0-1 0,0 0 0,-13-2 0,11-1-1365,4 0-5461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0.2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137 189 24575,'0'2'0,"1"0"0,-1 0 0,0 0 0,0 0 0,0 0 0,0 1 0,0-1 0,0 0 0,0 0 0,-1 0 0,1 0 0,-1 1 0,0-1 0,1 0 0,-1 0 0,0 0 0,0 0 0,-2 1 0,2-1 0,0-1 0,-1 0 0,1 0 0,-1 0 0,1 1 0,-1-2 0,1 1 0,-1 0 0,1 0 0,-1 0 0,0-1 0,0 1 0,1-1 0,-1 0 0,0 1 0,0-1 0,0 0 0,1 0 0,-1 0 0,0 0 0,0 0 0,-2-1 0,0 1 0,0-1 0,0 0 0,1 0 0,-1 0 0,0-1 0,0 1 0,1-1 0,-1 0 0,1 0 0,-1 0 0,1 0 0,0-1 0,0 1 0,0-1 0,-5-6 0,5 5 0,0-1 0,0 1 0,0-1 0,1 0 0,-1 0 0,1-1 0,1 1 0,-1 0 0,1-1 0,-2-9 0,2 9 0,1-1 0,0 1 0,0-1 0,0 1 0,0-1 0,1 1 0,0-1 0,1 1 0,0 0 0,0 0 0,0-1 0,0 1 0,1 0 0,0 1 0,0-1 0,1 0 0,0 1 0,0 0 0,0 0 0,5-5 0,-7 9 4,0-1 0,0 1 0,0 0 0,0 0 0,0 0 0,1 0 0,-1 0 0,0 0 0,0 0 0,1 1 0,-1-1 0,0 1 0,1 0 0,-1 0 0,0 0-1,1 0 1,-1 0 0,1 0 0,-1 0 0,0 1 0,4 0 0,2 3-148,0-1 1,0 1-1,0 0 0,10 7 0,-7-5-589,4 3-6093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0.6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177 74 24575,'-27'0'0,"-28"4"0,47-3 0,1 0 0,-1 1 0,1 0 0,-1 0 0,1 1 0,0-1 0,0 2 0,-10 5 0,16-9 0,-1 1 0,1 0 0,0 0 0,0 0 0,0 0 0,0 0 0,-1 0 0,1 0 0,0 0 0,1 0 0,-1 0 0,0 1 0,0-1 0,0 0 0,1 1 0,-1-1 0,1 1 0,-1-1 0,1 0 0,0 1 0,-1 1 0,1-1 0,1 0 0,-1-1 0,0 1 0,1-1 0,-1 1 0,1-1 0,0 1 0,-1-1 0,1 0 0,0 1 0,0-1 0,0 0 0,0 1 0,0-1 0,0 0 0,2 1 0,3 3 0,0-1 0,0 0 0,0-1 0,0 1 0,1-1 0,-1-1 0,13 4 0,-7-3 0,-1-1 0,1 0 0,0-1 0,0-1 0,0 0 0,0 0 0,19-4 0,-26 3 0,-1 0 0,1-1 0,0 1 0,0-1 0,-1 0 0,1-1 0,-1 1 0,0-1 0,5-3 0,-7 4 0,1 0 0,-1 0 0,0-1 0,0 1 0,0-1 0,-1 1 0,1-1 0,-1 1 0,1-1 0,-1 0 0,0 0 0,0 0 0,0 0 0,0 0 0,-1 0 0,1-3 0,-1 2 0,0 1 0,0-1 0,-1 1 0,0-1 0,1 1 0,-1-1 0,0 1 0,-1-1 0,1 1 0,0 0 0,-1 0 0,0-1 0,0 1 0,0 0 0,0 1 0,-1-1 0,1 0 0,-1 1 0,-4-5 0,-1 1 0,1 0 0,-1 1 0,-1-1 0,1 1 0,-1 1 0,-10-4 0,14 5-76,-1 1 1,1 1-1,-1-1 0,1 1 0,-1 0 0,0 0 0,1 1 0,-1 0 1,0 0-1,0 0 0,1 0 0,-1 1 0,0 0 0,1 0 1,-1 1-1,1 0 0,-10 3 0,3 2-6750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1.1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33 24575,'-8'5'0,"0"1"0,0 0 0,1 0 0,0 1 0,0 0 0,-11 14 0,17-18 0,-1-1 0,1 0 0,0 0 0,-1 1 0,1-1 0,0 1 0,0-1 0,1 1 0,-1 0 0,0-1 0,1 1 0,0 0 0,0-1 0,-1 1 0,1 0 0,1-1 0,-1 1 0,0 0 0,1-1 0,-1 1 0,1 0 0,0-1 0,0 1 0,0-1 0,0 1 0,1-1 0,-1 0 0,1 1 0,1 2 0,4 2 0,0 1 0,1-1 0,-1 0 0,1-1 0,1 0 0,-1 0 0,1-1 0,0 0 0,0-1 0,1 0 0,15 5 0,-14-5 0,0-2 0,1 0 0,-1 0 0,1-1 0,-1 0 0,1-1 0,-1 0 0,1-1 0,-1 0 0,13-4 0,-19 4 0,0 0 0,-1-1 0,0 0 0,1 0 0,-1 0 0,0 0 0,0-1 0,0 0 0,0 0 0,-1 0 0,1 0 0,-1 0 0,1-1 0,-1 0 0,0 1 0,-1-1 0,1 0 0,-1-1 0,0 1 0,0 0 0,0-1 0,0 1 0,-1-1 0,0 1 0,0-1 0,0 0 0,0 1 0,-1-1 0,0 0 0,0 0 0,0 0 0,0 1 0,-1-1 0,0 0 0,0 1 0,0-1 0,-1 0 0,-3-7 0,1 3 0,0 1 0,-1 0 0,0 0 0,0 1 0,-1-1 0,1 1 0,-12-9 0,14 13 0,1 1 0,-1 0 0,0-1 0,0 1 0,0 1 0,0-1 0,0 0 0,-1 1 0,1 0 0,-1 0 0,1 0 0,0 0 0,-1 0 0,0 1 0,1-1 0,-1 1 0,1 0 0,-1 0 0,1 0 0,-1 1 0,0-1 0,-4 3 0,5-3 0,1 1 0,0 0 0,-1 1 0,1-1 0,0 0 0,0 1 0,-1-1 0,1 1 0,0 0 0,1-1 0,-1 1 0,0 0 0,0 0 0,1 0 0,-3 4 0,2-2 0,1 0 0,-1 0 0,0 1 0,1-1 0,0 1 0,0-1 0,0 1 0,0 6 0,1-3 0,0 0 0,1 1 0,0-1 0,0 1 0,1-1 0,0 0 0,0 0 0,1 0 0,4 9 0,0-3 0,2-1 0,-1-1 0,1 1 0,19 19 0,-21-25 0,1 0 0,-1-1 0,1 0 0,0 0 0,0-1 0,1 0 0,0 0 0,13 5 0,-20-9-44,1 0 0,-1 0 0,1-1 0,0 1 0,0-1 0,-1 1 0,1-1 0,0 0 0,0 0 0,0 0 0,-1 0 0,1 0 0,0-1 0,0 1 0,-1-1 0,1 0 0,0 0 0,-1 0-1,1 0 1,-1 0 0,1-1 0,-1 1 0,0-1 0,1 1 0,-1-1 0,0 0 0,0 0 0,0 0 0,0 0 0,2-4 0,2-6-6782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1.5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25 24575,'-3'-1'0,"-2"-2"0,0 0 0,-1 0 0,1 0 0,-1 1 0,0-1 0,1 2 0,-1-1 0,-7-1 0,13 3 0,-1 0 0,1 0 0,-1 0 0,1 0 0,-1 0 0,0 0 0,1 0 0,-1 0 0,1 0 0,-1 0 0,1 0 0,-1 0 0,1 0 0,-1 0 0,1 1 0,-1-1 0,1 0 0,-1 0 0,1 1 0,-1-1 0,1 0 0,-1 1 0,1-1 0,0 0 0,-1 1 0,1-1 0,0 1 0,-1-1 0,1 1 0,0-1 0,-1 1 0,1-1 0,0 1 0,0-1 0,0 1 0,-1-1 0,1 1 0,0-1 0,0 1 0,0-1 0,0 1 0,0-1 0,0 1 0,0-1 0,0 1 0,0-1 0,0 1 0,0 0 0,1 0 0,0 4 0,1-1 0,-1 1 0,1-1 0,3 7 0,-4-11 0,14 29 0,3-2 0,0 0 0,1-1 0,46 47 0,-62-71 0,-1 1 0,0-1 0,1 1 0,-1 0 0,0 0 0,0 0 0,-1 0 0,4 6 0,-5-8 0,0 0 0,0 0 0,0 0 0,0 0 0,0 0 0,0 0 0,0 0 0,0 1 0,0-1 0,0 0 0,0 0 0,-1-1 0,1 1 0,0 0 0,-1 0 0,1 0 0,-1 0 0,1 0 0,-1 0 0,1 0 0,-1-1 0,0 1 0,0 0 0,1 0 0,-1-1 0,0 1 0,0 0 0,0-1 0,1 1 0,-1-1 0,0 1 0,0-1 0,0 0 0,-2 1 0,-6 2 22,0 0-1,0 0 1,-1-1-1,-10 1 1,12-2-268,-1 0 1,1 1-1,0 0 1,0 0-1,-12 6 1,10-3-6581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1.9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143 1 24575,'-2'16'0,"1"1"0,1-1 0,1 1 0,0 0 0,1-1 0,1 0 0,0 1 0,1-1 0,1 0 0,1-1 0,0 1 0,1-1 0,0 0 0,12 16 0,-19-30 0,4 4 0,-1 0 0,0 0 0,0 1 0,-1-1 0,0 1 0,2 5 0,-4-9 0,0-1 0,1 0 0,-1 0 0,0 0 0,0 1 0,0-1 0,-1 0 0,1 0 0,0 1 0,0-1 0,-1 0 0,1 0 0,0 0 0,-1 0 0,0 1 0,1-1 0,-1 0 0,1 0 0,-1 0 0,0 0 0,0 0 0,0 0 0,0-1 0,1 1 0,-1 0 0,0 0 0,0-1 0,-1 1 0,1 0 0,0-1 0,0 1 0,0-1 0,0 1 0,0-1 0,-3 1 0,-10 2 0,0-1 0,0 0 0,0-1 0,-1 0 0,-27-3 0,9 1 0,4 0-1365,3 1-5461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5.0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520 27 24575,'-149'-23'0,"118"21"0,1 0 0,-58 5 0,81-2 0,-1 0 0,0 1 0,1-1 0,-1 1 0,1 1 0,0 0 0,0 0 0,0 0 0,-12 8 0,16-9 0,1 0 0,0 0 0,-1 0 0,1 1 0,0-1 0,0 0 0,0 1 0,1-1 0,-1 1 0,0 0 0,1 0 0,0 0 0,0-1 0,0 1 0,0 0 0,0 0 0,0 0 0,1 1 0,-1-1 0,1 0 0,0 0 0,0 0 0,0 0 0,1 0 0,-1 0 0,2 5 0,0-1 0,0-1 0,1 0 0,0 1 0,0-1 0,0 0 0,1-1 0,0 1 0,0-1 0,0 1 0,10 8 0,4 2 0,34 23 0,-37-28 0,29 18 0,2-1 0,60 25 0,-105-52 0,0-1 0,0 0 0,0 0 0,0 1 0,-1-1 0,1 0 0,0 1 0,-1-1 0,1 1 0,0-1 0,0 1 0,-1-1 0,1 1 0,-1-1 0,1 1 0,-1 0 0,1-1 0,-1 1 0,1 0 0,-1 0 0,1 0 0,-1 0 0,-1-1 0,1 1 0,-1-1 0,1 1 0,0-1 0,-1 1 0,1-1 0,-1 0 0,1 1 0,-1-1 0,1 0 0,-1 0 0,0 1 0,1-1 0,-1 0 0,1 0 0,-1 0 0,0 0 0,1 0 0,-1 1 0,0-1 0,-9 1 0,1-1 0,-14 0 0,-152-22 97,116 12-828,-89-4 0,134 14-6095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5.3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24575,'10'35'0,"5"19"0,7 11 0,0 1-1405,3 0 1405,-1-4 0,-2-2 0,-3-4 288,-1-7-288,-1-3 0,-2-8 274,-3-8-274,-1-6 0,-2-7-7348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5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362 31 24575,'-28'-5'0,"-13"-2"0,-6 1 0,1 1 0,5 1 0,5 2 0,6 1 0,5 3 0,5 1 0,3 0 0,5 3 0,1-1 0,3 2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6.1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285 217 24575,'-59'-17'0,"19"5"0,-1 1 0,-45-5 0,83 15 0,-1 1 0,1 0 0,-1 0 0,1 0 0,-1 0 0,1 1 0,-1-1 0,1 1 0,-1 0 0,-4 1 0,7-1 0,0 0 0,0-1 0,0 1 0,0 0 0,0 0 0,0-1 0,1 1 0,-1 0 0,0 0 0,0 0 0,1 0 0,-1 0 0,0 0 0,1 0 0,-1 1 0,1-1 0,-1 0 0,1 0 0,0 0 0,-1 1 0,1-1 0,0 0 0,0 0 0,0 1 0,0-1 0,0 0 0,0 0 0,0 1 0,1-1 0,-1 0 0,1 2 0,0 2 0,1 0 0,0-1 0,0 1 0,0 0 0,1-1 0,0 1 0,0-1 0,0 0 0,0 0 0,0 0 0,1 0 0,0-1 0,0 1 0,0-1 0,6 4 0,2 1 0,0-1 0,1-1 0,0 0 0,20 6 0,-18-8 0,0 0 0,0-2 0,0 0 0,1 0 0,-1-2 0,0 0 0,1 0 0,24-5 0,-38 4 0,0 1 0,1 0 0,-1-1 0,0 0 0,1 1 0,-1-1 0,0 0 0,0 0 0,0 0 0,0-1 0,0 1 0,0 0 0,0-1 0,0 1 0,-1-1 0,1 0 0,-1 1 0,1-1 0,-1 0 0,3-4 0,-4 5 0,1 0 0,0-1 0,-1 1 0,1 0 0,0 0 0,0 0 0,0 0 0,0 1 0,0-1 0,0 0 0,0 0 0,0 0 0,0 1 0,0-1 0,0 1 0,0-1 0,0 1 0,1-1 0,-1 1 0,0-1 0,0 1 0,1 0 0,-1 0 0,0 0 0,1 0 0,-1 0 0,0 0 0,0 0 0,1 0 0,1 1 0,4 1 0,0 0 0,0 1 0,0 0 0,8 5 0,1 0 0,1-1 0,0-1 0,0 0 0,1-1 0,-1-1 0,1-1 0,0 0 0,0-2 0,0 0 0,0 0 0,0-2 0,1 0 0,30-7 0,-46 7 0,-1 1 0,0-1 0,0 0 0,0 1 0,0-1 0,0 0 0,0 0 0,0-1 0,0 1 0,-1 0 0,1 0 0,0-1 0,-1 1 0,1-1 0,-1 0 0,1 1 0,-1-1 0,0 0 0,1 0 0,-1 0 0,1-4 0,-1 3 0,0-1 0,-1 1 0,0-1 0,1 1 0,-1-1 0,-1 1 0,1-1 0,0 1 0,-1-1 0,0 1 0,0-1 0,0 1 0,-2-5 0,-4-8 0,-2 0 0,0 0 0,-1 1 0,-1 0 0,-20-22 0,-3-5 0,14 20 0,14 16 0,1 0 0,0 0 0,0 0 0,1 0 0,0-1 0,-6-10 0,10 10-1365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7.4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89 24575,'-15'-37'0,"11"26"0,0 0 0,-8-13 0,7 19 0,4 12 0,5 17 0,-3-21 0,39 282 0,-34-231 0,-5-51 0,2 28 0,16 59 0,-17-83 0,0 1 0,0-1 0,1 0 0,0 0 0,1 0 0,0-1 0,0 1 0,0-1 0,1 0 0,0 0 0,0 0 0,0-1 0,11 9 0,-12-12-62,0 0 0,-1-1 0,1 1 0,0-1 0,0 0 0,0 0 0,0 0 0,0-1 0,0 1 0,0-1 0,0 0 0,0 0-1,0-1 1,0 1 0,0-1 0,0 0 0,0 0 0,-1 0 0,1-1 0,0 1 0,6-4 0,0-2-6764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7.5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253 12 24575,'-33'-2'0,"-16"-2"0,-1 1 0,2 1 0,7 2 0,10 2-8191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8.1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137 205 24575,'-44'-72'0,"-35"-52"0,79 123 0,-1 1 0,1-1 0,-1 1 0,1-1 0,-1 0 0,1 1 0,-1-1 0,1 1 0,-1-1 0,1 1 0,-1-1 0,0 1 0,1-1 0,-1 1 0,-1-1 0,2 1 0,0 0 0,0 1 0,0-1 0,-1 0 0,1 0 0,0 0 0,0 0 0,0 0 0,-1 0 0,1 1 0,0-1 0,0 0 0,0 0 0,-1 0 0,1 0 0,0 1 0,0-1 0,0 0 0,0 0 0,0 0 0,0 1 0,0-1 0,-1 0 0,1 0 0,0 1 0,0-1 0,0 0 0,0 0 0,0 0 0,0 1 0,0 26 0,0-26 0,5 54-136,19 79 0,23 53-261,-27-114 344,112 361 53,-126-418-311,0 0 0,2-1 0,16 27-1,-12-26-5912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8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325 62 24575,'-30'-10'0,"-15"-4"0,-5 1 0,3 3 0,8 3 0,8 2 0,6 3 0,5 1 0,6 3 0,3 5 0,3 2 0,4 1-8191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8.6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120 239 24575,'1'2'0,"0"1"0,0-1 0,0 1 0,0 0 0,0-1 0,-1 1 0,1 5 0,-1-7 0,0-1 0,0 1 0,0-1 0,0 1 0,0-1 0,0 0 0,0 1 0,0-1 0,0 1 0,-1-1 0,1 1 0,0-1 0,0 1 0,0-1 0,-1 0 0,1 1 0,0-1 0,-1 0 0,1 1 0,0-1 0,-1 1 0,0-1 0,1 0 0,-1 0 0,0 1 0,0-1 0,1 0 0,-1 0 0,0 0 0,0 0 0,1 0 0,-1 0 0,0 0 0,0 0 0,1 0 0,-1-1 0,0 1 0,0 0 0,-1-1 0,-3-2 0,-1 1 0,0-2 0,1 1 0,-1-1 0,1 0 0,0 0 0,0 0 0,1 0 0,-1-1 0,-5-8 0,3 4 0,1 1 0,1-1 0,0 0 0,0-1 0,-6-17 0,9 20 0,0-1 0,1 1 0,1 0 0,-1 0 0,1-1 0,0 1 0,1 0 0,-1-1 0,2 1 0,-1 0 0,1 0 0,3-8 0,-4 11 0,0 1 0,1 0 0,-1-1 0,1 1 0,0 0 0,0 0 0,1 0 0,-1 1 0,1-1 0,-1 0 0,5-3 0,-5 5 0,1 0 0,-1-1 0,0 1 0,1 0 0,-1 0 0,1 1 0,-1-1 0,1 0 0,-1 1 0,1 0 0,0-1 0,-1 1 0,1 0 0,-1 0 0,1 1 0,0-1 0,4 2 0,7 3-1365,0 2-5461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227 212 24575,'-22'-17'0,"-1"2"0,0 0 0,-2 1 0,-34-14 0,54 27 0,1-1 0,0 1 0,-1 0 0,1 0 0,-1 0 0,1 1 0,-1-1 0,-5 1 0,9 0 0,0 1 0,-1-1 0,1 0 0,0 1 0,-1-1 0,1 0 0,0 1 0,0-1 0,0 1 0,-1 0 0,1-1 0,0 1 0,0 0 0,0 0 0,0 0 0,0 0 0,0 0 0,0 0 0,1 0 0,-1 0 0,0 0 0,0 0 0,1 0 0,-1 1 0,1-1 0,-1 0 0,1 0 0,0 1 0,-1-1 0,1 3 0,-1 1 0,1 1 0,0-1 0,1 1 0,-1-1 0,1 1 0,0-1 0,0 1 0,1-1 0,-1 0 0,1 0 0,1 0 0,2 6 0,4 5 0,1-1 0,16 21 0,-16-23 0,1-1 0,0 0 0,1-1 0,0 0 0,17 11 0,-25-19 0,1 1 0,-1-2 0,1 1 0,0-1 0,0 1 0,0-1 0,0-1 0,0 1 0,1-1 0,-1 0 0,0 0 0,1 0 0,-1-1 0,1 0 0,-1 0 0,0 0 0,1-1 0,-1 0 0,9-2 0,-12 2 0,0 1 0,1-1 0,-1-1 0,0 1 0,1 0 0,-1 0 0,0-1 0,0 1 0,0-1 0,0 0 0,0 0 0,-1 0 0,1 0 0,0 0 0,-1 0 0,0 0 0,2-3 0,-2 2 0,0-1 0,0 1 0,0 0 0,0-1 0,-1 1 0,0-1 0,1 1 0,-1-1 0,-1 1 0,1-1 0,-1-3 0,-3-8 0,0 0 0,-1 1 0,0 0 0,-13-22 0,16 31 0,-11-21 0,-2 0 0,-1 0 0,0 2 0,-2 0 0,-1 1 0,-33-32 0,51 54 0,0 0 0,1 1 0,-1-1 0,0 0 0,0 1 0,1-1 0,-1 1 0,0-1 0,0 1 0,0-1 0,0 1 0,0 0 0,1-1 0,-1 1 0,0 0 0,0 0 0,0 0 0,0 0 0,0 0 0,0 0 0,-1 0 0,1 0 0,1 0 0,-1 1 0,0-1 0,1 1 0,-1-1 0,0 1 0,1-1 0,-1 1 0,1 0 0,-1-1 0,1 1 0,0-1 0,-1 1 0,1 0 0,-1 0 0,1-1 0,0 1 0,0 0 0,-1-1 0,1 2 0,-1 5 0,0 1 0,0-1 0,1 1 0,0 8 0,0-12 0,1 16-455,1 0 0,5 29 0,-4-35-6371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19.5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87 24575,'5'0'0,"1"1"0,-1 0 0,1 0 0,-1 0 0,1 0 0,-1 1 0,0 0 0,0 0 0,6 4 0,7 4 0,19 16 0,-3-2 0,-34-24 0,7 4 0,0 1 0,0-2 0,0 1 0,0-1 0,9 3 0,-15-6 0,1 1 0,-1-1 0,0 0 0,0 0 0,0 0 0,1 0 0,-1 0 0,0 0 0,0 0 0,1 0 0,-1 0 0,0 0 0,0-1 0,0 1 0,0 0 0,1-1 0,-1 1 0,0-1 0,0 1 0,0-1 0,0 0 0,0 0 0,0 1 0,0-1 0,0 0 0,0 0 0,-1 0 0,1 0 0,0 0 0,-1 0 0,1 0 0,0 0 0,-1 0 0,1 0 0,-1 0 0,1 0 0,-1-1 0,0 1 0,0 0 0,1 0 0,-1 0 0,0-2 0,1-3 0,-1 0 0,1 0 0,-1 0 0,-1 0 0,1 0 0,-1 0 0,0 0 0,0 0 0,-1 0 0,1 0 0,-1 0 0,-1 1 0,1-1 0,-1 1 0,-4-8 0,39 40 0,-14-13 0,-12-9 0,1 0 0,0 0 0,1-1 0,-1 0 0,1 0 0,0-1 0,0 0 0,15 4 0,-20-7 0,0 1 0,0 0 0,0-1 0,0 0 0,0 0 0,0 0 0,0 0 0,-1 0 0,1 0 0,0-1 0,0 1 0,0-1 0,0 0 0,0 0 0,-1 0 0,1 0 0,0-1 0,-1 1 0,1-1 0,-1 1 0,1-1 0,-1 0 0,0 0 0,0 0 0,0 0 0,0-1 0,0 1 0,1-3 0,1-1 0,-1-1 0,-1 1 0,1-1 0,-1 0 0,0 0 0,-1 0 0,1 0 0,-1-9 0,-1 14 0,1 1 0,-1-1 0,0 0 0,1 0 0,-1 0 0,1 0 0,0 0 0,-1 0 0,1 1 0,0-1 0,0 0 0,0 1 0,1-1 0,-1 1 0,0-1 0,0 1 0,1-1 0,-1 1 0,1 0 0,-1 0 0,1 0 0,2-2 0,-2 3 0,0-1 0,1 0 0,-1 1 0,0-1 0,1 1 0,-1 0 0,1 0 0,-1 0 0,1 0 0,-1 0 0,0 0 0,1 1 0,-1-1 0,0 1 0,1 0 0,-1 0 0,4 1 0,7 5 31,-1 0 0,0 1 0,13 11 0,-14-10-527,1 0-1,24 13 1,-24-16-6330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20.5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43 24575,'-1'0'0,"1"0"0,0 0 0,-1 0 0,1 0 0,0 0 0,-1 1 0,1-1 0,-1 0 0,1 0 0,0 0 0,-1 0 0,1 0 0,0 0 0,0 1 0,-1-1 0,1 0 0,0 0 0,-1 0 0,1 1 0,0-1 0,0 0 0,-1 0 0,1 1 0,0-1 0,0 0 0,0 1 0,-1-1 0,1 0 0,0 1 0,0-1 0,0 0 0,0 1 0,1 15 0,11 15 0,-12-30 0,12 23 0,2 0 0,0 0 0,1-1 0,1-1 0,28 29 0,-35-42 0,1 0 0,12 8 0,-17-14 0,-1 0 0,0 0 0,1-1 0,-1 1 0,1-1 0,-1-1 0,1 1 0,9 1 0,-13-3 0,1 0 0,-1 0 0,1 0 0,-1 0 0,0 0 0,1-1 0,-1 1 0,0-1 0,1 1 0,-1-1 0,0 1 0,1-1 0,-1 0 0,0 0 0,0 1 0,0-1 0,0 0 0,0 0 0,0 0 0,0 0 0,0 0 0,0-1 0,0 1 0,-1 0 0,1 0 0,0 0 0,-1-1 0,1 1 0,-1 0 0,1-3 0,1-3 0,0-1 0,0 1 0,-1 0 0,0-11 0,-1-38 0,-1 41 0,0 1 0,1-1 0,5-27 0,-5 41 0,0 1 0,0-1 0,0 1 0,0-1 0,0 1 0,0-1 0,1 1 0,-1 0 0,0-1 0,0 1 0,1-1 0,-1 1 0,0-1 0,1 1 0,-1 0 0,0-1 0,1 1 0,-1 0 0,1-1 0,-1 1 0,0 0 0,1 0 0,-1-1 0,1 1 0,-1 0 0,2 0 0,-1 0 0,0-1 0,0 1 0,0 0 0,0 1 0,1-1 0,-1 0 0,0 0 0,0 0 0,0 1 0,0-1 0,2 1 0,25 16 0,13 20 0,-28-24 0,18 13 0,-26-23 0,0 0 0,-1 0 0,1 0 0,0 0 0,1-1 0,-1 0 0,0 0 0,7 1 0,-10-3 0,-1 1 0,1-1 0,-1 0 0,1 0 0,-1 0 0,1 0 0,-1 0 0,1 0 0,-1 0 0,1-1 0,-1 1 0,1 0 0,-1-1 0,0 1 0,1-1 0,-1 0 0,1 1 0,-1-1 0,0 0 0,2-1 0,-2 0 0,1 0 0,-1 1 0,1-1 0,-1 0 0,0 0 0,0 0 0,0 0 0,0 0 0,0 0 0,-1-1 0,1 1 0,0-3 0,0-3 0,-1 1 0,1-1 0,-1 0 0,-1 0 0,0 1 0,-3-16 0,2 15-97,-1 0-1,-1 0 1,1 0-1,-1 0 1,0 0-1,-1 1 1,0 0-1,0 0 1,-1 1-1,0-1 1,0 1-1,0 0 0,-9-6 1,4 6-6729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21.0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49 24575,'-1'-2'0,"-3"-4"0,0 0 0,0 0 0,-1 0 0,-5-6 0,9 11 0,1 0 0,-1 0 0,0 1 0,0-1 0,0 0 0,0 0 0,0 1 0,0-1 0,0 1 0,0-1 0,0 1 0,0-1 0,0 1 0,0-1 0,0 1 0,0 0 0,0 0 0,0 0 0,-1 0 0,1 0 0,0 0 0,0 0 0,0 0 0,0 0 0,-1 0 0,1 0 0,0 1 0,0-1 0,0 0 0,0 1 0,0-1 0,0 1 0,0 0 0,-1 0 0,-7 7 0,0 0 0,1 1 0,-12 17 0,14-18 0,-1 1 0,0-1 0,0 0 0,-17 14 0,22-22 0,1 1 0,0 0 0,0 0 0,0 0 0,0 0 0,0 0 0,0 0 0,0 0 0,0 0 0,0 0 0,0 1 0,0-1 0,1 0 0,-1 1 0,1-1 0,-1 0 0,0 3 0,1-2 0,0-1 0,1 0 0,-1 0 0,0 0 0,0 0 0,1 0 0,-1 0 0,1 0 0,-1 0 0,1 0 0,-1 0 0,1 0 0,0 0 0,0-1 0,-1 1 0,1 0 0,0 0 0,0-1 0,0 1 0,0 0 0,-1-1 0,1 1 0,0-1 0,2 1 0,15 8 0,1-1 0,25 7 0,-9-3 0,184 63-1365,-202-69-5461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26.4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278 432 24575,'-36'-4'0,"18"1"0,1 2 0,-1-1 0,1 2 0,-1 0 0,-31 6 0,47-6 0,0 1 0,0-1 0,0 1 0,0 0 0,0 0 0,0 0 0,0 0 0,0 0 0,0 0 0,0 1 0,1-1 0,-1 0 0,0 1 0,1 0 0,-1-1 0,1 1 0,0 0 0,-1 0 0,1 0 0,0-1 0,0 1 0,0 1 0,1-1 0,-1 0 0,0 0 0,1 0 0,-1 0 0,1 0 0,0 1 0,0 1 0,0 0 0,0-1 0,0 0 0,1 1 0,0-1 0,-1 0 0,1 0 0,0 1 0,1-1 0,-1 0 0,1 0 0,-1 0 0,1 0 0,0-1 0,0 1 0,0 0 0,0-1 0,0 0 0,1 1 0,4 2 0,-3-2 0,0-2 0,0 1 0,0 0 0,0-1 0,0 1 0,1-1 0,-1 0 0,0-1 0,1 1 0,-1-1 0,9 0 0,-2-1 0,-1 0 0,1 0 0,18-5 0,-25 5 0,0-1 0,0 1 0,0-1 0,0 0 0,0 0 0,0 0 0,-1 0 0,1-1 0,-1 0 0,1 1 0,-1-1 0,0 0 0,0-1 0,0 1 0,-1-1 0,1 1 0,-1-1 0,0 0 0,0 1 0,0-1 0,0 0 0,-1-1 0,1 1 0,-1 0 0,0 0 0,-1 0 0,1-5 0,0-2 0,-1 0 0,0 0 0,-1 0 0,-1 0 0,1 0 0,-2 0 0,0 0 0,0 1 0,-8-18 0,-3-2 0,-2 1 0,-2 0 0,-28-37 0,-72-71 0,113 132 0,2 2 0,1-1 0,-1 1 0,0 1 0,0-1 0,0 0 0,0 1 0,-1-1 0,1 1 0,-1 0 0,-4-2 0,8 4 0,0 0 0,-1 0 0,1 0 0,0 0 0,-1 0 0,1 0 0,0 0 0,-1 0 0,1 0 0,0 0 0,-1 0 0,1 0 0,0 0 0,-1 0 0,1 0 0,0 0 0,-1 0 0,1 0 0,0 1 0,0-1 0,-1 0 0,1 0 0,0 0 0,-1 1 0,1-1 0,0 0 0,0 0 0,0 1 0,-1-1 0,1 0 0,0 0 0,-1 1 0,0 14 0,6 14 0,6 2 0,1-1 0,1-1 0,2 1 0,1-2 0,29 40 0,-32-49 0,1-2 0,1 0 0,1 0 0,0-2 0,1 0 0,25 17 0,-32-25 0,0-1 0,0 0 0,1 0 0,0-1 0,0-1 0,0 0 0,0-1 0,1 0 0,0 0 0,-1-1 0,1-1 0,0 0 0,20-1 0,-23-1 0,-1-1 0,1 0 0,-1 0 0,0-1 0,0 0 0,0 0 0,-1-1 0,1 0 0,10-7 0,-15 9 0,0 0 0,0 0 0,0 0 0,-1-1 0,1 1 0,0-1 0,-1 0 0,0 0 0,0 0 0,0 0 0,0 0 0,0 0 0,-1 0 0,1-1 0,-1 1 0,0-1 0,0 1 0,0-1 0,0 1 0,-1-1 0,1 0 0,-1 1 0,0-1 0,-1-5 0,1 7 0,-1-1 0,0 0 0,0 1 0,-1-1 0,1 1 0,-1-1 0,1 1 0,-1-1 0,0 1 0,1 0 0,-1 0 0,0 0 0,-1 0 0,1 0 0,0 0 0,-1 1 0,1-1 0,-5-1 0,-6-3 0,1 1 0,-22-7 0,27 10 0,3 1 0,-1 0 0,1 0 0,-1 0 0,1 0 0,-1 1 0,-6 0 0,11 0 0,-1 0 0,0 0 0,0 0 0,0 0 0,0 0 0,0 1 0,1-1 0,-1 0 0,0 0 0,0 1 0,0-1 0,1 1 0,-1-1 0,0 1 0,1-1 0,-1 1 0,0-1 0,1 1 0,-1-1 0,0 1 0,1 0 0,-1-1 0,1 1 0,0 0 0,-1 0 0,1-1 0,-1 1 0,1 0 0,0 0 0,0 0 0,-1 0 0,1-1 0,0 1 0,0 0 0,0 0 0,0 0 0,0 0 0,0 0 0,0-1 0,0 1 0,1 1 0,0 4 0,1 0 0,0 0 0,0-1 0,0 1 0,1-1 0,0 1 0,0-1 0,0 0 0,1 0 0,-1 0 0,1-1 0,0 1 0,8 5 0,6 5 0,1-1 0,22 14 0,-12-10 0,0-2 0,47 20 0,-65-32 0,-1 0 0,1-1 0,0 0 0,0-1 0,0 0 0,0-1 0,0 0 0,0-1 0,0 0 0,0 0 0,17-4 0,-26 4-36,0-1 0,-1 1 0,1-1 1,0 1-1,0-1 0,-1 0 0,1 0 0,-1 1 0,1-1 0,-1 0 0,1-1 0,-1 1 0,1 0 0,-1 0 0,0-1 0,0 1 0,0 0 1,0-1-1,0 1 0,0-1 0,0 0 0,0 1 0,0-1 0,-1 0 0,1 1 0,-1-1 0,1 0 0,-1 0 0,0 1 0,0-1 0,0 0 1,0 0-1,0 0 0,0 1 0,0-1 0,0 0 0,-2-3 0,-1-4-6790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26.8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289 58 24575,'-43'-15'0,"-2"2"0,0 2 0,-62-7 0,104 17 0,1 1 0,-1 0 0,1 0 0,0 0 0,-1 0 0,1 1 0,-1-1 0,1 1 0,0-1 0,-1 1 0,1 0 0,0 0 0,-4 1 0,5-1 0,0 0 0,0 0 0,0 0 0,0 0 0,1 1 0,-1-1 0,0 0 0,0 0 0,1 0 0,-1 1 0,1-1 0,-1 0 0,1 1 0,-1-1 0,1 1 0,0-1 0,0 0 0,-1 1 0,1-1 0,0 1 0,1-1 0,-1 1 0,0 2 0,2 3 0,0 0 0,0 1 0,0-1 0,1 0 0,0 0 0,0 0 0,0-1 0,1 1 0,0-1 0,1 0 0,-1 0 0,1 0 0,8 7 0,9 6 0,0 0 0,29 17 0,-33-23 0,52 37 0,45 31 0,-108-77 0,-5-3 0,0 1 0,1-1 0,-1 0 0,0 1 0,0 0 0,0 0 0,3 3 0,-5-5 0,0 1 0,0-1 0,0 0 0,0 0 0,0 0 0,0 0 0,0 1 0,0-1 0,0 0 0,0 0 0,0 0 0,0 0 0,0 1 0,0-1 0,0 0 0,0 0 0,0 0 0,-1 0 0,1 1 0,0-1 0,0 0 0,0 0 0,0 0 0,0 0 0,0 0 0,-1 0 0,1 0 0,0 1 0,0-1 0,0 0 0,0 0 0,-1 0 0,1 0 0,0 0 0,0 0 0,0 0 0,0 0 0,-1 0 0,1 0 0,0 0 0,0 0 0,0 0 0,0 0 0,-1 0 0,1 0 0,-11 1 0,11-1 0,-30-1 0,1-2 0,-1 0 0,-30-9 0,-6 0 0,56 10 40,0 1 0,-14-6 0,21 6-133,1 1 0,0-1 1,-1 0-1,1-1 0,0 1 0,0 0 0,0-1 0,0 1 1,0-1-1,0 0 0,0 1 0,0-1 0,1 0 1,-1 0-1,-1-3 0,-1-3-6733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27.0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 24575,'-2'10'0,"-2"6"0,1 2 0,3 1 0,2 0 0,2-1 0,1-1 0,3-1 0,-1 0 0,1-4 0,-1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27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24575,'25'15'0,"8"8"0,2 2 0,-6-3-8191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27.7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188 296 24575,'-14'-6'0,"0"-1"0,1 0 0,0-1 0,0 0 0,-22-19 0,23 16 0,0 0 0,-15-19 0,23 25 0,-1-1 0,1 0 0,0 0 0,1 0 0,0 0 0,0-1 0,0 0 0,-1-6 0,3 12 0,1 0 0,0 0 0,0 0 0,-1 0 0,1 0 0,0 0 0,0 0 0,0 0 0,0 0 0,1 0 0,-1 0 0,0 0 0,0 0 0,1 0 0,-1 0 0,0 0 0,1 0 0,-1 0 0,1 0 0,-1 0 0,1 1 0,-1-1 0,1 0 0,0 0 0,-1 1 0,1-1 0,0 0 0,0 1 0,0-1 0,-1 0 0,1 1 0,0-1 0,0 1 0,0 0 0,0-1 0,0 1 0,0 0 0,0 0 0,0-1 0,0 1 0,0 0 0,0 0 0,2 0 0,3 0 0,0 0 0,1 0 0,-1 1 0,1 0 0,9 2 0,58 20 0,-53-16 0,0 0 0,0-1 0,1-1 0,26 2 0,-22-5 0,-1-2 0,37-3 0,-55 2 0,0 0 0,1 0 0,-1-1 0,0 0 0,1 0 0,-1-1 0,0 0 0,-1 0 0,1-1 0,-1 1 0,1-1 0,10-10 0,-16 13 0,1-1 0,0 0 0,0 1 0,-1-1 0,1 0 0,-1 0 0,0 0 0,0-1 0,0 1 0,0 0 0,0 0 0,0 0 0,0-1 0,-1 1 0,1-1 0,-1 1 0,0 0 0,1-1 0,-1 1 0,0-1 0,0 1 0,-1-1 0,1 1 0,-1 0 0,1-1 0,-2-3 0,0 3 0,1 0 0,-1 0 0,0 1 0,0-1 0,0 1 0,0 0 0,0 0 0,-1-1 0,1 1 0,-1 1 0,1-1 0,-1 0 0,1 1 0,-1-1 0,0 1 0,0 0 0,0 0 0,0 0 0,0 0 0,-4-1 0,4 2 0,1 0 0,-1-1 0,1 1 0,-1 0 0,0 0 0,1 0 0,-1 1 0,1-1 0,-1 0 0,1 1 0,-1 0 0,1-1 0,0 1 0,-1 0 0,1 1 0,0-1 0,-1 0 0,1 0 0,0 1 0,0 0 0,0-1 0,0 1 0,1 0 0,-1 0 0,0 0 0,1 0 0,-1 0 0,-1 3 0,1-1 0,1 0 0,-1 0 0,1 0 0,0 0 0,0 0 0,0 0 0,1 0 0,-1 0 0,1 1 0,0-1 0,0 0 0,1 0 0,-1 0 0,1 0 0,0 0 0,0 1 0,2 3 0,2 4 0,1 0 0,0 0 0,1-1 0,1 1 0,0-1 0,15 15 0,-10-12 0,0-2 0,2 1 0,-1-2 0,21 13 0,-29-21 12,-1 0 0,1 0 0,-1 0 0,1-1 0,0 0 0,0 0 0,1 0 0,-1-1 0,8 1 0,-10-2-95,-1 0 1,1 0-1,0-1 1,-1 1-1,0-1 1,1 0-1,-1 0 1,1 0-1,-1 0 1,0-1-1,0 1 1,0-1-1,0 0 1,0 0-1,0 0 1,0 0-1,4-5 1,2-2-6744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28.1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65 341 24575,'-6'3'0,"1"0"0,0 1 0,0 0 0,0 0 0,0 1 0,1-1 0,-1 1 0,1 0 0,0 0 0,-4 9 0,6-11 0,1-1 0,0 1 0,0 0 0,0 0 0,0 0 0,1 0 0,-1 0 0,1 0 0,-1 0 0,1 0 0,0 0 0,1 1 0,-1-1 0,0 0 0,1 0 0,0 0 0,-1 0 0,1 0 0,0 0 0,1-1 0,-1 1 0,0 0 0,4 4 0,1 1 0,0 0 0,0 0 0,1-1 0,0 1 0,0-2 0,1 1 0,0-1 0,0 0 0,0-1 0,1 0 0,-1 0 0,14 4 0,-20-8 0,0 0 0,1-1 0,-1 1 0,0-1 0,0 0 0,0 0 0,0 0 0,0 0 0,1 0 0,-1 0 0,0 0 0,0-1 0,0 1 0,0-1 0,0 0 0,0 1 0,0-1 0,0 0 0,2-1 0,-2 0 0,0 0 0,0 0 0,0 0 0,0 0 0,-1 0 0,1-1 0,-1 1 0,1 0 0,-1-1 0,0 1 0,0-1 0,0 1 0,1-4 0,0-3 0,-1 0 0,0 0 0,0-1 0,-1 1 0,0 0 0,0 0 0,-3-17 0,-5-9 0,-23-62 0,-23-29 0,2 1 0,49 120 0,2 2 0,0 1 0,0-1 0,0 1 0,0-1 0,0 1 0,1-1 0,-1 0 0,1 1 0,-1-1 0,1 0 0,0 0 0,0 1 0,1-4 0,-1 6 0,0 0 0,0-1 0,1 1 0,-1 0 0,0 0 0,0 0 0,0 0 0,1-1 0,-1 1 0,0 0 0,0 0 0,1 0 0,-1 0 0,0 0 0,0 0 0,1-1 0,-1 1 0,0 0 0,0 0 0,1 0 0,-1 0 0,0 0 0,0 0 0,1 0 0,-1 0 0,0 0 0,1 0 0,-1 0 0,0 1 0,0-1 0,1 0 0,-1 0 0,0 0 0,0 0 0,1 0 0,-1 0 0,0 1 0,0-1 0,0 0 0,1 0 0,-1 0 0,0 1 0,12 8 0,-11-8 0,10 13 0,0 0 0,0 0 0,-2 1 0,1 1 0,13 31 0,-2-3 0,83 140 94,-47-85-1553,-49-85-5367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29.0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24575,'28'42'0,"2"0"0,42 44 0,-49-62 0,1-1 0,1-1 0,1-1 0,40 25 0,11-4 0,158 63 0,-192-90-1365,-27-11-5461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29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2409 27 24575,'-2'-3'0,"1"0"0,-1 0 0,1 0 0,-1 1 0,1-1 0,-5-4 0,6 7 0,-1 0 0,1-1 0,0 1 0,-1 0 0,1 0 0,0-1 0,-1 1 0,1 0 0,-1 0 0,1 0 0,-1 0 0,1 0 0,0 0 0,-1-1 0,1 1 0,-1 0 0,1 0 0,-1 0 0,1 1 0,-1-1 0,1 0 0,-1 0 0,1 0 0,0 0 0,-1 0 0,1 0 0,-1 1 0,1-1 0,0 0 0,-1 0 0,1 1 0,0-1 0,-1 0 0,1 1 0,0-1 0,-1 0 0,1 1 0,0-1 0,-1 0 0,1 1 0,0-1 0,0 0 0,0 1 0,0-1 0,-1 1 0,1 0 0,-4 4 0,1 0 0,-1-1 0,-1 1 0,1-1 0,-1 0 0,1 0 0,-1 0 0,0-1 0,-1 1 0,1-1 0,0-1 0,-1 1 0,-9 2 0,-8 3 0,-1-2 0,-27 3 0,25-5 0,-187 35 0,-477 59 0,-164-34-2964,649-52 2319,29 4-322,138-10-2648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1.7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1 216 24575,'3'-1'0,"1"1"0,-1-1 0,1 0 0,-1 0 0,4-1 0,14-4 0,32 2 0,84 3 0,-63 3 0,202 6 7,-118-1-108,193 8-398,-308-10 478,-29-3 59,-1-1 1,23 0 0,-36-1-32,0 0 1,0 0-1,0 0 1,0 0-1,0 0 1,0 0-1,0 0 1,1 0 0,-1 0-1,0 0 1,0 0-1,0 0 1,0 0-1,0 0 1,1 0-1,-1 0 1,0 0 0,0 0-1,0 0 1,0 0-1,0 0 1,0 0-1,0 0 1,1 0-1,-1 0 1,0 0-1,0 0 1,0 0 0,0-1-1,0 1 1,0 0-1,0 0 1,0 0-1,0 0 1,1 0-1,-1 0 1,0 0 0,0-1-1,0 1 1,0 0-1,0 0 1,0 0-1,0 0 1,0 0-1,0 0 1,0-1-1,0 1 1,0 0 0,0 0-1,0 0 1,0 0-1,0 0 1,0 0-1,0-1 1,0 1-1,0 0 1,0 0-1,0 0 1,0 0 0,-1 0-1,-9-9 71,-15-5-118,-7 0 40,13 5 0,0 1 0,-1 1 0,-25-7 0,5 6 0,0-1 0,1-3 0,0-1 0,-67-33 0,100 43 0,-2-2 0,0 1 0,-14-11 0,21 14 0,0 0 0,0 0 0,-1 0 0,1 0 0,0 0 0,0-1 0,0 1 0,0 0 0,1 0 0,-1-1 0,0 1 0,0-1 0,1 1 0,-1 0 0,1-1 0,-1 1 0,1-1 0,0 1 0,-1-1 0,1 0 0,0 1 0,0-1 0,0-2 0,1 3 0,-1 1 0,0-1 0,0 0 0,1 1 0,-1-1 0,0 1 0,1-1 0,-1 1 0,1-1 0,-1 1 0,0-1 0,1 1 0,-1-1 0,1 1 0,0 0 0,-1-1 0,1 1 0,-1 0 0,1-1 0,-1 1 0,1 0 0,0 0 0,-1-1 0,1 1 0,0 0 0,-1 0 0,1 0 0,0 0 0,-1 0 0,1 0 0,-1 0 0,2 0 0,24 6 0,-21-4 0,22 7 0,0 1 0,37 20 0,48 34 0,-61-34 0,-6-4 0,80 62 0,-125-87 0,1-1 0,0 1 0,0-1 0,-1 1 0,1 0 0,0-1 0,-1 1 0,1 0 0,0 0 0,-1-1 0,1 1 0,-1 0 0,0 0 0,1 0 0,-1 0 0,0 0 0,1-1 0,-1 1 0,0 0 0,0 0 0,0 2 0,0-3 0,0 1 0,0 0 0,-1 0 0,1-1 0,-1 1 0,1 0 0,-1-1 0,1 1 0,-1 0 0,1-1 0,-1 1 0,1-1 0,-1 1 0,0-1 0,1 1 0,-1-1 0,0 0 0,0 1 0,-1 0 0,-3 1 0,-1-1 0,0 1 0,0-1 0,0 0 0,-8 1 0,-141-1 58,83-3-1481,54 2-5403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2.5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230 103 24575,'-33'-21'0,"10"5"0,-1 1 0,0 1 0,-47-19 0,69 32 0,0 1 0,-1-1 0,1 0 0,0 1 0,0 0 0,0-1 0,0 1 0,0 0 0,-1 0 0,1 0 0,0 0 0,0 1 0,0-1 0,-4 2 0,4-2 0,1 1 0,0 0 0,0 0 0,0 0 0,0 0 0,0 0 0,0 0 0,0 0 0,0 0 0,0 1 0,1-1 0,-1 0 0,0 0 0,1 1 0,-1-1 0,1 0 0,-1 1 0,1-1 0,0 1 0,0-1 0,-1 1 0,1 1 0,-1 16 0,1 0 0,0 1 0,2-1 0,0 0 0,1 0 0,8 25 0,42 110 0,41 50 0,9 22 0,-99-214 0,56 168 0,-54-158 0,-2 1 0,0-1 0,-1 1 0,-2 0 0,0 0 0,-3 27 0,2-47 8,0-1-1,-1 0 1,1 1-1,-1-1 1,0 0-1,1 0 1,-1 1-1,0-1 1,0 0-1,0 0 1,-1 0-1,1 0 1,-1 0-1,1 0 1,-4 2-1,4-3-78,-1 0 1,1 0-1,-1 0 0,1 0 0,-1 0 1,0-1-1,1 1 0,-1-1 1,0 1-1,0-1 0,1 0 0,-1 1 1,0-1-1,0 0 0,0 0 1,1 0-1,-1-1 0,0 1 0,0 0 1,-3-2-1,-4-1-6755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2.7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534 73 24575,'-30'-5'0,"-17"-2"0,-9-2 0,-2 0 0,1 0 0,6 1 0,3 2 0,6-1 0,6 1 0,5 2 0,6 1 0,3 4 0,7 4 0,5 4 0,4 3 0,6-1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3.0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24575,'3'13'0,"3"6"0,0 3 0,2 0 0,3-2 0,1-1 0,1-4 0,-1-7 0,-3-7 0,-3-7 0,-5-4 0,-5-4 0,-5-1 0,-3-1 0,-2 0 0,2 2-8191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3.3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41 24575,'-7'-13'0,"-3"-1"0,3 4 0,2 6 0,3 9 0,4 6 0,1 4 0,1 2 0,-1-3-8191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3.6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90 24575,'13'4'0,"-12"-3"0,0-1 0,0 1 0,0-1 0,0 1 0,0-1 0,0 1 0,0-1 0,0 0 0,1 0 0,-1 0 0,0 1 0,0-1 0,3-1 0,-1 1 0,0-1 0,-1 0 0,1 0 0,0 0 0,0-1 0,-1 1 0,1 0 0,-1-1 0,1 0 0,3-3 0,23-27 0,-24 26 0,0 0 0,0 0 0,1 1 0,0-1 0,10-6 0,-14 11 0,0 0 0,0 0 0,0 0 0,0 0 0,1 0 0,-1 1 0,0-1 0,1 1 0,-1-1 0,1 1 0,-1 0 0,0 0 0,1 0 0,-1 1 0,1-1 0,-1 0 0,0 1 0,1-1 0,-1 1 0,0 0 0,0 0 0,4 2 0,7 4 0,1 2 0,-1 0 0,14 13 0,-10-9 0,18 12 0,3 2-1365,-29-20-5461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4.2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162 509 24575,'-16'-8'0,"4"1"0,0 1 0,-1 0 0,0 1 0,0 0 0,-1 1 0,1 0 0,-16-1 0,28 5 0,0-1 0,0 1 0,0 0 0,0 0 0,0 0 0,0 0 0,0 0 0,0 0 0,0 1 0,0-1 0,0 0 0,0 0 0,0 1 0,0-1 0,0 1 0,0-1 0,0 1 0,1-1 0,-1 1 0,0-1 0,0 1 0,0 0 0,1-1 0,-2 3 0,1-2 0,1 0 0,-1 1 0,1-1 0,0 1 0,-1-1 0,1 1 0,0-1 0,0 1 0,0-1 0,0 1 0,0-1 0,1 1 0,-1-1 0,0 0 0,1 2 0,2 6 0,0-1 0,1 0 0,0 0 0,8 11 0,-7-10 0,2-1 0,-1 0 0,1 0 0,1-1 0,10 9 0,-14-13 0,1 1 0,-1-1 0,0-1 0,1 1 0,0-1 0,0 0 0,0 0 0,0 0 0,0 0 0,0-1 0,0 0 0,7 1 0,-10-3 0,1 1 0,-1 0 0,1-1 0,-1 1 0,0-1 0,1 0 0,-1 0 0,0 0 0,0 0 0,0 0 0,0 0 0,0-1 0,0 1 0,0-1 0,0 1 0,0-1 0,-1 0 0,1 0 0,-1 0 0,1 0 0,-1 0 0,0 0 0,2-3 0,1-3 0,-1 0 0,1 0 0,-2 0 0,1 0 0,1-12 0,0-5 0,-2 0 0,-1-1 0,-1 1 0,0 0 0,-3 0 0,0 0 0,-1 0 0,-11-36 0,0 15 0,-2 2 0,-2 0 0,-37-63 0,55 105 0,-11-18 0,12 19 0,-1 1 0,1-1 0,0 1 0,-1-1 0,1 0 0,0 1 0,-1-1 0,1 1 0,-1-1 0,1 1 0,-1 0 0,0-1 0,1 1 0,-1-1 0,1 1 0,-1 0 0,0-1 0,1 1 0,-1 0 0,1 0 0,-1 0 0,0-1 0,1 1 0,-3 0 0,3 1 0,0 0 0,-1 0 0,1-1 0,0 1 0,0 0 0,0 0 0,-1 0 0,1 0 0,0-1 0,0 1 0,0 0 0,0 0 0,0 0 0,1 0 0,-1 0 0,0-1 0,0 1 0,1 1 0,-1 1 0,7 22 0,1 1 0,1-1 0,1 0 0,20 34 0,3 7 0,42 78 134,-13-27-1633,-54-101-5327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5.6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1 488 24575,'0'-1'0,"0"1"0,0-1 0,0 1 0,0 0 0,1-1 0,-1 1 0,0-1 0,0 1 0,1-1 0,-1 1 0,0-1 0,1 1 0,-1 0 0,0-1 0,1 1 0,-1 0 0,0-1 0,1 1 0,-1 0 0,1 0 0,-1-1 0,1 1 0,0 0 0,14-5 0,-9 3 0,7-2 0,0 1 0,1 0 0,-1 0 0,22 0 0,58 4 0,-37 0 0,-46 0 0,0-1 0,0 0 0,1-1 0,-1 0 0,0-1 0,0 0 0,-1 0 0,1-1 0,12-6 0,-22 9 0,0 0 0,1 0 0,-1 0 0,0 0 0,0 0 0,1-1 0,-1 1 0,0 0 0,0 0 0,0 0 0,1 0 0,-1-1 0,0 1 0,0 0 0,0 0 0,0 0 0,1-1 0,-1 1 0,0 0 0,0 0 0,0-1 0,0 1 0,0 0 0,0-1 0,0 1 0,0 0 0,0 0 0,0-1 0,0 1 0,0-1 0,-6-6 0,-19-6 0,17 9 0,-15-9 0,0 0 0,1-2 0,1 0 0,-21-20 0,36 29 0,0 0 0,0-1 0,0 0 0,1 0 0,0 0 0,0 0 0,1-1 0,0 0 0,1 0 0,-1 0 0,1 0 0,1 0 0,0-1 0,0 1 0,1-1 0,-1-10 0,1 14 0,1 0 0,0 0 0,1 0 0,-1 0 0,1 1 0,0-1 0,0 0 0,1 0 0,-1 1 0,1-1 0,0 1 0,0-1 0,1 1 0,-1 0 0,1 0 0,0 0 0,0 0 0,0 1 0,1-1 0,-1 1 0,1-1 0,6-3 0,4-2 0,0 1 0,0 0 0,1 2 0,0-1 0,0 2 0,0 0 0,32-6 0,-4 4 0,75-1 0,-47 9 0,0 3 0,101 19 0,-170-23 0,4 1 0,1 0 0,-1 0 0,1 1 0,-1 0 0,9 4 0,-14-5 0,0-1 0,0 1 0,0-1 0,-1 1 0,1-1 0,0 1 0,0 0 0,0 0 0,-1-1 0,1 1 0,0 0 0,-1 0 0,1 0 0,-1 0 0,1 0 0,-1 0 0,1 0 0,-1 0 0,1 0 0,-1 0 0,0 0 0,0 0 0,0 0 0,1 0 0,-1 0 0,0 0 0,0 0 0,-1 1 0,1-1 0,0 0 0,0 0 0,0 0 0,-1 0 0,1 0 0,-1 0 0,1 0 0,0 0 0,-1 0 0,0 0 0,0 1 0,-39 64 0,17-28 0,-24 52 0,41-76 0,0 0 0,2 0 0,-1 1 0,2 0 0,0-1 0,1 1 0,-1 26 0,3-36 0,0 1 0,0-1 0,1 0 0,0 0 0,0 0 0,0 0 0,2 6 0,-2-9 0,0 0 0,0 0 0,0-1 0,0 1 0,0-1 0,1 1 0,-1-1 0,1 1 0,-1-1 0,0 0 0,1 0 0,0 0 0,-1 0 0,1 0 0,0 0 0,0 0 0,-1 0 0,1-1 0,0 1 0,0-1 0,0 1 0,3-1 0,8 2 0,0-2 0,0 1 0,0-1 0,19-3 0,53-14 0,-18 4 0,-50 9 0,11-3 0,-27 7 0,1 0 0,-1 0 0,0 0 0,1 0 0,-1 0 0,0 0 0,1 0 0,-1 0 0,0 0 0,0 1 0,1-1 0,-1 1 0,0-1 0,0 1 0,0-1 0,2 2 0,-3-2-59,1 1 0,-1-1-1,1 1 1,-1-1-1,0 1 1,0-1 0,1 1-1,-1-1 1,0 1 0,0-1-1,0 1 1,1-1 0,-1 1-1,0-1 1,0 1-1,0 0 1,0-1 0,0 1-1,0-1 1,0 1 0,0-1-1,-1 2 1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6.1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56 24575,'-3'-7'0,"-1"0"0,-1 0 0,-5-8 0,8 14 0,1-1 0,0 0 0,-1 1 0,1-1 0,0 1 0,-1 0 0,0 0 0,1-1 0,-1 1 0,0 0 0,0 1 0,1-1 0,-1 0 0,0 0 0,0 1 0,0-1 0,0 1 0,-3-1 0,4 1 0,0 1 0,0-1 0,-1 0 0,1 1 0,0-1 0,0 1 0,0-1 0,0 1 0,0 0 0,0-1 0,0 1 0,0 0 0,0 0 0,0 0 0,0-1 0,1 1 0,-1 0 0,0 0 0,1 0 0,-2 2 0,-11 25 0,10-20 0,-3 7 0,-4 7 0,-6 23 0,14-39 0,1 0 0,-1 0 0,1 0 0,0-1 0,1 1 0,0 0 0,0 0 0,0 0 0,2 9 0,-1-12 0,-1-1 0,1 0 0,0 1 0,0-1 0,0 0 0,0 0 0,1 0 0,-1 0 0,1 0 0,-1 0 0,1 0 0,0-1 0,-1 1 0,3 1 0,0 0 0,1 0 0,-1-1 0,0 0 0,1 0 0,0 0 0,6 2 0,5 0 0,0-1 0,0-1 0,19 0 0,143-1 71,-90-2-1507,-72 1-5390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7.9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25 24575,'11'15'0,"1"-1"0,0 0 0,1-1 0,1 0 0,0-1 0,30 19 0,-28-21 0,-2-1 0,0 0 0,20 8 0,-30-15 0,1-1 0,-1 0 0,0 1 0,1-1 0,-1-1 0,1 1 0,-1-1 0,0 1 0,1-1 0,-1-1 0,1 1 0,-1 0 0,7-3 0,-9 2 0,1 0 0,-1 0 0,1 0 0,-1 0 0,0-1 0,1 1 0,-1-1 0,0 0 0,0 0 0,0 0 0,-1 0 0,1 0 0,0 0 0,-1 0 0,1 0 0,-1-1 0,0 1 0,0-1 0,0 1 0,0-1 0,0 1 0,0-1 0,-1 1 0,1-1 0,-1-3 0,1-3 0,0 0 0,-1 1 0,0-1 0,-1 0 0,0 1 0,-3-14 0,0 9 0,0 1 0,-10-21 0,19 41 0,0-1 0,0 0 0,1 0 0,8 8 0,35 31 0,-47-44 0,8 7 0,0 0 0,1 0 0,0-1 0,0 0 0,1-1 0,0-1 0,0 0 0,16 6 0,-27-12-59,1 1 0,-1-1-1,1 0 1,-1 0-1,1 0 1,-1 0 0,1 0-1,-1 0 1,1-1 0,-1 1-1,0 0 1,1-1 0,-1 1-1,1-1 1,-1 1-1,0-1 1,1 0 0,-1 0-1,0 0 1,0 1 0,1-1-1,0-2 1,6-5-6767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8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1 24575,'-7'5'0,"-1"0"0,1 0 0,0 1 0,0-1 0,1 2 0,0-1 0,0 1 0,0 0 0,-8 14 0,12-17 0,0 1 0,0-1 0,0 1 0,1 0 0,-1 0 0,1-1 0,0 1 0,1 0 0,-1 0 0,1 0 0,0 0 0,0 0 0,1 0 0,-1 0 0,1 0 0,0 0 0,1-1 0,-1 1 0,3 5 0,0-1 0,1 0 0,0 0 0,1-1 0,-1 0 0,2 0 0,12 13 0,50 38 0,-57-49 0,-11-10 0,0 0 0,0 1 0,-1-1 0,1 1 0,0 0 0,0-1 0,-1 1 0,1-1 0,-1 1 0,1 0 0,-1 0 0,1-1 0,-1 1 0,1 0 0,-1 0 0,1-1 0,-1 1 0,0 0 0,1 0 0,-1 0 0,0 1 0,0-1 0,-1-1 0,1 1 0,0-1 0,-1 1 0,1-1 0,-1 0 0,1 1 0,-1-1 0,1 0 0,-1 1 0,1-1 0,-1 0 0,0 0 0,1 1 0,-1-1 0,1 0 0,-1 0 0,0 0 0,1 0 0,-1 0 0,1 0 0,-2 0 0,-6 0 0,0 0 0,0 0 0,-11-3 0,3 1-227,-1-2-1,1 0 1,0-1-1,0 0 1,-23-12-1,29 10-6598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8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24575,'3'5'0,"0"5"0,-2-1 0,-5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9.0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24575,'5'3'0,"1"1"0,-1-1 0,0 1 0,0 0 0,0 1 0,0-1 0,-1 1 0,5 7 0,29 46 0,-22-32 0,-15-24 0,15 24 0,1 0 0,34 38 0,-45-58 0,0 0 0,0 0 0,1-1 0,-1 0 0,1 0 0,0 0 0,1-1 0,-1 0 0,1-1 0,0 1 0,-1-1 0,2-1 0,-1 0 0,14 3 0,-19-5 0,-1 0 0,0 0 0,1 1 0,-1-2 0,0 1 0,0 0 0,1 0 0,-1-1 0,0 1 0,0-1 0,0 0 0,1 1 0,-1-1 0,0 0 0,0 0 0,0 0 0,0-1 0,-1 1 0,1 0 0,0-1 0,0 0 0,1-1 0,-2 0 0,1 1 0,-1-1 0,0 1 0,0-1 0,0 0 0,0 0 0,0 0 0,0 0 0,-1 1 0,0-1 0,1 0 0,-1 0 0,0 0 0,-1 0 0,1 0 0,-1-5 0,1 8 0,-1 0 0,1-1 0,0 1 0,0-1 0,0 1 0,0-1 0,0 1 0,0-1 0,0 1 0,0-1 0,0 1 0,0-1 0,0 1 0,0-1 0,0 1 0,0-1 0,0 1 0,0-1 0,0 1 0,1-1 0,-1 1 0,0 0 0,0-1 0,1 1 0,-1-1 0,0 1 0,1 0 0,-1-1 0,0 1 0,1 0 0,-1-1 0,0 1 0,1 0 0,-1 0 0,1-1 0,-1 1 0,1 0 0,-1 0 0,1 0 0,-1-1 0,1 1 0,-1 0 0,0 0 0,1 0 0,-1 0 0,1 0 0,-1 0 0,1 0 0,-1 0 0,1 0 0,0 1 0,5 0 0,-1 0 0,0 1 0,1 0 0,4 2 0,2 1 0,8 0 0,0-2 0,0 0 0,0-1 0,0-1 0,38-3 0,-7 1 0,-21-2-1365,-18 0-5461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39.5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234 25 24575,'-3'-3'0,"0"0"0,0 0 0,0 1 0,0-1 0,-1 1 0,1 0 0,-1 0 0,-4-2 0,7 4 0,1 0 0,-1 0 0,0 0 0,0-1 0,0 1 0,1 0 0,-1 0 0,0 0 0,0 0 0,0 0 0,1 0 0,-1 1 0,0-1 0,0 0 0,0 0 0,1 0 0,-1 1 0,-1 0 0,1-1 0,0 1 0,0 0 0,1 0 0,-1 0 0,0 0 0,1 0 0,-1 0 0,0 0 0,1 0 0,-1 0 0,1 0 0,0 0 0,-1 0 0,1 0 0,0 1 0,-1 1 0,1 3 0,-1 1 0,1-1 0,0 1 0,1-1 0,0 1 0,0-1 0,0 1 0,4 10 0,-4-13 0,1 0 0,-1 0 0,1 0 0,0 0 0,0 0 0,1 0 0,-1-1 0,1 1 0,-1-1 0,1 0 0,0 0 0,0 0 0,1 0 0,3 3 0,-6-6 0,0 1 0,0-1 0,0 1 0,0-1 0,0 0 0,0 1 0,0-1 0,0 0 0,0 0 0,0 0 0,1 0 0,-1 0 0,0 0 0,0 0 0,0 0 0,0 0 0,0 0 0,0 0 0,0-1 0,0 1 0,0 0 0,2-2 0,-1 1 0,0-1 0,0 1 0,-1-1 0,1 1 0,0-1 0,-1 0 0,1 0 0,-1 0 0,3-4 0,1-3 0,-1-1 0,0 1 0,4-19 0,-8 26 0,1-1 0,0 0 0,0 0 0,-1 0 0,1 0 0,-1 0 0,1 0 0,-1 0 0,0 0 0,-1 0 0,0-5 0,1 8 0,0 0 0,0 0 0,0 0 0,0 0 0,0 0 0,0-1 0,0 1 0,0 0 0,0 0 0,0 0 0,0 0 0,0 0 0,0 0 0,0-1 0,0 1 0,0 0 0,-1 0 0,1 0 0,0 0 0,0 0 0,0 0 0,0 0 0,0 0 0,0 0 0,0 0 0,-1-1 0,1 1 0,0 0 0,0 0 0,0 0 0,0 0 0,0 0 0,-1 0 0,1 0 0,0 0 0,0 0 0,0 0 0,0 0 0,0 0 0,0 0 0,-1 0 0,1 0 0,0 0 0,0 0 0,0 1 0,0-1 0,0 0 0,0 0 0,-1 0 0,1 0 0,0 0 0,0 0 0,0 0 0,0 0 0,0 0 0,0 0 0,0 1 0,0-1 0,-1 0 0,1 0 0,0 0 0,0 0 0,0 0 0,0 0 0,0 1 0,0-1 0,0 0 0,0 0 0,0 0 0,-5 11 0,-6 22 0,1 0 0,-10 68 0,4 72 0,11-101 0,-20 103 0,23-169 0,1 0 0,-1 0 0,1 0 0,-2-1 0,1 1 0,-5 7 0,6-12 0,0 1 0,0-1 0,0 0 0,0 0 0,0 0 0,0 0 0,0 0 0,0 0 0,-1 0 0,1 0 0,0-1 0,-1 1 0,1 0 0,0-1 0,-1 1 0,1-1 0,-1 0 0,1 1 0,-1-1 0,1 0 0,-1 0 0,1 0 0,-1 0 0,1 0 0,-1 0 0,1 0 0,-1-1 0,1 1 0,-1-1 0,-2 0 0,-1-1 0,0-1 0,0 0 0,0 0 0,0 0 0,1 0 0,-1-1 0,1 0 0,0 0 0,0 0 0,0 0 0,1 0 0,-4-6 0,-2-4 0,1 0 0,-13-29 0,15 29 0,0 0 0,1 0 0,1-1 0,0 1 0,-3-25 0,7 36 0,0 0 0,-1 1 0,2-1 0,-1 0 0,0 0 0,0 0 0,1 0 0,-1 0 0,1 0 0,0 0 0,0 1 0,0-1 0,1 0 0,-1 1 0,0-1 0,1 1 0,0-1 0,0 1 0,-1 0 0,1 0 0,0 0 0,1 0 0,-1 0 0,0 0 0,1 0 0,-1 1 0,1-1 0,-1 1 0,1 0 0,0 0 0,-1 0 0,1 0 0,0 0 0,0 0 0,5 0 0,9 0-227,0 0-1,-1 0 1,1 2-1,0 0 1,27 6-1,-24-4-6598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41.3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6751 1024 24575,'-39'-43'0,"-2"2"0,-1 2 0,-3 2 0,-86-56 0,105 79 0,0 1 0,0 2 0,-1 0 0,-33-7 0,-117-19 0,107 24 0,-251-35 0,-2 19 0,-6-1 0,-388-25-96,661 53 35,-445-12-361,-893-53-723,841 0 143,166 19 415,-184-40 422,309 30-788,90 14 3776,166 43-2725,0 0 0,0 0 0,0 1 0,0 0 1,0 1-1,0-1 0,0 1 0,0 0 0,0 1 0,0-1 1,-7 4-1,4-2 9,0-1 1,-1 0 0,-11 2-1,17-4-107,1 0 0,-1 0 0,0-1 0,1 1 0,-1-1 0,1 0 0,-1 0 0,1 0 0,-1 0 0,1-1 0,0 1 0,-1-1 0,1 0 0,0 0 0,0 0 0,0 0 0,-3-5 0,-2 1 0,3 4 0,1 0 0,0 0 0,-1 0 0,1 0 0,-1 1 0,1 0 0,-1 0 0,0 0 0,0 0 0,1 1 0,-1 0 0,0 0 0,0 0 0,-6 1 0,6 0 0,1-1 0,-1 1 0,0-1 0,0 0 0,0-1 0,0 1 0,1-1 0,-1 0 0,0 0 0,1 0 0,-1-1 0,1 0 0,-1 0 0,-4-2 0,9 3 0,-1 1 0,0-1 0,0 1 0,0-1 0,1 1 0,-1-1 0,0 0 0,0 0 0,1 1 0,-1-1 0,1 0 0,-1 0 0,1 0 0,-1 0 0,1 1 0,-1-1 0,1 0 0,0 0 0,0 0 0,-1 0 0,1 0 0,0 0 0,0 0 0,0 0 0,0 0 0,0 0 0,0 0 0,0 0 0,0 0 0,1 0 0,-1 0 0,0 0 0,1 0 0,-1 0 0,0 0 0,1 1 0,-1-1 0,1 0 0,-1 0 0,2-1 0,0 0 0,0 0 0,0 0 0,0 0 0,1 1 0,-1-1 0,0 0 0,1 1 0,-1 0 0,1-1 0,0 1 0,-1 0 0,1 0 0,3 0 0,22-3 0,0 2 0,0 1 0,28 3 0,-6 0 0,153-1 0,-309-2 0,-155 2 0,239 0 0,-33 5 0,49-5 0,0 0 0,0 0 0,0 1 0,1 0 0,-1 0 0,1 1 0,-1-1 0,1 1 0,0 1 0,-9 6 0,13-9 0,0 0 0,0 0 0,0 0 0,0 0 0,0 0 0,0 1 0,0-1 0,0 0 0,0 1 0,1-1 0,-1 1 0,0-1 0,1 1 0,0-1 0,-1 1 0,1 0 0,0-1 0,-1 1 0,1-1 0,0 1 0,0 0 0,1-1 0,-1 1 0,0-1 0,0 1 0,1-1 0,-1 1 0,1 0 0,-1-1 0,1 0 0,0 1 0,0-1 0,-1 1 0,1-1 0,0 0 0,2 2 0,3 3 0,-1 0 0,1-1 0,0 1 0,0-2 0,1 1 0,7 4 0,14 5 84,0-1-1,1-1 0,50 13 1,22 8-353,-85-27-17,-1 1 0,0 1 0,-1 0 0,18 13 0,-17-9-6540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46.1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645 824 24575,'0'-18'0,"-1"1"0,-1-1 0,-1 0 0,-8-26 0,7 34 0,-1 1 0,0 0 0,0 1 0,-1-1 0,0 1 0,-1 0 0,0 1 0,-10-9 0,6 4 0,-271-307 0,180 200 0,57 61 0,28 34 0,-26-27 0,37 46-227,0-1-1,0 2 1,0-1-1,-1 1 1,-13-7-1,5 4-6598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47.5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 24575,'41'10'0,"-1"1"0,0 2 0,-1 2 0,44 23 0,141 92 0,-193-111 0,-6-1 0,-29-19 0,0 1 0,1-1 0,-1 0 0,0 0 0,-4-2 0,-179-84 0,-43-19 0,215 99 0,11 5 0,1 0 0,-1 0 0,0 1 0,0-1 0,0 1 0,0 0 0,0 0 0,0 0 0,0 1 0,-8-1 0,11 2 0,0-1 0,0 0 0,1 1 0,-1-1 0,0 1 0,0 0 0,0-1 0,0 1 0,0-1 0,1 1 0,-1 0 0,0 0 0,1 0 0,-1-1 0,0 1 0,1 0 0,-1 0 0,1 0 0,0 0 0,-1 0 0,1 0 0,0 0 0,-1 0 0,1 0 0,0 0 0,0 0 0,0 2 0,0 33 0,1-28 0,0 16 0,1 1 0,1-1 0,2 0 0,0 0 0,14 35 0,-14-44-1365,-1-3-5461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49.2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333 483 24575,'-230'-78'0,"229"78"0,-3-2 0,-1 1 0,1 0 0,0 0 0,-1 0 0,-8 0 0,12 2 0,0-1 0,0 0 0,0 0 0,0 0 0,0 0 0,0 1 0,1-1 0,-1 0 0,0 1 0,0-1 0,0 1 0,1-1 0,-1 1 0,0-1 0,0 1 0,1 0 0,-1-1 0,0 1 0,1 0 0,-1 0 0,1-1 0,-1 1 0,1 0 0,0 0 0,-1 0 0,1 0 0,0-1 0,-1 1 0,1 0 0,0 0 0,0 0 0,0 0 0,0 0 0,0 0 0,0 1 0,-1 16 0,1-12 0,0 0 0,0-1 0,-1 1 0,0 0 0,0-1 0,0 1 0,0-1 0,-1 1 0,0-1 0,0 0 0,-1 0 0,1 0 0,-1 0 0,-4 5 0,5-7 0,-1 0 0,1 0 0,0 1 0,0-1 0,0 0 0,0 1 0,1 0 0,-2 6 0,2-9 0,1 1 0,0-1 0,0 0 0,0 1 0,0-1 0,1 0 0,-1 1 0,0-1 0,0 0 0,1 0 0,-1 1 0,1-1 0,-1 0 0,1 0 0,0 0 0,-1 0 0,1 0 0,0 0 0,0 0 0,0 0 0,0 0 0,0 0 0,0 0 0,0 0 0,0 0 0,0-1 0,0 1 0,0-1 0,0 1 0,3 0 0,13 6 0,0-1 0,1 0 0,-1-1 0,1-2 0,1 1 0,-1-2 0,37 0 0,-51-2 0,1 0 0,0-1 0,-1 1 0,1-1 0,-1 0 0,1-1 0,-1 1 0,1-1 0,-1 0 0,0 0 0,0 0 0,0 0 0,0-1 0,0 0 0,6-6 0,-7 6 0,0 0 0,-1-1 0,0 1 0,1-1 0,-1 1 0,-1-1 0,1 0 0,0 0 0,-1 0 0,0 0 0,0 0 0,0 0 0,0 0 0,-1 0 0,0 0 0,0-1 0,0 1 0,0-4 0,-2-6 0,-1 0 0,0 1 0,-1-1 0,-6-15 0,-26-51 0,22 51 0,9 19 0,-151-297 0,156 306 0,-1 0 0,1 0 0,-1 0 0,0 0 0,1 0 0,-1 0 0,0 1 0,0-1 0,1 0 0,-1 0 0,0 1 0,-2-2 0,3 2 0,-1 0 0,1 0 0,0 0 0,0 0 0,0 0 0,-1 0 0,1 0 0,0 0 0,0 0 0,-1 0 0,1 0 0,0 0 0,0 1 0,0-1 0,0 0 0,-1 0 0,1 0 0,0 0 0,0 1 0,0-1 0,0 0 0,-1 0 0,1 0 0,0 1 0,0-1 0,0 0 0,0 0 0,0 0 0,0 1 0,0-1 0,0 0 0,0 0 0,0 0 0,0 1 0,0-1 0,0 0 0,-1 5 0,1 0 0,0 0 0,0-1 0,1 10 0,9 39 0,2-1 0,35 93 0,-42-132 0,0-1 0,1 1 0,1-1 0,0 0 0,0-1 0,1 1 0,1-2 0,0 1 0,14 12 0,-14-15 0,0-1 0,0-1 0,1 0 0,0 0 0,0 0 0,1-2 0,-1 1 0,1-1 0,0-1 0,0 0 0,19 3 0,-8-3 0,0-1 0,-1-2 0,40-2 0,-53 1 0,1 0 0,-1-1 0,1 0 0,-1 0 0,0-1 0,0 0 0,0-1 0,0 1 0,-1-2 0,1 1 0,-1-1 0,9-7 0,-12 8 0,-1 0 0,0 0 0,0 0 0,0 0 0,-1-1 0,0 1 0,0-1 0,0 1 0,0-1 0,-1 0 0,1 0 0,-1 0 0,0 0 0,-1 0 0,1 0 0,-1 0 0,0 0 0,0 0 0,-1 0 0,0 0 0,0 0 0,0 0 0,-3-9 0,2 8 0,0 0 0,0 0 0,-1 1 0,0-1 0,0 1 0,0-1 0,-1 1 0,1 0 0,-1 0 0,-1 1 0,1-1 0,-1 1 0,1 0 0,-1 0 0,0 0 0,-1 1 0,1-1 0,-11-4 0,13 7 0,1 1 0,-1-1 0,1 0 0,-1 1 0,1-1 0,-1 1 0,1 0 0,-1-1 0,0 1 0,1 1 0,-1-1 0,1 0 0,-1 1 0,1-1 0,-1 1 0,1 0 0,-1-1 0,1 1 0,0 1 0,-1-1 0,1 0 0,0 0 0,0 1 0,0-1 0,0 1 0,0 0 0,0 0 0,0 0 0,1 0 0,-1 0 0,1 0 0,-1 0 0,1 0 0,0 0 0,0 1 0,0-1 0,-1 3 0,0 2 0,0 0 0,0 0 0,1 0 0,0-1 0,0 1 0,1 0 0,0 0 0,0 0 0,0 0 0,1 0 0,0 0 0,4 13 0,-1-11 0,1 0 0,-1 0 0,2 0 0,-1 0 0,1-1 0,0 1 0,1-2 0,8 9 0,6 4 0,38 27 0,-33-28 0,0-2 0,1 0 0,1-2 0,1-1 0,0-2 0,56 17 0,-79-27 0,-1-1 0,1 0 0,0 0 0,-1-1 0,1 0 0,-1 0 0,1 0 0,0-1 0,-1 1 0,9-3 0,-12 2 0,0 0 0,0 0 0,0 0 0,0 0 0,0 0 0,0 0 0,0-1 0,0 1 0,0-1 0,0 1 0,-1-1 0,1 0 0,-1 0 0,1 1 0,-1-1 0,0 0 0,0 0 0,0-1 0,0 1 0,0 0 0,0 0 0,0 0 0,-1-1 0,1 1 0,-1 0 0,0-1 0,1-2 0,-1 0 0,-1-1 0,1 1 0,-1-1 0,0 1 0,-1-1 0,1 1 0,-1 0 0,0 0 0,0-1 0,-1 2 0,1-1 0,-1 0 0,0 0 0,-6-6 0,-5-6 0,-2 0 0,-19-16 0,26 26 0,-38-33-1365,28 26-5461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49.6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269 127 24575,'-2'-3'0,"-25"-22"0,0 2 0,-58-38 0,81 58 0,0 1 0,-1 0 0,1 0 0,-7-2 0,10 4 0,1-1 0,-1 1 0,0 0 0,1 0 0,-1 0 0,1 0 0,-1 0 0,0 0 0,1 0 0,-1 0 0,0 0 0,1 0 0,-1 0 0,0 0 0,1 0 0,-1 0 0,0 0 0,1 1 0,-1-1 0,1 0 0,-1 0 0,1 1 0,-1-1 0,0 0 0,1 1 0,-1-1 0,1 1 0,-1-1 0,1 1 0,0-1 0,-1 1 0,1-1 0,0 1 0,-1-1 0,1 1 0,0 0 0,-1-1 0,1 1 0,0-1 0,0 1 0,-1 1 0,1 1 0,0-1 0,0 1 0,0 0 0,0 0 0,1 0 0,-1 0 0,1 0 0,0-1 0,-1 1 0,3 3 0,14 29 0,-12-27 0,12 21 0,2 0 0,25 30 0,51 48 0,-33-38 0,-61-69 0,-1 1 0,1-1 0,-1 1 0,1 0 0,0-1 0,-1 1 0,0 0 0,1-1 0,-1 1 0,1 0 0,-1 0 0,0-1 0,1 1 0,-1 0 0,0 0 0,0 0 0,0 0 0,0-1 0,0 2 0,0-1 0,0-1 0,0 1 0,-1-1 0,1 0 0,0 1 0,-1-1 0,1 0 0,0 1 0,-1-1 0,1 0 0,-1 1 0,1-1 0,0 0 0,-1 0 0,1 1 0,-1-1 0,1 0 0,-1 0 0,1 0 0,-1 0 0,1 0 0,-1 0 0,0 0 0,-4 1 0,0-1 0,-1-1 0,1 1 0,-9-2 0,-32-10 0,-52-20 0,9 2 0,77 27-341,0-1 0,1 0-1,-16-8 1,17 5-6485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49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24575,'26'25'0,"9"11"0,3 2 0,-6-4 0,-8-4 0,-8-5 0,-9-7 0,-7-6-8191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0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24575,'15'6'0,"5"3"0,2 5 0,-1 4 0,-1 3 0,-1 0 0,-5 3 0,-1-2 0,-1-1 0,-3-1 0,-2-5-8191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0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20 24575,'-5'-8'0,"-2"1"0,4 3 0,1 5 0,4 5 0,1 4 0,4 1 0,-1 0 0,0 1 0,1 1 0,1 1 0,3 0 0,1-1 0,-1-7 0,-2-6 0,-6-3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0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169 29 24575,'-14'-5'0,"-48"-14"0,55 18 0,-1-1 0,1 1 0,-1 1 0,1-1 0,-1 1 0,-8 1 0,14-1 0,1 0 0,-1 0 0,1 1 0,0-1 0,-1 0 0,1 1 0,0-1 0,-1 1 0,1 0 0,0-1 0,-1 1 0,1 0 0,0 0 0,0-1 0,0 1 0,0 0 0,0 0 0,0 1 0,0-1 0,0 0 0,0 0 0,-1 2 0,2 0 0,-1-1 0,0 0 0,1 0 0,0 1 0,-1-1 0,1 0 0,0 1 0,0-1 0,1 0 0,-1 0 0,0 1 0,2 3 0,0 2 0,1 0 0,0-1 0,1 1 0,0-1 0,0 0 0,9 13 0,-1-8 0,0-1 0,1 0 0,0-1 0,0 0 0,1-1 0,0-1 0,29 13 0,-39-19 0,1 0 0,0 0 0,0-1 0,-1 0 0,1 0 0,0 0 0,0 0 0,0-1 0,0 0 0,0 0 0,8-1 0,-10 1 0,-1-1 0,1 0 0,-1 0 0,0 1 0,1-1 0,-1-1 0,0 1 0,0 0 0,0-1 0,1 1 0,-1-1 0,-1 1 0,1-1 0,0 0 0,0 0 0,-1 0 0,1 0 0,-1 0 0,1 0 0,-1 0 0,0-1 0,0 1 0,0 0 0,1-4 0,-1 1 0,0-1 0,-1 1 0,1-1 0,-1 1 0,0-1 0,0 1 0,-1-1 0,1 1 0,-1-1 0,0 1 0,-1-1 0,1 1 0,-1 0 0,0 0 0,-1 0 0,1 0 0,-1 0 0,0 0 0,0 1 0,-1-1 0,-7-7 0,11 12 0,0 0 0,-1-1 0,1 1 0,0 0 0,-1-1 0,1 1 0,0 0 0,-1 0 0,1-1 0,0 1 0,-1 0 0,1 0 0,0 0 0,-1 0 0,1 0 0,-1 0 0,1-1 0,0 1 0,-1 0 0,1 0 0,-1 0 0,1 0 0,-1 0 0,1 0 0,0 1 0,-1-1 0,1 0 0,-1 0 0,1 0 0,0 0 0,-1 0 0,1 1 0,0-1 0,-1 0 0,1 0 0,0 1 0,-1-1 0,1 0 0,0 0 0,-1 1 0,1-1 0,0 0 0,0 1 0,-1-1 0,1 0 0,0 1 0,0-1 0,0 0 0,0 1 0,-1-1 0,1 1 0,0-1 0,0 0 0,0 1 0,0 0 0,-3 26 0,3-25 0,0 26 0,1 0 0,2 0 0,1-1 0,1 1 0,1-1 0,2 0 0,1-1 0,0 1 0,25 44 0,-10-26 0,41 82 0,-65-127 0,0 1 0,1-1 0,-1 1 0,0-1 0,0 1 0,1 0 0,-1-1 0,0 1 0,0-1 0,0 1 0,0-1 0,0 1 0,0 0 0,0-1 0,0 1 0,0 0 0,0-1 0,0 1 0,0-1 0,-1 2 0,1-2 0,0 0 0,-1 0 0,1 1 0,0-1 0,-1 0 0,1 0 0,0 0 0,-1 0 0,1 0 0,0 0 0,-1 0 0,1 0 0,-1 0 0,1 0 0,0 0 0,-1 0 0,1 0 0,0 0 0,-1-1 0,1 1 0,0 0 0,-1 0 0,0-1 0,-22-13 0,-3-8-38,-36-27-1289,47 38-5499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1.3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24575,'2'3'0,"0"-1"0,0 1 0,0 0 0,-1 0 0,0 0 0,1 0 0,-1 0 0,0 0 0,-1 1 0,1-1 0,0 5 0,0-3 0,0 0 0,0 0 0,0-1 0,3 8 0,-1-7 0,0-1 0,0 1 0,0-1 0,0 0 0,0 0 0,1 0 0,0 0 0,0 0 0,0-1 0,0 0 0,1 0 0,8 5 0,-10-7 0,-1 0 0,1 0 0,-1 0 0,1-1 0,-1 1 0,1-1 0,-1 1 0,1-1 0,-1 0 0,1 0 0,0 0 0,-1 0 0,1-1 0,-1 1 0,1-1 0,-1 1 0,1-1 0,-1 0 0,1 0 0,-1 0 0,0 0 0,0-1 0,1 1 0,-1-1 0,0 1 0,0-1 0,0 0 0,2-3 0,-1 1 0,0 0 0,0 0 0,0 0 0,-1-1 0,0 1 0,0-1 0,0 0 0,2-7 0,6-16 0,-10 27 0,1-1 0,0 1 0,-1 0 0,1 0 0,0-1 0,0 1 0,0 0 0,0 0 0,0 0 0,0 0 0,0 0 0,1 0 0,-1 1 0,0-1 0,0 0 0,1 1 0,1-2 0,0 2 0,-1-1 0,1 1 0,0-1 0,0 1 0,0 0 0,-1 0 0,1 0 0,5 1 0,4 2 0,0 0 0,0 1 0,16 7 0,-13-5 0,23 8 1,34 13-1367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2.5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284 96 24575,'-26'-6'0,"-14"-5"0,0 2 0,0 1 0,-65-2 0,103 9 0,1 1 0,0 0 0,-1 0 0,1 1 0,-1-1 0,1 0 0,0 0 0,-1 1 0,1-1 0,0 1 0,-1-1 0,1 1 0,0-1 0,-1 1 0,1 0 0,0 0 0,0-1 0,0 1 0,0 0 0,0 0 0,-1 1 0,1 0 0,1-1 0,-1 0 0,1 0 0,0 1 0,-1-1 0,1 0 0,0 0 0,0 1 0,0-1 0,0 0 0,0 0 0,0 1 0,0-1 0,0 0 0,1 1 0,-1-1 0,0 0 0,1 0 0,-1 0 0,1 1 0,-1-1 0,3 2 0,1 5 0,2-1 0,-1 1 0,1-1 0,0-1 0,1 1 0,9 7 0,-1-2 0,33 19 0,-39-26 0,-1-2 0,1 1 0,-1-1 0,1 0 0,0-1 0,0 0 0,13 1 0,-18-3 0,0 1 0,1-1 0,-1 0 0,0 0 0,1 0 0,-1-1 0,0 0 0,0 1 0,1-2 0,-1 1 0,0 0 0,0-1 0,0 0 0,0 1 0,-1-2 0,1 1 0,5-5 0,-6 5 0,-1-1 0,0 0 0,-1 0 0,1 0 0,0 0 0,-1 0 0,0 0 0,1 0 0,-1-1 0,0 1 0,-1 0 0,1-1 0,-1 1 0,1 0 0,-1-1 0,0 1 0,0-1 0,-1 1 0,1 0 0,-1-1 0,-1-3 0,0-1 0,0 1 0,-1-1 0,0 0 0,0 1 0,-1 0 0,0-1 0,-8-10 0,-1 7 0,8 12 0,4 8 0,3-5 0,0 1 0,0 0 0,0-1 0,0 1 0,0-1 0,1 0 0,0 0 0,0 0 0,0 0 0,1 0 0,4 4 0,9 6 0,22 16 0,-31-24 0,16 10 0,0 0 0,38 18 0,-53-29 0,1-1 0,0-1 0,0 0 0,0 0 0,1-1 0,-1 0 0,0-1 0,1 0 0,-1 0 0,13-2 0,-21 1 0,0 0 0,-1-1 0,1 1 0,0 0 0,0-1 0,-1 1 0,1-1 0,0 0 0,-1 1 0,1-1 0,0 0 0,-1 0 0,1 0 0,-1 0 0,0-1 0,1 1 0,-1 0 0,0 0 0,2-3 0,-2 2 0,0-1 0,0 1 0,0-1 0,0 1 0,0-1 0,0 1 0,-1-1 0,0 0 0,1 1 0,-1-1 0,0-4 0,-1-2 0,0 0 0,-1 0 0,0 0 0,0 1 0,-1-1 0,-7-14 0,-28-45 0,14 28 0,31 48 0,0-1 0,14 11 0,-15-12 0,14 11 0,2 0 0,0-1 0,1-1 0,0-1 0,1-1 0,1-2 0,0 0 0,29 8 0,-51-18 0,0-1 0,1 1 0,-1 0 0,0-1 0,0 0 0,1 0 0,-1 0 0,0 0 0,0 0 0,1-1 0,-1 1 0,0-1 0,0 0 0,0 0 0,6-3 0,-7 3 0,0-1 0,1 0 0,-1 0 0,0 0 0,0 0 0,0 0 0,-1 0 0,1 0 0,0-1 0,-1 1 0,1-1 0,-1 1 0,0-1 0,0 1 0,0-1 0,0 0 0,-1 0 0,2-4 0,-2 1 0,1 1 0,-1-1 0,0 0 0,0 1 0,-1-1 0,0 0 0,-2-10 0,-17-37 0,13 35 0,37 47 0,5 6 0,81 62 0,-102-87-1365,-2-3-5461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3.1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184 20 24575,'-1'0'0,"-23"-7"0,-30-3 0,47 9 0,1 0 0,-1 1 0,1-1 0,-1 2 0,1-1 0,-1 1 0,1 0 0,0 0 0,-12 5 0,16-6 0,0 1 0,0 0 0,1 0 0,-1-1 0,1 1 0,-1 1 0,1-1 0,-1 0 0,1 0 0,-1 0 0,1 1 0,0-1 0,0 1 0,0-1 0,0 1 0,0-1 0,0 1 0,0 0 0,0 2 0,0-2 0,1 1 0,-1-1 0,1 1 0,0 0 0,0-1 0,0 1 0,1-1 0,-1 1 0,1-1 0,-1 1 0,1-1 0,1 5 0,1-2 0,-1 0 0,1 1 0,0-1 0,1 0 0,-1-1 0,1 1 0,0-1 0,0 1 0,0-1 0,1 0 0,6 4 0,-8-6 0,-1 0 0,1-1 0,0 1 0,1-1 0,-1 0 0,0 0 0,0 0 0,0 0 0,1 0 0,-1-1 0,4 1 0,-5-1 0,0 0 0,0-1 0,0 1 0,-1-1 0,1 1 0,0-1 0,0 0 0,-1 0 0,1 0 0,0 0 0,-1 0 0,1 0 0,-1 0 0,1 0 0,-1 0 0,1-1 0,-1 1 0,0-1 0,0 1 0,2-4 0,1-1 0,-1 0 0,0-1 0,-1 1 0,1-1 0,-1 0 0,0 1 0,-1-1 0,1-8 0,1-2 0,-3 16 0,0 1 0,0 0 0,0 0 0,0 0 0,0-1 0,0 1 0,1 0 0,-1 0 0,0 0 0,0 0 0,0-1 0,0 1 0,0 0 0,0 0 0,0 0 0,0 0 0,0-1 0,1 1 0,-1 0 0,0 0 0,0 0 0,0 0 0,0 0 0,1 0 0,-1 0 0,0 0 0,0-1 0,0 1 0,0 0 0,1 0 0,-1 0 0,0 0 0,0 0 0,0 0 0,1 0 0,7 4 0,10 14 0,-13-12 0,12 9 60,19 13 0,-29-23-272,0-1 0,0 0 0,0 0-1,0-1 1,1 1 0,9 2 0,-6-4-6614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3.8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371 821 24575,'-10'-52'0,"-1"1"0,-3 0 0,-1 1 0,-3 1 0,-2 1 0,-39-68 0,-8 4 0,-28-51 0,88 149 0,-46-101 0,53 115 0,-1 0 0,1 0 0,0 0 0,0 0 0,0 0 0,0 0 0,0 0 0,0 0 0,0 1 0,0-1 0,0 0 0,0 0 0,0 0 0,0 0 0,0 0 0,0 0 0,0 0 0,0 0 0,0 0 0,0 0 0,0 0 0,0 0 0,0 0 0,0 0 0,0 0 0,0 0 0,-1 0 0,1 0 0,0 0 0,0 0 0,1 12 0,4 19 0,-1-12 0,39 155 0,-27-124 0,29 68 0,-39-104 0,11 24 0,41 68 0,-52-97 0,0 0 0,1 0 0,1 0 0,-1-1 0,1 0 0,1 0 0,-1-1 0,1 0 0,1 0 0,-1-1 0,1-1 0,11 6 0,-17-10-91,0 1 0,0-1 0,0 0 0,0 0 0,0-1 0,1 1 0,-1-1 0,0 0 0,0 0 0,0 0 0,1 0 0,-1-1 0,0 0 0,5-1 0,0-1-6735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4.1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60 24575,'-1'-1'0,"-1"1"0,1 0 0,-1 0 0,1 0 0,-1 1 0,1-1 0,-1 0 0,1 1 0,-1-1 0,1 0 0,-1 1 0,1 0 0,0-1 0,-1 1 0,1 0 0,0 0 0,-1 0 0,1 0 0,0 0 0,-2 1 0,3 0 0,-1-1 0,0 1 0,1-1 0,-1 1 0,1-1 0,-1 1 0,1-1 0,0 1 0,0-1 0,0 1 0,0-1 0,0 1 0,0 0 0,0-1 0,0 1 0,1 1 0,0 3 0,1 0 0,0 0 0,1-1 0,-1 0 0,1 1 0,0-1 0,0 0 0,1 0 0,4 5 0,0-2 0,1 0 0,0-1 0,1 0 0,-1 0 0,1-1 0,1-1 0,-1 1 0,1-2 0,0 1 0,0-2 0,0 1 0,0-2 0,22 3 0,-31-4 0,0-1 0,0 0 0,0 0 0,0 0 0,1 0 0,-1-1 0,0 1 0,0 0 0,0-1 0,0 0 0,0 1 0,0-1 0,0 0 0,0 0 0,0 0 0,0 0 0,0-1 0,-1 1 0,1 0 0,0-1 0,-1 1 0,1-1 0,-1 0 0,0 1 0,2-3 0,-2 1 0,0 0 0,0 0 0,0 0 0,0 0 0,-1 0 0,1 0 0,-1-1 0,0 1 0,0 0 0,0 0 0,0 0 0,-1 0 0,1 0 0,-1 0 0,0 0 0,-2-6 0,-1-3 0,-2 1 0,0-1 0,0 1 0,-1 0 0,0 0 0,-10-10 0,11 14 0,0 1 0,0-1 0,0 1 0,-1 1 0,0 0 0,-1 0 0,1 0 0,-1 1 0,-15-7 0,21 10 4,0 1 1,1-1-1,-1 1 0,0-1 0,0 1 0,0 0 0,0 0 0,0 0 0,0 0 1,1 0-1,-1 0 0,0 1 0,0-1 0,0 0 0,0 1 0,1 0 0,-1-1 1,0 1-1,0 0 0,1 0 0,-1 0 0,1 0 0,-1 0 0,1 0 0,-1 0 1,1 1-1,0-1 0,-2 2 0,0 2-153,0-1 1,1 0-1,-1 1 1,1 0-1,0-1 1,0 1-1,1 0 1,-1 0-1,0 7 1,0 1-6678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4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51 24575,'-6'-3'0,"-43"-28"0,43 28 0,1 1 0,-1-1 0,0 1 0,0 1 0,0-1 0,0 1 0,-7-1 0,11 2 0,0 0 0,0-1 0,0 2 0,0-1 0,0 0 0,0 0 0,0 1 0,0-1 0,0 1 0,1-1 0,-1 1 0,0 0 0,0 0 0,0 0 0,1 0 0,-1 0 0,0 0 0,1 0 0,-3 3 0,2-2 0,0 1 0,1-1 0,-1 1 0,1 0 0,-1 0 0,1 0 0,0 0 0,0 0 0,0 0 0,0 0 0,0 4 0,0 0 0,1 1 0,0-1 0,0 0 0,0 1 0,1-1 0,0 0 0,1 0 0,-1 1 0,6 12 0,-5-17 0,-1 0 0,1 0 0,0 0 0,0 0 0,0-1 0,0 1 0,1 0 0,-1-1 0,1 0 0,-1 0 0,1 0 0,0 0 0,0 0 0,0 0 0,0-1 0,6 3 0,-7-3 0,-1-1 0,1 0 0,0 1 0,0-1 0,0 0 0,0 0 0,0 0 0,-1 0 0,1-1 0,0 1 0,0 0 0,0-1 0,0 0 0,-1 1 0,1-1 0,0 0 0,-1 0 0,1 1 0,0-1 0,-1-1 0,1 1 0,-1 0 0,0 0 0,1 0 0,-1-1 0,0 1 0,0-1 0,0 1 0,0-1 0,0 1 0,0-1 0,1-2 0,0-3 0,1 0 0,-1 0 0,0 0 0,-1 0 0,0 0 0,0-1 0,-1 1 0,0-1 0,-1-10 0,1 103 0,1 35 0,5-69 0,1 0 0,16 58 0,39 96 0,-54-181 0,-2-4 0,9 36 0,-15-55 0,0-1 0,1 1 0,-1 0 0,0 0 0,0-1 0,0 1 0,0 0 0,0 0 0,0-1 0,0 1 0,0 0 0,0 0 0,-1-1 0,1 1 0,0 0 0,0 0 0,-1-1 0,1 1 0,0 0 0,-1-1 0,1 1 0,-1-1 0,1 1 0,-1 0 0,0 0 0,0-1 0,0 1 0,0-1 0,0 1 0,-1-1 0,1 0 0,0 0 0,0 0 0,0 0 0,0 0 0,0 0 0,-1 0 0,1 0 0,0 0 0,0 0 0,-1-1 0,-7-2 0,0 0 0,1 0 0,-12-7 0,15 8 0,-35-19 0,1 0 0,1-3 0,1-1 0,1-2 0,-34-32 0,67 55 0,0 1 0,-1-1 0,1 1 0,1-1 0,-1 0 0,0 0 0,1 0 0,0-1 0,-2-4 0,4 8 0,-1-1 0,1 1 0,0-1 0,0 1 0,-1-1 0,1 1 0,0-1 0,1 1 0,-1-1 0,0 0 0,0 1 0,1-1 0,-1 1 0,1-1 0,-1 1 0,1 0 0,-1-1 0,1 1 0,0-1 0,0 1 0,0 0 0,0 0 0,0 0 0,0-1 0,0 1 0,0 0 0,0 0 0,1 0 0,-1 1 0,2-2 0,3-2 0,0 1 0,1 1 0,-1-1 0,0 1 0,1 0 0,-1 1 0,1 0 0,13-1 0,3 1 0,29 3 0,23 4-1365,-44-2-5461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5.6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 3 24575,'17'63'0,"2"-1"0,3-1 0,3-1 0,2-2 0,57 92 0,-55-104 0,-30-45 0,-4-4 0,-6-7 0,-22-26 0,-74-82 0,81 88 0,3-2 0,-21-34 0,38 55 0,1 1 0,0-1 0,1 0 0,0-1 0,1 1 0,0 0 0,1-1 0,0 0 0,1 0 0,0 1 0,1-1 0,1-12 0,-1 22 0,0-1 0,0 1 0,1 0 0,-1 0 0,1 0 0,-1 0 0,1 0 0,0 0 0,-1 1 0,1-1 0,0 0 0,1 0 0,-1 0 0,0 1 0,0-1 0,1 1 0,-1-1 0,1 1 0,-1-1 0,1 1 0,3-2 0,-2 2 0,0-1 0,1 1 0,-1 0 0,1 1 0,-1-1 0,1 0 0,-1 1 0,1 0 0,-1 0 0,1 0 0,6 1 0,7 2 0,-1 1 0,0 0 0,0 1 0,0 1 0,-1 0 0,0 1 0,0 1 0,-1 0 0,0 1 0,25 21 0,-37-29 0,-1 0 0,0 0 0,0 0 0,0 0 0,0 0 0,0 0 0,0 1 0,0-1 0,-1 0 0,1 1 0,0-1 0,-1 0 0,1 1 0,-1-1 0,1 1 0,-1-1 0,1 1 0,-1-1 0,0 4 0,0-4 0,-1 0 0,1 0 0,-1 1 0,1-1 0,-1 0 0,0 0 0,0 0 0,1 0 0,-1 0 0,0 0 0,0 0 0,0 0 0,0 0 0,0 0 0,0 0 0,0-1 0,0 1 0,-1 0 0,1-1 0,0 1 0,0-1 0,0 1 0,-2-1 0,-8 3 0,1 0 0,-1-1 0,0 0 0,1-1 0,-1 0 0,-20-1 0,-65-11 0,60 6-1365,23 3-5461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5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196 253 24575,'-39'-27'0,"-63"-59"0,96 79 0,-1 0 0,1 0 0,0 0 0,1-1 0,0 1 0,0-1 0,-4-9 0,8 15 0,0-1 0,0 1 0,1 0 0,-1-1 0,1 1 0,-1-1 0,1 1 0,0-1 0,0 1 0,0-1 0,0 1 0,0-1 0,1-3 0,0 5 0,0-1 0,0 0 0,-1 1 0,1-1 0,1 0 0,-1 1 0,0-1 0,0 1 0,0-1 0,1 1 0,-1 0 0,1 0 0,-1-1 0,1 1 0,0 0 0,-1 0 0,1 1 0,0-1 0,3-1 0,-1 1 8,0-1-1,0 1 1,0 1-1,0-1 1,0 0-1,0 1 1,0 0-1,1 0 1,-1 0-1,0 1 1,0-1-1,0 1 1,0 0-1,0 0 0,5 2 1,-2 0-194,0 0 1,-1 1-1,0 0 0,0 0 1,0 0-1,0 1 1,9 10-1,-5-5-6640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6.2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78 24575,'-1'-2'0,"1"1"0,0-1 0,-1 1 0,1-1 0,-1 0 0,1 1 0,-1 0 0,0-1 0,0 1 0,1-1 0,-1 1 0,0 0 0,0 0 0,0-1 0,-1 1 0,1 0 0,0 0 0,0 0 0,-1 0 0,1 1 0,0-1 0,-1 0 0,1 0 0,-1 1 0,1-1 0,-1 1 0,1-1 0,-3 1 0,3 0 0,-1 0 0,0 0 0,0 1 0,1-1 0,-1 1 0,1-1 0,-1 1 0,0-1 0,1 1 0,-1 0 0,1 0 0,-1 0 0,1 0 0,0 0 0,-1 0 0,1 0 0,0 1 0,0-1 0,0 0 0,0 1 0,0-1 0,0 1 0,0-1 0,1 1 0,-1-1 0,0 3 0,-1-1 0,1 1 0,0-1 0,0 0 0,0 1 0,0-1 0,0 1 0,1-1 0,0 1 0,-1-1 0,1 1 0,1-1 0,-1 1 0,0-1 0,1 1 0,0-1 0,0 0 0,2 5 0,-2-5 0,1 0 0,0-1 0,-1 1 0,1-1 0,0 0 0,1 1 0,-1-1 0,0 0 0,1 0 0,-1 0 0,1 0 0,0-1 0,0 1 0,-1-1 0,1 0 0,0 0 0,0 0 0,0 0 0,5 1 0,-6-2 0,1 1 0,-1-1 0,1 1 0,-1-1 0,1 0 0,-1 0 0,1 0 0,0 0 0,-1-1 0,1 1 0,-1-1 0,1 0 0,-1 1 0,1-1 0,-1 0 0,0 0 0,1-1 0,-1 1 0,0 0 0,0-1 0,0 1 0,0-1 0,0 0 0,2-2 0,-2 1 0,0 0 0,0 0 0,-1 0 0,1 0 0,-1 0 0,0 0 0,0-1 0,0 1 0,0 0 0,0 0 0,-1-1 0,0 1 0,1-1 0,-1 1 0,0 0 0,-1-1 0,1 1 0,-1-5 0,0 4-44,-1-1 0,1 0 0,-1 1 0,1-1 0,-1 1 0,0-1 0,-1 1 0,1 0 0,-1 0 0,0 0 0,0 0 0,0 0 0,0 1 0,-1 0 0,0-1 0,1 1 0,-1 0 0,0 1-1,0-1 1,-1 1 0,1 0 0,0 0 0,-1 0 0,0 0 0,1 1 0,-1 0 0,0 0 0,0 0 0,1 1 0,-8-1 0,-4 1-6782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6.7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24575,'17'55'0,"24"62"0,-16-58 0,-1 0 0,40 70 0,-42-88-1365,-16-33-5461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6.9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35 24575,'-28'-8'0,"-13"-2"0,-4 1 0,7 4 0,7 3 0,7 1 0,7 5 0,3 0 0,6 3 0,2 2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7.4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24575,'0'5'0,"1"0"0,0 0 0,0 0 0,1 1 0,-1-2 0,1 1 0,0 0 0,1 0 0,-1-1 0,1 1 0,0-1 0,0 0 0,0 0 0,0 0 0,1 0 0,0 0 0,0-1 0,0 1 0,0-1 0,0 0 0,1-1 0,9 5 0,-12-6 0,0 0 0,0-1 0,0 1 0,0-1 0,0 0 0,0 0 0,0 1 0,1-1 0,-1-1 0,0 1 0,0 0 0,0 0 0,0-1 0,0 1 0,0-1 0,0 0 0,0 0 0,0 1 0,0-1 0,0-1 0,0 1 0,0 0 0,-1 0 0,1-1 0,2-1 0,0-3 0,0 1 0,0-1 0,0 0 0,-1 0 0,0 0 0,3-10 0,-1 10 0,-3 12 0,-1 18 0,-1-21 0,1 18 0,0 0 0,2-1 0,1 0 0,0 1 0,9 23 0,43 94 0,-36-93 0,-19-44 0,-1 0 0,1 0 0,-1 0 0,1 1 0,-1-1 0,0 0 0,0 0 0,1 0 0,-1 0 0,0 0 0,0 1 0,0-1 0,0 0 0,0 1 0,0-1 0,-1-1 0,1 0 0,0 0 0,0 0 0,0 1 0,-1-1 0,1 0 0,0 0 0,0 0 0,-1 0 0,1 1 0,0-1 0,-1 0 0,1 0 0,0 0 0,0 0 0,-1 0 0,1 0 0,0 0 0,-1 0 0,1 0 0,0 0 0,0 0 0,-1 0 0,1 0 0,0 0 0,-1 0 0,1 0 0,0 0 0,-1 0 0,1 0 0,0-1 0,-6-1 0,0-1 0,1 0 0,-9-6 0,10 7 0,-164-114-1365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8.7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74 176 24575,'68'171'0,"-56"-147"0,0 0 0,2-1 0,0 0 0,32 36 0,-46-59 0,1 1 0,-1-1 0,0 0 0,0 0 0,0 0 0,0 1 0,0-1 0,0 0 0,0 0 0,0 0 0,0 0 0,1 1 0,-1-1 0,0 0 0,0 0 0,0 0 0,0 0 0,0 0 0,1 0 0,-1 1 0,0-1 0,0 0 0,0 0 0,0 0 0,1 0 0,-1 0 0,0 0 0,0 0 0,0 0 0,1 0 0,-1 0 0,0 0 0,0 0 0,0 0 0,1 0 0,-1 0 0,0 0 0,-2-9 0,-9-13 0,1 6 0,-91-166 0,76 133 0,-32-93 0,56 138 0,-1-1 0,0 0 0,0 0 0,1 0 0,0 0 0,0 0 0,0 0 0,1 0 0,0 0 0,0 0 0,0-1 0,1-5 0,-1 10 0,1 0 0,-1 1 0,0-1 0,0 0 0,1 1 0,-1-1 0,1 1 0,-1-1 0,0 0 0,1 1 0,-1-1 0,1 1 0,-1-1 0,1 1 0,0-1 0,-1 1 0,1 0 0,0-1 0,-1 1 0,1 0 0,0-1 0,-1 1 0,2 0 0,-1 0 0,1-1 0,-1 1 0,1 0 0,-1 1 0,1-1 0,-1 0 0,1 0 0,-1 1 0,0-1 0,4 2 0,0 0 0,1 1 0,0 1 0,-1-1 0,6 6 0,24 21 0,-31-26 0,-1-1 0,0 1 0,0 0 0,0-1 0,0 2 0,-1-1 0,3 7 0,-4-11 0,-1 1 0,0-1 0,0 1 0,1 0 0,-1-1 0,0 1 0,0 0 0,0-1 0,0 1 0,0 0 0,0-1 0,0 1 0,0 0 0,0-1 0,0 1 0,-1 0 0,1-1 0,0 1 0,0 0 0,-1-1 0,1 1 0,0-1 0,-1 1 0,1-1 0,-1 2 0,0-2 0,0 1 0,0 0 0,0 0 0,-1 0 0,1-1 0,0 1 0,-1 0 0,1-1 0,0 0 0,-1 1 0,-1 0 0,-6 0 0,1-1 0,-1 1 0,-10-2 0,12 1 0,-63-2-1365,56 2-5461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39:59.1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72 363 24575,'9'-14'0,"56"-99"0,-58 98 0,0-1 0,0 0 0,-2-1 0,0 1 0,4-25 0,-9 35 0,1 0 0,-1 0 0,0 0 0,-1-1 0,1 1 0,-1 0 0,0 0 0,-4-10 0,4 13 0,0 0 0,-1-1 0,1 1 0,-1 0 0,0 0 0,0 0 0,0 0 0,0 1 0,-1-1 0,1 0 0,-1 1 0,1 0 0,-1-1 0,0 1 0,0 0 0,-4-1 0,6 2 0,-1 1 0,0-1 0,0 1 0,0 0 0,0 0 0,0 0 0,1 0 0,-1 0 0,0 0 0,0 0 0,0 1 0,0-1 0,0 0 0,1 1 0,-1 0 0,0-1 0,0 1 0,1 0 0,-1 0 0,0 0 0,1 0 0,-1 1 0,-1 0 0,-3 4 0,0-1 0,1 1 0,-1 0 0,-5 8 0,1 1 0,0 1 0,-9 18 0,15-26 0,1 0 0,0 0 0,0 1 0,1-1 0,0 1 0,-2 14 0,4-20 0,0 1 0,1-1 0,0 1 0,-1-1 0,1 1 0,0-1 0,1 0 0,-1 1 0,0-1 0,1 0 0,0 0 0,0 0 0,0 0 0,0 0 0,0 0 0,1-1 0,-1 1 0,1-1 0,-1 1 0,1-1 0,0 0 0,4 2 0,6 4 0,0-1 0,1 0 0,25 9 0,-6-6 0,1-1 0,41 7 0,70 1 0,-135-16 0,30 5-1365,-25-3-5461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0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486 753 24575,'-25'-44'0,"7"17"0,-1 1 0,-40-43 0,18 23 0,-165-233 0,202 273 0,-56-89 0,53 81 0,-1 0 0,2-1 0,0 0 0,-7-29 0,11 18 0,2 22 0,0 0 0,0 0 0,-1 0 0,1 0 0,-3-6 0,3 9-19,0 1 1,0 0-1,0 0 0,0 0 0,0 0 1,0 0-1,0 0 0,-1-1 0,1 1 0,0 0 1,0 0-1,0 0 0,0 0 0,0 0 0,0 0 1,-1 0-1,1 0 0,0 0 0,0-1 1,0 1-1,0 0 0,-1 0 0,1 0 0,0 0 1,0 0-1,0 0 0,0 0 0,-1 0 0,1 0 1,0 0-1,0 0 0,0 0 0,0 0 1,0 1-1,-1-1 0,1 0 0,0 0 0,0 0 1,0 0-1,0 0 0,0 0 0,-1 0 0,1 0 1,0 0-1,0 0 0,0 1 0,0-1 1,0 0-1,0 0 0,0 0 0,-1 0 0,1 0 1,0 1-1,0-1 0,0 0 0,0 1-294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1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83 24575,'-2'-5'0,"-6"-31"0,8 34 0,-1 0 0,1 0 0,0 0 0,0 0 0,0 0 0,0-1 0,1 1 0,-1 0 0,1 0 0,-1 0 0,1 0 0,-1 0 0,3-4 0,-2 6 0,-1-1 0,1 0 0,0 0 0,0 1 0,0-1 0,-1 0 0,1 1 0,0-1 0,0 1 0,0-1 0,0 1 0,0 0 0,0-1 0,0 1 0,0 0 0,0 0 0,0 0 0,0-1 0,0 1 0,0 0 0,0 0 0,0 0 0,0 1 0,0-1 0,0 0 0,0 0 0,0 1 0,0-1 0,0 0 0,1 1 0,5 2 0,0 0 0,-1 1 0,8 5 0,-8-6 0,220 128 0,-196-117 0,-27-14 0,-6-4 0,-8-5 0,-14-7 0,-2 0 0,0 2 0,-1 1 0,0 1 0,-50-13 0,71 23 0,0 0 0,0 1 0,0 0 0,0 0 0,0 0 0,0 1 0,-7 1 0,12-1 0,1 0 0,-1 1 0,0-1 0,1 0 0,-1 1 0,0 0 0,1-1 0,-1 1 0,1 0 0,-1 0 0,1 0 0,0 0 0,-1 0 0,1 0 0,0 0 0,0 0 0,-1 1 0,1-1 0,0 0 0,0 1 0,0-1 0,1 1 0,-1-1 0,0 1 0,1-1 0,-1 1 0,1 0 0,-1-1 0,1 1 0,-1 0 0,1-1 0,0 1 0,0 3 0,1 4 15,0 0-1,0 0 1,1 0-1,0 0 1,0-1-1,1 1 1,1-1-1,4 10 1,-4-9-265,0 1 1,0-1 0,-1 1-1,0 0 1,2 19 0,-4-16-6577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2.8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1 24575,'-1'0'0,"0"0"0,0 0 0,0 0 0,0 0 0,0 0 0,0 1 0,0-1 0,0 0 0,0 1 0,0-1 0,0 1 0,0-1 0,0 1 0,0-1 0,0 1 0,0 0 0,0 0 0,0-1 0,1 1 0,-1 0 0,0 0 0,0 1 0,-1 1 0,1-1 0,0 1 0,0-1 0,0 1 0,0 0 0,1 0 0,-1 0 0,0 4 0,1 1 0,0 0 0,1 0 0,-1 0 0,1 0 0,4 14 0,-2-13 0,1 0 0,0 0 0,0 0 0,1-1 0,0 0 0,1 0 0,0 0 0,0 0 0,1-1 0,8 8 0,-9-10 0,0 0 0,0 0 0,1-1 0,0 1 0,0-2 0,0 1 0,0-1 0,0 0 0,1 0 0,-1-1 0,1 0 0,0 0 0,8 0 0,-15-2 0,1 0 0,0 0 0,-1 0 0,1 0 0,-1 0 0,1-1 0,0 1 0,-1 0 0,1-1 0,-1 1 0,1-1 0,-1 0 0,0 1 0,1-1 0,-1 0 0,0 0 0,1 0 0,-1 0 0,1-1 0,0 0 0,0 0 0,-1-1 0,0 1 0,1 0 0,-1-1 0,0 1 0,0 0 0,0-1 0,0 0 0,0-3 0,0-3 0,0 0 0,0 1 0,-1-1 0,0 0 0,-3-17 0,-23-78 0,56 144 0,-8-12 0,48 45 0,-58-63 0,0-1 0,0 0 0,1 0 0,0-1 0,0-1 0,29 11 0,-29-13 0,22 7 0,-32-11 0,0-1 0,-1 1 0,1-1 0,0 0 0,0 0 0,0 1 0,0-2 0,0 1 0,4-1 0,-5 0 0,-1 1 0,0-1 0,0 0 0,1 0 0,-1 0 0,0 1 0,0-1 0,0 0 0,0 0 0,0-1 0,0 1 0,-1 0 0,1 0 0,0 0 0,0-1 0,-1 1 0,1 0 0,-1-1 0,1 1 0,-1 0 0,0-1 0,1 1 0,-1-1 0,0 1 0,0 0 0,0-3 0,0-4 0,0 1 0,-1-1 0,-2-11 0,1 7 0,-2 0 0,1 0 0,-1 0 0,-1 1 0,0 0 0,-1 0 0,-12-17 0,12 22 0,4 6 0,2 1 0,0 0 0,0 0 0,0 0 0,1 0 0,-1 0 0,0 0 0,0 0 0,1 0 0,-1 0 0,0 0 0,1 0 0,0 0 0,10 15 0,1 0 0,1-2 0,0 1 0,1-2 0,28 22 0,-24-22 0,0 0 0,1-2 0,0 0 0,1-1 0,0-1 0,1-1 0,-1-1 0,36 8 0,-52-15-195,0 1 0,-1-1 0,1 1 0,-1-1 0,1 0 0,4-1 0,2-1-6631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3.3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58 24575,'-36'-13'0,"-2"1"0,1 1 0,-78-10 0,111 21 0,1-1 0,0 1 0,-1 0 0,1 1 0,0-1 0,0 0 0,0 1 0,-1 0 0,1 0 0,-4 2 0,6-3 0,0 1 0,0-1 0,1 1 0,-1-1 0,0 1 0,0 0 0,1 0 0,-1-1 0,0 1 0,1 0 0,-1 0 0,1 0 0,-1 0 0,1 0 0,-1 0 0,1 0 0,0-1 0,-1 1 0,1 0 0,0 0 0,0 0 0,0 1 0,0-1 0,0 0 0,0 0 0,0 0 0,0 0 0,0 0 0,0 0 0,1 0 0,-1 0 0,0 0 0,1 0 0,-1-1 0,1 1 0,0 1 0,2 4 0,0 0 0,1-1 0,0 1 0,0-1 0,0 0 0,1 0 0,-1 0 0,1-1 0,0 0 0,1 0 0,-1 0 0,11 5 0,5 2 0,1-1 0,26 9 0,-32-13 0,1-1 0,-1 0 0,1-1 0,0-1 0,26 2 0,-42-4 0,1-1 0,-1 0 0,0 0 0,1 0 0,-1-1 0,0 1 0,1 0 0,-1-1 0,1 1 0,-1 0 0,0-1 0,0 0 0,1 1 0,-1-1 0,0 0 0,0 1 0,0-1 0,0 0 0,0 0 0,0 0 0,2-1 0,-3 0 0,1 1 0,0-1 0,-1 0 0,1 1 0,-1-1 0,1 1 0,-1-1 0,0 0 0,0 1 0,0-1 0,0 0 0,0 1 0,0-1 0,0 0 0,-1-1 0,-1-5 0,0 1 0,-1 0 0,0 1 0,0-1 0,0 0 0,-8-11 0,6 12 0,-21-29 0,23 32 0,0-1 0,0 1 0,0 0 0,-1 0 0,1 1 0,0-1 0,-6-2 0,5 5 0,5 6 0,6 6 0,9 16-341,2-1 0,1-1-1,29 30 1,-35-43-6485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4.0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150 113 24575,'1'17'0,"1"-1"0,0 0 0,1 1 0,1-1 0,0-1 0,2 1 0,-1 0 0,2-1 0,13 23 0,0-5 0,2 0 0,49 55 0,-54-71 0,-17-17 0,0 0 0,0 0 0,0 0 0,0 0 0,0 0 0,0 0 0,0 0 0,0 0 0,0 0 0,0-1 0,0 1 0,0 0 0,0 0 0,0 0 0,0 0 0,0 0 0,0 0 0,0 0 0,0 0 0,0 0 0,1 0 0,-1 0 0,0 0 0,0 0 0,0 0 0,0 0 0,0 0 0,0 0 0,0 0 0,0 0 0,0 0 0,0 0 0,0 0 0,0 0 0,0 0 0,-9-11 0,-55-51 0,22 23 0,-4-5 0,12 13 0,-37-46 0,62 67 0,1-1 0,0-1 0,1 1 0,1-1 0,-1 0 0,2-1 0,0 0 0,-6-23 0,10 33 0,1 1 0,-1 0 0,1 0 0,0 0 0,0-1 0,0 1 0,0 0 0,0-1 0,0 1 0,1 0 0,-1 0 0,1 0 0,-1-1 0,1 1 0,0 0 0,0 0 0,0 0 0,0 0 0,1 0 0,-1 0 0,3-2 0,-2 2 0,1-1 0,0 2 0,-1-1 0,1 0 0,0 0 0,0 1 0,0 0 0,0-1 0,0 1 0,1 1 0,-1-1 0,0 0 0,0 1 0,5-1 0,4 1 0,-1 0 0,0 1 0,0 0 0,0 1 0,-1 0 0,1 1 0,0 0 0,-1 1 0,1 0 0,-1 0 0,10 7 0,-4-2 0,0 2 0,-1 0 0,0 0 0,-1 2 0,22 23 0,-33-33 0,0 0 0,-1 1 0,1 0 0,-1 0 0,1 0 0,-1 0 0,0 0 0,-1 0 0,1 1 0,-1-1 0,0 0 0,0 1 0,0-1 0,0 7 0,-1-9 0,0 0 0,-1 1 0,1-1 0,0 0 0,-1 0 0,0 0 0,1 0 0,-1 0 0,0 0 0,0 0 0,0 0 0,0 0 0,-1 0 0,1 0 0,0-1 0,-1 1 0,1 0 0,-1-1 0,0 1 0,1-1 0,-1 0 0,0 1 0,0-1 0,0 0 0,0 0 0,0 0 0,0-1 0,0 1 0,0 0 0,0-1 0,-3 1 0,-84 13-1365,69-12-5461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4.7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345 89 24575,'-123'-53'0,"99"44"0,0 2 0,0 0 0,-33-4 0,53 11 0,0-1 0,0 1 0,-1 0 0,1 0 0,0 0 0,0 1 0,-1-1 0,1 1 0,0 0 0,0 1 0,-5 1 0,7-2 0,0 0 0,-1 1 0,1-1 0,0 1 0,0 0 0,0 0 0,0 0 0,1 0 0,-1 0 0,0 0 0,1 0 0,-1 0 0,1 1 0,0-1 0,0 0 0,0 1 0,0-1 0,0 1 0,0 3 0,-1 6 0,0 1 0,1-1 0,1 1 0,0-1 0,1 1 0,0 0 0,1-1 0,0 0 0,1 1 0,0-1 0,10 22 0,4 3 0,1-2 0,32 48 0,-11-23 0,3-2 0,2-1 0,3-3 0,59 54 0,-88-93-273,0-1 0,1 0 0,1-2 0,40 21 0,-47-27-6553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5.0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48 24575,'-30'-10'0,"-13"-3"0,-1 0 0,4 5 0,7 4 0,6 5 0,5 5 0,4 2 0,5 1 0,2 0 0,1-2 0,4-2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5.2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206 223 24575,'-2'8'0,"0"-1"0,-1 1 0,0-1 0,0 1 0,-8 11 0,9-17 0,1 0 0,-1 0 0,1 0 0,-1-1 0,0 1 0,1 0 0,-1-1 0,0 0 0,0 1 0,0-1 0,0 0 0,0 0 0,0 0 0,-1 0 0,1 0 0,0-1 0,0 1 0,-1-1 0,1 1 0,0-1 0,-1 0 0,1 0 0,-5-1 0,1 0 0,0 0 0,0-1 0,0 1 0,0-1 0,0-1 0,0 1 0,1-1 0,-1 0 0,1-1 0,0 1 0,0-1 0,0 0 0,0 0 0,1-1 0,-1 1 0,1-1 0,1 0 0,-1 0 0,-3-6 0,4 5 0,-1-1 0,1 1 0,1 0 0,-1-1 0,1 0 0,0 1 0,1-1 0,-1 0 0,2 0 0,-1 0 0,1 0 0,0 0 0,0 0 0,0 0 0,1 0 0,4-13 0,-4 14 0,2 0 0,-1 0 0,1 0 0,0 0 0,0 0 0,1 0 0,0 1 0,0 0 0,0-1 0,0 2 0,1-1 0,0 0 0,10-6 0,-10 8 0,0 0 0,-1 1 0,1-1 0,1 1 0,-1 1 0,0-1 0,0 1 0,1 0 0,-1 0 0,1 0 0,-1 1 0,1 0 0,-1 0 0,1 0 0,-1 1 0,1 0 0,5 1 0,0 1-341,-1 1 0,0-1-1,12 7 1,-8-2-6485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5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339 125 24575,'-138'-31'0,"104"25"0,0 2 0,-38 0 0,70 4 0,-1 0 0,1 0 0,-1 0 0,1 1 0,-1-1 0,1 1 0,-1-1 0,1 1 0,-1 0 0,1 0 0,-1 0 0,1 0 0,0 0 0,0 1 0,0-1 0,0 1 0,0-1 0,0 1 0,0 0 0,0 0 0,0 0 0,-1 2 0,2-2 0,0 1 0,0-1 0,0 1 0,0 0 0,0-1 0,1 1 0,-1 0 0,1-1 0,0 1 0,0 0 0,0-1 0,0 1 0,0 0 0,1 0 0,-1-1 0,1 1 0,0 0 0,-1-1 0,1 1 0,2 3 0,2 2 0,-1-1 0,1 0 0,0 0 0,1 0 0,0-1 0,0 0 0,0 0 0,1 0 0,0-1 0,0 0 0,13 7 0,-8-5 0,0-1 0,1 0 0,0-1 0,0-1 0,1 0 0,21 3 0,-19-5 0,28 0 0,-39-2 0,0-1 0,1 1 0,-1-1 0,1 0 0,-1 0 0,0-1 0,0 0 0,9-4 0,-12 5 0,-1 0 0,1 0 0,-1 0 0,1 0 0,-1 0 0,1 0 0,-1-1 0,0 1 0,0-1 0,0 1 0,0-1 0,0 1 0,0-1 0,0 1 0,0-1 0,0 0 0,-1 0 0,1-2 0,0 1 0,-1 0 0,0 0 0,0 0 0,0 0 0,0-1 0,-1 1 0,1 0 0,-1 0 0,0 0 0,-1-3 0,-2-4 0,-1 0 0,0 0 0,-1 0 0,-13-17 0,-2 2 0,-1 0 0,-2 1 0,-43-34 0,65 57 0,0 0 0,1-1 0,-1 1 0,0 0 0,0 0 0,1 0 0,-1 1 0,0-1 0,0 0 0,-3 0 0,5 1 0,0 0 0,-1 0 0,1 0 0,0 0 0,0 0 0,-1 0 0,1 0 0,0 0 0,0 0 0,-1 0 0,1 1 0,0-1 0,0 0 0,-1 0 0,1 0 0,0 0 0,0 0 0,-1 1 0,1-1 0,0 0 0,0 0 0,0 0 0,-1 1 0,1-1 0,0 0 0,0 0 0,0 0 0,-1 1 0,1 0 0,0 0 0,0 0 0,0 0 0,0 0 0,0 0 0,0 0 0,0 0 0,0 0 0,0 0 0,0 0 0,1 0 0,-1 2 0,2 1-136,0 1-1,0-1 1,1 1-1,-1-1 1,1 0-1,0 1 1,0-2-1,0 1 0,6 6 1,1-2-6690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6.2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34 24575,'1'4'0,"0"-1"0,1 1 0,-1-1 0,1 1 0,0-1 0,0 0 0,0 0 0,0 1 0,5 3 0,1 2 0,1 0 0,0-1 0,1 0 0,-1 0 0,15 8 0,-18-13 0,1 1 0,-1-1 0,0-1 0,1 1 0,0-1 0,-1 0 0,1-1 0,0 1 0,0-1 0,14 0 0,-19-1 0,1-1 0,-1 1 0,1 0 0,-1-1 0,1 1 0,-1-1 0,1 0 0,-1 1 0,0-1 0,1-1 0,-1 1 0,0 0 0,0 0 0,0-1 0,0 1 0,0-1 0,0 0 0,0 0 0,0 1 0,-1-1 0,1 0 0,-1 0 0,1-1 0,-1 1 0,0 0 0,0 0 0,0-1 0,0 1 0,0-1 0,-1 1 0,1 0 0,-1-1 0,1 0 0,-1 1 0,0-4 0,0-1 0,0 0 0,-1 0 0,0 1 0,0-1 0,0 1 0,-1-1 0,0 1 0,0-1 0,0 1 0,-1 0 0,0 0 0,-5-8 0,8 14 0,0 0 0,0 0 0,0 0 0,0 0 0,0 0 0,0 0 0,0 1 0,0-1 0,0 0 0,0 0 0,0 0 0,0 0 0,0 0 0,0 0 0,0 0 0,1 0 0,-1 0 0,0 0 0,0 0 0,0 0 0,0 0 0,0 0 0,0 0 0,0 0 0,0 0 0,0 0 0,0 0 0,0 0 0,0 0 0,0 0 0,0 0 0,0 0 0,0-1 0,0 1 0,0 0 0,1 0 0,-1 0 0,0 0 0,0 0 0,0 0 0,0 0 0,0 0 0,0 0 0,0 0 0,0 0 0,0 0 0,0 0 0,0 0 0,0 0 0,0 0 0,0 0 0,0 0 0,0 0 0,0 0 0,0-1 0,11 6 0,21 13 0,-16-9 0,16 7 0,59 21 0,-74-32 0,1 0 0,-1-1 0,1 0 0,0-2 0,25 1 0,-40-3 0,-1 0 0,1 0 0,-1 0 0,1 0 0,0-1 0,-1 1 0,1-1 0,-1 1 0,1-1 0,-1 0 0,1 0 0,-1 0 0,0 0 0,1-1 0,-1 1 0,0-1 0,0 1 0,0-1 0,0 0 0,0 0 0,-1 0 0,1 0 0,0 0 0,-1 0 0,0 0 0,1 0 0,-1-1 0,0 1 0,0 0 0,0-1 0,0 1 0,-1-1 0,1 1 0,-1-1 0,1 0 0,-1-2 0,0 4 0,0-1 0,0 1 0,0-1 0,0 1 0,0-1 0,1 1 0,-1-1 0,0 1 0,1 0 0,-1-1 0,1 1 0,0 0 0,-1-1 0,2 0 0,-1 1 0,0 1 0,0 0 0,0 0 0,-1-1 0,1 1 0,0 0 0,0 0 0,0 0 0,0 0 0,0 0 0,0 0 0,-1 0 0,1 1 0,0-1 0,0 0 0,0 0 0,0 1 0,0-1 0,-1 0 0,1 1 0,0-1 0,0 1 0,-1-1 0,1 1 0,1 0 0,18 12 0,-1 1 0,0 0 0,-1 2 0,18 18 0,-27-24-1365,-2-1-5461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7.0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227 4 24575,'-31'-3'0,"-33"3"0,52 0 0,0 2 0,0-1 0,1 1 0,-1 1 0,-20 8 0,29-11 0,1 2 0,-1-1 0,1 0 0,-1 0 0,1 1 0,0-1 0,0 1 0,0 0 0,0-1 0,0 1 0,0 0 0,0 0 0,0 0 0,1 1 0,-1-1 0,1 0 0,-2 5 0,2-4 0,0 0 0,1 1 0,-1-1 0,1 0 0,0 0 0,0 0 0,0 0 0,1 0 0,-1 0 0,1 0 0,-1 0 0,1 0 0,2 4 0,2 4 0,0 0 0,1-1 0,1 1 0,0-1 0,0-1 0,15 16 0,6 2 0,1-1 0,40 27 0,69 38 0,-136-90 0,-1 0 0,0-1 0,1 1 0,-1 0 0,0 0 0,1 0 0,-1 0 0,0 0 0,0 0 0,0 1 0,0-1 0,1 2 0,-2-3 0,0 0 0,0 1 0,0-1 0,0 0 0,0 0 0,0 1 0,0-1 0,0 0 0,0 0 0,0 1 0,0-1 0,0 0 0,0 0 0,0 1 0,0-1 0,0 0 0,0 0 0,0 0 0,0 1 0,-1-1 0,1 0 0,0 0 0,0 1 0,0-1 0,0 0 0,-1 0 0,-11 6 0,0-4 0,0 0-1,0 0 0,0-2 1,-20 0-1,-50-8 54,9 0-1468,56 7-5411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8.1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24575,'1'25'0,"1"-1"0,1 1 0,1-1 0,14 43 0,-1-17 0,28 56 0,106 161-1365,-145-258-5461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8.2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326 41 24575,'-28'-7'0,"-14"-3"0,-2 0 0,4 3 0,5 1 0,8 5 0,4 3 0,5 3 0,2 1 0,2 1 0,3 3 0,1 0 0,2 0 0,2 1 0,3-1-8191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8.6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21 24575,'-29'-6'0,"-48"-6"0,65 10 0,0 2 0,0-1 0,0 2 0,-15 1 0,24-2 0,1 1 0,0-1 0,0 1 0,0-1 0,0 1 0,0 0 0,0 0 0,0 0 0,0 0 0,0 0 0,0 0 0,1 1 0,-3 1 0,3-2 0,0 0 0,1 0 0,-1 0 0,1 0 0,-1 0 0,1 0 0,0 0 0,-1 0 0,1 0 0,0 0 0,0 0 0,0 0 0,0 0 0,0 0 0,0 0 0,0 0 0,0 0 0,0 0 0,0 0 0,1 1 0,-1-1 0,0 0 0,1 0 0,-1 0 0,0-1 0,1 1 0,0 0 0,0 1 0,3 5 0,1-1 0,0 0 0,0 0 0,0-1 0,1 0 0,0 0 0,0 0 0,0 0 0,10 5 0,1-1 0,1 0 0,28 9 0,-24-10 0,44 8 0,-55-14 0,0-1 0,-1 0 0,1-1 0,0 0 0,0 0 0,15-4 0,-23 4 0,0-1 0,-1 0 0,1 0 0,0 0 0,-1 0 0,1 0 0,-1-1 0,1 1 0,-1-1 0,0 0 0,0 1 0,0-1 0,0 0 0,0 0 0,0-1 0,0 1 0,-1 0 0,1-1 0,-1 1 0,1-1 0,0-2 0,-1 3 0,-1 0 0,1-1 0,-1 1 0,1 0 0,-1 0 0,0-1 0,0 1 0,0 0 0,0-1 0,0 1 0,-1 0 0,1 0 0,-1-1 0,1 1 0,-1 0 0,0 0 0,0 0 0,0 0 0,0 0 0,0 0 0,0 0 0,-1 0 0,1 0 0,-1 1 0,1-1 0,-3-2 0,-1 0-341,-1 0 0,1 0-1,-12-5 1,2 2-6485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9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 24575,'39'-7'0,"12"-2"0,75-3 0,-123 11 0,-1 1 0,1 0 0,0 1 0,0-1 0,-1 0 0,1 1 0,0-1 0,0 1 0,-1 0 0,1 0 0,-1 0 0,1 0 0,-1 1 0,5 2 0,-6-3 0,0 0 0,0 0 0,0 1 0,0-1 0,0 1 0,-1-1 0,1 0 0,0 1 0,-1-1 0,1 1 0,-1 0 0,1-1 0,-1 1 0,0-1 0,0 1 0,0 0 0,0-1 0,0 1 0,0 0 0,0-1 0,0 1 0,-1-1 0,1 1 0,0 0 0,-2 1 0,-2 12 0,0 0 0,1 1 0,0-1 0,0 22 0,3-28 0,0 0 0,1 0 0,0 0 0,1 0 0,0 0 0,0 0 0,1 0 0,6 14 0,-1-5 0,-7-14 0,1 0 0,0 0 0,0 0 0,0 0 0,4 5 0,-5-8 0,1 1 0,-1-1 0,1 1 0,0-1 0,0 0 0,-1 0 0,1 0 0,0 0 0,0 0 0,0 0 0,0 0 0,0-1 0,0 1 0,4 0 0,39 3 0,-32-4 0,25 5 0,29 12-1365,-54-15-5461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09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 7 24575,'5'-3'0,"-1"0"0,-1 2 0,-4 2 0,-4 0 0,-3 1 0,-4 1 0,-4 2 0,-4-2 0,-2 0 0,0-1 0,5-1-8191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10.9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208 318 24575,'-26'-3'0,"-41"3"0,58 0 0,0 1 0,0 0 0,0 1 0,0 0 0,0 0 0,1 1 0,-1 0 0,-8 5 0,15-7 0,0 0 0,0 0 0,1 0 0,-1 0 0,0 0 0,1 0 0,0 0 0,-1 1 0,1-1 0,0 1 0,-1-1 0,1 1 0,0 0 0,0-1 0,0 1 0,0 0 0,1 0 0,-1-1 0,0 3 0,1-2 0,0 0 0,0 0 0,0 0 0,0 0 0,0 0 0,1 0 0,-1-1 0,1 1 0,-1 0 0,1 0 0,0 0 0,-1-1 0,1 1 0,0 0 0,3 2 0,1 2 0,0 0 0,1 0 0,0-1 0,0 1 0,1-1 0,-1-1 0,14 7 0,-13-7 0,0-1 0,0-1 0,0 1 0,1-1 0,-1 0 0,1-1 0,-1 0 0,1 0 0,-1 0 0,16-2 0,-20 1 0,0-1 0,1 1 0,-1-1 0,0 0 0,0 1 0,0-1 0,0-1 0,0 1 0,0 0 0,-1-1 0,1 0 0,0 1 0,-1-1 0,1 0 0,-1 0 0,0-1 0,0 1 0,0 0 0,0-1 0,0 1 0,0-1 0,0 0 0,-1 0 0,1 1 0,-1-1 0,0 0 0,0 0 0,1-5 0,-1-3 0,0 1 0,0-1 0,-1 0 0,-1 1 0,0-1 0,0 0 0,-1 1 0,0 0 0,-1-1 0,0 1 0,-1 0 0,-6-12 0,-4-7 0,-2 1 0,-34-46 0,28 43 0,11 13 0,-2 1 0,0 1 0,-25-25 0,28 36 0,9 11 0,9 14 0,20 39 0,68 104 0,-73-130 0,2-1 0,1-1 0,2-1 0,39 33 0,-62-58-341,1-1 0,0 0-1,9 5 1,-2-3-6485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11.4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91 24575,'-20'-4'0,"-37"-2"0,50 6 0,0 0 0,0 0 0,0 1 0,0 0 0,0 0 0,0 1 0,0-1 0,-11 6 0,16-6 0,0-1 0,1 1 0,-1 0 0,0 0 0,0 0 0,1 0 0,-1 1 0,0-1 0,1 0 0,-1 1 0,1-1 0,0 1 0,-1 0 0,1-1 0,0 1 0,0 0 0,0 0 0,0 0 0,0-1 0,1 1 0,-1 0 0,0 0 0,1 0 0,0 0 0,-1 1 0,1-1 0,0 0 0,0 0 0,0 0 0,0 0 0,0 0 0,1 0 0,-1 0 0,1 0 0,-1 0 0,1 0 0,0 0 0,0 0 0,0 0 0,1 2 0,2 3 0,1 0 0,0 0 0,0 0 0,1 0 0,0-1 0,0 0 0,0 0 0,10 7 0,-3-5 0,-1 0 0,1-1 0,1 0 0,17 6 0,-24-11 0,0 0 0,0 0 0,-1 0 0,1-1 0,0 0 0,0-1 0,0 1 0,0-1 0,0-1 0,0 1 0,9-3 0,-13 3 0,-1-1 0,0 0 0,0 1 0,0-1 0,0 0 0,0 0 0,0 0 0,0 0 0,0-1 0,0 1 0,0 0 0,0-1 0,-1 1 0,1-1 0,-1 0 0,1 0 0,-1 1 0,0-1 0,0 0 0,1 0 0,-1 0 0,0 0 0,-1 0 0,1-1 0,0 1 0,-1 0 0,1 0 0,-1 0 0,0-1 0,0 1 0,0 0 0,0 0 0,0-1 0,0 1 0,0 0 0,-2-5 0,0-2 0,-1-1 0,-1 1 0,1-1 0,-2 1 0,1 0 0,-1 1 0,-7-10 0,2 3 0,-1 1 0,-1 1 0,0 0 0,-27-21 0,33 29 0,0 0 0,-1 0 0,0 1 0,0 0 0,0 1 0,-1 0 0,1 0 0,-1 0 0,0 1 0,0 0 0,0 0 0,0 1 0,-9 0 0,14 1-80,0 0 0,0 1-1,0-1 1,1 1 0,-1 0-1,0 0 1,0 0 0,1 0-1,-1 0 1,0 1 0,1-1 0,-1 1-1,1 0 1,0 0 0,-1-1-1,-2 5 1,-2 3-6746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12.0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28 24575,'0'0'0,"0"0"0,0-1 0,0 1 0,0 0 0,0 0 0,0 0 0,0 0 0,0 0 0,0 0 0,0-1 0,0 1 0,0 0 0,0 0 0,0 0 0,0 0 0,0 0 0,0 0 0,0-1 0,1 1 0,-1 0 0,0 0 0,0 0 0,0 0 0,0 0 0,0 0 0,0 0 0,1 0 0,-1 0 0,0 0 0,0 0 0,0 0 0,0 0 0,0 0 0,1 0 0,-1-1 0,0 1 0,0 0 0,0 1 0,0-1 0,10 2 0,6 6 0,24 19 0,-17-10 0,1-2 0,0-1 0,1 0 0,46 17 0,-69-30 0,0-1 0,0 1 0,0-1 0,0 1 0,0-1 0,1 0 0,-1 1 0,0-1 0,0 0 0,0 0 0,0-1 0,0 1 0,0 0 0,0-1 0,0 1 0,0-1 0,0 0 0,3-1 0,-3 1 0,-1-1 0,1 1 0,-1-1 0,1 1 0,-1-1 0,0 0 0,0 0 0,0 0 0,0 1 0,0-1 0,0 0 0,0 0 0,-1 0 0,1 0 0,-1-1 0,1 1 0,-1 0 0,0-2 0,1-2 0,-2 0 0,1 0 0,-1-1 0,0 2 0,0-1 0,0 0 0,-1 0 0,0 0 0,-5-9 0,3 5 0,-2-1 0,-9-13 0,30 44 0,2-1 0,27 26 0,-36-38 0,1 1 0,0-1 0,1-1 0,-1 0 0,1 0 0,1-1 0,20 8 0,-29-13 0,0 1 0,-1 0 0,1-1 0,0 1 0,0-1 0,0 0 0,0 0 0,0 0 0,0 0 0,0 0 0,0 0 0,0 0 0,0-1 0,0 1 0,0-1 0,0 1 0,-1-1 0,1 0 0,0 0 0,0 0 0,-1 0 0,1 0 0,0 0 0,-1 0 0,1 0 0,-1-1 0,0 1 0,1-1 0,-1 1 0,0-1 0,0 1 0,0-1 0,0 0 0,0 0 0,1-3 0,2-5 0,-2 0 0,1-1 0,-1 1 0,-1-1 0,1-13 0,-1 14 0,-1 9 0,0 0 0,0 0 0,0 0 0,0 0 0,0 0 0,1-1 0,-1 1 0,0 0 0,1 0 0,-1 0 0,1 0 0,-1 0 0,1 0 0,-1 0 0,1 0 0,0 1 0,-1-1 0,1 0 0,0 0 0,0 0 0,2 0 0,-2 0 0,1 0 0,-1 1 0,1 0 0,-1-1 0,1 1 0,-1 0 0,1 0 0,-1 0 0,1 0 0,-1 0 0,1 0 0,0 0 0,2 1 0,4 1 0,-1 1 0,1 0 0,-1 0 0,0 1 0,7 4 0,65 51 42,-63-45-277,1-1 1,0 0-1,1-2 1,0 0-1,23 11 1,-27-17-6592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12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3 24575,'-21'-2'0,"0"1"0,-29 2 0,44 0 0,-1-1 0,0 1 0,1 1 0,0-1 0,-1 1 0,1 0 0,0 1 0,0-1 0,0 1 0,0 1 0,-9 5 0,13-7 0,0 0 0,0 1 0,0-1 0,0 0 0,0 1 0,0-1 0,1 1 0,-1-1 0,1 1 0,0-1 0,0 1 0,0 0 0,0 0 0,0 0 0,0 0 0,1 0 0,0 0 0,-1 0 0,1 0 0,0 0 0,1 0 0,-1 0 0,0 0 0,1-1 0,-1 1 0,2 3 0,0 0 0,1 0 0,-1 0 0,1 0 0,0-1 0,0 0 0,1 1 0,0-1 0,0 0 0,0-1 0,0 1 0,7 5 0,-5-6 0,0 1 0,1-1 0,0-1 0,-1 1 0,1-1 0,0 0 0,0-1 0,1 0 0,-1 0 0,1 0 0,-1-1 0,1 0 0,-1 0 0,1-1 0,-1 0 0,14-2 0,-16 1 0,0 0 0,0 0 0,0 0 0,0-1 0,0 0 0,0 0 0,-1 0 0,1-1 0,0 0 0,-1 0 0,0 0 0,0 0 0,0 0 0,0-1 0,0 0 0,-1 0 0,0 0 0,1 0 0,-2 0 0,1-1 0,0 1 0,-1-1 0,0 0 0,3-9 0,-3 6 0,0 0 0,-1 0 0,0 0 0,-1 0 0,0-8 0,0 16 0,0 0 0,0 0 0,0 0 0,0 0 0,0 0 0,0 0 0,0 0 0,0 0 0,0 0 0,0 0 0,0 0 0,0 0 0,0 0 0,0 0 0,0 0 0,0 0 0,0 0 0,0 0 0,0 0 0,0 0 0,0 0 0,0 0 0,0 0 0,0 0 0,-1 0 0,1 0 0,0 0 0,0 0 0,0 0 0,0 0 0,0 0 0,0 0 0,0 0 0,0 0 0,0 0 0,0 0 0,0 0 0,0 0 0,0 0 0,0 0 0,0 0 0,0 0 0,0 0 0,0 0 0,0 0 0,0 0 0,0-1 0,0 1 0,0 0 0,0 0 0,0 0 0,0 0 0,0 0 0,0 0 0,0 0 0,0 0 0,0 0 0,0 0 0,-3 6 0,-3 8 0,4-4-114,1-1 1,0 0-1,1 0 0,0 0 0,0 0 1,1 0-1,0 1 0,1-1 0,0 0 1,0-1-1,6 16 0,-3-12-6712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12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24575,'13'18'0,"6"8"0,0 2 0,-3-1 0,-2-3 0,-3-2 0,-4-3 0,-2-5-8191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12.8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24575,'22'20'0,"8"10"0,-1-2-8191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13.2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46 24575,'0'7'0,"0"-1"0,1 0 0,0 1 0,0-1 0,1 0 0,0 0 0,0 0 0,3 7 0,-3-9 0,0 0 0,0-1 0,1 1 0,-1-1 0,1 1 0,-1-1 0,1 0 0,0 0 0,1 0 0,-1 0 0,0-1 0,8 5 0,-10-6 0,0-1 0,-1 0 0,1 1 0,0-1 0,0 1 0,0-1 0,-1 0 0,1 0 0,0 0 0,0 1 0,0-1 0,0 0 0,0 0 0,0 0 0,-1 0 0,1 0 0,0-1 0,0 1 0,0 0 0,0 0 0,0-1 0,-1 1 0,3-1 0,-2 0 0,0 0 0,0 0 0,-1 0 0,1 0 0,0 0 0,0 0 0,-1 0 0,1-1 0,0 1 0,-1 0 0,1 0 0,-1-1 0,0 1 0,1-2 0,0-6 0,0 0 0,-1 0 0,0-17 0,-1 20 0,1 5 0,0-5 0,0 0 0,0 0 0,0-1 0,1 1 0,-1 0 0,3-7 0,-2 11 0,-1 1 0,1-1 0,0 1 0,0-1 0,0 1 0,0-1 0,0 1 0,0 0 0,0-1 0,0 1 0,1 0 0,-1 0 0,0 0 0,1 0 0,-1 0 0,1 0 0,-1 0 0,1 1 0,0-1 0,-1 0 0,1 1 0,0-1 0,-1 1 0,1 0 0,0-1 0,2 1 0,5 0 0,0 0 0,-1 1 0,1 0 0,-1 0 0,0 1 0,1 0 0,-1 0 0,9 4 0,64 32 0,-71-32 0,14 6-195,0 1 0,-1 0 0,-1 2 0,0 1 0,-2 1 0,24 23 0,-34-28-6631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4.7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 24575,'1'4'0,"-1"1"0,1-1 0,1 0 0,-1 0 0,1 0 0,3 7 0,1 2 0,-1-1 0,1 0 0,1 0 0,0-1 0,0 0 0,1 0 0,13 13 0,5 2 0,31 26 0,-42-40 0,0-1 0,0 0 0,23 11 0,-31-19 0,0 1 0,1-1 0,-1-1 0,1 1 0,0-1 0,0-1 0,0 1 0,0-1 0,0-1 0,10 0 0,-16 0 0,0 0 0,0 0 0,-1 0 0,1-1 0,0 1 0,0 0 0,0-1 0,0 0 0,-1 1 0,1-1 0,0 0 0,-1 0 0,1 0 0,0 0 0,-1-1 0,0 1 0,1 0 0,-1 0 0,0-1 0,1 1 0,-1-1 0,0 1 0,0-1 0,0 0 0,0 1 0,-1-1 0,1 0 0,0 0 0,-1 0 0,1 1 0,-1-1 0,1 0 0,-1 0 0,0 0 0,0 0 0,0-2 0,0-2 0,-1 0 0,0 1 0,0-1 0,0 0 0,0 1 0,-1-1 0,0 1 0,0 0 0,0 0 0,-1 0 0,-3-5 0,-7-5 0,12 14 0,2 3 0,7 8 0,3 3 0,1-1 0,1-1 0,0 0 0,0 0 0,1-1 0,27 14 0,-32-20 0,0 1 0,1-1 0,-1-1 0,1 0 0,0 0 0,0-1 0,0 0 0,0 0 0,0-1 0,0-1 0,1 0 0,16-2 0,-24 2 0,0-1 0,0 0 0,0 0 0,0 1 0,0-2 0,-1 1 0,1 0 0,0 0 0,-1-1 0,1 0 0,-1 1 0,0-1 0,1 0 0,-1 0 0,0 0 0,0-1 0,0 1 0,0 0 0,-1-1 0,1 1 0,-1-1 0,1 1 0,-1-1 0,0 0 0,0 0 0,0 0 0,-1 1 0,1-1 0,0 0 0,-1 0 0,0 0 0,0 0 0,0 0 0,0 0 0,0 0 0,-1 0 0,1 0 0,-1 0 0,0 0 0,0 0 0,-1-3 0,-4-8 0,-1 1 0,0-1 0,-1 1 0,-1 0 0,0 1 0,-19-21 0,13 18 0,0 1 0,0 1 0,-1 0 0,-29-17 0,27 21-1365,2 3-5461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5.1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24575,'17'17'0,"12"9"0,2 3 0,-1-2 0,-5-3 0,-5-3 0,-6-4-8191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5.3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19 24575,'3'-8'0,"0"1"0,0 3 0,-3 6 0,-1 4 0,-4 4 0,-3 2 0,-2 3 0,0-2-8191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5.6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24575,'14'16'0,"-1"1"0,-1 0 0,15 27 0,-10-17 0,136 193 0,52 12-1365,-194-222-5461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5.7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310 133 24575,'-27'-20'0,"-12"-9"0,-2 0 0,3 6 0,7 5 0,5 8 0,5 6 0,3 5 0,2 2 0,2 3 0,0 0 0,1 0 0,1-2-8191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6.2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24575,'25'60'0,"3"-1"0,3-1 0,47 67 0,-67-109 0,35 47 0,-39-55 0,1 0 0,-1 0 0,2 0 0,17 12 0,-23-18 0,1 0 0,-1-1 0,1 1 0,0-1 0,-1 0 0,1 1 0,0-2 0,0 1 0,0 0 0,0-1 0,0 0 0,6 0 0,-9 0 0,1 0 0,0 0 0,-1-1 0,1 1 0,0-1 0,0 1 0,-1-1 0,1 1 0,-1-1 0,1 0 0,0 0 0,-1 1 0,0-1 0,1 0 0,-1-1 0,1 1 0,-1 0 0,0 0 0,0 0 0,0-1 0,0 1 0,0-1 0,0 1 0,0-1 0,0 1 0,-1-1 0,1 1 0,0-1 0,0-2 0,-1 3 0,0-4 0,1 0 0,1 0 0,-1 0 0,1 0 0,3-9 0,-4 13 0,0-1 0,1 1 0,-1-1 0,0 1 0,1-1 0,-1 1 0,0 0 0,1 0 0,0 0 0,-1 0 0,1 0 0,0 0 0,-1 0 0,1 0 0,0 1 0,0-1 0,0 1 0,-1-1 0,4 1 0,12-2 0,1 1 0,-1 1 0,0 1 0,0 1 0,20 4 0,-2-1 0,135 23 0,-164-27-273,-1 1 0,1 0 0,-1-1 0,10 6 0,-3 1-6553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7.1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2 24575,'-1'0'0,"1"0"0,0 0 0,-1-1 0,1 1 0,-1 0 0,1 0 0,-1 0 0,1 0 0,-1-1 0,1 1 0,-1 0 0,1 0 0,-1 0 0,1 0 0,-1 0 0,1 0 0,0 0 0,-1 0 0,1 1 0,-1-1 0,1 0 0,-1 0 0,1 0 0,-1 0 0,1 1 0,-1-1 0,1 0 0,0 0 0,-1 1 0,1-1 0,-1 0 0,1 1 0,0-1 0,-1 0 0,1 1 0,0-1 0,0 1 0,-1-1 0,1 0 0,0 1 0,0-1 0,0 1 0,-1-1 0,1 1 0,0-1 0,0 1 0,0-1 0,0 1 0,0-1 0,0 1 0,0-1 0,0 1 0,0-1 0,0 1 0,0 4 0,0 0 0,1-1 0,-1 1 0,2 7 0,7 16 0,1 0 0,1-1 0,26 44 0,-16-31 0,54 98 0,-38-72 0,-57-104 0,18 34 0,0-1 0,0 0 0,1 1 0,-1-1 0,1 0 0,0 0 0,0-5 0,1 9 0,0-1 0,1 1 0,-1-1 0,0 1 0,0 0 0,1-1 0,-1 1 0,0 0 0,1-1 0,-1 1 0,1 0 0,0 0 0,-1 0 0,1-1 0,0 1 0,0 0 0,0 0 0,0 0 0,0 0 0,0 0 0,0 0 0,0 1 0,0-1 0,0 0 0,1 0 0,-1 1 0,0-1 0,0 1 0,3-1 0,5-1 0,0 0 0,0 1 0,0 0 0,0 0 0,0 1 0,0 1 0,0-1 0,0 1 0,-1 1 0,18 4 0,-8 0 0,-1 0 0,1 2 0,-1 0 0,19 11 0,-32-16 0,0 0 0,0 0 0,0 0 0,0 1 0,-1-1 0,1 1 0,-1 0 0,5 7 0,-7-10 0,-1 0 0,1 0 0,0 0 0,-1 1 0,1-1 0,-1 0 0,1 1 0,-1-1 0,0 0 0,1 1 0,-1-1 0,0 0 0,0 1 0,0-1 0,0 1 0,0-1 0,0 0 0,-1 1 0,1-1 0,0 0 0,-1 1 0,1-1 0,-1 0 0,1 0 0,-1 1 0,0-1 0,1 0 0,-1 0 0,0 0 0,0 0 0,0 0 0,0 0 0,0 0 0,0 0 0,-2 1 0,-3 2 0,-1 0 0,1-1 0,-1 0 0,0 0 0,0-1 0,0 0 0,0 0 0,-1 0 0,-12 0 0,-2 0 0,0-2 0,-23-2 0,44 2-14,-9 0 59,0-1 1,-15-4-1,24 4-105,-1 1 1,1 0-1,-1-1 1,1 1-1,-1-1 1,1 1-1,-1-1 1,1 0 0,-1 1-1,1-1 1,0 0-1,0 0 1,-1 0-1,1 0 1,0 0-1,0-1 1,0 1-1,0 0 1,0 0-1,0-1 1,1 1-1,-1-1 1,0 1-1,0-3 1,1-6-6767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7.3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24575,'0'7'0,"0"3"-8191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7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24575,'0'10'0,"0"8"0,0 4 0,0 3 0,0 0 0,0-2 0,0-3 0,0-4-8191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8.0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130 622 24575,'7'-30'0,"-1"0"0,-1-1 0,0-55 0,-5 63 0,-2 1 0,0-1 0,-2 1 0,0 0 0,-15-41 0,-44-88 0,26 68 0,36 79 0,-8-16 0,9 19 0,0 1 0,-1-1 0,1 0 0,0 0 0,-1 1 0,1-1 0,-1 0 0,1 1 0,-1-1 0,0 0 0,1 1 0,-1-1 0,0 1 0,1-1 0,-1 1 0,0-1 0,0 0 0,0 2 0,1 1 0,0-1 0,0 0 0,0 0 0,0 0 0,0 0 0,0 0 0,0 1 0,0-1 0,1 0 0,-1 1 0,15 62 0,35 93 0,-35-119 0,2-1 0,1-1 0,40 57 0,-51-82 0,1-1 0,1 0 0,0 0 0,13 11 0,-20-19 0,1 0 0,-1 0 0,1 0 0,0 0 0,0-1 0,0 1 0,0-1 0,0 0 0,0 0 0,0 0 0,0 0 0,0 0 0,1 0 0,-1-1 0,0 0 0,0 0 0,1 0 0,-1 0 0,0 0 0,0 0 0,1-1 0,4-1 0,-5 0 0,0 1 0,0-1 0,-1 0 0,1 1 0,-1-1 0,0-1 0,1 1 0,-1 0 0,0 0 0,0-1 0,0 1 0,-1-1 0,3-4 0,2-5 0,9-24 0,-11 24 0,20-72 0,-24 83 0,0 1 0,0-1 0,0 0 0,0 1 0,1-1 0,-1 1 0,0-1 0,0 1 0,1-1 0,-1 0 0,0 1 0,1-1 0,-1 1 0,1-1 0,-1 1 0,0-1 0,1 1 0,-1 0 0,1-1 0,0 0 0,0 1 0,-1 0 0,1 1 0,-1-1 0,0 0 0,1 0 0,-1 0 0,1 0 0,-1 1 0,0-1 0,1 0 0,-1 0 0,0 1 0,1-1 0,-1 0 0,0 1 0,0-1 0,1 0 0,-1 1 0,0-1 0,0 0 0,0 1 0,1 0 0,10 31 0,-9-25 0,27 78-1365,-24-72-5461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8.2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24575,'0'10'0,"3"5"0,0 4 0,3 0 0,0 3 0,-1-1 0,1-3 0,0-3 0,-2-3-8191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8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0 181 24575,'0'2'0,"1"-1"0,-1 0 0,1 1 0,-1-1 0,1 1 0,-1-1 0,1 0 0,0 0 0,0 1 0,0-1 0,-1 0 0,1 0 0,0 0 0,1 0 0,1 2 0,21 15 0,-19-15 0,8 6 0,66 42 0,-70-46 0,0 0 0,1-1 0,-1 0 0,1-1 0,0 0 0,0 0 0,10 0 0,-17-3 0,-1 1 0,0-1 0,0 0 0,0 0 0,0 0 0,0-1 0,0 1 0,0 0 0,0-1 0,0 1 0,0-1 0,0 0 0,0 0 0,0 0 0,0 0 0,0 0 0,-1 0 0,1 0 0,0 0 0,-1-1 0,1 1 0,-1-1 0,1 1 0,-1-1 0,0 0 0,2-1 0,-2 0 0,0-1 0,1 1 0,-1 0 0,-1 0 0,1-1 0,0 1 0,-1 0 0,1-1 0,-1 1 0,0 0 0,0-1 0,-1 1 0,1-1 0,-1 1 0,-1-6 0,2 8 0,-1 0 0,1 0 0,-1 0 0,1 0 0,0 0 0,-1 0 0,1-1 0,0 1 0,0 0 0,0 0 0,0 0 0,0 0 0,0-1 0,1 1 0,-1 0 0,0 0 0,0 0 0,1 0 0,-1 0 0,1 0 0,-1 0 0,1 0 0,0-2 0,0 3 0,1-1 0,-1 1 0,0-1 0,0 1 0,0 0 0,1 0 0,-1-1 0,0 1 0,1 0 0,-1 0 0,0 0 0,1 0 0,-1 0 0,0 1 0,0-1 0,1 0 0,-1 1 0,0-1 0,0 0 0,0 1 0,2 0 0,36 14 0,46 9 0,-65-20 0,-1-1 0,1 0 0,-1-2 0,33 0 0,-48-2 0,0 1 0,0-1 0,0 1 0,0-1 0,0 0 0,0-1 0,0 1 0,0-1 0,-1 0 0,1 0 0,0 0 0,-1 0 0,0 0 0,1-1 0,-1 0 0,0 1 0,4-7 0,-5 6 0,0 0 0,0 0 0,-1 0 0,1 0 0,-1 0 0,0 0 0,0-1 0,0 1 0,0 0 0,-1-1 0,1 1 0,-1 0 0,0-1 0,0 1 0,0-1 0,0 1 0,-1 0 0,0-1 0,1 1 0,-1 0 0,-2-6 0,-3-2 0,1 1 0,-2 0 0,1 0 0,-1 1 0,-1 0 0,0 0 0,0 1 0,-11-9 0,-14-15 0,31 29 0,-1 1 0,1 0 0,-1 0 0,0 0 0,-5-3 0,8 5 0,0 0 0,0 0 0,0 0 0,-1-1 0,1 1 0,0 0 0,0 0 0,0 0 0,-1 0 0,1 0 0,0 0 0,0 0 0,-1 0 0,1 0 0,0 0 0,0 0 0,0 0 0,-1 0 0,1 0 0,0 0 0,0 0 0,-1 0 0,1 0 0,0 0 0,0 0 0,0 0 0,-1 1 0,1-1 0,0 0 0,0 0 0,0 0 0,-1 0 0,1 1 0,0 0 0,0 0 0,0 0 0,0 0 0,0 0 0,0 0 0,1-1 0,-1 1 0,0 0 0,0 0 0,1 0 0,-1-1 0,0 1 0,1 1 0,9 16 0,0 0 0,2-1 0,-1 0 0,2-1 0,27 27 0,82 63 0,-107-94 0,41 31 0,-48-38 0,1 0 0,-1 0 0,1-1 0,18 7 0,-26-11-42,1 1-1,-1-1 0,1 0 1,-1 1-1,1-1 0,-1 0 1,1 0-1,0 0 0,-1 0 1,1-1-1,-1 1 0,1 0 1,-1 0-1,1-1 0,-1 1 1,1-1-1,-1 0 0,0 1 1,1-1-1,-1 0 0,0 0 1,1 0-1,-1 0 0,0 0 1,0 0-1,0 0 0,0 0 1,0-1-1,0 1 0,0 0 1,1-3-1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29.4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139 207 24575,'-12'2'0,"0"1"0,1 1 0,-1 0 0,1 0 0,0 1 0,-21 13 0,29-16 0,1 0 0,-1 0 0,0 0 0,0 1 0,1-1 0,0 1 0,-1 0 0,1 0 0,0 0 0,0 0 0,1 0 0,-1 0 0,1 0 0,-1 1 0,1-1 0,0 0 0,0 1 0,1-1 0,-1 1 0,1-1 0,-1 1 0,1-1 0,0 1 0,1 0 0,-1-1 0,0 1 0,1-1 0,1 4 0,0-1 0,0-1 0,0 1 0,1-1 0,-1 0 0,1 0 0,1 0 0,-1 0 0,1-1 0,7 8 0,-10-10 0,1-1 0,0 1 0,-1-1 0,1 0 0,0 0 0,0 0 0,0 0 0,0 0 0,0 0 0,0-1 0,0 1 0,0-1 0,2 1 0,-2-1 0,-1 0 0,1 0 0,-1 0 0,1-1 0,-1 1 0,1 0 0,-1-1 0,1 1 0,-1-1 0,1 0 0,-1 1 0,0-1 0,1 0 0,-1 0 0,0 0 0,0 0 0,0 0 0,0 0 0,0 0 0,1-2 0,2-1 0,-1-1 0,0 0 0,0 0 0,-1-1 0,0 1 0,0-1 0,0 1 0,1-8 0,-1 6 0,0 1 0,0 0 0,0 0 0,0 0 0,7-11 0,-8 16 0,-1 0 0,1 0 0,0 1 0,-1-1 0,1 0 0,0 1 0,-1-1 0,1 0 0,0 1 0,0-1 0,0 1 0,0-1 0,-1 1 0,1 0 0,0-1 0,0 1 0,0 0 0,0 0 0,0 0 0,2-1 0,-1 2 0,0-1 0,0 0 0,0 0 0,0 1 0,0 0 0,0-1 0,0 1 0,0 0 0,2 1 0,5 3 0,-1 1 0,0 0 0,9 9 0,-11-10 0,5 5 0,1-1 0,0 0 0,1-1 0,0 0 0,0-1 0,1 0 0,0-1 0,0-1 0,0 0 0,1-1 0,0-1 0,0 0 0,-1-1 0,1-1 0,1 0 0,-1-1 0,0 0 0,21-4 0,-33 4 0,-1-1 0,1 0 0,0 1 0,-1-1 0,1 0 0,-1 0 0,0 0 0,1 0 0,-1-1 0,0 1 0,0-1 0,0 1 0,0-1 0,0 0 0,0 0 0,0 0 0,-1 0 0,1 0 0,-1 0 0,1 0 0,-1-1 0,0 1 0,0 0 0,0-1 0,1-3 0,-1 1 0,0 0 0,-1 1 0,0-1 0,0 0 0,0 0 0,0 0 0,-1 0 0,0 0 0,0 1 0,0-1 0,-1 0 0,1 1 0,-4-6 0,1 1 0,-1-1 0,-1 1 0,0 0 0,0 1 0,-9-9 0,-38-35 0,30 32 0,15 13 0,1 0 0,0-1 0,0 0 0,1 0 0,0 0 0,-6-13 0,10 19 0,1 0 0,0 0 0,0 0 0,1 0 0,-1 0 0,0 0 0,1-1 0,-1 1 0,1 0 0,0 0 0,0 0 0,0-1 0,0 1 0,0 0 0,0 0 0,1-1 0,-1 1 0,1 0 0,-1 0 0,1 0 0,0 0 0,0 0 0,0 0 0,0 0 0,0 0 0,0 0 0,1 0 0,-1 1 0,1-1 0,-1 0 0,1 1 0,0-1 0,-1 1 0,5-3 0,-1 1-227,1 0-1,-1 0 1,1 0-1,0 1 1,10-3-1,-3 2-6598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30.2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46 24575,'-1'-9'0,"0"0"0,0-17 0,3 24 0,1 8 0,2 8 0,21 62 0,-6-16 0,39 83 0,-53-132-116,-1-1-62,0 1-1,1-1 1,0 0-1,0-1 1,1 1-1,10 9 1,-9-12-6648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30.4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212 1 24575,'-27'2'0,"-13"2"0,0-1 0,2-1 0,9 3 0,7-1 0,6 3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30.7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153 278 24575,'-1'1'0,"0"1"0,0-1 0,0 0 0,0 0 0,0 1 0,0-1 0,0 0 0,0 0 0,-1 0 0,1-1 0,0 1 0,-1 0 0,1 0 0,-1-1 0,1 1 0,0-1 0,-1 1 0,0-1 0,1 1 0,-3-1 0,2 0 0,-1 0 0,0 0 0,1-1 0,-1 1 0,1-1 0,-1 0 0,1 0 0,-1 0 0,1 0 0,-1 0 0,-2-2 0,-2-2 0,-1-1 0,0 0 0,1 0 0,0-1 0,-10-12 0,13 13 0,0-1 0,0 1 0,0-1 0,1 0 0,0 0 0,0 0 0,1 0 0,-1 0 0,-1-14 0,3 11 0,0 0 0,1-1 0,0 1 0,0 0 0,1-1 0,4-16 0,-4 22 0,0 1 0,0 0 0,1 0 0,0 0 0,-1 0 0,1 0 0,1 1 0,-1-1 0,1 0 0,-1 1 0,5-4 0,-6 5 0,1 1 0,0-1 0,0 1 0,0 0 0,1-1 0,-1 1 0,0 0 0,0 0 0,1 0 0,-1 0 0,0 1 0,1-1 0,-1 1 0,1-1 0,-1 1 0,1 0 0,-1 0 0,0 0 0,1 0 0,3 1 0,28 10-1365,-19-5-5461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31.3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145 74 24575,'-18'-6'0,"0"0"0,-22-5 0,36 10 0,0 0 0,0 0 0,0 1 0,-1-1 0,1 1 0,0 1 0,0-1 0,0 0 0,-1 1 0,1 0 0,-5 1 0,8-1 0,1-1 0,-1 0 0,0 1 0,0-1 0,0 0 0,1 1 0,-1-1 0,0 1 0,1 0 0,-1-1 0,0 1 0,1-1 0,-1 1 0,1 0 0,-1-1 0,1 1 0,-1 0 0,1 0 0,0 0 0,-1-1 0,1 1 0,0 0 0,0 0 0,-1 1 0,1 0 0,0 0 0,0 0 0,1 0 0,-1 0 0,0-1 0,1 1 0,0 0 0,-1 0 0,1-1 0,2 4 0,1 3 0,1-1 0,1 1 0,9 9 0,-7-9 0,0-1 0,1 1 0,0-2 0,0 1 0,1-1 0,-1-1 0,1 0 0,20 8 0,-24-11 0,0 0 0,0-1 0,0 1 0,0-1 0,0 0 0,0-1 0,0 1 0,0-1 0,0 0 0,1-1 0,-1 0 0,0 0 0,0 0 0,0 0 0,-1-1 0,1 0 0,10-5 0,-13 5 0,-1 0 0,1 0 0,0 0 0,-1 0 0,0 0 0,1 0 0,-1-1 0,0 1 0,0-1 0,-1 0 0,1 1 0,0-1 0,-1 0 0,0 0 0,1 0 0,-1 0 0,-1 0 0,1-1 0,0 1 0,0-6 0,-1-3 0,0 0 0,-1 0 0,0 0 0,-4-15 0,-2-19 0,7 45 0,0 1 0,0 0 0,0-1 0,0 1 0,0 0 0,0 0 0,0-1 0,0 1 0,0 0 0,0-1 0,0 1 0,0 0 0,0-1 0,0 1 0,0 0 0,1 0 0,-1-1 0,0 1 0,0 0 0,0 0 0,0-1 0,1 1 0,-1 0 0,0 0 0,0-1 0,1 1 0,-1 0 0,0 0 0,0 0 0,1-1 0,10 3 0,12 11 0,-21-11 0,17 10 0,1 0 0,0-1 0,28 10 0,-37-17 0,-1-1 0,1 0 0,0 0 0,0-1 0,1-1 0,-1 1 0,0-2 0,19-1 0,-27 1 0,-1 0 0,0-1 0,1 1 0,-1-1 0,0 0 0,0 0 0,1 0 0,-1 0 0,0 0 0,0 0 0,0 0 0,0-1 0,-1 1 0,1-1 0,0 1 0,0-1 0,1-2 0,0 0 0,-1 0 0,1-1 0,-1 1 0,0-1 0,0 1 0,2-10 0,-3 12 0,-1 1 0,1-1 0,-1 1 0,1-1 0,-1 1 0,1 0 0,0 0 0,0-1 0,0 1 0,0 0 0,0 0 0,0 0 0,0 0 0,0 0 0,0 0 0,1 0 0,-1 0 0,0 0 0,1 1 0,-1-1 0,0 1 0,1-1 0,-1 1 0,1-1 0,-1 1 0,1 0 0,-1-1 0,1 1 0,-1 0 0,1 0 0,-1 0 0,2 1 0,7 0 0,-1 0 0,0 1 0,0 1 0,11 3 0,1 1 0,41 7-1365,-49-11-5461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31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8 24575,'-10'-7'0,"10"7"0,0 0 0,0 0 0,-1 0 0,1 0 0,0 0 0,0 0 0,0 0 0,0 0 0,-1 1 0,1-1 0,0 0 0,0 0 0,0 0 0,0 0 0,0 0 0,0 0 0,0 1 0,-1-1 0,1 0 0,0 0 0,0 0 0,0 0 0,0 1 0,0-1 0,0 0 0,0 0 0,0 0 0,0 0 0,0 1 0,0-1 0,0 0 0,0 0 0,0 0 0,0 0 0,0 1 0,5 24 0,-3-19 0,3 11 0,12 27 0,-10-29 0,8 28 0,-15-41 5,0 0 0,1 0 0,-1-1 0,0 1 0,0 0 0,-1-1 0,1 1 0,0 0 0,0-1 0,-1 1 0,1 0 0,-1-1 0,0 1 0,1 0 0,-1-1 0,0 1 0,0-1 0,0 0 0,0 1 0,0-1 0,0 0 0,0 1 0,-3 1 0,-1 1-302,-1 0 0,1 0 0,-1-1 0,-10 5 0,5-2-6529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32.0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158 37 24575,'-1'-1'0,"-14"-7"0,-31-13 0,42 20 0,0-1 0,-1 1 0,1 0 0,-1 0 0,1 1 0,-1-1 0,1 1 0,-1 0 0,1 0 0,-1 1 0,1-1 0,-7 2 0,9-1 0,0 0 0,1 0 0,-1 0 0,0 0 0,0 0 0,1 0 0,-1 0 0,0 0 0,1 1 0,0-1 0,-1 0 0,1 1 0,0 0 0,0-1 0,-1 1 0,1 0 0,0-1 0,1 1 0,-1 0 0,0 0 0,1 0 0,-1 0 0,1 0 0,-1 0 0,1 0 0,0 0 0,0 2 0,0 6 0,0 0 0,1 0 0,0-1 0,3 13 0,10 35 0,25 67 0,31 52 0,-34-94 0,-11-28 0,-2 2 0,21 78 0,-41-118-1365,-1-3-5461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32.2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124 1 24575,'-33'10'0,"-13"3"0,2 0-8191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58.9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49 24575,'0'-1'0,"-7"-25"0,7 24 0,-1 1 0,1-1 0,-1 1 0,1 0 0,-1-1 0,0 1 0,1 0 0,-1-1 0,0 1 0,0 0 0,0 0 0,0 0 0,0 0 0,-2-2 0,2 3 0,1 0 0,0 0 0,0 0 0,0 0 0,0 0 0,0 0 0,0 0 0,0 0 0,-1 0 0,1 0 0,0 0 0,0 0 0,0 0 0,0 0 0,0 0 0,0 0 0,0 0 0,-1 0 0,1 0 0,0 0 0,0 0 0,0 0 0,0 0 0,0 0 0,0 0 0,0 1 0,0-1 0,0 0 0,-1 0 0,1 0 0,0 0 0,0 0 0,0 0 0,0 0 0,0 0 0,0 0 0,0 1 0,0-1 0,0 0 0,0 0 0,0 0 0,0 0 0,0 0 0,-1 9 0,3 7 0,0-3 0,2-1 0,-1 0 0,2 0 0,5 12 0,27 46 0,-24-47 0,227 336 0,-227-341 0,-1 0 0,-1 1 0,14 30 0,-25-47 0,1-1 0,-1 0 0,1 0 0,-1 0 0,1 0 0,-1 0 0,1 0 0,0 0 0,-1 0 0,1 0 0,0 0 0,0 0 0,0 0 0,1 0 0,2-4 0,-1-9 0,-2-7 0,-1 8 0,1 1 0,0-1 0,0 1 0,1-1 0,1 1 0,5-15 0,-5 17 0,12-24 0,-14 30 0,0 0 0,1 0 0,-1 0 0,0 1 0,1-1 0,-1 0 0,1 1 0,-1-1 0,1 1 0,0 0 0,0-1 0,3-1 0,-5 3 0,0 0 0,1 0 0,-1 0 0,0 0 0,1 0 0,-1 0 0,0 0 0,1-1 0,-1 1 0,0 0 0,1 0 0,-1 0 0,1 1 0,-1-1 0,0 0 0,1 0 0,-1 0 0,0 0 0,1 0 0,-1 0 0,0 0 0,1 1 0,-1-1 0,0 0 0,1 0 0,-1 0 0,0 1 0,0-1 0,1 1 0,3 11 0,-4 14 0,-1-19 0,-1-1 0,0 0 0,0 0 0,-1-1 0,0 1 0,0 0 0,0-1 0,0 0 0,-1 1 0,-6 5 0,8-8 0,0-1 0,0 0 0,-1 0 0,1 0 0,-1 0 0,0-1 0,1 1 0,-1-1 0,0 1 0,0-1 0,0 0 0,0 0 0,0 0 0,0-1 0,0 1 0,0-1 0,0 1 0,0-1 0,0 0 0,0 0 0,0-1 0,-5 0 0,-22-8 0,-51-22 0,42 14 0,-49-22-1365,67 30-5461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0:59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458 12 24575,'-43'-5'0,"-39"-1"0,70 6 0,-1 0 0,1 1 0,-1 0 0,-16 5 0,27-6 0,0 1 0,0-1 0,0 1 0,1 0 0,-1-1 0,0 1 0,0 0 0,1 0 0,-1 0 0,1 0 0,-1 0 0,1 1 0,-1-1 0,1 0 0,0 1 0,0-1 0,-1 1 0,1-1 0,0 1 0,-1 2 0,2-2 0,-1-1 0,1 1 0,0 0 0,0 0 0,0 0 0,0-1 0,0 1 0,0 0 0,0 0 0,1 0 0,-1-1 0,0 1 0,1 0 0,0 0 0,-1-1 0,1 1 0,0 0 0,0-1 0,0 1 0,0-1 0,1 2 0,-1-2 0,0 0 0,0 0 0,0 0 0,-1 0 0,1 1 0,0-1 0,-1 0 0,1 0 0,-1 0 0,0 1 0,1-1 0,-1 0 0,0 2 0,0-2 0,0-1 0,0 1 0,-1-1 0,1 1 0,0 0 0,-1-1 0,1 1 0,0-1 0,-1 1 0,1-1 0,-1 0 0,1 1 0,-1-1 0,1 1 0,-1-1 0,1 0 0,-1 1 0,1-1 0,-1 0 0,1 0 0,-1 1 0,0-1 0,1 0 0,-1 0 0,1 0 0,-1 0 0,0 0 0,1 0 0,-1 0 0,-1 0 0,-18 1-4,-1-1 0,1-1 0,-1-1-1,1-1 1,-30-8 0,-7 0-1336,45 9-5486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0.1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492 59 24575,'-41'-15'0,"-1"2"0,-1 2 0,-68-8 0,107 19 0,1 0 0,-1-1 0,0 2 0,0-1 0,0 0 0,0 1 0,0 0 0,1 0 0,-1 0 0,0 0 0,1 0 0,-1 1 0,0 0 0,-4 3 0,5-3 0,1 0 0,-1 1 0,1-1 0,0 1 0,0-1 0,0 1 0,0 0 0,1 0 0,-1 0 0,1 0 0,-1 0 0,1 0 0,0 0 0,0 0 0,1 1 0,-1-1 0,0 4 0,0 9 0,1-10 0,-1 1 0,0 0 0,0-1 0,-4 14 0,4-19 0,0 1 0,0 0 0,0 0 0,0 0 0,0-1 0,0 1 0,0-1 0,-1 1 0,1-1 0,-1 1 0,1-1 0,-1 0 0,1 0 0,-1 0 0,0 0 0,1 0 0,-1 0 0,0 0 0,0 0 0,0-1 0,-2 1 0,-6 1-136,0 0-1,0-1 1,0-1-1,0 0 1,1 0-1,-1-1 1,0 0-1,0-1 0,-13-4 1,14 3-6690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0.8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387 716 24575,'-21'-72'0,"-2"2"0,-4 0 0,-3 2 0,-2 1 0,-73-110 0,-10 11 0,113 164 0,-14-18 0,15 19 0,1 1 0,0 0 0,-1-1 0,1 1 0,0 0 0,0 0 0,-1 0 0,1-1 0,0 1 0,-1 0 0,1 0 0,-1 0 0,1 0 0,0 0 0,-1 0 0,1 0 0,0 0 0,-1 0 0,1 0 0,-1 0 0,1 0 0,-1 0 0,1 0 0,-1 0 0,1 1 0,-1-1 0,1 1 0,0-1 0,-1 1 0,1-1 0,0 1 0,-1-1 0,1 1 0,0-1 0,0 1 0,-1-1 0,1 1 0,0-1 0,0 1 0,0-1 0,0 1 0,0 0 0,0 0 0,-1 10 0,1 0 0,0 0 0,1 1 0,0-1 0,1 0 0,4 14 0,-1-3 0,10 50 0,41 112 0,-40-141 0,3-1 0,1-1 0,45 69 0,-60-103 0,0 0 0,1-1 0,0 1 0,0-1 0,0 0 0,0-1 0,1 0 0,12 7 0,-16-10 0,0 0 0,1-1 0,-1 1 0,1-1 0,-1 0 0,1 0 0,0 0 0,-1-1 0,1 1 0,0-1 0,-1 0 0,1 0 0,0 0 0,0-1 0,-1 1 0,1-1 0,0 0 0,-1 0 0,1 0 0,-1-1 0,7-3 0,-1 0 0,0-1 0,-1 0 0,0 0 0,0-1 0,-1 0 0,0-1 0,0 1 0,7-12 0,3-7 0,19-39 0,-36 65 0,1-3 0,1-1 0,-1 2 0,1-1 0,0 0 0,0 0 0,0 0 0,1 1 0,3-4 0,-5 5 0,0 1 0,0-1 0,0 1 0,-1 0 0,1-1 0,0 1 0,0 0 0,0 0 0,0 0 0,0-1 0,0 1 0,0 0 0,0 0 0,0 0 0,0 1 0,0-1 0,0 0 0,0 0 0,0 0 0,0 1 0,0-1 0,-1 0 0,1 1 0,0-1 0,0 1 0,0-1 0,0 1 0,-1 0 0,1-1 0,0 1 0,-1 0 0,1-1 0,1 3 0,4 4 21,0 1 0,0 1 0,0-1 0,-1 1 0,7 18 0,-6-13-766,13 19-1,-12-23-6080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0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24575,'8'15'0,"2"8"0,2 4 0,1 1 0,-1 0 0,0-1 0,-3-4 0,-2-5-8191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1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0 159 24575,'4'10'0,"0"-1"0,1 1 0,0-1 0,10 13 0,-14-20 0,1 0 0,-1 0 0,1 0 0,0-1 0,0 1 0,0-1 0,0 1 0,0-1 0,0 0 0,0 0 0,3 1 0,-4-1 0,1-1 0,-1 0 0,1 0 0,-1 1 0,1-1 0,-1 0 0,1 0 0,-1-1 0,1 1 0,-1 0 0,1 0 0,-1-1 0,1 1 0,-1-1 0,1 1 0,-1-1 0,0 0 0,1 0 0,1-1 0,5-4 0,-1 0 0,10-10 0,-11 9 0,1 1 0,-1 0 0,1 0 0,0 1 0,8-5 0,-13 9 0,0 0 0,0 0 0,1 1 0,-1-1 0,0 0 0,0 1 0,0-1 0,1 1 0,-1 0 0,0 0 0,0 0 0,1 0 0,-1 0 0,0 0 0,0 1 0,1-1 0,-1 1 0,0 0 0,0-1 0,0 1 0,0 0 0,0 0 0,0 0 0,3 2 0,3 3 0,1-1 0,0-1 0,0 0 0,0 0 0,0-1 0,1 0 0,0 0 0,-1-1 0,1 0 0,11 0 0,-7-2 0,-1 0 0,0 0 0,0-1 0,0-1 0,1-1 0,-2 0 0,16-5 0,-25 7 0,7-2 0,-1 0 0,0-1 0,0 0 0,16-11 0,-23 14 0,0 0 0,-1-1 0,1 1 0,0-1 0,-1 0 0,1 1 0,-1-1 0,1 0 0,-1 0 0,0 0 0,0 0 0,0 0 0,0 0 0,0 0 0,-1 0 0,1 0 0,0-1 0,-1 1 0,0 0 0,1 0 0,-1-1 0,0 1 0,0 0 0,-1 0 0,1-1 0,0 1 0,-2-4 0,1 1 0,-1 0 0,0 0 0,-1 0 0,1 0 0,-1 0 0,0 1 0,0-1 0,-1 1 0,1 0 0,-1 0 0,0 0 0,-6-5 0,4 5 0,-1-1 0,1 1 0,-1 0 0,1 1 0,-1 0 0,0 0 0,0 0 0,-12-2 0,19 5 0,-1-1 0,0 1 0,1 0 0,-1 0 0,0 0 0,1-1 0,-1 1 0,0 0 0,1 0 0,-1 0 0,0 0 0,1 0 0,-1 0 0,0 1 0,1-1 0,-1 0 0,0 0 0,1 0 0,-1 0 0,0 1 0,1-1 0,-1 0 0,1 1 0,-1-1 0,0 1 0,0 0 0,1-1 0,0 1 0,0 0 0,0 0 0,0 0 0,0-1 0,0 1 0,0 0 0,0 0 0,0 0 0,0-1 0,0 1 0,1 0 0,-1 0 0,0 0 0,1-1 0,-1 1 0,0 0 0,1 0 0,4 6 0,-1 0 0,1-1 0,6 7 0,15 16 0,2-1 0,53 41 0,-72-62 0,1-1 0,0 0 0,0 0 0,0-1 0,0 0 0,1-1 0,0 0 0,0-1 0,0 0 0,0-1 0,0 0 0,1-1 0,-1 0 0,13-1 0,-19 0-136,0-1-1,0 0 1,-1 0-1,1-1 1,0 1-1,-1-1 1,1 0-1,-1 0 0,5-4 1,5-3-6690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2.1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258 195 24575,'-40'-3'0,"16"-1"0,1 2 0,-1 1 0,0 1 0,1 1 0,-33 5 0,54-5 0,0-1 0,-1 1 0,1 0 0,0-1 0,0 1 0,0 0 0,0 0 0,0 0 0,0 1 0,0-1 0,0 0 0,0 1 0,0 0 0,1-1 0,-1 1 0,1 0 0,-1 0 0,1-1 0,-2 4 0,2-3 0,1 1 0,-1 0 0,0-1 0,1 1 0,-1 0 0,1-1 0,0 1 0,0 0 0,0-1 0,0 1 0,0 0 0,1 0 0,-1-1 0,1 1 0,0 0 0,1 2 0,1 3 0,1 0 0,0-1 0,0 1 0,0-1 0,1 0 0,1 0 0,-1 0 0,1-1 0,0 0 0,11 9 0,-12-11 0,0 0 0,1-1 0,0 1 0,-1-1 0,1 0 0,0-1 0,1 1 0,-1-1 0,0 0 0,1-1 0,-1 0 0,1 0 0,-1 0 0,10 0 0,-13-2 0,1 0 0,-1 0 0,1 0 0,0 0 0,-1-1 0,0 1 0,1-1 0,-1 0 0,0 0 0,0 0 0,0 0 0,3-4 0,2-1 0,-1 0 0,1-1 0,5-8 0,6-14 0,-16 23 0,1 1 0,0-1 0,0 1 0,1 0 0,9-9 0,-12 13 0,0 1 0,0 0 0,0-1 0,0 1 0,0 0 0,0 0 0,1 0 0,-1 0 0,0 1 0,0-1 0,1 1 0,-1-1 0,1 1 0,-1 0 0,1 0 0,-1 0 0,0 0 0,1 0 0,-1 0 0,1 1 0,-1 0 0,4 0 0,8 5 0,0 1 0,0 0 0,-1 1 0,0 0 0,20 16 0,3 8 0,-21-18 0,24 16 0,-35-26 0,1-1 0,0 0 0,0-1 0,0 1 0,1-1 0,-1 0 0,1-1 0,-1 1 0,10 1 0,-13-3 0,-1 0 0,1 0 0,0 0 0,-1 0 0,1 0 0,-1 0 0,1-1 0,0 1 0,-1 0 0,1-1 0,-1 1 0,1-1 0,-1 0 0,1 1 0,-1-1 0,1 0 0,-1 0 0,0 0 0,0 0 0,1 0 0,0-1 0,0-1 0,-1 1 0,0 0 0,1 0 0,-1-1 0,0 1 0,0-1 0,-1 1 0,1-1 0,0 1 0,-1-1 0,0 1 0,1-4 0,-1-1 0,0 0 0,-1 0 0,1 0 0,-1 0 0,-1 0 0,0 0 0,1 1 0,-2-1 0,-3-7 0,-8-10 0,-26-33 0,28 43 0,2-1 0,-1 1 0,2-2 0,0 0 0,1 0 0,-9-24 0,17 38 0,-1 0 0,0 0 0,1-1 0,0 1 0,-1 0 0,1-1 0,0 1 0,0 0 0,0-1 0,1 1 0,-1 0 0,0-1 0,1 1 0,0 0 0,1-4 0,-1 4 0,0 1 0,0-1 0,1 1 0,-1-1 0,0 1 0,1-1 0,-1 1 0,1 0 0,0 0 0,-1 0 0,1 0 0,0 0 0,0 0 0,0 0 0,0 0 0,0 1 0,-1-1 0,4 0 0,8-1-114,0 1 1,0 0-1,0 1 0,1 0 0,-1 1 1,0 1-1,0 0 0,0 1 0,0 0 1,0 1-1,16 7 0,-10-3-6712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3.5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1106 413 24575,'-675'-265'-840,"316"140"128,332 116 251,-18-5-5717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4.8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24575,'0'45'0,"1"57"0,0-92 0,0 0 0,1 1 0,0-1 0,1 0 0,0 0 0,0 0 0,8 13 0,-9-19 0,1 0 0,-1 0 0,1 0 0,0-1 0,0 1 0,0-1 0,1 0 0,-1 1 0,1-2 0,0 1 0,0 0 0,0-1 0,4 3 0,-5-4 0,-1 0 0,1-1 0,-1 1 0,1 0 0,-1-1 0,1 0 0,0 0 0,-1 1 0,1-1 0,-1-1 0,1 1 0,0 0 0,-1-1 0,1 1 0,-1-1 0,1 0 0,-1 0 0,1 0 0,-1 0 0,0 0 0,0 0 0,1-1 0,-1 1 0,3-4 0,-1 1 0,0 0 0,0 0 0,-1 0 0,0 0 0,0-1 0,0 1 0,0-1 0,-1 0 0,0 1 0,3-10 0,0-2 0,4-35 0,-7 37 0,0-1 0,1 1 0,6-16 0,-9 29 0,0 1 0,0-1 0,0 1 0,0-1 0,0 1 0,0-1 0,0 1 0,1 0 0,-1-1 0,0 1 0,0-1 0,0 1 0,1 0 0,-1-1 0,0 1 0,1 0 0,-1-1 0,0 1 0,1 0 0,-1-1 0,0 1 0,1 0 0,-1 0 0,0-1 0,1 1 0,-1 0 0,1 0 0,-1 0 0,0 0 0,1 0 0,-1-1 0,1 1 0,-1 0 0,1 0 0,-1 0 0,1 0 0,-1 0 0,0 0 0,1 1 0,-1-1 0,1 0 0,-1 0 0,1 0 0,-1 0 0,0 0 0,1 1 0,-1-1 0,1 0 0,-1 0 0,0 1 0,1-1 0,-1 0 0,0 0 0,1 1 0,-1-1 0,0 0 0,1 1 0,2 3 0,0 1 0,0-1 0,5 9 0,-6-9 0,13 23 0,-4-6 0,1 0 0,18 22 0,-23-35 0,1 0 0,0-1 0,0 0 0,0 0 0,1-1 0,0 0 0,1-1 0,-1 0 0,12 5 0,-6-4 0,0-1 0,0-1 0,1 0 0,-1-1 0,25 1 0,-32-3 0,-1-1 0,1 0 0,-1-1 0,1 0 0,-1 0 0,0-1 0,1 0 0,-1 0 0,0 0 0,8-5 0,-11 5 0,-1 0 0,1 0 0,-1 0 0,0-1 0,0 1 0,0-1 0,0 0 0,0 0 0,-1 0 0,1 0 0,-1 0 0,0 0 0,0-1 0,0 1 0,0-1 0,-1 0 0,0 1 0,1-1 0,-1 0 0,1-7 0,-2 3 0,0 1 0,0-1 0,-1 1 0,0-1 0,-1 1 0,1 0 0,-1 0 0,0 0 0,-1 0 0,0 0 0,0 0 0,-1 0 0,1 1 0,-1 0 0,-1-1 0,1 2 0,-1-1 0,-7-6 0,11 11 0,0 0 0,0 0 0,1 0 0,-1 1 0,0-1 0,0 0 0,0 1 0,0-1 0,0 1 0,0-1 0,0 1 0,0 0 0,-1-1 0,1 1 0,0 0 0,0 0 0,0 0 0,0-1 0,0 1 0,0 0 0,-1 1 0,-1-1 0,2 1 0,0-1 0,0 1 0,0 0 0,0 0 0,0-1 0,0 1 0,0 0 0,0 0 0,0 0 0,0 0 0,0 0 0,0 0 0,1 1 0,-1-1 0,1 0 0,-2 2 0,0 2 0,0 1 0,1 0 0,-1 0 0,1 0 0,0 0 0,1 1 0,-1 6 0,2-7 0,0 1 0,0-1 0,0 0 0,1 0 0,0 0 0,0 0 0,0 0 0,1 0 0,0-1 0,0 1 0,0-1 0,1 0 0,0 0 0,0 0 0,5 5 0,-4-5 0,1 0 0,-1-1 0,1 1 0,0-1 0,1 0 0,-1-1 0,1 1 0,-1-1 0,1-1 0,0 1 0,0-1 0,12 2 0,-5-2 0,0-1 0,-1 0 0,1-1 0,0-1 0,25-4 0,-35 4 0,0 0 0,0 0 0,1 0 0,-1-1 0,0 0 0,-1 0 0,1 0 0,0-1 0,6-4 0,-8 5 0,0 0 0,0-1 0,0 1 0,-1 0 0,1-1 0,-1 1 0,1-1 0,-1 1 0,0-1 0,0 0 0,0 0 0,0 1 0,-1-1 0,1 0 0,-1 0 0,1-4 0,-2 3 0,1 0 0,-1 0 0,0 0 0,0 0 0,0 0 0,0 0 0,-1 0 0,0 0 0,1 1 0,-1-1 0,-1 0 0,1 1 0,0 0 0,-1-1 0,0 1 0,0 0 0,-4-3 0,-5-4 0,0 0 0,0 2 0,-19-12 0,15 12-195,0 1 0,0 0 0,0 1 0,0 1 0,-1 0 0,-33-4 0,27 7-6631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5.3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24 24575,'15'20'0,"1"0"0,29 28 0,-40-43 0,1-1 0,0 1 0,0-1 0,0 0 0,0 0 0,1-1 0,-1 0 0,1 0 0,0-1 0,0 1 0,0-1 0,0-1 0,12 2 0,-14-3 0,0 0 0,-1 0 0,1 0 0,0 0 0,-1-1 0,1 0 0,-1 0 0,1 0 0,-1 0 0,1-1 0,5-3 0,-7 3 0,0 0 0,0-1 0,0 1 0,0-1 0,0 1 0,-1-1 0,1 0 0,-1 0 0,0 0 0,0-1 0,0 1 0,0 0 0,-1-1 0,3-5 0,6-30 0,-8 29 0,0 1 0,6-18 0,-7 26 0,-1 1 0,0-1 0,0 0 0,1 1 0,-1-1 0,1 1 0,-1-1 0,0 0 0,1 1 0,-1-1 0,1 1 0,-1-1 0,1 1 0,0 0 0,-1-1 0,1 1 0,-1-1 0,1 1 0,0 0 0,-1 0 0,1-1 0,0 1 0,-1 0 0,1 0 0,0 0 0,0 0 0,-1-1 0,1 1 0,0 0 0,-1 1 0,1-1 0,0 0 0,0 0 0,-1 0 0,1 0 0,0 0 0,-1 1 0,1-1 0,0 0 0,-1 1 0,1-1 0,-1 0 0,1 1 0,0-1 0,-1 1 0,1-1 0,0 1 0,5 4 0,0 1 0,0 0 0,8 9 0,-4-3 0,30 25 12,-18-16-701,26 29 1,-38-38-6138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6.1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232 867 24575,'14'-32'0,"-1"0"0,-1-1 0,7-38 0,-15 53 0,-2 0 0,0 0 0,-1-1 0,0 1 0,-2-1 0,0 1 0,-6-30 0,-2 11 0,-2 0 0,-1 1 0,-19-37 0,-60-98 0,82 157 0,-38-64 0,38 66 0,0-1 0,-1 1 0,-19-17 0,29 28 0,-1 0 0,0 0 0,1 0 0,-1 1 0,0-1 0,0 0 0,0 1 0,0-1 0,0 1 0,1-1 0,-1 1 0,0-1 0,0 1 0,0 0 0,0 0 0,0-1 0,0 1 0,0 0 0,-2 0 0,3 0 0,-1 1 0,1-1 0,-1 0 0,1 1 0,0-1 0,-1 1 0,1-1 0,0 1 0,0-1 0,-1 1 0,1-1 0,0 1 0,0-1 0,0 1 0,-1-1 0,1 1 0,0-1 0,0 1 0,0-1 0,0 1 0,0-1 0,0 1 0,0 0 0,1 0 0,-1 7 0,2 0 0,-1 0 0,5 11 0,73 200 0,21-7 0,-91-196 0,0 0 0,2-1 0,-1-1 0,2 1 0,0-2 0,18 16 0,-22-22 0,0-1 0,0 0 0,1-1 0,0 0 0,0 0 0,0-1 0,0 0 0,1-1 0,-1 0 0,1 0 0,0-1 0,18 2 0,-20-4 0,0 0 0,0 0 0,-1 0 0,1-1 0,0 0 0,-1 0 0,1-1 0,11-4 0,-16 5 0,1-1 0,0 0 0,-1 0 0,0 0 0,1-1 0,-1 1 0,0-1 0,-1 0 0,1 0 0,0 0 0,-1 0 0,1 0 0,-1-1 0,0 1 0,0-1 0,0 1 0,-1-1 0,2-5 0,-1 1 0,0 0 0,0 0 0,-1 0 0,0-1 0,-1 1 0,1 0 0,-2-1 0,1 1 0,-1 0 0,-1-1 0,1 1 0,-1 0 0,-1 0 0,0 0 0,0 0 0,0 1 0,-1-1 0,-7-11 0,10 19 0,1-1 0,0 1 0,0-1 0,-1 1 0,1-1 0,0 1 0,-1 0 0,1-1 0,0 1 0,-1 0 0,1-1 0,-1 1 0,1 0 0,0-1 0,-1 1 0,1 0 0,-1 0 0,1 0 0,-1 0 0,0-1 0,1 1 0,0 1 0,-1-1 0,1 0 0,0 0 0,0 0 0,0 0 0,-1 1 0,1-1 0,0 0 0,0 0 0,0 0 0,0 1 0,-1-1 0,1 0 0,0 0 0,0 1 0,0-1 0,0 0 0,0 1 0,0-1 0,0 0 0,0 0 0,0 1 0,0-1 0,0 22 0,2-12 12,1 1 0,0-1 0,1 0 0,0 0 0,1-1 0,0 1 0,0-1 0,1 0 0,7 8 0,-9-11-111,1-1 0,0 0 0,0 0 0,0 0 0,1-1 0,0 1 0,-1-1 0,2-1 0,-1 1 0,0-1 0,1 0 0,-1-1 0,1 1 0,9 1 0,-3-2-6727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6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24575,'20'22'0,"10"14"0,1 1 0,-4-1 0,-7-8-8191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6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0 206 24575,'8'15'0,"-1"-1"0,2-1 0,0 0 0,1 0 0,17 18 0,-23-26 0,1-1 0,0 0 0,0 0 0,1-1 0,-1 0 0,1 0 0,8 4 0,-10-6 0,0 0 0,-1 0 0,1 0 0,0 0 0,0-1 0,0 0 0,0 0 0,0 0 0,0 0 0,-1 0 0,1-1 0,0 0 0,5-1 0,-6 1 0,0 0 0,-1 0 0,1-1 0,0 1 0,-1-1 0,1 1 0,-1-1 0,1 0 0,-1 0 0,0 0 0,1 0 0,-1-1 0,0 1 0,-1 0 0,1-1 0,2-3 0,0-3 0,-1 1 0,0-1 0,4-18 0,-4 13 0,-2 13 0,-1 0 0,0 0 0,0 0 0,1 0 0,-1 0 0,0 1 0,1-1 0,-1 0 0,1 0 0,-1 0 0,1 0 0,-1 1 0,1-1 0,1-1 0,-1 2 0,-1 0 0,0-1 0,1 1 0,-1 0 0,1 0 0,-1 0 0,1 0 0,-1 0 0,0 0 0,1 0 0,-1 0 0,1 0 0,-1 0 0,1 0 0,-1 0 0,1 0 0,-1 0 0,1 0 0,-1 1 0,0-1 0,1 0 0,0 0 0,2 3 0,1 0 0,-1-1 0,0 1 0,0 0 0,5 6 0,4 3 0,-8-8 0,1 0 0,0 0 0,0-1 0,1 1 0,-1-1 0,1-1 0,-1 1 0,1-1 0,0 0 0,0 0 0,0-1 0,0 1 0,0-1 0,0-1 0,1 1 0,-1-1 0,0 0 0,0-1 0,0 1 0,1-1 0,-1-1 0,0 1 0,0-1 0,9-3 0,-9 2 0,0 0 0,0 0 0,-1 0 0,1-1 0,0 1 0,-1-1 0,0-1 0,0 1 0,0-1 0,-1 0 0,0 0 0,0 0 0,0-1 0,0 1 0,-1-1 0,0 0 0,0 0 0,0 0 0,-1 0 0,0 0 0,0-1 0,-1 1 0,0-1 0,0 0 0,0 1 0,-1-1 0,0 1 0,0-1 0,0 0 0,-1 1 0,0-1 0,-1 1 0,0-1 0,0 1 0,-4-11 0,2 10 0,0 0 0,0 1 0,0 0 0,0 0 0,-1 0 0,-11-10 0,14 14 0,0-1 0,0 2 0,-1-1 0,1 0 0,-1 0 0,0 1 0,1-1 0,-1 1 0,0 0 0,0 0 0,0 0 0,1 0 0,-1 0 0,0 1 0,0 0 0,0-1 0,0 1 0,-1 0 0,1 0 0,-3 1 0,5-1 0,-1 1 0,0-1 0,1 1 0,-1 0 0,1-1 0,-1 1 0,1 0 0,-1 0 0,1 0 0,0 0 0,0 0 0,-1 1 0,1-1 0,0 0 0,0 0 0,0 1 0,-1 1 0,0 1 0,1-1 0,-1 0 0,1 1 0,0-1 0,1 1 0,-1-1 0,0 1 0,1 3 0,0 2 0,0 0 0,0 0 0,1 0 0,1 0 0,4 17 0,-1-11 0,1 0 0,1 0 0,0 0 0,1-1 0,1 0 0,0-1 0,1 0 0,0 0 0,1-1 0,16 15 0,-20-21 0,0-1 0,0 0 0,0-1 0,0 0 0,1 0 0,-1 0 0,1-1 0,0 0 0,12 2 0,-13-4 0,0 0 0,-1 0 0,1-1 0,0 0 0,-1-1 0,1 1 0,0-1 0,-1-1 0,1 1 0,-1-1 0,0 0 0,1 0 0,7-5 0,-3 1-195,1 0 0,-1-2 0,-1 1 0,1-1 0,-1-1 0,14-15 0,-12 11-6631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07.5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200 207 24575,'-27'0'0,"-31"5"0,49-4 0,-1 1 0,1 0 0,0 0 0,0 1 0,0 1 0,-15 7 0,22-10 0,-1 0 0,1 1 0,-1 0 0,1-1 0,0 1 0,0 0 0,0 0 0,0 1 0,0-1 0,1 0 0,-1 0 0,1 1 0,-1-1 0,1 1 0,0 0 0,0-1 0,0 1 0,-1 5 0,1-4 0,1 1 0,0-1 0,0 0 0,0 1 0,1-1 0,-1 0 0,1 1 0,0-1 0,1 0 0,-1 0 0,3 6 0,-1-3 0,1-1 0,-1 0 0,1 0 0,0 0 0,0 0 0,1-1 0,0 0 0,0 0 0,0 0 0,0 0 0,1-1 0,0 0 0,0 0 0,0 0 0,8 2 0,-9-4 0,0 0 0,0-1 0,0 0 0,0 0 0,0-1 0,0 1 0,1-1 0,-1 0 0,0-1 0,0 1 0,0-1 0,0 0 0,0 0 0,0-1 0,0 1 0,9-5 0,-10 3 0,0 1 0,-1-1 0,1 0 0,-1 0 0,1 0 0,-1 0 0,0 0 0,0-1 0,0 0 0,-1 1 0,1-1 0,-1 0 0,0-1 0,0 1 0,-1 0 0,1 0 0,-1-1 0,0 1 0,1-6 0,-1 1 0,-1 8 0,0-1 0,0 0 0,0 0 0,0 1 0,0-1 0,1 0 0,-1 1 0,1-1 0,-1 0 0,3-2 0,-3 3 0,0 1 0,0 0 0,0 0 0,1 0 0,-1 0 0,0 0 0,0 0 0,1 0 0,-1 0 0,0 0 0,0 0 0,0 0 0,1 0 0,-1 0 0,0 0 0,0 0 0,1 0 0,-1 0 0,0 1 0,0-1 0,0 0 0,1 0 0,-1 0 0,0 0 0,0 0 0,0 0 0,1 1 0,-1-1 0,0 0 0,0 0 0,0 0 0,0 1 0,0-1 0,1 0 0,-1 0 0,0 0 0,0 1 0,6 9 0,-5-10 0,3 8 0,0-1 0,0 0 0,1-1 0,0 1 0,1-1 0,-1 0 0,1 0 0,0-1 0,1 0 0,-1 0 0,1 0 0,0-1 0,0 0 0,1 0 0,-1-1 0,1 0 0,0 0 0,0-1 0,0 0 0,10 1 0,-4-1 0,0-1 0,-1 0 0,1-1 0,0-1 0,0 0 0,-1-1 0,1 0 0,-1-1 0,0-1 0,0 0 0,0-1 0,0 0 0,-1-1 0,0 0 0,0-1 0,14-11 0,-22 15 0,-1 0 0,1 0 0,-1 0 0,0-1 0,0 1 0,0-1 0,-1 0 0,1 0 0,-1 0 0,0 0 0,0 0 0,-1 0 0,3-9 0,-3 9 0,-1 0 0,1 1 0,-1-1 0,0 0 0,-1 0 0,1 0 0,0 0 0,-1 1 0,0-1 0,0 0 0,0 0 0,0 1 0,-1-1 0,0 1 0,1-1 0,-5-4 0,-4-5 0,-1 0 0,-1 2 0,0-1 0,0 2 0,-23-16 0,-2-2 0,35 26 0,0 1 0,0-1 0,0 0 0,0 0 0,1 1 0,-1-1 0,0-1 0,1 1 0,0 0 0,-1 0 0,1 0 0,0-1 0,0 1 0,0-1 0,0 1 0,1-1 0,-1 1 0,0-6 0,2 6 0,-1 0 0,0 0 0,1-1 0,-1 1 0,1 0 0,0 0 0,0 0 0,0 0 0,0 0 0,0 0 0,0 0 0,1 0 0,-1 1 0,1-1 0,-1 0 0,1 1 0,0-1 0,-1 1 0,1 0 0,0-1 0,4-1 0,3-2 0,0 1 0,1 0 0,-1 1 0,1 0 0,18-3 0,52-3 0,-71 8-455,1 1 0,16 1 0,-9 2-6371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52.4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50 24575,'1'-7'0,"-1"1"0,1 0 0,0 0 0,0 0 0,0 0 0,3-6 0,-6 20 0,0 0 0,1 1 0,0-1 0,0 1 0,1-1 0,1 18 0,12 59 0,-8-52 0,4 13 0,-3-12 0,3 49 0,-2 5 0,1 15 0,-8-46 0,-1 4 0,10 82 0,-4-86 0,-3 88 0,-3-76 0,0-44 0,-2-1 0,-8 39 0,6-37 0,-4 49 0,10 44 0,1-98 0,1-1 0,0 0 0,13 36 0,-7-29 0,-1 1 0,-2 0 0,6 50 0,-5-36 0,-5-31 0,0-1 0,-1 1 0,0-1 0,0 1 0,-1 0 0,-2 15 0,-5 24 0,2 1 0,3-1 0,2 1 0,10 83 0,5 62 0,0 12 0,-8 121 0,-9-202 0,2 379 0,1-484 0,0-1 0,2 0 0,6 27 0,22 60 0,-20-75 0,-1 0 0,-2 0 0,-1 1 0,2 38 0,-9-67-124,0 0 0,-1 0 0,0 0 0,1 0 0,-2 0 0,1 0-1,0 0 1,-1 0 0,0 0 0,-3 5 0,-1 2-6702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53.8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7192 90 24575,'-181'-8'0,"102"3"0,-111 6 0,-310 11 0,474-12 0,-169 8 0,19-1 0,-14 1 0,-122-3 0,183-15 0,-223-8 0,117 27 0,-161 13 0,-155-39 0,114-30 0,316 33 0,-710-28 0,728 42 0,-278 12 0,-304 37 0,538-44 0,-147 4 0,-289-9 0,572-1-227,1 2-1,-1 0 1,0 0-1,1 1 1,-20 5-1,16-1-6598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55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2539 24575,'-1'-1'0,"1"1"0,0-1 0,-1 0 0,1 1 0,0-1 0,0 1 0,-1-1 0,1 0 0,0 1 0,0-1 0,0 0 0,0 1 0,0-1 0,0 0 0,0 1 0,0-1 0,0 0 0,0 1 0,0-1 0,0 0 0,0 1 0,0-1 0,1 1 0,-1-1 0,0 0 0,1 1 0,-1-1 0,0 1 0,1-1 0,-1 1 0,0-1 0,1 1 0,-1-1 0,1 1 0,-1-1 0,1 1 0,1-1 0,21-16 0,-22 17 0,24-14 0,54-19 0,-55 24 0,-1 0 0,0-2 0,26-15 0,-29 12 0,1 2 0,1 1 0,0 0 0,26-7 0,33-8 0,-43 15 0,-1-1 0,-1-2 0,67-35 0,-89 39 0,22-20 0,-11 8 0,-9 9 0,-1-1 0,-1 0 0,0-2 0,-1 1 0,-1-2 0,-1 0 0,0 0 0,-1-1 0,15-35 0,-16 35 0,0 0 0,2 1 0,0 0 0,25-26 0,-9 8 0,18-16 0,-34 39 0,1 0 0,-2-1 0,0 0 0,0-1 0,-1 0 0,9-20 0,132-306 0,-89 228 0,-2-7 0,-21 38 0,-4 14 0,-4-2 0,35-113 0,-47 122 0,8-33 0,-16 46 0,-2 12 0,-1-1 0,3-68 0,-9 89 0,5-30 0,-3 28 0,1-23 0,-4 16 64,-8-44-1,5 43-809,-2-35 0,6 47-6080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57.7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1720 142 24575,'0'-3'0,"0"-36"0,5-42 0,-5 67 0,-1 14 0,1 0 0,0-1 0,0 1 0,0 0 0,0 0 0,0-1 0,-1 1 0,1 0 0,0 0 0,0-1 0,0 1 0,-1 0 0,1 0 0,0 0 0,0 0 0,-1-1 0,1 1 0,0 0 0,0 0 0,-1 0 0,1 0 0,0 0 0,0 0 0,-1 0 0,-1 0 0,0 0 0,0 0 0,0 1 0,0-1 0,0 1 0,0 0 0,0-1 0,-2 3 0,-4 0 0,-5 1 0,0 0 0,0-1 0,0-1 0,-16 2 0,13-2 0,0 0 0,-22 7 0,22-4 0,0 1 0,0 1 0,0 0 0,1 1 0,0 1 0,-19 15 0,9-4 0,1-2 0,0 1 0,-29 32 0,46-42 0,-13 20 0,18-23 0,-2-1 0,1 0 0,-1 1 0,0-1 0,0-1 0,0 1 0,-1 0 0,1-1 0,-1 0 0,0 0 0,-7 3 0,-2 0 0,0-1 0,-22 5 0,21-6 0,-27 11 0,36-14 0,1 1 0,0 0 0,1 0 0,-1 1 0,0-1 0,1 1 0,0 0 0,-7 8 0,-3 8 0,-1-2 0,-1 0 0,-1 0 0,-20 16 0,3-9 0,15-11 0,-31 27 0,44-35 0,0 1 0,1-1 0,0 1 0,0 0 0,0 0 0,1 1 0,0-1 0,-4 14 0,1-1 0,-1 0 0,0-1 0,-2 0 0,0 0 0,-1-1 0,-22 27 0,24-36 0,0-1 0,-17 13 0,-11 9 0,-24 26 0,-30 30 0,76-69 0,1 0 0,0 0 0,-19 35 0,13-12 0,3 2 0,-25 84 0,9-21 0,-49 158 0,72-211 0,-5 83 0,13-119 0,0-1 0,-1 0 0,-1 1 0,-7 19 0,-28 55 0,26-63 0,1 0 0,1 1 0,-7 33 0,-23 146 0,33-166-1365,4-32-5461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59.5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355 176 24575,'-2'-6'0,"-1"0"0,0 0 0,0 1 0,-1 0 0,1 0 0,-1 0 0,0 0 0,-1 0 0,1 1 0,-1 0 0,0 0 0,0 0 0,0 0 0,-9-4 0,-6-2 0,0 0 0,-36-11 0,-130-36 0,182 56 0,4 2 0,9 6 0,19 11 0,-26-16 0,265 159 0,-260-156 0,33 22 0,-36-25 0,-1 1 0,0-1 0,-1 1 0,1 0 0,0 0 0,-1 0 0,0 0 0,1 0 0,2 6 0,-5-8 0,0 0 0,0 1 0,0-1 0,0 0 0,0 0 0,0 0 0,0 0 0,0 0 0,0 0 0,0 0 0,0 0 0,-1 0 0,1 0 0,0 0 0,-1 0 0,1 0 0,-1 0 0,1 0 0,-1 0 0,1 0 0,-1 0 0,0-1 0,0 1 0,1 0 0,-1 0 0,0-1 0,0 1 0,0 0 0,0-1 0,1 1 0,-1-1 0,0 1 0,0-1 0,-2 1 0,-4 2 0,-1 0 0,1-1 0,-11 3 0,16-5 0,-23 5 0,-1-2 0,-50 0 0,50-3 0,1 1 0,0 1 0,-31 7 0,38-4-1365,2-1-5461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1:59.9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24575,'30'17'0,"15"9"0,5 5 0,-1-1 0,-4-2 0,-5-2 0,-6-2 0,-7-3 0,-2 0 0,-6 0 0,-4-3 0,-2-3 0,-2-5-8191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2:00.1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0 24575,'-18'30'0,"-7"13"0,-1 4 0,2-4 0,3-7 0,5-6 0,2-6 0,4-8-8191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2:01.2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84 116 24575,'8'15'0,"2"0"0,0 0 0,0-1 0,1 0 0,1-1 0,0-1 0,1 0 0,15 11 0,-1-3 0,2-1 0,0-1 0,37 16 0,-63-33 0,0 0 0,0 0 0,0 0 0,0 0 0,1 0 0,-1-1 0,6 1 0,-9-1 0,1 0 0,-1 0 0,1 0 0,-1 0 0,1 0 0,-1-1 0,0 1 0,1 0 0,-1 0 0,1 0 0,-1 0 0,0 0 0,1-1 0,-1 1 0,1 0 0,-1 0 0,0-1 0,1 1 0,-1 0 0,0-1 0,1 1 0,-1 0 0,0-1 0,1 0 0,-1 1 0,0-1 0,0 0 0,0 0 0,0 0 0,0 0 0,0 0 0,0 0 0,-1 1 0,1-1 0,0 0 0,0 0 0,-1 0 0,1 0 0,-1 1 0,1-1 0,0 0 0,-2-1 0,-9-15 0,-1 1 0,-1 1 0,-20-20 0,-49-39 0,58 53 0,16 14 0,-35-31 0,-76-51 0,116 87 0,-1 0 0,1 0 0,-1 0 0,-6-1 0,9 2 0,1 1 0,-1 0 0,1 0 0,-1 0 0,1 0 0,-1 0 0,1 0 0,-1 0 0,1 0 0,0 0 0,-1 0 0,1 0 0,-1 0 0,1 0 0,-1 0 0,1 0 0,-1 0 0,1 0 0,-1 1 0,1-1 0,0 0 0,-1 0 0,1 0 0,-1 1 0,1-1 0,0 0 0,-1 1 0,1-1 0,0 0 0,0 1 0,-1-1 0,1 0 0,0 1 0,0-1 0,-1 1 0,1-1 0,0 1 0,0-1 0,0 0 0,0 1 0,-1-1 0,1 1 0,0-1 0,0 1 0,0-1 0,0 1 0,0-1 0,0 1 0,0-1 0,1 1 0,-1 0 0,2 13 0,1 1 0,0-1 0,1 1 0,1-1 0,0-1 0,7 15 0,-4-11 0,-1 1 0,10 37 0,-13-18 120,-4-34-244,0-1 0,0 1 1,0 0-1,-1-1 0,1 1 0,-1-1 1,0 1-1,0-1 0,0 1 0,0-1 1,-2 4-1,-4 3-6702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2:02.2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24575,'18'24'0,"-1"1"0,-1 1 0,-1 1 0,-2 0 0,0 1 0,12 40 0,-13-25 0,-2 0 0,-1 1 0,4 76 0,-12-98 0,-2 0 0,0 0 0,-2 0 0,-5 24 0,4-34-1365,0-3-5461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2:02.4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327 0 24575,'-27'3'0,"-15"3"0,-2 0 0,1 0 0,5-2 0,7-1 0,6 1 0,5 1 0,3-2 0,3 2 0,0 2 0,3 1-8191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2:03.1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88 24575,'-16'-5'0,"-61"-18"0,69 21 0,-1 0 0,1 1 0,0 0 0,0 1 0,0-1 0,-1 2 0,-9 0 0,17-1 0,0 1 0,1-1 0,-1 0 0,0 0 0,0 0 0,0 1 0,0-1 0,0 0 0,0 1 0,0-1 0,1 1 0,-1-1 0,0 1 0,0-1 0,1 1 0,-1 0 0,0-1 0,1 1 0,-1 0 0,1 0 0,-1-1 0,1 1 0,-1 0 0,0 1 0,1 0 0,0 0 0,0-1 0,-1 1 0,2-1 0,-1 1 0,0-1 0,0 1 0,0-1 0,1 1 0,-1-1 0,1 1 0,-1-1 0,2 3 0,2 4 0,1 0 0,0-1 0,11 13 0,-4-6 0,1-1 0,0-1 0,0 0 0,1-1 0,1 0 0,0-1 0,0-1 0,1 0 0,0-1 0,0-1 0,1 0 0,0-2 0,0 0 0,1 0 0,28 2 0,-44-7 0,0 1 0,-1-1 0,1 0 0,0 0 0,0 0 0,0-1 0,0 1 0,0 0 0,0-1 0,-1 1 0,1-1 0,0 0 0,0 1 0,-1-1 0,1 0 0,0 0 0,-1 0 0,4-3 0,-4 3 0,0-1 0,0 1 0,-1-1 0,1 0 0,0 0 0,0 1 0,-1-1 0,1 0 0,-1 0 0,0 0 0,1 1 0,-1-1 0,0 0 0,0 0 0,0 0 0,0 0 0,0 0 0,-1 1 0,0-4 0,-1-4 0,-1 0 0,0 0 0,0 1 0,-1-1 0,-7-12 0,-30-39 0,17 25 0,11 20 0,11 13 0,7 11 0,6 9 0,1-1 0,1 0 0,0-1 0,1-1 0,1 0 0,0-1 0,1-1 0,1 0 0,0-1 0,1-1 0,0-1 0,24 11 0,-38-19 0,0-1 0,0 1 0,0-1 0,0 0 0,0 0 0,1-1 0,-1 1 0,8-1 0,-10 0 0,-1 0 0,0-1 0,1 1 0,-1 0 0,0-1 0,1 1 0,-1-1 0,0 1 0,0-1 0,0 0 0,0 0 0,0 1 0,0-1 0,0 0 0,0 0 0,0 0 0,0 0 0,0 0 0,0 0 0,0 0 0,-1-1 0,1 1 0,-1 0 0,1 0 0,-1 0 0,1-1 0,-1 1 0,0 0 0,1-1 0,-1 1 0,0-2 0,1-6 0,-1 1 0,0 0 0,0-1 0,-1 1 0,0 0 0,-1-1 0,1 1 0,-2 0 0,1 0 0,-7-13 0,-4-5 0,-28-42 0,19 35 0,21 29 0,3 4 0,6 6 0,12 10 0,-19-16 0,16 15 0,-8-6 0,1 0 0,1-1 0,-1 0 0,1-1 0,1 0 0,16 7 0,-16-10 0,0-1 0,0 1 0,0-2 0,20 3 0,51-4 0,-57 2-1365,-16 0-5461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2:04.1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2 24575,'-7'-1'0,"0"0"0,-1 1 0,1 0 0,0 1 0,-1-1 0,1 1 0,0 1 0,0-1 0,0 1 0,-9 4 0,12-4 0,0 0 0,1 0 0,-1 0 0,0 1 0,1 0 0,0-1 0,-1 1 0,1 1 0,0-1 0,1 0 0,-1 1 0,1-1 0,-1 1 0,1 0 0,0 0 0,0 0 0,1 0 0,-2 6 0,0 0 0,1 1 0,1 0 0,0 0 0,0-1 0,1 1 0,0 0 0,1 0 0,1 0 0,-1-1 0,6 16 0,3 8 0,28 59 0,-24-65-170,0-1-1,2-1 0,0 0 1,2-1-1,1-1 0,1 0 1,27 23-1,-32-33-6655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2:04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24575,'32'20'0,"14"9"0,4 5 0,-4-1 0,-8-4 0,-7-4 0,-7-3 0,-7-7-8191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2:04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0 24575,'-8'31'0,"-4"11"0,-1 2 0,2-4 0,3-6 0,3-10-8191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7T16:42:04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24575,'28'32'0,"11"19"0,2 8 0,-7 2 0,-8-3 0,-9 0 0,-7-3 0,-6-4 0,-5-2 0,-4-5 0,-2-7 0,-1-10-8191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7:18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58 140 24575,'-1'0'0,"1"0"0,-1 0 0,1 1 0,-1-1 0,1 0 0,-1 1 0,1-1 0,0 0 0,-1 1 0,1-1 0,0 0 0,-1 1 0,1-1 0,0 1 0,0-1 0,-1 0 0,1 1 0,0-1 0,0 1 0,0-1 0,-1 1 0,1-1 0,0 1 0,0-1 0,0 1 0,0-1 0,0 1 0,0-1 0,0 1 0,0-1 0,0 1 0,0-1 0,1 1 0,-1-1 0,0 1 0,0 0 0,5 20 0,2-6 0,1-1 0,0 0 0,1-1 0,1 0 0,22 23 0,-30-33 0,25 21 0,-22-20 0,-1-1 0,1 1 0,-1 0 0,0 1 0,0-1 0,0 1 0,-1-1 0,5 9 0,-14-17 0,-4-5 0,-26-33 0,2 0 0,3-2 0,-34-61 0,64 104 0,-11-24 0,11 24 0,1-1 0,-1 1 0,0-1 0,1 1 0,0-1 0,-1 1 0,1-1 0,0 1 0,0-1 0,0 0 0,0 1 0,0-1 0,0 1 0,1-3 0,-1 3 0,0 1 0,1 0 0,-1 0 0,0-1 0,1 1 0,-1 0 0,0 0 0,0 0 0,1-1 0,-1 1 0,0 0 0,1 0 0,-1 0 0,0 0 0,1 0 0,-1 0 0,0 0 0,1 0 0,-1 0 0,0 0 0,1 0 0,-1 0 0,0 0 0,1 0 0,-1 0 0,0 0 0,1 0 0,-1 0 0,0 1 0,1-1 0,-1 0 0,0 0 0,0 0 0,1 0 0,-1 1 0,0-1 0,0 0 0,1 0 0,-1 1 0,0-1 0,1 1 0,12 11 0,-12-11 0,14 14 0,0-1 0,21 15 0,-28-23 0,2-1 0,-1 1 0,1-1 0,-1-1 0,1 0 0,12 3 0,-5-2 0,0-1 0,0-1 0,0-1 0,1 0 0,-1-1 0,25-2 0,-37 0 0,0 0 0,0 0 0,0-1 0,0 0 0,0 0 0,0 0 0,0 0 0,-1-1 0,1 0 0,-1 0 0,0 0 0,0 0 0,0-1 0,0 1 0,-1-1 0,0 0 0,1 0 0,-1-1 0,-1 1 0,1-1 0,-1 1 0,1-1 0,-1 0 0,-1 0 0,1 0 0,-1 0 0,1 0 0,-2 0 0,1 0 0,0-6 0,-1 3 0,0 1 0,0-1 0,-1 1 0,-2-14 0,2 20 0,1 0 0,0 0 0,0 1 0,-1-1 0,1 0 0,0 0 0,-1 0 0,1 0 0,-1 1 0,1-1 0,-1 0 0,0 1 0,1-1 0,-1 0 0,0 1 0,1-1 0,-1 1 0,0-1 0,-1 0 0,0 1 0,1 0 0,0 0 0,0 0 0,0 0 0,0 0 0,-1 0 0,1 0 0,0 1 0,0-1 0,0 0 0,0 1 0,0-1 0,-1 1 0,1-1 0,0 1 0,0 0 0,1-1 0,-1 1 0,0 0 0,-1 1 0,0 0 0,0 0 0,0 1 0,0-1 0,0 1 0,0 0 0,1-1 0,0 1 0,-1 0 0,1 0 0,0 0 0,0 0 0,1 0 0,-1 0 0,1 0 0,-1 3 0,0 4 0,1 1 0,0-1 0,2 12 0,-2-18 0,1-1 0,0 0 0,0 0 0,1 1 0,-1-1 0,1 0 0,-1 0 0,1 0 0,0 0 0,0-1 0,0 1 0,1-1 0,-1 1 0,1-1 0,-1 0 0,1 1 0,0-1 0,0-1 0,4 3 0,6 3 0,0 0 0,29 8 0,1-1 0,1-3 0,49 8 0,-49-16-1365,-32-3-5461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7:18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240 481 24575,'-17'-11'0,"-17"-11"0,-1 1 0,-62-27 0,95 47 0,-1 0 0,0 0 0,0 0 0,0 1 0,0-1 0,1 1 0,-1-1 0,0 1 0,0 0 0,0 0 0,-6 1 0,8-1 0,0 1 0,0-1 0,0 1 0,0 0 0,0-1 0,0 1 0,1 0 0,-1 0 0,0-1 0,0 1 0,0 0 0,1 0 0,-1 0 0,0 0 0,1 0 0,-1 0 0,1 0 0,-1 0 0,1 0 0,0 0 0,-1 0 0,1 0 0,0 0 0,0 1 0,0-1 0,0 0 0,0 0 0,0 0 0,0 0 0,0 0 0,0 1 0,1 0 0,0 9 0,1 0 0,1 0 0,-1 0 0,2 0 0,0 0 0,0-1 0,1 1 0,0-1 0,1 0 0,0-1 0,13 16 0,-6-9 0,1-1 0,0-1 0,2-1 0,-1 0 0,31 19 0,-41-29 0,-1-1 0,0 0 0,1 0 0,0 0 0,-1 0 0,1 0 0,7 0 0,-11-2 0,0 1 0,0-1 0,1 0 0,-1 0 0,0 0 0,0 0 0,0-1 0,0 1 0,0 0 0,0 0 0,0-1 0,0 1 0,0-1 0,0 1 0,0-1 0,0 1 0,0-1 0,0 0 0,0 1 0,0-1 0,0 0 0,0 0 0,-1 1 0,1-1 0,0 0 0,-1 0 0,1 0 0,-1 0 0,1 0 0,-1 0 0,1 0 0,-1 0 0,1 0 0,-1 0 0,0 0 0,0-1 0,0-1 0,1-3 0,-1 0 0,0 0 0,0-1 0,0 1 0,-1 0 0,0 0 0,-1 0 0,1 0 0,-1 0 0,0 0 0,-5-10 0,-2-1 0,-1 1 0,-18-24 0,20 34 0,6 11 0,5 16 0,0-13 0,1 0 0,0-1 0,0 0 0,0 1 0,1-1 0,0-1 0,1 1 0,-1-1 0,1 0 0,0 0 0,1-1 0,-1 0 0,8 5 0,-6-5 0,1 0 0,-1 0 0,1-1 0,-1-1 0,1 1 0,0-1 0,1-1 0,-1 1 0,0-2 0,1 1 0,12-1 0,-20-1 0,0 0 0,0 0 0,0 0 0,0-1 0,0 1 0,0-1 0,0 1 0,0-1 0,0 0 0,0 0 0,0 0 0,-1 0 0,1 0 0,0 0 0,-1 0 0,4-3 0,-3 1 0,0 1 0,0-1 0,0 0 0,0 0 0,-1 0 0,1 0 0,-1 0 0,0 0 0,1-5 0,1-6 0,-1 0 0,-1 0 0,-1-29 0,0 32 0,-2-32 0,-3-1 0,-1 2 0,-3-1 0,-1 1 0,-19-50 0,21 68 0,-2 1 0,-1 0 0,0 0 0,-2 2 0,-28-39 0,40 59 0,0 0 0,0-1 0,0 1 0,-1 0 0,1-1 0,0 1 0,-1 0 0,1 0 0,-1 0 0,1 0 0,-1 1 0,1-1 0,-3-1 0,4 2 0,-1 0 0,1 0 0,-1 0 0,1 0 0,0 0 0,-1 0 0,1 0 0,0 1 0,-1-1 0,1 0 0,-1 0 0,1 0 0,0 0 0,-1 0 0,1 0 0,0 1 0,-1-1 0,1 0 0,0 0 0,-1 1 0,1-1 0,-1 1 0,1 0 0,-1 0 0,0 0 0,1 0 0,-1 0 0,1 0 0,0 0 0,-1 1 0,1-1 0,0 0 0,-1 2 0,1 7 0,0 0 0,0 0 0,1-1 0,0 1 0,1 0 0,0-1 0,0 0 0,7 17 0,0-5 0,0-1 0,21 33 0,-5-18 0,1 0 0,1-2 0,2-2 0,1 0 0,2-2 0,0-1 0,68 43 0,-61-49-1365,-24-15-5461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7:19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52 24575,'-6'-3'0,"5"8"0,5 11 0,10 6 0,1-2 0,0 0 0,1 0 0,34 30 0,-22-27 0,1 0 0,52 30 0,-75-49 0,-3-2 0,0 0 0,0-1 0,0 1 0,0-1 0,0 1 0,5 0 0,-8-2 0,1 0 0,-1 0 0,0 0 0,1 0 0,-1 0 0,1 0 0,-1 0 0,1 0 0,-1 0 0,0 0 0,1 0 0,-1 0 0,1 0 0,-1-1 0,0 1 0,1 0 0,-1 0 0,1 0 0,-1-1 0,0 1 0,1 0 0,-1-1 0,1 0 0,-1 0 0,1 0 0,-1 0 0,1 1 0,-1-1 0,0 0 0,0 0 0,1 0 0,-1 0 0,0 0 0,0 0 0,0 0 0,0-2 0,-1-6 0,-1 1 0,1-1 0,-1 1 0,-1 0 0,0 0 0,-5-11 0,-3-8 0,0-3 0,-12-39 0,20 60 0,1-1 0,0 0 0,1 0 0,0 0 0,0-10 0,1 19-59,0-1 0,0 0-1,0 1 1,1-1-1,-1 0 1,0 1 0,1-1-1,-1 1 1,1-1 0,-1 0-1,1 1 1,0 0 0,-1-1-1,1 1 1,0-1-1,0 1 1,0 0 0,0-1-1,0 1 1,1 0 0,-1 0-1,2-2 1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7:21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151 485 24575,'-13'-8'0,"2"0"0,0 0 0,-1 2 0,0-1 0,0 2 0,0-1 0,-1 2 0,-14-5 0,26 9 0,0 0 0,0 0 0,0-1 0,0 1 0,-1 0 0,1 0 0,0 0 0,0 0 0,0 0 0,0 1 0,0-1 0,0 0 0,0 0 0,0 1 0,0-1 0,0 1 0,0-1 0,-2 2 0,2-1 0,1-1 0,-1 1 0,1 0 0,-1-1 0,1 1 0,0 0 0,-1 0 0,1-1 0,0 1 0,-1 0 0,1 0 0,0 0 0,0 0 0,0-1 0,0 1 0,0 0 0,0 0 0,0 0 0,0 0 0,1 4 0,0 0 0,1 0 0,-1 0 0,1-1 0,0 1 0,4 6 0,52 83 0,-49-82 0,0-1 0,0 0 0,1 0 0,1-1 0,19 14 0,-28-22 0,1 0 0,0 0 0,0-1 0,0 1 0,0-1 0,0 0 0,0 0 0,1 0 0,-1 0 0,0-1 0,1 1 0,4-1 0,-7 0 0,1 0 0,-1 0 0,0 0 0,0-1 0,1 1 0,-1-1 0,0 1 0,0-1 0,0 1 0,0-1 0,0 0 0,0 1 0,0-1 0,0 0 0,0 0 0,0 0 0,0 0 0,0 0 0,0 0 0,-1 0 0,1 0 0,0 0 0,-1 0 0,1 0 0,-1 0 0,1 0 0,-1-1 0,0 1 0,1 0 0,-1 0 0,0-1 0,0 1 0,0 0 0,0-3 0,-1-5 0,0 1 0,0-1 0,-1 0 0,0 1 0,0-1 0,-1 1 0,0-1 0,0 1 0,-7-10 0,-1-5 0,7 16 0,2 12 0,5 14 0,-1-13 0,1 0 0,0 1 0,1-2 0,-1 1 0,1 0 0,0-1 0,1 0 0,-1 0 0,1 0 0,0 0 0,0-1 0,1 0 0,-1 0 0,1 0 0,0-1 0,0 0 0,0 0 0,7 2 0,-5-2 0,1 0 0,0 0 0,0-1 0,-1 0 0,1-1 0,0 0 0,0 0 0,0-1 0,1 0 0,-1-1 0,0 0 0,-1 0 0,12-4 0,-16 3 0,1 0 0,0 0 0,-1-1 0,0 1 0,0-1 0,1 0 0,-2 0 0,1-1 0,0 1 0,-1-1 0,1 0 0,-1 0 0,0 0 0,-1 0 0,1-1 0,-1 1 0,1-1 0,-1 1 0,-1-1 0,3-7 0,0-5 0,0 0 0,-1-1 0,-1 1 0,0-28 0,-3 14 0,-1-1 0,-2 0 0,-1 1 0,-1 0 0,-2 0 0,-1 1 0,-2 0 0,-1 0 0,-1 1 0,-24-40 0,27 49 0,8 16 0,0-1 0,0 1 0,0-1 0,-1 1 0,0 0 0,0 0 0,0 0 0,-4-4 0,7 8 0,-1-1 0,1 1 0,-1 0 0,1-1 0,-1 1 0,1 0 0,-1-1 0,1 1 0,-1 0 0,1 0 0,-1 0 0,1 0 0,-1-1 0,1 1 0,-1 0 0,1 0 0,-1 0 0,0 0 0,1 0 0,-1 0 0,1 0 0,-1 1 0,1-1 0,-1 0 0,1 0 0,-2 1 0,1-1 0,0 1 0,1 0 0,-1 0 0,0-1 0,0 1 0,1 0 0,-1 0 0,1 0 0,-1 0 0,0 0 0,1 0 0,-1 2 0,-1 2 0,1 0 0,0 0 0,0 1 0,-1 6 0,2-1 0,0 0 0,1 0 0,1 0 0,-1-1 0,2 1 0,-1-1 0,6 14 0,35 71 0,-29-67 0,2 2 0,1 0 0,1-1 0,2-1 0,0-1 0,2 0 0,1-2 0,2-1 0,0 0 0,1-2 0,37 24 0,-58-43 0,1 0 0,-1 0 0,0-1 0,1 0 0,-1 0 0,1 0 0,0-1 0,-1 0 0,1 0 0,6 1 0,-9-2 0,-1 0 0,1 0 0,-1 0 0,1-1 0,-1 1 0,1-1 0,-1 1 0,1-1 0,-1 0 0,1 0 0,-1 0 0,0 0 0,0 0 0,1 0 0,-1-1 0,0 1 0,0-1 0,0 1 0,-1-1 0,1 0 0,0 0 0,-1 0 0,1 0 0,-1 0 0,2-3 0,1-4 0,0-1 0,-1 1 0,0-1 0,-1 0 0,0 0 0,-1 0 0,0 0 0,0 0 0,-1 0 0,0 0 0,-1 0 0,0 0 0,-1 0 0,-5-18 0,5 21 0,6 15 0,3 9 0,-2-7 0,1-1 0,1 1 0,-1-1 0,1-1 0,1 1 0,15 13 0,-20-19 0,1-1 0,-1 1 0,1-1 0,0 1 0,-1-1 0,1 0 0,0 0 0,0-1 0,1 1 0,-1-1 0,0 0 0,0 0 0,1-1 0,-1 1 0,0-1 0,1 0 0,-1 0 0,0 0 0,1-1 0,5 0 0,-5-1 0,-1 1 0,1 0 0,-1 0 0,1 1 0,-1-1 0,1 1 0,-1 0 0,1 0 0,-1 1 0,1-1 0,-1 1 0,1 0 0,-1 0 0,1 0 0,-1 1 0,0 0 0,0 0 0,0 0 0,6 4 0,4 3 0,-12-7 0,1 0 0,0 0 0,0-1 0,0 1 0,0 0 0,0-1 0,0 0 0,4 1 0,-7-2 0,1 0 0,-1 0 0,0 0 0,0 0 0,1 0 0,-1 0 0,0 0 0,0-1 0,1 1 0,-1 0 0,0 0 0,0 0 0,1 0 0,-1-1 0,0 1 0,0 0 0,0 0 0,0-1 0,1 1 0,-1 0 0,0 0 0,0-1 0,0 1 0,0 0 0,0 0 0,0-1 0,0 1 0,0 0 0,1 0 0,-1-1 0,0 1 0,0 0 0,0-1 0,0 1 0,-1 0 0,1 0 0,0-1 0,0 1 0,0 0 0,0-1 0,0 1 0,0 0 0,0 0 0,0-1 0,-1 1 0,-5-18 0,5 15 0,-3-8-100,0-1 322,14 25-1709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7:21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24575,'15'27'0,"10"14"0,2 2 0,0-3 0,-5-9-8191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7:22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101 221 24575,'4'-6'0,"-1"-1"0,-1 1 0,1-1 0,-1 0 0,-1 0 0,1 0 0,-1 0 0,0 0 0,-1 0 0,0 0 0,-1-14 0,-1 11 0,0 0 0,0 1 0,-1 0 0,-1-1 0,0 1 0,0 1 0,0-1 0,-8-10 0,10 16 0,0-1 0,-1 1 0,1 0 0,-1-1 0,0 1 0,-6-4 0,8 6 0,1 1 0,-1-1 0,0 1 0,0-1 0,0 1 0,0 0 0,0-1 0,0 1 0,0 0 0,1 0 0,-1-1 0,0 1 0,0 0 0,0 0 0,0 0 0,0 0 0,0 1 0,0-1 0,0 0 0,0 0 0,0 0 0,0 1 0,0-1 0,1 1 0,-1-1 0,0 0 0,0 1 0,0-1 0,1 1 0,-1 0 0,0-1 0,0 1 0,1 0 0,-1-1 0,1 1 0,-2 1 0,-1 2 0,0 0 0,1 1 0,-1-1 0,1 1 0,-1-1 0,1 1 0,1 0 0,-1 0 0,1 0 0,0 0 0,-1 11 0,1-14 0,1 1 0,0-1 0,0 1 0,0-1 0,0 1 0,1-1 0,-1 1 0,1-1 0,-1 1 0,1-1 0,0 0 0,0 1 0,0-1 0,0 0 0,1 0 0,-1 1 0,1-1 0,-1 0 0,1-1 0,-1 1 0,1 0 0,0 0 0,0-1 0,0 1 0,4 2 0,38 16-273,0-2 0,1-2 0,1-2 0,69 12 0,-91-23-6553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7:22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27 402 24575,'-1'7'0,"0"1"0,1-1 0,0 1 0,0-1 0,1 0 0,-1 1 0,2-1 0,-1 1 0,1-1 0,0 0 0,1 0 0,5 11 0,-6-14 0,1 1 0,-1-1 0,1 1 0,0-1 0,1 0 0,-1-1 0,1 1 0,0 0 0,0-1 0,0 0 0,0 0 0,0 0 0,1-1 0,-1 1 0,1-1 0,0 0 0,0 0 0,0-1 0,5 2 0,-8-3 0,0 0 0,0 1 0,-1-1 0,1 0 0,0 0 0,0 0 0,-1 0 0,1 0 0,0-1 0,0 1 0,-1-1 0,1 1 0,0-1 0,-1 1 0,1-1 0,0 0 0,-1 0 0,1 0 0,-1 0 0,3-1 0,-2-1 0,0 1 0,0 0 0,-1-1 0,1 1 0,-1-1 0,1 0 0,-1 0 0,0 1 0,0-1 0,0 0 0,1-4 0,0-3 0,-1 0 0,0-1 0,-1 1 0,0-1 0,0 1 0,-3-11 0,-3-13 0,-2 2 0,-20-57 0,-35-60 0,55 132 0,-45-91 0,52 107 0,0 0 0,0-1 0,0 1 0,1 0 0,-1-1 0,0 1 0,-1 0 0,1 0 0,-2-2 0,3 3 0,0 0 0,0 0 0,0 0 0,-1 0 0,1 0 0,0 0 0,0 0 0,0 0 0,0 0 0,-1 0 0,1 0 0,0 0 0,0 0 0,0 0 0,0 0 0,-1 0 0,1 0 0,0 0 0,0 0 0,0 0 0,0 1 0,-1-1 0,1 0 0,0 0 0,0 0 0,0 0 0,0 0 0,0 0 0,0 0 0,0 1 0,-1-1 0,1 0 0,0 0 0,0 0 0,0 0 0,0 1 0,0-1 0,0 0 0,0 0 0,0 0 0,0 0 0,0 1 0,0-1 0,0 0 0,-1 4 0,1 0 0,0 1 0,0-1 0,0 0 0,2 7 0,3 12 0,1 0 0,1 0 0,1-1 0,17 34 0,54 78 0,-46-87 0,72 77 0,-90-107-1365,-4-4-5461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7:23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293 157 24575,'-77'-53'0,"-58"-37"0,132 88 0,0 0 0,0 0 0,-1 1 0,1-1 0,0 1 0,-1 0 0,1 0 0,-1 1 0,-4-2 0,7 3 0,0-1 0,-1 0 0,1 0 0,0 0 0,-1 1 0,1-1 0,0 0 0,-1 1 0,1 0 0,0-1 0,0 1 0,0 0 0,0-1 0,-1 1 0,1 0 0,0 0 0,0 0 0,0 0 0,1 0 0,-1 0 0,0 0 0,0 0 0,0 0 0,1 1 0,-1-1 0,0 2 0,-2 3 0,1-1 0,0 1 0,0 0 0,1 0 0,0 0 0,0 0 0,0 0 0,0 0 0,1 1 0,0-1 0,1 0 0,1 9 0,-1-7 0,2 0 0,-1 0 0,1 0 0,1-1 0,-1 1 0,1-1 0,0 0 0,7 9 0,4 1 0,0 0 0,1-2 0,1 1 0,0-2 0,36 23 0,-41-30 40,0 0 0,23 9 0,-30-14-189,1 0 1,0 0-1,-1 0 1,1-1-1,0 0 1,0 0-1,0-1 1,-1 0-1,8 0 1,-1-3-6678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7:24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60 24575,'2'-4'0,"-1"1"0,1-1 0,0 1 0,0-1 0,0 1 0,0 0 0,0 0 0,1 0 0,0 0 0,-1 1 0,1-1 0,4-3 0,-5 5 0,0 1 0,0-1 0,0 0 0,0 0 0,-1 1 0,1-1 0,0 1 0,0-1 0,0 1 0,1 0 0,-1 0 0,0 0 0,0 0 0,0 0 0,0 0 0,0 1 0,0-1 0,0 1 0,0-1 0,-1 1 0,1 0 0,0 0 0,0 0 0,0 0 0,1 1 0,6 5 0,-1 0 0,-1 0 0,1 1 0,-1 0 0,0 0 0,-1 1 0,0 0 0,7 14 0,2 2 0,-13-22 0,0 0 0,-1-1 0,1 1 0,-1 1 0,0-1 0,1 0 0,-2 0 0,1 0 0,0 1 0,0-1 0,-1 5 0,0-7 0,0 0 0,0 1 0,-1-1 0,1 0 0,0 1 0,-1-1 0,1 0 0,-1 1 0,1-1 0,-1 0 0,0 0 0,1 0 0,-1 1 0,0-1 0,0 0 0,0 0 0,0 0 0,0-1 0,0 1 0,0 0 0,0 0 0,-1 0 0,1-1 0,0 1 0,0-1 0,-1 1 0,1-1 0,0 1 0,-3 0 0,-5 0 0,0 0 0,1 0 0,-1 0 0,0-1 0,0 0 0,0-1 0,0 0 0,0 0 0,0-1 0,-10-4 0,-4-1 0,1-2 0,-36-18 0,50 23 0,1 0 0,-1-1 0,1 0 0,0-1 0,0 1 0,1-1 0,-9-10 0,14 14 0,-1 0 0,1 0 0,-1 0 0,1 0 0,0-1 0,0 1 0,0 0 0,0-1 0,0 1 0,0-1 0,1 1 0,-1-1 0,1 1 0,0-1 0,0 0 0,0 1 0,0-1 0,0 1 0,0-1 0,1 1 0,-1-1 0,1 0 0,0 1 0,0 0 0,0-1 0,0 1 0,0 0 0,0-1 0,3-3 0,-2 4-80,0 0 0,0 0-1,0 0 1,0 0 0,1 1-1,-1-1 1,0 1 0,1-1-1,-1 1 1,1 0 0,-1 0 0,1 0-1,0 0 1,-1 0 0,1 0-1,5 0 1,5 0-6746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7:25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100 173 24575,'9'-3'0,"-1"-1"0,0-1 0,-1 1 0,1-1 0,-1 0 0,0-1 0,8-7 0,-13 11 0,-1 1 0,0-1 0,1 0 0,-1 1 0,0-1 0,0 0 0,0 0 0,0 0 0,-1 0 0,1 0 0,0 1 0,-1-1 0,0-1 0,1 1 0,-1-3 0,0 3 0,-1 0 0,1 0 0,-1 0 0,1 0 0,-1 0 0,0 0 0,0 0 0,0 0 0,0 0 0,0 1 0,0-1 0,-1 0 0,1 1 0,0-1 0,-1 1 0,1-1 0,-1 1 0,-2-2 0,-9-7 0,0 1 0,-17-9 0,23 14 0,-1 1 0,1 0 0,-1 0 0,1 0 0,-1 1 0,-10-2 0,16 4 0,1 0 0,0-1 0,-1 1 0,1 0 0,-1 0 0,1 0 0,-1 0 0,1 0 0,0 0 0,-1 1 0,1-1 0,0 0 0,-1 1 0,1-1 0,0 1 0,-1-1 0,1 1 0,0 0 0,0 0 0,-1-1 0,1 1 0,0 0 0,0 0 0,0 0 0,0 0 0,0 0 0,0 0 0,1 1 0,-1-1 0,0 0 0,1 0 0,-1 1 0,0-1 0,1 0 0,-1 1 0,1-1 0,0 0 0,-1 3 0,1 0 0,0 0 0,0 0 0,1 0 0,-1 0 0,1-1 0,0 1 0,0 0 0,0 0 0,0 0 0,1-1 0,-1 1 0,5 6 0,3 3 0,1-1 0,0 0 0,1-1 0,0 0 0,17 13 0,69 42 0,-89-61-114,1 1 1,0-1-1,0-1 0,1 0 0,-1 0 1,1-1-1,0 0 0,0-1 0,0 0 1,0 0-1,14 0 0,-12-3-6712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7:25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224 167 24575,'-45'-42'0,"-60"-51"0,103 91 0,-2-2 0,0 1 0,0 0 0,0 0 0,0 0 0,-1 0 0,1 1 0,-1-1 0,-9-2 0,13 5 0,0 0 0,1 0 0,-1 0 0,0 0 0,0 0 0,0 0 0,1 0 0,-1 0 0,0 0 0,0 1 0,0-1 0,1 0 0,-1 1 0,0-1 0,0 0 0,1 1 0,-1-1 0,0 1 0,1-1 0,-1 1 0,0-1 0,1 1 0,-1-1 0,1 1 0,-1 0 0,1-1 0,-1 1 0,1 0 0,-1-1 0,1 1 0,0 0 0,0 0 0,-1 0 0,1-1 0,0 1 0,0 0 0,0 0 0,0 0 0,0-1 0,0 2 0,-1 5 0,1 0 0,0-1 0,1 13 0,0-17 0,10 65 0,4 0 0,30 86 0,-40-138 0,15 45 60,54 106 0,48 46-1545,-113-197-5341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7:25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71 24575,'-27'-15'0,"-11"-4"0,-2 0 0,6 6 0,9 9 0,8 3-8191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7:26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298 238 24575,'-57'-53'0,"-135"-115"0,191 167 0,-3-2 0,1 1 0,0 0 0,-1 0 0,-6-3 0,9 5 0,1-1 0,-1 1 0,1 0 0,-1 0 0,1 0 0,-1-1 0,1 1 0,-1 0 0,0 0 0,1 0 0,-1 0 0,1 0 0,-1 0 0,0 1 0,1-1 0,-1 0 0,1 0 0,-1 0 0,1 0 0,-1 1 0,1-1 0,-1 0 0,1 1 0,-1-1 0,1 0 0,-1 1 0,1-1 0,-1 0 0,1 1 0,-1-1 0,1 1 0,0-1 0,-1 1 0,1-1 0,0 1 0,0-1 0,-1 1 0,1-1 0,0 1 0,0 0 0,-2 5 0,1-1 0,1 1 0,-1-1 0,1 1 0,0 0 0,0-1 0,2 10 0,9 43 0,-8-46 0,21 80 0,56 135 0,-58-177 0,1-2 0,37 57 0,74 82 0,-130-182 0,4 5 0,0 0 0,-1 0 0,0 0 0,6 15 0,-13-24 0,1 0 0,-1 0 0,0-1 0,1 1 0,-1 0 0,0 0 0,1 0 0,-1 0 0,0 0 0,0-1 0,0 1 0,0 0 0,0 0 0,0 0 0,0 0 0,0 0 0,0 0 0,-1 0 0,1 1 0,-1-2 0,1 1 0,-1-1 0,1 0 0,-1 1 0,1-1 0,0 0 0,-1 0 0,1 1 0,-1-1 0,1 0 0,-1 0 0,0 0 0,1 0 0,-1 0 0,1 0 0,-1 0 0,1 0 0,-1 0 0,1 0 0,-1 0 0,1 0 0,-1 0 0,0 0 0,-4-2 0,0 1 0,0-1 0,1 0 0,-1 0 0,-6-5 0,-28-21 0,1-3 0,-60-62 0,83 78 0,-1-1 0,-20-27 0,31 37 0,0 0 0,1-1 0,0 0 0,1 0 0,-1-1 0,1 1 0,-3-14 0,6 20 0,-1 0 0,1-1 0,0 1 0,0-1 0,-1 1 0,1 0 0,1-1 0,-1 1 0,0 0 0,0-1 0,0 1 0,1-1 0,-1 1 0,0 0 0,1-1 0,0 1 0,-1 0 0,1 0 0,0 0 0,-1-1 0,1 1 0,0 0 0,1-1 0,0 0 0,0 1 0,0 0 0,1 0 0,-1 0 0,0 0 0,0 0 0,1 0 0,-1 0 0,0 1 0,1-1 0,-1 1 0,4-1 0,4 1 0,0 0 0,0 1 0,0 0 0,0 0 0,14 4 0,35 13-72,-34-10-187,0 0 1,1-2-1,0 0 0,42 2 1,-55-8-6568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7:26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24575,'5'13'0,"4"5"0,0 4 0,2-1 0,-2-1 0,1-1 0,-2-2 0,-2-1 0,0-3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7:26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24575,'3'0'0,"0"3"0,0 2 0,0 4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7:27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34 24575,'-5'-3'0,"-53"-20"0,52 21 0,-1 0 0,1 1 0,0 0 0,-1 0 0,1 1 0,-1-1 0,-8 2 0,13-1 0,1 0 0,-1 0 0,1 0 0,0 1 0,-1-1 0,1 0 0,-1 1 0,1-1 0,-1 1 0,1 0 0,0-1 0,0 1 0,-1 0 0,1 0 0,0 0 0,0 0 0,0 0 0,0 0 0,0 0 0,0 0 0,0 0 0,0 0 0,-1 2 0,2-1 0,-1 1 0,1-1 0,-1 0 0,1 1 0,0-1 0,-1 0 0,1 1 0,0-1 0,1 0 0,-1 1 0,0-1 0,1 0 0,0 3 0,2 5 0,1 0 0,0 0 0,1-1 0,0 1 0,8 10 0,4 5 0,1-2 0,23 24 0,-35-40 0,0-1 0,1-1 0,0 1 0,0-1 0,0 0 0,1-1 0,-1 1 0,1-1 0,0-1 0,0 0 0,16 4 0,-22-6 0,1-1 0,-1 0 0,0 0 0,0 0 0,1 0 0,-1 0 0,0-1 0,1 1 0,-1 0 0,0-1 0,0 0 0,0 0 0,1 0 0,-1 0 0,0 0 0,0 0 0,0 0 0,0 0 0,-1-1 0,1 1 0,0-1 0,-1 0 0,1 1 0,-1-1 0,1 0 0,-1 0 0,0 0 0,0 0 0,0 0 0,0 0 0,1-3 0,3-7 0,-1 0 0,-1-1 0,0 0 0,2-16 0,-3 18 0,-1-8 0,1-9 0,-2 27 0,1-1 0,-1 1 0,0 0 0,1-1 0,-1 1 0,1-1 0,0 1 0,-1 0 0,1-1 0,0 1 0,0 0 0,-1 0 0,3-2 0,-2 2 0,0 1 0,-1-1 0,1 1 0,0 0 0,0-1 0,-1 1 0,1 0 0,0 0 0,0 0 0,0-1 0,0 1 0,-1 0 0,1 0 0,0 0 0,0 0 0,0 1 0,0-1 0,0 0 0,-1 0 0,1 0 0,0 1 0,0-1 0,0 0 0,-1 1 0,1-1 0,0 1 0,-1-1 0,1 1 0,0-1 0,0 1 0,21 22 0,-17-17 0,89 91 0,-84-88-1365,-1-1-5461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7:27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24575,'-5'15'0,"-2"7"0,1 0-8191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7:28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105 339 24575,'0'-31'0,"-1"-1"0,-1 1 0,-2-1 0,-1 1 0,-2 0 0,-1 1 0,-1-1 0,-19-40 0,27 70 0,1 0 0,-1 0 0,1 0 0,-1-1 0,0 1 0,1 0 0,-1 0 0,0 0 0,0 0 0,0 0 0,0 0 0,0 1 0,0-1 0,0 0 0,0 0 0,0 1 0,0-1 0,0 0 0,-2 0 0,2 1 0,1 0 0,0 0 0,-1 0 0,1 0 0,-1 1 0,1-1 0,-1 0 0,1 0 0,0 0 0,-1 0 0,1 0 0,-1 0 0,1 1 0,0-1 0,-1 0 0,1 0 0,-1 1 0,1-1 0,0 0 0,-1 1 0,1-1 0,-1 2 0,0-1 0,0 0 0,1 0 0,-1 1 0,0-1 0,1 1 0,-1-1 0,1 0 0,-1 3 0,-1 15 0,0 1 0,1 0 0,3 34 0,-1-7 0,-1-42 0,0-1 0,1 1 0,-1-1 0,1 0 0,0 1 0,0-1 0,1 0 0,-1 0 0,1 0 0,0 0 0,0 0 0,0 0 0,0 0 0,1 0 0,0-1 0,-1 1 0,1-1 0,0 0 0,1 0 0,-1 0 0,1 0 0,-1-1 0,7 4 0,-1-2 0,0 0 0,0 0 0,0-1 0,1-1 0,-1 1 0,1-1 0,0-1 0,-1 0 0,18 0 0,14-1 0,-15 1 0,0-2 0,31-4 0,-53 5 0,0-1 0,-1 0 0,1 0 0,-1 0 0,1 0 0,-1-1 0,0 1 0,1-1 0,-1 0 0,0 0 0,0 0 0,5-5 0,-7 5 0,0 1 0,0-1 0,0 1 0,0-1 0,0 1 0,0-1 0,-1 1 0,1-1 0,-1 0 0,1 1 0,-1-1 0,0 0 0,1 1 0,-1-1 0,0 0 0,0 1 0,0-1 0,-1 0 0,1 0 0,0 1 0,0-1 0,-1 0 0,1 1 0,-1-1 0,0 0 0,0 1 0,1-1 0,-1 1 0,-2-3 0,-15-24 0,50 55 0,13 9 0,-40-32 0,0-1 0,1 1 0,-1-2 0,1 1 0,0 0 0,0-1 0,6 1 0,-11-2 0,0-1 0,0 0 0,0 0 0,1 0 0,-1 0 0,0 0 0,0 0 0,0 0 0,0 0 0,0-1 0,0 1 0,0 0 0,0 0 0,0-1 0,0 1 0,0-1 0,0 1 0,0-1 0,0 0 0,-1 1 0,1-1 0,0 0 0,0 1 0,0-1 0,-1 0 0,1 0 0,0 0 0,-1 0 0,1 0 0,0-1 0,1-4 0,1 0 0,-1-1 0,-1 1 0,2-10 0,-2 12 0,-1 0 0,1 0 0,0 0 0,0 0 0,0 0 0,1 1 0,0-1 0,2-4 0,-3 7 0,0 0 0,0 0 0,0 0 0,0 0 0,0 1 0,0-1 0,0 0 0,0 1 0,0-1 0,1 1 0,-1-1 0,0 1 0,0 0 0,1-1 0,-1 1 0,0 0 0,0 0 0,1 0 0,-1 0 0,0 0 0,1 0 0,-1 0 0,0 1 0,0-1 0,1 0 0,-1 1 0,0-1 0,0 1 0,0-1 0,1 1 0,-1-1 0,0 1 0,1 1 0,5 3 0,1 1 0,-2 0 0,12 11 0,-10-9 0,42 34-1365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7:29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24575,'-3'9'0,"1"0"0,1-1 0,0 1 0,0 0 0,1 0 0,0 0 0,0 0 0,1 0 0,0 0 0,0-1 0,1 1 0,4 11 0,6 11 0,0 0 0,18 28 0,-16-32 0,94 173 0,-105-195 0,10 19 0,-13-23 0,1 0 0,-1 0 0,0 0 0,1 0 0,-1 0 0,0 0 0,1 0 0,-1 0 0,0 1 0,0-1 0,0 0 0,0 0 0,0 0 0,0 0 0,0 0 0,0 1 0,-1-1 0,0 1 0,1-1-44,0-1 0,-1 0 0,1 0 0,0 0 0,-1 1 0,1-1 1,-1 0-1,1 0 0,0 0 0,-1 0 0,1 0 0,-1 0 0,1 0 0,0 0 0,-1 0 0,1 0 0,-1 0 0,1 0 0,0 0 0,-1 0 0,1 0 0,-1 0 0,1-1 0,0 1 0,-1 0 0,1 0 0,0 0 0,-1-1 0,0 1-46,-7-5-6736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7:29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31 24575,'-27'-3'0,"-11"0"0,-5 0 0,4-2 0,5 0 0,6 1 0,3 1 0,3 1 0,3 0 0,3 2 0,0 0 0,2 0 0,3 3 0,0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7:29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83 24575,'-6'-4'0,"-54"-42"0,52 41 0,0 0 0,0 1 0,0 0 0,-1 0 0,-16-5 0,23 9 0,1 0 0,-1-1 0,1 1 0,-1 0 0,0-1 0,1 1 0,-1 0 0,1 0 0,-1 1 0,0-1 0,1 0 0,-1 0 0,1 1 0,-1-1 0,1 1 0,-1-1 0,1 1 0,-3 1 0,2-1 0,1 0 0,0 0 0,0 1 0,0-1 0,0 0 0,1 1 0,-1-1 0,0 0 0,0 1 0,1-1 0,-1 1 0,1-1 0,-1 1 0,1-1 0,0 4 0,-1 1 0,1 1 0,0 0 0,1 0 0,0 0 0,0-1 0,0 1 0,4 10 0,5 5 0,0 0 0,1-1 0,2 0 0,0 0 0,1-1 0,1-1 0,24 24 0,-22-29 0,-14-12 0,-1 0 0,1 0 0,0 0 0,-1 1 0,0-1 0,1 0 0,-1 1 0,0 0 0,0-1 0,0 1 0,1 4 0,-3-7 0,0 1 0,0-1 0,0 1 0,0-1 0,0 1 0,0-1 0,0 0 0,0 1 0,0-1 0,0 1 0,-1-1 0,1 0 0,0 1 0,0-1 0,0 0 0,-1 1 0,1-1 0,0 1 0,-1-1 0,1 0 0,0 0 0,-1 1 0,1-1 0,0 0 0,-1 0 0,1 1 0,0-1 0,-1 0 0,1 0 0,-1 0 0,1 0 0,0 1 0,-1-1 0,1 0 0,-1 0 0,-16 2 0,-1-3-91,1-1 0,-1 0 0,-25-7 0,25 4-910,-3 1-5825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7:30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24575,'-3'0'0,"0"2"0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7:30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24575,'-2'2'0,"-2"4"0,4 3 0,0 2 0,2 2 0,2-1 0,0 0 0,2 0 0,1 0 0,1-1 0,1-1 0,0 1 0,0-1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7:31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3 108 24575,'0'0'0,"0"0"0,0 0 0,0 0 0,0 0 0,0 0 0,0 0 0,0 0 0,0 0 0,-1 0 0,1 0 0,0 0 0,0 0 0,0 0 0,0 0 0,0 0 0,0 0 0,0 0 0,0 0 0,0 0 0,0 0 0,0 0 0,0 0 0,0 0 0,0 0 0,-1 0 0,1 0 0,0 0 0,0 0 0,0 0 0,0 0 0,0 0 0,0 0 0,0 0 0,0 0 0,0 1 0,0-1 0,0 0 0,0 0 0,0 0 0,0 0 0,0 0 0,0 0 0,0 0 0,0 0 0,0 0 0,0 0 0,0 0 0,0 0 0,0 0 0,0 0 0,0 1 0,0-1 0,0 0 0,0 0 0,0 0 0,0 0 0,0 0 0,0 0 0,0 0 0,0 0 0,0 0 0,0 0 0,5 6 0,8 3 0,-6-4 0,-1 0 0,0-1 0,0 0 0,0-1 0,12 6 0,-17-9 0,0 1 0,0-1 0,0 0 0,0 1 0,0-1 0,0 0 0,0 0 0,0 0 0,0 0 0,0 0 0,0 0 0,0 0 0,0 0 0,0 0 0,0 0 0,0-1 0,0 1 0,0 0 0,0-1 0,0 1 0,0-1 0,0 1 0,0-1 0,-1 1 0,1-1 0,0 0 0,0 1 0,-1-1 0,1 0 0,0 0 0,-1 1 0,1-1 0,0 0 0,-1 0 0,1 0 0,-1 0 0,0 0 0,1 0 0,-1 0 0,1-1 0,0-7 0,1 1 0,-1-1 0,0 0 0,-1 1 0,0-1 0,-1-12 0,0-23 0,1 43 0,0 0 0,0 0 0,0 1 0,0-1 0,0 0 0,0 0 0,0 0 0,1 1 0,-1-1 0,0 0 0,1 0 0,-1 1 0,0-1 0,1 0 0,-1 0 0,1 1 0,-1-1 0,1 1 0,-1-1 0,1 0 0,0 1 0,-1-1 0,1 1 0,0-1 0,-1 1 0,1 0 0,1-1 0,0 0 0,0 1 0,-1 0 0,1 0 0,0 0 0,0 0 0,0 0 0,-1 0 0,1 1 0,0-1 0,0 1 0,-1-1 0,3 2 0,6 2 0,0 1 0,-1 1 0,11 7 0,-19-13 0,138 102-45,-90-64-1275,-36-29-5506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15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44 101 24575,'-12'-36'0,"9"26"0,0 0 0,-1-1 0,0 2 0,-7-13 0,11 22 0,0 0 0,0 0 0,0 0 0,0 0 0,0 0 0,0 0 0,0-1 0,0 1 0,0 0 0,0 0 0,0 0 0,0 0 0,0 0 0,0 0 0,0 0 0,-1 0 0,1-1 0,0 1 0,0 0 0,0 0 0,0 0 0,0 0 0,0 0 0,0 0 0,-1 0 0,1 0 0,0 0 0,0 0 0,0 0 0,0 0 0,0 0 0,0 0 0,-1 0 0,1 0 0,0 0 0,0 0 0,0 0 0,0 0 0,0 0 0,0 0 0,-1 0 0,1 0 0,-2 7 0,1 9 0,3-2 0,0 0 0,1-1 0,1 1 0,8 22 0,28 51 0,-25-58 0,12 26 0,87 186 0,-13-46 0,-85-170 0,-14-24 0,-3-7 0,-7-9 0,-12-15-1365,12 17-5461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15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24575,'10'-2'0,"5"-2"0,3 1 0,4 1 0,-1 0 0,2 1 0,2 0 0,-1 1 0,0 0 0,-1 0 0,-2 0 0,0 0 0,-1 0 0,-4-2 0,-2-1 0,-4-3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15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24575,'1'30'0,"1"0"0,1 0 0,2 0 0,1 0 0,1-1 0,2 0 0,18 43 0,-11-38 0,1-2 0,2 0 0,1-1 0,1-1 0,47 50 0,30 23 0,-87-85 0,-11-13 0,-10-7 0,-1-6-1365,-1 0-5461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16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82 24575,'-4'-20'0,"3"12"0,0 1 0,0 0 0,-1 0 0,0 0 0,-1 1 0,-5-13 0,8 19 0,0 0 0,0 0 0,0 0 0,0 0 0,0 0 0,0 0 0,0 0 0,0 0 0,0 0 0,0 0 0,-1 0 0,1 0 0,0 0 0,0 0 0,0-1 0,0 1 0,0 0 0,0 0 0,0 0 0,0 0 0,0 0 0,0 0 0,0 0 0,0 0 0,0 0 0,0 0 0,-1 0 0,1 0 0,0 0 0,0 0 0,0 0 0,0 0 0,0 0 0,0 0 0,0 0 0,0 0 0,0 0 0,0 0 0,0 0 0,0 0 0,0 0 0,-1 0 0,1 0 0,0 0 0,0 1 0,0-1 0,0 0 0,0 0 0,0 0 0,0 0 0,0 0 0,0 0 0,0 0 0,0 0 0,0 0 0,0 0 0,0 0 0,0 0 0,0 0 0,-2 8 0,0 8 0,1 87 0,-3 55 0,-2-113 0,3 0 0,3 63 0,1-95 0,1 1 0,0-1 0,1 1 0,0-1 0,1 0 0,0 0 0,1-1 0,1 1 0,0-1 0,1 0 0,0 0 0,12 14 0,1-3 0,1-2 0,1 0 0,1-2 0,1 0 0,0-2 0,2 0 0,-1-2 0,2-1 0,0-1 0,30 10 0,-19-13-1365,-23-8-5461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16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1 232 24575,'286'-15'0,"-282"15"0,-1 0 0,1 0 0,-1-1 0,1 1 0,0-1 0,-1 0 0,1 0 0,6-3 0,-10 4 0,1 0 0,0-1 0,-1 1 0,1-1 0,-1 1 0,1-1 0,-1 1 0,1-1 0,-1 1 0,1-1 0,-1 0 0,1 1 0,-1-1 0,0 0 0,1 1 0,-1-1 0,0 0 0,0 0 0,1 0 0,-1-1 0,0 1 0,0 0 0,0-1 0,-1 1 0,1 0 0,0-1 0,-1 1 0,1 0 0,-1-1 0,1 1 0,-1 0 0,1 0 0,-1-1 0,-1 0 0,-4-6 0,-1 0 0,0 1 0,-1-1 0,1 2 0,-1-1 0,-13-7 0,-5-5 0,0-2 0,14 10 0,-1 0 0,-1 1 0,1 1 0,-1 0 0,-1 1 0,-16-7 0,29 14 0,1 1 0,-1-1 0,1 1 0,-1-1 0,1 1 0,-1-1 0,1 1 0,-1 0 0,0 0 0,1 0 0,-1 0 0,1 0 0,-1 0 0,0 0 0,1 1 0,-1-1 0,1 1 0,-1-1 0,1 1 0,-1-1 0,1 1 0,0 0 0,-1 0 0,1 0 0,0-1 0,-1 1 0,1 1 0,0-1 0,0 0 0,0 0 0,0 0 0,0 0 0,0 1 0,0-1 0,1 1 0,-1-1 0,0 0 0,1 1 0,-1-1 0,1 1 0,-1 3 0,-1 6 0,0 0 0,1 0 0,0 0 0,2 20 0,0-22 0,-2 27 0,1-23 0,0 0 0,0 0 0,5 25 0,-5-35 0,1-1 0,1 1 0,-1-1 0,0 0 0,0 1 0,1-1 0,-1 0 0,1 0 0,0 0 0,0 0 0,0 0 0,0 0 0,0 0 0,0-1 0,0 1 0,0-1 0,4 2 0,5 2 0,1 0 0,18 5 0,-12-4 0,84 28 0,191 39 0,-289-72-103,1 0-55,-1 0 0,1-1 1,0 1-1,0-1 0,-1 0 0,1 0 1,5-2-1,-1 0-6668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17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0 24575,'0'13'0,"2"-1"0,-1 0 0,1 0 0,1 0 0,0 0 0,6 13 0,33 66 0,-33-72 0,53 89 0,-42-77 0,-1 1 0,-2 1 0,18 49 0,-34-80 0,0 0 0,-1-1 0,1 1 0,-1 0 0,0 0 0,1 0 0,-1 0 0,0 0 0,0 0 0,0 0 0,-1 0 0,1 0 0,-1 2 0,1-3 0,-1 0 0,1-1 0,-1 1 0,1 0 0,-1 0 0,0-1 0,1 1 0,-1 0 0,0-1 0,0 1 0,1-1 0,-1 1 0,0-1 0,0 1 0,0-1 0,1 0 0,-1 1 0,0-1 0,0 0 0,0 0 0,0 1 0,0-1 0,0 0 0,0 0 0,0 0 0,0 0 0,0 0 0,0 0 0,-1-1 0,-3 0 0,-1 0 0,0-1 0,1 1 0,-1-1 0,1 0 0,-1-1 0,1 1 0,-9-7 0,-39-32 0,47 36 0,-14-12 0,1 0 0,-21-25 0,35 35 0,-1 1 0,1-1 0,1 0 0,-1-1 0,1 1 0,0-1 0,1 1 0,0-1 0,0-1 0,-2-13 0,4 20 0,1 0 0,0 0 0,0 0 0,0 0 0,0 0 0,0 0 0,1 0 0,-1 0 0,0 0 0,1 0 0,0 0 0,-1 0 0,1 0 0,0 0 0,0 1 0,0-1 0,0 0 0,0 1 0,3-4 0,-2 3 0,1 0 0,0 0 0,-1 0 0,1 1 0,0-1 0,0 1 0,0-1 0,0 1 0,1 0 0,5-1 0,3 0 0,-1 1 0,1 0 0,0 1 0,-1 1 0,21 2 0,88 22-321,-95-20-723,-3 0-5782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17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24575,'5'0'0,"4"0"0,1 3 0,-2 2 0,-2 4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18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22 100 24575,'-16'-7'0,"11"8"0,7 8 0,5 1 0,-1 0 0,1 0 0,1 0 0,0-1 0,11 10 0,50 38 0,-46-39 0,-10-8 0,0-1 0,1 0 0,15 8 0,-25-15 0,0 0 0,1 0 0,-1 0 0,1-1 0,-1 0 0,1 0 0,-1 0 0,1 0 0,0-1 0,-1 1 0,1-1 0,0 0 0,-1-1 0,1 1 0,6-2 0,-10 1 0,1 0 0,0 1 0,-1-1 0,1 0 0,-1 0 0,1 0 0,-1 0 0,1 0 0,-1-1 0,0 1 0,0 0 0,1 0 0,-1-1 0,0 1 0,0-1 0,1-2 0,0 0 0,-1 0 0,0 1 0,0-1 0,0 0 0,0 0 0,-1 0 0,1-5 0,-2-3 0,1 0 0,-2 0 0,1 0 0,-5-12 0,6 20 0,-1 2 0,1 0 0,-1-1 0,1 1 0,-1 0 0,0-1 0,0 1 0,0 0 0,0 0 0,0 0 0,-1 0 0,-1-2 0,3 4 0,0 0 0,0 0 0,0 0 0,0 0 0,-1 0 0,1 0 0,0 0 0,0 0 0,0 1 0,0-1 0,0 0 0,0 0 0,0 0 0,0 0 0,-1 0 0,1 0 0,0 0 0,0 1 0,0-1 0,0 0 0,0 0 0,0 0 0,0 0 0,0 0 0,0 0 0,0 1 0,0-1 0,0 0 0,0 0 0,0 0 0,0 0 0,0 0 0,0 1 0,0-1 0,0 0 0,0 0 0,0 0 0,0 0 0,0 0 0,0 0 0,1 1 0,-1-1 0,0 0 0,0 0 0,0 0 0,0 0 0,0 0 0,0 0 0,3 10 0,0-4 0,0-1 0,0 1 0,1-1 0,0 0 0,0 0 0,0 0 0,1-1 0,-1 1 0,10 5 0,-10-7 0,-1 0 0,1-1 0,0 0 0,1 0 0,-1 0 0,0-1 0,1 1 0,-1-1 0,0 0 0,1 0 0,0 0 0,-1-1 0,1 0 0,4 0 0,-7 0 0,0 0 0,0-1 0,0 1 0,0-1 0,0 0 0,0 1 0,0-1 0,0 0 0,0 0 0,-1 0 0,1 0 0,0-1 0,-1 1 0,1 0 0,1-3 0,0 1 0,-1 0 0,0 0 0,0-1 0,0 1 0,0-1 0,0 0 0,1-5 0,0 2 0,-2-1 0,1 0 0,-1 1 0,0-1 0,0 0 0,-1 0 0,-1-12 0,0 13-80,0 1 0,-1-1-1,0 1 1,0-1 0,0 1-1,-1 0 1,0 0 0,0 0-1,0 0 1,-1 1 0,0-1 0,0 1-1,0 0 1,-1 0 0,0 0-1,-5-4 1,-1 3-6746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19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24575,'40'29'0,"-1"3"0,-2 1 0,41 47 0,-59-58 0,-1 1 0,-1 1 0,-1 1 0,-1 1 0,-1 0 0,19 52 0,-18-31 0,-1 0 0,-3 2 0,-2-1 0,5 85 0,-14-115 0,0 0 0,-1 0 0,-1-1 0,-7 26 0,7-33 0,-2 1 0,0 0 0,0-1 0,-1 0 0,0 0 0,-1 0 0,0 0 0,-8 9 0,1-3-682,-24 22-1,23-27-6143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22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45 24575,'0'0'0,"0"-4"0,-1 0 0,0 0 0,0 0 0,-1 1 0,1-1 0,-1 1 0,1-1 0,-1 1 0,0-1 0,-4-4 0,6 11 0,-1 0 0,1-1 0,1 1 0,-1 0 0,0-1 0,1 1 0,0 3 0,12 30 0,1-1 0,19 35 0,43 64 0,-6-11 0,-18-26-1365,-43-81-5461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22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24575,'32'13'0,"15"5"0,5 1 0,-1-3 0,-8-5 0,-8-6 0,-5-6 0,-6-7 0,-6 0-8191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22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24575,'0'3'0,"12"29"0,7 15 0,2 5 0,0-3 0,0-4 0,-5-4 0,-2-8 0,-1-4 0,-1-4 0,1-2 0,0-3 0,1-1 0,4 0 0,3-3 0,-3-6 0,-4-5-8191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23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0 24575,'-4'6'0,"1"1"0,0-1 0,0 1 0,1 0 0,-1 0 0,2 0 0,-1 0 0,0 10 0,0 4 0,1 33 0,5 0 0,2 1 0,2-1 0,3 0 0,31 94 0,-32-123 0,0-1 0,1 0 0,29 43 0,-30-53 0,0-1 0,0 0 0,1 0 0,1-1 0,0-1 0,1 0 0,19 12 0,-27-20-136,1 0-1,-1 0 1,0-1-1,1 0 1,0 0-1,0 0 1,-1-1-1,1 0 0,8 1 1,-2-1-6690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23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0 200 24575,'102'-13'0,"-87"9"0,-1 1 0,1-2 0,-1 0 0,24-12 0,-34 15 0,-1 0 0,0 0 0,1-1 0,-1 1 0,0-1 0,0 0 0,0 1 0,0-2 0,-1 1 0,1 0 0,-1 0 0,0-1 0,0 1 0,0-1 0,2-7 0,-3 8 0,-1 1 0,1-1 0,-1 1 0,0-1 0,0 1 0,0-1 0,0 1 0,0-1 0,-1 0 0,1 1 0,-1-1 0,1 1 0,-1 0 0,0-1 0,0 1 0,0-1 0,0 1 0,-1 0 0,1 0 0,-1 0 0,1 0 0,-1 0 0,0 0 0,1 0 0,-5-2 0,1-1 0,-1 2 0,1-1 0,-1 1 0,0-1 0,0 2 0,0-1 0,0 1 0,0 0 0,-1 0 0,1 0 0,-1 1 0,1 0 0,-1 0 0,-6 1 0,9 0 0,1 0 0,-1 1 0,1-1 0,0 1 0,0-1 0,-1 1 0,1 0 0,0 1 0,0-1 0,0 0 0,0 1 0,0 0 0,0-1 0,0 1 0,1 1 0,-1-1 0,1 0 0,-1 0 0,1 1 0,0 0 0,0-1 0,0 1 0,0 0 0,1 0 0,-1 0 0,1 0 0,0 0 0,-2 6 0,1-3 0,1 1 0,1-1 0,-1 0 0,1 1 0,0-1 0,0 1 0,1-1 0,0 0 0,0 1 0,1-1 0,-1 0 0,1 0 0,1 0 0,-1 0 0,1 0 0,0-1 0,0 1 0,6 7 0,3 2 0,0 0 0,1-1 0,0-1 0,1 0 0,16 11 0,-17-14 24,0-1 0,1 0 0,1-1 0,27 12 0,-34-17-148,0-1 0,0 1 1,0-1-1,0-1 0,1 0 0,-1 0 1,0 0-1,1-1 0,-1 0 0,0-1 1,12-2-1,-7-1-6702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24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0 24575,'-4'3'0,"0"-1"0,0 1 0,0 0 0,0 1 0,0-1 0,1 1 0,-1-1 0,1 1 0,0 0 0,0 0 0,0 1 0,1-1 0,-4 8 0,4-6 0,1 0 0,-1 0 0,1 1 0,0-1 0,0 0 0,1 1 0,0-1 0,0 0 0,2 11 0,2 3 0,2 0 0,0-1 0,1 1 0,1-1 0,15 28 0,-1-4 0,-5-9 0,30 47 0,-37-64 0,-11-12 0,-8-9 0,-96-63 0,79 48 0,-28-26 0,39 32 0,14 12 0,-1-1 0,0 1 0,1-1 0,-1 0 0,1 0 0,-1 0 0,1 0 0,-2-4 0,2 6 0,1 0 0,0-1 0,0 1 0,0-1 0,0 1 0,0 0 0,0-1 0,0 1 0,0-1 0,0 1 0,0 0 0,0-1 0,0 1 0,0-1 0,0 1 0,0 0 0,1-1 0,-1 1 0,0 0 0,0-1 0,0 1 0,1-1 0,0 0 0,-1 1 0,1-1 0,0 1 0,0-1 0,-1 1 0,1-1 0,0 1 0,0 0 0,0-1 0,0 1 0,0 0 0,0 0 0,1-1 0,21 0 0,0 1 0,1 0 0,-1 2 0,-1 1 0,34 7 0,-21-3 0,43 2 0,-58-8-1365,-4-1-5461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24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29 24575,'-2'-10'0,"-4"-1"0,-3 4 0,-2 6 0,0 3-8191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25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36 115 24575,'-32'-35'0,"32"35"0,0 0 0,0 0 0,0 0 0,0 0 0,0 0 0,0 0 0,0 0 0,0 0 0,0 0 0,0-1 0,0 1 0,0 0 0,0 0 0,-1 0 0,1 0 0,0 0 0,0 0 0,0 0 0,0 0 0,0 0 0,0 0 0,0 0 0,0 0 0,0 0 0,0 0 0,0-1 0,-1 1 0,1 0 0,0 0 0,0 0 0,0 0 0,0 0 0,0 0 0,0 0 0,0 0 0,0 0 0,0 0 0,-1 0 0,1 0 0,0 0 0,0 0 0,0 0 0,0 0 0,0 1 0,0-1 0,0 0 0,0 0 0,0 0 0,-1 0 0,1 0 0,0 0 0,0 0 0,0 0 0,2 7 0,6 10 0,10 11 0,2-1 0,31 32 0,-47-55 0,0 0 0,0 0 0,0 0 0,0-1 0,1 0 0,-1 0 0,1 0 0,0 0 0,0-1 0,9 3 0,-12-4 0,0 0 0,0-1 0,0 0 0,1 0 0,-1 1 0,0-1 0,0 0 0,0-1 0,1 1 0,-1 0 0,0-1 0,0 1 0,0-1 0,0 1 0,0-1 0,0 0 0,0 0 0,0 0 0,0 0 0,0-1 0,0 1 0,-1 0 0,1-1 0,-1 1 0,1-1 0,-1 1 0,1-1 0,1-4 0,1 1 0,-1 0 0,-1-1 0,1 0 0,-1 0 0,0 0 0,0 0 0,-1 0 0,1 0 0,-1 0 0,0-12 0,-1-1 0,-2-1 0,-3-20 0,5 36 0,-1 4 0,1-1 0,0 1 0,0 0 0,0-1 0,0 1 0,0 0 0,0-1 0,0 1 0,0 0 0,0-1 0,0 1 0,0 0 0,0-1 0,0 1 0,0-1 0,0 1 0,0 0 0,0 0 0,1-1 0,-1 1 0,0 0 0,0-1 0,0 1 0,0 0 0,1-1 0,-1 1 0,0 0 0,1-1 0,7 5 0,17 21 0,-15-15 0,3 1 0,-1 0 0,2-1 0,-1-1 0,1 0 0,22 10 0,-29-16 0,0 0 0,0 0 0,0-1 0,1 0 0,-1-1 0,1 1 0,-1-1 0,1-1 0,-1 1 0,1-1 0,-1-1 0,1 1 0,-1-1 0,10-3 0,-14 3 0,0 0 0,1-1 0,-1 0 0,0 0 0,0 0 0,0 0 0,0 0 0,-1 0 0,1-1 0,-1 1 0,1-1 0,-1 0 0,0 1 0,0-1 0,0 0 0,0-1 0,-1 1 0,1 0 0,-1 0 0,0-1 0,0 1 0,0-1 0,1-3 0,-1 0 0,0 0 0,0 0 0,-1 0 0,0 0 0,0 0 0,-1-1 0,0 1 0,0 0 0,0 0 0,-4-11 0,-1 4-1365,0 1-5461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25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24575,'45'72'-152,"-4"2"0,-3 2 0,-3 1 0,-4 1-1,-3 2 1,-3 1 0,-5 1 0,16 119 0,-34-184 271,4 62 270,-6-69-371,0-1 0,-1 1-1,0-1 1,0 1 0,-1-1-1,-3 10 1,3-14 45,0-1-1,0-1 1,0 1 0,0 0-1,0 0 1,-1-1 0,0 1-1,0-1 1,0 0 0,0 0 0,-4 3-1,0-1-338,0 0 0,-1-1 0,0 0 0,-11 5 0,-2-1-6550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26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31 24575,'-20'-5'0,"-8"-2"0,-3 1 0,2 1 0,3 1 0,4 2 0,3 1 0,3 0 0,1 1 0,0 1 0,4-1-8191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26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22 24575,'-27'-5'0,"-12"-2"0,-3 1 0,2 3 0,6 3 0,6 1 0,3 3 0,4 0 0,2 3 0,2-1 0,4 0-8191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27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580 32 24575,'2'-2'0,"0"0"0,0 0 0,0 0 0,0 0 0,-1-1 0,3-4 0,-3 7 0,-1 0 0,0-1 0,0 1 0,0 0 0,0 0 0,0-1 0,0 1 0,0 0 0,0-1 0,0 1 0,0 0 0,0 0 0,0-1 0,0 1 0,0 0 0,0-1 0,0 1 0,0 0 0,0 0 0,-1-1 0,1 1 0,0 0 0,0-1 0,0 1 0,0 0 0,-1 0 0,0-1 0,1 1 0,-1-1 0,0 1 0,0-1 0,0 1 0,0 0 0,1 0 0,-1-1 0,0 1 0,0 0 0,0 0 0,0 0 0,-1 0 0,-138 1 0,49 0 0,-70 9 0,111-5 0,41-4 0,-47 5 0,51-5 0,-1 0 0,1 1 0,-1-1 0,1 1 0,0 1 0,0-1 0,-8 5 0,12-6 0,0-1 0,0 1 0,0 0 0,0-1 0,1 1 0,-1 0 0,0-1 0,0 1 0,1 0 0,-1 0 0,0 0 0,1 0 0,-1 0 0,1 0 0,0 0 0,-1 0 0,1 0 0,0 0 0,-1 0 0,1 0 0,0 1 0,0-1 0,0 0 0,1 0 0,-1 0 0,0 0 0,1 0 0,-1 0 0,1 0 0,-1 0 0,1 0 0,-1 0 0,1 0 0,0 0 0,0 0 0,-1-1 0,1 1 0,2 1 0,3 2 0,0 0 0,0-1 0,1 0 0,12 5 0,241 64 0,-26-10 0,-232-61 0,0-1 0,0 1 0,-1 0 0,1 0 0,0 0 0,-1 0 0,1 0 0,-1 0 0,3 2 0,-4-3 0,0 0 0,1 1 0,-1-1 0,0 0 0,0 0 0,0 0 0,0 0 0,0 1 0,0-1 0,0 0 0,0 0 0,0 0 0,0 0 0,0 1 0,0-1 0,0 0 0,0 0 0,0 0 0,0 1 0,0-1 0,0 0 0,0 0 0,0 0 0,0 0 0,0 1 0,0-1 0,0 0 0,0 0 0,0 0 0,0 0 0,0 1 0,-1-1 0,-10 5 0,-10-2 0,0 0 0,0-2 0,-33-1 0,-18 0 0,30 4 0,0 1 0,-46 13 0,65-13 0,1 2 0,0 1 0,0 1 0,0 1 0,-27 17 0,45-24 0,0-1 0,1 1 0,-1 0 0,1 0 0,0 0 0,0 1 0,0-1 0,0 1 0,0-1 0,1 1 0,0 0 0,0 0 0,-3 7 0,4-8 0,1 0 0,-1-1 0,1 1 0,0-1 0,-1 1 0,1 0 0,0-1 0,1 1 0,-1 0 0,0-1 0,1 1 0,0-1 0,-1 1 0,1-1 0,0 1 0,0-1 0,1 0 0,-1 1 0,0-1 0,1 0 0,-1 0 0,1 0 0,0 0 0,3 3 0,1 0 0,1 0 0,-1 0 0,1-1 0,0 0 0,0 0 0,0-1 0,1 0 0,-1 0 0,10 2 0,9 0 0,38 5 0,-9-6 0,-1-2 0,76-7 0,107-23 0,-193 21 0,0 2-1365,-29 4-5461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28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24575,'0'10'0,"0"0"0,1 0 0,0 0 0,1 0 0,0 0 0,6 16 0,-7-23 0,0 0 0,1 1 0,0-1 0,-1 0 0,1 0 0,1 0 0,-1 0 0,0-1 0,1 1 0,-1-1 0,1 1 0,0-1 0,-1 0 0,1 0 0,0 0 0,1 0 0,-1 0 0,0-1 0,0 0 0,1 1 0,-1-1 0,6 1 0,-7-2 0,0 0 0,0 0 0,0 0 0,0 0 0,0 0 0,0-1 0,0 1 0,0-1 0,0 1 0,0-1 0,-1 0 0,1 1 0,0-1 0,0 0 0,0 0 0,-1 0 0,1-1 0,-1 1 0,1 0 0,-1-1 0,1 1 0,-1-1 0,0 1 0,1-1 0,-1 1 0,0-1 0,0 0 0,0 0 0,1-2 0,2-8 0,1 1 0,-2-1 0,5-20 0,-5 19 0,-2 9 0,7-20 0,-8 24 0,0-1 0,1 1 0,-1-1 0,0 1 0,1 0 0,-1-1 0,1 1 0,-1-1 0,1 1 0,-1 0 0,0-1 0,1 1 0,-1 0 0,1-1 0,0 1 0,-1 0 0,1 0 0,-1-1 0,1 1 0,-1 0 0,1 0 0,-1 0 0,1 0 0,0 0 0,-1 0 0,1 0 0,-1 0 0,1 0 0,0 0 0,-1 0 0,1 0 0,-1 0 0,1 1 0,-1-1 0,1 0 0,0 1 0,14 7 0,0 2 0,25 19 0,-5-2 0,-19-15-115,-1-1-63,1 0-1,0 0 0,1-2 1,0 0-1,1-1 1,18 6-1,-24-11-6647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29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24575,'-1'2'0,"0"-1"0,1 0 0,-1 1 0,0-1 0,0 1 0,1-1 0,-1 1 0,1-1 0,0 1 0,-1 0 0,1-1 0,0 1 0,0-1 0,0 1 0,0 0 0,0-1 0,0 1 0,0 0 0,1-1 0,-1 1 0,1 1 0,2 7 0,1 0 0,4 11 0,-3-10 0,40 97 0,48 139 0,-87-228 0,-1 1 0,0 1 0,-2-1 0,-1 0 0,0 1 0,-3 39 0,1-58 0,-1 0 0,1 0 0,-1 0 0,1 0 0,-1 0 0,0 0 0,0-1 0,0 1 0,0 0 0,0 0 0,-2 2 0,3-4 0,0 1 0,0-1 0,-1 0 0,1 0 0,0 0 0,0 1 0,-1-1 0,1 0 0,0 0 0,0 0 0,-1 0 0,1 0 0,0 1 0,0-1 0,-1 0 0,1 0 0,0 0 0,-1 0 0,1 0 0,0 0 0,0 0 0,-1 0 0,1 0 0,0 0 0,-1 0 0,1 0 0,0 0 0,0 0 0,-1-1 0,1 1 0,-1-1 0,0 1 0,1-1 0,-1 0 0,0 0 0,1 1 0,-1-1 0,1 0 0,-1 0 0,1 0 0,-1 0 0,1 0 0,0 0 0,-1 0 0,1-1 0,-1-3 0,0 0 0,1 0 0,0 0 0,0 0 0,0 0 0,0-1 0,1 1 0,0 0 0,0 0 0,0 1 0,4-10 0,-2 6 0,1 1 0,0-1 0,0 1 0,0 0 0,1 0 0,8-10 0,-10 14 0,0 0 0,0 0 0,1 1 0,-1-1 0,1 1 0,-1 0 0,1 0 0,0 0 0,-1 0 0,1 1 0,0-1 0,7 0 0,-5 1 0,1 0 0,-1 1 0,0 0 0,0 0 0,1 1 0,-1-1 0,10 4 0,6 3 0,-2 0 0,1 2 0,34 20 0,-33-17 0,-14-9 0,-1 1 0,0 0 0,1 1 0,-2 0 0,1 0 0,-1 1 0,1-1 0,-1 1 0,9 13 0,-14-18-68,-1 0 0,1-1-1,-1 1 1,1 0 0,-1 0 0,0 0-1,1 0 1,-1 0 0,0 0 0,0 0-1,0 0 1,1 0 0,-1 0 0,0 0-1,0 0 1,0 0 0,-1-1-1,1 1 1,0 2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29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88 24575,'-12'-8'0,"-65"-38"0,65 39 0,-1 2 0,1-1 0,-1 2 0,-19-5 0,28 8 0,1 1 0,0-1 0,-1 1 0,1 0 0,0 0 0,-1 0 0,1 0 0,0 1 0,-1-1 0,1 1 0,0 0 0,0 0 0,0 0 0,0 0 0,0 1 0,0-1 0,0 1 0,0 0 0,0 0 0,1 0 0,-1 0 0,1 0 0,-1 1 0,1-1 0,0 1 0,0-1 0,0 1 0,0 0 0,-1 3 0,0-1 0,1 0 0,0 0 0,0 0 0,1 1 0,0-1 0,0 0 0,0 0 0,0 1 0,1-1 0,0 1 0,0-1 0,0 0 0,1 1 0,0-1 0,0 0 0,0 1 0,3 6 0,3 2 0,0-1 0,2 0 0,-1-1 0,1 0 0,1 0 0,0-1 0,15 13 0,26 31 0,-45-48 0,0 1 0,-1 1 0,0-1 0,0 1 0,6 14 0,-7-9 0,0 0 0,-1 0 0,0 1 0,-1-1 0,0 1 0,-2-1 0,1 1 0,-2 0 0,0-1 0,-1 1 0,-3 15 0,4-28 0,0 1 0,1-1 0,0 1 0,-1-1 0,1 1 0,0-1 0,1 1 0,-1-1 0,0 1 0,1-1 0,-1 1 0,1-1 0,1 5 0,-1-5 0,0-1 0,1 1 0,-1-1 0,0 0 0,0 0 0,0 0 0,1 1 0,-1-1 0,1 0 0,-1 0 0,0-1 0,1 1 0,0 0 0,-1-1 0,1 1 0,0 0 0,-1-1 0,1 0 0,0 1 0,-1-1 0,3 0 0,30 2 0,44-4 0,-15 1 0,-45 1-75,-10 1-183,-1-1 0,1 0 0,0-1 0,12-2 0,-11 0-6568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30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24575,'1'4'0,"0"0"0,0-1 0,0 1 0,0 0 0,1-1 0,0 0 0,-1 1 0,1-1 0,1 0 0,-1 0 0,0 0 0,5 5 0,4 5 0,-2 0 0,1 0 0,0-1 0,19 16 0,-26-24 0,1-1 0,0 0 0,0 0 0,0-1 0,0 1 0,1-1 0,-1 0 0,1 0 0,-1 0 0,1-1 0,0 1 0,-1-1 0,1 0 0,0-1 0,8 1 0,-11-1 0,-1 0 0,0-1 0,1 1 0,-1 0 0,0-1 0,1 1 0,-1 0 0,0-1 0,0 0 0,1 1 0,-1-1 0,0 0 0,0 0 0,0 1 0,0-1 0,0 0 0,0 0 0,0 0 0,0 0 0,0 0 0,-1-1 0,1 1 0,0 0 0,-1 0 0,1 0 0,-1-1 0,1 1 0,-1 0 0,0-1 0,1-1 0,0-5 0,0-1 0,-1 1 0,1 0 0,-3-10 0,2-4 0,0 22 0,0-1 0,-1 0 0,1 1 0,0-1 0,0 1 0,0-1 0,0 1 0,0-1 0,0 1 0,1-1 0,-1 1 0,0-1 0,0 0 0,0 1 0,0-1 0,1 1 0,-1-1 0,0 1 0,1-1 0,-1 1 0,0 0 0,1-1 0,-1 1 0,0-1 0,1 1 0,-1 0 0,1-1 0,-1 1 0,1 0 0,-1-1 0,1 1 0,-1 0 0,1 0 0,-1 0 0,1-1 0,-1 1 0,1 0 0,-1 0 0,1 0 0,-1 0 0,1 0 0,0 0 0,-1 0 0,1 0 0,-1 0 0,1 0 0,-1 0 0,1 1 0,-1-1 0,1 0 0,-1 0 0,1 0 0,-1 1 0,1-1 0,-1 0 0,1 1 0,5 2 0,-1 0 0,0 1 0,9 8 0,-12-11 0,23 22 0,0-2 0,55 34 0,-57-42-75,-13-6-183,1-1 0,0 0 0,0-1 0,15 5 0,-13-7-6568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31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24575,'13'-3'0,"1"2"0,-1 0 0,1 0 0,-1 1 0,1 1 0,-1 0 0,1 1 0,-1 0 0,0 2 0,0-1 0,0 1 0,0 1 0,19 10 0,7 3 0,-26-12 0,0 0 0,15 9 0,-25-13 0,-1 0 0,1 1 0,-1-1 0,0 1 0,0-1 0,0 1 0,0 0 0,0-1 0,0 1 0,2 6 0,11 36 0,-7-16 0,14 32 0,3-1 0,57 101 0,-72-145 0,4 5 0,0 2 0,-2-1 0,-1 2 0,10 25 0,-21-47 0,0-1 0,1 1 0,-1-1 0,1 1 0,-1-1 0,0 1 0,0-1 0,0 1 0,0-1 0,0 1 0,0 0 0,-1-1 0,1 1 0,0-1 0,-1 1 0,1-1 0,-1 0 0,0 1 0,1-1 0,-1 1 0,0-1 0,0 0 0,0 0 0,0 1 0,0-1 0,-2 1 0,0 1 0,0-2 0,0 1 0,0 0 0,-1-1 0,1 1 0,-1-1 0,1 0 0,-1 0 0,1 0 0,-7 0 0,-23 1-3,-42-2 0,33-1-1356,25 1-5467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33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0 177 24575,'84'1'0,"90"-2"0,-169 0 0,0 1 0,0-1 0,0 0 0,0-1 0,0 1 0,0-1 0,-1 0 0,1 0 0,-1 0 0,1-1 0,-1 0 0,0 0 0,5-4 0,-7 5 0,0 0 0,0 0 0,-1 0 0,1 1 0,-1-1 0,0-1 0,0 1 0,1 0 0,-1 0 0,-1 0 0,1-1 0,0 1 0,0 0 0,-1-1 0,1 1 0,-1-1 0,0 1 0,0 0 0,0-1 0,0 1 0,0-1 0,-1 1 0,1-1 0,-1 1 0,1 0 0,-1-1 0,0 1 0,0 0 0,-2-3 0,0-1 0,0 1 0,-1 0 0,0 0 0,0 1 0,-1-1 0,1 1 0,-1 0 0,0 0 0,0 0 0,0 1 0,0-1 0,-1 1 0,1 1 0,-1-1 0,-9-2 0,7 2 0,0 1 0,0 0 0,-1 1 0,1 0 0,0 0 0,-1 0 0,1 1 0,-1 1 0,1-1 0,0 1 0,-10 3 0,15-3 0,0 0 0,0 0 0,0 1 0,0-1 0,0 1 0,0 0 0,0 0 0,0 0 0,1 0 0,-5 5 0,-20 29 0,12-14 0,9-14 0,2-3 0,0 1 0,0-1 0,0 1 0,-5 11 0,9-15 0,-1-1 0,1 0 0,0 1 0,-1-1 0,1 1 0,0-1 0,0 0 0,-1 1 0,1-1 0,0 1 0,1-1 0,-1 1 0,0-1 0,0 0 0,1 1 0,-1-1 0,0 0 0,1 1 0,0-1 0,-1 0 0,1 1 0,0-1 0,-1 0 0,1 0 0,0 0 0,0 0 0,0 0 0,0 0 0,2 1 0,5 5 0,2-1 0,-1 0 0,1-1 0,16 7 0,44 13 0,-62-22 0,2 0 0,111 32 0,-97-29 0,1-1 0,0-2 0,25 1 0,10-5-1365,-45 1-5461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33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15 24575,'-30'-2'0,"-11"-2"0,-3 1 0,6 1 0,5 0 0,6 1 0,9 3 0,3 1 0,3 0 0,3 2 0,1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33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 24575,'2'12'0,"-1"0"0,2 0 0,-1-1 0,8 20 0,-6-20 0,38 99 0,3 4 0,-44-110 0,0 1 0,1-1 0,-2 1 0,1 0 0,0-1 0,-1 9 0,0-12 0,0 0 0,0 1 0,-1-1 0,1 0 0,0 0 0,-1 0 0,1 0 0,-1 0 0,1 0 0,-1 0 0,1 0 0,-1 0 0,0 0 0,0 0 0,1 0 0,-1-1 0,0 1 0,0 0 0,0 0 0,0-1 0,0 1 0,0-1 0,0 1 0,0-1 0,0 1 0,0-1 0,0 1 0,0-1 0,0 0 0,-1 0 0,1 0 0,-2 1 0,-3-1 0,-1 0 0,0 0 0,0-1 0,0 0 0,1 0 0,-1-1 0,0 1 0,1-1 0,-11-5 0,3 1 0,1-1 0,-1-1 0,-14-11 0,24 16 0,0 0 0,0-1 0,0 0 0,1 0 0,0 0 0,0 0 0,0 0 0,0-1 0,0 1 0,-2-7 0,4 9 0,1 1 0,-1-1 0,0 0 0,1 1 0,0-1 0,-1 0 0,1 0 0,0 1 0,0-1 0,0 0 0,0 0 0,0 0 0,0 1 0,0-1 0,1 0 0,-1 1 0,1-1 0,-1 0 0,1 1 0,0-1 0,0 0 0,-1 1 0,1-1 0,0 1 0,0-1 0,1 1 0,-1 0 0,0 0 0,0-1 0,1 1 0,-1 0 0,0 0 0,3-1 0,3-1 0,-1 0 0,1 0 0,0 1 0,0 0 0,0 0 0,0 1 0,12-2 0,55 3 0,-50 0 0,-1 1-1365,-5-1-5461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34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24575,'5'-2'0,"-1"-2"0,-1 4 0,-1 3 0,-3 2 0,-2 2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34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24575,'0'0'0,"-1"0"0,0 0 0,0 0 0,0 0 0,1 0 0,-1 0 0,0 1 0,0-1 0,1 0 0,-1 0 0,0 1 0,0-1 0,1 0 0,-1 1 0,0-1 0,1 1 0,-1-1 0,0 1 0,1-1 0,-1 1 0,1-1 0,-1 1 0,0 1 0,0-1 0,1 1 0,-1-1 0,1 0 0,0 1 0,-1-1 0,1 1 0,0-1 0,0 1 0,0-1 0,0 0 0,0 1 0,1 1 0,0 3 0,0 0 0,1 0 0,0-1 0,0 1 0,4 7 0,-2-7 0,0-1 0,0 0 0,0 1 0,1-1 0,0-1 0,0 1 0,0-1 0,0 1 0,1-2 0,0 1 0,6 3 0,-1-2 0,0 0 0,-1-1 0,1 0 0,1-1 0,19 4 0,-27-6 0,0-1 0,0 0 0,0 0 0,-1 0 0,1 0 0,0-1 0,0 1 0,0-1 0,-1 0 0,1 0 0,0-1 0,-1 1 0,1-1 0,-1 1 0,1-1 0,-1 0 0,0-1 0,0 1 0,0 0 0,0-1 0,0 0 0,0 0 0,-1 0 0,1 0 0,-1 0 0,0 0 0,0 0 0,0-1 0,-1 1 0,1-1 0,-1 0 0,0 1 0,0-1 0,0 0 0,0 0 0,0 1 0,-1-1 0,0 0 0,0 0 0,0 0 0,0 0 0,-1 0 0,-1-6 0,2 10 0,0 0 0,0 0 0,0-1 0,0 1 0,0 0 0,0 0 0,0 0 0,0 0 0,0 0 0,0 0 0,0-1 0,0 1 0,0 0 0,0 0 0,0 0 0,0 0 0,0 0 0,0 0 0,0 0 0,0-1 0,0 1 0,0 0 0,0 0 0,0 0 0,0 0 0,0 0 0,0 0 0,1 0 0,-1 0 0,0-1 0,0 1 0,0 0 0,0 0 0,0 0 0,0 0 0,0 0 0,0 0 0,1 0 0,-1 0 0,0 0 0,0 0 0,0 0 0,0 0 0,9 2 0,16 10 0,-10-5 0,0-1 0,1-1 0,0-1 0,0 0 0,17 1 0,-22-3 0,-1-2 0,1 1 0,-1-2 0,1 1 0,-1-1 0,0-1 0,16-4 0,-24 6 8,0-1-1,1 0 1,-1 0-1,0 0 1,1 0-1,-1 0 1,0-1-1,0 1 1,0-1-1,0 1 1,0-1-1,0 0 1,-1 1-1,1-1 1,2-3-1,-4 3-81,1 0-1,0 0 1,-1 0 0,1 0 0,-1 0-1,1 1 1,-1-1 0,0 0 0,0 0-1,0 0 1,0 0 0,0 0 0,-1 0-1,1 0 1,-1 0 0,1 0 0,-1 0-1,1 0 1,-2-2 0,-4-8-6752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35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24575,'34'71'0,"34"63"0,-54-115 0,-14-19 0,0 0 0,1 1 0,-1-1 0,0 0 0,0 0 0,0 1 0,1-1 0,-1 0 0,0 0 0,0 1 0,1-1 0,-1 0 0,0 0 0,1 0 0,-1 0 0,0 0 0,0 1 0,1-1 0,-1 0 0,0 0 0,1 0 0,-1 0 0,0 0 0,1 0 0,-1 0 0,0 0 0,1 0 0,-1 0 0,0 0 0,1 0 0,-1 0 0,0 0 0,0-1 0,1 1 0,-1 0 0,0 0 0,1 0 0,-1 0 0,0-1 0,0 1 0,1 0 0,-1 0 0,0 0 0,0-1 0,1 1 0,-1 0 0,0 0 0,0-1 0,0 1 0,0 0 0,1-1 0,-1 1 0,0 0 0,0 0 0,0-1 0,0 1 0,0 0 0,0-1 0,0 1 0,0 0 0,0-1 0,0 1 0,0-1 0,2-11 0,-1-1 0,-1 0 0,0 0 0,0 1 0,-1-1 0,-5-18 0,4 19 0,0 0 0,1 0 0,0 0 0,0 0 0,2-1 0,-1 1 0,4-16 0,-4 26 0,1 1 0,-1-1 0,0 1 0,1 0 0,-1-1 0,1 1 0,0 0 0,-1 0 0,1-1 0,0 1 0,0 0 0,-1 0 0,1 0 0,0 0 0,0 0 0,0 0 0,1 0 0,-1 0 0,0 1 0,0-1 0,2-1 0,-2 2 0,1 0 0,0-1 0,0 1 0,-1 0 0,1 0 0,0 0 0,0 0 0,0 0 0,-1 1 0,1-1 0,0 1 0,-1-1 0,1 1 0,2 0 0,6 4 0,-1 1 0,0-1 0,0 1 0,11 11 0,-15-13 0,157 132-1365,-143-120-5461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36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26 24575,'-12'-23'0,"12"23"0,0 0 0,0 0 0,0 0 0,0-1 0,1 1 0,-1 0 0,0 0 0,0 0 0,0 0 0,0 0 0,0 0 0,0 0 0,0 0 0,0 0 0,0-1 0,0 1 0,0 0 0,0 0 0,0 0 0,0 0 0,0 0 0,0 0 0,0 0 0,0 0 0,1 0 0,-1 0 0,0 0 0,0 0 0,0 0 0,0 0 0,0 0 0,0 0 0,0 0 0,0 0 0,0 0 0,1-1 0,-1 1 0,0 0 0,0 0 0,0 1 0,0-1 0,0 0 0,0 0 0,0 0 0,0 0 0,0 0 0,1 0 0,-1 0 0,0 0 0,0 0 0,0 0 0,0 0 0,0 0 0,0 0 0,0 0 0,0 0 0,0 0 0,0 0 0,0 0 0,0 0 0,1 1 0,-1-1 0,0 0 0,0 0 0,0 0 0,0 0 0,6 5 0,8 7 0,-1 1 0,0 1 0,-1 0 0,-1 1 0,0 0 0,9 19 0,-19-33-105,0 1 0,0 0 0,0 1 0,-1-1 0,1 0 0,-1 0 0,1 0 0,-1 0 0,0 0 0,0 0 0,0 1 0,0 3 0,-3 2-6721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38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 24575,'0'0'0,"0"0"0,0 0 0,-1-1 0,1 1 0,0 0 0,0 0 0,0 0 0,0 0 0,-1 0 0,1-1 0,0 1 0,0 0 0,0 0 0,0 0 0,-1 0 0,1 0 0,0 0 0,0 0 0,-1 0 0,1 0 0,0 0 0,0 0 0,0-1 0,-1 1 0,1 1 0,0-1 0,0 0 0,-1 0 0,1 0 0,0 0 0,0 0 0,0 0 0,-1 0 0,1 0 0,0 0 0,-4 9 0,4 12 0,4-7 0,1-1 0,1 0 0,0 0 0,15 22 0,4 10 0,73 142 0,-79-155 0,-2-4 0,-1-1 0,-1 2 0,14 41 0,-26-57-1365,-3-3-5461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38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1 211 24575,'45'-3'0,"88"-9"0,-108 8 0,1-1 0,-1-1 0,26-10 0,-47 14 0,0 0 0,0 0 0,-1 0 0,1 0 0,-1 0 0,0-1 0,1 1 0,-1-1 0,0 0 0,-1 0 0,1 0 0,0 0 0,-1 0 0,0-1 0,0 1 0,3-8 0,-4 8 0,0 1 0,0-1 0,0 0 0,-1 0 0,1 1 0,-1-1 0,0 0 0,0 0 0,0 0 0,0 0 0,0 1 0,-1-1 0,1 0 0,-1 0 0,0 1 0,0-1 0,0 0 0,0 1 0,0-1 0,-1 1 0,1 0 0,-1-1 0,1 1 0,-1 0 0,-3-4 0,-4-1-455,1-1 0,-17-9 0,13 10-6371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38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24575,'0'-7'0,"1"-9"0,0 17 0,3 9 0,13 38 0,2-1 0,2-1 0,2-1 0,2-1 0,1-1 0,63 74 0,-20-33-1365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39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24575,'0'-1'0,"0"0"0,0 0 0,0 0 0,0 0 0,0 0 0,0 0 0,0 0 0,0 0 0,0 0 0,1 0 0,-1 1 0,0-1 0,1 0 0,-1 0 0,1 0 0,-1 0 0,1 1 0,-1-1 0,1 0 0,-1 1 0,1-1 0,0 0 0,0 0 0,0 1 0,0 0 0,0-1 0,0 1 0,0 0 0,0 0 0,0 0 0,0 0 0,0 0 0,0 0 0,0 0 0,0 0 0,-1 0 0,1 1 0,0-1 0,0 0 0,2 1 0,4 3 0,0 0 0,0 0 0,0 0 0,6 6 0,-7-5 0,159 101-242,-124-81-881,-29-18-5703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39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24575,'-7'22'0,"0"12"0,1 3 0,1 0 0,2-4 0,4-2 0,2-5 0,0-4 0,0-3 0,-1-2 0,-1-2 0,-3-4 0,0-5 0,-1-7 0,0-5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39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 24575,'-19'2'0,"-10"1"0,-1 3 0,1 0 0,3 1 0,4 0 0,6 1 0,2 1 0,5 3 0,3 0 0,2-1-8191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40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24 24575,'-4'-3'0,"0"0"0,0 0 0,-1 0 0,1 1 0,-1 0 0,1 0 0,-9-3 0,11 5 0,1 0 0,-1-1 0,1 1 0,-1 0 0,1 0 0,-1 0 0,1 1 0,-1-1 0,1 0 0,-1 0 0,1 1 0,0-1 0,-1 1 0,1-1 0,-1 1 0,1 0 0,0 0 0,0 0 0,-1-1 0,1 1 0,0 0 0,0 0 0,0 0 0,0 1 0,0-1 0,0 0 0,0 0 0,0 1 0,0 1 0,-9 17 0,0 1 0,2 0 0,1 0 0,0 1 0,2 0 0,-4 30 0,6-25 0,1 0 0,1 0 0,1 0 0,2 1 0,1-1 0,9 40 0,-4-36 0,1 1 0,2-1 0,1-1 0,2 0 0,18 30 0,-16-35 0,1-1 0,1-1 0,1 0 0,1-2 0,1 0 0,41 31 0,-53-46-341,1 0 0,0 0-1,18 6 1,-16-6-6485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41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72 207 24575,'47'-26'0,"52"-32"0,-97 57 0,0-1 0,0 1 0,0-1 0,0 1 0,-1-1 0,1 0 0,0 1 0,-1-1 0,1 0 0,-1 0 0,0 0 0,0 0 0,0-1 0,0 1 0,0 0 0,0 0 0,0-1 0,-1 1 0,1 0 0,-1-1 0,1-2 0,-2 3 0,1-1 0,0 1 0,-1 0 0,0-1 0,1 1 0,-1 0 0,0 0 0,0-1 0,0 1 0,-1 0 0,1 0 0,0 0 0,-1 1 0,1-1 0,-1 0 0,0 0 0,1 1 0,-1-1 0,0 1 0,0 0 0,-3-2 0,-6-3 0,0 1 0,0 1 0,-1 0 0,1 0 0,-1 2 0,0-1 0,0 1 0,0 1 0,0 0 0,0 1 0,0 0 0,-22 3 0,32-3 0,0 1 0,1-1 0,-1 0 0,0 1 0,0 0 0,1-1 0,-1 1 0,1 0 0,-1 0 0,0 0 0,1 0 0,0 0 0,-1 0 0,1 0 0,0 0 0,-1 0 0,-1 3 0,2-1 0,-1-1 0,1 1 0,-1 0 0,1 0 0,0 0 0,0 0 0,1 0 0,-1 0 0,0 5 0,0-1 0,1 0 0,0 0 0,1 0 0,-1 0 0,1 0 0,1 0 0,0 0 0,2 8 0,5 2 0,0-1 0,1 0 0,0-1 0,1 0 0,1 0 0,0-1 0,21 18 0,-22-23 0,0 0 0,0 0 0,1-1 0,0-1 0,1 0 0,0 0 0,0-2 0,0 1 0,1-2 0,0 0 0,0 0 0,0-1 0,0-1 0,0 0 0,0-1 0,26-2 0,-36 1-114,0-1 1,1 0-1,-1 0 0,0 0 0,1 0 1,-1-1-1,0 1 0,0-1 0,0 0 1,0 0-1,4-4 0,1-3-6712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41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24575,'44'82'0,"-24"-45"0,23 37 0,18 9 0,12 18 0,-72-98 0,1-1 0,-1 0 0,0 1 0,1-1 0,-1 1 0,0-1 0,-1 1 0,2 2 0,-2-4 0,0-1 0,0 1 0,0-1 0,0 1 0,0-1 0,0 1 0,0-1 0,0 0 0,0 1 0,-1-1 0,1 1 0,0-1 0,0 0 0,0 1 0,0-1 0,-1 1 0,1-1 0,0 0 0,0 1 0,-1-1 0,0 1 0,1-1 0,-1 1 0,0-1 0,0 0 0,0 1 0,0-1 0,1 0 0,-1 0 0,0 0 0,0 1 0,0-1 0,0 0 0,0 0 0,0 0 0,0 0 0,0-1 0,-9 0 0,0-2 0,0 1 0,0-1 0,1 0 0,-16-9 0,-43-26 0,61 33 0,1 0 0,-1 0 0,1 0 0,0 0 0,-6-8 0,11 11 0,-1 0 0,0 0 0,0-1 0,1 1 0,0 0 0,-1-1 0,1 1 0,0 0 0,0-1 0,0 0 0,0 1 0,1-1 0,-1 1 0,1-1 0,0 0 0,-1 0 0,1 1 0,1-5 0,3-2-1365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42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75 24575,'-3'-20'0,"0"-3"0,0 4 0,0 7 0,1 12 0,1 7 0,1 6 0,0 3 0,0-2-8191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42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29 127 24575,'-1'-1'0,"1"0"0,-1 1 0,0-1 0,-1 0 0,1 1 0,0-1 0,0 1 0,0-1 0,0 1 0,0-1 0,0 1 0,-1 0 0,1 0 0,0 0 0,0 0 0,0 0 0,-1 0 0,1 0 0,0 0 0,-2 0 0,2 1 0,1-1 0,0 0 0,0 0 0,-1 1 0,1-1 0,0 0 0,0 0 0,-1 1 0,1-1 0,0 0 0,0 0 0,0 1 0,0-1 0,0 0 0,-1 1 0,1-1 0,0 0 0,0 1 0,0-1 0,0 0 0,0 1 0,0-1 0,0 0 0,0 1 0,0-1 0,0 1 0,8 14 0,-1-5 0,1-2 0,0 1 0,0-1 0,1 0 0,11 8 0,-13-11 0,0 0 0,0-1 0,1 0 0,-1 0 0,1-1 0,-1 0 0,1-1 0,11 3 0,-17-5 0,-1 1 0,1-1 0,0 0 0,0 0 0,0 0 0,0-1 0,0 1 0,0 0 0,0-1 0,0 1 0,0-1 0,-1 0 0,1 1 0,0-1 0,0 0 0,-1 0 0,1 0 0,0 0 0,-1-1 0,1 1 0,-1 0 0,0-1 0,1 1 0,-1-1 0,0 1 0,0-1 0,0 0 0,0 1 0,0-1 0,0 0 0,-1 0 0,1 0 0,0-3 0,1-3 0,0 0 0,0 0 0,-1 0 0,0 0 0,-1-1 0,-1-11 0,3 23 0,-1 1 0,1-1 0,0 0 0,0 1 0,0-1 0,0 0 0,0 0 0,1 0 0,-1-1 0,4 4 0,0 0 0,1 0 0,-1-1 0,1 1 0,10 5 0,-12-9 0,0 0 0,0 0 0,1 0 0,-1 0 0,0-1 0,1 0 0,0 0 0,-1 0 0,1-1 0,-1 0 0,1 0 0,-1-1 0,1 1 0,-1-1 0,1 0 0,-1 0 0,6-3 0,-6 2 0,-1 1 0,0-2 0,0 1 0,0 0 0,0-1 0,0 1 0,-1-1 0,1 0 0,-1-1 0,0 1 0,0 0 0,0-1 0,0 0 0,0 0 0,-1 0 0,0 0 0,1 0 0,-2 0 0,1-1 0,2-6 0,-3 4 0,1-1 0,-1 1 0,0-1 0,0 1 0,-1-1 0,-1-9 0,1 14 0,0 0 0,-1 0 0,0 0 0,0 0 0,0 0 0,0 0 0,0 0 0,0 1 0,-1-1 0,1 0 0,-1 1 0,0-1 0,0 1 0,0-1 0,0 1 0,0 0 0,-5-4 0,-20-9-1365,14 10-5461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43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24575,'4'-2'0,"-1"0"0,1 0 0,-1 0 0,1 1 0,0-1 0,0 1 0,0 0 0,0 1 0,0-1 0,0 1 0,0-1 0,0 1 0,0 0 0,0 1 0,0-1 0,0 1 0,0-1 0,0 1 0,0 1 0,0-1 0,-1 0 0,1 1 0,0 0 0,-1 0 0,1 0 0,-1 0 0,5 5 0,6 5 0,0 1 0,-1 1 0,-1 0 0,18 26 0,-23-30 0,126 187 0,-100-141 0,42 98 0,-66-131 0,-1 0 0,-1 0 0,5 38 0,-10-48 0,0 0 0,-2 0 0,1 0 0,-2 0 0,0 0 0,0 0 0,-1-1 0,-5 19 0,3-22 9,0-1 1,-1 1-1,1-1 0,-1 0 0,-1 0 1,0-1-1,0 1 0,0-1 0,-1-1 0,0 1 1,0-1-1,-13 8 0,-4 1-504,-1-1 0,-48 21 0,52-27-6331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44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0 24575,'0'3'0,"-3"0"0,-2 0 0,-4 0 0,0-4 0,-1-1 0,-1-1 0,-1 1 0,-2 0 0,3 3 0,0 2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44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23 24575,'-25'-7'0,"-7"0"0,-2 1 0,6 4 0,4 2 0,7 4 0,4 1 0,4 2 0,1 0 0,-1-1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46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954 7 24575,'2'-1'0,"-1"0"0,1 0 0,-1 1 0,1-1 0,0 0 0,-1 1 0,1-1 0,0 1 0,-1 0 0,1 0 0,0 0 0,0 0 0,-1 0 0,4 0 0,-30 11 0,8-8 0,0 1 0,0-2 0,-22 1 0,-6 1 0,-69 4 0,-122-7 0,110-2 0,87 0 0,-24 1 0,-80 9 0,47-2 0,96-7 0,0 0 0,0 0 0,0 0 0,0 0 0,-1 0 0,1 0 0,0 0 0,0 0 0,0 0 0,0 0 0,0 0 0,-1 0 0,1 0 0,0 0 0,0 0 0,0 0 0,0 0 0,0 0 0,0 0 0,-1 0 0,1 0 0,0 0 0,0 0 0,0 0 0,0 1 0,0-1 0,0 0 0,0 0 0,-1 0 0,1 0 0,0 0 0,0 0 0,0 0 0,0 1 0,0-1 0,0 0 0,0 0 0,0 0 0,0 0 0,0 0 0,0 1 0,0-1 0,0 0 0,0 0 0,0 0 0,0 0 0,0 1 0,7 4 0,13 4 0,219 56 0,-100-29 0,-111-28 0,20 5 0,47 19 0,-93-31 0,-1-1 0,1 1 0,-1-1 0,1 1 0,-1 0 0,1 0 0,-1 0 0,0 0 0,1 0 0,-1 0 0,0 0 0,0 0 0,0 0 0,0 1 0,0-1 0,0 0 0,1 3 0,-2-3 0,0-1 0,1 1 0,-1-1 0,0 1 0,0 0 0,0-1 0,-1 1 0,1-1 0,0 1 0,0-1 0,0 1 0,0-1 0,0 1 0,-1-1 0,1 1 0,0-1 0,0 1 0,-1-1 0,0 2 0,0-1 0,0 0 0,-1 1 0,1-1 0,-1 0 0,0 0 0,1 0 0,-1 0 0,-2 1 0,-34 13 0,-50 15 0,48-18 0,-47 21 0,28-5 0,-81 53 0,132-76 0,1 2 0,-1-1 0,2 1 0,-1 0 0,1 0 0,0 1 0,0 0 0,1 0 0,0 0 0,1 1 0,-5 10 0,8-18 0,1 0 0,-1-1 0,1 1 0,0 0 0,-1 0 0,1 0 0,0 0 0,-1 0 0,1 0 0,0 0 0,0-1 0,0 1 0,0 0 0,0 0 0,0 0 0,0 0 0,0 0 0,0 0 0,0 0 0,1 0 0,-1 0 0,0 0 0,1 0 0,-1-1 0,0 1 0,1 0 0,-1 0 0,1 0 0,-1-1 0,1 1 0,0 0 0,-1-1 0,1 1 0,0 0 0,-1-1 0,1 1 0,0-1 0,0 1 0,0-1 0,0 1 0,-1-1 0,1 0 0,0 1 0,0-1 0,1 0 0,6 2 0,0-1 0,0-1 0,0 1 0,13-2 0,-2 0 0,92 7 0,38 1 0,-6-7-71,261 11-1223,-383-9-5532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47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24575,'0'25'0,"2"0"0,0 0 0,7 25 0,-9-50 0,0 0 0,0 0 0,0 0 0,0 0 0,0 0 0,0 0 0,0 0 0,0 0 0,0 0 0,0 1 0,0-1 0,0 0 0,0 0 0,0 0 0,0 0 0,0 0 0,0 0 0,0 0 0,0 0 0,0 0 0,0 0 0,0 0 0,0 0 0,0 0 0,0 0 0,0 0 0,0 0 0,0 0 0,0 1 0,0-1 0,0 0 0,1 0 0,-1 0 0,0 0 0,0 0 0,0 0 0,0 0 0,0 0 0,0 0 0,0 0 0,0 0 0,0 0 0,0 0 0,0 0 0,0 0 0,0 0 0,0 0 0,0 0 0,1 0 0,-1 0 0,0 0 0,0 0 0,0 0 0,0 0 0,0 0 0,0 0 0,0 0 0,0 0 0,0 0 0,0 0 0,0-1 0,4-4 0,1-9 0,-5 13 0,3-7 0,-1-1 0,2 1 0,-1 0 0,1 0 0,0 0 0,1 0 0,0 1 0,0 0 0,0 0 0,1 0 0,0 1 0,1 0 0,8-7 0,-14 13 0,0-1 0,0 0 0,0 1 0,0-1 0,0 1 0,1-1 0,-1 1 0,0 0 0,0-1 0,1 1 0,-1 0 0,0 0 0,1 0 0,-1 0 0,0 0 0,0 0 0,1 1 0,-1-1 0,0 0 0,0 1 0,1-1 0,-1 0 0,0 1 0,0 0 0,0-1 0,2 2 0,2 2 0,0 0 0,0 1 0,0-1 0,5 7 0,4 4 0,0-3 0,0-1 0,1-1 0,0 0 0,1-1 0,32 13 0,-45-20-36,-5-1 117,-6 0-1073,7-1 574,-8-1-6408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48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26 24575,'-2'-3'0,"0"0"0,0 1 0,-1-1 0,1 1 0,-1-1 0,0 1 0,1 0 0,-6-2 0,8 3 0,-1 1 0,1 0 0,0 0 0,-1 0 0,1 0 0,-1 0 0,1-1 0,-1 1 0,1 0 0,-1 0 0,1 0 0,0 0 0,-1 0 0,1 0 0,-1 0 0,1 0 0,-1 1 0,1-1 0,-1 0 0,1 0 0,0 0 0,-1 0 0,1 1 0,-1-1 0,1 0 0,-1 1 0,1 0 0,-1 0 0,0 0 0,1 0 0,-1 0 0,1 0 0,-1 0 0,1 1 0,0-1 0,-1 0 0,1 0 0,0 0 0,0 1 0,0-1 0,0 0 0,0 1 0,1 11 0,0-1 0,5 20 0,-1-5 0,33 174 0,-7-32 0,-27-124 0,-4-36 0,0 1 0,1-1 0,0 0 0,5 17 0,-6-26 0,0 0 0,0 1 0,0-1 0,0 0 0,0 1 0,0-1 0,0 0 0,0 0 0,0 1 0,1-1 0,-1 0 0,0 0 0,0 0 0,0 1 0,0-1 0,0 0 0,1 0 0,-1 0 0,0 1 0,0-1 0,0 0 0,1 0 0,-1 0 0,0 0 0,0 0 0,1 0 0,-1 1 0,0-1 0,0 0 0,1 0 0,-1 0 0,6-6 0,4-15 0,-9 19 0,1-3 0,6-15 0,0 0 0,2 1 0,20-33 0,-21 40 0,20-26 0,-27 36 0,0 0 0,0 0 0,0 0 0,1 0 0,-1 0 0,0 1 0,1-1 0,-1 1 0,1 0 0,0-1 0,0 1 0,-1 0 0,4 0 0,-4 1 0,0 0 0,0 0 0,-1 1 0,1-1 0,0 0 0,0 1 0,-1-1 0,1 1 0,0 0 0,-1 0 0,1 0 0,0 0 0,-1 0 0,1 0 0,-1 0 0,0 0 0,1 0 0,-1 1 0,0-1 0,0 0 0,0 1 0,0-1 0,0 1 0,1 1 0,3 6 0,0 1 0,6 16 0,-11-26 0,2 6 0,8 18 0,12 26 0,-17-42 0,0 0 0,0-1 0,1 1 0,0-1 0,0 0 0,12 10 0,8 2-1365,-14-11-5461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49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0 24575,'1'3'0,"0"0"0,0 0 0,1-1 0,-1 1 0,1-1 0,-1 1 0,1-1 0,3 3 0,21 25 0,-25-29 0,100 92 0,-56-54 0,-42-37 0,4 5 0,1 0 0,0-1 0,1 0 0,10 6 0,-19-11 0,0-1 0,1 0 0,-1 0 0,0 0 0,0 0 0,0 0 0,1 0 0,-1 0 0,0 1 0,0-1 0,0 0 0,1 0 0,-1 0 0,0 0 0,0 0 0,0 0 0,1 0 0,-1 0 0,0 0 0,0 0 0,1 0 0,-1 0 0,0 0 0,0 0 0,0-1 0,1 1 0,-1 0 0,0 0 0,0 0 0,0 0 0,1 0 0,-1 0 0,0 0 0,0-1 0,0 1 0,0 0 0,0 0 0,1 0 0,-1 0 0,0-1 0,0 1 0,0-12 0,-8-12 0,-14-26 0,-17-49 0,37 92 0,1 5 0,1 0 0,0 0 0,-1 0 0,0 1 0,1-1 0,-1 0 0,0 0 0,0 0 0,0 1 0,0-1 0,0 1 0,-3-3 0,4 4 0,0 0 0,-1 0 0,1 0 0,0 0 0,0 0 0,-1 0 0,1 0 0,0 0 0,-1 0 0,1 0 0,0 0 0,0 1 0,-1-1 0,1 0 0,0 0 0,0 0 0,-1 1 0,1-1 0,0 0 0,0 0 0,0 0 0,-1 1 0,1-1 0,0 0 0,0 1 0,0-1 0,0 0 0,0 0 0,0 1 0,0-1 0,-1 0 0,1 1 0,0-1 0,0 0 0,0 0 0,0 1 0,-4 17 0,3-15 0,-3 18 0,1 1 0,1-1 0,1 33 0,-1 6 0,-2-26 0,4-32 0,0 0 0,-1 0 0,1 0 0,-1-1 0,0 1 0,1 0 0,-1 0 0,0 0 0,0-1 0,0 1 0,0 0 0,0-1 0,-1 1 0,0 1 0,1-3 0,1 0 0,0 0 0,0 0 0,0 0 0,0 0 0,0 0 0,-1 0 0,1 0 0,0 0 0,0 1 0,0-1 0,0 0 0,0 0 0,-1 0 0,1 0 0,0 0 0,0-1 0,0 1 0,0 0 0,-1 0 0,1 0 0,0 0 0,0 0 0,0 0 0,0 0 0,0 0 0,0 0 0,-1 0 0,1 0 0,0 0 0,0-1 0,0 1 0,0 0 0,0 0 0,0 0 0,0 0 0,0 0 0,-1-1 0,-2-8 0,1-9 0,2 18 0,0-6 0,0 1 0,0-1 0,0 0 0,1 0 0,0 0 0,0 1 0,0-1 0,1 0 0,0 1 0,0-1 0,0 1 0,5-8 0,-4 9 0,0 0 0,0 0 0,0 0 0,1 1 0,0-1 0,0 1 0,0 0 0,0 0 0,0 0 0,1 0 0,-1 1 0,1 0 0,0 0 0,7-2 0,-8 2 0,0 1 0,0 0 0,0 0 0,1 0 0,-1 1 0,0-1 0,0 1 0,1 0 0,-1 0 0,0 1 0,0-1 0,1 1 0,-1 0 0,5 2 0,-9-3 0,0 0 0,0 0 0,-1 0 0,1 0 0,0 0 0,0 0 0,0 0 0,0 0 0,0 0 0,0 0 0,-1 0 0,1 0 0,0 1 0,0-1 0,0 0 0,0 0 0,0 0 0,0 0 0,0 0 0,0 0 0,-1 0 0,1 0 0,0 1 0,0-1 0,0 0 0,0 0 0,0 0 0,0 0 0,0 0 0,0 0 0,0 1 0,0-1 0,0 0 0,0 0 0,0 0 0,0 0 0,0 0 0,0 0 0,0 1 0,0-1 0,0 0 0,0 0 0,0 0 0,0 0 0,0 0 0,0 0 0,0 1 0,0-1 0,1 0 0,-1 0 0,0 0 0,0 0 0,0 0 0,0 0 0,0 0 0,0 0 0,0 0 0,0 1 0,0-1 0,1 0 0,-1 0 0,0 0 0,0 0 0,0 0 0,0 0 0,0 0 0,0 0 0,1 0 0,-12 2 0,-19 1 0,-32-2 0,34-2 0,-48 6 0,68-4-96,-5 1-116,1 0 1,0 0-1,0 1 1,0 1-1,-20 8 1,22-7-6615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50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21 24575,'-26'-5'0,"2"-1"0,-1 2 0,1 1 0,-42 1 0,63 2 0,1 0 0,0 0 0,-1 0 0,1 1 0,0-1 0,0 1 0,-1 0 0,1 0 0,0-1 0,0 1 0,0 1 0,0-1 0,0 0 0,0 0 0,0 1 0,1-1 0,-1 1 0,-2 2 0,2-1 0,1-1 0,0 1 0,-1-1 0,1 1 0,0 0 0,0 0 0,0 0 0,1 0 0,-1-1 0,1 1 0,0 0 0,0 5 0,0 1 0,1 0 0,0-1 0,1 1 0,0-1 0,1 0 0,-1 1 0,1-1 0,9 14 0,30 43 0,-25-41 0,18 34 0,-30-49 0,-1 1 0,0 0 0,-1 0 0,0 0 0,-1 0 0,1 0 0,0 16 0,-3 9 0,-8 68 0,5-76 0,0 0 0,2-1 0,1 1 0,5 44 0,-2-50 0,0-6 0,-1 0 0,7 17 0,-8-27 0,1-1 0,0 0 0,0 1 0,1-1 0,-1 0 0,1 0 0,0 0 0,0 0 0,0-1 0,0 1 0,5 3 0,-3-4 0,0 1 0,0-1 0,0 0 0,0 0 0,1-1 0,0 1 0,-1-1 0,1 0 0,0-1 0,0 0 0,0 0 0,0 0 0,0 0 0,0-1 0,11-1 0,9 1-227,1-1-1,-1-1 1,0-1-1,0-2 1,47-14-1,-61 14-6598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51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24575,'0'0'0,"-1"0"0,0 1 0,1-1 0,-1 0 0,0 1 0,1-1 0,-1 1 0,0-1 0,1 1 0,-1-1 0,1 1 0,-1 0 0,1-1 0,-1 1 0,1-1 0,0 1 0,-1 0 0,1 0 0,0-1 0,-1 1 0,1 0 0,0-1 0,0 1 0,0 0 0,0 0 0,0 0 0,0 0 0,-2 23 0,2-16 0,1-1 0,1 0 0,0 0 0,0 0 0,0 0 0,0 0 0,1 0 0,1 0 0,-1-1 0,9 12 0,-5-8 0,0-1 0,1 0 0,0 0 0,1-1 0,19 15 0,-27-22 0,0 0 0,0 0 0,1 0 0,-1-1 0,1 1 0,-1 0 0,1 0 0,-1-1 0,1 1 0,-1-1 0,1 1 0,-1-1 0,1 0 0,0 0 0,-1 0 0,1 0 0,0 0 0,2 0 0,-3-1 0,1 0 0,-1 1 0,0-1 0,0 0 0,-1 0 0,1 0 0,0 0 0,0 0 0,0 0 0,-1 0 0,1 0 0,0 0 0,-1 0 0,1 0 0,-1-1 0,1 1 0,-1 0 0,0 0 0,1-1 0,-1 1 0,0 0 0,0 0 0,0-1 0,0-1 0,0-35 0,0 23 0,3-29 0,-1 26 0,-2 14 0,0 0 0,1 0 0,-1 0 0,1 0 0,-1 0 0,1 0 0,1 0 0,-1 0 0,0 0 0,1 1 0,0-1 0,2-3 0,-3 6 0,0 0 0,-1 1 0,1 0 0,0-1 0,0 1 0,-1 0 0,1-1 0,0 1 0,0 0 0,0 0 0,-1-1 0,1 1 0,0 0 0,0 0 0,0 0 0,0 0 0,-1 0 0,1 0 0,0 1 0,0-1 0,0 0 0,-1 0 0,1 0 0,0 1 0,0-1 0,0 0 0,-1 1 0,1-1 0,0 1 0,22 17 0,-21-16 0,29 24 0,45 28 0,-23-18 0,-44-28-79,-9-8 83,0 0-1,0 0 1,0 0 0,0 0-1,0 1 1,0-1-1,0 0 1,0 0-1,0 0 1,0 0 0,0 0-1,1 0 1,-1 0-1,0 0 1,0 0-1,0 0 1,0 0 0,0 0-1,0 0 1,0 1-1,0-1 1,0 0-1,0 0 1,0 0 0,0 0-1,0 0 1,0 0-1,0 0 1,0 0-1,0 0 1,0 0 0,-1 0-1,1 1 1,0-1-1,0 0 1,0 0-1,0 0 1,0 0 0,0 0-1,0 0 1,0 0-1,0 0 1,0 0-1,0 0 1,0 0 0,0 0-1,0 0 1,0 0-1,0 0 1,-1 0-1,1 0 1,0 0 0,0 0-1,0 0 1,-2 0-153,1 0 1,-1 0 0,0 0 0,0-1-1,1 1 1,-1-1 0,0 1 0,1-1-1,-2-1 1,-9-3-6678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51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24575,'7'-10'0,"2"1"0,-1 0 0,1 1 0,0 0 0,13-8 0,-19 14 0,0 0 0,0 0 0,0 1 0,1-1 0,-1 1 0,1-1 0,-1 1 0,1 0 0,0 1 0,-1-1 0,1 1 0,0-1 0,-1 1 0,1 0 0,0 1 0,-1-1 0,1 0 0,0 1 0,-1 0 0,1 0 0,3 2 0,14 7 0,26 18 0,-14-8 0,-30-18 0,-1-1 0,1 1 0,0 0 0,-1 0 0,0 0 0,1 0 0,-1 0 0,0 0 0,0 1 0,0-1 0,0 1 0,0 0 0,-1-1 0,1 1 0,-1 0 0,2 4 0,-2-2 0,-1-1 0,1 1 0,-1-1 0,0 0 0,0 1 0,0-1 0,-1 1 0,0-1 0,0 1 0,-2 7 0,-3 5 0,2 0 0,1 0 0,0 1 0,1-1 0,0 22 0,2-23 0,1 1 0,1-1 0,1 0 0,0 1 0,1-1 0,1 0 0,1-1 0,0 1 0,9 15 0,-3-8 0,1 0 0,0 0 0,34 39 0,-40-54 0,-1 0 0,0 1 0,7 11 0,-12-17 0,1 0 0,-1 0 0,1 0 0,-1 0 0,0 0 0,0 0 0,-1 0 0,1 0 0,-1 0 0,1 0 0,-1 0 0,0 1 0,0-1 0,-1 6 0,0-8 0,0 1 0,1-1 0,-1 0 0,0 0 0,0 0 0,1 0 0,-1 0 0,0 0 0,0 0 0,0 0 0,-1 0 0,1 0 0,0 0 0,0-1 0,0 1 0,-1-1 0,1 1 0,0-1 0,-1 1 0,1-1 0,0 1 0,-1-1 0,1 0 0,-3 0 0,-5 1 0,0-1 0,-16-1 0,14 0 0,-81-1-1365,75 2-5461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53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18 171 24575,'36'0'0,"63"-1"0,-84-1 0,1 1 0,-1-2 0,1 0 0,17-7 0,-30 9 0,0 0 0,0 0 0,0-1 0,0 1 0,-1-1 0,1 1 0,-1-1 0,1 0 0,-1 0 0,1 0 0,-1-1 0,0 1 0,2-3 0,-3 3 0,0 1 0,-1-1 0,1 0 0,0 1 0,-1-1 0,0 0 0,1 1 0,-1-1 0,0 0 0,0 0 0,0 1 0,0-1 0,0 0 0,0 0 0,0 1 0,-1-1 0,1 0 0,-1 1 0,1-1 0,-1 0 0,0 1 0,1-1 0,-1 1 0,-2-3 0,-2-3 0,-1 0 0,0 0 0,0 1 0,-1 0 0,1 0 0,-1 0 0,-1 1 0,1 0 0,-1 1 0,0 0 0,0 0 0,0 1 0,-14-5 0,19 8 0,-1-1 0,1 1 0,0-1 0,-1 1 0,1 0 0,0 1 0,-1-1 0,1 0 0,-1 1 0,1 0 0,0 0 0,0 0 0,0 0 0,-1 1 0,-2 1 0,-4 3 0,0 0 0,1 0 0,-10 9 0,13-8 0,0 0 0,0 0 0,1 0 0,0 1 0,1 0 0,0 0 0,0 0 0,-3 10 0,0-2 0,4-9 0,1-1 0,0 1 0,0 0 0,1 1 0,0-1 0,0 0 0,1 0 0,0 0 0,0 0 0,1 1 0,0-1 0,0 0 0,0 0 0,3 8 0,-1-11 0,-1 0 0,1 0 0,-1-1 0,1 1 0,0-1 0,0 1 0,1-1 0,-1 0 0,5 3 0,36 21 0,-42-25 0,12 4 0,-1 1 0,1-2 0,0 0 0,1 0 0,-1-1 0,1-1 0,0-1 0,-1 0 0,1-1 0,20 0 0,266-2-1365,-288 1-5461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54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3 24575,'0'0'0,"0"0"0,0 0 0,-1-1 0,1 1 0,0 0 0,0 0 0,0 0 0,0 0 0,-1 0 0,1-1 0,0 1 0,0 0 0,0 0 0,0 0 0,-1 0 0,1 0 0,0 0 0,0 0 0,-1 0 0,1 0 0,0 0 0,0 0 0,0 0 0,-1 0 0,1 0 0,0 0 0,0 0 0,0 0 0,-1 0 0,1 0 0,0 0 0,0 0 0,-1 0 0,1 0 0,0 1 0,-4 7 0,1 12 0,3-19 0,0 12 0,0 1 0,1 0 0,0 0 0,2-1 0,-1 1 0,2-1 0,0 0 0,7 18 0,9 12 0,28 44 0,-27-51 0,1 3 0,-2-5 0,-1 1 0,-2 1 0,13 39 0,-29-74 0,-1 1 0,1-1 0,-1 1 0,0-1 0,1 1 0,-1-1 0,0 1 0,0-1 0,0 1 0,0-1 0,0 1 0,0-1 0,-1 1 0,1-1 0,0 1 0,-1-1 0,1 1 0,-1-1 0,-1 3 0,1-3 0,0 0 0,0 0 0,0 0 0,0-1 0,-1 1 0,1 0 0,0-1 0,0 1 0,-1-1 0,1 1 0,0-1 0,-1 1 0,1-1 0,0 0 0,-1 0 0,1 0 0,-1 0 0,1 0 0,0 0 0,-1 0 0,1 0 0,-3-1 0,-8-2 0,0 0 0,0 0 0,1-1 0,-1-1 0,1 0 0,-20-12 0,8 2 0,1-1 0,-22-20 0,39 32 0,1 0 0,0 0 0,0-1 0,1 0 0,-1 0 0,1 0 0,0 0 0,0 0 0,1-1 0,0 1 0,-2-7 0,3 10 0,0 0 0,1-1 0,0 1 0,-1 0 0,1 0 0,0-1 0,0 1 0,0 0 0,0-1 0,1 1 0,-1 0 0,1 0 0,-1 0 0,1-1 0,0 1 0,0 0 0,0 0 0,0 0 0,0 0 0,0 0 0,0 0 0,1 1 0,-1-1 0,1 0 0,0 1 0,-1-1 0,1 1 0,0-1 0,0 1 0,0 0 0,3-2 0,9-3 0,0 1 0,0 1 0,0 0 0,1 1 0,-1 0 0,24 0 0,-15 1 0,33-8 0,-41 6-1365,-2 0-5461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54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24575,'2'-10'0,"1"0"0,-2 1 0,-2 4 0,0 6 0,-3 5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55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95 24575,'-2'2'0,"1"0"0,0-1 0,0 1 0,0 0 0,-1 0 0,2 0 0,-1 1 0,0-1 0,0 0 0,1 0 0,-1 0 0,1 1 0,0-1 0,0 0 0,-1 0 0,1 1 0,1-1 0,-1 0 0,0 0 0,1 1 0,-1-1 0,1 0 0,-1 0 0,1 0 0,2 4 0,-1-1 0,1 0 0,0 0 0,0 0 0,0 0 0,0 0 0,1-1 0,0 1 0,0-1 0,5 4 0,6 4 0,1-1 0,26 13 0,-36-21 0,0 0 0,0-1 0,1 1 0,-1-1 0,1-1 0,-1 1 0,1-1 0,0 0 0,-1-1 0,13 0 0,-17 0 0,0-1 0,0 1 0,0 0 0,0-1 0,0 1 0,-1-1 0,1 1 0,0-1 0,0 0 0,-1 0 0,1 0 0,0 0 0,-1 0 0,1 0 0,-1 0 0,1-1 0,-1 1 0,2-3 0,-1 1 0,-1 1 0,0-1 0,0 1 0,0-1 0,0 1 0,-1-1 0,1 1 0,-1-1 0,1 1 0,-1-1 0,0 0 0,0-3 0,-1-1 0,0 0 0,0 0 0,0 0 0,-1 0 0,0 0 0,-1 0 0,0 1 0,0-1 0,-4-6 0,-5-1 0,12 13 0,-1 1 0,1 0 0,0 0 0,0 0 0,0 0 0,0 0 0,0 0 0,0 0 0,0 0 0,0 0 0,0 0 0,0 0 0,0 0 0,0 0 0,-1 0 0,1 0 0,0 0 0,0-1 0,0 1 0,0 0 0,0 0 0,0 0 0,0 0 0,0 0 0,0 0 0,-1 0 0,1 0 0,0 0 0,0 0 0,0 1 0,0-1 0,0 0 0,0 0 0,0 0 0,0 0 0,0 0 0,-1 0 0,1 0 0,0 0 0,0 0 0,0 0 0,0 0 0,0 0 0,0 0 0,0 0 0,0 0 0,0 1 0,2 10 0,1-4 0,0 0 0,0 0 0,1 0 0,0-1 0,1 1 0,-1-1 0,1 0 0,0 0 0,1 0 0,-1-1 0,1 0 0,12 8 0,-9-7 0,1 0 0,0-1 0,0 0 0,0-1 0,0 0 0,1 0 0,0-1 0,15 2 0,-23-4 0,0-1 0,0 0 0,0 1 0,1-2 0,-1 1 0,0 0 0,0-1 0,1 1 0,-1-1 0,0 0 0,0 0 0,0 0 0,0 0 0,0-1 0,0 1 0,-1-1 0,1 0 0,0 0 0,-1 0 0,1 0 0,-1 0 0,0 0 0,3-5 0,-2 3 0,0 0 0,-1 0 0,0 0 0,0 0 0,-1-1 0,1 1 0,-1-1 0,0 1 0,0-1 0,0 0 0,-1 1 0,1-1 0,-1 0 0,0 1 0,-2-9 0,0 2-85,-1 1 0,0 0-1,-1 0 1,0 0 0,-1 1-1,0-1 1,0 1 0,-1 0-1,0 0 1,-1 1 0,0 0-1,0 0 1,0 1 0,-1 0-1,-10-7 1,4 5-6741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39:55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24575,'2'15'0,"1"0"0,1-1 0,0 0 0,1 0 0,1 0 0,0 0 0,0-1 0,2 0 0,0 0 0,15 18 0,-22-30 0,0 0 0,0 1 0,0-1 0,0 0 0,0 0 0,0 0 0,0 0 0,1 0 0,-1-1 0,1 1 0,-1 0 0,0-1 0,1 1 0,-1 0 0,1-1 0,-1 0 0,1 1 0,2-1 0,-3 0 0,1 0 0,-1-1 0,0 1 0,1 0 0,-1-1 0,0 1 0,1-1 0,-1 0 0,0 1 0,1-1 0,-1 0 0,0 0 0,0 0 0,0 1 0,0-1 0,1-2 0,2-2 0,0 0 0,-1 0 0,0 0 0,0-1 0,-1 1 0,1-1 0,-1 1 0,1-8 0,7-43 0,-9 42 0,1 1 0,0 0 0,1 0 0,7-18 0,-9 29 0,-1 1 0,1 0 0,-1 0 0,1-1 0,0 1 0,-1 0 0,1 0 0,0 0 0,0 0 0,0 0 0,0 0 0,0 0 0,0 0 0,0 1 0,0-1 0,0 0 0,0 1 0,1-1 0,-1 0 0,0 1 0,0 0 0,2-1 0,-1 1 0,1 0 0,-1 0 0,0 0 0,0 0 0,0 0 0,1 1 0,-1-1 0,0 1 0,0 0 0,0-1 0,0 1 0,3 2 0,4 2 0,-1 1 0,1 0 0,-1 1 0,11 10 0,2 3 0,0 1 0,-2 2 0,33 47 0,-31-36-1365,-14-20-5461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03.0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2082 12 24575,'1'-1'0,"0"0"0,0 0 0,0 0 0,0 0 0,0 1 0,-1-1 0,1 0 0,1 0 0,-1 1 0,0-1 0,0 1 0,0-1 0,0 1 0,0-1 0,0 1 0,1 0 0,-1 0 0,0-1 0,0 1 0,1 0 0,-1 0 0,0 0 0,0 0 0,1 0 0,-1 1 0,0-1 0,2 1 0,-2 0 0,0-1 0,0 1 0,0 0 0,0 0 0,-1 0 0,1 0 0,0 0 0,0 0 0,-1 1 0,1-1 0,-1 0 0,1 0 0,-1 0 0,0 1 0,1-1 0,-1 0 0,0 0 0,0 1 0,0-1 0,0 0 0,0 1 0,0-1 0,0 0 0,0 0 0,0 1 0,-1 1 0,0 0 0,0 1 0,0-1 0,0 0 0,0 0 0,-1 0 0,1 0 0,-1 0 0,0-1 0,0 1 0,0 0 0,0-1 0,0 0 0,0 1 0,-1-1 0,1 0 0,-1 0 0,0 0 0,0 0 0,1-1 0,-1 1 0,0-1 0,0 0 0,0 0 0,-1 0 0,1 0 0,-4 1 0,-9 0 0,0 0 0,-1-1 0,1 0 0,-18-2 0,9 0 0,-491 0 0,267 2 0,246-1 0,-1 0 0,0 0 0,1 1 0,-1-1 0,0 1 0,1 0 0,-1 0 0,1 0 0,-1 1 0,1-1 0,0 1 0,-1 0 0,1 0 0,0 0 0,0 1 0,-3 2 0,-2 3 0,1 1 0,1 0 0,-1 0 0,-4 10 0,-1 0 0,-3-43 0,12 21 0,-1 0 0,1 0 0,-1 0 0,1 1 0,-1 0 0,0-1 0,0 1 0,0 0 0,0 1 0,0-1 0,-1 1 0,1 0 0,0 0 0,-8-1 0,-7 1 0,0 0 0,-22 2 0,10 1 0,-186-2 0,206 1 0,0 0 0,0 0 0,-11 4 0,-9 1 0,3-1 0,4-1 0,-45 2 0,37-6 0,2 0 0,1 0 0,-48 8 0,57-4 0,0-2 0,0 0 0,0-2 0,-29-2 0,35 0 0,0-1 0,0 0 0,1-1 0,-1-1 0,1 0 0,-14-8 0,23 11 14,1 0-1,0 0 0,0-1 0,0 1 1,0-1-1,1 0 0,-1 0 1,-2-3-1,4 4-96,0 0 1,0 1-1,0-1 1,0 0-1,0 1 1,0-1-1,0 0 1,1 0-1,-1 0 1,1 0-1,0 0 1,-1 0-1,1 0 1,0 0-1,0 0 1,0 0-1,1-2 1,2-5-6744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04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215 1 24575,'5'0'0,"0"-1"0,0 2 0,0-1 0,0 0 0,0 1 0,0 0 0,0 0 0,-1 1 0,1-1 0,7 4 0,-11-5 0,-1 1 0,0-1 0,1 0 0,-1 0 0,0 0 0,1 0 0,-1 0 0,0 1 0,0-1 0,0 0 0,1 0 0,-1 0 0,0 1 0,0-1 0,1 0 0,-1 1 0,0-1 0,0 0 0,0 0 0,0 1 0,0-1 0,0 0 0,1 1 0,-1-1 0,0 0 0,0 1 0,0-1 0,0 0 0,0 0 0,0 1 0,0 0 0,-9 4 0,-15-1 0,5-4 0,-1-1 0,1-1 0,0 0 0,-1-2 0,-25-7 0,31 7 0,1 2-259,0 0 1,0 1-1,-24 0 0,33 1-71,-8 0-6496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04.4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260 28 24575,'0'0'0,"0"-1"0,1 0 0,-1 1 0,0-1 0,1 0 0,-1 1 0,0-1 0,0 1 0,0-1 0,1 0 0,-1 1 0,0-1 0,0 0 0,0 0 0,0 1 0,0-1 0,0 0 0,-1 1 0,1-1 0,0 0 0,0 1 0,0-1 0,-1 0 0,1 1 0,0-1 0,-1 1 0,0-2 0,0 1 0,0 0 0,0 0 0,0 1 0,-1-1 0,1 0 0,0 1 0,-1-1 0,1 1 0,0-1 0,-1 1 0,1 0 0,-3-1 0,-2 1 0,0-1 0,1 1 0,-1 1 0,0-1 0,-10 3 0,-6 1-48,0-1 0,1 0 0,-1-2 0,-37-2 0,24 1-1077,22 0-5701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05.3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 24575,'0'-1'0,"1"-12"0,1 11 0,1 8 0,1 8 0,0 0 0,-1 0 0,3 24 0,-2-8 0,51 285 0,-53-299 0,-2-12 0,0 0 0,1 0 0,-1 0 0,1 0 0,0 0 0,0 0 0,0 0 0,1 0 0,-1-1 0,3 5 0,-3-8 0,-1 0 0,0 0 0,0 0 0,0 0 0,0 0 0,0 0 0,1 0 0,-1 0 0,0 0 0,0 0 0,0 0 0,0 0 0,0 0 0,1 0 0,-1 0 0,0 0 0,0 0 0,0 0 0,0-1 0,0 1 0,0 0 0,0 0 0,1 0 0,-1 0 0,0 0 0,0 0 0,0 0 0,0-1 0,0 1 0,0 0 0,0 0 0,0 0 0,0 0 0,0 0 0,0-1 0,0 1 0,0 0 0,0 0 0,0 0 0,0 0 0,0-1 0,4-8 0,-4 8 0,7-22 0,-2 4 0,16-33 0,-19 46 0,1 1 0,0 0 0,1 0 0,-1 0 0,1 0 0,0 0 0,1 1 0,-1-1 0,1 1 0,6-4 0,-8 6 0,1 0 0,-1 0 0,1 1 0,0-1 0,0 1 0,0 0 0,0 0 0,0 0 0,0 1 0,0 0 0,0-1 0,0 1 0,0 1 0,0-1 0,0 1 0,0-1 0,0 1 0,5 2 0,-1-1 0,-1 1 0,0 0 0,0 1 0,0 0 0,0 0 0,0 0 0,-1 1 0,9 7 0,-9-6-151,0 0-1,0 1 0,-1 0 0,0 0 1,0 0-1,0 0 0,-1 1 1,4 9-1,-4-4-6674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06.1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178 54 24575,'-2'-1'0,"-64"-33"0,59 30 0,-1 1 0,0 0 0,-1 1 0,1 0 0,0 0 0,-14-1 0,21 3 0,-1 0 0,1 0 0,-1 0 0,1 0 0,-1 0 0,1 1 0,-1-1 0,1 0 0,0 1 0,-1-1 0,1 1 0,-1 0 0,1-1 0,0 1 0,0 0 0,-1 0 0,1 0 0,0-1 0,0 1 0,0 1 0,0-1 0,0 0 0,0 0 0,0 0 0,0 0 0,0 1 0,1-1 0,-1 0 0,1 1 0,-1-1 0,1 1 0,-1-1 0,1 1 0,-1 1 0,0 6 0,1-1 0,-1 1 0,1 0 0,3 16 0,-2-4 0,0 49 0,-2-44 0,1 0 0,2 1 0,0-1 0,9 37 0,25 75 0,-35-135 0,-1 0 0,1-1 0,0 1 0,0-1 0,0 1 0,0-1 0,1 1 0,-1-1 0,1 0 0,-1 1 0,1-1 0,0 0 0,3 3 0,-3-4 0,-1 0 0,1 0 0,0 0 0,0 0 0,-1-1 0,1 1 0,0-1 0,0 1 0,0-1 0,0 1 0,0-1 0,0 0 0,0 0 0,0 0 0,0 0 0,0 0 0,0-1 0,0 1 0,3-1 0,12-4 0,0 2 0,1 0 0,-1 0 0,19 1 0,-10 0-1365,-17-1-5461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06.6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44 24575,'0'0'0,"0"9"0,0 0 0,1 0 0,0 1 0,0-1 0,5 15 0,-6-22 0,1-1 0,-1 1 0,1 0 0,0 0 0,0 0 0,0-1 0,0 1 0,0-1 0,1 1 0,-1 0 0,0-1 0,1 0 0,-1 1 0,1-1 0,-1 0 0,1 0 0,-1 0 0,1 0 0,0 0 0,0 0 0,0-1 0,-1 1 0,1 0 0,0-1 0,0 1 0,0-1 0,0 0 0,0 0 0,0 0 0,0 0 0,0 0 0,0 0 0,0 0 0,0-1 0,0 1 0,2-2 0,-2 2 0,1-1 0,-1 0 0,0 0 0,0 0 0,0 0 0,0 0 0,0 0 0,0 0 0,-1-1 0,1 1 0,0-1 0,-1 1 0,1-1 0,-1 0 0,1 0 0,-1 1 0,2-5 0,1-1 0,-1-1 0,0 0 0,3-13 0,-5 16 0,0 0 0,0 0 0,0 1 0,1-1 0,0 0 0,0 1 0,0 0 0,0-1 0,1 1 0,0 0 0,0 0 0,6-7 0,-7 10 0,0 0 0,0 0 0,0 0 0,0 0 0,0 1 0,0-1 0,0 1 0,0-1 0,0 1 0,0 0 0,0-1 0,0 1 0,0 0 0,0 0 0,0 1 0,0-1 0,0 0 0,0 1 0,0-1 0,0 1 0,0 0 0,0 0 0,0-1 0,0 1 0,0 0 0,-1 1 0,3 0 0,5 5 0,1 0 0,-1 1 0,12 14 0,-11-12 0,-5-5 0,6 6 0,0 0 0,18 25 0,-29-36-37,0 0 0,0 0 1,0 0-1,1 1 0,-1-1 0,0 0 0,0 0 0,0 0 0,0 1 0,0-1 0,1 0 0,-1 1 1,0-1-1,0 0 0,0 0 0,0 1 0,0-1 0,0 0 0,0 0 0,0 1 0,0-1 0,0 0 1,0 1-1,0-1 0,0 0 0,0 0 0,0 1 0,0-1 0,0 0 0,-1 1 0,1-1 0,0 0 1,0 0-1,0 1 0,0-1 0,-1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07.1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59 24575,'3'-2'0,"12"-8"0,0 1 0,1 1 0,0 0 0,25-8 0,-37 15 0,0-1 0,0 1 0,0 1 0,0-1 0,0 1 0,0-1 0,0 1 0,0 1 0,1-1 0,-1 0 0,0 1 0,0 0 0,0 0 0,0 0 0,0 0 0,-1 1 0,1 0 0,0-1 0,-1 1 0,1 1 0,-1-1 0,1 0 0,-1 1 0,0 0 0,3 3 0,3 4 0,-1-1 0,0 1 0,-1 1 0,0-1 0,0 1 0,-1 0 0,-1 1 0,0 0 0,6 21 0,-9-21 0,0 1 0,-1-1 0,-1 1 0,0 0 0,-1-1 0,0 1 0,-4 14 0,-1 16 0,2-6 0,1-23 0,2 0 0,-1 20 0,3-28 0,-1-1 0,1 0 0,0 1 0,0-1 0,1 0 0,0 1 0,0-1 0,0 0 0,5 8 0,5 5 0,11 20 0,-22-36 0,0 1 0,0-1 0,0 1 0,0 0 0,0-1 0,-1 1 0,1 0 0,-1-1 0,1 1 0,-1 0 0,0 0 0,-1 4 0,1-6 0,-1 1 0,0-1 0,1 1 0,-1-1 0,0 1 0,0-1 0,0 1 0,0-1 0,0 0 0,0 0 0,-1 0 0,1 0 0,0 0 0,-1 0 0,1 0 0,0 0 0,-1 0 0,1 0 0,-1-1 0,0 1 0,-2 0 0,-4 1 0,0 0 0,-16 2 0,-34-2-1365,41-2-5461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07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24575,'2'17'0,"4"8"0,0 2 0,2 0 0,0-3 0,0-6 0,0-3 0,-2-4-8191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08.1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24575,'0'-5'0,"0"1"0,0 3 0,0 5 0,0 4 0,0 3 0,0 2 0,0-1-8191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08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224 117 24575,'-40'-30'0,"21"14"0,-2 1 0,0 1 0,0 1 0,-26-11 0,45 23 0,1 0 0,-1 1 0,1-1 0,-1 0 0,1 1 0,-1 0 0,0-1 0,1 1 0,-1 0 0,0 0 0,1 0 0,-1 0 0,0 0 0,1 1 0,-1-1 0,0 0 0,1 1 0,-1-1 0,-1 1 0,2 0 0,0 1 0,-1-1 0,1 0 0,0 0 0,0 0 0,0 1 0,0-1 0,0 0 0,0 1 0,0-1 0,1 1 0,-1-1 0,0 1 0,1-1 0,-1 1 0,1 0 0,0-1 0,-1 3 0,-1 16 0,0 0 0,1 0 0,1 0 0,3 21 0,15 80 0,-2-41 0,29 88 0,-30-123 0,2-1 0,2 0 0,34 56 0,-34-73-1365,-11-18-5461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08.6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55 24575,'-27'-9'0,"-12"-4"0,-3 0 0,2 3 0,6 3 0,6 5 0,8 3-8191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09.6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137 223 24575,'0'149'0,"0"-149"0,0-1 0,0 1 0,0 0 0,0 0 0,-1 0 0,1 0 0,0 0 0,0 0 0,0 0 0,0 0 0,0 0 0,0 0 0,0 0 0,0 0 0,0 0 0,0 0 0,0 0 0,0-1 0,0 1 0,0 0 0,-1 0 0,1 0 0,0 0 0,0 0 0,0 0 0,0 0 0,0 0 0,0 0 0,0 0 0,0 0 0,0 0 0,0 0 0,-1 0 0,1 0 0,0 0 0,0 0 0,0 0 0,0 0 0,0 0 0,0 0 0,0 1 0,0-1 0,0 0 0,0 0 0,0 0 0,0 0 0,0 0 0,-1 0 0,1 0 0,0 0 0,0 0 0,0 0 0,0 0 0,0 0 0,-8-14 0,-8-20 0,-28-61 0,-20-51 0,63 140 0,4 4 0,12 10 0,15 17 0,-11-8 0,0-1 0,1-1 0,27 16 0,-40-27 0,-1-1 0,0 1 0,1-2 0,0 1 0,0-1 0,0 0 0,0 0 0,0-1 0,0 0 0,0 0 0,0 0 0,0-1 0,1 0 0,-1-1 0,0 0 0,9-2 0,-14 3 0,1-1 0,-1 0 0,1 0 0,-1 0 0,0 0 0,0-1 0,1 1 0,-1-1 0,0 1 0,0-1 0,-1 0 0,1 0 0,0 0 0,0 0 0,-1 0 0,3-4 0,-2 2 0,-1 0 0,1 0 0,-1 1 0,0-1 0,0 0 0,-1 0 0,1 0 0,-1-1 0,0-6 0,-1 1 0,0 1 0,-1 0 0,0 0 0,0 0 0,-1 0 0,0 0 0,0 0 0,-9-13 0,10 19 0,0 0 0,0 0 0,0 0 0,0 1 0,0-1 0,-1 1 0,0 0 0,1-1 0,-1 1 0,0 0 0,0 1 0,0-1 0,-4-2 0,5 4 0,1 0 0,0-1 0,-1 1 0,1 0 0,0 0 0,-1 0 0,1 0 0,0 0 0,-1 0 0,1 1 0,-1-1 0,1 0 0,0 1 0,-1-1 0,1 0 0,0 1 0,0 0 0,-1-1 0,1 1 0,0 0 0,0 0 0,0-1 0,0 1 0,0 0 0,0 0 0,0 0 0,0 0 0,0 1 0,1-1 0,-1 0 0,0 0 0,1 0 0,-1 1 0,1-1 0,-1 2 0,-2 5 0,0 0 0,1 0 0,1 1 0,-1-1 0,1 0 0,0 1 0,1-1 0,0 1 0,1-1 0,-1 0 0,2 1 0,2 13 0,3 1 0,0-1 0,1 1 0,14 25 0,-16-37 24,-1-1 0,2 0 0,-1 0 0,11 12 0,-13-18-159,1 0 0,-1 0 0,1 0 0,-1 0 0,1-1 0,0 1 0,0-1 0,1-1 0,-1 1 0,9 2 0,-4-2-6691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10.4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77 458 24575,'-7'1'0,"1"0"0,-1 1 0,0 0 0,1 0 0,-12 6 0,16-7 0,1 0 0,-1 0 0,0 0 0,1 0 0,-1 0 0,1 1 0,-1-1 0,1 0 0,0 1 0,0-1 0,-1 1 0,1 0 0,0-1 0,0 1 0,1 0 0,-1-1 0,0 1 0,0 0 0,1 0 0,-1 0 0,1 0 0,0 0 0,0 0 0,-1 3 0,2 2 0,1 0 0,-1 0 0,1-1 0,0 1 0,0 0 0,1-1 0,0 0 0,0 0 0,1 0 0,5 9 0,3-1 0,-1 0 0,25 23 0,-29-30 0,1-1 0,16 11 0,-22-15 0,1-1 0,-1 1 0,0-1 0,1 0 0,-1 0 0,1 0 0,-1-1 0,1 1 0,0 0 0,-1-1 0,1 0 0,0 1 0,-1-1 0,1 0 0,0-1 0,2 1 0,-4-1 0,1 0 0,-1 1 0,0-1 0,0 0 0,1 0 0,-1 0 0,0 0 0,0 0 0,0 0 0,0 0 0,-1 0 0,1-1 0,0 1 0,0 0 0,-1 0 0,1-1 0,0 1 0,-1-1 0,0 1 0,1 0 0,-1-1 0,0 1 0,0-1 0,1 1 0,-1-2 0,0-7 0,0 1 0,-1-16 0,1 23 0,-2-10 0,0-1 0,0 1 0,-8-22 0,9 30 0,-1-1 0,0 1 0,0-1 0,0 1 0,-1 0 0,0 0 0,1 0 0,-1 0 0,-1 0 0,1 0 0,0 1 0,-8-5 0,11 7 0,0 1 0,-1 0 0,1 0 0,-1-1 0,1 1 0,-1 0 0,1 0 0,0 0 0,-1 0 0,1 0 0,-1 0 0,1-1 0,-1 1 0,1 0 0,-1 0 0,1 1 0,-1-1 0,1 0 0,0 0 0,-1 0 0,1 0 0,-1 0 0,1 0 0,-1 1 0,1-1 0,0 0 0,-1 0 0,0 1 0,-8 12 0,7-8 0,1 0 0,-1-1 0,1 1 0,-1 8 0,2-8 0,0 0 0,0-1 0,1 1 0,0 0 0,0 0 0,0-1 0,0 1 0,1-1 0,-1 1 0,1-1 0,0 1 0,1-1 0,-1 0 0,1 0 0,0 0 0,0 0 0,0-1 0,0 1 0,1-1 0,-1 0 0,1 0 0,0 0 0,6 3 0,-6-3 0,0-1 0,0 0 0,0 0 0,1-1 0,-1 1 0,1-1 0,-1 0 0,1 0 0,-1 0 0,1-1 0,0 1 0,-1-1 0,1 0 0,0-1 0,-1 1 0,1-1 0,-1 0 0,1 0 0,-1 0 0,1-1 0,-1 0 0,0 0 0,0 0 0,5-3 0,0-1 0,0-1 0,-1-1 0,0 0 0,-1 0 0,1 0 0,-1-1 0,-1 0 0,0 0 0,0-1 0,-1 0 0,0 0 0,-1 0 0,6-18 0,-6 10 0,0-1 0,0 1 0,-2-1 0,-1 0 0,0 1 0,-1-1 0,-4-25 0,0 13 0,-1 1 0,-2-1 0,-1 1 0,-2 0 0,-23-49 0,26 63 0,-15-26 0,20 38 0,0 1 0,-1 0 0,1-1 0,-1 1 0,0 1 0,0-1 0,0 0 0,0 1 0,-4-3 0,6 4 0,0 0 0,0 1 0,0-1 0,0 1 0,0-1 0,0 1 0,0 0 0,0-1 0,0 1 0,0 0 0,0 0 0,0 0 0,0 0 0,0 0 0,0 0 0,0 0 0,0 0 0,0 0 0,-1 0 0,1 0 0,0 1 0,0-1 0,-1 1 0,1 0 0,0 0 0,0 0 0,0 0 0,0 0 0,0 0 0,0 0 0,0 0 0,0 1 0,1-1 0,-1 0 0,0 1 0,1-1 0,-1 0 0,0 3 0,-1 5 0,1 0 0,0 0 0,0 1 0,1 9 0,0-18 0,0 24 0,2 0 0,0 0 0,2-1 0,1 0 0,0 1 0,2-2 0,1 1 0,1-1 0,1 0 0,0-1 0,2 0 0,21 30 0,-19-34-114,0-1 1,1 0-1,0 0 0,1-2 0,1 0 1,1-1-1,0-1 0,0 0 0,2-2 1,-1 0-1,40 15 0,-46-21-6712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11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85 24575,'13'26'0,"27"37"0,-33-52 0,1-1 0,0-1 0,1 1 0,0-1 0,1 0 0,10 6 0,-18-13 0,0-1 0,-1 0 0,1 1 0,0-1 0,0 0 0,0 0 0,0-1 0,0 1 0,0 0 0,0-1 0,0 1 0,0-1 0,0 1 0,1-1 0,-1 0 0,0 0 0,0 0 0,0 0 0,0-1 0,1 1 0,-1 0 0,0-1 0,0 0 0,0 1 0,0-1 0,0 0 0,0 0 0,0 0 0,-1 0 0,1-1 0,0 1 0,0 0 0,-1-1 0,1 1 0,-1-1 0,1 1 0,1-5 0,0 2 0,-1 0 0,0 0 0,1-1 0,-2 1 0,1-1 0,0 0 0,-1 1 0,0-1 0,0 0 0,-1 0 0,1 0 0,-1 0 0,0 1 0,0-1 0,-1 0 0,0-5 0,-7-14 0,0 0 0,-1 1 0,-14-24 0,15 30 0,-1 1 0,8 15 0,5 11 0,2 2-1365,-1 1-5461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12.0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59 24575,'-6'-3'0,"-6"-3"0,0 0 0,-1 1 0,1 0 0,-1 1 0,0 1 0,0 0 0,-16-1 0,27 4 0,1 0 0,-1 0 0,1 0 0,-1 0 0,1 0 0,-1 0 0,1 0 0,0 1 0,-1-1 0,1 0 0,-1 1 0,1 0 0,0-1 0,-1 1 0,1 0 0,0-1 0,-1 1 0,1 0 0,0 0 0,0 0 0,0 0 0,-2 3 0,3-3 0,-1 1 0,1-1 0,-1 1 0,1-1 0,-1 1 0,1 0 0,0-1 0,0 1 0,0-1 0,0 1 0,0 0 0,0-1 0,0 1 0,1 0 0,-1-1 0,1 1 0,-1-1 0,1 1 0,-1-1 0,2 3 0,3 3 0,-1 0 0,1-1 0,0 1 0,0-1 0,0 0 0,1 0 0,0-1 0,0 1 0,1-2 0,-1 1 0,1-1 0,0 1 0,1-2 0,-1 1 0,0-1 0,12 3 0,-18-6 0,1 1 0,0-1 0,-1 0 0,1 1 0,-1-1 0,1 0 0,0 0 0,-1 0 0,1 0 0,0-1 0,-1 1 0,1 0 0,0-1 0,-1 1 0,1-1 0,-1 1 0,1-1 0,-1 0 0,1 0 0,-1 0 0,0 0 0,1 0 0,-1 0 0,0 0 0,0 0 0,0 0 0,0 0 0,0-1 0,2-2 0,-2 1 0,0 1 0,0-1 0,0 0 0,-1 0 0,1 0 0,-1 1 0,0-1 0,0 0 0,0 0 0,0 0 0,0 0 0,-1 0 0,1 0 0,-1 0 0,0 1 0,-1-5 0,-1 0 0,0-1 0,-1 1 0,1 0 0,-1 0 0,-1 0 0,0 0 0,0 1 0,0 0 0,0 0 0,-1 0 0,-12-9 0,17 16 0,2 3 0,5 5 0,7 5 0,0 0 0,0-1 0,2-1 0,0 0 0,0-1 0,1-1 0,20 10 0,-25-14-1365,0-2-5461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13.0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24575,'0'10'0,"1"0"0,1-1 0,0 1 0,0 0 0,1 0 0,5 14 0,3 1 0,17 27 0,-12-25 0,0 0 0,2-2 0,1 0 0,1-1 0,1-1 0,31 27 0,-48-47 0,34 25 0,-35-26 0,1 1 0,0-1 0,0 0 0,1 0 0,-1 0 0,0-1 0,8 2 0,-12-3 0,1 0 0,0 0 0,-1 0 0,1 0 0,-1 0 0,1 0 0,0 0 0,-1 0 0,1 0 0,-1 0 0,1 0 0,0-1 0,-1 1 0,1 0 0,-1 0 0,1-1 0,-1 1 0,1 0 0,-1-1 0,1 1 0,-1-1 0,1 1 0,0-1 0,0-1 0,-1 1 0,1 0 0,0-1 0,-1 1 0,1-1 0,-1 1 0,0 0 0,1-1 0,-1-2 0,0-1 0,1 0 0,-2 1 0,1-1 0,0 0 0,-3-6 0,1 2 0,1 8 0,0-1 0,0 0 0,0 0 0,1 0 0,-1 1 0,1-1 0,0 0 0,-1 0 0,1 0 0,0 0 0,0 0 0,0 0 0,0 0 0,1-3 0,0 6 0,0-1 0,0 1 0,0 0 0,-1-1 0,1 1 0,0 0 0,0-1 0,-1 1 0,1 0 0,-1 0 0,1-1 0,0 1 0,0 1 0,0 1 0,0-1 0,-1-1 0,1 1 0,0-1 0,-1 0 0,1 1 0,0-1 0,0 0 0,0 0 0,0 0 0,0 1 0,0-1 0,0 0 0,0 0 0,0 0 0,1-1 0,-1 1 0,0 0 0,0 0 0,1-1 0,-1 1 0,1-1 0,-1 1 0,1-1 0,2 1 0,1 0 0,0 1 0,0 0 0,0 0 0,0 0 0,0 0 0,-1 1 0,1 0 0,-1 0 0,1 0 0,7 8 0,-6-6 0,1 1 0,15 8 0,-15-10 0,1-1 0,-1 0 0,1 0 0,-1 0 0,1-1 0,0-1 0,15 2 0,-21-2 0,0-1 0,0 0 0,1 0 0,-1 0 0,0-1 0,0 1 0,0-1 0,0 1 0,0-1 0,0 1 0,0-1 0,0 0 0,0 0 0,-1 0 0,1 0 0,0 0 0,0-1 0,-1 1 0,1-1 0,-1 1 0,1-1 0,-1 1 0,0-1 0,1 0 0,-1 1 0,0-1 0,0 0 0,0 0 0,-1 0 0,1 0 0,0 0 0,-1 0 0,1 0 0,0-4 0,0-4 0,0-1 0,-1 1 0,0-1 0,0 0 0,-1 1 0,-5-21 0,6 31 0,0 0 0,0 0 0,0 0 0,0 0 0,0 0 0,0 0 0,-1 0 0,1-1 0,0 1 0,0 0 0,0 0 0,0 0 0,0 0 0,0 0 0,0 0 0,0 0 0,0 0 0,0-1 0,0 1 0,0 0 0,0 0 0,0 0 0,0 0 0,0 0 0,0 0 0,0 0 0,0 0 0,0 0 0,0-1 0,0 1 0,0 0 0,1 0 0,-1 0 0,0 0 0,0 0 0,0 0 0,0 0 0,0 0 0,0 0 0,0 0 0,0 0 0,0-1 0,0 1 0,0 0 0,0 0 0,1 0 0,-1 0 0,0 0 0,0 0 0,0 0 0,0 0 0,0 0 0,0 0 0,0 0 0,0 0 0,1 0 0,-1 0 0,0 0 0,0 0 0,8 6 0,13 13 0,-18-15 0,15 13 0,38 35 0,-49-46 0,1-1 0,0 0 0,0 0 0,0-1 0,0 1 0,10 2 0,-9-6-1365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13.4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115 255 24575,'3'-17'0,"0"0"0,-2 0 0,0-1 0,0 1 0,-4-29 0,2 39 0,0 0 0,-1 0 0,1 0 0,-2 0 0,1 0 0,-1 1 0,1-1 0,-2 1 0,1 0 0,-1 0 0,0 0 0,0 0 0,-1 1 0,1-1 0,-1 1 0,-9-6 0,13 9 0,-1 1 0,1 0 0,-1 0 0,0 0 0,1 0 0,-1 1 0,0-1 0,0 0 0,1 1 0,-1-1 0,0 1 0,0 0 0,0-1 0,0 1 0,0 0 0,0 0 0,0 0 0,0 1 0,1-1 0,-4 1 0,4-1 0,0 1 0,0 0 0,-1 0 0,1-1 0,0 1 0,0 0 0,0 0 0,0 0 0,0 0 0,0 0 0,0 1 0,1-1 0,-1 0 0,0 0 0,1 0 0,-1 1 0,0-1 0,1 0 0,0 1 0,-1-1 0,1 1 0,0-1 0,0 0 0,-1 1 0,1-1 0,0 1 0,1 2 0,0 7 0,0 0 0,1-1 0,1 1 0,0 0 0,0-1 0,1 0 0,0 0 0,1 0 0,0 0 0,7 9 0,7 9 0,44 49 0,-57-71-86,39 41 303,-39-42-431,0 0 1,-1-1-1,1 0 0,1 0 0,-1 0 1,12 4-1,-6-4-6612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13.8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6 276 24575,'-2'13'0,"0"-1"0,1 1 0,0 0 0,1 0 0,1 0 0,0 0 0,0 0 0,2-1 0,5 21 0,-6-27 0,0 0 0,1-1 0,0 1 0,0-1 0,0 1 0,1-1 0,-1 0 0,1 0 0,7 6 0,-7-8 0,0 0 0,0 0 0,0 0 0,0-1 0,0 0 0,0 0 0,1 0 0,-1 0 0,1-1 0,-1 0 0,1 0 0,0 0 0,8 0 0,-10-1 0,-1 1 0,1-1 0,0 0 0,0-1 0,-1 1 0,1 0 0,0-1 0,-1 0 0,1 1 0,-1-1 0,1 0 0,-1-1 0,1 1 0,-1 0 0,1-1 0,-1 1 0,0-1 0,3-2 0,-3 1 0,0 0 0,1 0 0,-1 0 0,-1 0 0,1-1 0,0 1 0,-1-1 0,0 1 0,1-1 0,-2 1 0,2-8 0,-1-3 0,0 1 0,-1-1 0,-1 0 0,0 1 0,-1-1 0,-4-16 0,-3-2 0,-1 1 0,-1 0 0,-18-33 0,-54-82 0,80 140 0,2 4 0,0 0 0,0 0 0,0 0 0,-1 0 0,1 0 0,0 0 0,-1 0 0,1 0 0,-1 0 0,0 1 0,-2-3 0,4 5 0,0 0 0,0-1 0,-1 1 0,1 0 0,0-1 0,0 1 0,0 0 0,0 0 0,0-1 0,0 1 0,0 0 0,0-1 0,0 1 0,0 0 0,0 0 0,0-1 0,1 1 0,-1 0 0,0-1 0,1 2 0,10 25 0,0-2 0,2 1 0,29 42 0,-9-15 0,144 204-634,-154-227-97,-10-12-6095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18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 24575,'1'0'0,"-1"0"0,0 1 0,0-1 0,1 0 0,-1 1 0,0-1 0,0 1 0,1-1 0,-1 1 0,0-1 0,0 0 0,0 1 0,0-1 0,0 1 0,1-1 0,-1 1 0,0-1 0,0 1 0,0-1 0,0 1 0,0-1 0,-1 1 0,1-1 0,0 0 0,0 1 0,0-1 0,0 1 0,0-1 0,-1 1 0,1-1 0,0 0 0,0 1 0,-1-1 0,1 1 0,0-1 0,-1 0 0,1 1 0,0-1 0,-1 0 0,1 1 0,0-1 0,-1 0 0,1 0 0,-1 0 0,1 1 0,-1-1 0,0 0 0,-1 2 0,-1-1 0,0 0 0,0 1 0,0-1 0,-5 1 0,-16 1 0,0-2 0,-47-2 0,20-1 0,26 3-58,15 0-203,1-1-1,-1 0 1,1 0-1,-18-4 1,18 1-6565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18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4 24575,'-22'-2'0,"-10"1"0,-2 1 0,5 3 0,8 1-8191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20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787 16 24575,'20'0'0,"-15"0"0,-15 0 0,-236-8 0,-107 1 0,230 8 0,118-1 0,-1-1 0,1 1 0,-1 0 0,1 0 0,-1 1 0,1 0 0,0 0 0,-1 0 0,1 0 0,0 1 0,-9 4 0,14-6 0,-1 0 0,1 1 0,-1-1 0,1 0 0,-1 1 0,1-1 0,-1 1 0,1-1 0,0 1 0,-1-1 0,1 1 0,0-1 0,-1 1 0,1-1 0,0 1 0,0-1 0,0 1 0,-1 0 0,1-1 0,0 1 0,0-1 0,0 1 0,0 0 0,0-1 0,0 1 0,0-1 0,0 1 0,0 0 0,0-1 0,1 1 0,-1-1 0,0 1 0,0 0 0,1-1 0,-1 1 0,0-1 0,0 1 0,1-1 0,-1 1 0,1-1 0,-1 1 0,0-1 0,1 0 0,-1 1 0,1-1 0,-1 1 0,1-1 0,0 1 0,4 2 0,-1 0 0,1 0 0,0-1 0,5 3 0,14 4 0,-1-2 0,46 9 0,-13-4 0,24 6 0,-31-8 0,-1 2 0,86 34 0,-131-45 0,0 1 0,1-1 0,-1 1 0,0 0 0,0 1 0,0-1 0,0 0 0,3 4 0,-6-5 0,1 0 0,-1-1 0,1 1 0,-1 0 0,1 0 0,-1 0 0,0 0 0,1 0 0,-1-1 0,0 1 0,0 0 0,0 0 0,1 0 0,-1 0 0,0 0 0,0 0 0,0 0 0,-1 0 0,1 0 0,0 0 0,0 0 0,0 0 0,-1-1 0,1 1 0,0 0 0,-1 0 0,1 0 0,-1 0 0,1-1 0,-1 1 0,0 0 0,1 0 0,-1-1 0,1 1 0,-1 0 0,-1 0 0,-7 6 0,0-1 0,-1 0 0,1 0 0,-1-1 0,-20 7 0,4 0 0,-120 59 0,109-50 0,-63 46 0,75-46 0,1 2 0,2 1 0,-30 38 0,52-62 0,-4 4 0,1 0 0,0 1 0,1-1 0,-1 1 0,-2 5 0,5-9 0,-1 0 0,1 0 0,0-1 0,0 1 0,0 0 0,-1-1 0,1 1 0,0 0 0,0 0 0,0-1 0,0 1 0,0 0 0,1 0 0,-1-1 0,0 1 0,0 0 0,0 0 0,1-1 0,-1 1 0,0 0 0,1-1 0,-1 1 0,0 0 0,1-1 0,-1 1 0,1-1 0,-1 1 0,1-1 0,-1 1 0,1-1 0,0 1 0,-1-1 0,1 1 0,0-1 0,-1 0 0,1 1 0,0-1 0,-1 0 0,1 0 0,0 1 0,0-1 0,-1 0 0,1 0 0,0 0 0,0 0 0,0 0 0,19 2 0,1-1 0,35-3 0,-13 1 0,30-1-115,211 2 364,-199 4-998,109 18-1,-160-15-6076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20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24575,'0'8'0,"1"-1"0,0 1 0,0-1 0,1 0 0,0 1 0,0-1 0,1 0 0,-1 0 0,1 0 0,1-1 0,6 11 0,-9-15 0,0 0 0,0-1 0,0 1 0,0 0 0,1 0 0,-1-1 0,1 1 0,-1-1 0,1 1 0,-1-1 0,1 0 0,2 2 0,-3-3 0,-1 0 0,1 0 0,-1 1 0,1-1 0,0 0 0,-1 0 0,1 0 0,-1 0 0,1 0 0,-1 0 0,1 0 0,-1 0 0,1-1 0,-1 1 0,1 0 0,0 0 0,-1 0 0,1 0 0,0-1 0,0 0 0,0 0 0,0 0 0,1 0 0,-1 0 0,0 0 0,0-1 0,0 1 0,0 0 0,1-3 0,0 0 0,6-10 0,0 0 0,1 0 0,1 1 0,21-23 0,-28 33 0,0 1 0,-1-1 0,1 1 0,0 0 0,0 0 0,0 0 0,1 0 0,-1 1 0,0 0 0,1-1 0,-1 1 0,1 0 0,-1 0 0,1 1 0,-1-1 0,1 1 0,0 0 0,-1 0 0,1 0 0,0 0 0,-1 1 0,1-1 0,-1 1 0,1 0 0,-1 0 0,1 0 0,-1 1 0,6 2 0,0 2 0,0 0 0,-1 0 0,1 1 0,-1 0 0,11 14 0,-13-14 0,1 0 0,0 0 0,1 0 0,0-1 0,0 0 0,0 0 0,11 5 0,20 6-1365,-26-12-5461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22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24575,'0'0'0,"0"0"0,0 0 0,0 0 0,0 0 0,0 0 0,0 0 0,0 0 0,0 0 0,0 0 0,0 0 0,0 0 0,0 0 0,0 0 0,0 0 0,0 0 0,0 0 0,0-1 0,1 1 0,-1 0 0,0 0 0,0 0 0,0 0 0,0 0 0,0 0 0,0 0 0,0 0 0,0 0 0,0 0 0,0 0 0,0 0 0,0 0 0,0 0 0,0 0 0,1 1 0,-1-1 0,0 0 0,0 0 0,0 0 0,0 0 0,0 0 0,0 0 0,0 0 0,0 0 0,0 0 0,0 0 0,0 0 0,0 0 0,0 0 0,0 0 0,0 0 0,0 0 0,0 0 0,0 0 0,0 0 0,0 0 0,0 1 0,0-1 0,0 0 0,0 0 0,0 0 0,1 8 0,-3 16 0,2-12 0,-1 26 0,2 0 0,8 43 0,19 75 0,-14-84 0,-11-49 0,-3-18 0,0-1 0,1 1 0,-1 0 0,1 0 0,3 8 0,-4-13 0,1 1 0,-1-1 0,0 1 0,0-1 0,0 0 0,1 1 0,-1-1 0,0 0 0,0 1 0,1-1 0,-1 0 0,0 0 0,1 1 0,-1-1 0,0 0 0,1 0 0,-1 1 0,0-1 0,1 0 0,-1 0 0,1 0 0,-1 0 0,0 0 0,1 0 0,-1 0 0,1 1 0,-1-1 0,0 0 0,1 0 0,-1-1 0,1 1 0,-1 0 0,0 0 0,1 0 0,-1 0 0,1 0 0,-1 0 0,0 0 0,1-1 0,-1 1 0,0 0 0,1 0 0,-1 0 0,0-1 0,1 1 0,-1 0 0,0-1 0,0 1 0,1 0 0,-1-1 0,16-19 0,-14 17 0,22-39 0,-20 34 0,0 0 0,0 0 0,0 0 0,1 1 0,1 0 0,-1 0 0,8-7 0,-10 12 0,-1 0 0,1 0 0,0 1 0,0-1 0,0 1 0,0-1 0,0 1 0,0 0 0,0 0 0,0 0 0,1 1 0,-1-1 0,0 1 0,1 0 0,-1 0 0,0 0 0,1 0 0,-1 0 0,0 1 0,0-1 0,1 1 0,-1 0 0,0 0 0,5 3 0,-1-1 0,0 1 0,0 0 0,0 1 0,0 0 0,-1 0 0,0 0 0,0 1 0,10 12 0,-4-3-117,-2-1-195,1 0 0,1-1 0,15 13 0,-15-16-6514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23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40 24575,'-2'-4'0,"-1"1"0,0-1 0,0 1 0,0 0 0,0 0 0,-1 1 0,1-1 0,-1 0 0,0 1 0,0 0 0,-5-2 0,7 3 0,-1 0 0,1 1 0,-1-1 0,0 1 0,1 0 0,-1-1 0,0 1 0,1 0 0,-1 1 0,0-1 0,1 0 0,-1 1 0,1 0 0,-1-1 0,0 1 0,1 0 0,-1 0 0,1 1 0,-4 1 0,-1 2 0,1-1 0,0 1 0,-1 1 0,2-1 0,-1 1 0,1 0 0,-9 12 0,11-14 0,1 0 0,0-1 0,0 1 0,0 0 0,1 0 0,-1 0 0,1 1 0,0-1 0,0 0 0,1 0 0,-1 1 0,1-1 0,0 0 0,0 1 0,0-1 0,1 5 0,5 21 0,-2 0 0,-1 0 0,-1 41 0,0-39 0,0-1 0,3 1 0,8 31 0,-5-28 0,5 69 0,-4-29 0,-3-30 0,-6-43 0,0 0 0,0-1 0,0 1 0,1-1 0,-1 1 0,0-1 0,1 1 0,-1 0 0,1-1 0,0 0 0,-1 1 0,1-1 0,0 1 0,0-1 0,0 0 0,0 0 0,0 1 0,0-1 0,0 0 0,1 0 0,-1 0 0,0 0 0,0 0 0,1 0 0,-1-1 0,1 1 0,-1 0 0,1-1 0,-1 1 0,1-1 0,-1 1 0,1-1 0,-1 0 0,1 0 0,2 0 0,5 0 0,0-1 0,0-1 0,0 1 0,0-2 0,11-3 0,10-3 0,-11 7-22,0 0-1,0 2 0,20 1 1,-9-1-1253,-17 0-5551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24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8 24575,'-1'0'0,"1"-1"0,-1 1 0,1-1 0,-1 0 0,0 1 0,1-1 0,-1 1 0,0-1 0,1 1 0,-1-1 0,0 1 0,0 0 0,0-1 0,1 1 0,-2 0 0,2 0 0,-1 0 0,1 0 0,0 0 0,0 0 0,0 1 0,0-1 0,-1 0 0,1 0 0,0 0 0,0 1 0,0-1 0,0 0 0,0 0 0,0 0 0,0 1 0,-1-1 0,1 0 0,0 0 0,0 1 0,0-1 0,0 0 0,0 0 0,0 1 0,0-1 0,0 0 0,0 0 0,0 1 0,0-1 0,0 0 0,0 0 0,1 1 0,-1 3 0,1 0 0,0-1 0,1 1 0,-1 0 0,3 4 0,3 5 0,1 0 0,1 0 0,0-1 0,1 0 0,0-1 0,0 0 0,1 0 0,1-1 0,0-1 0,19 13 0,-30-22 0,0 1 0,0-1 0,0 1 0,0-1 0,0 1 0,0-1 0,0 0 0,0 1 0,1-1 0,-1 0 0,0 0 0,0 0 0,0 0 0,0 0 0,0 0 0,0 0 0,0 0 0,1 0 0,-1-1 0,0 1 0,0 0 0,1-1 0,0 0 0,-1 0 0,0 0 0,0-1 0,1 1 0,-1 0 0,0 0 0,0-1 0,0 1 0,0 0 0,-1-1 0,1 1 0,0-1 0,0-2 0,2-4 0,-1 0 0,-1 0 0,0 0 0,1-16 0,2-19 0,-4 40 0,0 0 0,1 1 0,-1-1 0,1 1 0,0-1 0,0 0 0,0 1 0,0 0 0,1-1 0,-1 1 0,0 0 0,1 0 0,2-3 0,-3 4 0,0 0 0,0 1 0,0 0 0,0-1 0,0 1 0,0-1 0,0 1 0,0 0 0,0 0 0,0 0 0,1 0 0,-1 0 0,0 0 0,0 0 0,0 0 0,0 0 0,0 0 0,0 0 0,0 1 0,0-1 0,0 0 0,0 1 0,0-1 0,0 1 0,0-1 0,0 1 0,1 1 0,4 2 0,0 0 0,10 11 0,-9-8 0,109 107-1365,-108-106-5461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24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24575,'67'-15'0,"-39"8"0,46-6 0,-71 13 0,-1-1 0,1 1 0,-1 0 0,1 0 0,-1 0 0,1 0 0,-1 0 0,1 0 0,-1 1 0,1-1 0,-1 1 0,0 0 0,1 0 0,-1 0 0,0 0 0,0 0 0,1 0 0,-1 1 0,0-1 0,0 1 0,0-1 0,-1 1 0,1 0 0,0 0 0,-1 0 0,1 0 0,-1 0 0,0 0 0,2 3 0,30 55 0,31 84 0,-49-104 0,-2 1 0,-2 0 0,8 55 0,-15-66 0,2 12 0,0 44 0,-5-76 0,-1-1 0,1 0 0,1 0 0,0 1 0,5 14 0,-7-24 0,0 1 0,1 0 0,-1-1 0,0 1 0,0-1 0,0 1 0,0-1 0,0 1 0,0-1 0,0 1 0,0 0 0,0-1 0,0 1 0,0-1 0,0 1 0,0-1 0,-1 1 0,1-1 0,0 1 0,0-1 0,0 1 0,-1-1 0,1 1 0,0-1 0,-1 1 0,1-1 0,-1 1 0,1-1 0,0 0 0,-1 1 0,1-1 0,-1 0 0,1 1 0,-1-1 0,1 0 0,-1 0 0,1 1 0,-1-1 0,1 0 0,-1 0 0,1 0 0,-1 0 0,0 0 0,1 0 0,-1 0 0,0 0 0,-5 1 0,0-1 0,-1 1 0,-9-2 0,7 0 0,-101 7 73,56-2-1511,35-2-5388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25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1 187 24575,'65'1'0,"73"-3"0,-136 2 0,0 0 0,-1 0 0,1 0 0,0 0 0,0-1 0,0 1 0,-1-1 0,1 1 0,0-1 0,-1 0 0,1 0 0,-1 0 0,1 1 0,-1-2 0,1 1 0,-1 0 0,1 0 0,-1 0 0,0-1 0,0 1 0,0 0 0,0-1 0,0 1 0,0-1 0,0 1 0,0-1 0,0 0 0,-1 1 0,1-1 0,-1 0 0,1 0 0,-1 1 0,0-1 0,0 0 0,0 0 0,0 0 0,0-2 0,0-1 0,-1 1 0,0-1 0,0 0 0,0 1 0,0 0 0,-1-1 0,0 1 0,0 0 0,0 0 0,0 0 0,-1 0 0,0 0 0,-5-6 0,-2 0 0,-1 1 0,0 0 0,-17-10 0,21 15 0,0 1 0,0-1 0,0 1 0,0 0 0,-1 1 0,1-1 0,-13-1 0,18 4 0,1 0 0,-1 0 0,1 0 0,0 0 0,-1 0 0,1 0 0,-1 0 0,1 0 0,-1 1 0,1-1 0,0 0 0,-1 1 0,1 0 0,-1-1 0,1 1 0,0 0 0,0-1 0,0 1 0,-1 0 0,1 0 0,0 0 0,0 0 0,0 0 0,0 0 0,0 1 0,1-1 0,-1 0 0,0 0 0,0 1 0,1-1 0,-1 0 0,0 3 0,-1 4 0,1 0 0,-1 0 0,1 0 0,1 16 0,-2 6 0,0-19 0,0-1 0,0 19 0,2-24 0,0 0 0,1 0 0,0-1 0,0 1 0,0 0 0,1 0 0,-1-1 0,4 6 0,0 1 0,1-1 0,1 0 0,0-1 0,0 0 0,1 0 0,0 0 0,0-1 0,1 0 0,0-1 0,0 0 0,1 0 0,0-1 0,0 0 0,20 8 0,-19-12 0,-1 0 0,20 2 0,6 0 0,5 1-49,0-1 0,66-4 0,-52-1-1169,-41 1-5608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26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16 24575,'-2'-1'0,"1"-1"0,0 1 0,-1 0 0,1 0 0,-1-1 0,0 1 0,1 0 0,-1 0 0,0 1 0,0-1 0,1 0 0,-1 1 0,0-1 0,0 1 0,0-1 0,0 1 0,0 0 0,0 0 0,0 0 0,-3 0 0,3 1 0,1-1 0,-1 1 0,1-1 0,-1 1 0,1 0 0,-1 0 0,1 0 0,0 0 0,-1 0 0,1 0 0,0 0 0,0 1 0,0-1 0,0 0 0,0 1 0,0-1 0,0 0 0,1 1 0,-1-1 0,0 1 0,1-1 0,-1 1 0,1 0 0,-1-1 0,1 3 0,-1 4 0,0 0 0,1 0 0,0 0 0,0 1 0,1-1 0,0 0 0,1 0 0,3 13 0,2 0 0,18 39 0,-11-30 0,1 0 0,2-1 0,1-1 0,1-1 0,30 33 0,-47-57 0,1 0 0,0 0 0,-1 1 0,0-1 0,0 0 0,3 6 0,-5-9 0,0 1 0,0-1 0,0 0 0,0 1 0,0-1 0,1 1 0,-1-1 0,0 0 0,0 1 0,0-1 0,0 1 0,0-1 0,0 0 0,0 1 0,0-1 0,0 1 0,-1-1 0,1 0 0,0 1 0,0-1 0,0 1 0,0-1 0,-1 0 0,1 1 0,0-1 0,-1 1 0,1-1 0,-1 1 0,0-1 0,0 0 0,0 0 0,0 1 0,0-1 0,0 0 0,0 0 0,0 0 0,0 0 0,0 0 0,1 0 0,-1 0 0,0 0 0,0-1 0,0 1 0,-1-1 0,-17-4 0,1-2 0,0 0 0,1-1 0,0-1 0,-24-16 0,37 22 0,-19-13 0,22 15 0,0 0 0,0 0 0,0 0 0,0 0 0,0 0 0,0 0 0,1 0 0,-1 0 0,0 0 0,0 0 0,1 0 0,-1 0 0,1-1 0,-1 1 0,1 0 0,-1-2 0,1 3 0,1-1 0,-1 0 0,0 1 0,0-1 0,1 1 0,-1-1 0,0 1 0,1-1 0,-1 1 0,1-1 0,-1 1 0,1-1 0,-1 1 0,1 0 0,-1-1 0,1 1 0,-1 0 0,1-1 0,-1 1 0,1 0 0,-1 0 0,1-1 0,0 1 0,-1 0 0,1 0 0,-1 0 0,1 0 0,0 0 0,0 0 0,20-1 0,6 3-92,14 3-4389,13 1 2036,-31-4 1272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26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24575,'5'-5'0,"2"1"0,-1 4 0,-1 3 0,-1 5 0,-2 3 0,-1 2 0,0-1-8191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27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57 129 24575,'-2'-1'0,"-24"-12"0,25 12 0,0 1 0,0-1 0,-1 1 0,1-1 0,0 1 0,-1 0 0,1 0 0,0-1 0,-1 1 0,1 0 0,0 0 0,-1 0 0,1 0 0,-1 1 0,1-1 0,0 0 0,-2 1 0,2 0 0,1-1 0,0 1 0,-1 0 0,1-1 0,0 1 0,-1-1 0,1 1 0,0 0 0,0-1 0,0 1 0,0 0 0,0 0 0,-1-1 0,1 1 0,0 0 0,1-1 0,-1 1 0,0 0 0,0-1 0,0 1 0,0 0 0,0-1 0,1 1 0,-1 0 0,0-1 0,1 1 0,-1-1 0,0 1 0,1 0 0,0 0 0,14 22 0,-15-22 0,19 21 0,1 0 0,0-1 0,1-1 0,46 32 0,-58-45 0,1-1 0,-1-1 0,20 9 0,-26-13 0,1 1 0,-1-1 0,1 0 0,0 0 0,0 0 0,-1-1 0,1 1 0,0-1 0,0 0 0,0 0 0,0 0 0,-1-1 0,1 1 0,6-3 0,-9 2 0,1 1 0,-1-1 0,0 0 0,1 0 0,-1 0 0,0 0 0,0-1 0,0 1 0,0 0 0,0 0 0,0-1 0,0 1 0,0 0 0,-1-1 0,1 1 0,-1-1 0,1 1 0,-1-1 0,1 1 0,-1-1 0,0 1 0,1-1 0,-1-1 0,0-7 0,1 1 0,-3-17 0,1 12 0,1 6 0,-1-1 0,0 1 0,0-1 0,-1 1 0,0 0 0,-1 0 0,0 0 0,0 0 0,0 0 0,-1 0 0,-6-8 0,4 11 0,4 6 0,2-1 0,0 1 0,0 0 0,0 0 0,0-1 0,0 1 0,0 0 0,1 0 0,-1 0 0,0-1 0,1 1 0,-1 0 0,0-1 0,1 1 0,0 1 0,5 6 0,0-1 0,1 1 0,0-1 0,1 0 0,-1-1 0,1 0 0,1 0 0,-1 0 0,1-1 0,0-1 0,0 0 0,14 5 0,-16-7 0,-1 0 0,1-1 0,0 0 0,0-1 0,0 1 0,-1-1 0,1 0 0,12-2 0,-17 1 0,0 1 0,1-1 0,-1 0 0,1 1 0,-1-1 0,0 0 0,0 0 0,1 0 0,-1-1 0,0 1 0,0-1 0,0 1 0,0-1 0,-1 1 0,1-1 0,0 0 0,-1 0 0,1 0 0,-1 0 0,1 0 0,-1 0 0,0-1 0,0 1 0,0 0 0,0 0 0,0-5 0,0-1-52,0 1-1,-1-1 1,0 0-1,0 1 1,-1-1-1,0 1 1,0-1-1,-1 1 1,0 0-1,0-1 1,-1 1-1,0 0 1,0 0-1,0 1 1,-1-1-1,0 1 1,0 0-1,-1 0 1,0 0-1,0 0 1,-1 1-1,1 0 0,-1 0 1,0 0-1,-10-5 1,3 3-6774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28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24575,'0'6'0,"1"0"0,1 0 0,-1 0 0,1-1 0,0 1 0,0-1 0,1 1 0,0-1 0,0 0 0,6 8 0,-3-4 0,0-2 0,0 1 0,1-1 0,0 1 0,0-2 0,12 9 0,-18-14 0,1 0 0,-1 0 0,1 0 0,0-1 0,-1 1 0,1 0 0,0-1 0,0 1 0,-1-1 0,1 1 0,0-1 0,0 0 0,0 0 0,0 0 0,-1 0 0,1 0 0,0 0 0,0 0 0,2-1 0,-2 0 0,-1 0 0,0 1 0,1-1 0,-1 0 0,0 0 0,1 0 0,-1 0 0,0 0 0,0-1 0,0 1 0,0 0 0,0 0 0,0-1 0,-1 1 0,1-1 0,0 1 0,-1-1 0,1 1 0,-1-1 0,1 1 0,-1-1 0,1-2 0,5-83 0,-5 80 0,0 1 0,0-1 0,0 1 0,0 0 0,1 0 0,4-10 0,-5 14 0,0 1 0,0-1 0,0 1 0,0-1 0,0 1 0,0-1 0,1 1 0,-1 0 0,0 0 0,1 0 0,-1 0 0,1 0 0,-1 0 0,1 0 0,0 0 0,-1 1 0,1-1 0,0 1 0,0-1 0,-1 1 0,1-1 0,0 1 0,0 0 0,-1 0 0,3 0 0,4 1 0,-1 0 0,0 0 0,1 1 0,-1-1 0,0 2 0,0-1 0,0 1 0,0 0 0,0 0 0,-1 1 0,8 6 0,6 4 0,0 2 0,17 18 0,-5-1-1365,-19-20-5461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31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3 24575,'21'0'0,"-12"-1"0,1 1 0,0 0 0,0 1 0,-1 0 0,16 4 0,-24-5 0,-1 0 0,0-1 0,0 1 0,0 0 0,0 0 0,0 0 0,0 0 0,0 0 0,0 0 0,1 0 0,-1 0 0,0 0 0,0 0 0,0 0 0,0 0 0,0 0 0,0 0 0,0 0 0,0 0 0,0 0 0,1 0 0,-1 1 0,0-1 0,0 0 0,0 0 0,0 0 0,0 0 0,0 0 0,0 0 0,0 0 0,0 0 0,0 0 0,0 0 0,1 0 0,-1 0 0,0 0 0,0 1 0,0-1 0,0 0 0,0 0 0,0 0 0,0 0 0,0 0 0,0 0 0,0 0 0,0 0 0,0 0 0,0 1 0,0-1 0,0 0 0,0 0 0,0 0 0,0 0 0,0 0 0,0 0 0,0 0 0,0 0 0,0 0 0,0 1 0,0-1 0,0 0 0,-1 0 0,1 0 0,0 0 0,0 0 0,0 0 0,-10 3 0,-14 0 0,-171-4 0,191 1-105,0 0 0,0 0 0,0-1 0,0 0 0,1 1 0,-1-1 0,0-1 0,0 1 0,1-1 0,-1 1 0,1-1 0,-6-4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32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386 25 24575,'-9'-4'0,"0"0"0,1 1 0,-1 0 0,-1 0 0,1 0 0,-14 0 0,16 2 0,1 1 0,-1 0 0,0 0 0,0 1 0,0 0 0,1 0 0,-1 1 0,1 0 0,-12 4 0,7-1 0,0-1 0,0 0 0,0 0 0,0-1 0,0-1 0,-1 0 0,-21 1 0,9-3-455,1-1 0,-33-5 0,39 3-6371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34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24575,'8'-15'0,"-5"7"0,-1 11 0,-1 0 0,1 1 0,-1-1 0,0 0 0,1 7 0,24 127 0,23 110 0,-25-148 0,25 119 0,-47-204 0,-2-11 0,0 0 0,0 0 0,0 0 0,1-1 0,-1 1 0,1 0 0,0-1 0,0 1 0,0 0 0,0-1 0,3 5 0,-4-6 0,0-1 0,0 0 0,0 0 0,0 0 0,0 0 0,0 0 0,0 0 0,0 0 0,0 0 0,0 0 0,0 0 0,1 0 0,-1 0 0,0 0 0,0 0 0,0 0 0,0 0 0,0 0 0,0 0 0,0 0 0,0 0 0,0 0 0,0 0 0,0 0 0,0 0 0,1 0 0,-1 0 0,0 0 0,0 0 0,0 0 0,0 0 0,0 0 0,0 0 0,0-1 0,0 1 0,0 0 0,0 0 0,0 0 0,0 0 0,0 0 0,0 0 0,0 0 0,0 0 0,0 0 0,0 0 0,0 0 0,0 0 0,0 0 0,1 0 0,-1-1 0,0 1 0,0 0 0,1-7 0,-1-7 0,-2-1-682,-9-29-1,6 27-6143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34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24575,'37'15'0,"0"-1"0,2-1 0,-1-3 0,55 8 0,-89-17-47,0-1 0,0 0 0,-1 0 0,1 0 0,0 0 0,0-1 0,0 1 0,0-1 0,-1 0-1,1 0 1,0 0 0,-1-1 0,1 1 0,-1-1 0,0 0 0,1 0 0,-1 0 0,0-1 0,0 1 0,0-1 0,-1 1 0,1-1-1,-1 0 1,1 0 0,-1 0 0,0 0 0,0-1 0,3-6 0,0-2-6779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35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57 24575,'-7'-20'0,"5"14"0,0 1 0,0-1 0,0 1 0,-5-9 0,7 14 0,0 0 0,0 0 0,0 0 0,-1 0 0,1 1 0,0-1 0,0 0 0,0 0 0,0 0 0,0 0 0,0 0 0,0 0 0,0 0 0,0 0 0,0 1 0,0-1 0,0 0 0,0 0 0,0 0 0,-1 0 0,1 0 0,0 0 0,0 0 0,0 0 0,0 0 0,0 0 0,0 0 0,0 0 0,0 0 0,-1 0 0,1 0 0,0 0 0,0 0 0,0 0 0,0 0 0,0 0 0,0 0 0,-1 0 0,1 0 0,0 0 0,0 0 0,0 0 0,0 0 0,0 0 0,0 0 0,0 0 0,0 0 0,-1 0 0,1 0 0,0 0 0,0 0 0,0 0 0,0 0 0,0 0 0,0-1 0,0 1 0,0 11 0,12 49 0,29 87 0,-26-98 0,74 216 0,-79-235-1365,-7-17-5461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35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16 24575,'1'-2'0,"0"1"0,0-1 0,1 1 0,-1-1 0,0 1 0,0 0 0,1-1 0,-1 1 0,3-1 0,-4 2 0,0-1 0,0 1 0,0 0 0,0 0 0,0 0 0,1 0 0,-1 0 0,0 0 0,0 0 0,0 0 0,0 0 0,0 0 0,1 0 0,-1 0 0,0 0 0,0 0 0,0 0 0,0 0 0,0 0 0,1 1 0,-1-1 0,0 0 0,0 0 0,0 0 0,0 0 0,0 0 0,0 0 0,0 0 0,1 0 0,-1 0 0,0 1 0,0-1 0,0 0 0,0 0 0,0 0 0,0 0 0,0 0 0,0 1 0,1 11 0,-3 4 0,-7 21 0,1-3 0,-7 39 0,5-31 0,2 0 0,-4 76 0,11-81 0,2 0 0,2 0 0,0 0 0,3 0 0,11 39 0,-11-57 0,1 0 0,1 0 0,1 0 0,0-1 0,2-1 0,0 0 0,1 0 0,0-1 0,1 0 0,1-1 0,1-1 0,0 0 0,17 11 0,-19-15-170,0-1-1,1 0 0,1-1 1,-1 0-1,1-1 0,0-1 1,18 5-1,-21-8-6655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36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2 199 24575,'0'-1'0,"0"0"0,0 1 0,1-1 0,-1 0 0,0 1 0,1-1 0,-1 1 0,0-1 0,1 1 0,-1-1 0,1 1 0,-1-1 0,1 1 0,-1-1 0,1 1 0,0 0 0,-1-1 0,1 1 0,-1 0 0,1-1 0,0 1 0,-1 0 0,1 0 0,0 0 0,-1-1 0,1 1 0,1 0 0,22-2 0,-22 1 0,18 0 0,1-2 0,-1 0 0,20-7 0,-38 10 0,0-1 0,0 1 0,0-1 0,0 0 0,0 0 0,0 0 0,0 0 0,0 0 0,0-1 0,-1 1 0,1 0 0,0-1 0,-1 1 0,1-1 0,-1 0 0,0 1 0,0-1 0,1 0 0,-1 0 0,0 0 0,0 0 0,-1 0 0,1 0 0,0 0 0,-1 0 0,1-4 0,-1 3 0,0-1 0,0 1 0,0 0 0,-1 0 0,0 0 0,0-1 0,1 1 0,-2 0 0,1 0 0,0 0 0,-1 0 0,1 0 0,-1 1 0,0-1 0,0 0 0,0 1 0,-3-3 0,-7-7 0,-1 1 0,-1 1 0,-28-18 0,41 28 0,0-1 0,-1 0 0,1 0 0,-1 1 0,1-1 0,-1 1 0,1-1 0,-1 1 0,1-1 0,-1 1 0,0 0 0,1 0 0,-1 0 0,0 0 0,1 0 0,-1 0 0,1 1 0,-1-1 0,1 0 0,-3 1 0,2 1 0,0-1 0,0 0 0,0 0 0,0 1 0,0-1 0,0 1 0,1 0 0,-1 0 0,1-1 0,-1 1 0,1 0 0,-2 3 0,0 1 0,0 1 0,0 0 0,0-1 0,1 1 0,0 0 0,1 0 0,-1 0 0,1 10 0,0-2 0,1 0 0,1 0 0,0-1 0,1 1 0,1 0 0,0 0 0,7 19 0,-7-28 0,-1 0 0,1 0 0,0 0 0,1-1 0,-1 0 0,1 0 0,0 0 0,0 0 0,0 0 0,1-1 0,0 0 0,0 0 0,0 0 0,0 0 0,1-1 0,-1 0 0,1 0 0,0-1 0,0 1 0,6 0 0,27 7 0,0-2 0,40 3 0,-4-9-509,-64-2-347,1 0-5970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38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1 24575,'-2'0'0,"-4"2"0,-3 1 0,-2 0 0,-2 0 0,-4-1 0,-1-4 0,0 0 0,0-1 0,-1 0 0,0 1 0,1 1 0,0 1 0,2-1 0,3 4 0,4 2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40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8 24575,'-1'-1'0,"0"1"0,0-1 0,0 0 0,-1 0 0,1 1 0,0-1 0,-1 1 0,1-1 0,0 1 0,-1-1 0,1 1 0,-1 0 0,1 0 0,0 0 0,-1 0 0,1 0 0,-1 0 0,-1 0 0,2 1 0,0-1 0,0 1 0,0 0 0,0-1 0,0 1 0,1 0 0,-1-1 0,0 1 0,0 0 0,0 0 0,1 0 0,-1 0 0,1 0 0,-1 0 0,1 0 0,-1 0 0,1 0 0,-1 0 0,1 0 0,0 0 0,-1 0 0,1 0 0,0 3 0,-1 6 0,1 1 0,0-1 0,0 1 0,1-1 0,0 1 0,1-1 0,0 0 0,1 1 0,6 14 0,2 2 0,1-1 0,20 31 0,-8-18 0,45 81 0,-62-105 0,-1 0 0,0 0 0,-1 0 0,-1 1 0,0-1 0,2 25 0,-6-38 0,0 0 0,0 0 0,0 0 0,0 0 0,0 0 0,0 0 0,0-1 0,-1 1 0,1 0 0,-1 0 0,1 0 0,-1 0 0,0-1 0,0 1 0,0 0 0,0-1 0,-1 2 0,1-2 0,0 0 0,0 0 0,0 0 0,-1-1 0,1 1 0,0-1 0,0 1 0,-1-1 0,1 1 0,0-1 0,0 0 0,-1 1 0,1-1 0,-1 0 0,1 0 0,0 0 0,-1 0 0,1 0 0,0-1 0,-1 1 0,1 0 0,0-1 0,-1 1 0,-1-1 0,-1-1 0,-1 0 0,0-1 0,1 1 0,-1-1 0,1 0 0,0 0 0,0-1 0,-5-4 0,1 0 0,1-1 0,-12-16 0,15 19 0,1 0 0,-1-1 0,1 1 0,0-1 0,1 0 0,0 0 0,0 0 0,-2-12 0,4 15 0,0 0 0,0 1 0,0-1 0,0 0 0,0 0 0,1 0 0,-1 0 0,1 0 0,0 0 0,0 1 0,1-1 0,-1 0 0,1 1 0,0-1 0,0 1 0,0 0 0,4-5 0,4-3-455,0 1 0,17-14 0,-18 18-6371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40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10 24575,'-5'-5'0,"-1"1"0,-1 4 0,2 3 0,2 5 0,1 3 0,0 0-8191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41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95 24575,'-1'-1'0,"-1"2"0,0-1 0,0 0 0,1 0 0,-1 1 0,0-1 0,0 1 0,1-1 0,-1 1 0,0 0 0,1-1 0,-1 1 0,1 0 0,-1 0 0,1 0 0,-1 0 0,1 1 0,0-1 0,0 0 0,0 1 0,-1-1 0,1 0 0,0 1 0,1-1 0,-1 1 0,0 0 0,0-1 0,1 1 0,-1 0 0,1-1 0,-1 1 0,1 0 0,-1 2 0,1 0 0,0 0 0,0 0 0,0-1 0,0 1 0,0 0 0,1 0 0,-1-1 0,1 1 0,0 0 0,0-1 0,1 1 0,-1-1 0,1 1 0,0-1 0,2 4 0,3 1 0,-1-1 0,1 0 0,1-1 0,-1 0 0,1 0 0,0 0 0,12 5 0,-16-8 0,1-1 0,0 1 0,0-1 0,0-1 0,0 1 0,0-1 0,0 0 0,0 0 0,0 0 0,1-1 0,-1 1 0,0-1 0,0-1 0,1 1 0,6-2 0,-10 1 0,1 0 0,0-1 0,-1 1 0,1 0 0,-1-1 0,1 0 0,-1 0 0,0 1 0,0-1 0,0-1 0,0 1 0,0 0 0,0 0 0,-1-1 0,1 1 0,-1-1 0,1 1 0,-1-1 0,0 0 0,0 1 0,0-1 0,-1 0 0,1 0 0,-1 0 0,1-4 0,0-8 0,0 1 0,-1-1 0,-4-24 0,4 39 0,-1-6 0,0 1 0,0-1 0,0 1 0,0 0 0,-3-6 0,5 15 0,1 0 0,0 1 0,0-1 0,4 7 0,7 5 0,30 27 0,-39-39 0,1 0 0,0 0 0,0-1 0,0 1 0,1-1 0,-1 0 0,1-1 0,0 1 0,0-1 0,11 3 0,-16-5 0,0 0 0,0 0 0,0 0 0,0 0 0,0 0 0,0 0 0,0 0 0,0 0 0,0 0 0,0 0 0,0-1 0,0 1 0,0 0 0,0-1 0,0 1 0,0-1 0,-1 1 0,1-1 0,0 1 0,0-1 0,0 0 0,-1 1 0,1-1 0,1-1 0,-1 0 0,0 0 0,0 0 0,0 0 0,-1 0 0,1 0 0,0 0 0,-1 0 0,1 0 0,-1 0 0,0-5 0,0-4 0,0 1 0,-2-1 0,-2-16 0,4 26 0,-4-17-341,-1 1 0,0 0-1,-12-27 1,8 27-6485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0:42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24575,'17'0'0,"1"0"0,-1 2 0,0 0 0,22 6 0,-32-6 0,0 0 0,-1 0 0,1 1 0,-1 0 0,0 0 0,0 1 0,0 0 0,0 0 0,0 0 0,-1 1 0,0 0 0,0 0 0,6 8 0,5 11 0,-1 0 0,0 1 0,12 33 0,23 84 0,-37-97 0,-3 1 0,-2 0 0,-2 0 0,-1 1 0,-3 0 0,-6 76 0,0-82 0,-2 1 0,-2-1 0,-2 0 0,-1-1 0,-3 0 0,0-1 0,-34 61 0,43-91-170,-1 1-1,0-1 0,-1 0 1,0-1-1,0 0 0,-1 0 1,-13 11-1,6-9-6655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06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448 2 24575,'24'-1'0,"-14"0"0,0 1 0,1 1 0,-1-1 0,11 3 0,-21-3 0,1 0 0,-1 0 0,0 0 0,1 0 0,-1 0 0,0 0 0,1 0 0,-1 1 0,1-1 0,-1 0 0,0 0 0,1 0 0,-1 0 0,0 0 0,1 1 0,-1-1 0,0 0 0,0 0 0,1 1 0,-1-1 0,0 0 0,1 0 0,-1 1 0,0-1 0,0 0 0,0 1 0,0-1 0,1 0 0,-1 1 0,-7 6 0,-17 3 0,-56 0 0,43-7 0,-24 1 0,0-3 0,-120-12 0,101 7-1365,68 4-5461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07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617 1 24575,'-27'1'0,"-29"5"0,-23 2 0,-198-8 0,127-1 0,147 1-82,0 0-132,0 0 1,-1 0-1,1 1 0,0-1 0,-6 2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07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24575,'149'68'0,"-76"-35"0,194 86 0,-262-117 0,-1 1 0,0-1 0,0 0 0,0 1 0,0 0 0,7 6 0,-11-8 0,1-1 0,-1 1 0,1 0 0,-1-1 0,1 1 0,-1 0 0,1-1 0,-1 1 0,0 0 0,1 0 0,-1-1 0,0 1 0,1 0 0,-1 0 0,0 0 0,0 0 0,0-1 0,0 1 0,0 0 0,0 0 0,0 0 0,0 0 0,0-1 0,-1 1 0,1 0 0,0 0 0,0 0 0,-1-1 0,1 1 0,0 0 0,-1 0 0,1-1 0,-1 1 0,1 0 0,-1-1 0,1 1 0,-1 0 0,0-1 0,1 1 0,-1-1 0,0 1 0,1-1 0,-1 1 0,0-1 0,1 0 0,-1 1 0,-1-1 0,-12 8 0,-1-1 0,1-1 0,-1 0 0,-21 4 0,-66 12 0,43-11 0,33-4-273,1 1 0,1 1 0,0 2 0,-28 15 0,42-21-6553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09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24575,'2'13'0,"0"0"0,0 0 0,1-1 0,1 1 0,0-1 0,1 0 0,7 15 0,8 21 0,22 66 0,-9-25 0,36 151 0,-68-234-151,0-1-1,0 1 0,0 0 0,0-1 1,-1 1-1,0 0 0,-1-1 1,0 7-1,-2-3-6674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10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24575,'30'0'0,"14"0"0,2-2 0,-4-2 0,-7 1 0,-7 1 0,-5 0 0,-7-2 0,-4 0 0,-4-1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10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24575,'0'10'0,"1"1"0,1 0 0,0-1 0,0 1 0,5 11 0,3 5 0,17 32 0,70 108 0,-59-115 0,-25-36 0,-1 0 0,11 22 0,-22-36-151,1 0-1,-2 0 0,1 0 0,0 1 1,0-1-1,-1 0 0,1 1 1,0 4-1,-2 1-6674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10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3 24575,'-1'0'0,"0"-1"0,1 1 0,-1 0 0,0 0 0,1-1 0,-1 1 0,0 0 0,1 0 0,-1 0 0,0 0 0,1 0 0,-1 0 0,0 0 0,0 0 0,1 0 0,-1 0 0,0 0 0,1 1 0,-1-1 0,0 0 0,1 0 0,-1 1 0,0-1 0,1 0 0,-1 1 0,1-1 0,-1 1 0,1-1 0,-1 1 0,1-1 0,-1 1 0,1-1 0,-1 1 0,1-1 0,0 1 0,-1 0 0,1-1 0,0 1 0,-1 0 0,1-1 0,0 1 0,0 0 0,0 0 0,-2 6 0,0 0 0,1 0 0,-1 11 0,0-8 0,-9 63 0,3 1 0,2 141 0,7-205 0,0-1 0,1 1 0,1-1 0,0 0 0,0 0 0,1 0 0,0 0 0,0-1 0,1 1 0,0-1 0,0 0 0,1 0 0,0-1 0,1 0 0,-1 0 0,1 0 0,1-1 0,-1 0 0,1-1 0,0 1 0,0-1 0,1-1 0,0 0 0,-1 0 0,2-1 0,-1 0 0,0 0 0,14 1 0,-9-2-1365,-1-1-5461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11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3 171 24575,'24'0'0,"-7"1"0,-1-1 0,0-1 0,32-5 0,-45 6 0,1-1 0,-1 0 0,0 0 0,1 0 0,-1-1 0,0 1 0,0-1 0,0 0 0,0 1 0,0-2 0,0 1 0,0 0 0,-1 0 0,1-1 0,-1 0 0,1 1 0,-1-1 0,0 0 0,0 0 0,-1 0 0,1 0 0,-1 0 0,3-7 0,-3 7 0,-1 0 0,1 0 0,-1 0 0,0 0 0,0 0 0,0 0 0,0 0 0,-1 0 0,1 1 0,-1-1 0,0 0 0,0 0 0,0 0 0,0 0 0,0 1 0,0-1 0,-1 0 0,1 1 0,-1-1 0,0 1 0,0 0 0,0 0 0,0-1 0,0 1 0,0 0 0,-1 1 0,-2-3 0,-2 0 0,1 0 0,-1 0 0,0 0 0,0 1 0,0 0 0,-1 1 0,1 0 0,-1 0 0,-11-1 0,17 2 0,-1 1 0,0 0 0,1-1 0,-1 2 0,0-1 0,0 0 0,1 0 0,-1 1 0,0-1 0,1 1 0,-1 0 0,0 0 0,1 0 0,-1 0 0,1 1 0,0-1 0,-1 1 0,1-1 0,0 1 0,0 0 0,0 0 0,0-1 0,0 2 0,0-1 0,1 0 0,-1 0 0,1 0 0,-1 1 0,1-1 0,0 1 0,0-1 0,0 1 0,0 0 0,1-1 0,-1 1 0,1 0 0,-1-1 0,1 1 0,0 0 0,0 3 0,0 1 0,1 0 0,-1 1 0,2-1 0,-1 0 0,1 0 0,0 0 0,0 0 0,1-1 0,-1 1 0,2 0 0,-1-1 0,1 0 0,6 8 0,0-1 0,0-2 0,2 1 0,-1-1 0,1-1 0,14 10 0,-18-15 0,1 0 0,0 0 0,0-1 0,0 0 0,0 0 0,1-1 0,0 0 0,15 2 0,-19-4 0,0-1 0,0 1 0,0-1 0,1 0 0,-1 0 0,0-1 0,0 1 0,0-2 0,0 1 0,0-1 0,0 1 0,0-2 0,0 1 0,9-6 0,-6 1-1365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11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24575,'33'45'0,"-1"3"0,-2 1 0,-2 0 0,-3 3 0,30 84 0,-43-104 0,10 31 0,-19-55 0,-1 0 0,-1 0 0,0 1 0,0-1 0,0 13 0,-1-20 0,0 0 0,0 0 0,0 0 0,0 0 0,0-1 0,0 1 0,-1 0 0,1 0 0,0 0 0,0 0 0,-1 0 0,1-1 0,0 1 0,-1 0 0,1 0 0,-1 0 0,1-1 0,-1 1 0,1 0 0,-1-1 0,0 1 0,1 0 0,-1-1 0,0 1 0,0-1 0,1 1 0,-1-1 0,0 0 0,0 1 0,0-1 0,1 0 0,-1 1 0,0-1 0,0 0 0,0 0 0,0 0 0,0 0 0,0 0 0,1 0 0,-1 0 0,0 0 0,0 0 0,0 0 0,0 0 0,0 0 0,0-1 0,1 1 0,-2-1 0,-4-1 0,1 0 0,0 0 0,0-1 0,0 0 0,0 0 0,-6-5 0,-7-6 0,0-2 0,-21-23 0,35 34 0,-1 0 0,1 0 0,0-1 0,1 0 0,0 1 0,-1-2 0,2 1 0,-1 0 0,1 0 0,0-1 0,0 1 0,1-1 0,-1-7 0,2 12 5,0 1-1,0-1 1,0 0 0,1 0-1,-1 0 1,0 0-1,1 0 1,0 0 0,-1 0-1,1 0 1,0 0 0,0 1-1,0-1 1,0 0-1,0 1 1,0-1 0,1 1-1,-1-1 1,0 1-1,1 0 1,-1-1 0,1 1-1,0 0 1,-1 0-1,4-1 1,0-1-217,1 1 0,-1 0 0,1 0-1,0 0 1,0 1 0,11-2 0,-1 2-6614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12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 24575,'-5'5'0,"-1"4"0,-1 3 0,2 2 0,2 0 0,0 2 0,2-3-8191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12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1 149 24575,'1'3'0,"0"-1"0,0 1 0,0 0 0,1-1 0,-1 0 0,1 1 0,-1-1 0,1 0 0,0 0 0,0 0 0,0 0 0,3 3 0,0-1 0,-1 0 0,1 0 0,0 0 0,1 0 0,-1-1 0,1 0 0,-1 0 0,1 0 0,0-1 0,8 3 0,-11-4 0,-1-1 0,0 1 0,1-1 0,-1 1 0,0-1 0,1 0 0,-1 0 0,0 0 0,1 0 0,-1 0 0,1 0 0,-1-1 0,0 1 0,1-1 0,-1 1 0,0-1 0,0 0 0,0 0 0,1 0 0,-1-1 0,0 1 0,0 0 0,-1-1 0,1 1 0,0-1 0,0 0 0,2-3 0,-1 1 0,-3 3 0,1-1 0,0 1 0,0 0 0,0-1 0,0 1 0,0 0 0,1 0 0,1-2 0,-2 3 0,-1-1 0,1 1 0,-1 0 0,1 0 0,-1 0 0,1 0 0,0 0 0,-1 0 0,1 0 0,-1 0 0,1 0 0,0 0 0,-1 0 0,1 0 0,-1 0 0,1 1 0,-1-1 0,1 0 0,0 0 0,-1 1 0,1-1 0,-1 0 0,1 1 0,-1-1 0,0 0 0,1 1 0,-1-1 0,1 1 0,-1-1 0,1 1 0,5 6 0,0-2 0,0 1 0,15 9 0,-17-13 0,0 0 0,0 0 0,1 0 0,-1-1 0,0 1 0,1-1 0,-1-1 0,1 1 0,5 0 0,-3-1 0,-1 0 0,0-1 0,1 1 0,-1-2 0,0 1 0,0 0 0,1-1 0,-1 0 0,-1-1 0,1 1 0,0-1 0,-1 0 0,1-1 0,-1 1 0,0-1 0,0 0 0,0-1 0,-1 1 0,1-1 0,3-5 0,-5 6 0,0 0 0,-1 0 0,1 0 0,-1 0 0,0 0 0,0-1 0,-1 1 0,1-1 0,-1 1 0,0-1 0,0 0 0,-1 1 0,1-1 0,-1 0 0,0 0 0,0 1 0,-1-1 0,1 0 0,-1 1 0,0-1 0,0 0 0,-1 1 0,1-1 0,-1 1 0,0 0 0,0-1 0,-5-5 0,3 4-227,-1 1-1,0-1 1,0 1-1,0 0 1,-8-5-1,1 1-6598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13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24575,'5'3'0,"0"1"0,-1-1 0,1 1 0,0 0 0,-1 0 0,0 0 0,0 0 0,0 1 0,-1-1 0,0 1 0,4 6 0,3 9 0,13 33 0,-17-39 0,7 23 0,18 77 0,-4 41 0,-25-144 0,-1-1 17,0-1 0,0 0 1,-1 1-1,0-1 0,-1 1 0,-1 10 0,0-14-152,1 0 0,-1 0 0,0 0 0,-1 0 0,0 0 0,1-1 0,-2 1 0,1-1 0,-1 0 0,-4 5 0,1-1-6691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14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8 24575,'0'0'0,"0"-1"0,0 1 0,0 0 0,0-1 0,0 1 0,0 0 0,0-1 0,0 1 0,0 0 0,0 0 0,-1-1 0,1 1 0,0 0 0,0 0 0,0-1 0,0 1 0,-1 0 0,1 0 0,0 0 0,0-1 0,-1 1 0,1 0 0,0 0 0,0 0 0,-1 0 0,1-1 0,0 1 0,0 0 0,-1 0 0,1 0 0,0 0 0,0 0 0,-1 0 0,1 0 0,0 0 0,-1 0 0,1 0 0,0 0 0,-1 0 0,-3 13 0,1 23 0,3-34 0,2 102 0,26 174 0,6-125 109,-20-101-846,8 61 0,-20-96-6089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14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48 24575,'0'0'0,"-2"-4"0,1 0 0,0 1 0,-1-1 0,1 1 0,-1-1 0,0 1 0,0 0 0,-1 0 0,1 0 0,0 0 0,-1 0 0,-5-4 0,7 7 0,1 0 0,0 0 0,-1 0 0,1 0 0,0 0 0,-1-1 0,1 1 0,-1 0 0,1 0 0,0 1 0,-1-1 0,1 0 0,0 0 0,-1 0 0,1 0 0,0 0 0,-1 0 0,1 0 0,0 1 0,-1-1 0,1 0 0,0 0 0,-1 0 0,1 1 0,0-1 0,0 0 0,-1 0 0,1 1 0,0-1 0,0 0 0,-1 1 0,1-1 0,0 0 0,0 1 0,0-1 0,0 0 0,0 1 0,0-1 0,-1 0 0,1 1 0,0-1 0,0 0 0,0 1 0,0 0 0,-2 20 0,2-20 0,0 70 0,2-1 0,4 0 0,3 0 0,3-1 0,33 110 0,74 170-1365,-113-332-5461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15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77 24575,'-4'-3'0,"0"0"0,0-1 0,0 0 0,0 0 0,1 0 0,0 0 0,-3-6 0,5 10 0,1-1 0,-1 0 0,1 0 0,-1 0 0,1 0 0,-1 1 0,1-1 0,0 0 0,0 0 0,-1 0 0,1 0 0,0 0 0,0 0 0,0 0 0,0 0 0,0 0 0,0 0 0,0 0 0,0 0 0,1 1 0,-1-1 0,0 0 0,0 0 0,1 0 0,-1 0 0,1 0 0,-1 0 0,1 1 0,-1-1 0,1 0 0,-1 0 0,1 1 0,0-1 0,-1 0 0,1 1 0,0-1 0,0 1 0,-1-1 0,1 1 0,0-1 0,0 1 0,0-1 0,0 1 0,0 0 0,0 0 0,-1-1 0,3 1 0,4-2 0,2 1 0,-1-1 0,0 2 0,0-1 0,0 1 0,0 0 0,0 1 0,11 2 0,-3 0 0,-1 1 0,1 0 0,17 9 0,-31-13 0,0 1 0,1 1 0,-1-1 0,0 0 0,1 0 0,-1 1 0,0 0 0,0-1 0,0 1 0,0 0 0,-1 0 0,1 0 0,0 0 0,-1 0 0,1 0 0,-1 0 0,0 1 0,0-1 0,0 1 0,0-1 0,0 0 0,0 1 0,0 4 0,-1-3 0,0-1 0,0 1 0,0 0 0,-1 0 0,0 0 0,1 0 0,-2-1 0,1 1 0,0 0 0,-1-1 0,1 1 0,-1-1 0,0 1 0,0-1 0,-3 4 0,-5 4 0,0 0 0,-1-1 0,0 0 0,0-1 0,-14 8 0,-11 10 0,36-27 0,-1 0 0,0 1 0,1-1 0,-1 1 0,0-1 0,1 1 0,-1-1 0,1 1 0,-1 0 0,1-1 0,-1 1 0,1-1 0,-1 1 0,1 0 0,0 0 0,-1-1 0,1 1 0,0 0 0,0-1 0,0 1 0,-1 0 0,1 0 0,0 0 0,0-1 0,0 1 0,0 1 0,1-1 0,0 0 0,-1 0 0,1 0 0,-1-1 0,1 1 0,0 0 0,0 0 0,0-1 0,-1 1 0,1 0 0,0-1 0,0 1 0,0-1 0,0 1 0,0-1 0,2 1 0,6 2 0,0 0 0,1-1 0,11 1 0,-19-3 0,41 4-135,64-3 0,-73-1-960,-16 0-5731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16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31 24575,'-27'-5'0,"-14"-1"0,-2-1 0,3 2 0,7 2 0,5 1 0,7 0 0,3 2 0,2 0 0,2 0 0,3 0-8191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16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43 24575,'-30'-7'0,"-11"-3"0,-2 0 0,4 3 0,6 2 0,7 1 0,4 5 0,7 1-8191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17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26 24575,'-3'-3'0,"1"0"0,-1 0 0,1 0 0,-1 1 0,0-1 0,-6-4 0,9 7 0,-1 0 0,1-1 0,-1 1 0,1 0 0,0 0 0,-1 0 0,1 0 0,-1 0 0,1 0 0,0-1 0,-1 1 0,1 0 0,-1 0 0,1 0 0,-1 0 0,1 0 0,-1 1 0,1-1 0,0 0 0,-1 0 0,1 0 0,-1 0 0,1 0 0,0 1 0,-1-1 0,0 1 0,0 0 0,1 0 0,-1 0 0,0 0 0,1-1 0,0 1 0,-1 0 0,1 1 0,-1-1 0,1 0 0,0 0 0,0 0 0,0 0 0,0 0 0,-1 2 0,1 8 0,0 1 0,1-1 0,0 1 0,1-1 0,3 14 0,22 58 0,-10-32 0,36 105 0,-11-33 0,-41-120 0,8 31 0,-8-32 0,-1-1 0,0 1 0,0-1 0,0 1 0,0-1 0,0 0 0,0 1 0,0-1 0,0 1 0,0-1 0,-1 1 0,1-1 0,-1 0 0,1 1 0,-1-1 0,1 0 0,-1 1 0,0-1 0,0 0 0,-1 2 0,2-3 4,-1 1-1,0-1 1,0 0-1,0 1 1,0-1-1,0 0 1,0 1-1,0-1 1,0 0-1,0 0 1,0 0 0,0 0-1,0 0 1,0 0-1,0 0 1,0 0-1,0-1 1,0 1-1,0 0 1,0 0-1,0-1 1,1 1-1,-1-1 1,0 1-1,0-1 1,0 1-1,0-1 1,1 1-1,-1-1 1,0 0-1,0 1 1,1-1-1,-2-1 1,-2-2-301,0 0 0,1-1 0,-1 0 0,-3-5 0,1-2-6529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17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1 397 24575,'53'5'0,"10"0"0,67-1 0,-128-4 0,-1 0 0,1 0 0,-1 0 0,0 0 0,1-1 0,-1 1 0,0 0 0,1-1 0,-1 1 0,0-1 0,1 1 0,-1-1 0,0 0 0,0 1 0,0-1 0,0 0 0,0 0 0,0 0 0,0 0 0,2-1 0,-3 1 0,1 0 0,-1-1 0,0 1 0,1 0 0,-1 0 0,0 0 0,0-1 0,0 1 0,0 0 0,0 0 0,0-1 0,0 1 0,0 0 0,0 0 0,-1 0 0,1-1 0,0 1 0,-1 0 0,1 0 0,-1 0 0,1 0 0,-2-2 0,-49-72 0,1 2 0,39 53 0,0 0 0,-12-37 0,20 47 0,0 0 0,0 0 0,2-1 0,-1 1 0,1-1 0,1 1 0,0-1 0,1-11 0,-1 21 0,0 0 0,1 0 0,-1 0 0,0 0 0,0 0 0,1 0 0,-1-1 0,0 1 0,1 0 0,0 0 0,-1 0 0,1 1 0,-1-1 0,1 0 0,0 0 0,0 0 0,0-1 0,0 2 0,-1 0 0,0 0 0,0 0 0,1 0 0,-1 0 0,0 0 0,1 0 0,-1 0 0,0-1 0,0 1 0,1 0 0,-1 0 0,0 0 0,1 0 0,-1 0 0,0 1 0,0-1 0,1 0 0,-1 0 0,0 0 0,1 0 0,-1 0 0,0 0 0,1 1 0,6 9 0,2 15 0,-1 0 0,6 30 0,-3-8 0,-2-13 0,9 40 0,4 0 0,36 80 0,-37-116-1365,-16-30-5461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18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 24575,'-5'2'0,"0"2"0,1-1 0,-1 1 0,1-1 0,0 1 0,0 0 0,0 1 0,1-1 0,-1 1 0,1-1 0,0 1 0,0 0 0,-3 9 0,0 1 0,1 0 0,1 0 0,-5 26 0,5-12 0,1 0 0,1 1 0,2-1 0,1 1 0,1-1 0,2 0 0,0 0 0,2 0 0,19 53 0,-18-63 0,1 0 0,1 0 0,1-1 0,0-1 0,1 1 0,1-2 0,1 0 0,0 0 0,2-1 0,-1-1 0,2 0 0,-1-1 0,2-1 0,34 20 0,-21-17-1365,-17-10-5461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18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1 175 24575,'85'-11'0,"-75"9"0,0-1 0,-1 0 0,1 0 0,-1-1 0,0 0 0,12-7 0,-19 9 0,0 1 0,0 0 0,0-1 0,0 1 0,0-1 0,0 1 0,0-1 0,0 0 0,-1 0 0,1 0 0,-1 0 0,0 0 0,1 0 0,-1-1 0,0 1 0,0 0 0,-1 0 0,1-1 0,0 1 0,-1-1 0,1 1 0,-1-1 0,0 1 0,0-1 0,0 1 0,0 0 0,0-1 0,0 1 0,-1-1 0,1 1 0,-1-1 0,0 1 0,0 0 0,-1-4 0,-1 2 0,1 0 0,-1 0 0,1 1 0,-1-1 0,0 1 0,0 0 0,-1 0 0,1 0 0,-1 0 0,1 0 0,-1 1 0,0 0 0,0-1 0,0 1 0,0 1 0,0-1 0,-1 1 0,-4-2 0,5 2 0,0 1 0,0-1 0,0 1 0,0 0 0,-1 0 0,1 0 0,0 0 0,0 1 0,0 0 0,1-1 0,-1 1 0,0 1 0,0-1 0,0 1 0,-3 2 0,4-2 0,0 0 0,0 0 0,1 0 0,-1 1 0,1-1 0,0 1 0,0 0 0,0 0 0,0 0 0,0 0 0,1 0 0,-1 0 0,1 0 0,0 0 0,0 1 0,0-1 0,-1 7 0,1-1 0,-1-1 0,2 1 0,-1-1 0,1 1 0,1 0 0,0-1 0,2 13 0,-1-15 0,0 0 0,0 1 0,1-1 0,0 0 0,0-1 0,0 1 0,1 0 0,0-1 0,0 0 0,6 6 0,-1-2 0,1 0 0,1-1 0,-1 0 0,1-1 0,0 0 0,1-1 0,0 0 0,0-1 0,13 5 0,-2-4 0,0 0 0,1-1 0,-1-2 0,27 2 0,-44-5-227,0 0-1,1 0 1,-1-1-1,0 1 1,12-4-1,-8 1-6598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19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 24575,'37'185'0,"-26"-147"0,1-1 0,30 65 0,-31-81 0,-5-10 0,0 0 0,-1 1 0,0 0 0,5 19 0,-10-31 0,1 0 0,-1 1 0,0-1 0,0 1 0,0-1 0,0 0 0,0 1 0,0-1 0,0 0 0,0 1 0,0-1 0,0 1 0,0-1 0,0 0 0,0 1 0,0-1 0,0 0 0,-1 1 0,1-1 0,0 0 0,0 1 0,0-1 0,-1 0 0,1 1 0,0-1 0,0 0 0,0 1 0,-1-1 0,1 0 0,0 0 0,-1 1 0,1-1 0,0 0 0,-1 0 0,1 0 0,0 1 0,-1-1 0,1 0 0,0 0 0,-1 0 0,1 0 0,-1 0 0,1 0 0,0 0 0,-1 0 0,1 0 0,0 0 0,-1 0 0,1 0 0,-1 0 0,1 0 0,0 0 0,-1 0 0,1 0 0,0-1 0,-1 1 0,1 0 0,0 0 0,-1-1 0,-26-12 0,22 10 0,-113-70 0,109 68 0,-35-22 0,40 24 0,-1 0 0,2 0 0,-1-1 0,0 1 0,1-1 0,0 0 0,-5-7 0,7 10 0,1 1 0,-1-1 0,1 0 0,-1 0 0,1 1 0,0-1 0,-1 0 0,1 0 0,0 0 0,0 0 0,0 1 0,-1-1 0,1 0 0,0 0 0,0 0 0,0 0 0,1 0 0,-1 0 0,0 1 0,0-1 0,0 0 0,1 0 0,-1 0 0,0 0 0,1 1 0,0-2 0,0 1 0,0-1 0,1 1 0,-1 0 0,0 0 0,1 0 0,-1 0 0,1 0 0,-1 0 0,1 1 0,0-1 0,-1 1 0,3-2 0,6 0 0,-1 1 0,1 0 0,15-1 0,-25 2 0,20 1-250,1 0 1,22 6-1,-36-6-366,12 2-6210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19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66 24575,'-9'-17'0,"-4"-4"0,-2 5 0,1 5-8191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20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72 24575,'-1'0'0,"0"-1"0,-1 1 0,1 0 0,0 1 0,0-1 0,0 0 0,-1 0 0,1 0 0,0 1 0,0-1 0,0 1 0,0-1 0,0 1 0,-1-1 0,1 1 0,0 0 0,0-1 0,1 1 0,-2 1 0,1-1 0,1 0 0,-1 0 0,1 0 0,-1-1 0,1 1 0,0 0 0,-1 0 0,1 0 0,0 0 0,0 0 0,0 1 0,0-1 0,0 0 0,0 0 0,0 0 0,0 0 0,1 2 0,0 1 0,1 0 0,-1 0 0,1 1 0,0-1 0,1 0 0,-1-1 0,1 1 0,5 6 0,0-2 0,0 0 0,18 12 0,-22-17 0,1 0 0,-1 0 0,1-1 0,-1 0 0,1 1 0,0-2 0,0 1 0,8 1 0,-11-3 0,1 0 0,-1 0 0,0 0 0,0 0 0,1-1 0,-1 1 0,0-1 0,0 1 0,1-1 0,-1 0 0,0 0 0,0 0 0,0 0 0,0 0 0,0-1 0,0 1 0,-1-1 0,1 1 0,0-1 0,-1 1 0,1-1 0,-1 0 0,1 0 0,-1 0 0,0 0 0,0 0 0,1-3 0,1-1 0,0-1 0,-1 1 0,1-1 0,-2 0 0,1 0 0,-1 0 0,1-10 0,-2 16 0,0 0 0,0 0 0,0 0 0,0 1 0,0-1 0,0 0 0,1 0 0,-1 0 0,0 0 0,0 1 0,1-1 0,-1 0 0,1 0 0,0 0 0,-1 0 0,0 1 0,0 0 0,1 0 0,-1 0 0,0 0 0,0 0 0,1 0 0,-1 0 0,0-1 0,0 1 0,1 0 0,-1 0 0,0 0 0,1 0 0,-1 0 0,0 0 0,0 0 0,1 0 0,-1 0 0,0 0 0,1 1 0,-1-1 0,0 0 0,0 0 0,1 0 0,-1 0 0,1 1 0,2 1 0,0 1 0,1 0 0,-1-1 0,5 7 0,2 2 0,-1-3 0,1-2 0,-1 1 0,1-1 0,1-1 0,-1 0 0,22 8 0,-29-12 0,1-1 0,-1 1 0,0 0 0,1-1 0,-1 0 0,1 0 0,-1 0 0,1 0 0,-1 0 0,0-1 0,1 1 0,3-2 0,-5 1 0,0 0 0,0 0 0,0 0 0,0-1 0,0 1 0,-1 0 0,1-1 0,0 0 0,-1 1 0,1-1 0,-1 0 0,1 0 0,-1 0 0,0 0 0,0 0 0,0 0 0,0 0 0,0 0 0,1-4 0,-1 3 5,0 0-1,0-1 1,-1 1-1,1 0 1,-1 0-1,0-1 1,0 1-1,0 0 1,-1 0-1,1-1 1,-1 1-1,1 0 1,-1 0 0,0 0-1,-3-6 1,-1 1-109,0 0 1,0 0 0,-1 0 0,-6-6-1,-1-2-817,3 4-5905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20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24575,'35'51'0,"-2"1"0,26 57 0,-40-68 0,-3 0 0,-1 1 0,15 68 0,-20-57 0,-2 0 0,-3 1 0,-3 101 0,-2-148 12,-1 1 0,0 0 0,0-1 0,-1 1 0,0-1 0,0 1 0,-1-1 0,0 0 0,-6 10 0,6-12-126,0 0 0,-1-1-1,0 1 1,0-1 0,0 1 0,-1-1-1,0 0 1,1-1 0,-1 1 0,0-1-1,-1 0 1,-6 3 0,-6 1-6712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21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24575,'-3'2'0,"1"1"0,-1-1 0,1 1 0,-1-1 0,1 1 0,0 0 0,0 0 0,0 0 0,0 0 0,1 0 0,0 0 0,-1 0 0,1 1 0,0-1 0,0 1 0,1-1 0,-1 6 0,-1 5 0,2 0 0,0-1 0,2 16 0,5 20 0,2-1 0,2 0 0,2-1 0,2 0 0,28 59 0,-11-47 103,-13-26-1571,-12-21-5358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21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1 316 24575,'46'5'0,"-17"-2"0,0 0 0,0-2 0,49-5 0,-75 4 0,0-1 0,1 1 0,-1-1 0,0 0 0,0 0 0,0 0 0,0 0 0,0-1 0,0 1 0,0-1 0,-1 0 0,1 1 0,-1-1 0,1-1 0,-1 1 0,1 0 0,1-4 0,-2 3 0,0-1 0,0 1 0,-1-1 0,1 0 0,-1 1 0,0-1 0,0 0 0,-1 0 0,1 0 0,-1 0 0,0 0 0,0 0 0,-1-7 0,-1-5 0,-2 0 0,0 0 0,-1 0 0,0 1 0,-12-23 0,-11-33 0,25 59 0,2 7 0,-1 1 0,1-1 0,-1 1 0,0-1 0,-2-4 0,0 6 0,2 8 0,2 9 0,8 34 0,1-1 0,28 77 0,-34-115 0,75 191 31,-42-114-1427,-30-72-5430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22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 24575,'-5'0'0,"1"1"0,-1 1 0,0-1 0,1 1 0,-1 0 0,1 0 0,-1 0 0,1 0 0,0 1 0,0 0 0,0 0 0,0 0 0,-4 5 0,3-2 0,0 0 0,1 0 0,0 1 0,0-1 0,1 1 0,0 0 0,0 0 0,-2 7 0,0 5 0,1 0 0,1 0 0,1 0 0,0 0 0,2 0 0,1 20 0,3 5 0,2-1 0,1-1 0,3 1 0,1-1 0,2-1 0,2 0 0,2-1 0,2 0 0,1-2 0,2 0 0,52 68 0,-21-48-1365,-42-45-5461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22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33 187 24575,'78'-32'0,"-70"28"0,-1 0 0,1-1 0,-1 0 0,0 0 0,0 0 0,-1-1 0,9-9 0,-14 14 0,1-1 0,-1 1 0,0-1 0,0 1 0,0-1 0,0 0 0,-1 1 0,1-1 0,0 0 0,-1 0 0,1 0 0,-1 1 0,0-1 0,1 0 0,-1 0 0,0 0 0,0 0 0,0 0 0,0 1 0,-1-1 0,1 0 0,0 0 0,-1 0 0,1 0 0,-1 1 0,0-1 0,0 0 0,1 1 0,-1-1 0,0 0 0,0 1 0,-1-1 0,1 1 0,0 0 0,0-1 0,-1 1 0,-2-2 0,-2-2 0,0 1 0,0-1 0,-1 2 0,1-1 0,-1 1 0,0-1 0,-14-3 0,15 6 0,1-1 0,0 1 0,-1 1 0,1-1 0,-1 1 0,1 0 0,-1 0 0,-9 2 0,13-2 0,0 0 0,0 1 0,0 0 0,0 0 0,0-1 0,0 1 0,1 0 0,-1 1 0,0-1 0,0 0 0,1 0 0,-1 1 0,1-1 0,-1 1 0,1-1 0,0 1 0,-1 0 0,1 0 0,0-1 0,0 1 0,0 0 0,0 0 0,1 0 0,-1 0 0,0 4 0,-1 2 0,1 1 0,0-1 0,0 1 0,1 0 0,0-1 0,0 1 0,1 0 0,0-1 0,1 1 0,0-1 0,1 1 0,-1-1 0,1 0 0,1 0 0,0 0 0,0 0 0,0-1 0,1 0 0,0 0 0,0 0 0,1 0 0,0-1 0,0 0 0,1 0 0,0-1 0,14 10 0,-12-9 0,0 0 0,0-1 0,1 0 0,0-1 0,0 0 0,0 0 0,0-1 0,0-1 0,1 0 0,-1 0 0,1-1 0,0 0 0,11-1 0,-10-2-1365,-3-2-5461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23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24575,'3'9'0,"1"-1"0,0 0 0,9 14 0,-4-7 0,40 85 0,-1-4 0,-35-72 0,0 0 0,-2 1 0,16 51 0,-26-75 0,-1 1 0,0 0 0,1 0 0,-1 0 0,0-1 0,0 1 0,0 0 0,0 0 0,-1 0 0,0 3 0,1-4 0,0-1 0,-1 1 0,1 0 0,0-1 0,-1 1 0,1 0 0,-1-1 0,1 1 0,-1 0 0,1-1 0,-1 1 0,1-1 0,-1 1 0,0-1 0,1 1 0,-1-1 0,0 0 0,0 1 0,-1 0 0,0-1 0,0 0 0,0 0 0,0 0 0,1 0 0,-1 0 0,0 0 0,0 0 0,0-1 0,0 1 0,0 0 0,1-1 0,-1 0 0,0 1 0,0-1 0,1 0 0,-1 0 0,1 0 0,-3-2 0,-8-5 0,0-2 0,0 0 0,1-1 0,0 0 0,0 0 0,2-1 0,-1 0 0,-9-18 0,17 25-195,0 0 0,0 0 0,1 0 0,-1 0 0,1 0 0,-1-8 0,1 0-6631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23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24575,'5'2'0,"2"6"0,-1 4 0,-1 3 0,-2-2-8191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23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8 114 24575,'-8'-14'0,"9"14"0,-1 0 0,0 0 0,0-1 0,0 1 0,0 0 0,0 0 0,0 0 0,0 0 0,0 0 0,0 0 0,0 0 0,0 0 0,0 0 0,1 0 0,-1 0 0,0-1 0,0 1 0,0 0 0,0 0 0,0 0 0,0 0 0,0 0 0,1 0 0,-1 0 0,0 0 0,0 0 0,0 0 0,0 0 0,0 0 0,0 0 0,1 0 0,-1 0 0,0 0 0,0 0 0,0 0 0,0 0 0,0 0 0,0 0 0,0 1 0,0-1 0,1 0 0,-1 0 0,0 0 0,0 0 0,0 0 0,0 0 0,0 0 0,0 0 0,0 0 0,0 0 0,0 1 0,26 17 0,-17-11 0,4 3 0,8 5 0,26 14 0,-41-26 0,0 1 0,0-2 0,1 1 0,-1-1 0,1 0 0,0 0 0,0-1 0,-1 0 0,11 1 0,-15-2 0,0-1 0,0 1 0,-1 0 0,1 0 0,0-1 0,0 1 0,0-1 0,-1 1 0,1-1 0,0 0 0,0 0 0,-1 0 0,1 0 0,-1 0 0,1 0 0,-1 0 0,0-1 0,1 1 0,-1 0 0,0-1 0,0 1 0,0-1 0,0 1 0,0-1 0,0 0 0,1-3 0,-1 2 0,0 0 0,0-1 0,0 1 0,-1-1 0,1 1 0,-1-1 0,0 1 0,0-1 0,0 1 0,-1-1 0,1 1 0,-1-1 0,-1-4 0,1 2 0,5 8 0,8 5 0,-5-5 0,0 0 0,1 0 0,-1-1 0,0 0 0,1 0 0,-1-1 0,1 0 0,-1 0 0,1-1 0,-1 0 0,9-2 0,-13 2 0,1 0 0,-1 0 0,0-1 0,0 1 0,1-1 0,-1 0 0,0 0 0,0 0 0,-1 0 0,1-1 0,0 1 0,-1-1 0,1 1 0,-1-1 0,0 0 0,0 0 0,0 0 0,0 0 0,-1 0 0,1-1 0,-1 1 0,0 0 0,0-1 0,1-6 0,-1 7-105,-1 0 0,1 0 0,-1 0 0,0 0 0,0-1 0,-1 1 0,1 0 0,-1 0 0,1 0 0,-1 0 0,0 0 0,-2-4 0,-3-6-6721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24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24575,'35'53'-69,"-2"1"-1,-2 1 1,-3 2-1,-2 1 0,-3 1 1,-3 1-1,-2 1 1,-2 1-1,7 70 1,-21-118 113,-1 0 0,0 0 0,-1 0 0,0 0 0,-2 0 0,-2 14 0,3-23-26,0 0 1,-1 0-1,0 0 1,1-1-1,-2 1 1,1-1-1,-1 1 0,1-1 1,-1 0-1,0 0 1,-1 0-1,1-1 1,-1 1-1,0-1 1,1 0-1,-1 0 0,-1 0 1,1 0-1,0-1 1,-6 3-1,-4 0-75,-1-1 0,1 0 0,-1-1 0,-25 3 0,18-3-1023,-6 0-5746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25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24575,'7'17'0,"8"10"0,3 4 0,4 1 0,0-2 0,2-2 0,-1-3 0,-2 0 0,-2-3 0,-2-2 0,-1-5 0,-4-2 0,-1-4 0,-2 0 0,-1-2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25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0 24575,'-10'10'0,"-3"6"0,0 2 0,3 1 0,3 2 0,3-1 0,1 0 0,0-2 0,0-1 0,0-1 0,1-1 0,1-1 0,0 1 0,-2-1 0,0-2-8191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25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41 24575,'-30'-8'0,"-11"-2"0,-2 1 0,4 2 0,6 1 0,7 5 0,4 5 0,7 4 0,3 4 0,4-1-8191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26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54 24575,'-25'-7'0,"-10"-3"0,-2 1 0,4 1 0,3 1 0,6 0 0,4 2 0,5 4 0,3 3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27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32 24575,'-27'-7'0,"-11"-3"0,-2 1 0,3 3 0,9 7 0,8 4 0,8 2-8191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28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39 24575,'-4'-6'0,"-9"-14"0,12 19 0,1 0 0,-1 0 0,0 0 0,0 0 0,0 0 0,0 0 0,0 0 0,0 1 0,0-1 0,0 0 0,0 1 0,0-1 0,0 1 0,0-1 0,-2 0 0,2 1 0,1 0 0,0 1 0,-1-1 0,1 0 0,-1 0 0,1 0 0,-1 1 0,1-1 0,0 0 0,-1 0 0,1 1 0,-1-1 0,1 0 0,0 1 0,-1-1 0,1 0 0,0 1 0,0-1 0,-1 1 0,1-1 0,0 0 0,0 1 0,0-1 0,-1 1 0,1-1 0,0 1 0,0-1 0,0 1 0,0-1 0,0 0 0,0 2 0,-1 15 0,1-16 0,0 13 0,2 1 0,0 0 0,0 0 0,6 16 0,22 57 0,28 43 0,-36-86 0,-2 1 0,20 70 0,-35-86-1365,-4-18-5461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28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24575,'27'-5'0,"11"-2"0,5 1 0,-4 1 0,-5 2 0,-8-2 0,-7 0 0,-6-1 0,-3 1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28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24575,'1'25'0,"1"1"0,1 0 0,1-1 0,11 36 0,40 94 0,6-17 0,-58-133-195,-1 0 0,1 0 0,0 0 0,1-1 0,-1 1 0,8 7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29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14 24575,'0'-1'0,"-1"0"0,1 0 0,-1 0 0,0 1 0,1-1 0,-1 0 0,0 0 0,1 1 0,-1-1 0,0 0 0,0 1 0,0-1 0,1 1 0,-1-1 0,0 1 0,0-1 0,0 1 0,0 0 0,0-1 0,0 1 0,0 0 0,-1 0 0,1 0 0,0 0 0,0 1 0,0-1 0,1 0 0,-1 1 0,0 0 0,0-1 0,0 1 0,0-1 0,1 1 0,-1 0 0,0-1 0,1 1 0,-1 0 0,1 0 0,-1 0 0,1 0 0,-1-1 0,1 1 0,-1 0 0,1 0 0,0 0 0,-1 2 0,-3 13 0,1 1 0,1 0 0,0 0 0,1 1 0,1-1 0,1 18 0,0 0 0,-1 69 0,2 79 0,-1-160 0,2 0 0,0 0 0,1 0 0,14 41 0,-13-52 0,0 0 0,0 0 0,1 0 0,0-1 0,1 0 0,0 0 0,1 0 0,0-1 0,1-1 0,11 11 0,-15-16-10,1 0 0,0-1 0,0 1 0,0-1-1,0-1 1,0 1 0,1-1 0,-1 0 0,11 1 0,8 3-1254,-16-3-5562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29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1 175 24575,'8'2'0,"82"20"0,-80-20 0,-1-1 0,1 0 0,0-1 0,0 0 0,0 0 0,0-1 0,11-2 0,-16 1 0,0 1 0,0-1 0,0 0 0,-1-1 0,1 1 0,-1-1 0,1 0 0,-1 0 0,0 0 0,0 0 0,0-1 0,-1 1 0,1-1 0,-1 0 0,0 0 0,0-1 0,3-6 0,-4 8 0,-1 0 0,1-1 0,-1 0 0,0 1 0,0-1 0,0 0 0,0 1 0,-1-1 0,1 0 0,-1 0 0,0 0 0,0 1 0,-1-1 0,1 0 0,-1 0 0,0 1 0,0-1 0,0 0 0,0 1 0,-1-1 0,1 1 0,-1-1 0,-4-5 0,4 5 0,-1 1 0,0 0 0,0 0 0,0 0 0,0 0 0,0 0 0,-1 0 0,1 1 0,-1 0 0,0 0 0,0 0 0,0 0 0,0 0 0,0 1 0,0 0 0,0 0 0,0 0 0,-1 0 0,1 0 0,-7 1 0,6 0 0,-1 1 0,1 0 0,0 0 0,0 0 0,0 1 0,0-1 0,0 1 0,0 1 0,0-1 0,0 0 0,1 1 0,-1 0 0,1 0 0,0 1 0,0-1 0,-5 6 0,6-5 0,-1 0 0,1 0 0,0 1 0,0-1 0,1 1 0,-1-1 0,1 1 0,0 0 0,0 0 0,0 0 0,1 0 0,0 0 0,0 0 0,0 6 0,1-4 0,0 0 0,0 0 0,1-1 0,0 1 0,1 0 0,-1-1 0,1 1 0,1-1 0,5 12 0,-2-7 0,1 0 0,0 0 0,0-1 0,1 0 0,1-1 0,0 0 0,0 0 0,0-1 0,1 0 0,0 0 0,15 7 0,-3-4 0,-1 0 0,2-1 0,-1-2 0,48 12 0,-27-17-1365,-31-3-5461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30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24575,'16'95'0,"5"-1"0,3 0 0,5-2 0,48 105 0,-74-190 0,9 20 0,-12-26 0,1 0 0,-1 0 0,0 0 0,1 0 0,-1 0 0,0 0 0,0 0 0,0 0 0,0 0 0,0 0 0,0 0 0,0 0 0,0 0 0,0 0 0,-1 0 0,1 0 0,0 0 0,-1 0 0,1 0 0,0 0 0,-1 0 0,0 1 0,0-1 0,0-1 0,1 0 0,-1 1 0,0-1 0,0 0 0,0 0 0,1 1 0,-1-1 0,0 0 0,0 0 0,0 0 0,0 0 0,0 0 0,1 0 0,-1 0 0,0 0 0,0 0 0,0-1 0,1 1 0,-1 0 0,0-1 0,0 1 0,0 0 0,1-1 0,-1 1 0,0-1 0,0 0 0,-21-15 0,20 14 0,-4-2 0,-18-17 0,-23-25 0,40 38 0,0 0 0,0-1 0,1 0 0,0-1 0,1 1 0,-8-20 0,10 22 0,1 0 0,0 1 0,0-1 0,1 0 0,-2-10 0,3 15 0,0 0 0,0 0 0,1 0 0,-1 0 0,0 0 0,1 0 0,-1 0 0,1 0 0,0 0 0,-1 0 0,1 0 0,0 0 0,0 0 0,1 1 0,-1-1 0,0 0 0,0 1 0,1-1 0,-1 1 0,1-1 0,-1 1 0,1 0 0,2-2 0,6-1-96,0-1 0,0 2 0,0-1 0,1 1-1,-1 1 1,1 0 0,14-1 0,-17 2-500,10-1-6230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30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19 24575,'-5'-7'0,"-1"-1"0,-1 5 0,2 6 0,2 7 0,1 3 0,0-1-8191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30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0 109 24575,'1'3'0,"0"0"0,0 0 0,0 0 0,1-1 0,-1 1 0,1 0 0,-1-1 0,1 1 0,0-1 0,0 0 0,0 0 0,3 3 0,1 1 0,0 1 0,11 12 0,0-1 0,23 19 0,-35-33 0,1 0 0,-1 0 0,1-1 0,0 1 0,0-1 0,0 0 0,1-1 0,-1 0 0,0 0 0,1 0 0,0 0 0,-1-1 0,9 0 0,-12-1 0,-1 0 0,1 0 0,0-1 0,0 1 0,0-1 0,-1 0 0,1 0 0,0 0 0,-1 0 0,1 0 0,-1 0 0,1-1 0,-1 1 0,0-1 0,1 0 0,-1 0 0,0 0 0,0 0 0,0 0 0,-1 0 0,1 0 0,0-1 0,-1 1 0,1 0 0,-1-1 0,0 0 0,0 1 0,0-1 0,1-3 0,1-5 0,-1 0 0,0 0 0,-1 0 0,0 0 0,-1 1 0,-1-14 0,25 70 0,-20-41 0,0 0 0,0 1 0,0-2 0,1 1 0,0 0 0,0-1 0,0 0 0,0 0 0,1-1 0,0 1 0,7 2 0,-9-4 0,-1-1 0,1 0 0,-1 0 0,1 0 0,-1 0 0,1-1 0,-1 1 0,1-1 0,0 0 0,-1 0 0,1 0 0,0-1 0,-1 1 0,1-1 0,-1 0 0,1 0 0,-1 0 0,1 0 0,-1-1 0,0 0 0,6-3 0,-5 2 0,1-1 0,-1 0 0,0 0 0,0 0 0,0-1 0,-1 1 0,0-1 0,1 0 0,-2 0 0,1 0 0,0 0 0,-1 0 0,0-1 0,-1 1 0,1-1 0,-1 1 0,0-1 0,0 0 0,0 1 0,-1-1 0,0 0 0,0 0 0,-1 1 0,0-1 0,0 0 0,0 1 0,0-1 0,-1 1 0,0-1 0,0 1 0,-1 0 0,1 0 0,-1 0 0,0 0 0,-1 0 0,1 0 0,-1 1 0,-4-4 0,-5-4-1365,1 3-5461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31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24575,'35'56'0,"-2"1"0,25 63 0,34 129 0,-79-208 0,8 56 0,-17-74 0,-1 1 0,-2 0 0,-2 46 0,0-65 8,0 1-1,0-1 1,0 0-1,-1 0 1,0 0-1,0 0 1,0 0-1,-1 0 1,1 0-1,-1 0 1,0-1-1,-1 0 1,1 0-1,-1 0 1,-7 7-1,3-5-193,0 0 1,-1 0-1,0-1 0,0 0 1,0-1-1,-1 0 1,-13 4-1,4-2-6640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32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24575,'0'19'0,"-1"11"0,2 1 0,1-1 0,1 0 0,12 54 0,59 122 0,-30-91 0,-34-90-358,17 28-1,-23-45-289,1 1-6178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32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24575,'26'-9'0,"15"-7"0,3 0 0,-2 3 0,-6 4 0,-3 0 0,-5 2 0,-6 0 0,-3 1 0,-2 1 0,-3 0 0,-2 0-8191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32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24575,'-6'38'0,"0"0"0,1 45 0,5-65 0,1 1 0,1-1 0,1 0 0,0 0 0,2 0 0,10 29 0,11 11 0,3-1 0,43 64 0,-63-106-1365,-2-2-5461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33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17 24575,'-1'-2'0,"0"1"0,0 0 0,0-1 0,0 1 0,0 0 0,0 0 0,0 0 0,-1 0 0,1 0 0,0 0 0,-4-2 0,5 3 0,-1 0 0,0 0 0,0 0 0,0-1 0,0 1 0,0 0 0,1 0 0,-1 0 0,0 0 0,0 0 0,0 0 0,0 1 0,0-1 0,1 0 0,-1 0 0,0 0 0,-1 1 0,0 1 0,0-1 0,0 1 0,0-1 0,0 1 0,1 0 0,-1 0 0,0 0 0,1 0 0,-1 0 0,1 0 0,0 0 0,0 1 0,0-1 0,-1 3 0,-3 13 0,0-1 0,2 1 0,0-1 0,1 1 0,1 19 0,-2 11 0,-4 258 0,8-286 0,2 0 0,0 0 0,1 0 0,1 0 0,1 0 0,1-1 0,1 0 0,0 0 0,2-1 0,0 0 0,0-1 0,2 0 0,0-1 0,1 0 0,1-1 0,0 0 0,1-1 0,1-1 0,31 21 0,-22-18-1365,-4-3-5461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34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1 199 24575,'44'-11'0,"70"-8"0,-110 19 0,0-1 0,-1 0 0,1 0 0,-1 0 0,1 0 0,-1 0 0,0-1 0,1 1 0,-1-1 0,0 0 0,0 0 0,0 0 0,0 0 0,-1-1 0,1 1 0,-1-1 0,4-4 0,-5 5 0,1 0 0,-1-1 0,0 1 0,0-1 0,0 0 0,0 1 0,0-1 0,-1 0 0,1 0 0,-1 1 0,0-1 0,0 0 0,0 0 0,0 1 0,0-1 0,0 0 0,-1 0 0,1 1 0,-1-1 0,0 0 0,0 1 0,-2-6 0,0 3 0,0 0 0,0 0 0,0 1 0,-1-1 0,0 1 0,0-1 0,0 1 0,0 0 0,0 1 0,-1-1 0,0 1 0,0 0 0,0 0 0,-5-2 0,7 4 0,0-1 0,1 2 0,-1-1 0,0 0 0,1 1 0,-1-1 0,0 1 0,0 0 0,1 0 0,-1 0 0,0 0 0,0 0 0,0 1 0,1-1 0,-1 1 0,0-1 0,1 1 0,-1 0 0,0 0 0,1 1 0,0-1 0,-1 1 0,1-1 0,0 1 0,-1-1 0,1 1 0,0 0 0,0 0 0,0 0 0,-2 5 0,-2 1 0,0 2 0,0-1 0,1 1 0,0 0 0,1 0 0,0 0 0,1 1 0,-3 13 0,5-19 0,0-1 0,1 1 0,-1 0 0,1-1 0,0 1 0,1-1 0,-1 1 0,1 0 0,-1-1 0,2 1 0,-1-1 0,0 0 0,1 1 0,0-1 0,0 0 0,0 0 0,0 0 0,1 0 0,-1 0 0,1 0 0,0-1 0,4 4 0,16 10 0,1-1 0,0-1 0,1-1 0,49 19 0,-54-24 0,-1-2-195,-1 0 0,1-2 0,0 0 0,0-1 0,0-1 0,23 1 0,-30-4-6631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34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30 24575,'-9'-5'0,"-7"-1"0,-2-1 0,-1 2 0,1 2 0,0 0 0,1 2 0,2 3 0,0 2 0,0 1 0,1 1 0,-1 0 0,3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35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0 24575,'-1'0'0,"1"0"0,-1 1 0,1-1 0,-1 0 0,1 0 0,-1 0 0,1 1 0,-1-1 0,1 0 0,-1 1 0,1-1 0,0 0 0,-1 1 0,1-1 0,0 1 0,-1-1 0,1 1 0,0-1 0,-1 1 0,1-1 0,0 1 0,0-1 0,-1 1 0,1-1 0,0 1 0,0-1 0,0 2 0,-3 17 0,3-16 0,-1 8 0,1 0 0,1 0 0,0-1 0,0 1 0,1-1 0,4 16 0,26 62 0,-10-34 0,16 38 0,-22-57 0,18 60 0,-33-92 0,0 0 0,-1 0 0,1 0 0,-1 0 0,0 0 0,0 0 0,0 0 0,0 0 0,-1 0 0,1 0 0,-1 0 0,0 0 0,0 0 0,0 0 0,-2 5 0,2-7 0,0 1 0,0-1 0,0 1 0,0-1 0,-1 0 0,1 0 0,0 0 0,-1 0 0,1 0 0,0 0 0,-1 0 0,1 0 0,-1 0 0,0-1 0,1 1 0,-1-1 0,1 1 0,-1-1 0,0 1 0,1-1 0,-1 0 0,0 0 0,0 0 0,1 0 0,-1 0 0,0 0 0,1-1 0,-1 1 0,-2-1 0,-8-3 0,0-1 0,0 0 0,1-1 0,-20-13 0,10 6 0,12 8 0,-1-1 0,1-1 0,-9-8 0,16 14 0,0-1 0,0 0 0,1 0 0,-1 1 0,0-1 0,1 0 0,0 0 0,-1-1 0,1 1 0,0 0 0,0 0 0,0-1 0,0 1 0,1 0 0,-1-1 0,0 1 0,1-1 0,0 1 0,0-1 0,0-2 0,0 3 0,1 0 0,0 1 0,-1-1 0,1 0 0,0 1 0,0-1 0,0 1 0,0-1 0,0 1 0,0 0 0,1 0 0,-1-1 0,0 1 0,1 0 0,-1 0 0,1 0 0,-1 0 0,1 0 0,0 1 0,-1-1 0,3 0 0,6-3 0,0 1 0,15-2 0,-17 3 0,13-2-1365,-1 2-5461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35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24575,'5'-5'0,"1"1"0,0 3 0,-1 5 0,-1 4 0,-2 3 0,-1-1-8191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36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13 24575,'-1'0'0,"1"1"0,-1-1 0,0 0 0,1 1 0,-1-1 0,0 1 0,1-1 0,-1 1 0,1-1 0,-1 1 0,1-1 0,-1 1 0,1 0 0,-1-1 0,1 1 0,-1 0 0,1-1 0,0 1 0,-1 0 0,1-1 0,0 1 0,0 0 0,0 0 0,-1-1 0,1 1 0,0 0 0,0 1 0,-2 22 0,3-19 0,0 0 0,0 1 0,0-1 0,1 0 0,0 0 0,0 0 0,0 0 0,0 0 0,1-1 0,5 8 0,-2-4 0,0 0 0,0-1 0,1 0 0,-1-1 0,10 8 0,-11-11 0,0 0 0,0 0 0,0-1 0,0 0 0,0 0 0,0 0 0,1 0 0,-1-1 0,1 0 0,-1 0 0,1 0 0,0-1 0,-1 0 0,1 0 0,6-1 0,-9 1 0,1-1 0,-1 1 0,0-1 0,0 0 0,0 0 0,0 0 0,0 0 0,0-1 0,-1 1 0,1-1 0,0 0 0,-1 0 0,1 0 0,-1 0 0,1 0 0,-1 0 0,0 0 0,0-1 0,0 0 0,0 1 0,-1-1 0,1 0 0,-1 1 0,1-1 0,-1 0 0,0 0 0,1-6 0,0-23 0,-1 10 0,-1 22 0,0 0 0,0 0 0,0-1 0,0 1 0,0 0 0,0 0 0,0-1 0,0 1 0,0 0 0,0 0 0,0-1 0,0 1 0,0 0 0,1 0 0,-1-1 0,0 1 0,0 0 0,0 0 0,0 0 0,1-1 0,-1 1 0,0 0 0,0 0 0,0 0 0,1 0 0,-1 0 0,0-1 0,0 1 0,0 0 0,1 0 0,-1 0 0,0 0 0,0 0 0,1 0 0,-1 0 0,0 0 0,0 0 0,1 0 0,-1 0 0,0 0 0,0 0 0,1 0 0,-1 0 0,0 0 0,0 0 0,1 0 0,-1 0 0,0 0 0,0 1 0,1-1 0,-1 0 0,0 0 0,0 0 0,1 0 0,13 11 0,-12-9 0,8 5 0,-1 0 0,1-1 0,0 0 0,0 0 0,0-1 0,1-1 0,0 1 0,0-2 0,0 0 0,0 0 0,1-1 0,-1 0 0,1-1 0,-1 0 0,18-2 0,-27 1 0,-1 0 0,0 0 0,1-1 0,-1 1 0,0 0 0,1-1 0,-1 1 0,0-1 0,0 0 0,0 1 0,0-1 0,1 0 0,-1 0 0,0 0 0,0 0 0,0 0 0,-1 0 0,1 0 0,0 0 0,1-1 0,-1-1 0,0 0 0,0 0 0,0 0 0,0 1 0,0-1 0,-1 0 0,1 0 0,-1-6 0,0-1 0,0 0 0,-1 0 0,-1 1 0,-4-18 0,0 11-1365,0 2-5461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36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24575,'54'56'-516,"71"92"-1,-103-117 456,-1 1-1,-1 1 0,-2 0 1,-2 1-1,14 41 0,-16-32 126,-2 1 0,-2 0 1,-2 0-1,4 78 0,-11-97 21,-1 1 1,-2-1 0,-1 0-1,-1 1 1,0-2-1,-2 1 1,-1 0 0,-2-1-1,-19 41 1,13-36-1315,2-7-5507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53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924 0 24575,'2'2'0,"0"0"0,-1 0 0,1-1 0,-1 1 0,1 0 0,-1 1 0,0-1 0,0 0 0,0 0 0,0 0 0,1 4 0,-2-5 0,0 0 0,0 0 0,0 0 0,0 0 0,0 0 0,0-1 0,0 1 0,0 0 0,-1 0 0,1 0 0,0 0 0,-1 0 0,1 0 0,-1 0 0,1-1 0,-1 1 0,1 0 0,-1 0 0,1-1 0,-1 1 0,0 0 0,1-1 0,-1 1 0,0-1 0,0 1 0,1-1 0,-1 1 0,0-1 0,0 1 0,0-1 0,-1 1 0,-22 7 0,1 0 0,-26 4 0,23-6 0,-41 15 0,9 5 0,37-16 0,0 0 0,-1-2 0,-38 10 0,-73 5 0,-36 7 0,137-22 0,1 1 0,1 1 0,-39 18 0,56-20-50,1 0-1,-1 0 1,-10 11-1,8-7-1112,1-2-5663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58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807 44 24575,'49'-16'0,"-34"10"0,0 1 0,0 0 0,0 2 0,0-1 0,20 0 0,-35 4 0,1 0 0,0-1 0,0 1 0,0 0 0,0 0 0,0 0 0,0 1 0,0-1 0,0 0 0,0 0 0,0 0 0,0 1 0,0-1 0,-1 0 0,1 1 0,0-1 0,0 1 0,0 0 0,-1-1 0,0 1 0,0-1 0,-1 1 0,1-1 0,0 1 0,0-1 0,-1 1 0,1-1 0,-1 1 0,1-1 0,0 0 0,-1 1 0,1-1 0,-1 0 0,1 1 0,-1-1 0,1 0 0,-1 0 0,1 1 0,-1-1 0,0 0 0,1 0 0,-1 0 0,1 0 0,-1 0 0,1 0 0,-2 0 0,-17 5 0,0-1 0,0 0 0,-1-2 0,-38 0 0,37-2 0,0 1 0,-38 6 0,-8 3 0,-25 6 0,24 4 0,-98 42 0,81-34 0,20-8 0,12-5 0,38-12 0,-17 5-682,-46 18-1,66-21-6143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1:59.5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1 24575,'-4'7'0,"1"0"0,-1 0 0,1 0 0,1 0 0,0 0 0,0 1 0,0-1 0,1 1 0,0 0 0,0-1 0,1 1 0,0 0 0,1 10 0,10 47 0,24 73 0,1 5 0,-30-112 0,-2-1 0,1 57 0,-5-79 0,1-6 0,-1 1 0,0-1 0,0 0 0,0 1 0,0-1 0,0 1 0,0-1 0,-1 0 0,1 1 0,-1-1 0,0 0 0,0 1 0,1-1 0,-3 3 0,3-5 0,-1 0 0,1 0 0,0 0 0,0 0 0,0 0 0,-1 0 0,1 0 0,0 0 0,0 0 0,0 0 0,-1 0 0,1 0 0,0 0 0,0 0 0,0 0 0,-1 0 0,1-1 0,0 1 0,0 0 0,0 0 0,0 0 0,-1 0 0,1 0 0,0-1 0,0 1 0,0 0 0,0 0 0,0 0 0,0 0 0,0-1 0,-1 1 0,1 0 0,0 0 0,0 0 0,0-1 0,0 1 0,0 0 0,0 0 0,0 0 0,0-1 0,0 1 0,0 0 0,-2-11 0,1-2 0,0 1 0,1-1 0,0 0 0,5-23 0,-4 28 0,1 0 0,0 0 0,0 1 0,1 0 0,0-1 0,0 1 0,1 0 0,0 0 0,5-6 0,-7 10 0,0 1 0,0 0 0,0 0 0,0 0 0,1 0 0,-1 1 0,0-1 0,1 0 0,-1 1 0,1 0 0,0 0 0,-1 0 0,1 0 0,0 0 0,4-1 0,-2 2 0,0 0 0,-1 0 0,1 0 0,0 0 0,-1 1 0,1-1 0,0 1 0,7 3 0,4 3 0,0 0 0,-1 1 0,0 1 0,15 11 0,-29-19 0,10 6 0,-1 1 0,0 1 0,0 0 0,-1 0 0,0 0 0,0 1 0,9 16 0,-17-25-105,-1 0 0,1 0 0,0 1 0,-1-1 0,1 0 0,-1 0 0,0 0 0,0 1 0,1-1 0,-1 0 0,0 0 0,0 3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00.2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12 24575,'-31'-5'0,"-43"-1"0,61 6 0,1 0 0,0 1 0,-1 0 0,1 1 0,0 1 0,-18 5 0,27-7 0,0 0 0,1 1 0,-1-1 0,0 0 0,0 1 0,1 0 0,-1-1 0,1 1 0,0 0 0,-1 1 0,1-1 0,0 0 0,0 0 0,1 1 0,-1-1 0,0 1 0,1 0 0,-1-1 0,1 1 0,0 0 0,0 0 0,0 0 0,0 0 0,1 0 0,-1 0 0,1 0 0,0 5 0,0 0 0,1-1 0,0 1 0,0-1 0,1 1 0,0-1 0,1 0 0,-1 0 0,1 0 0,1 0 0,4 7 0,34 45 0,-28-42 0,-1 0 0,18 35 0,-28-46 0,0 0 0,-1 0 0,0 1 0,0-1 0,0 0 0,-1 1 0,0-1 0,0 1 0,-1-1 0,0 1 0,0 0 0,0-1 0,-3 11 0,-3 7 0,-17 40 0,1-2 0,21-60 0,0 0 0,1 1 0,-1-1 0,1 0 0,0 1 0,0-1 0,0 0 0,0 1 0,0-1 0,0 0 0,0 0 0,1 1 0,-1-1 0,1 0 0,0 0 0,-1 1 0,1-1 0,0 0 0,0 0 0,1 0 0,-1 0 0,0 0 0,1-1 0,-1 1 0,1 0 0,0-1 0,1 3 0,1-2 0,0 1 0,0-1 0,0 0 0,1 0 0,-1 0 0,1 0 0,-1-1 0,1 1 0,-1-1 0,1-1 0,0 1 0,5 0 0,-2-1 20,1 0 0,-1 0 0,0-1 0,0 0 0,12-3 0,-17 4-82,-1-1 0,0 0 0,0 0 0,1 0 1,-1 0-1,0 0 0,0 0 0,0-1 0,-1 1 0,1-1 0,0 1 0,0-1 1,-1 0-1,1 1 0,-1-1 0,1 0 0,-1 0 0,0 0 0,0 0 0,0-1 1,0 1-1,0 0 0,0-4 0,1-4-6764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00.7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24575,'1'6'0,"0"-1"0,1 0 0,0 0 0,0 0 0,0 0 0,0 0 0,7 9 0,-6-8 0,11 17 0,15 21 0,-22-36 0,-1 0 0,1-1 0,1 1 0,-1-1 0,15 9 0,-21-15 0,0 0 0,0 0 0,0 0 0,0-1 0,1 1 0,-1 0 0,0-1 0,0 1 0,1-1 0,-1 0 0,0 1 0,1-1 0,-1 0 0,1 0 0,-1 0 0,0 0 0,1 0 0,-1 0 0,0 0 0,3-1 0,-2 1 0,-1-1 0,0 0 0,0 0 0,0 0 0,0 0 0,0 0 0,0 0 0,0 0 0,0 0 0,-1 0 0,1 0 0,0 0 0,-1 0 0,1-1 0,-1 1 0,1 0 0,0-2 0,1-6 0,-1 1 0,0-1 0,0 0 0,-1-17 0,-1 3 0,0-18 0,1 38 0,0-1 0,0 1 0,1 0 0,-1 0 0,1 0 0,0 0 0,0 0 0,0 0 0,3-5 0,-4 7 0,1 1 0,-1-1 0,1 1 0,-1-1 0,1 1 0,-1 0 0,1-1 0,-1 1 0,1-1 0,-1 1 0,1 0 0,0 0 0,-1-1 0,1 1 0,-1 0 0,1 0 0,0 0 0,-1-1 0,1 1 0,0 0 0,-1 0 0,1 0 0,0 0 0,-1 0 0,1 0 0,-1 1 0,1-1 0,0 0 0,-1 0 0,1 0 0,0 1 0,-1-1 0,1 0 0,-1 0 0,1 1 0,-1-1 0,1 1 0,0 0 0,22 19 0,-20-16 0,42 44 0,22 22 0,-54-58 0,1 0 0,0 0 0,18 9 0,-30-20-118,-2 0 75,0-1 0,0 0 0,0 0 0,1 0 0,-1 1 0,0-1 0,0 0 0,1 0 0,-1 0 0,0 0 0,0 0 0,1 0 0,-1 1 0,0-1 0,0 0 0,1 0 0,-1 0 0,0 0 0,0 0 0,1 0 0,-1 0 0,0 0 0,0 0 0,1 0 0,-1 0 0,0 0 0,0 0 0,1-1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01.2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24575,'32'5'0,"-1"1"0,0 2 0,0 1 0,50 22 0,-76-29 0,-1 1 0,1 0 0,-1-1 0,1 2 0,-1-1 0,0 0 0,0 1 0,-1 0 0,1 0 0,5 9 0,-8-11 0,1 0 0,-1 1 0,0-1 0,0 1 0,0-1 0,-1 1 0,1 0 0,0-1 0,-1 1 0,0 0 0,0 0 0,0-1 0,0 1 0,0 0 0,0-1 0,-1 1 0,1 0 0,-1-1 0,0 1 0,0 0 0,0-1 0,-2 4 0,-6 10 0,1 1 0,-9 26 0,16-37 0,-1 0 0,1 1 0,0 0 0,0-1 0,1 1 0,-1 0 0,2-1 0,-1 1 0,1 0 0,2 9 0,8 23 0,17 38 0,9 30 0,-35-100 0,0 1 0,-1-1 0,0 1 0,0-1 0,-1 1 0,0-1 0,-1 11 0,1-15 0,-1-1 0,1 0 0,-1 0 0,1 0 0,-1 0 0,0 0 0,0 0 0,0 0 0,0 0 0,0 0 0,0 0 0,-1 0 0,1 0 0,-1-1 0,1 1 0,-1-1 0,0 1 0,1-1 0,-1 0 0,0 1 0,0-1 0,0 0 0,0 0 0,0-1 0,0 1 0,0 0 0,0-1 0,-1 1 0,-1 0 0,-8 0-281,-1 0 1,-14-1-1,23-1-242,-8 1-6303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02.0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277 174 24575,'-30'-31'0,"-1"2"0,-1 1 0,-58-38 0,85 62 0,-1 1 0,1 0 0,-1 1 0,0 0 0,-6-2 0,11 3 0,0 1 0,-1 0 0,1-1 0,0 1 0,0 0 0,0 0 0,0 0 0,-1 0 0,1 0 0,0 0 0,0 1 0,0-1 0,0 0 0,-1 0 0,1 1 0,0-1 0,0 1 0,0-1 0,0 1 0,0 0 0,0-1 0,0 1 0,0 0 0,0 0 0,0-1 0,1 1 0,-1 0 0,0 0 0,0 0 0,1 0 0,-1 0 0,1 0 0,-1 1 0,-3 9 0,0-1 0,1 1 0,1 0 0,0 0 0,0 0 0,0 13 0,2 3 0,4 37 0,0-31 0,18 65 0,19 32 0,-6-24 0,-24-70-273,-2 0 0,-2 1 0,-1 0 0,2 48 0,-8-72-6553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02.3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317 60 24575,'-29'-7'0,"-15"-5"0,-3-1 0,5 2 0,5 3 0,5 3 0,7 2 0,4 2 0,6 3 0,4 2 0,2 2 0,4 3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02.8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178 76 24575,'-14'-11'0,"0"0"0,-1 1 0,-1 1 0,1 1 0,-1 0 0,-26-8 0,40 16 0,0-1 0,0 1 0,0-1 0,0 1 0,0 0 0,0 0 0,0 0 0,0 0 0,0 0 0,0 0 0,0 0 0,0 1 0,0-1 0,-3 2 0,4-1 0,0-1 0,0 1 0,0 0 0,0 0 0,0-1 0,1 1 0,-1 0 0,0 0 0,1 0 0,-1 0 0,0 0 0,1 0 0,-1 0 0,1 0 0,0 0 0,-1 0 0,1 0 0,0 1 0,0-1 0,-1 0 0,1 0 0,0 0 0,0 0 0,0 0 0,1 3 0,2 12 0,0 0 0,2 0 0,0 0 0,0 0 0,15 27 0,-11-23 0,-5-13 0,0 0 0,0-1 0,0 1 0,1-1 0,0 0 0,0 0 0,0 0 0,1-1 0,0 1 0,0-1 0,0-1 0,1 1 0,0-1 0,-1 0 0,1-1 0,1 0 0,-1 0 0,0 0 0,1-1 0,0 0 0,-1-1 0,1 1 0,0-2 0,15 1 0,-19-1 0,1 0 0,-1 0 0,1-1 0,-1 1 0,0-1 0,1 0 0,-1-1 0,0 1 0,0-1 0,8-3 0,-10 3 0,1 0 0,-1 0 0,0 0 0,0 0 0,0 0 0,0 0 0,0-1 0,0 1 0,-1-1 0,1 1 0,-1-1 0,1 0 0,-1 1 0,0-1 0,0 0 0,0 0 0,0-4 0,0 4 0,-1 0 0,1 0 0,-1 0 0,0 0 0,0-1 0,0 1 0,-1 0 0,1 0 0,-1 0 0,1 0 0,-1 0 0,0 0 0,0 0 0,0 0 0,-1 0 0,1 0 0,-4-4 0,-1-1 0,-1 2 0,1-1 0,-1 1 0,-13-9 0,11 8 0,-12-10-85,15 11-75,-1 1 0,1 0 0,-1 0 0,0 0 0,-1 1 0,1 0 0,-14-5 0,9 6-6666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03.2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160 351 24575,'-20'-16'0,"1"-1"0,0 0 0,1-2 0,-18-24 0,30 35 0,0-1 0,1 1 0,0-1 0,1 0 0,0 0 0,0-1 0,1 1 0,0-1 0,1 0 0,0 1 0,0-1 0,1 0 0,0-18 0,2 21 12,-1 0 0,2 1 0,-1-1 0,1 0 0,0 1 0,0 0 0,1-1 0,0 1 0,3-6 0,-5 10-24,0 1 0,0-1 1,0 1-1,1 0 0,-1-1 0,0 1 0,0 0 0,1 0 1,-1 0-1,0 0 0,1 0 0,-1 0 0,1 1 0,0-1 1,-1 0-1,3 0 0,-2 1-52,0 0 0,-1 0-1,1 0 1,0 0 0,0 1 0,-1-1 0,1 1-1,0-1 1,-1 1 0,1-1 0,-1 1 0,1 0-1,-1 0 1,1 0 0,-1 0 0,1 0 0,-1 0-1,0 0 1,3 3 0,5 6-6762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03.8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57 24575,'0'2'0,"1"0"0,-1 1 0,1-1 0,0 0 0,0 0 0,-1 0 0,1 0 0,1 0 0,-1 0 0,0 0 0,2 2 0,18 19 0,-21-23 0,1 1 0,56 54 0,-52-51 0,1 1 0,-1-1 0,1-1 0,0 1 0,0-1 0,1 0 0,-1 0 0,1 0 0,7 1 0,-13-4 0,1 1 0,-1-1 0,1 0 0,-1 0 0,0 0 0,1 0 0,-1 0 0,1 0 0,-1 0 0,1 0 0,-1-1 0,0 1 0,1 0 0,-1-1 0,0 1 0,1-1 0,-1 0 0,0 1 0,0-1 0,1 0 0,-1 0 0,0 0 0,0 0 0,0 0 0,0 0 0,0 0 0,0 0 0,0 0 0,-1 0 0,1 0 0,0-1 0,-1 1 0,1 0 0,0-1 0,-1 1 0,0 0 0,1-2 0,1-6 0,-1 1 0,-1-1 0,1 1 0,-1-1 0,-1-9 0,0 7 0,1 9 0,0 0 0,0-1 0,0 0 0,0 1 0,0-1 0,-1 0 0,1 1 0,-1-1 0,0 1 0,0-1 0,-1-2 0,13 33 0,-5-18 0,2 0 0,-1 0 0,1-1 0,1 0 0,0 0 0,0-1 0,1 0 0,0-1 0,0 0 0,0 0 0,1-1 0,15 6 0,-24-11 0,-1-1 0,0 1 0,1-1 0,-1 1 0,1-1 0,-1 0 0,1 1 0,-1-1 0,1 0 0,-1 0 0,1 0 0,-1 0 0,1 0 0,-1-1 0,1 1 0,-1 0 0,1-1 0,-1 1 0,0-1 0,2 0 0,-1 0 0,0-1 0,0 1 0,-1-1 0,1 1 0,0-1 0,-1 0 0,0 0 0,1 1 0,-1-1 0,0 0 0,0 0 0,1-3 0,0 0 0,0-1 0,0 1 0,-1-1 0,1 1 0,-2-1 0,1 0 0,0 0 0,-1 1 0,0-1 0,-1-6 0,0 4-114,-1-1 1,0 1-1,0 0 0,0-1 0,-1 1 1,-1 0-1,1 1 0,-1-1 0,0 0 1,-1 1-1,-5-7 0,-1 2-6712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04.5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181 130 24575,'-14'-6'0,"-55"-23"0,62 27 0,1-1 0,-1 2 0,0-1 0,-1 1 0,1 0 0,0 1 0,-13 0 0,19 0 0,0 0 0,-1 0 0,1 0 0,0 1 0,-1-1 0,1 0 0,0 1 0,0-1 0,0 1 0,-1-1 0,1 1 0,0 0 0,0-1 0,0 1 0,0 0 0,0 0 0,0 0 0,0 0 0,1 0 0,-1 0 0,0 0 0,-1 1 0,2 0 0,-1 0 0,1 0 0,-1 0 0,1 0 0,0 0 0,-1 0 0,1 0 0,0 0 0,0 0 0,1 0 0,-1 0 0,1 3 0,2 3 0,-1 0 0,1 0 0,1 0 0,-1-1 0,9 12 0,-5-9 0,1 0 0,0 0 0,0-1 0,1 0 0,0-1 0,19 13 0,-24-18 0,1 0 0,0 0 0,0 0 0,0-1 0,0 1 0,1-1 0,-1-1 0,1 1 0,-1-1 0,1 0 0,-1 0 0,1 0 0,0-1 0,-1 0 0,1 0 0,11-2 0,-13 1 0,-1 0 0,0-1 0,1 1 0,-1-1 0,0 1 0,0-1 0,0 0 0,0 0 0,0 0 0,-1-1 0,1 1 0,-1-1 0,1 1 0,-1-1 0,0 0 0,2-4 0,1-1 0,-1-1 0,0 1 0,-1-1 0,4-17 0,-6 24 0,-1 0 0,0 1 0,1-1 0,-1 1 0,1 0 0,0-1 0,-1 1 0,1-1 0,0 1 0,0 0 0,0-1 0,0 1 0,0 0 0,0 0 0,0 0 0,0 0 0,0 0 0,1 0 0,-1 0 0,0 0 0,1 1 0,-1-1 0,0 0 0,1 1 0,-1-1 0,1 1 0,-1 0 0,4-1 0,-2 1 0,0 0 0,0 0 0,0 1 0,0-1 0,0 1 0,0 0 0,-1 0 0,1 0 0,0 0 0,0 0 0,-1 0 0,1 1 0,-1 0 0,4 2 0,15 13 0,90 70 0,-79-65 0,56 30 0,-86-51 0,33 15 0,-32-15 0,0 0 0,0 0 0,0 0 0,0-1 0,0 1 0,0-1 0,0 0 0,0 0 0,6 0 0,-8 0 0,0-1 0,-1 1 0,1 0 0,-1 0 0,1 0 0,0-1 0,-1 1 0,1 0 0,-1 0 0,1-1 0,-1 1 0,1-1 0,-1 1 0,1 0 0,-1-1 0,1 1 0,-1-1 0,0 1 0,1-1 0,-1 1 0,1-1 0,-1 1 0,0-1 0,0 0 0,1 1 0,-1-1 0,0 0 0,0-1 0,0 0 0,0 0 0,0 1 0,0-1 0,0 0 0,0 0 0,-1 0 0,1 1 0,-2-4 0,-1-3 0,-1-1 0,-10-13 0,14 21 0,-21-29 0,-2 1 0,-27-27 0,-26-34 0,67 77 0,1-1 0,0 1 0,1-1 0,-9-24 0,15 35-1365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05.1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97 407 24575,'-5'-1'0,"0"1"0,0-1 0,0 1 0,0 0 0,0 0 0,0 1 0,0 0 0,1-1 0,-1 2 0,0-1 0,-5 2 0,8-1 0,-1-1 0,1 0 0,0 1 0,0-1 0,0 1 0,0 0 0,1-1 0,-1 1 0,0 0 0,1 0 0,-1 0 0,1 0 0,0 1 0,0-1 0,0 0 0,0 0 0,0 1 0,0-1 0,0 1 0,1-1 0,-1 1 0,1-1 0,0 5 0,0 3 0,0 0 0,1-1 0,1 1 0,-1 0 0,1-1 0,1 1 0,0-1 0,0 0 0,9 17 0,5 4 0,28 40 0,-42-65 0,1-1 0,-1 0 0,1 0 0,0 0 0,0 0 0,1-1 0,-1 1 0,1-1 0,4 2 0,-8-4 0,1 0 0,-1-1 0,0 1 0,1-1 0,-1 0 0,0 1 0,1-1 0,-1 0 0,0 0 0,1 0 0,-1 0 0,0 0 0,1 0 0,-1 0 0,0 0 0,3-2 0,-2 2 0,-1-1 0,0 0 0,0 0 0,1 0 0,-1 0 0,0 0 0,0 0 0,0 0 0,0-1 0,0 1 0,0 0 0,-1 0 0,1-1 0,0 1 0,-1-1 0,1 1 0,-1 0 0,1-3 0,2-6 0,-2 1 0,1 0 0,-1-1 0,-1 1 0,1-1 0,-2 1 0,0-11 0,-16-68 0,12 63 0,-91-330 0,66 252 0,29 100 0,-1-2 0,1 0 0,-1-1 0,1 1 0,0-7 0,1 12 0,0 0 0,0 0 0,0 0 0,0 0 0,0 0 0,0 0 0,0 0 0,0 0 0,0 0 0,0 0 0,0 0 0,0-1 0,0 1 0,0 0 0,-1 0 0,1 0 0,0 0 0,1 0 0,-1 0 0,0 0 0,0 0 0,0 0 0,0 0 0,0 0 0,0 0 0,0 0 0,0 0 0,0-1 0,0 1 0,0 0 0,0 0 0,0 0 0,0 0 0,0 0 0,0 0 0,0 0 0,0 0 0,0 0 0,0 0 0,0 0 0,0 0 0,0 0 0,0 0 0,0 0 0,1 0 0,-1 0 0,0 0 0,0 0 0,0 0 0,0 0 0,0 0 0,0 0 0,0 0 0,0 0 0,0 0 0,0 0 0,0 0 0,0 0 0,0 0 0,0 0 0,1 0 0,-1 0 0,4 5 0,4 10 0,53 153 0,-32-95 0,89 210 0,-103-251-1365,-3-6-5461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06.3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62 24575,'-20'-61'0,"23"68"0,1-1 0,1 1 0,-1-1 0,1 1 0,6 4 0,-5-3 0,16 14 26,0-1-1,1 0 0,0-2 1,40 24-1,-35-26-398,-2 2 0,0 1 0,38 38 0,-53-45-6453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07.8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60 24575,'-11'-21'0,"9"16"0,-1 0 0,1 1 0,-1-1 0,0 0 0,-7-6 0,10 10 0,0 1 0,0 0 0,0 0 0,-1 0 0,1-1 0,0 1 0,0 0 0,0 0 0,0 0 0,-1 0 0,1 0 0,0-1 0,0 1 0,0 0 0,-1 0 0,1 0 0,0 0 0,0 0 0,0 0 0,-1 0 0,1 0 0,0 0 0,0 0 0,-1 0 0,1 0 0,0 0 0,0 0 0,0 0 0,-1 0 0,1 0 0,0 0 0,0 0 0,0 0 0,-1 0 0,1 0 0,0 1 0,0-1 0,0 0 0,-1 0 0,1 0 0,0 0 0,0 0 0,0 1 0,0-1 0,-1 0 0,1 0 0,0 0 0,0 0 0,0 1 0,0-1 0,0 0 0,0 0 0,0 1 0,0-1 0,-1 0 0,1 0 0,0 0 0,0 1 0,0-1 0,0 0 0,0 0 0,0 1 0,0-1 0,0 0 0,0 0 0,1 0 0,-1 1 0,0-1 0,0 18 0,15 70 0,16 75 0,-21-124 0,55 212 0,-59-213 0,-2-10 0,-4-28 0,0 0 0,0 0 0,0 0 0,0 0 0,0 0 0,0 0 0,0 0 0,0 0 0,0 0 0,0-1 0,0 1 0,0 0 0,0 0 0,0 0 0,0 0 0,1 0 0,-1 0 0,0 0 0,0 0 0,0 0 0,0 0 0,0 0 0,0 0 0,0 0 0,0 0 0,0 0 0,0 0 0,0 0 0,0 0 0,0 0 0,0 0 0,0 0 0,0 0 0,0 0 0,0 0 0,1 0 0,-1 0 0,0 0 0,0 0 0,0 0 0,0 0 0,0 0 0,0 0 0,0 1 0,0-1 0,0 0 0,0 0 0,0 0 0,0 0 0,0 0 0,0 0 0,0 0 0,0 0 0,0 0 0,0 0 0,0 0 0,0 0 0,0 0 0,0 0 0,0 0 0,0 0 0,0 0 0,0 0 0,0 0 0,0 1 0,0-1 0,0 0 0,0 0 0,3-7 0,2-8 0,-4 6 0,11-54 0,-11 56 0,2-1 0,-1 0 0,1 0 0,0 1 0,7-12 0,-9 18 0,0-1 0,0 1 0,1-1 0,-1 1 0,0-1 0,0 1 0,1 0 0,-1 0 0,1 0 0,-1 0 0,1 0 0,0 0 0,-1 0 0,1 0 0,0 1 0,-1-1 0,1 0 0,0 1 0,0 0 0,0-1 0,0 1 0,-1 0 0,1 0 0,0 0 0,0 0 0,0 0 0,0 1 0,0-1 0,-1 0 0,1 1 0,0 0 0,0-1 0,-1 1 0,1 0 0,0 0 0,2 2 0,3 1 0,0 1 0,0 0 0,-1 1 0,0-1 0,0 1 0,10 13 0,19 33 92,8 11-1549,-36-55-5369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08.4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75 24575,'-22'-11'0,"-75"-30"0,83 36 0,0 1 0,-1 0 0,1 1 0,-28-3 0,40 6 0,0 0 0,0 0 0,0 0 0,0 0 0,0 1 0,-1-1 0,1 0 0,0 1 0,0 0 0,0-1 0,0 1 0,1 0 0,-1 0 0,0 0 0,0 0 0,0 1 0,-2 1 0,2 0 0,0-1 0,0 0 0,1 1 0,-1-1 0,1 1 0,-1-1 0,1 1 0,0 0 0,0 0 0,0 0 0,0 3 0,0 4 0,0-1 0,0 0 0,1 0 0,1 0 0,-1 0 0,2 0 0,2 11 0,1 11 0,-1 0 0,-2 0 0,-1 0 0,-3 32 0,1-3 0,-7 39 0,4-77 0,2 0 0,0 0 0,1 0 0,2 0 0,3 27 0,-3-45 0,0-1 0,0 1 0,1-1 0,-1 0 0,1 1 0,0-1 0,0 0 0,0 0 0,0 0 0,0-1 0,1 1 0,-1 0 0,1-1 0,0 0 0,0 1 0,-1-1 0,2 0 0,-1 0 0,0-1 0,0 1 0,6 1 0,-1 0 0,0-1 0,1 1 0,-1-2 0,1 1 0,-1-1 0,1-1 0,0 1 0,9-2 0,-16 1 5,0 0 0,0 0 0,-1-1 0,1 1 0,0 0 0,0-1 0,0 1 0,-1-1 0,1 0 0,0 0 0,-1 1 0,1-1 0,0 0 0,-1 0 0,1-1 0,-1 1 0,0 0 0,1 0 0,-1-1 0,0 1 0,0-1 0,0 1 0,2-4 0,-2 1-170,1-1 0,-1 1 0,0-1 0,0 1 0,-1-1 0,1 0 0,-1 0 0,0-5 0,-1-3-6661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08.9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42 24575,'2'7'0,"1"0"0,1-1 0,-1 1 0,1-1 0,0 0 0,0 0 0,1 0 0,5 5 0,-8-10 0,0 1 0,0 0 0,1-1 0,-1 1 0,0-1 0,1 1 0,-1-1 0,1 0 0,-1 0 0,1 0 0,4 0 0,-6 0 0,0-1 0,0 0 0,0 0 0,0-1 0,1 1 0,-1 0 0,0 0 0,0 0 0,0-1 0,0 1 0,0 0 0,-1-1 0,1 1 0,0-1 0,0 1 0,0-1 0,0 1 0,0-1 0,-1 0 0,1 0 0,0 1 0,0-1 0,-1 0 0,1 0 0,-1 0 0,1 0 0,-1 1 0,1-1 0,-1 0 0,1 0 0,-1 0 0,0 0 0,1-2 0,17-83 0,-18 86 0,0-1 0,0 0 0,0 1 0,0-1 0,1 1 0,-1-1 0,0 0 0,0 1 0,0-1 0,1 1 0,-1-1 0,0 1 0,1-1 0,-1 1 0,0-1 0,1 1 0,-1-1 0,1 1 0,-1-1 0,1 1 0,-1 0 0,1-1 0,-1 1 0,1 0 0,-1-1 0,1 1 0,-1 0 0,1 0 0,0 0 0,-1-1 0,1 1 0,-1 0 0,1 0 0,0 0 0,-1 0 0,1 0 0,0 0 0,-1 0 0,1 0 0,-1 0 0,1 1 0,0-1 0,-1 0 0,1 0 0,-1 0 0,2 1 0,2 2 0,0 0 0,0 0 0,0 0 0,-1 1 0,4 3 0,1 1 0,6 6 62,13 19 1,-2-2-1553,-16-21-5336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09.5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 24575,'29'-4'0,"45"-3"0,-68 7 0,0 0 0,1 0 0,-1 1 0,0 0 0,0 0 0,0 0 0,0 1 0,0 0 0,7 3 0,-11-3 0,0 0 0,1 0 0,-1 0 0,-1 0 0,1 0 0,0 0 0,0 0 0,-1 0 0,1 1 0,-1-1 0,0 1 0,0-1 0,0 1 0,0 0 0,0-1 0,-1 1 0,1 4 0,2 7 0,-2 0 0,0 14 0,8 133 0,-5-112 0,-1-9 0,2 0 0,13 49 0,9-12 0,3 14 0,-29-89 0,-1-1 0,1 1 0,-1 0 0,0-1 0,0 1 0,0-1 0,0 1 0,0 0 0,0-1 0,0 1 0,0-1 0,-1 1 0,1-1 0,0 1 0,-1-1 0,0 1 0,1-1 0,-1 1 0,-1 1 0,1-2 0,0 0 0,-1 0 0,1 0 0,0 0 0,-1 0 0,1 0 0,-1 0 0,1-1 0,-1 1 0,1-1 0,-1 1 0,0-1 0,1 1 0,-1-1 0,1 0 0,-1 0 0,0 0 0,1 0 0,-3 0 0,-9-2 0,0 0 0,0 0 0,-20-7 0,19 4 0,0 1 0,-25-3 0,19 6-1365,2 1-5461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11.2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1 24575,'-5'2'0,"1"0"0,-1 1 0,1 0 0,-1 0 0,1 0 0,0 0 0,0 1 0,0 0 0,1 0 0,-1 0 0,1 0 0,0 0 0,0 1 0,0-1 0,1 1 0,0 0 0,0-1 0,0 1 0,0 0 0,1 1 0,-1-1 0,1 8 0,-1 3 0,1 1 0,1-1 0,4 31 0,-3-38 0,1 0 0,0 0 0,1 0 0,0-1 0,0 1 0,1-1 0,0 1 0,7 9 0,-10-17 0,-1 0 0,0-1 0,1 1 0,-1 0 0,1-1 0,-1 1 0,1-1 0,-1 1 0,1-1 0,-1 1 0,1-1 0,-1 1 0,1-1 0,0 0 0,-1 1 0,1-1 0,0 0 0,-1 0 0,2 1 0,-1-1 0,-1 0 0,0-1 0,1 1 0,-1 0 0,1 0 0,-1 0 0,1-1 0,-1 1 0,0 0 0,1 0 0,-1-1 0,0 1 0,1 0 0,-1-1 0,0 1 0,1 0 0,-1-1 0,0 1 0,0-1 0,1 1 0,-1 0 0,0-2 0,2-4 0,0 0 0,0 0 0,1-11 0,-1 5 0,-2 10 0,1 0 0,-1 0 0,1 0 0,-1 0 0,1 1 0,0-1 0,0 0 0,0 0 0,0 1 0,0-1 0,0 0 0,1 1 0,-1-1 0,3-2 0,-2 4 0,-1-1 0,0 1 0,1-1 0,-1 1 0,1-1 0,-1 1 0,1 0 0,-1 0 0,0 0 0,1 0 0,-1 0 0,1 0 0,-1 0 0,1 0 0,-1 0 0,1 1 0,-1-1 0,0 1 0,1-1 0,-1 1 0,2 0 0,17 8 0,21 14 0,-36-21 0,0 1 0,-1 1 0,1-1 0,-1 1 0,0-1 0,0 1 0,0 1 0,0-1 0,-1 0 0,4 6 0,-7-8 0,1 0 0,0-1 0,0 1 0,-1 0 0,1-1 0,-1 1 0,0 0 0,1 0 0,-1 0 0,0-1 0,0 1 0,0 0 0,0 0 0,-1 0 0,1 0 0,0-1 0,-1 1 0,1 0 0,-2 2 0,1-1 0,-1-1 0,0 1 0,0-1 0,0 1 0,0-1 0,0 1 0,0-1 0,0 0 0,-1 0 0,-3 2 0,-3 1 0,0 0 0,0-1 0,0 0 0,-1 0 0,1-1 0,-13 2 0,0-2 0,0-1 0,0 0 0,1-2 0,-28-3 0,24-2-1365,16 2-5461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11.7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 45 24575,'-5'-6'0,"1"1"0,-1 0 0,0 0 0,0 0 0,-11-8 0,15 13 0,0-1 0,-1 0 0,1 1 0,0-1 0,0 1 0,0-1 0,-1 1 0,1-1 0,0 1 0,0 0 0,-1 0 0,1-1 0,0 1 0,-1 0 0,1 0 0,0 1 0,-1-1 0,1 0 0,0 0 0,-1 1 0,1-1 0,0 0 0,0 1 0,-1-1 0,1 1 0,0 0 0,0-1 0,0 1 0,0 0 0,0 0 0,0 0 0,0 0 0,0 0 0,0 0 0,0 0 0,1 0 0,-1 0 0,-1 2 0,-1 2 0,0 1 0,0 0 0,0-1 0,1 1 0,-1 0 0,2 1 0,-1-1 0,1 0 0,-2 12 0,3-16 0,0 0 0,0 0 0,0 0 0,0 1 0,0-1 0,1 0 0,-1 0 0,1 0 0,-1 0 0,1 0 0,0 0 0,0 0 0,0 0 0,0-1 0,0 1 0,0 0 0,0 0 0,0-1 0,1 1 0,-1-1 0,1 1 0,-1-1 0,1 1 0,0-1 0,-1 0 0,1 0 0,0 0 0,0 0 0,0 0 0,0 0 0,0-1 0,0 1 0,2 0 0,-2-1 0,-1 0 0,1 1 0,-1-1 0,1 0 0,0 0 0,-1 0 0,1 0 0,0-1 0,-1 1 0,1 0 0,-1-1 0,1 1 0,-1-1 0,1 1 0,-1-1 0,1 0 0,-1 1 0,0-1 0,1 0 0,-1 0 0,0 0 0,0 0 0,1 0 0,-1-1 0,0 1 0,0 0 0,0 0 0,-1-1 0,1 1 0,0-1 0,0 1 0,0-3 0,2-4 0,0 0 0,-1 0 0,0-1 0,1-13 0,-3 20 0,0 1 0,0 1 0,0-1 0,0 0 0,0 0 0,0 0 0,0 1 0,0-1 0,1 0 0,-1 0 0,0 1 0,0-1 0,1 0 0,-1 0 0,0 1 0,1-1 0,-1 0 0,1 1 0,-1-1 0,1 1 0,-1-1 0,1 0 0,0 1 0,-1-1 0,1 1 0,0-1 0,0 1 0,0 0 0,0 0 0,0 0 0,0 1 0,0-1 0,-1 0 0,1 0 0,0 1 0,0-1 0,0 1 0,-1-1 0,1 0 0,0 1 0,-1 0 0,1-1 0,0 1 0,-1-1 0,2 2 0,4 6 0,0 0 0,9 15 0,-15-22 0,15 23-1365,-8-15-5461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12.1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3 24575,'-10'-1'0,"-1"0"0,0 1 0,1 0 0,-1 0 0,1 1 0,-18 4 0,26-5 0,-1 1 0,1 0 0,0 0 0,-1 0 0,1 0 0,0 0 0,0 0 0,0 1 0,0-1 0,0 0 0,0 1 0,0 0 0,0 0 0,1-1 0,-1 1 0,1 0 0,-1 0 0,1 0 0,0 1 0,-1-1 0,1 0 0,1 0 0,-1 1 0,0-1 0,0 0 0,1 1 0,-1-1 0,1 1 0,0-1 0,0 1 0,0-1 0,0 1 0,1 4 0,0-1 0,1 1 0,-1-1 0,1 0 0,1 0 0,-1 0 0,1 0 0,0 0 0,1 0 0,-1-1 0,1 1 0,7 7 0,0-1 0,0-1 0,1-1 0,21 16 0,-28-22 15,1-1 0,-1 0 0,1 0 0,0-1 0,0 1 0,0-1 0,8 1 0,-11-2-108,1 0 0,-1-1 1,0 0-1,0 1 0,1-1 0,-1-1 0,0 1 0,1 0 1,-1-1-1,0 0 0,0 1 0,0-1 0,0 0 1,1-1-1,3-2 0,3-2-6733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12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24575,'2'44'0,"15"80"0,-16-121 0,8 52 0,25 80 0,-19-104-1365,-7-19-5461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12.7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8 24575,'-2'-1'0,"-1"0"0,1 0 0,-1 0 0,1 0 0,-1 0 0,1 1 0,-1-1 0,0 1 0,1 0 0,-1 0 0,0 0 0,-4 0 0,6 1 0,-1-1 0,1 0 0,0 1 0,1-1 0,-1 1 0,0-1 0,0 1 0,0-1 0,0 1 0,0 0 0,0-1 0,1 1 0,-1 0 0,0 0 0,1 0 0,-1-1 0,0 1 0,1 0 0,-1 0 0,1 0 0,-1 0 0,1 0 0,0 0 0,-1 0 0,1 0 0,0 0 0,0 0 0,0 0 0,0 1 0,0-1 0,0 0 0,0 0 0,0 0 0,1 2 0,0 3 0,0-1 0,1 1 0,0 0 0,0-1 0,0 1 0,1-1 0,-1 0 0,2 0 0,-1 0 0,0 0 0,1 0 0,0-1 0,0 1 0,0-1 0,1 0 0,-1-1 0,8 6 0,6 2 0,0 0 0,0-1 0,33 12 0,-38-18-170,0 0-1,0-1 0,0 0 1,0-1-1,1-1 0,0 0 1,14-1-1,-15 0-6655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13.6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37 24575,'-1'2'0,"1"0"0,-1 0 0,1 0 0,-1 0 0,1 0 0,0 1 0,0-1 0,0 0 0,0 0 0,0 0 0,0 0 0,1 0 0,-1 1 0,1-1 0,-1 0 0,1 0 0,0 0 0,2 3 0,1 4 0,2 0 0,9 13 0,-10-16 0,2 3 0,0 0 0,0-1 0,1 0 0,1-1 0,-1 1 0,1-2 0,0 1 0,14 6 0,-16-9 0,1 0 0,1-1 0,-1 0 0,0 0 0,1-1 0,-1 0 0,1 0 0,0-1 0,0 0 0,0-1 0,8 0 0,-15 0 0,0 0 0,0-1 0,0 1 0,-1-1 0,1 1 0,0-1 0,0 1 0,-1-1 0,1 0 0,0 0 0,-1 0 0,1 0 0,-1 0 0,1 0 0,-1-1 0,0 1 0,3-3 0,-2 2 0,-1-1 0,1 0 0,-1 0 0,1 0 0,-1 0 0,0 0 0,0 0 0,-1 0 0,2-5 0,-1-1 0,-1 0 0,0 0 0,0 0 0,-1 1 0,0-1 0,-4-14 0,2 13 0,0 1 0,-1 0 0,0 0 0,-6-9 0,17 29 0,1 0 0,1-1 0,-1 0 0,1-1 0,21 17 0,-23-20 0,0-1 0,1 1 0,0-2 0,-1 1 0,2-1 0,-1-1 0,0 1 0,1-1 0,0-1 0,14 3 0,-21-4 0,-1-1 0,1 0 0,0 0 0,-1 0 0,1 0 0,0 0 0,0-1 0,-1 1 0,1 0 0,0-1 0,-1 1 0,1-1 0,-1 0 0,1 1 0,-1-1 0,1 0 0,-1 0 0,1 0 0,-1 0 0,0 0 0,0 0 0,1-1 0,0 0 0,-1 0 0,0 0 0,0 0 0,0 0 0,-1 0 0,1 0 0,0 0 0,-1-1 0,0 1 0,1 0 0,-1 0 0,0 0 0,0 0 0,0 0 0,0-1 0,-1 1 0,1 0 0,-1 0 0,0-3 0,-1 0 11,0-1 0,-1 1 0,1 0 0,-1 0 0,-1 0 0,1 0-1,0 1 1,-1-1 0,0 1 0,-8-6 0,2 1-382,-2 0-1,1 1 1,-16-8 0,9 7-6455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14.3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116 196 24575,'-11'-3'0,"-1"0"0,0 1 0,-14 0 0,24 2 0,0-1 0,-1 1 0,1 0 0,0 0 0,0 1 0,-1-1 0,1 0 0,0 1 0,0 0 0,-1-1 0,1 1 0,0 0 0,0 0 0,0 0 0,0 0 0,0 0 0,0 1 0,0-1 0,1 1 0,-1-1 0,0 1 0,1-1 0,-3 5 0,3-5 0,1 0 0,-1-1 0,1 1 0,0 0 0,-1 0 0,1 0 0,0 0 0,0 0 0,0-1 0,0 1 0,0 0 0,0 0 0,0 0 0,0 0 0,0 0 0,0 0 0,0 0 0,0 0 0,1-1 0,-1 1 0,0 0 0,2 1 0,-1 0 0,0-1 0,0 0 0,0 1 0,0-1 0,1 0 0,-1 0 0,0 0 0,1 1 0,-1-2 0,1 1 0,1 1 0,1-1 0,-1 1 0,0-1 0,0 0 0,1 0 0,-1 0 0,0-1 0,1 1 0,-1-1 0,1 0 0,-1 0 0,7-1 0,-8 1 0,0-1 0,0 0 0,1-1 0,-1 1 0,0 0 0,0-1 0,0 1 0,-1-1 0,1 1 0,0-1 0,0 0 0,-1 0 0,1 0 0,-1 0 0,0 0 0,0 0 0,2-3 0,-2 2 0,1 0 0,0 0 0,-1 1 0,1-1 0,0 1 0,0 0 0,0-1 0,4-2 0,-5 5 0,-1 0 0,0 0 0,1-1 0,-1 1 0,1 0 0,-1 0 0,0 0 0,1 0 0,-1 0 0,1 0 0,-1 0 0,1 0 0,-1 0 0,0 0 0,1 0 0,-1 0 0,1 0 0,-1 0 0,0 0 0,1 0 0,-1 1 0,1-1 0,-1 0 0,0 0 0,1 0 0,-1 1 0,0-1 0,1 0 0,-1 1 0,0-1 0,1 0 0,-1 1 0,0-1 0,0 0 0,1 1 0,-1-1 0,0 1 0,9 17 0,-6-12 0,-1-2 0,0 0 0,0 0 0,1 0 0,0-1 0,0 1 0,0 0 0,0-1 0,1 0 0,-1 0 0,1 0 0,0 0 0,0-1 0,0 1 0,0-1 0,0 0 0,0 0 0,1-1 0,-1 1 0,1-1 0,-1 0 0,1 0 0,-1 0 0,1-1 0,5 0 0,-3 0 0,0 0 0,0-1 0,0 0 0,0 0 0,-1-1 0,1 0 0,0 0 0,-1 0 0,1-1 0,-1 0 0,0 0 0,0-1 0,0 0 0,0 0 0,8-7 0,-11 7 0,1 0 0,-1 1 0,0-1 0,0 0 0,0 0 0,-1-1 0,1 1 0,-1-1 0,0 1 0,0-1 0,-1 0 0,1 1 0,-1-1 0,0 0 0,0 0 0,-1 0 0,1 0 0,-1 0 0,0 0 0,-1 0 0,1 0 0,-1 0 0,-2-7 0,1 5 0,-1-1 0,0 1 0,0 0 0,0 0 0,-1 1 0,0-1 0,-1 1 0,1 0 0,-10-10 0,-13-17 0,23 22 120,5 9-321,4 5-1083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14.8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149 330 24575,'-16'-6'0,"-32"-5"0,43 10 0,1 0 0,-1 1 0,1 0 0,-1 0 0,0 0 0,1 0 0,-1 1 0,1-1 0,-1 1 0,1 1 0,-1-1 0,-4 2 0,7-2 0,1 1 0,-1-1 0,1 0 0,0 0 0,-1 0 0,1 1 0,0-1 0,0 1 0,0-1 0,0 1 0,0 0 0,0-1 0,0 1 0,0 0 0,1-1 0,-1 1 0,0 0 0,1 0 0,0 0 0,-1 0 0,1-1 0,0 1 0,0 0 0,0 0 0,0 0 0,1 0 0,-1 0 0,0 0 0,2 3 0,1 4 0,-1-1 0,2 1 0,-1 0 0,9 13 0,-8-16 0,-1-1 0,1 1 0,0-1 0,1 0 0,-1 0 0,1-1 0,0 1 0,7 4 0,-10-8 0,-1 0 0,1 0 0,-1 0 0,1 0 0,-1 0 0,1-1 0,0 1 0,-1 0 0,1-1 0,0 1 0,0-1 0,-1 0 0,1 0 0,0 0 0,0 0 0,-1 0 0,1 0 0,0 0 0,0 0 0,-1-1 0,1 1 0,0-1 0,0 1 0,-1-1 0,1 0 0,-1 1 0,1-1 0,0 0 0,-1 0 0,0 0 0,1 0 0,-1-1 0,0 1 0,1 0 0,0-2 0,2-4 0,0 1 0,0 0 0,-1-1 0,0 0 0,0 1 0,-1-1 0,0-1 0,0 1 0,0 0 0,0-12 0,0-10 0,-2-37 0,0 61 0,-3-52 0,-3 1 0,-3 0 0,-15-58 0,22 113 0,2 8 0,1 14 0,11 43-455,2 1 0,38 101 0,-42-141-6371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35.7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235 1 24575,'-7'1'0,"-1"0"0,0 1 0,1 0 0,-1 0 0,1 1 0,-11 5 0,-5 2 0,-18 1 0,-10 4 0,47-13 0,-1 0 0,1 0 0,0 0 0,0 1 0,0-1 0,0 1 0,1 0 0,-7 6 0,9-7 0,-1 1 0,0-1 0,1 0 0,0 1 0,-1-1 0,1 1 0,0-1 0,0 1 0,1-1 0,-1 1 0,0 0 0,1 0 0,0-1 0,0 1 0,0 0 0,0 0 0,0-1 0,0 1 0,1 4 0,0-3 0,0-1 0,0 1 0,1 0 0,-1-1 0,1 0 0,0 1 0,-1-1 0,2 0 0,-1 0 0,0 0 0,0 0 0,1 0 0,5 4 0,3 0 0,0 0 0,1 0 0,0-1 0,0 0 0,0-1 0,18 5 0,82 15 0,-87-21 0,-18-2-151,0-1-1,0 0 0,0-1 0,0 1 1,0-1-1,-1-1 0,1 1 1,12-4-1,-9 2-6674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36.2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3 24575,'-1'0'0,"-18"-2"0,-29 1 0,43 1 0,0 1 0,0-1 0,0 1 0,0 0 0,1 0 0,-1 1 0,0-1 0,1 1 0,-1 0 0,1 0 0,-6 4 0,9-5 0,0-1 0,0 1 0,0 0 0,0-1 0,0 1 0,0 0 0,0 0 0,0 0 0,1 0 0,-1 0 0,0 0 0,0 0 0,1 0 0,-1 0 0,1 0 0,-1 1 0,1-1 0,0 0 0,-1 0 0,1 0 0,0 1 0,0-1 0,0 0 0,0 0 0,0 1 0,0-1 0,0 0 0,0 0 0,0 0 0,0 1 0,1-1 0,-1 0 0,1 0 0,-1 0 0,1 0 0,-1 1 0,1-1 0,0 0 0,-1 0 0,1 0 0,0 0 0,1 1 0,2 2 0,0-1 0,0 1 0,1-1 0,-1 0 0,1 0 0,-1-1 0,1 1 0,9 2 0,-9-3 0,1 0 0,-1-1 0,1 0 0,0 0 0,-1 0 0,1-1 0,0 1 0,7-2 0,-11 1 0,-1 0 0,1-1 0,-1 1 0,1-1 0,-1 1 0,1-1 0,-1 1 0,0-1 0,1 0 0,-1 0 0,0 1 0,1-1 0,-1 0 0,0 0 0,0 0 0,0 0 0,0-1 0,0 1 0,0 0 0,0 0 0,-1-1 0,1 1 0,0 0 0,-1-1 0,1 1 0,-1-1 0,1 1 0,-1-1 0,0 1 0,1-1 0,-1 1 0,0-1 0,0 1 0,0-1 0,-1-1 0,-2-12 0,0 0 0,4 15 0,-1-1 0,1 1 0,-1 0 0,0 0 0,1 0 0,-1 0 0,1 0 0,-1 1 0,0-1 0,1 0 0,-1 0 0,1 0 0,-1 0 0,0 0 0,1 0 0,-1 1 0,0-1 0,1 0 0,-1 0 0,0 1 0,1-1 0,-1 0 0,1 1 0,10 7 0,-10-8 0,22 19-118,-4-4 243,24 15-1,-36-26-290,-1-1 0,1 1-1,0-1 1,0-1 0,0 1 0,0-1-1,1 0 1,7 0 0,-2-1-6660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36.6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87 0 24575,'-8'2'0,"1"0"0,-1 1 0,1 0 0,0 0 0,0 0 0,1 1 0,-8 5 0,12-8 0,1 0 0,-1 1 0,0-1 0,1 0 0,-1 1 0,1-1 0,0 1 0,0 0 0,-1-1 0,1 1 0,0 0 0,0 0 0,0 0 0,1-1 0,-1 1 0,0 0 0,1 0 0,-1 0 0,1 0 0,0 0 0,0 1 0,0-1 0,0 0 0,0 0 0,0 0 0,0 0 0,1 0 0,-1 0 0,1 0 0,-1 0 0,2 2 0,2 3 0,0 1 0,1-2 0,-1 1 0,1 0 0,1-1 0,-1 0 0,13 10 0,50 34 0,-52-39 0,28 17 0,-18-11 0,37 30 0,-61-46 0,0 1 0,-1-1 0,1 1 0,-1 0 0,1 0 0,-1-1 0,2 4 0,-3-5 0,0 0 0,0 1 0,0-1 0,0 1 0,0-1 0,0 0 0,1 1 0,-1-1 0,0 1 0,0-1 0,-1 0 0,1 1 0,0-1 0,0 1 0,0-1 0,0 0 0,0 1 0,0-1 0,0 0 0,-1 1 0,1-1 0,0 0 0,0 1 0,0-1 0,-1 0 0,1 1 0,0-1 0,-1 0 0,1 0 0,0 1 0,0-1 0,-1 0 0,1 0 0,0 0 0,-1 1 0,1-1 0,-1 0 0,1 0 0,0 0 0,-1 0 0,1 0 0,0 0 0,-1 0 0,1 0 0,-1 0 0,1 0 0,0 0 0,-1 0 0,-21 2 0,0-1 0,-1-1 0,1-1 0,-43-7 0,41 4 0,-48-2-1365,59 6-5461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37.1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209 3 24575,'-18'-1'0,"1"-1"0,-1 2 0,0 1 0,0 0 0,1 1 0,-1 1 0,-24 6 0,40-8 0,0 0 0,-1 0 0,1-1 0,0 1 0,0 1 0,0-1 0,0 0 0,0 0 0,0 1 0,0-1 0,0 1 0,0 0 0,1-1 0,-1 1 0,0 0 0,1 0 0,0 0 0,-1 0 0,1 0 0,0 1 0,0-1 0,0 0 0,1 0 0,-1 1 0,0-1 0,1 0 0,0 1 0,-1-1 0,1 1 0,0-1 0,0 1 0,1-1 0,-1 0 0,0 1 0,1-1 0,-1 1 0,1-1 0,0 0 0,0 0 0,0 1 0,0-1 0,0 0 0,2 3 0,4 5 0,0 0 0,1-1 0,0 0 0,0 0 0,1-1 0,16 12 0,-2-3 0,43 22 0,-48-31-200,24 9 0,-30-13-765,6 2-5861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37.5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1 24575,'-2'0'0,"-20"4"0,-24 9 0,41-12 0,-1 1 0,1 1 0,0-1 0,0 1 0,0-1 0,0 1 0,1 1 0,-1-1 0,-8 9 0,13-11 0,-1-1 0,0 1 0,0 0 0,1 0 0,-1 0 0,1 1 0,-1-1 0,1 0 0,-1 0 0,1 0 0,0 0 0,-1 0 0,1 1 0,0-1 0,0 0 0,0 0 0,0 0 0,0 1 0,0-1 0,0 0 0,1 1 0,-1 1 0,1-1 0,0 0 0,0 0 0,0 0 0,1 0 0,-1 0 0,0 0 0,1 0 0,-1-1 0,3 3 0,3 2 0,-1-1 0,1 0 0,0-1 0,15 8 0,-8-6 0,0 0 0,21 5 0,-30-9 0,0-1 0,0 0 0,0-1 0,0 1 0,0-1 0,1 0 0,-1 0 0,0 0 0,0-1 0,9-2 0,-12 2 0,0 1 0,-1-1 0,0 0 0,1 1 0,-1-1 0,1 0 0,-1 0 0,0 0 0,0 0 0,1 0 0,-1 0 0,0 0 0,0-1 0,0 1 0,0 0 0,0 0 0,-1-1 0,1 1 0,0-1 0,0-1 0,0 0 0,-1 0 0,1 0 0,-1 0 0,1 0 0,-1 0 0,0 0 0,0-1 0,-1 1 0,0-5 0,-1 0 0,0 0 0,-1 0 0,0 0 0,0 1 0,-1 0 0,0 0 0,-5-8 0,-3 4 0,9 11 0,5 9 0,6 5-100,0 0-1,1 0 0,0-1 0,2 0 1,15 15-1,-16-16-660,0-1-6065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38.5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160 362 24575,'-20'-6'0,"-31"-5"0,46 10 0,-1 0 0,1 1 0,-1 0 0,1 0 0,0 0 0,-1 1 0,1-1 0,-1 1 0,1 1 0,0-1 0,-6 3 0,10-4 0,0 1 0,0-1 0,-1 1 0,1 0 0,0 0 0,0-1 0,0 1 0,0 0 0,1 0 0,-1 0 0,0 0 0,0 0 0,0 0 0,1 0 0,-1 0 0,0 0 0,1 1 0,-1-1 0,1 0 0,0 0 0,-1 0 0,1 2 0,0 0 0,0 0 0,0-1 0,0 1 0,0 0 0,1-1 0,-1 1 0,1 0 0,0-1 0,0 1 0,1 2 0,3 5 0,0-1 0,1 0 0,0 0 0,10 10 0,-8-9 0,1-1 0,0 0 0,1-1 0,18 13 0,-25-19 0,1 1 0,0-1 0,-1 0 0,1-1 0,0 1 0,0-1 0,0 0 0,0 0 0,0 0 0,0 0 0,1-1 0,-1 1 0,0-1 0,0 0 0,0 0 0,0-1 0,1 1 0,4-2 0,-8 1 0,1 0 0,0 1 0,-1-1 0,1 0 0,0 0 0,-1 0 0,0 0 0,1 0 0,-1 0 0,1 0 0,-1 0 0,0-1 0,0 1 0,0-1 0,0 1 0,0-1 0,1-2 0,0 1 0,-1 0 0,0 0 0,-1 0 0,1 0 0,-1 0 0,1-1 0,-1 1 0,0 0 0,0-4 0,-2-5 0,0 1 0,0 0 0,-1 0 0,-6-15 0,-112-249 0,98 224 0,13 29 0,4 9 0,0-1 0,-11-15 0,17 29 0,0 0 0,0 0 0,0 0 0,0 0 0,0 0 0,0 0 0,0 0 0,0 0 0,0-1 0,0 1 0,0 0 0,0 0 0,0 0 0,0 0 0,-1 0 0,1 0 0,0 0 0,0 0 0,0 0 0,0 0 0,0 0 0,0 0 0,0 0 0,0 0 0,0 0 0,0 0 0,0 0 0,0 0 0,-1 0 0,1 0 0,0 0 0,0 0 0,0 0 0,0 0 0,0 0 0,0 0 0,0 0 0,0 0 0,0 0 0,0 0 0,0 0 0,-1 0 0,1 0 0,0 0 0,0 0 0,0 0 0,0 0 0,0 0 0,0 0 0,0 1 0,0-1 0,0 0 0,0 0 0,0 0 0,0 0 0,0 0 0,0 0 0,0 0 0,0 0 0,0 0 0,0 0 0,0 0 0,0 0 0,0 1 0,0-1 0,0 0 0,-2 10 0,1 13 0,2 4 0,1-1 0,1 1 0,1-1 0,2 0 0,9 28 0,-9-38 0,0 0 0,1 0 0,1 0 0,0-1 0,1-1 0,0 1 0,1-2 0,1 1 0,13 12 0,-11-16 0,0 1 0,1-1 0,0-1 0,0-1 0,1 0 0,0-1 0,0 0 0,1-1 0,0-1 0,0-1 0,1 0 0,-1-1 0,1-1 0,-1 0 0,33-1 0,-42-2 0,0 1 0,0-1 0,0 0 0,0-1 0,0 0 0,0 0 0,-1 0 0,1-1 0,-1 0 0,1 0 0,-1-1 0,0 0 0,0 0 0,8-7 0,-10 7 0,-1 0 0,1-1 0,-1 1 0,0-1 0,0 1 0,0-1 0,0 0 0,-1 0 0,0 0 0,0-1 0,0 1 0,-1 0 0,0-1 0,0 1 0,0-1 0,-1 1 0,1-1 0,-1 1 0,-1-7 0,0 5 0,0 0 0,-1 0 0,0 0 0,0 0 0,-1 0 0,1 1 0,-1-1 0,-1 1 0,1 0 0,-1-1 0,-5-5 0,6 9 0,0-1 0,0 1 0,0 0 0,0 0 0,-1 0 0,1 0 0,-1 1 0,0-1 0,0 1 0,1 0 0,-2 0 0,1 0 0,0 1 0,0-1 0,0 1 0,-1 0 0,1 1 0,-1-1 0,-4 0 0,7 1 0,0 0 0,-1 1 0,1-1 0,0 0 0,0 1 0,0-1 0,-1 1 0,1 0 0,0 0 0,0 0 0,0 0 0,0 0 0,0 0 0,1 0 0,-1 1 0,0-1 0,0 1 0,-1 2 0,1-1 0,0 0 0,0 0 0,0 0 0,0 0 0,1 1 0,-1-1 0,1 1 0,0-1 0,0 1 0,0 5 0,0-1 0,0-1 0,1 1 0,0 0 0,1 0 0,-1 0 0,2-1 0,-1 1 0,1 0 0,0-1 0,4 10 0,-2-10 0,1 0 0,-1 0 0,1-1 0,1 1 0,-1-1 0,1 0 0,0 0 0,0-1 0,1 0 0,0 0 0,8 4 0,-3-1 0,1-2 0,0 0 0,1 0 0,-1-2 0,24 6 0,-23-7-682,27 0-1,-27-3-6143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39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4 24575,'8'-1'0,"1"-1"0,0 2 0,-1-1 0,1 1 0,0 0 0,-1 1 0,1 0 0,0 1 0,-1 0 0,1 0 0,-1 0 0,9 5 0,-1 1 0,-1 0 0,0 1 0,-1 0 0,0 1 0,14 15 0,-21-20 0,-1 1 0,1 1 0,-2-1 0,1 1 0,6 11 0,-11-17 0,0 0 0,0 1 0,0-1 0,-1 0 0,1 1 0,0-1 0,-1 1 0,1-1 0,-1 1 0,0 0 0,1-1 0,-1 1 0,0-1 0,0 1 0,0 0 0,0-1 0,0 1 0,-1-1 0,1 1 0,0-1 0,-1 1 0,1 0 0,-1-1 0,0 1 0,1-1 0,-1 0 0,0 1 0,0-1 0,0 0 0,0 1 0,0-1 0,0 0 0,0 0 0,0 0 0,0 0 0,-1 0 0,-1 1 0,-6 3 0,0 0 0,0-1 0,-1 0 0,1-1 0,-1 0 0,0-1 0,1 1 0,-14 0 0,-1-1 0,0-2 0,-32-2 0,50 2 0,0-1 0,0 0 0,1 0 0,-1 0 0,1-1 0,-1 0 0,1 0 0,-1-1 0,1 1 0,0-1 0,-8-6 0,11 7 0,-1 0 0,1 0 0,0 0 0,1 0 0,-1-1 0,0 1 0,1 0 0,-1-1 0,1 1 0,0-1 0,0 0 0,0 1 0,0-1 0,0 0 0,0 0 0,1 0 0,-1 1 0,1-1 0,0 0 0,0 0 0,0 0 0,0 0 0,1 0 0,-1 1 0,2-5 0,0 1 0,0 1 0,0-1 0,1 1 0,-1 0 0,1 0 0,1 0 0,-1 1 0,0-1 0,1 1 0,0 0 0,0-1 0,1 2 0,-1-1 0,7-4 0,-5 4 0,1 0 0,0 0 0,1 0 0,-1 1 0,1 0 0,-1 1 0,1-1 0,0 2 0,12-3 0,-4 3-1365,-2 1-5461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40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341 275 24575,'-43'-46'181,"-56"-60"-957,70 78 531,-50-38 0,72 61 305,1 1 0,0 0-1,-1 0 1,-10-4 0,16 7-55,0 1 1,0-1-1,0 1 1,-1 0-1,1-1 1,0 1-1,0 0 1,0 0-1,0 0 1,-1 0-1,1 0 1,0 0-1,0 0 1,0 0 0,0 0-1,0 1 1,-1-1-1,1 0 1,0 1-1,0-1 1,0 1-1,0-1 1,0 1-1,0 0 1,0-1-1,0 1 1,0 0-1,0-1 1,1 1-1,-1 0 1,0 0 0,0 0-1,1 0 1,-1 0-1,1 0 1,-2 2-1,0 3 26,0 0 0,1 0 1,-1 0-1,1 1 0,0-1 0,1 10 0,2 42 289,-1-36-276,4 38-111,3 1 1,3-2-1,34 110 0,82 166-268,-102-272 322,-22-57 20,10 28-293,3 0-1,20 35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40.2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330 31 24575,'-30'-5'0,"-12"-2"0,-3 1 0,3 1 0,3 1 0,5 2 0,4 1 0,4 1 0,2 0 0,7 0-8191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42.0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34 24575,'10'-12'0,"-8"10"0,-1 0 0,0 0 0,1 0 0,0 0 0,-1 0 0,1 1 0,0-1 0,0 1 0,0-1 0,0 1 0,3-2 0,-5 3 0,0 0 0,1 0 0,-1 0 0,1 0 0,-1 0 0,0 1 0,1-1 0,-1 0 0,0 0 0,1 0 0,-1 0 0,1 0 0,-1 0 0,0 1 0,1-1 0,-1 0 0,0 0 0,0 1 0,1-1 0,-1 0 0,0 0 0,0 1 0,1-1 0,-1 0 0,0 1 0,0-1 0,1 0 0,-1 1 0,0-1 0,0 0 0,0 1 0,0-1 0,0 0 0,0 1 0,0-1 0,0 0 0,0 1 0,0 0 0,2 17 0,-2-16 0,1 27 0,-1 3 0,1 0 0,2 0 0,10 46 0,43 160 0,-45-180 0,-3 2 0,0 64 0,-10 104-1365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42.5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83 24575,'11'-8'0,"1"1"0,0 0 0,0 1 0,1 0 0,-1 1 0,1 0 0,0 1 0,1 1 0,-1 0 0,1 1 0,0 0 0,26 0 0,10 3 0,66-8 0,22-3 0,-60 5 0,355 4 0,-2 38 0,-353-25-1365,-62-10-5461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42.9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 24575,'0'-2'0,"0"1"0,1 0 0,-1 0 0,0 0 0,1 0 0,-1 0 0,1 0 0,-1 0 0,1 0 0,-1 0 0,1 0 0,0 0 0,-1 0 0,1 1 0,0-1 0,0 0 0,-1 0 0,1 1 0,0-1 0,0 0 0,0 1 0,0-1 0,0 1 0,0-1 0,0 1 0,0 0 0,0-1 0,1 1 0,-1 0 0,1 0 0,0 0 0,1 1 0,-1 0 0,0-1 0,0 1 0,0 0 0,0 0 0,-1 0 0,1 0 0,0 1 0,0-1 0,-1 1 0,1-1 0,0 1 0,-1-1 0,2 3 0,4 4 0,-1 0 0,0 1 0,0 0 0,-1 0 0,0 0 0,-1 1 0,6 18 0,-6-12 0,-1-1 0,0 1 0,-2 0 0,1 25 0,-18 175 0,1-16 0,14-159 0,3 241 0,12-185-1365,-14-86-5461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43.3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1560 1 24575,'-226'14'0,"-18"2"0,-425 22 0,623-36 0,-248 0-270,226-2-825,55 0-5731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44.1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24575,'0'27'0,"2"69"0,0-79 0,0 0 0,1-1 0,8 29 0,10 14 0,49 99 0,-70-158-18,13 27 158,-13-25-239,0-1 0,1 1 0,-1 0 0,0-1 0,1 1-1,-1 0 1,0 0 0,0-1 0,-1 1 0,1 0 0,0-1-1,0 1 1,-1 0 0,-1 2 0,-3 5-6727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44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0 106 24575,'13'-10'0,"5"-3"0,1-2 0,-1 2 0,0 3 0,-5 1 0,-1 1 0,0 1 0,0 0 0,-2 0 0,0 1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44.5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0 24575,'-2'29'0,"-2"16"0,1 1 0,1-2 0,3-3 0,1-4 0,3-5 0,0-4 0,3-2 0,-1-2 0,1-3 0,-1-3 0,1-2 0,-1-1 0,1-3 0,-1-1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45.1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16 24575,'0'-1'0,"0"0"0,0 0 0,1 0 0,-1 0 0,0 0 0,1 0 0,-1 0 0,1 0 0,-1 0 0,1 1 0,-1-1 0,1 0 0,0 0 0,-1 0 0,2 0 0,-1 1 0,-1 0 0,0 0 0,1 1 0,-1-1 0,0 0 0,1 1 0,-1-1 0,0 0 0,0 1 0,0-1 0,1 0 0,-1 1 0,0-1 0,0 0 0,0 1 0,0-1 0,1 1 0,-1-1 0,0 0 0,0 1 0,0-1 0,0 1 0,0 0 0,2 36 0,-10 79 0,0-5 0,7-66 0,0-15 0,1-1 0,6 41 0,-5-64 9,0 0 0,1 0 0,0-1 0,0 1 0,1 0 0,-1-1 0,1 1 0,1-1 0,-1 0 0,6 6 0,3 3-316,1-1 0,16 12 0,-20-17-236,0 0-6283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45.5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0 131 24575,'15'-12'0,"0"1"0,-1-1 0,0 0 0,0-1 0,15-20 0,-29 33 0,1-1 0,0 0 0,-1 0 0,1 0 0,-1 0 0,1 0 0,-1 0 0,1-1 0,-1 1 0,0 0 0,1 0 0,-1 0 0,0 0 0,0 0 0,0-1 0,0 1 0,0-2 0,0 2 0,-1 0 0,1 1 0,0-1 0,-1 0 0,1 0 0,-1 1 0,1-1 0,-1 0 0,1 1 0,-1-1 0,1 0 0,-1 1 0,0-1 0,1 1 0,-1-1 0,0 1 0,0-1 0,1 1 0,-2-1 0,0 1 0,0-1 0,0 0 0,0 1 0,0 0 0,-1-1 0,1 1 0,0 0 0,0 0 0,0 0 0,0 0 0,0 1 0,-1-1 0,1 0 0,0 1 0,0 0 0,0-1 0,0 1 0,-2 1 0,1 0 0,0 1 0,-1-1 0,2 1 0,-1-1 0,0 1 0,0 0 0,1 0 0,0 0 0,-1 1 0,1-1 0,1 0 0,-1 1 0,0-1 0,1 1 0,0 0 0,-1 0 0,1-1 0,1 1 0,-1 0 0,1 0 0,-1 0 0,1 0 0,0 0 0,1 6 0,0-4 0,0-1 0,0 1 0,0-1 0,1 0 0,0 0 0,0 1 0,0-1 0,0 0 0,1-1 0,0 1 0,0 0 0,0-1 0,1 0 0,0 0 0,-1 0 0,1 0 0,6 4 0,-2-3 0,0 0 0,1 0 0,0-1 0,0 0 0,0-1 0,1 0 0,10 2 0,-15-4-114,-1 1-94,1-1-1,-1 0 1,1-1-1,-1 1 0,9-1 1,-3-1-6618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45.9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24575,'26'70'0,"-4"1"0,16 87 0,-36-151 0,21 94 0,-23-100-80,1 1-6,-1 0 1,1 0-1,-1 0 0,0-1 1,1 1-1,-1 0 0,0 0 1,0 0-1,-1 0 0,1 0 1,0-1-1,0 1 0,-1 0 1,-1 3-1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46.1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24575,'0'3'0,"0"2"0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46.6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21 24575,'-2'2'0,"1"0"0,0 0 0,-1 0 0,1 0 0,0 0 0,0 0 0,0 0 0,1 0 0,-1 1 0,0-1 0,1 0 0,-1 1 0,1-1 0,0 0 0,0 1 0,0-1 0,0 0 0,0 1 0,1-1 0,-1 0 0,1 0 0,-1 1 0,1-1 0,1 3 0,0-1 0,-1 0 0,1-1 0,0 1 0,0-1 0,0 1 0,0-1 0,1 0 0,-1 0 0,1 0 0,0 0 0,0-1 0,0 1 0,5 3 0,-6-5 0,-1 0 0,0-1 0,1 1 0,-1 0 0,1-1 0,-1 1 0,1-1 0,-1 1 0,1-1 0,-1 0 0,1 0 0,0 0 0,-1 0 0,1 0 0,-1 0 0,1 0 0,-1 0 0,1-1 0,0 1 0,-1 0 0,1-1 0,-1 1 0,0-1 0,1 0 0,-1 0 0,1 1 0,-1-1 0,0 0 0,0 0 0,1 0 0,-1 0 0,0-1 0,0 1 0,0 0 0,0 0 0,0-1 0,-1 1 0,1 0 0,0-1 0,0-2 0,7-8 0,-7 12 0,-1 0 0,0-1 0,1 1 0,-1 0 0,0 0 0,1 0 0,-1 0 0,0 0 0,1-1 0,-1 1 0,0 0 0,1 0 0,-1 0 0,1 0 0,-1 0 0,0 0 0,1 0 0,-1 0 0,0 0 0,1 0 0,0 1 0,1 0 0,0 0 0,0 0 0,0 1 0,-1-1 0,1 1 0,0 0 0,-1-1 0,3 4 0,1 0 0,0 1 0,0 0 0,1-1 0,0 0 0,0 0 0,1 0 0,11 6 0,-17-11 0,1 1 0,-1 0 0,0-1 0,1 1 0,-1-1 0,1 1 0,-1-1 0,1 0 0,-1 1 0,1-1 0,-1 0 0,1 0 0,-1 0 0,1 0 0,-1-1 0,1 1 0,-1 0 0,1-1 0,-1 1 0,1-1 0,-1 1 0,0-1 0,1 1 0,-1-1 0,0 0 0,0 0 0,1 0 0,-1 0 0,0 0 0,0 0 0,0 0 0,0 0 0,0 0 0,0 0 0,0-1 0,-1 1 0,1 0 0,0-1 0,-1 1 0,1 0 0,0-3 0,2-3-80,-1 1 0,0-1-1,0 0 1,-1 0 0,0 0-1,0 0 1,0 0 0,-1 0-1,0 0 1,0 0 0,-1 0 0,0 0-1,0 1 1,-1-1 0,0 0-1,-4-11 1,2 9-6746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47.0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 0 24575,'19'43'0,"-3"0"0,-1 1 0,13 68 0,-22-82 0,-2 1 0,-2-1 0,0 1 0,-2-1 0,-1 1 0,-7 39 0,7-64-50,-1 0-1,1 1 1,-1-1-1,0 0 0,0 0 1,-1 0-1,0 0 1,0-1-1,0 1 1,0-1-1,-1 0 0,0 0 1,0 0-1,-1 0 1,0-1-1,1 1 1,-1-1-1,-1-1 0,1 1 1,0-1-1,-1 0 1,0 0-1,0 0 1,0-1-1,0 0 1,-10 3-1,-1-3-6775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48.1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24575,'426'13'0,"494"17"-972,-899-30 972,2 0 0,0-1 0,0-1 0,0 0 0,42-12 0,-56 10-1203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48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134 113 24575,'2'-1'0,"-1"0"0,0-1 0,1 1 0,-1-1 0,0 1 0,0-1 0,0 1 0,0-1 0,0 0 0,0 0 0,0 1 0,-1-1 0,1 0 0,-1 0 0,1 0 0,-1 0 0,0 0 0,0 0 0,0-3 0,0 3 0,-1 0 0,1 0 0,-1 0 0,0 0 0,0 0 0,0 0 0,0 0 0,0 0 0,-1 0 0,1 0 0,0 0 0,-1 1 0,0-1 0,-2-1 0,-3-3 0,-1 1 0,0 0 0,0 0 0,0 1 0,-1 0 0,-16-6 0,20 9 0,0-1 0,0 1 0,-1 0 0,1 0 0,0 1 0,-7-1 0,11 2 0,0-1 0,1 0 0,-1 0 0,0 0 0,1 0 0,-1 0 0,0 0 0,1 1 0,-1-1 0,1 0 0,-1 1 0,0-1 0,1 0 0,-1 1 0,1-1 0,-1 0 0,1 1 0,-1-1 0,1 1 0,-1-1 0,1 1 0,-1 0 0,1 1 0,0-1 0,0 0 0,-1 0 0,1 0 0,0 1 0,0-1 0,1 0 0,-1 0 0,0 1 0,0-1 0,0 0 0,1 0 0,-1 0 0,1 0 0,-1 0 0,1 1 0,0 0 0,3 4 0,-1 0 0,1 0 0,0-1 0,1 1 0,-1-1 0,10 8 0,35 25 0,-36-30 0,-1 1 0,-1 0 0,21 21 0,-32-29 0,1-1 0,-1 1 0,1-1 0,0 1 0,-1 0 0,1 0 0,-1-1 0,0 1 0,1 0 0,-1 0 0,0-1 0,1 1 0,-1 0 0,0 0 0,0 0 0,1 0 0,-1 0 0,0-1 0,0 1 0,0 0 0,0 0 0,0 0 0,-1 0 0,1 0 0,0 0 0,-1 1 0,0-1 0,0-1 0,1 1 0,-1 0 0,0 0 0,0 0 0,0 0 0,0-1 0,0 1 0,0 0 0,0-1 0,-1 1 0,1-1 0,0 1 0,-2 0 0,-6 1 0,-1 0 0,1-1 0,-16 1 0,22-1 0,-50 0-1365,31 0-5461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49.4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1228 0 24575,'1'0'0,"-1"0"0,1 0 0,-1 0 0,1 1 0,-1-1 0,0 0 0,1 0 0,-1 0 0,1 0 0,-1 1 0,1-1 0,-1 0 0,0 0 0,1 1 0,-1-1 0,0 0 0,1 1 0,-1-1 0,0 0 0,1 1 0,-1 0 0,-7 3 0,-24 1 0,25-4 0,-256 23 0,138-15 0,-329 1 0,311-11 0,103 1 0,0-1 0,-72-12 0,94 8 120,11 1-321,6 4 172,0 0 1,0 0-1,0 0 1,0 0-1,0 0 1,0 0-1,0-1 1,0 1-1,0 0 1,0 0-1,0 0 1,0 0-1,0 0 1,0 0-1,1 0 0,-1-1 1,0 1-1,0 0 1,0 0-1,0 0 1,0 0-1,0 0 1,0 0-1,0 0 1,0 0-1,0-1 1,0 1-1,0 0 0,0 0 1,1 0-1,-1 0 1,0 0-1,0 0 1,0 0-1,0 0 1,0 0-1,0 0 1,0 0-1,1 0 1,-1 0-1,0 0 1,0 0-1,0 0 0,0 0 1,9-2-6798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49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464 140 24575,'-264'-98'0,"179"70"0,55 14 0,50 40 0,8-2 0,50 35 0,-13-13 0,-60-42 0,-1 0 0,1 0 0,-1 1 0,0-1 0,0 1 0,0 0 0,-1 0 0,5 9 0,-8-13 0,1 1 0,0-1 0,-1 0 0,0 1 0,1-1 0,-1 1 0,0-1 0,0 1 0,0-1 0,0 1 0,0-1 0,0 0 0,0 1 0,0-1 0,-1 1 0,0 2 0,0-3 0,0 1 0,0-1 0,0 0 0,0 1 0,0-1 0,0 0 0,-1 0 0,1 0 0,0 0 0,-1 0 0,1 0 0,-1 0 0,1 0 0,-1-1 0,1 1 0,-1 0 0,0-1 0,-1 1 0,-15 2 0,1 0 0,-1-1 0,0-1 0,1-1 0,-21-2 0,0 1 0,-63 0-1365,75 0-5461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50.7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81 62 24575,'-2'-16'0,"2"9"0,-1 0 0,0 0 0,-1 0 0,-3-11 0,4 19 0,-1 4 0,1 5 0,1-9 0,-6 32 0,-14 51 0,2-10 0,9-27 10,2 1 0,3 0 0,2 87 0,9-53-257,22 114-1,60 235 157,-83-402 200,-2 0 0,0 0 1,-2 0-1,-3 53 0,1-81-113,0 1-1,0-1 0,0 0 0,-1 0 1,1 0-1,0 0 0,0 0 0,-1 0 1,1 0-1,-1 0 0,1 1 0,-1-1 1,0-1-1,1 1 0,-1 0 1,-1 2-1,1-3 14,1 0-1,-1 0 1,1 1 0,-1-1-1,1 0 1,-1 0 0,0 0-1,1 0 1,-1 0 0,1 0 0,-1 0-1,0 0 1,1 0 0,-1 0-1,1 0 1,-1 0 0,1 0-1,-1 0 1,0 0 0,1-1 0,-1 1-1,0-1 1,-3-1-221,0-1 0,0 0 0,0 0-1,1 0 1,0 0 0,-4-5 0,-2-3-6614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51.4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23 146 24575,'-2'-3'0,"0"0"0,-1 0 0,1 0 0,0 0 0,0 0 0,0 0 0,1-1 0,-1 1 0,1 0 0,-2-6 0,3 8 0,0 0 0,0 0 0,0 0 0,-1 0 0,1 0 0,0-1 0,0 1 0,0 0 0,1 0 0,-1 0 0,0 0 0,0 0 0,0 0 0,1 0 0,-1 0 0,1 0 0,-1 0 0,1 0 0,-1 0 0,1 0 0,0 0 0,-1 0 0,1 0 0,0 1 0,-1-1 0,1 0 0,0 1 0,0-1 0,0 0 0,0 1 0,0-1 0,0 1 0,0-1 0,0 1 0,0-1 0,0 1 0,2 0 0,10-2 0,1 0 0,-1 1 0,1 1 0,23 2 0,0 0 0,467-2 0,-216-14 0,80-6 0,-243 12 0,20-11 0,-95 11 0,-37 6-1365,-1 1-5461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52.0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 24575,'31'-4'0,"14"-1"0,47 0 0,-90 5 0,0 0 0,-1 0 0,1 0 0,0 0 0,-1 0 0,1 0 0,0 1 0,-1-1 0,1 1 0,-1-1 0,1 1 0,-1 0 0,3 1 0,-4-1 0,1-1 0,-1 1 0,1 0 0,-1-1 0,0 1 0,1 0 0,-1 0 0,0 0 0,0-1 0,1 1 0,-1 0 0,0 0 0,0 0 0,0 0 0,0 0 0,0-1 0,0 1 0,0 0 0,-1 0 0,1 0 0,0 0 0,0-1 0,-1 1 0,1 0 0,0 0 0,-1-1 0,0 2 0,-4 11 0,1 0 0,0 0 0,1 0 0,1 0 0,-2 25 0,4 70 0,2-46 0,-2 472 0,-1-517 0,-5 29 0,4-35 0,0-1 0,1 1 0,0 0 0,1 0 0,0 0 0,4 21 0,-2-24 0,-1 0 0,1 0 0,-2 0 0,1 0 0,-1 0 0,0 0 0,0 0 0,-1 0 0,0 0 0,-1 0 0,1-1 0,-2 1 0,-4 13 0,-10 36-1365,13-48-5461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52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2437 0 24575,'-115'24'0,"-125"19"0,159-33 0,-82 0 0,-427-9-506,271-2 306,90-7 501,-14 1 46,231 8-339,1 0 0,0 1-1,-1 0 1,-17 7 0,17-6-3,0 1 0,0-2-1,-23 3 1,-158-4 204,96-2-1783,77 1-5252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53.0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36 24575,'-1'-3'0,"-1"-2"0,0-1 0,-1 1 0,0 0 0,-3-6 0,4 10 0,1 6 0,2 6 0,6 21 0,1-1 0,15 39 0,31 60 0,-41-102 0,1 3 0,-5-11 0,0 0 0,-1 1 0,9 38 0,-16-53 30,0 0 0,0 0 0,-1 13 0,0-17-92,0-1 0,0 1 0,0-1 0,-1 0 1,1 1-1,0-1 0,-1 0 0,1 1 0,-1-1 0,0 0 0,1 1 0,-1-1 1,0 0-1,0 0 0,1 0 0,-1 0 0,0 0 0,0 0 0,-1 0 0,1 0 1,0 0-1,0 0 0,-2 0 0,-6 3-6764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53.4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0 316 24575,'26'0'0,"41"-1"0,-60 1 0,0-1 0,0-1 0,0 1 0,0-1 0,0 0 0,12-6 0,-18 8 0,0-1 0,0 0 0,0 1 0,0-1 0,0 1 0,0-1 0,0 0 0,-1 0 0,1 1 0,0-1 0,0 0 0,-1 0 0,1 0 0,-1 0 0,1 0 0,-1 0 0,1 0 0,-1 0 0,1 0 0,-1 0 0,0 0 0,0 0 0,1 0 0,-1-1 0,0 1 0,0 0 0,0 0 0,0 0 0,0 0 0,-1 0 0,1 0 0,0-1 0,0 1 0,-1-1 0,-2-4 0,0 0 0,0 0 0,0 1 0,-8-11 0,3 5 0,-65-106 0,69 111 0,0-1 0,1 0 0,0 0 0,-4-12 0,6 16 0,1 0 0,-1 0 0,0 0 0,1 0 0,0 0 0,0 0 0,0 0 0,0 0 0,0 0 0,0 0 0,1 0 0,-1 0 0,1 0 0,1-3 0,-2 5 0,0 1 0,0 0 0,0 0 0,0 0 0,0 0 0,0 0 0,1 0 0,-1-1 0,0 1 0,0 0 0,0 0 0,0 0 0,0 0 0,0 0 0,0 0 0,0 0 0,0-1 0,0 1 0,1 0 0,-1 0 0,0 0 0,0 0 0,0 0 0,0 0 0,0 0 0,0 0 0,1 0 0,-1 0 0,0 0 0,0 0 0,0 0 0,0 0 0,0 0 0,0 0 0,1 0 0,-1 0 0,0 0 0,0 0 0,0 0 0,0 0 0,4 6 0,0 10 0,-3-15 0,10 46-151,2-1-1,2 0 0,2-1 0,2 0 1,2-2-1,2 0 0,1-1 1,39 48-1,-57-81-6674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54.0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11 24575,'1'0'0,"-1"0"0,0-1 0,0 1 0,0 0 0,0-1 0,0 1 0,0-1 0,0 1 0,0-1 0,0 1 0,0 0 0,0-1 0,0 1 0,0 0 0,0-1 0,0 1 0,-1-1 0,1 1 0,0 0 0,0-1 0,0 1 0,-1 0 0,1-1 0,0 1 0,0 0 0,-1-1 0,1 1 0,-1-1 0,-6 9 0,-6 19 0,5-3 0,1 1 0,1 0 0,2 1 0,0-1 0,2 1 0,0 0 0,2 0 0,1 0 0,1 0 0,1-1 0,1 1 0,1-1 0,2 0 0,0 0 0,2-1 0,1 0 0,0 0 0,17 24 0,-20-36 0,1 0 0,1 0 0,0-1 0,0 0 0,1-1 0,1 0 0,-1 0 0,2-1 0,-1-1 0,1 0 0,19 9 0,-3-2-1365,-17-10-5461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54.5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58 187 24575,'14'-5'0,"-2"2"0,0-1 0,-1 0 0,1-1 0,-1-1 0,13-7 0,-23 12 0,1-1 0,0 1 0,-1 0 0,1-1 0,-1 1 0,1-1 0,-1 1 0,0-1 0,1 1 0,-1-1 0,0 0 0,0 0 0,0 0 0,0 0 0,-1 0 0,1 0 0,-1 0 0,1 0 0,-1 0 0,1 0 0,-1 0 0,0 0 0,0 0 0,0 0 0,0 0 0,-1 0 0,1 0 0,0 0 0,-1 0 0,0 0 0,1 0 0,-1 0 0,0 0 0,0 0 0,0 0 0,0 1 0,0-1 0,-2-2 0,-2-3 0,-1 0 0,1 1 0,-1 0 0,-1 0 0,1 0 0,-11-7 0,13 10 0,0 1 0,0-1 0,0 1 0,0 0 0,0 0 0,-1 1 0,1-1 0,0 1 0,-1 0 0,0 0 0,1 0 0,-1 0 0,-7 1 0,10 0 0,0 1 0,0 0 0,0 0 0,0 0 0,0 0 0,0 0 0,0 0 0,0 0 0,0 1 0,0-1 0,1 0 0,-1 1 0,0 0 0,1-1 0,-1 1 0,1 0 0,0 0 0,0 0 0,0 0 0,0 0 0,0 0 0,0 0 0,0 0 0,1 0 0,-1 1 0,0 1 0,-1 4 0,1 0 0,0-1 0,0 1 0,1 0 0,0-1 0,2 13 0,-1-12 0,2 0 0,-1 0 0,1 0 0,0 0 0,1-1 0,-1 1 0,2-1 0,-1 0 0,1 0 0,0 0 0,0-1 0,1 0 0,0 0 0,8 6 0,-1-1 0,1-1 0,0 0 0,1-1 0,0-1 0,30 13 0,-38-19 24,0 1 0,0-2 0,0 1 0,9 0 0,-13-1-138,0-1 0,-1 0-1,1 0 1,0 0 0,0 0 0,0-1-1,0 1 1,0-1 0,0 0 0,-1 0-1,1 0 1,5-3 0,1-2-6712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54.9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1 24575,'-10'2'0,"-5"1"0,-4 0 0,1 0 0,2 1 0,1 1 0,2-2 0,-1 0 0,-1 1 0,-2 1 0,0-2 0,0 0 0,4-2-8191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55.4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0 24575,'2'10'0,"-1"-1"0,1 0 0,1 1 0,0-1 0,0 0 0,7 13 0,-1 1 0,72 159 0,-50-116 0,-22-48 0,-1 2 0,-1-1 0,9 39 0,-16-57 0,0 0 0,0 0 0,0 0 0,0 0 0,1 0 0,-1 0 0,0 0 0,-1 0 0,1 0 0,0 0 0,0 0 0,0 0 0,-1 0 0,1 0 0,0 0 0,-1 0 0,1 0 0,-1 0 0,1 0 0,-2 1 0,1-1 0,0-1 0,0 1 0,0-1 0,1 1 0,-1-1 0,0 1 0,0-1 0,0 0 0,0 1 0,0-1 0,0 0 0,0 0 0,0 0 0,0 0 0,0 0 0,0 0 0,-2 0 0,-2-1 0,0-1 0,0 1 0,0-1 0,0 0 0,0 0 0,-8-5 0,1-1 0,0-1 0,0 0 0,1 0 0,1-1 0,-14-15 0,19 18 0,-1 0 0,1-1 0,0 1 0,1-1 0,0 0 0,0-1 0,1 1 0,0 0 0,-4-18 0,6 22-59,1 0 0,0 1-1,0-1 1,0 0-1,0 0 1,1 1 0,-1-1-1,1 0 1,0 1 0,0-1-1,0 0 1,1 1 0,-1-1-1,1 1 1,0 0-1,0 0 1,0-1 0,0 1-1,1 1 1,-1-1 0,1 0-1,3-2 1,2-2-6767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55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24575,'0'2'0,"0"4"0,0 3 0,3 5 0,0 2 0,0 1 0,0-2-8191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56.2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36 24575,'-1'1'0,"0"-1"0,0 0 0,0 1 0,0-1 0,0 1 0,1 0 0,-1-1 0,0 1 0,0-1 0,1 1 0,-1 0 0,1 0 0,-1-1 0,0 1 0,1 0 0,-1 0 0,1 0 0,0 0 0,-1 0 0,1 0 0,0 0 0,0 0 0,-1-1 0,1 3 0,0-1 0,1 0 0,-1 0 0,0 0 0,1 0 0,-1 0 0,1 0 0,0 0 0,0-1 0,0 1 0,0 0 0,1 2 0,4 3 0,0 1 0,0-1 0,14 12 0,-11-11 0,1 0 0,-1-1 0,2 1 0,-1-2 0,1 0 0,0 0 0,0-1 0,1 0 0,18 4 0,-29-8 0,0-1 0,0 0 0,0 0 0,1 0 0,-1 0 0,0 0 0,0 0 0,0 0 0,0 0 0,0 0 0,0-1 0,0 1 0,0 0 0,1-1 0,-1 1 0,0 0 0,0-1 0,0 0 0,-1 1 0,1-1 0,0 1 0,1-2 0,-1 0 0,0 1 0,0-1 0,0 1 0,0-1 0,0 0 0,0 0 0,0 1 0,-1-1 0,1 0 0,-1 0 0,1-4 0,0-4 0,-1 0 0,0-1 0,-3-18 0,2 24 0,0 0 0,0-15 0,1 20 0,0-1 0,0 1 0,0 0 0,0 0 0,0 0 0,0-1 0,0 1 0,0 0 0,0 0 0,1 0 0,-1-1 0,0 1 0,0 0 0,0 0 0,0 0 0,0 0 0,0-1 0,1 1 0,-1 0 0,0 0 0,0 0 0,0 0 0,1 0 0,-1 0 0,0 0 0,0-1 0,0 1 0,1 0 0,9 5 0,-1 1 0,3 4 0,26 14 0,-34-21 0,1-1 0,-1 0 0,1 0 0,0-1 0,0 0 0,-1 0 0,1 0 0,0 0 0,0-1 0,6 1 0,-10-1-3,0 0-1,1 0 1,-1-1-1,0 1 1,1 0-1,-1-1 1,0 1-1,0 0 1,0-1-1,1 0 1,-1 1-1,0-1 1,0 0-1,0 1 1,0-1-1,0 0 1,0 0-1,0 0 1,-1 0-1,1 0 1,0 0-1,1-1 1,-1-1 23,0 1 0,0-1 0,0 0 0,0 0 0,0 1 0,-1-1 0,1 0 0,-1 0 0,0-5 0,0 2-185,0-1 0,-1 0 0,0 1 0,0 0 0,-1-1 0,0 1 0,0 0 0,-4-9 0,0 5-6661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2:57.7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1 224 24575,'37'-2'0,"63"-11"0,-61 7 0,55-3 0,400 9 0,-230 1 0,-235-3 0,0-1 0,0-1 0,35-10 0,28-4 0,-64 15 0,1 2 0,30 3 0,-26-1 0,34-3 0,-28-5 0,-29 5 0,1 0 0,15-1 0,-15 2 0,-1 1 0,1 0 0,-1 1 0,0 0 0,1 1 0,13 3 0,-77-37 0,13 12 0,1-3 0,-41-30 0,79 53 0,1 0 0,-1-1 0,1 1 0,-1-1 0,0 1 0,1-1 0,-1 1 0,1-1 0,-1 1 0,1-1 0,-1 1 0,1-1 0,0 0 0,-1 1 0,1-1 0,0 0 0,-1 1 0,1-1 0,0 0 0,0 1 0,0-1 0,-1-1 0,7 0 0,5 6 0,9 7 0,-1 2 0,-1 0 0,18 17 0,3 1 0,17 10 0,-29-23 0,35 31 0,-60-48 0,0 1 0,-1-1 0,1 1 0,-1 0 0,0 0 0,0-1 0,2 5 0,-2-6 0,-1 1 0,0-1 0,0 0 0,0 1 0,0-1 0,0 1 0,0-1 0,0 0 0,0 1 0,0-1 0,0 1 0,0-1 0,-1 0 0,1 1 0,0-1 0,0 1 0,0-1 0,0 0 0,-1 1 0,1-1 0,0 0 0,0 1 0,-1-1 0,1 0 0,0 0 0,0 1 0,-1-1 0,1 0 0,0 0 0,-1 1 0,1-1 0,0 0 0,-1 0 0,1 0 0,-1 1 0,1-1 0,0 0 0,-1 0 0,1 0 0,-1 0 0,1 0 0,0 0 0,-1 0 0,1 0 0,-1 0 0,0 0 0,-15 1 0,-1 0 0,-25-1 0,-19-1 0,-30 15-1365,67-9-5461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00.4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 24575,'0'0'0,"0"0"0,0 0 0,-1 0 0,1 0 0,0 0 0,0 0 0,0 1 0,-1-1 0,1 0 0,0 0 0,0 0 0,0 0 0,0 1 0,-1-1 0,1 0 0,0 0 0,0 0 0,0 1 0,0-1 0,0 0 0,0 0 0,0 1 0,0-1 0,-1 0 0,1 0 0,0 1 0,0-1 0,0 0 0,0 0 0,0 1 0,0-1 0,0 0 0,0 0 0,1 1 0,-1-1 0,0 0 0,0 0 0,0 0 0,0 1 0,0-1 0,0 0 0,0 0 0,1 1 0,-1-1 0,0 0 0,0 0 0,0 0 0,0 0 0,1 1 0,-1-1 0,8 13 0,1-2 0,0-1 0,1 0 0,0 0 0,1-1 0,19 13 0,65 34 0,-7-5 0,-14 0 0,-73-50-60,-5-4 210,-8-3-1605,4 1-5371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01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21 24575,'1'-6'0,"1"-6"0,-4 10 0,-3 6 0,0 2 0,-1 1 0,1 0 0,0 0 0,1 1 0,0 0 0,0 0 0,1 0 0,-5 16 0,1 6 0,-5 34 0,7-34 0,-2 0 0,-1 0 0,-13 32 0,52-103 0,-10 8 0,-2-1 0,28-71 0,-40 85 0,5-26 0,-11 44-32,-1 3 103,0 7-1019,0-7 492,0 8-6370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02.9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 24575,'-1'2'0,"-1"0"0,1 1 0,-1-1 0,1 0 0,0 1 0,0-1 0,0 1 0,0-1 0,0 1 0,1 0 0,-1-1 0,1 1 0,-1 0 0,1 4 0,0 1 0,1 0 0,0 0 0,2 14 0,0-12 0,0 0 0,0-1 0,1 1 0,1-1 0,-1 0 0,1 0 0,1 0 0,0-1 0,0 0 0,0 0 0,1 0 0,0-1 0,10 8 0,-10-10 0,0 0 0,0 0 0,1-1 0,0 0 0,0 0 0,0 0 0,0-1 0,0-1 0,1 1 0,0-1 0,-1-1 0,1 0 0,0 0 0,0-1 0,13 0 0,-20 0 0,1-1 0,-1 1 0,1 0 0,-1-1 0,0 0 0,1 1 0,-1-1 0,0 0 0,0 0 0,0 0 0,0-1 0,1 1 0,-2 0 0,1-1 0,0 0 0,3-3 0,-3 2 0,0 0 0,0 0 0,0 0 0,-1 0 0,1 0 0,-1 0 0,0-1 0,0 1 0,0 0 0,0-6 0,0-5 0,-1 1 0,0-1 0,-1 1 0,-5-23 0,-1-27 0,11 78 0,0 0 0,10 21 0,-3-6 0,60 136 0,-44-107 0,34 106 0,-57-153 0,1 4 0,-1 0 0,2 19 0,-5-31 0,-1 0 0,0 0 0,0 0 0,0 0 0,0 0 0,-1 0 0,1 0 0,-1 0 0,0 0 0,0 0 0,-1-1 0,1 1 0,-1 0 0,-3 4 0,3-6 0,0 1 0,0-1 0,0-1 0,0 1 0,-1 0 0,1 0 0,-1-1 0,0 0 0,1 1 0,-1-1 0,0 0 0,0 0 0,1 0 0,-1-1 0,0 1 0,0-1 0,0 0 0,0 1 0,0-1 0,0-1 0,0 1 0,-3-1 0,-2 0 0,0 0 0,0-1 0,0 0 0,0 0 0,1-1 0,-1 0 0,-6-4 0,2 0 0,1 0 0,1 0 0,-1-1 0,1 0 0,0-1 0,-14-16 0,22 22 0,0 1 0,0-1 0,0 0 0,0 0 0,0 0 0,1 0 0,-1 0 0,1 0 0,0-1 0,0 1 0,0 0 0,0-1 0,1 1 0,-1 0 0,1-1 0,0 1 0,0-1 0,0 1 0,1 0 0,-1-1 0,1 1 0,0-1 0,0 1 0,0 0 0,0 0 0,0 0 0,1-1 0,-1 1 0,1 0 0,2-3 0,1 1 9,0-1 1,0 1-1,0 0 0,0 0 0,1 1 1,-1-1-1,1 1 0,1 1 0,-1-1 0,0 1 1,1 0-1,12-4 0,-3 3-306,-1 1 0,1 0 0,0 1 0,26 0 0,-23 2-6529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26.5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779 2 24575,'16'-1'0,"16"0"0,-30 1 0,0 0 0,0 1 0,0-1 0,0 0 0,0 1 0,0-1 0,0 1 0,0 0 0,0-1 0,-1 1 0,3 2 0,-3-3 0,-1 0 0,0 0 0,0 0 0,0 0 0,0 1 0,0-1 0,0 0 0,0 0 0,0 0 0,0 0 0,0 1 0,-1-1 0,1 0 0,0 0 0,0 0 0,0 0 0,0 1 0,0-1 0,0 0 0,0 0 0,0 0 0,0 0 0,0 0 0,-1 1 0,1-1 0,0 0 0,0 0 0,0 0 0,0 0 0,0 0 0,-1 0 0,1 0 0,0 0 0,0 0 0,0 1 0,0-1 0,-1 0 0,1 0 0,0 0 0,0 0 0,0 0 0,0 0 0,-1 0 0,1 0 0,0 0 0,0 0 0,0 0 0,-1 0 0,1-1 0,-13 4 0,12-3 0,-373 45 0,301-39 0,-58 3 0,-109-10-1365,226 1-5461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27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7 142 24575,'13'-7'0,"0"0"0,0 1 0,1 1 0,0 1 0,26-6 0,15-6 0,-47 14 0,59-24 0,-61 23 0,0 0 0,-1 0 0,0 0 0,1-1 0,-1 0 0,0 0 0,-1 0 0,1 0 0,3-6 0,-7 10 0,-1-1 0,0 1 0,1 0 0,-1-1 0,0 1 0,1 0 0,-1-1 0,0 1 0,0-1 0,0 1 0,1 0 0,-1-1 0,0 1 0,0-1 0,0 1 0,0-1 0,0 1 0,0-1 0,0 1 0,0-1 0,0 1 0,0 0 0,0-1 0,0 1 0,0-1 0,0 1 0,0-1 0,0 1 0,-1-1 0,1 0 0,-1 1 0,0 0 0,1-1 0,-1 1 0,0 0 0,1-1 0,-1 1 0,0 0 0,0 0 0,1 0 0,-1 0 0,0 0 0,0-1 0,1 1 0,-2 1 0,-3-1 0,1 0 0,0 1 0,-1 0 0,1 0 0,-5 2 0,-1 2 0,0 1 0,0 1 0,-13 11 0,-17 11 0,28-21 0,-1-2 0,0 0 0,1 0 0,-2-1 0,-24 5 0,32-8 0,0-1 0,-1 1 0,-10 5 0,14-6 0,1 0 0,0 0 0,0 0 0,0 1 0,0-1 0,1 1 0,-1-1 0,0 1 0,1 0 0,-1 0 0,1 0 0,-1 0 0,-1 3 0,3-4 0,0 0 0,0-1 0,-1 1 0,1-1 0,0 1 0,0 0 0,0-1 0,0 1 0,0 0 0,0-1 0,1 1 0,-1 0 0,0-1 0,0 1 0,0-1 0,0 1 0,1 0 0,-1-1 0,0 1 0,1-1 0,-1 1 0,0-1 0,1 1 0,-1-1 0,1 1 0,-1-1 0,1 1 0,-1-1 0,1 0 0,-1 1 0,1-1 0,-1 0 0,1 1 0,0-1 0,-1 0 0,1 0 0,-1 0 0,1 1 0,0-1 0,0 0 0,32 7 0,-27-6 0,125 18 0,81 18 0,-181-28-1365,-22-4-5461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29.3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34 24575,'0'-1'0,"-2"0"0,1 0 0,-1-1 0,1 1 0,0-1 0,-1 1 0,1-1 0,0 1 0,0-1 0,0 0 0,0 0 0,0 0 0,0 1 0,1-1 0,-1 0 0,0 0 0,1-2 0,0 3 0,0 1 0,0 0 0,0 0 0,1 0 0,-1 0 0,0-1 0,0 1 0,0 0 0,1 0 0,-1 0 0,0 0 0,0 0 0,1 0 0,-1 0 0,0 0 0,0 0 0,1 0 0,-1 0 0,0 0 0,0 0 0,1 0 0,-1 0 0,0 0 0,0 0 0,1 0 0,-1 0 0,0 0 0,0 0 0,1 0 0,-1 0 0,0 0 0,0 1 0,0-1 0,1 0 0,-1 0 0,0 0 0,0 0 0,1 1 0,9 5 0,1 4 0,0 1 0,-1 0 0,0 0 0,0 1 0,11 19 0,8 9 0,-10-11 0,-15-22 0,0-1 0,0 0 0,0 0 0,1 0 0,7 7 0,-12-13 0,1 1 0,-1-1 0,0 0 0,1 0 0,-1 0 0,1 0 0,-1 1 0,0-1 0,1 0 0,-1 0 0,1 0 0,-1 0 0,0 0 0,1 0 0,-1 0 0,1 0 0,-1 0 0,0 0 0,1 0 0,-1-1 0,1 1 0,-1 0 0,0 0 0,1 0 0,-1 0 0,1-1 0,-1 1 0,0 0 0,1 0 0,-1-1 0,0 1 0,0 0 0,1 0 0,-1-1 0,0 1 0,1 0 0,-1-1 0,0 1 0,0-1 0,0 1 0,0 0 0,1-1 0,-1 1 0,0 0 0,0-1 0,9-24 0,-8 20 0,3-8 0,-2-1 0,3-25 0,-3 23 0,5-26 0,-7 42 0,0-1 0,0 1 0,0-1 0,0 1 0,0-1 0,1 1 0,-1-1 0,0 1 0,0-1 0,0 1 0,1-1 0,-1 1 0,0-1 0,1 1 0,-1 0 0,0-1 0,1 1 0,-1-1 0,0 1 0,1 0 0,-1-1 0,1 1 0,-1 0 0,1-1 0,0 1 0,-1 0 0,1 1 0,-1-1 0,1 0 0,-1 0 0,1 0 0,-1 1 0,1-1 0,-1 0 0,1 1 0,-1-1 0,1 0 0,-1 1 0,0-1 0,1 0 0,-1 1 0,0-1 0,1 1 0,-1 0 0,15 28 0,-14-27 0,134 275 0,-114-239 0,-12-19 0,25 50 0,-30-59 0,-1-1 0,0 0 0,0 1 0,-1 0 0,1 17 0,-3-26 0,0 1 0,0 0 0,0 0 0,0 0 0,0-1 0,0 1 0,-1 0 0,1 0 0,-1-1 0,0 1 0,1 0 0,-1-1 0,0 1 0,0 0 0,0-1 0,0 1 0,0-1 0,-2 3 0,0-2 0,1-1 0,0 1 0,0-1 0,-1 0 0,1 0 0,-1 1 0,1-2 0,-1 1 0,0 0 0,1 0 0,-5 0 0,-4-1 0,0 1 0,0-1 0,0-1 0,1 0 0,-14-3 0,16 2 0,-1 0 0,1-1 0,0 0 0,0 0 0,0-1 0,0 0 0,1 0 0,-1-1 0,1 0 0,0-1 0,0 1 0,-7-9 0,11 11 0,0-1 0,0 0 0,0 0 0,0 0 0,0 0 0,1-1 0,0 1 0,-1-1 0,2 1 0,-1-1 0,1 0 0,-1 0 0,1 1 0,1-1 0,-1 0 0,1 0 0,0 0 0,0 0 0,0 0 0,0 0 0,1 0 0,2-8 0,-2 9-68,1 1 0,-1-1-1,1 1 1,0 0 0,-1 0 0,1 0-1,1 0 1,-1 0 0,0 0 0,1 0-1,-1 1 1,1-1 0,0 1 0,0 0-1,0 0 1,0 0 0,0 0-1,1 1 1,5-3 0,4 0-6758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29.9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262 51 24575,'-19'-7'0,"-8"-3"0,-1 0 0,0 2 0,-39-6 0,63 13 0,0 1 0,0 0 0,1 0 0,-1 0 0,0 1 0,0-1 0,0 1 0,1 0 0,-1 0 0,0 0 0,1 0 0,-1 1 0,1 0 0,-1 0 0,1 0 0,0 0 0,-6 5 0,7-5 0,0 0 0,0 0 0,0 1 0,0-1 0,1 1 0,-1-1 0,1 1 0,0-1 0,-1 1 0,1 0 0,1 0 0,-1 0 0,0 0 0,1 0 0,-1 0 0,1 0 0,0 0 0,0 0 0,0-1 0,0 1 0,1 0 0,-1 0 0,2 5 0,2 1 0,0 0 0,0-1 0,1 1 0,0-1 0,0 0 0,1-1 0,0 1 0,7 6 0,16 22 0,-15-17 0,-1 1 0,-1 1 0,-1 0 0,-1 0 0,-1 1 0,0 1 0,-2-1 0,-1 1 0,6 43 0,-11-58 0,0-1 0,0 1 0,1-1 0,0 1 0,5 12 0,-6-18 0,0 0 0,1 0 0,-1 0 0,0 0 0,1 0 0,-1 0 0,1-1 0,-1 1 0,1 0 0,0-1 0,0 1 0,0-1 0,0 0 0,0 0 0,0 0 0,0 0 0,0 0 0,1 0 0,-1 0 0,0-1 0,0 1 0,5 0 0,25 0 0,36-2 0,-13-1 0,-43 2-227,1-1-1,-1 0 1,0-1-1,0 0 1,18-6-1,-17 3-6598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30.4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24575,'0'6'0,"1"0"0,0 0 0,0 1 0,1-1 0,0 0 0,0 0 0,0 0 0,6 9 0,-1-2 0,1-1 0,15 20 0,-18-27 0,0 1 0,0-1 0,1-1 0,-1 1 0,1-1 0,0 0 0,0 0 0,11 5 0,-15-8 0,0 0 0,0-1 0,-1 1 0,1-1 0,0 1 0,0-1 0,0 1 0,0-1 0,0 0 0,0 0 0,0 0 0,0 0 0,0-1 0,0 1 0,0 0 0,0-1 0,-1 1 0,1-1 0,0 0 0,0 1 0,0-1 0,-1 0 0,1 0 0,0 0 0,-1 0 0,1-1 0,-1 1 0,1 0 0,-1-1 0,0 1 0,0-1 0,1 1 0,-1-1 0,0 0 0,0 1 0,1-4 0,1-3 0,0 1 0,-1-2 0,1 1 0,-2 0 0,2-10 0,-2 9 0,1 0 0,0 0 0,6-15 0,-8 23 0,1 0 0,-1 0 0,1 0 0,-1 0 0,1 1 0,0-1 0,-1 0 0,1 0 0,0 1 0,0-1 0,-1 0 0,1 1 0,0-1 0,0 1 0,0-1 0,0 1 0,0-1 0,0 1 0,0 0 0,0 0 0,0-1 0,0 1 0,0 0 0,0 0 0,0 0 0,0 0 0,0 0 0,0 0 0,0 0 0,0 0 0,0 1 0,0-1 0,0 0 0,0 0 0,1 2 0,5 0 0,1 2 0,-2-1 0,13 8 0,-10-5 0,164 93 0,-161-91-1365,-2-1-5461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30.9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91 24575,'2'-4'0,"8"-10"0,1 0 0,15-15 0,-23 26 0,0 0 0,-1 1 0,1-1 0,0 1 0,0 0 0,0 0 0,1 0 0,-1 0 0,0 1 0,1-1 0,0 1 0,-1 0 0,1 0 0,-1 0 0,1 0 0,7 0 0,-7 2 0,-1 0 0,1 0 0,-1 0 0,0 1 0,1-1 0,-1 1 0,0-1 0,0 1 0,0 0 0,0 1 0,-1-1 0,1 0 0,0 1 0,-1-1 0,0 1 0,4 5 0,3 6 0,0 0 0,8 16 0,56 121 0,43 78 0,-40-97 0,-75-130 0,0 1 0,1-1 0,-1 1 0,0-1 0,0 1 0,-1-1 0,1 1 0,0 0 0,-1-1 0,0 1 0,1 0 0,-1 4 0,-1-6 0,1 0 0,0 0 0,-1 1 0,1-1 0,-1 0 0,1 0 0,-1 0 0,1 0 0,-1 0 0,0 0 0,1 0 0,-1 0 0,0 0 0,0 0 0,0 0 0,0-1 0,0 1 0,0 0 0,0-1 0,0 1 0,0 0 0,0-1 0,0 1 0,0-1 0,-1 0 0,1 1 0,0-1 0,0 0 0,-2 0 0,-7 1 39,0 0-1,-21-2 0,22 1-408,-1-1 0,1 2 0,-15 1 0,12 1-6456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37.1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488 1 24575,'20'4'0,"-20"-4"0,0 0 0,0 0 0,0 0 0,1 0 0,-1 0 0,0 0 0,0 0 0,0 1 0,0-1 0,0 0 0,1 0 0,-1 0 0,0 0 0,0 0 0,0 0 0,0 0 0,0 1 0,0-1 0,1 0 0,-1 0 0,0 0 0,0 0 0,0 0 0,0 1 0,0-1 0,0 0 0,0 0 0,0 0 0,0 0 0,0 1 0,0-1 0,0 0 0,0 0 0,-9 5 0,-27 4 0,-1-2 0,-55 3 0,-76-5 0,16-6-1365,135 1-5461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37.4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461 0 24575,'-30'3'0,"-11"0"0,-5 2 0,4 1 0,4-1 0,5 1 0,5 0 0,1 1 0,3-1 0,1-1 0,-1 1 0,-1-1 0,1 0 0,2-2 0,3-2 0,4 0-8191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37.8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24575,'17'22'0,"1"-1"0,1-1 0,0-1 0,41 31 0,-24-26 0,2-2 0,54 25 0,85 22 0,-171-67 0,0-1 0,-1 1 0,1 0 0,-1 1 0,0-1 0,0 1 0,6 4 0,-11-7 0,1 1 0,-1-1 0,0 0 0,1 1 0,-1-1 0,0 1 0,1-1 0,-1 1 0,0-1 0,0 1 0,0-1 0,1 1 0,-1-1 0,0 1 0,0-1 0,0 1 0,0-1 0,0 1 0,0-1 0,0 1 0,0-1 0,0 1 0,0-1 0,0 1 0,0-1 0,0 1 0,-1-1 0,1 1 0,0-1 0,0 1 0,-1-1 0,1 1 0,0-1 0,0 1 0,-1-1 0,1 0 0,-1 1 0,1-1 0,0 0 0,-1 1 0,1-1 0,-1 0 0,1 1 0,0-1 0,-2 0 0,-23 15 0,22-13 0,-118 51 0,71-33 0,-59 33 0,43-15-1365,56-31-5461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38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403 15 24575,'0'-1'0,"0"1"0,1-1 0,-1 1 0,0-1 0,0 1 0,1-1 0,-1 1 0,0-1 0,0 1 0,0-1 0,0 1 0,1-1 0,-1 1 0,0-1 0,0 1 0,0-1 0,0 1 0,0-1 0,0 1 0,-1-1 0,1 1 0,0-1 0,0 1 0,0-1 0,-1 0 0,1 1 0,-1 0 0,1 0 0,-1 0 0,1 0 0,-1 0 0,1 0 0,-1 0 0,1 0 0,-1 0 0,1 0 0,-1 0 0,1 0 0,-1 1 0,1-1 0,-1 0 0,1 0 0,-1 1 0,1-1 0,0 0 0,-1 0 0,1 1 0,-1-1 0,1 1 0,0-1 0,-1 1 0,-26 21 0,-2-2 0,-32 18 0,33-23 0,-48 18 0,-11 4 0,81-33 0,0-1 0,1 1 0,-1 0 0,1 0 0,0 0 0,0 1 0,0 0 0,1 0 0,0 0 0,0 0 0,0 1 0,0-1 0,1 1 0,0 0 0,0 0 0,1 0 0,0 1 0,0-1 0,0 1 0,1-1 0,0 1 0,-1 9 0,2-14 0,0-1 0,0 1 0,0 0 0,0-1 0,1 1 0,-1 0 0,0-1 0,1 1 0,-1 0 0,1-1 0,-1 1 0,1-1 0,0 1 0,0-1 0,-1 1 0,1-1 0,0 0 0,1 1 0,-1-1 0,0 0 0,0 0 0,0 0 0,1 0 0,-1 0 0,0 0 0,1 0 0,2 1 0,2 0 0,1 0 0,0 0 0,-1-1 0,1 0 0,10 1 0,-2-1 0,95 11 0,52 7 0,-113-11 0,60 18 0,-104-25-341,1 1 0,-1 0-1,9 5 1,-5-1-6485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39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16 24575,'0'-1'0,"-1"0"0,1 1 0,0-1 0,0 0 0,-1 1 0,1-1 0,0 0 0,0 1 0,0-1 0,-1 0 0,1 1 0,0-1 0,0 0 0,0 0 0,1-1 0,-1 2 0,0 0 0,0 0 0,0 0 0,0-1 0,1 1 0,-1 0 0,0 0 0,0 0 0,0-1 0,1 1 0,-1 0 0,0 0 0,0 0 0,1 0 0,-1 0 0,0 0 0,0 0 0,1 0 0,-1-1 0,0 1 0,0 0 0,1 0 0,-1 0 0,0 0 0,1 0 0,-1 0 0,0 1 0,25 6 0,-20-5 0,99 38 0,50 18 0,33 12 0,-171-67 0,-16-3 0,0 0 0,1 0 0,-1 0 0,0 0 0,0 0 0,1 0 0,-1-1 0,0 1 0,0 0 0,1 0 0,-1 0 0,0 0 0,0-1 0,0 1 0,0 0 0,1 0 0,-1-1 0,0 1 0,0 0 0,0 0 0,0-1 0,0 1 0,0 0 0,0 0 0,1-1 0,-1 1 0,0 0 0,0 0 0,0-1 0,0 1 0,0 0 0,0 0 0,0-1 0,0 1 0,-1 0 0,1-1 0,0 1 0,0 0 0,0 0 0,0-1 0,0 1 0,0 0 0,0 0 0,-1 0 0,1-1 0,0 1 0,0 0 0,0 0 0,-1-1 0,-11-19-1365,4 12-5461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40.2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247 117 24575,'-4'-52'0,"2"36"0,1 1 0,1-17 0,0 32 0,0 0 0,0 0 0,-1 0 0,1 0 0,0 0 0,0 0 0,0-1 0,0 1 0,0 0 0,0 0 0,0 0 0,0 0 0,0 0 0,0 0 0,0 0 0,0 0 0,-1 0 0,1 0 0,0 0 0,0 0 0,0 0 0,0 0 0,0 0 0,0 0 0,0 0 0,0 0 0,0 0 0,-1 0 0,1 0 0,0 0 0,0 0 0,0 0 0,0 0 0,0 0 0,0 0 0,0 0 0,0 0 0,0 0 0,0 0 0,-1 0 0,1 0 0,0 0 0,0 0 0,0 0 0,0 0 0,0 0 0,0 1 0,0-1 0,0 0 0,0 0 0,0 0 0,0 0 0,0 0 0,0 0 0,0 0 0,0 0 0,0 0 0,0 1 0,-11 7 0,-10 14 0,20-20 0,-48 47 0,22-23 0,-36 45 0,55-59 0,1 0 0,-10 21 0,11-19 0,-14 22 0,14-31 0,8-9 0,-2 4 0,0-1 0,0 1 0,0 0 0,1-1 0,-1 1 0,0 0 0,0-1 0,1 1 0,-1 0 0,0 0 0,1-1 0,-1 1 0,0 0 0,1 0 0,-1 0 0,0-1 0,1 1 0,-1 0 0,0 0 0,1 0 0,-1 0 0,1 0 0,-1 0 0,0 0 0,1 0 0,-1 0 0,0 0 0,1 0 0,-1 0 0,1 0 0,-1 0 0,0 0 0,1 0 0,-1 0 0,1 0 0,-1 0 0,0 1 0,1-1 0,-1 0 0,0 0 0,1 0 0,-1 1 0,0-1 0,0 0 0,1 1 0,1 3 0,1-1 0,-1 1 0,0 0 0,-1 0 0,1 0 0,-1 0 0,0 1 0,0-1 0,1 6 0,1 5 0,5 11 0,2 0 0,0-1 0,1 0 0,2-1 0,0 0 0,2-1 0,1-1 0,0 0 0,25 24 0,-31-34-341,1-1 0,1-1-1,22 17 1,-26-22-6485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40.6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1 24575,'-6'2'0,"1"0"0,0 1 0,1 0 0,-1 0 0,0 0 0,1 0 0,0 1 0,0-1 0,0 1 0,0 0 0,0 1 0,-3 4 0,3-2 0,0 0 0,1 0 0,0 1 0,0-1 0,0 1 0,1-1 0,-2 15 0,2-3 0,1 0 0,1 0 0,0 0 0,2 0 0,0 0 0,6 25 0,-1-17 0,2 0 0,0 0 0,16 29 0,46 72 0,-65-118-136,0-1-1,1 0 1,0 0-1,0-1 1,1 0-1,0 0 1,1-1-1,-1 0 0,15 9 1,-11-9-6690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41.1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1 203 24575,'33'-15'0,"0"2"0,-2-2 0,0-2 0,50-34 0,-79 50 0,-1 0 0,1 0 0,-1-1 0,1 1 0,-1-1 0,1 1 0,-1-1 0,0 0 0,0 1 0,0-1 0,0 0 0,0 0 0,0 0 0,0 0 0,0 0 0,-1 0 0,1 0 0,-1 0 0,0 0 0,1 0 0,-1 0 0,0 0 0,0 0 0,0 0 0,-1-3 0,0 3 0,0 0 0,0 0 0,0-1 0,0 1 0,0 0 0,-1 0 0,1 0 0,-1 0 0,0 0 0,1 0 0,-1 1 0,0-1 0,0 1 0,0-1 0,0 1 0,0 0 0,0-1 0,-1 1 0,1 0 0,-4-1 0,1 1 0,1 0 0,-1 0 0,1 0 0,-1 0 0,1 1 0,-1 0 0,0 0 0,1 0 0,-1 1 0,1-1 0,-1 1 0,0 0 0,1 0 0,0 1 0,-1-1 0,1 1 0,0 0 0,0 0 0,-7 5 0,5-2 0,0-1 0,1 1 0,0 0 0,0 0 0,0 0 0,1 0 0,0 1 0,0 0 0,0 0 0,0 0 0,1 1 0,-3 9 0,4-12 0,1 1 0,0-1 0,0 1 0,0 0 0,1 0 0,0-1 0,0 1 0,0 0 0,0 0 0,1-1 0,0 1 0,1 7 0,1-5 0,0-1 0,0 1 0,0 0 0,0-1 0,1 0 0,0 0 0,8 9 0,0-3 0,0-1 0,0 0 0,1 0 0,1-2 0,0 1 0,21 10 0,-23-16 0,0 1 0,0-2 0,0 1 0,0-2 0,1 0 0,-1 0 0,1-1 0,-1-1 0,1 0 0,-1 0 0,1-1 0,-1-1 0,1 0 0,23-8 0,-5-3-1365,-18 6-5461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41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0 24575,'1'1'0,"-1"-1"0,1 0 0,0 1 0,0-1 0,0 0 0,0 1 0,0-1 0,-1 1 0,1 0 0,0-1 0,0 1 0,-1-1 0,1 1 0,0 0 0,-1 0 0,1-1 0,-1 1 0,1 1 0,11 18 0,-11-17 0,54 110 0,45 78 0,-82-161 0,-1 0 0,16 42 0,-33-72 0,1 1 0,-1 0 0,0-1 0,1 1 0,-1-1 0,0 1 0,0 0 0,0-1 0,1 1 0,-1 0 0,0-1 0,0 1 0,0 0 0,0 0 0,0-1 0,-1 1 0,1 0 0,0-1 0,0 1 0,0 0 0,-1-1 0,1 1 0,0-1 0,0 1 0,-1 0 0,1-1 0,-1 2 0,0-2 0,0 1 0,0-1 0,-1 1 0,1-1 0,0 1 0,0-1 0,0 0 0,0 0 0,0 0 0,0 1 0,-1-1 0,1 0 0,0 0 0,-2-1 0,-4 0 0,0 0 0,0-1 0,0 0 0,-8-3 0,-13-7 0,1-1 0,-41-27 0,57 33 0,0-1 0,1 0 0,0-1 0,1 0 0,0-1 0,0 0 0,1 0 0,-10-18 0,16 26 0,1-1 0,0 1 0,0 0 0,0-1 0,0 1 0,0-1 0,0 1 0,1-1 0,-1 1 0,1-1 0,0 1 0,-1-1 0,1 0 0,1 1 0,-1-6 0,1 6 0,0 0 0,0 0 0,0 0 0,0 0 0,1 0 0,-1 0 0,0 0 0,1 1 0,-1-1 0,1 1 0,0-1 0,-1 1 0,1-1 0,0 1 0,0 0 0,0 0 0,0 0 0,3-1 0,9-4 5,-1 2-1,1 0 1,0 1-1,0 0 1,1 1 0,17 0-1,19-3-1401,-35 2-5429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41.9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24575,'5'-5'0,"2"3"0,-1 5 0,-1 6 0,-2 5 0,0 4 0,-2 2 0,-1-3-8191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42.4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1 112 24575,'0'0'0,"1"0"0,-1 0 0,1 0 0,0 0 0,-1 0 0,1 1 0,-1-1 0,1 0 0,0 0 0,-1 0 0,1 0 0,-1 1 0,1-1 0,-1 0 0,1 1 0,-1-1 0,1 0 0,-1 1 0,1-1 0,-1 0 0,1 1 0,0 0 0,16 13 0,5 4 0,0-1 0,26 15 0,-38-26 0,1 0 0,0-1 0,0 0 0,1-1 0,-1 0 0,1-1 0,17 3 0,-26-6 0,-1 1 0,1-1 0,0 0 0,0 0 0,-1 0 0,1-1 0,0 1 0,0-1 0,-1 1 0,1-1 0,0 0 0,-1 0 0,1 0 0,-1 0 0,1-1 0,-1 1 0,4-4 0,-3 3 0,-1-1 0,0 1 0,0-1 0,0 0 0,0 0 0,0 0 0,0 0 0,-1 0 0,0 0 0,1 0 0,-1 0 0,0-1 0,0-4 0,-1 9 0,0 1 0,0 0 0,0-1 0,0 1 0,0 0 0,1-1 0,-1 1 0,0 0 0,1-1 0,0 1 0,-1-1 0,1 1 0,0-1 0,-1 1 0,3 1 0,0 2 0,0-1 0,1 0 0,0 0 0,7 6 0,-1-2 0,0-1 0,1 0 0,0-1 0,12 5 0,-17-8 0,0-1 0,0 0 0,1 0 0,-1 0 0,0-1 0,1 0 0,-1 0 0,1-1 0,-1 0 0,1 0 0,6-1 0,-10 0 0,1 1 0,-1-1 0,0 0 0,0 0 0,0-1 0,0 1 0,-1-1 0,1 1 0,0-1 0,-1 0 0,1 0 0,-1 0 0,1 0 0,-1-1 0,0 1 0,0-1 0,0 1 0,0-1 0,-1 0 0,1 1 0,-1-1 0,1 0 0,-1 0 0,1-4 0,0-4 0,0 0 0,0-1 0,-1 1 0,-1-1 0,0 1 0,0-1 0,-1 1 0,-1 0 0,0-1 0,0 1 0,-8-20 0,8 25-91,0 1 0,-1 0 0,0 0 0,0 0 0,0 1 0,0-1 0,-1 1 0,0 0 0,0 0 0,0 0 0,0 0 0,-1 1 0,1 0 0,-8-4 0,1 1-6735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42.8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24575,'14'5'0,"0"1"0,0 1 0,0 0 0,-1 1 0,0 0 0,0 1 0,-1 0 0,0 1 0,-1 1 0,0-1 0,-1 2 0,17 22 0,-8-4 0,-2 1 0,-1 0 0,-1 1 0,16 51 0,-13-33 0,35 113 0,-39-112 0,10 65 0,-22-108 0,-2 0 0,1 0 0,-1 0 0,0 0 0,-1 1 0,0-1 0,0 0 0,-4 14 0,3-17 0,0 1 0,-1-1 0,1 0 0,-1 0 0,0-1 0,0 1 0,-1 0 0,1-1 0,-1 0 0,0 0 0,0 0 0,-1-1 0,-6 6 0,2-4-273,0 0 0,0-1 0,0 0 0,-11 3 0,-4 0-6553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44.1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24575,'1'-2'0,"0"0"0,1 1 0,0-1 0,-1 1 0,1 0 0,0 0 0,0 0 0,0 0 0,-1 0 0,1 0 0,3-1 0,-4 2 0,0 0 0,0 0 0,0 0 0,0 0 0,-1 0 0,1 1 0,0-1 0,0 0 0,0 0 0,0 1 0,0-1 0,0 0 0,-1 1 0,1-1 0,0 1 0,0-1 0,0 1 0,-1 0 0,1-1 0,0 1 0,-1 0 0,1-1 0,-1 1 0,1 0 0,-1 0 0,1 0 0,0 0 0,5 12 0,0-1 0,-1 1 0,0 0 0,4 20 0,5 10 0,13 24 0,3-1 0,3-2 0,76 110 0,-49-95 133,-15-21-1631,-38-48-5328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44.3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332 0 24575,'-29'2'0,"-13"2"0,-1-1 0,4-1 0,7 0 0,5-1 0,6 0 0,1-1 0,1 0 0,2 2 0,2 2 0,0-1 0,3-1-8191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44.8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24575,'8'36'0,"1"0"0,1-1 0,2-1 0,2 0 0,1-1 0,1 0 0,22 32 0,64 78 0,-79-115 0,1-1 0,51 44 0,-74-70 0,0 0 0,0-1 0,0 1 0,-1 0 0,1 0 0,0-1 0,0 1 0,0-1 0,0 1 0,1-1 0,-1 1 0,0-1 0,0 0 0,0 1 0,0-1 0,0 0 0,0 0 0,1 0 0,-1 0 0,0 0 0,0 0 0,0 0 0,0 0 0,0-1 0,1 1 0,1-1 0,-2 0 0,0 0 0,0 0 0,0 0 0,1-1 0,-1 1 0,-1 0 0,1-1 0,0 1 0,0-1 0,0 1 0,-1-1 0,1 1 0,-1-1 0,1 0 0,-1 1 0,1-1 0,-1 1 0,0-4 0,0-5 0,0-1 0,0 0 0,-1 1 0,-5-21 0,4 18 0,-1 0 0,1-20 0,2 31 0,-1 1 0,1 0 0,0 0 0,1 0 0,-1-1 0,0 1 0,0 0 0,0 0 0,1 0 0,-1-1 0,1 1 0,-1 0 0,1 0 0,-1 0 0,1 0 0,0 0 0,-1 0 0,1 0 0,0 0 0,1-1 0,-1 1 0,1 1 0,-1-1 0,0 1 0,0-1 0,0 1 0,0 0 0,1 0 0,-1-1 0,0 1 0,0 0 0,1 0 0,-1 0 0,0 0 0,0 1 0,1-1 0,1 1 0,4 1 0,0 1 0,1 0 0,-1 0 0,12 9 0,61 47 0,-56-39 0,0-2 0,29 16 0,-25-22-1365,-16-8-5461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45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1 24575,'-13'1'0,"0"1"0,0 0 0,1 1 0,-1 1 0,1 0 0,-15 7 0,23-9 0,1 0 0,-1 0 0,1 0 0,0 1 0,0-1 0,0 1 0,1 0 0,-1 0 0,1 0 0,-1 0 0,-1 3 0,3-3 0,-1-1 0,1 1 0,0 0 0,1 0 0,-1 0 0,0 0 0,1 0 0,0-1 0,-1 1 0,1 0 0,0 0 0,0 0 0,1 0 0,-1 0 0,1 0 0,0 3 0,2 0 0,-1 0 0,1 0 0,0 0 0,0-1 0,0 1 0,1-1 0,0 0 0,0 0 0,0-1 0,1 1 0,-1-1 0,7 5 0,1 0 0,1 0 0,1-1 0,24 12 0,-33-18 0,-1 0 0,1 0 0,-1 0 0,1-1 0,0 0 0,0 0 0,0 0 0,0-1 0,0 0 0,0 0 0,0 0 0,0 0 0,6-2 0,-8 1 0,0 0 0,0 0 0,0 0 0,0-1 0,0 1 0,0-1 0,-1 0 0,1 0 0,-1 0 0,1 0 0,-1 0 0,0-1 0,0 1 0,0-1 0,0 1 0,0-1 0,-1 0 0,1 1 0,-1-1 0,1 0 0,0-5 0,0 2 0,-1 1 0,0 0 0,-1 0 0,1-1 0,-1 1 0,0-1 0,0 1 0,-1 0 0,1-1 0,-1 1 0,-1 0 0,1 0 0,-1 0 0,0 0 0,0 0 0,-5-9 0,7 14 0,0-1 0,0 1 0,0 0 0,0-1 0,0 1 0,0 0 0,0 0 0,-1-1 0,1 1 0,0 0 0,0 0 0,0 0 0,0-1 0,-1 1 0,1 0 0,0 0 0,0 0 0,0-1 0,-1 1 0,1 0 0,0 0 0,0 0 0,-1 0 0,1 0 0,0-1 0,0 1 0,-1 0 0,1 0 0,0 0 0,-1 0 0,1 0 0,0 0 0,0 0 0,-1 0 0,-3 10 0,3 18 0,1-27 0,0 6 10,1-1 0,0 0 0,0 0 0,1 0 0,-1 0 0,1 0 0,1 0 0,-1 0 0,1 0 0,0-1 0,5 8 0,-2-4-258,1 0 1,1-1-1,-1 1 1,2-1-1,12 10 1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45.6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22 24575,'-3'-3'0,"0"1"0,0-1 0,0 0 0,0 1 0,-1 0 0,-4-3 0,7 4 0,1 1 0,-1 0 0,1 0 0,-1 0 0,1 0 0,-1-1 0,1 1 0,-1 0 0,1 0 0,-1 0 0,1 0 0,-1 0 0,0 0 0,1 0 0,-1 1 0,1-1 0,-1 0 0,1 0 0,-1 0 0,1 0 0,-2 1 0,2 0 0,-1 0 0,1-1 0,-1 1 0,1 0 0,-1 0 0,1 0 0,-1 0 0,1-1 0,-1 1 0,1 0 0,0 0 0,0 0 0,-1 0 0,1 0 0,0 0 0,0 0 0,0 1 0,0 8 0,0 0 0,1 0 0,0 0 0,1 0 0,3 12 0,19 52 0,-14-48 0,67 170 0,-15-47 0,-55-131-1365,-1-3-5461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45.7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297 40 24575,'-30'-7'0,"-11"-3"0,-5 1 0,2 1 0,2 3 0,4 4 0,6 3 0,9 0-8191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46.3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24575,'57'193'0,"-24"-97"0,52 106 0,-81-194 0,0 0 0,10 12 0,-13-18 0,0-1 0,0 0 0,0 1 0,0-1 0,0 0 0,1 0 0,-1 0 0,0 0 0,0 0 0,1 0 0,-1 0 0,1 0 0,-1-1 0,1 1 0,-1 0 0,1-1 0,-1 1 0,1-1 0,0 0 0,-1 1 0,1-1 0,2 0 0,-3 0 0,0-1 0,0 1 0,0-1 0,-1 1 0,1-1 0,0 0 0,0 1 0,0-1 0,-1 0 0,1 1 0,-1-1 0,1 0 0,0 0 0,-1 0 0,1 1 0,-1-1 0,1 0 0,-1 0 0,0 0 0,0 0 0,1 0 0,-1 0 0,0 0 0,0-1 0,2-27 0,-2 25 0,-1-53 0,1-34 0,0 90 0,0 0 0,0 0 0,0 0 0,0 0 0,0 0 0,0-1 0,1 1 0,-1 0 0,0 0 0,1 0 0,-1 0 0,1 0 0,-1 0 0,1 0 0,0 0 0,-1 0 0,1 0 0,0 1 0,0-1 0,-1 0 0,1 0 0,0 1 0,0-1 0,0 0 0,0 1 0,0-1 0,0 1 0,0-1 0,0 1 0,0 0 0,0-1 0,0 1 0,1 0 0,-1 0 0,0 0 0,0-1 0,0 1 0,0 1 0,0-1 0,0 0 0,1 0 0,-1 0 0,0 0 0,0 1 0,1 0 0,5 1 0,0 0 0,0 1 0,0 0 0,0 1 0,9 6 0,69 55 0,-37-27 0,-19-15-69,-17-12-190,1-1 0,0 0 0,1-1-1,18 9 1,-20-14-6567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46.8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130 4 24575,'-14'-2'0,"1"1"0,-20 1 0,28 0 0,1 1 0,0-1 0,-1 1 0,1 0 0,0 0 0,0 0 0,0 1 0,0 0 0,0 0 0,0 0 0,-6 3 0,9-4 0,0 0 0,0 0 0,0 1 0,0-1 0,0 0 0,0 0 0,0 0 0,0 1 0,0-1 0,1 0 0,-1 1 0,1-1 0,-1 1 0,1-1 0,-1 1 0,1-1 0,-1 3 0,1-1 0,0 0 0,1 0 0,-1 0 0,0 0 0,1 0 0,0 0 0,0 0 0,1 4 0,4 4 0,-1-1 0,1 0 0,12 14 0,-17-23 0,4 7 0,2 2 0,1-1 0,-1 1 0,1-2 0,10 9 0,-17-16 0,1 1 0,-1-1 0,1 0 0,0 0 0,-1 0 0,1 1 0,0-2 0,0 1 0,0 0 0,0 0 0,0-1 0,0 1 0,0-1 0,0 1 0,0-1 0,0 0 0,0 0 0,0 0 0,0 0 0,0 0 0,0 0 0,0-1 0,0 1 0,0-1 0,0 1 0,0-1 0,-1 0 0,1 0 0,0 0 0,3-2 0,-3 2 0,-1-1 0,1 0 0,0 0 0,-1 0 0,1 0 0,-1-1 0,1 1 0,-1 0 0,0 0 0,0-1 0,0 1 0,-1-1 0,1 1 0,0-1 0,-1 1 0,0-1 0,1-4 0,-1 3 0,0-1 0,0 1 0,-1 0 0,1-1 0,-1 1 0,0 0 0,0 0 0,0 0 0,-4-7 0,15 31 0,-5-9 0,1 1 0,14 19 0,4-4-1365,-13-15-5461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47.1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35 24575,'-8'-4'0,"-5"-3"0,-1 1 0,-21-7 0,33 12 0,-1 0 0,0 0 0,0 1 0,0-1 0,0 1 0,0-1 0,0 1 0,0 0 0,0 1 0,0-1 0,0 0 0,0 1 0,0-1 0,0 1 0,0 0 0,1 0 0,-1 0 0,-5 3 0,7-2 0,-1-1 0,1 1 0,-1 0 0,1 0 0,0-1 0,-1 1 0,1 0 0,0 0 0,0 0 0,1 0 0,-1 0 0,0 1 0,1-1 0,-1 0 0,1 0 0,0 0 0,-1 1 0,1-1 0,0 0 0,1 0 0,-1 0 0,1 4 0,1 5 0,0 0 0,8 22 0,-9-29 0,9 24 0,1 0 0,1 0 0,2-1 0,0 0 0,2-1 0,37 46 0,-50-69 0,-1 0 0,0 0 0,1 0 0,-1 0 0,3 6 0,-5-8 0,0-1 0,0 1 0,0-1 0,0 1 0,1-1 0,-1 1 0,0 0 0,0-1 0,0 1 0,0-1 0,0 1 0,0-1 0,-1 1 0,1 0 0,0-1 0,0 1 0,0-1 0,0 1 0,-1-1 0,1 1 0,0-1 0,0 1 0,-1-1 0,1 1 0,-1-1 0,1 1 0,0-1 0,-1 0 0,1 1 0,-1-1 0,1 0 0,-1 1 0,1-1 0,-1 0 0,1 1 0,-1-1 0,1 0 0,-1 0 0,1 0 0,-1 0 0,1 1 0,-1-1 0,0 0 0,1 0 0,-1 0 0,1 0 0,-2 0 0,-20 2 0,0-1 0,-40-4 0,39 2 0,-11-2-1365,4 0-5461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48.2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86 24575,'1'0'0,"-1"-1"0,0 0 0,0 0 0,1 1 0,-1-1 0,0 0 0,1 0 0,-1 1 0,1-1 0,-1 0 0,1 1 0,-1-1 0,1 1 0,-1-1 0,1 1 0,0-1 0,0 0 0,15-9 0,-12 8 0,12-6 0,-1 1 0,1 0 0,1 1 0,30-7 0,71-6 0,-111 18 0,-1 1 0,0-1 0,1 1 0,-1 0 0,1 1 0,10 2 0,-15-3 0,0 1 0,0 0 0,0-1 0,-1 1 0,1 0 0,0 0 0,-1 0 0,1 0 0,-1 0 0,1 0 0,-1 1 0,1-1 0,-1 1 0,0-1 0,1 1 0,-1-1 0,0 1 0,0-1 0,0 1 0,-1 0 0,1 0 0,0-1 0,-1 1 0,1 0 0,-1 0 0,1 2 0,0 8 0,0-1 0,-1 1 0,0-1 0,-1 1 0,0-1 0,-5 20 0,-25 66 0,20-65 0,-9 35 0,15-41 0,-15 58 0,16-73 0,0 0 0,0-1 0,-1 1 0,0-1 0,-8 12 0,13-22 0,-1 0 0,1 1 0,0-1 0,0 0 0,0 0 0,0 1 0,-1-1 0,1 0 0,0 0 0,0 1 0,0-1 0,0 0 0,0 1 0,0-1 0,0 0 0,0 0 0,0 1 0,0-1 0,0 0 0,0 1 0,0-1 0,0 0 0,0 1 0,0-1 0,0 0 0,0 1 0,0-1 0,0 0 0,0 0 0,1 1 0,9 3 0,20-4 0,-23 0 0,47-4 0,1-2 0,101-25 0,-152 30-227,1 0-1,-1 0 1,0-1-1,1 0 1,5-3-1,0-3-6598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48.5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1 107 24575,'24'-7'0,"14"-6"0,4 1 0,-1 1 0,-4 1 0,-5 1 0,-4 3 0,-3 0 0,-4 1 0,-6-1 0,-2 0 0,-2 1 0,0-1 0,-1 1-8191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49.4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130 301 24575,'4'-14'0,"9"-23"0,8-43 0,-19 69 0,0 0 0,-1 0 0,0 0 0,-1 0 0,0 0 0,-1-1 0,0 1 0,-5-19 0,6 28 0,-1 0 0,1 0 0,-1 0 0,0 0 0,0 0 0,0 0 0,0 0 0,0 0 0,0 1 0,-1-1 0,1 0 0,0 1 0,-1-1 0,0 1 0,1 0 0,-1-1 0,0 1 0,1 0 0,-1 0 0,-4-2 0,4 3 0,-1-1 0,1 1 0,-1 0 0,0-1 0,1 1 0,-1 0 0,1 1 0,-1-1 0,0 0 0,1 1 0,-1-1 0,1 1 0,-1 0 0,1 0 0,0 0 0,-4 2 0,0 0 0,-4 2 0,1 0 0,-13 10 0,19-13 0,1 0 0,-1 0 0,1 1 0,-1 0 0,1-1 0,0 1 0,0 0 0,0 0 0,0 0 0,1 0 0,-3 6 0,1 1 0,0 0 0,0 1 0,1-1 0,0 1 0,0 15 0,2-23 0,0 1 0,1 0 0,-1 0 0,1 0 0,0 0 0,0 0 0,0-1 0,0 1 0,1 0 0,-1-1 0,1 1 0,0-1 0,0 0 0,0 1 0,1-1 0,-1 0 0,1 0 0,3 3 0,7 3 0,0 0 0,1-1 0,0-1 0,0 0 0,23 8 0,-9-4 0,-9-3 0,1 0 0,0-2 0,0 0 0,0-1 0,1-1 0,-1-1 0,1-1 0,30-1 0,-44-2 0,0 0 0,0-1 0,-1 0 0,1 0 0,-1-1 0,1 1 0,-1-2 0,0 1 0,0-1 0,0 0 0,-1 0 0,9-8 0,9-5 0,-20 15 0,0 0 0,0 1 0,1-1 0,-1 1 0,4-1 0,-5 1 0,0 1 0,0-1 0,1 0 0,-1 0 0,0 0 0,0 0 0,-1 0 0,1 0 0,3-2 0,-5 2 0,1 0 0,-1 0 0,1 0 0,-1 0 0,0 0 0,1 0 0,-1 0 0,0 0 0,0 0 0,0 0 0,0 0 0,0 0 0,0 0 0,0 1 0,0-1 0,0 0 0,0 0 0,-1 0 0,1 0 0,0 0 0,-1 0 0,1 0 0,0 0 0,-1 0 0,1 0 0,-1 1 0,0-2 0,-48-68 0,41 57 0,0-1 0,1 0 0,1 0 0,0 0 0,-6-28 0,12 40 0,0 0 0,0-1 0,0 1 0,0 0 0,0 0 0,0 0 0,1-1 0,-1 1 0,1 0 0,0 0 0,-1 0 0,1 0 0,0 0 0,0 0 0,0 0 0,1 0 0,-1 1 0,0-1 0,1 0 0,-1 1 0,1-1 0,2-1 0,-3 2 0,0 0 0,0 0 0,1 1 0,-1-1 0,0 0 0,1 1 0,-1-1 0,0 1 0,1-1 0,-1 1 0,1 0 0,-1-1 0,1 1 0,-1 0 0,1 0 0,-1 0 0,1 0 0,-1 1 0,1-1 0,-1 0 0,1 1 0,-1-1 0,0 0 0,1 1 0,-1 0 0,0-1 0,1 1 0,-1 0 0,0 0 0,0 0 0,1-1 0,1 3 0,11 13-1365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49.9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188 108 24575,'-2'-2'0,"-56"-59"0,51 55 0,1 1 0,-1 0 0,0 0 0,0 1 0,-1-1 0,1 1 0,-14-4 0,20 7 0,0 1 0,0 0 0,-1-1 0,1 1 0,0 0 0,-1 0 0,1 0 0,0 0 0,-1 0 0,1 0 0,0 0 0,-1 0 0,1 1 0,0-1 0,-1 0 0,1 1 0,0-1 0,0 1 0,0 0 0,-3 1 0,3-1 0,-1 1 0,0 0 0,1-1 0,-1 1 0,1 0 0,0 0 0,-1 0 0,1 0 0,0 1 0,-1 3 0,-1 5 0,0 0 0,1 1 0,-2 21 0,4-28 0,0 0 0,0 0 0,0-1 0,0 1 0,1 0 0,0 0 0,0 0 0,0 0 0,0 0 0,1-1 0,0 1 0,0-1 0,5 9 0,-3-7 0,1 0 0,0 0 0,0 0 0,0 0 0,1-1 0,0 0 0,11 8 0,-7-8 0,-1 1 0,1-1 0,0 0 0,1-1 0,-1 0 0,1-1 0,-1 0 0,1-1 0,0 0 0,0-1 0,19 1 0,-27-3 0,1 1 0,0-1 0,-1 0 0,1 0 0,-1 0 0,1 0 0,-1-1 0,1 1 0,-1-1 0,0 0 0,0 0 0,0 0 0,0 0 0,0-1 0,0 1 0,-1-1 0,1 0 0,-1 1 0,0-1 0,0 0 0,0 0 0,0-1 0,0 1 0,-1 0 0,3-7 0,-3 5 0,1-1 0,0 1 0,-1-1 0,0 0 0,-1 1 0,1-1 0,-1 0 0,0 0 0,0 0 0,-1 1 0,0-1 0,0 0 0,0 1 0,-1-1 0,-3-9 0,1 9-97,1-1-1,-1 1 1,0 0-1,0 1 1,-1-1-1,0 1 1,0 0-1,0 0 1,-1 1-1,1-1 1,-1 1-1,0 0 0,-10-4 1,0 1-6729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50.8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48 24575,'140'217'0,"-115"-182"0,95 147 0,-120-182 0,1 1 0,0 0 0,-1 0 0,1 0 0,-1 0 0,1 0 0,-1 0 0,0 0 0,1 0 0,-1 0 0,0 0 0,0 0 0,1 0 0,-1 0 0,0 3 0,-1-4 0,1 0 0,-1 0 0,1 0 0,-1 0 0,1 0 0,0 0 0,-1 0 0,1 0 0,-1 0 0,1 0 0,-1 0 0,1 0 0,-1 0 0,1-1 0,0 1 0,-1 0 0,1 0 0,-1 0 0,1-1 0,0 1 0,-1 0 0,1 0 0,0-1 0,-1 1 0,-29-25 0,11 6 0,1-1 0,1-1 0,-24-36 0,18 16 0,-24-52 0,42 79 0,0 1 0,0-1 0,1 1 0,1-1 0,0-1 0,1 1 0,0 0 0,1 0 0,1-16 0,1 28 0,-1-1 0,0 0 0,1 0 0,-1 1 0,1-1 0,0 1 0,0-1 0,0 1 0,0-1 0,0 1 0,1-1 0,-1 1 0,1 0 0,-1 0 0,1 0 0,0 0 0,0 0 0,3-2 0,-1 1 0,-1 1 0,1 0 0,0 0 0,0 0 0,0 1 0,0-1 0,0 1 0,1 0 0,-1 0 0,8 0 0,-3 1 0,0 0 0,1 0 0,-1 1 0,0 0 0,0 1 0,0 0 0,0 0 0,0 1 0,0 0 0,12 6 0,-18-6 0,1-1 0,-1 0 0,0 1 0,1-1 0,-1 1 0,0 0 0,-1 0 0,1 1 0,0-1 0,-1 0 0,0 1 0,0 0 0,3 5 0,-4-6 0,0-1 0,-1 0 0,1 1 0,-1-1 0,1 1 0,-1-1 0,0 1 0,0-1 0,0 1 0,0-1 0,-1 1 0,1-1 0,-1 0 0,1 1 0,-1-1 0,0 0 0,0 1 0,0-1 0,0 0 0,0 0 0,0 0 0,-1 0 0,1 0 0,-3 3 0,-1 0 11,0-1-1,0 1 0,-1-1 1,1 0-1,-1 0 1,0 0-1,0-1 1,-1 0-1,-8 3 0,-5 1-530,-36 5 0,46-10 91,-11 2-6397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51.3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61 24575,'-3'-20'0,"1"16"0,1-1 0,0 0 0,0 0 0,1 0 0,0 0 0,0-6 0,6 23 0,7 24 0,86 216 0,-94-241 0,63 133 0,-57-124 0,1 0 0,1-1 0,1 0 0,29 30 0,-43-48 0,1 0 0,0 0 0,-1-1 0,1 1 0,0 0 0,0-1 0,-1 1 0,1-1 0,0 1 0,0-1 0,0 1 0,0-1 0,-1 1 0,1-1 0,0 0 0,0 1 0,0-1 0,0 0 0,0 0 0,0 0 0,0 0 0,0 0 0,1 0 0,-1-1 0,0 1 0,0-1 0,-1 0 0,1 1 0,0-1 0,-1 0 0,1 0 0,-1 0 0,1 0 0,-1 0 0,1 0 0,-1 0 0,0 0 0,1 0 0,-1 0 0,0 0 0,0 0 0,0 0 0,0 0 0,0 0 0,0 0 0,0-1 0,0-25 0,-1 1 0,-6-35 0,-2-29 0,8 84 0,1 1 0,0 0 0,1-1 0,0 1 0,-1-1 0,4-7 0,-4 12 0,0 0 0,1 0 0,-1 1 0,1-1 0,-1 0 0,1 0 0,-1 0 0,1 1 0,-1-1 0,1 0 0,0 1 0,-1-1 0,1 1 0,0-1 0,0 1 0,-1-1 0,1 1 0,1-1 0,0 1 0,-1-1 0,0 1 0,1 0 0,-1 0 0,1 0 0,-1 0 0,1 0 0,-1 1 0,0-1 0,1 0 0,-1 1 0,1-1 0,-1 1 0,0-1 0,3 2 0,23 14 0,-1 1 0,41 33 0,-21-14 0,93 69-1365,-125-96-5461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51.8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 22 24575,'-21'-6'0,"-1"1"0,0 1 0,0 1 0,0 1 0,-36 0 0,56 2 0,0 0 0,1 1 0,-1-1 0,0 0 0,1 0 0,-1 1 0,0-1 0,1 1 0,-1 0 0,0-1 0,1 1 0,-1 0 0,1 0 0,0 0 0,-1 0 0,1 0 0,0 0 0,-1 0 0,1 0 0,0 1 0,0-1 0,0 0 0,0 1 0,0-1 0,0 1 0,1-1 0,-1 1 0,0 3 0,0-2 0,1 1 0,0-1 0,0 1 0,0-1 0,0 1 0,0-1 0,1 1 0,0-1 0,0 0 0,0 1 0,0-1 0,0 0 0,3 4 0,0 2 0,1 0 0,0 0 0,0-1 0,1 0 0,0 0 0,1-1 0,-1 1 0,2-1 0,-1-1 0,1 1 0,0-1 0,0-1 0,0 1 0,1-1 0,0-1 0,0 0 0,14 5 0,-12-6 0,-4 0 0,1-1 0,-1 0 0,1 0 0,13 1 0,-19-3 0,-1 0 0,1 0 0,0 0 0,-1-1 0,1 1 0,-1 0 0,1-1 0,-1 1 0,1 0 0,-1-1 0,1 0 0,-1 1 0,0-1 0,1 0 0,-1 0 0,0 0 0,0 0 0,1 0 0,-1 0 0,0 0 0,0 0 0,0 0 0,0-1 0,0 1 0,-1 0 0,1-1 0,0 1 0,0 0 0,0-3 0,2-6 0,-1 1 0,0-1 0,0 0 0,-1 1 0,0-1 0,-1 0 0,0 0 0,-1 0 0,0 0 0,0 1 0,-1-1 0,0 0 0,-7-17 0,52 123 0,-11-31-1365,-26-55-5461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3:52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82 171 24575,'-7'-11'0,"-15"-19"0,20 29 0,1-1 0,-1 0 0,0 1 0,1-1 0,-1 1 0,0 0 0,0-1 0,0 1 0,0 0 0,0 0 0,0 0 0,-3-1 0,4 2 0,0 0 0,1 0 0,-1 0 0,0 1 0,1-1 0,-1 0 0,1 0 0,-1 0 0,0 0 0,1 1 0,-1-1 0,0 0 0,1 0 0,-1 1 0,1-1 0,-1 1 0,1-1 0,-1 0 0,1 1 0,-1-1 0,1 1 0,-1-1 0,1 1 0,0 0 0,-1-1 0,1 1 0,0-1 0,-1 1 0,1 0 0,0-1 0,0 1 0,0-1 0,-1 1 0,1 0 0,0-1 0,0 2 0,-2 26 0,3-12 0,1 0 0,1 0 0,0 1 0,1-2 0,1 1 0,0 0 0,1-1 0,1 0 0,1 0 0,0-1 0,0 0 0,1 0 0,17 17 0,-25-30 0,0 0 0,-1 0 0,1 0 0,0 0 0,0 0 0,0 0 0,-1 0 0,1 0 0,-1 0 0,1 0 0,-1 1 0,1-1 0,-1 0 0,0 0 0,1 1 0,-1-1 0,0 0 0,0 0 0,0 1 0,0-1 0,0 0 0,0 2 0,-1-2 0,0 1 0,0-1 0,1 0 0,-1 0 0,0 0 0,0 0 0,0-1 0,0 1 0,-1 0 0,1 0 0,0 0 0,0-1 0,0 1 0,-1-1 0,1 1 0,0-1 0,0 1 0,-1-1 0,1 0 0,-1 0 0,0 1 0,-15 0 0,1 1 0,0-2 0,-18-1 0,32 0 0,39-11 0,22 5 0,-31 4 0,41-9 0,-48 6 0,-1 0 0,1-2 0,-1 0 0,-1-1 0,24-15 0,-38 20 0,-1 0 0,1 0 0,0 0 0,-1 0 0,0-1 0,0 0 0,0 0 0,-1 0 0,0 0 0,0 0 0,0-1 0,0 0 0,-1 1 0,0-1 0,0 0 0,-1 0 0,1 0 0,-1 0 0,-1 0 0,1-10 0,-1 5 0,0 0 0,-1 0 0,0 0 0,-1 0 0,-1 0 0,0 0 0,0 0 0,-1 1 0,0-1 0,-8-13 0,3 8 0,5 8 0,0 0 0,-1 0 0,0 0 0,0 1 0,-1 0 0,-7-7 0,12 13 0,0 1 0,1-1 0,-1 0 0,0 1 0,0-1 0,0 0 0,0 1 0,-1 0 0,1-1 0,0 1 0,0-1 0,0 1 0,0 0 0,0 0 0,0 0 0,-1 0 0,1 0 0,0 0 0,0 0 0,0 0 0,0 0 0,-2 1 0,1 0 0,0-1 0,0 1 0,0 1 0,0-1 0,0 0 0,0 0 0,1 1 0,-1-1 0,0 1 0,-2 2 0,-1 4 0,0-1 0,0 0 0,1 1 0,-7 14 0,1 3 0,-11 43 0,18-56 0,0 1 0,2 0 0,-1 0 0,2 0 0,0 20 0,1-30 0,-1 0 0,1-1 0,0 1 0,-1 0 0,1 0 0,0-1 0,1 1 0,-1 0 0,0-1 0,1 1 0,-1-1 0,1 0 0,0 1 0,3 2 0,-1-2 0,0 1 0,1-1 0,-1 0 0,1 0 0,-1-1 0,1 1 0,7 1 0,2 1 0,0-1 0,1-1 0,-1-1 0,27 2 0,67-3-25,-63-2-310,0 3 0,0 1 0,50 10 0,-77-9-6491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4:28.0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2 24575,'-6'-1'0,"2"1"0,1 7 0,2-1 0,0 0 0,0 1 0,1-1 0,0 0 0,0 0 0,1 0 0,-1 1 0,1-1 0,1 0 0,-1 0 0,1 0 0,0 0 0,0-1 0,1 1 0,0 0 0,5 7 0,-3-7 0,0 1 0,1-1 0,0 0 0,0-1 0,0 1 0,1-1 0,0-1 0,0 1 0,0-1 0,0 0 0,16 5 0,-14-5 0,0-1 0,1 0 0,-1-1 0,1 0 0,0 0 0,16 0 0,-23-2 0,0 0 0,0-1 0,0 1 0,0-1 0,0 1 0,0-1 0,0 0 0,0 0 0,0-1 0,0 1 0,0 0 0,-1-1 0,1 0 0,-1 0 0,1 0 0,-1 0 0,0 0 0,0 0 0,1 0 0,-2-1 0,1 1 0,0-1 0,0 0 0,-1 1 0,2-4 0,2-7 0,-1 1 0,0-1 0,-1-1 0,3-24 0,6-21 0,-10 56 0,0 9 0,0 19 0,0-7 0,11 53 0,3-1 0,40 111 0,12 25 0,-47-140 0,-21-65 0,3 7 0,-1 0 0,0-1 0,0 1 0,0 14 0,-2-20 0,0-1 0,0 0 0,0 1 0,0-1 0,0 1 0,0-1 0,0 0 0,-1 1 0,1-1 0,-1 0 0,1 0 0,-1 1 0,1-1 0,-1 0 0,0 0 0,0 0 0,1 1 0,-1-1 0,0 0 0,0 0 0,0 0 0,0-1 0,0 1 0,-1 0 0,1 0 0,0 0 0,0-1 0,0 1 0,-1-1 0,1 1 0,0-1 0,-1 1 0,1-1 0,-3 0 0,-2 1 0,0-1 0,0 0 0,0-1 0,0 1 0,0-1 0,0 0 0,0-1 0,1 1 0,-1-1 0,0-1 0,1 1 0,-1-1 0,1 0 0,0 0 0,-10-7 0,8 4 0,1 0 0,-1 0 0,1 0 0,0-1 0,0 1 0,1-2 0,-1 1 0,2 0 0,-1-1 0,-3-11 0,6 15 0,0 0 0,1 0 0,0-1 0,0 1 0,0 0 0,1-1 0,-1 1 0,1-1 0,0 1 0,0-1 0,1 1 0,0-1 0,1-6 0,-1 8 0,0 0 0,1 0 0,-1 0 0,1 0 0,0 0 0,0 0 0,0 0 0,0 1 0,0-1 0,1 1 0,-1-1 0,1 1 0,0 0 0,0 0 0,0 0 0,-1 0 0,8-2 0,4-2-341,1 1 0,0 0-1,25-3 1,-22 5-6485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4:29.2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263 59 24575,'-50'-17'0,"-1"2"0,-59-10 0,106 25 0,0-1 0,0 1 0,0 0 0,-1 0 0,1 0 0,-7 1 0,11 0 0,-1-1 0,0 0 0,0 0 0,0 1 0,0-1 0,1 0 0,-1 1 0,0-1 0,0 1 0,1-1 0,-1 1 0,0 0 0,1-1 0,-1 1 0,0 0 0,1-1 0,-1 1 0,1 0 0,0 0 0,-1-1 0,1 1 0,-1 0 0,1 0 0,0 0 0,0 0 0,-1 0 0,1-1 0,0 1 0,0 0 0,0 0 0,0 0 0,0 0 0,0 0 0,0 0 0,0-1 0,1 2 0,1 6 0,1 0 0,0 0 0,0 0 0,0-1 0,1 1 0,0-1 0,8 10 0,3 7 0,-2-3 0,-2 1 0,0 0 0,-2 0 0,0 1 0,-1 1 0,-2 0 0,0 0 0,-2 0 0,-1 0 0,1 33 0,3 40 0,0 5 0,-7-94 0,0 0 0,0-1 0,0 1 0,1 0 0,3 14 0,-3-19 0,-1-1 0,1 0 0,0 0 0,0 0 0,0 0 0,0 0 0,1 0 0,-1-1 0,1 1 0,-1 0 0,1-1 0,-1 1 0,1-1 0,0 1 0,0-1 0,0 0 0,-1 0 0,1 1 0,0-2 0,1 1 0,2 1 0,1 0-80,1-1 0,-1 0-1,0 0 1,0-1 0,1 1-1,-1-1 1,0-1 0,0 1-1,1-1 1,-1 0 0,0-1 0,0 0-1,0 0 1,0 0 0,0 0-1,7-5 1,-3 2-6746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4:29.8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24575,'7'8'0,"0"0"0,-1 1 0,-1-1 0,7 13 0,5 8 0,-15-25 0,1 0 0,0 0 0,1 0 0,-1 0 0,0-1 0,1 1 0,0-1 0,0 0 0,8 5 0,-11-8 0,1 1 0,-1 0 0,1-1 0,0 1 0,0-1 0,-1 0 0,1 0 0,0 1 0,-1-1 0,1 0 0,0 0 0,0-1 0,-1 1 0,1 0 0,0-1 0,0 1 0,-1-1 0,1 1 0,-1-1 0,1 0 0,0 1 0,-1-1 0,1 0 0,-1 0 0,0 0 0,1 0 0,-1-1 0,0 1 0,0 0 0,0-1 0,2-1 0,0-2 0,0 0 0,0 0 0,0 0 0,-1 0 0,3-8 0,-4 9 0,0 0 0,0 0 0,1 1 0,-1-1 0,1 1 0,0-1 0,0 1 0,0 0 0,1 0 0,-1-1 0,1 2 0,3-5 0,-4 7 0,-1-1 0,0 1 0,1-1 0,-1 1 0,0-1 0,0 1 0,1 0 0,-1-1 0,1 1 0,-1 0 0,0 0 0,1 0 0,-1 0 0,0 1 0,1-1 0,-1 0 0,1 0 0,-1 1 0,0-1 0,0 1 0,1-1 0,-1 1 0,2 1 0,3 2 0,0 0 0,0 0 0,6 7 0,-5-5 0,11 11 0,16 19 0,5 5 0,-31-33-1365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4:30.4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56 24575,'11'-8'0,"0"0"0,0 1 0,0 0 0,1 1 0,23-8 0,-32 12 0,1 1 0,-1 0 0,1 1 0,-1-1 0,1 1 0,0-1 0,-1 1 0,1 0 0,-1 0 0,1 1 0,0-1 0,-1 1 0,1 0 0,-1-1 0,0 2 0,1-1 0,-1 0 0,0 1 0,1-1 0,-1 1 0,0 0 0,0 0 0,0 0 0,-1 1 0,1-1 0,2 4 0,11 13 0,-2 1 0,0 0 0,-2 1 0,0 1 0,-1-1 0,-2 2 0,0 0 0,10 38 0,-10 1 0,-4-26 0,2 30 0,3 14 0,27 88 0,-37-167 0,0-1 0,0 1 0,0 0 0,0 0 0,0-1 0,0 1 0,0 0 0,0 0 0,0-1 0,0 1 0,0 0 0,-1 0 0,1-1 0,0 1 0,-1 0 0,1-1 0,0 1 0,-1-1 0,1 1 0,-1 0 0,1-1 0,-1 1 0,1-1 0,-1 1 0,1-1 0,-1 1 0,1-1 0,-1 1 0,0-1 0,1 0 0,-1 1 0,0-1 0,1 0 0,-1 0 0,0 0 0,0 1 0,1-1 0,-1 0 0,0 0 0,0 0 0,-6 1 0,0-1 0,1 1 0,-11-2 0,10 1 0,-39-2-1365,34 2-5461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4:31.4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360 45 24575,'-15'-5'0,"-71"-22"0,71 24 0,-1-1 0,1 2 0,-27-1 0,34 4 0,0 0 0,-1 0 0,1 1 0,0 0 0,0 1 0,1-1 0,-14 8 0,12-6 0,0 0 0,0-1 0,0 0 0,0 0 0,-13 2 0,8-4-1365,2-1-5461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4:31.6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374 30 24575,'-30'-4'0,"-14"-3"0,-2 1 0,1 1 0,7 1 0,4 2 0,6 1 0,2 3 0,2 1 0,1 0 0,3 3 0,4-1-8191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4:32.9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89 158 24575,'106'-23'0,"-70"20"0,-30 3 0,0-1 0,-1 1 0,1-1 0,0 0 0,8-2 0,-13 3 0,0-1 0,-1 1 0,1 0 0,0-1 0,-1 1 0,1 0 0,0-1 0,-1 1 0,1-1 0,-1 1 0,1-1 0,-1 1 0,1-1 0,-1 0 0,1 1 0,-1-1 0,1 0 0,-1 1 0,0-1 0,1 0 0,-1 1 0,0-1 0,0 0 0,0 0 0,1 0 0,-1-1 0,0 0 0,-1 1 0,1-1 0,0 0 0,-1 0 0,1 1 0,-1-1 0,1 0 0,-1 1 0,-1-4 0,0 1 0,-1 0 0,0-1 0,0 1 0,0 1 0,0-1 0,-1 0 0,-4-3 0,-6-1 0,-1 0 0,0 1 0,0 1 0,-1 0 0,0 1 0,-28-5 0,39 9 0,-1 0 0,1 0 0,-1 1 0,0 0 0,1 0 0,-1 0 0,1 0 0,-10 3 0,12-3 0,1 1 0,-1 0 0,1 0 0,0 0 0,0 0 0,0 0 0,0 1 0,0-1 0,0 1 0,0-1 0,0 1 0,0 0 0,1 0 0,-1 0 0,1 0 0,-1 0 0,1 0 0,0 0 0,0 0 0,0 0 0,0 1 0,-1 2 0,-3 17 0,1-1 0,0 1 0,2 0 0,1 0 0,0 0 0,2 0 0,0 0 0,8 37 0,7 12 0,31 86 0,-36-124 0,34 113 0,-33-103 0,8 61 0,-20-99-1365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4:33.1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287 31 24575,'-27'-5'0,"-11"-1"0,-2-1 0,4 2 0,5 2 0,5 1 0,6 0 0,2 2 0,6 2 0,1 2 0,1-1 0,1 2 0,1 1 0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4:33.45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24575,'3'10'0,"0"6"0,0 2 0,0 1 0,1-3 0,0-2 0,0-3-8191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4:33.6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 1 24575,'-2'2'0,"-2"4"0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4:34.0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88 650 24575,'12'-45'0,"-3"0"0,5-50 0,-12 67 0,-1 1 0,-1-1 0,-2 0 0,-8-48 0,-11-11 0,-34-85 0,55 171 0,-1-1 0,1 0 0,-1 0 0,0 1 0,0-1 0,0 1 0,0-1 0,0 1 0,-1-2 0,1 2 0,1 1 0,0 0 0,0 0 0,0 0 0,0 0 0,-1 0 0,1 0 0,0 0 0,0 0 0,0 0 0,0 0 0,-1 0 0,1 0 0,0 0 0,0 0 0,0 0 0,0 0 0,-1 0 0,1 0 0,0 0 0,0 0 0,0 0 0,0 0 0,-1 0 0,1 0 0,0 0 0,0 0 0,0 0 0,0 0 0,-1 0 0,1 0 0,0 1 0,0-1 0,-6 11 0,1 12 0,1-1 0,0 1 0,1 24 0,3 69 0,1-93 0,0-1 0,2 0 0,0 1 0,2-1 0,0-1 0,2 1 0,0-1 0,1 0 0,15 25 0,-19-38 0,2 0 0,-1-1 0,1 0 0,1-1 0,-1 1 0,1-1 0,12 9 0,-14-12 0,0 1 0,1-1 0,-1 0 0,1 0 0,0-1 0,0 0 0,0 0 0,0 0 0,0-1 0,0 0 0,11 1 0,-5-3-1365,-2-2-5461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4:34.3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49 24575,'1'-10'0,"0"4"0,0 0 0,0 0 0,4-10 0,-5 16 0,0 0 0,0 0 0,0 0 0,0-1 0,0 1 0,0 0 0,0 0 0,0 0 0,0-1 0,0 1 0,0 0 0,0 0 0,0 0 0,0-1 0,1 1 0,-1 0 0,0 0 0,0 0 0,0 0 0,0-1 0,0 1 0,1 0 0,-1 0 0,0 0 0,0 0 0,0 0 0,1 0 0,-1 0 0,0-1 0,0 1 0,0 0 0,1 0 0,-1 0 0,0 0 0,0 0 0,0 0 0,1 0 0,-1 0 0,0 0 0,0 0 0,0 0 0,1 0 0,4 10 0,1 17 0,1 96 0,8 59 0,-10-145 0,3 13 0,13 49 0,-11-75-1365,-6-15-5461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4:34.5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304 14 24575,'-27'-2'0,"-14"-2"0,-4 1 0,2 1 0,4 0 0,3 3 0,6 2 0,6 0 0,6-1-8191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4:35.1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291 288 24575,'-8'-17'0,"-45"-103"0,42 99 0,-1 0 0,0 0 0,-22-25 0,30 41 0,-1-1 0,0 1 0,0 0 0,-1 0 0,-7-5 0,12 9 0,0 1 0,-1-1 0,1 0 0,0 1 0,0-1 0,-1 1 0,1-1 0,0 1 0,-1 0 0,1 0 0,0-1 0,-1 1 0,1 0 0,0 0 0,-1 0 0,1 0 0,0 1 0,-1-1 0,1 0 0,0 0 0,-1 1 0,1-1 0,0 1 0,-1-1 0,1 1 0,0 0 0,0 0 0,0-1 0,0 1 0,0 0 0,0 0 0,0 0 0,0 0 0,-1 2 0,-5 6 0,0 1 0,0 0 0,1 1 0,1 0 0,0 0 0,0 0 0,1 0 0,-4 22 0,0 8 0,-2 48 0,10-88 0,-5 72 0,3 1 0,4 0 0,3 0 0,3-1 0,22 91 0,-16-104-21,14 67-1323,-26-111-5482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4:35.4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295 75 24575,'-27'-12'0,"-12"-5"0,-1 2 0,4 2 0,5 4 0,5 4 0,6 2 0,2 4 0,3 5 0,1 1 0,3 2 0,1-1 0,2 1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4:35.6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24575,'0'13'0,"0"6"0,3 2 0,0 0 0,2-1 0,1-1 0,2-2 0,-2-1 0,2-1 0,-1 0 0,-1-1 0,-2-2-8191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4:35.8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24575,'3'0'0,"-2"2"0,-2 4 0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4:36.3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143 641 24575,'-54'-447'0,"21"270"0,28 163 0,1 12 0,-1 8 0,-1 7 0,1 1 0,1 0 0,0-1 0,-3 22 0,-4 59 0,9-77 0,0 12 0,1 0 0,2 0 0,0 0 0,2 0 0,1 0 0,13 45 0,-13-60 0,1 0 0,0 0 0,1-1 0,0 1 0,1-2 0,1 1 0,0-1 0,0 0 0,2-1 0,-1 1 0,1-2 0,1 0 0,0 0 0,0-1 0,13 8 0,-18-14-151,-1 0-1,1 0 0,-1-1 0,1 0 1,0 0-1,0 0 0,0-1 1,10 1-1,-4-1-6674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4:36.7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36 24575,'0'-35'0,"5"42"0,2 11 0,34 179 0,-18-72 0,0-38 0,-11-47 0,5 42 0,-15-67-1365,-1-3-5461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4:36.92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209 10 24575,'-27'-5'0,"-14"1"0,-2 4 0,3 3 0,7 5 0,8 1-8191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4:37.4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24575,'10'8'0,"6"4"0,2 0 0,1 2 0,-1-3 0,0-3 0,-4 0 0,-2-2 0,0-1 0,-2-3-8191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4:39.8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157 10 24575,'0'0'0,"-1"-1"0,1 0 0,0 1 0,-1-1 0,1 1 0,0-1 0,-1 1 0,1-1 0,-1 1 0,1-1 0,-1 1 0,1-1 0,-1 1 0,1 0 0,-1-1 0,0 1 0,1 0 0,-1-1 0,1 1 0,-1 0 0,0 0 0,1-1 0,-1 1 0,0 0 0,1 0 0,-2 0 0,1 0 0,-1 1 0,1-1 0,-1 0 0,1 1 0,-1-1 0,1 1 0,-1 0 0,1-1 0,0 1 0,0 0 0,-2 1 0,-3 3 0,1 0 0,-1 0 0,-7 10 0,3-1 0,1 1 0,0 0 0,1 0 0,0 0 0,-10 33 0,9-18 0,2 0 0,-6 45 0,11-46 0,1-1 0,1 1 0,2-1 0,0 1 0,2-1 0,8 29 0,-1-15 0,2-1 0,2-1 0,27 52 0,-32-73 20,1 0 0,1 0 0,1-1 0,0-1 0,20 20 0,-21-25-206,1-1 1,0 0-1,1-1 0,-1-1 1,2 0-1,-1-1 1,24 9-1,-22-11-6640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4:41.1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13 24575,'1'-12'0,"-1"12"0,0 0 0,0 0 0,0 0 0,0 0 0,0 0 0,0-1 0,0 1 0,1 0 0,-1 0 0,0 0 0,0 0 0,0 0 0,0 0 0,0 0 0,0 0 0,0 0 0,0 0 0,0 0 0,0 0 0,1 0 0,-1 0 0,0 0 0,0 0 0,0 0 0,0 0 0,0 0 0,0 0 0,0 0 0,0 0 0,0 0 0,0 0 0,0 1 0,0-1 0,1 0 0,-1 0 0,0 0 0,0 0 0,0 0 0,0 0 0,0 0 0,0 0 0,0 0 0,0 0 0,0 0 0,0 0 0,0 0 0,0 0 0,0 1 0,0-1 0,0 0 0,0 0 0,0 0 0,0 0 0,0 0 0,9 21 0,-8-18 0,43 126 0,28 74 0,-55-158 0,-2 0 0,11 56 0,-26-100 0,0-1 0,0 1 0,0-1 0,1 1 0,-1-1 0,0 1 0,0-1 0,0 1 0,0-1 0,0 1 0,0-1 0,1 0 0,-1 1 0,0-1 0,0 1 0,1-1 0,-1 0 0,0 1 0,1-1 0,-1 0 0,0 1 0,1-1 0,-1 0 0,1 1 0,0-1 0,-1 0 0,1-1 0,-1 1 0,1 0 0,-1 0 0,0-1 0,1 1 0,-1 0 0,1 0 0,-1-1 0,0 1 0,1 0 0,-1-1 0,0 1 0,1-1 0,-1 1 0,0-1 0,0 1 0,1-1 0,12-29 0,-12 26 0,11-33 0,-9 25 0,1 1 0,0-1 0,8-13 0,-12 24 0,1-1 0,0 1 0,0-1 0,0 1 0,0-1 0,1 1 0,-1 0 0,0 0 0,0-1 0,1 1 0,-1 0 0,1 0 0,-1 1 0,1-1 0,-1 0 0,1 0 0,-1 1 0,1-1 0,0 1 0,0-1 0,-1 1 0,1 0 0,0-1 0,-1 1 0,1 0 0,0 0 0,0 1 0,-1-1 0,1 0 0,0 0 0,0 1 0,-1-1 0,1 1 0,-1 0 0,1-1 0,0 1 0,2 1 0,5 4 0,1 0 0,-1 1 0,0 0 0,12 13 0,-14-14 0,107 91 0,-83-75-1365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4:41.8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239 37 24575,'-17'-6'0,"-65"-18"0,72 21 0,1 2 0,-1-1 0,0 2 0,0-1 0,1 1 0,-16 2 0,22-2 0,1 1 0,-1 0 0,0-1 0,1 1 0,-1 0 0,1 0 0,-1 0 0,1 0 0,-1 1 0,1-1 0,0 1 0,0-1 0,0 1 0,0 0 0,0 0 0,0 0 0,-3 4 0,3-3 0,1 1 0,-1-1 0,1 0 0,-1 1 0,1-1 0,1 1 0,-1 0 0,0-1 0,1 1 0,0 0 0,0 6 0,1 1 0,0-1 0,1 0 0,0 0 0,1 1 0,0-1 0,1-1 0,0 1 0,8 13 0,107 181 0,-112-193 0,-1 0 0,-1 0 0,0 1 0,0-1 0,-1 1 0,0 0 0,-1 0 0,-1 1 0,0-1 0,0 0 0,-1 16 0,-1-23 0,0 0 0,0 1 0,0-1 0,1 0 0,0 0 0,3 10 0,-3-14 0,-1 1 0,1 0 0,0-1 0,0 1 0,0-1 0,0 1 0,0-1 0,1 1 0,-1-1 0,0 0 0,1 0 0,-1 0 0,0 0 0,1 0 0,0 0 0,-1 0 0,1 0 0,-1 0 0,1-1 0,0 1 0,0-1 0,-1 1 0,3-1 0,5 2 0,-1-2 0,0 1 0,0-1 0,1 0 0,-1-1 0,0 0 0,0 0 0,1 0 0,-1-1 0,0-1 0,-1 1 0,9-5 0,-7 0-1365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4:42.2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 24575,'25'32'0,"-21"-24"0,1-1 0,0 0 0,0 0 0,1 0 0,0 0 0,0-1 0,1 0 0,0-1 0,0 1 0,0-1 0,1 0 0,-1-1 0,1 0 0,15 6 0,-21-10 0,1 1 0,-1-1 0,0 1 0,1-1 0,-1 0 0,0 0 0,1 0 0,-1 0 0,0-1 0,1 1 0,-1 0 0,0-1 0,1 0 0,-1 0 0,0 1 0,0-1 0,0 0 0,0-1 0,0 1 0,0 0 0,0-1 0,0 1 0,0-1 0,-1 1 0,1-1 0,0 0 0,-1 0 0,0 0 0,2-2 0,4-7 0,-2 0 0,1 0 0,-2-1 0,6-15 0,-6 15 0,-4 11 0,1-1 0,-1 0 0,1 1 0,0-1 0,-1 1 0,1-1 0,0 1 0,0-1 0,0 1 0,1-1 0,1-1 0,-2 2 0,0 1 0,-1 0 0,1 0 0,0-1 0,-1 1 0,1 0 0,0 0 0,0 0 0,-1 0 0,1 0 0,0 0 0,0 0 0,-1 0 0,1 0 0,0 0 0,0 0 0,-1 1 0,1-1 0,0 0 0,-1 0 0,1 1 0,0-1 0,-1 0 0,1 1 0,-1-1 0,1 1 0,0-1 0,-1 1 0,1-1 0,-1 1 0,1 0 0,36 34-46,56 47-1273,-84-75-5507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4:42.8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95 24575,'46'-26'0,"71"-34"0,-115 58 0,1 1 0,0 0 0,-1 0 0,1 0 0,0 1 0,0-1 0,-1 1 0,1-1 0,0 1 0,0 0 0,0 0 0,0 0 0,5 1 0,-6 0 0,0 0 0,-1 0 0,1 0 0,0 0 0,0 0 0,-1 0 0,1 1 0,-1-1 0,1 1 0,-1-1 0,0 1 0,1-1 0,-1 1 0,0 0 0,0 0 0,0-1 0,0 1 0,-1 0 0,2 3 0,17 54 0,18 90 0,-34-133 0,7 31 0,-5-18 0,1 0 0,2 0 0,21 53 0,-19-63 0,0-1 0,2 0 0,0 0 0,0-1 0,2-1 0,0 0 0,19 16 0,-29-29 0,0 1 0,0 0 0,0 0 0,-1 1 0,6 7 0,-9-11 0,1 0 0,-1-1 0,0 1 0,0 0 0,1-1 0,-1 1 0,0 0 0,0 0 0,0-1 0,0 1 0,0 0 0,0 0 0,0-1 0,0 1 0,0 0 0,0 0 0,0-1 0,0 1 0,0 0 0,-1 0 0,0 0 0,1 0 0,-1 0 0,0 0 0,0-1 0,0 1 0,0 0 0,1-1 0,-1 1 0,0 0 0,0-1 0,0 1 0,0-1 0,0 0 0,-1 1 0,1-1 0,0 0 0,0 0 0,-1 1 0,-16 0 0,0 1 0,0-2 0,0-1 0,0 0 0,1-1 0,-1-1 0,-19-5 0,25 4-1365,3 0-5461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4:43.0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105 0 24575,'-13'15'0,"-3"7"0,-2 2 0,0 0 0,3-2 0,1-2 0,3-5-8191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4:43.7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2 24575,'0'-1'0,"-1"1"0,1 0 0,0 0 0,0 0 0,0 0 0,-1 0 0,1 0 0,0 0 0,0 0 0,-1 0 0,1 0 0,0 0 0,0 0 0,0 0 0,-1 0 0,1 0 0,0 0 0,0 0 0,-1 0 0,1 0 0,0 1 0,0-1 0,0 0 0,-1 0 0,1 0 0,0 0 0,0 0 0,0 0 0,0 1 0,0-1 0,-1 0 0,1 0 0,0 0 0,0 1 0,0-1 0,0 0 0,0 0 0,0 0 0,0 1 0,-1-1 0,1 0 0,0 0 0,8 9 0,14 8 0,244 126 0,-253-137-103,7 5-150,0-1 1,1-2 0,0 0-1,26 6 1,-32-11-6574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4:43.9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186 1 24575,'-15'9'0,"-7"7"0,-2 2 0,2 1 0,3-1 0,3 0 0,3-1 0,4-2 0,2 0 0,1 0 0,-1-1 0,2 1 0,1-1 0,-2-2 0,2-1 0,-3-2 0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4:44.7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284 40 24575,'-11'-6'0,"1"1"0,-1 0 0,0 0 0,0 1 0,-1 0 0,1 1 0,-1 0 0,-18-1 0,24 4 0,0 0 0,-1 0 0,1 1 0,-1-1 0,1 1 0,0 1 0,0 0 0,0-1 0,-1 2 0,2-1 0,-1 1 0,0 0 0,0 0 0,1 0 0,0 1 0,0 0 0,-7 6 0,5-3 0,0 0 0,0 1 0,1 0 0,-7 9 0,12-15 0,-1 1 0,1-1 0,0 1 0,-1 0 0,1 0 0,0 0 0,1-1 0,-1 1 0,0 0 0,1 0 0,0 0 0,0 0 0,0 0 0,0 0 0,0 0 0,0 0 0,1 0 0,0 3 0,5 9 0,0-1 0,11 18 0,6 14 0,6 23 0,-3 2 0,32 139 0,-57-208 0,-1-1 0,1 1 0,-1 0 0,1-1 0,0 1 0,-1-1 0,1 1 0,0-1 0,0 0 0,0 1 0,0-1 0,0 0 0,0 0 0,1 1 0,-1-1 0,0 0 0,1 0 0,-1 0 0,1-1 0,-1 1 0,1 0 0,-1 0 0,1-1 0,-1 1 0,1-1 0,0 0 0,-1 1 0,3-1 0,6 1 0,0 0 0,0-1 0,18-3 0,-6 2 0,25 1 0,22-2 0,-58 0-1365,-1-1-5461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4:45.1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24575,'0'7'0,"1"0"0,0-1 0,0 1 0,1-1 0,-1 1 0,2-1 0,-1 0 0,1 0 0,0 0 0,0 0 0,5 8 0,6 4 0,-1-1 0,18 17 0,-29-32 0,0 0 0,-1-1 0,1 1 0,0-1 0,0 1 0,0-1 0,0 0 0,0 0 0,0 1 0,0-1 0,0-1 0,0 1 0,0 0 0,1-1 0,-1 1 0,0-1 0,1 1 0,-1-1 0,0 0 0,1 0 0,-1 0 0,0 0 0,3-1 0,-2 0 0,-1 0 0,1 0 0,-1 0 0,0-1 0,1 1 0,-1-1 0,0 1 0,0-1 0,0 0 0,0 1 0,0-1 0,0 0 0,-1 0 0,1-1 0,-1 1 0,1 0 0,-1-1 0,0 1 0,2-4 0,17-56 0,-8 20 0,-11 40 0,-1 1 0,0 0 0,1-1 0,-1 1 0,1 0 0,-1-1 0,1 1 0,0 0 0,0 0 0,-1 0 0,1 0 0,0 0 0,0 0 0,0 0 0,0 0 0,0 0 0,0 0 0,0 0 0,1 0 0,-1 1 0,0-1 0,0 1 0,1-1 0,-1 1 0,0-1 0,0 1 0,1 0 0,-1-1 0,1 1 0,-1 0 0,0 0 0,1 0 0,-1 0 0,0 0 0,1 0 0,-1 1 0,1-1 0,-1 0 0,0 1 0,0-1 0,1 1 0,-1-1 0,0 1 0,2 1 0,6 3 0,0 1 0,0 0 0,-1 0 0,13 13 0,-15-14 0,24 25-455,-1 1 0,27 40 0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4:45.7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88 24575,'8'-10'0,"1"1"0,-1 0 0,2 0 0,-1 1 0,1 0 0,20-12 0,-26 18 0,1 0 0,-1 0 0,1 0 0,0 0 0,0 1 0,0 0 0,0 0 0,0 0 0,0 0 0,0 1 0,0 0 0,0 0 0,0 0 0,0 1 0,0 0 0,-1 0 0,1 0 0,0 0 0,9 5 0,22 9 0,-20-10 0,25 15 0,-39-19 0,0 0 0,-1 0 0,1 1 0,-1-1 0,0 0 0,1 1 0,-1-1 0,0 1 0,0 0 0,0-1 0,0 1 0,0 0 0,0 0 0,0 0 0,-1-1 0,1 4 0,1 3 0,-1 1 0,1 13 0,1 4 0,12 36 0,31 82 0,-16-56 0,-22-63 0,8 24 0,18 91 0,-34-137 0,1-1 0,-1 1 0,0-1 0,0 1 0,0-1 0,0 1 0,0-1 0,-1 1 0,1-1 0,-1 1 0,1-1 0,-1 1 0,0-1 0,0 0 0,0 1 0,0-1 0,-1 0 0,1 0 0,-1 0 0,1 0 0,-1 0 0,0 0 0,1-1 0,-1 1 0,0 0 0,0-1 0,0 1 0,-1-1 0,1 0 0,0 0 0,0 0 0,-1 0 0,1 0 0,0 0 0,-1-1 0,1 1 0,-1-1 0,1 0 0,-1 1 0,1-1 0,-1 0 0,1-1 0,-1 1 0,-3-1 0,3 1-78,-7-2-244,0 0 0,0-1 1,-12-4-1,12 3-6504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4:46.3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24575,'19'3'0,"0"1"0,0 1 0,0 0 0,-1 2 0,0 0 0,0 1 0,-1 1 0,0 0 0,-1 2 0,0 0 0,0 0 0,-1 1 0,-1 1 0,0 1 0,0 0 0,-2 1 0,0 0 0,0 1 0,-2 0 0,0 1 0,14 33 0,-15-29 0,-2-1 0,0 1 0,-2 1 0,0-1 0,-1 1 0,-2 0 0,1 42 0,-3-50 0,-2 0 0,0 0 0,0 0 0,-1 0 0,-1 0 0,0 0 0,-1-1 0,0 0 0,-1 0 0,-1 0 0,0-1 0,0 0 0,-12 14 0,2-7-227,-1-1-1,-1-1 1,-1 0-1,0-2 1,-36 22-1,31-22-6598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5:25.6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1835 1545 24575,'0'0'0,"0"0"0,0 0 0,0 0 0,1 0 0,-1 0 0,0 0 0,0 0 0,0 0 0,0 0 0,0 0 0,0 0 0,1 0 0,-1 0 0,0 0 0,0 0 0,0 0 0,0-1 0,0 1 0,0 0 0,0 0 0,0 0 0,1 0 0,-1 0 0,0 0 0,0 0 0,0 0 0,0-1 0,0 1 0,0 0 0,0 0 0,0 0 0,0 0 0,0 0 0,0 0 0,0-1 0,0 1 0,0 0 0,0 0 0,0 0 0,0 0 0,0 0 0,0-1 0,0 1 0,0 0 0,-4-9 0,-6-8 0,-12-9 0,-2 2 0,-1 0 0,0 2 0,-39-26 0,17 12 0,-651-511-2726,-106-137 2861,703 592 1080,88 80-8030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5:26.7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100 75 24575,'0'-1'0,"0"1"0,0 0 0,0 0 0,0 0 0,-1 0 0,1-1 0,0 1 0,0 0 0,0 0 0,-1 0 0,1 0 0,0 0 0,0 0 0,-1 0 0,1-1 0,0 1 0,0 0 0,-1 0 0,1 0 0,0 0 0,0 0 0,-1 0 0,1 0 0,0 0 0,0 0 0,-1 1 0,1-1 0,0 0 0,0 0 0,-1 0 0,1 0 0,0 0 0,-1 0 0,-6 10 0,0 12 0,5-12 0,0 1 0,1 0 0,1 0 0,0 0 0,0 0 0,4 22 0,21 65 0,-17-68 0,9 27 0,-26-92 0,-5 4 0,-40-102 0,49 117 0,0-1 0,1-1 0,1 1 0,0 0 0,1-1 0,1-18 0,1 34 0,0 0 0,0 0 0,1 0 0,-1 0 0,0 0 0,1-1 0,-1 1 0,1 0 0,0 0 0,0 0 0,0 1 0,0-1 0,0 0 0,0 0 0,0 0 0,0 1 0,1-1 0,-1 0 0,1 1 0,-1 0 0,1-1 0,2-1 0,-1 2 0,-1 0 0,1 0 0,-1 1 0,0-1 0,1 1 0,-1-1 0,1 1 0,-1 0 0,1 0 0,-1 0 0,1 0 0,-1 0 0,1 1 0,-1-1 0,1 1 0,-1 0 0,1-1 0,3 3 0,8 4 0,0 1 0,0 0 0,-1 1 0,-1 1 0,1 0 0,-2 0 0,1 1 0,16 21 0,-27-30 0,1-1 0,-1 1 0,0 0 0,0-1 0,0 1 0,0 0 0,0 0 0,0 0 0,-1 0 0,1 0 0,-1-1 0,1 1 0,-1 0 0,1 0 0,-1 0 0,0 0 0,0 1 0,0-1 0,0 0 0,-1 0 0,1 0 0,-1 0 0,1-1 0,-2 4 0,1-3 0,0 0 0,-1 0 0,1 0 0,-1 0 0,0-1 0,1 1 0,-1 0 0,0-1 0,0 0 0,0 1 0,0-1 0,0 0 0,-1 0 0,1 0 0,0 0 0,0 0 0,-1-1 0,1 1 0,-5 0 0,-22 2-8,0-2 0,-46-2 0,25-1-1333,35 2-5485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5:27.1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 0 24575,'-3'25'0,"0"10"0,0 4 0,3 1 0,4-5 0,1-2 0,3-6 0,1-1 0,1-1 0,-1 1 0,2-3 0,2 1 0,0-2 0,0 1 0,2-2 0,-1-1 0,-2-5-8191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5:27.6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99 50 24575,'-9'-7'0,"-24"-20"0,30 25 0,0 0 0,-1 0 0,1 0 0,0 1 0,0 0 0,-1-1 0,1 1 0,-1 0 0,-3 0 0,6 1 0,1 0 0,-1-1 0,0 1 0,1 0 0,-1 0 0,0 0 0,1 0 0,-1 1 0,1-1 0,-1 0 0,0 0 0,1 0 0,-1 0 0,0 1 0,1-1 0,-1 0 0,1 1 0,-1-1 0,1 0 0,-1 1 0,1-1 0,-1 1 0,1-1 0,-1 1 0,1-1 0,-1 1 0,0 0 0,1 0 0,-1 1 0,1 0 0,0-1 0,-1 1 0,1-1 0,0 1 0,0-1 0,0 1 0,0 0 0,0-1 0,0 3 0,2 4 0,0 0 0,0 0 0,4 9 0,-6-17 0,5 13 0,1 0 0,0 0 0,1 0 0,0-1 0,1 0 0,0 0 0,1-1 0,1 0 0,15 14 0,-23-23 0,0 0 0,1-1 0,-1 1 0,0-1 0,1 1 0,-1-1 0,1 0 0,-1 0 0,1 0 0,0-1 0,-1 1 0,1 0 0,0-1 0,-1 0 0,1 0 0,0 0 0,4 0 0,-5 0 0,0-1 0,-1 0 0,1 1 0,0-1 0,-1 0 0,1 0 0,-1 0 0,1 0 0,-1 0 0,1 0 0,-1 0 0,0 0 0,0 0 0,1-1 0,-1 1 0,0-1 0,0 1 0,0-1 0,-1 1 0,1-1 0,0 1 0,0-1 0,-1 0 0,1 0 0,-1 1 0,0-1 0,1-3 0,0-7 0,-1 0 0,0 0 0,0 0 0,-2 0 0,1 1 0,-1-1 0,-1 0 0,0 1 0,-1 0 0,-6-13 0,28 71 0,-14-38-170,0 0-1,0-1 0,1 1 1,1-1-1,-1 0 0,1 0 1,9 7-1,-4-5-6655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5:28.2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19 24575,'0'4'0,"1"0"0,-1 0 0,1 1 0,0-1 0,1 0 0,-1 0 0,1 0 0,-1-1 0,1 1 0,1 0 0,-1-1 0,0 1 0,4 3 0,0 1 0,1-1 0,0 0 0,1 0 0,11 8 0,-13-12 0,-1 1 0,1 0 0,0-1 0,0 0 0,0-1 0,1 1 0,-1-1 0,9 1 0,-13-2 0,0-1 0,0 0 0,1 0 0,-1 0 0,0 0 0,0 0 0,0 0 0,0-1 0,0 1 0,0-1 0,0 1 0,0-1 0,0 0 0,0 0 0,0 0 0,0 0 0,0 0 0,0 0 0,-1 0 0,1-1 0,0 1 0,-1-1 0,1 1 0,-1-1 0,0 0 0,1 1 0,-1-1 0,0 0 0,1-3 0,1-2 0,0 0 0,-1-1 0,0 1 0,0-1 0,-1 0 0,0 1 0,0-1 0,-1 0 0,0 0 0,0 1 0,-1-1 0,-2-13 0,3 21 0,0 0 0,0-1 0,0 1 0,0 0 0,0 0 0,0 0 0,0-1 0,0 1 0,0 0 0,0 0 0,0-1 0,0 1 0,0 0 0,-1 0 0,1 0 0,0-1 0,0 1 0,0 0 0,0 0 0,0 0 0,0 0 0,-1-1 0,1 1 0,0 0 0,0 0 0,0 0 0,0 0 0,-1 0 0,1-1 0,0 1 0,0 0 0,0 0 0,-1 0 0,1 0 0,0 0 0,0 0 0,-1 0 0,1 0 0,-4 9 0,1 16 0,3 151 0,-1 18 0,0-189 0,1 1 0,-1-1 0,0 1 0,-1-1 0,1 0 0,-1 1 0,0-1 0,-3 6 0,4-10 0,0 0 0,1 0 0,-1 0 0,0-1 0,1 1 0,-1 0 0,0 0 0,0 0 0,0 0 0,0-1 0,0 1 0,0 0 0,0-1 0,0 1 0,0-1 0,0 1 0,-2-1 0,1 0 0,1 0 0,-1 0 0,1 0 0,0 0 0,-1 0 0,1-1 0,0 1 0,-1-1 0,1 1 0,0-1 0,-1 1 0,1-1 0,0 0 0,0 0 0,0 1 0,0-1 0,0 0 0,0 0 0,-1-1 0,-4-6 0,0 0 0,0 0 0,1 0 0,0-1 0,1 1 0,0-1 0,0 0 0,1-1 0,0 1 0,0 0 0,1-1 0,-1-16 0,3 23-151,0 0-1,0 0 0,0 0 0,1 0 1,-1 0-1,1 0 0,0 0 1,1-5-1,4-3-6674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5:29.0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53 215 24575,'3'16'0,"-1"7"0,2 0 0,1 0 0,0 0 0,10 22 0,-11-37 0,-4-12 0,-5-15 0,-21-47 0,-28-77 0,54 143 0,-6-21 0,8 13 0,-1 8 0,-1 0 0,0 0 0,1 0 0,-1 0 0,1 0 0,-1 0 0,1 0 0,-1 0 0,0 0 0,1 0 0,-1 0 0,1 0 0,-1 0 0,0 0 0,1 0 0,-1 1 0,0-1 0,1 0 0,-1 0 0,0 0 0,1 1 0,-1-1 0,1 1 0,62 46 0,-48-34 0,2 0 0,0-1 0,30 16 0,-41-25 0,0-1 0,0 1 0,0-1 0,1 0 0,-1-1 0,1 0 0,-1 0 0,1 0 0,0-1 0,-1 0 0,1 0 0,-1-1 0,1 0 0,-1 0 0,12-3 0,-15 3 0,0 0 0,-1-1 0,1 1 0,0 0 0,0-1 0,-1 0 0,1 0 0,-1 0 0,1 0 0,-1 0 0,0 0 0,0 0 0,4-6 0,-4 4 0,1-1 0,-1 1 0,0-1 0,0 0 0,0 0 0,-1 0 0,2-10 0,-2 6 0,0-1 0,-1 0 0,0 0 0,0 0 0,-1 1 0,-1-1 0,0 0 0,-4-13 0,3 15 0,1 2 0,-2-1 0,1 0 0,-6-9 0,8 15 0,-1-1 0,1 1 0,0 0 0,0-1 0,-1 1 0,1 0 0,-1 0 0,1-1 0,-1 1 0,-2-1 0,3 2 0,0 0 0,0-1 0,1 1 0,-1 0 0,0 0 0,0 0 0,0 0 0,0 0 0,0 0 0,0 0 0,0 0 0,0 0 0,0 0 0,0 1 0,0-1 0,1 0 0,-1 1 0,0-1 0,0 0 0,0 1 0,-1 0 0,0 1 0,1-1 0,-1 1 0,1 0 0,0 0 0,-1-1 0,1 1 0,0 0 0,0 0 0,0 0 0,0 0 0,0 0 0,1 1 0,-1-1 0,1 0 0,-1 0 0,1 3 0,-1 4 0,0 1 0,2 13 0,0-10 0,1 0 0,0 0 0,1 0 0,1 0 0,0 0 0,8 17 0,-4-14 0,0 1 0,2-1 0,0-1 0,13 16 0,-19-25-97,1-1-1,0 0 1,-1 0-1,2 0 1,-1-1-1,0 0 1,1 0-1,0 0 1,0-1-1,0 0 1,0 0-1,1 0 0,10 2 1,-5-3-6729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5:29.4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 1 24575,'-6'12'0,"1"0"0,0 0 0,1 1 0,0 0 0,1 0 0,0 0 0,1 0 0,-1 24 0,3-31 0,0 0 0,1 1 0,0-1 0,0 0 0,0 0 0,1 0 0,0 0 0,0 0 0,1 0 0,-1 0 0,1-1 0,0 1 0,1-1 0,0 0 0,-1 0 0,2 0 0,-1 0 0,0-1 0,1 0 0,8 6 0,-10-8-54,0 0-1,0 0 0,0 0 1,0-1-1,0 1 1,0-1-1,1 0 0,-1 0 1,0-1-1,1 1 1,-1 0-1,1-1 0,-1 0 1,1 0-1,-1 0 0,0 0 1,1-1-1,-1 1 1,1-1-1,-1 0 0,0 0 1,1 0-1,-1-1 1,3-1-1,4-3-6771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5:29.9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47 43 24575,'-1'-1'0,"0"-1"0,0 1 0,0 0 0,0 0 0,0 0 0,0 0 0,0 0 0,0 0 0,0 0 0,-1 0 0,1 0 0,0 0 0,-1 0 0,1 1 0,-3-1 0,4 1 0,-1 0 0,0 0 0,0 0 0,0 0 0,1 0 0,-1 0 0,0 0 0,0 0 0,1 1 0,-1-1 0,0 0 0,1 1 0,-1-1 0,0 0 0,1 1 0,-1-1 0,1 1 0,-1-1 0,0 1 0,1-1 0,-1 1 0,1 0 0,-1-1 0,1 1 0,0 0 0,-1-1 0,1 1 0,0 0 0,-1-1 0,1 1 0,0 0 0,0 0 0,0 0 0,-3 10 0,1 0 0,1 0 0,0 1 0,0-1 0,1 0 0,1 0 0,1 13 0,-1-22 0,-1 0 0,1 0 0,-1 0 0,1 0 0,-1 0 0,1 0 0,0 0 0,0 0 0,0-1 0,0 1 0,0 0 0,1 0 0,-1-1 0,0 1 0,4 2 0,-2-2 0,0 0 0,0 0 0,1 0 0,-1 0 0,1 0 0,-1-1 0,1 0 0,4 2 0,-1-2 0,0 1 0,0-2 0,1 1 0,-1-1 0,0 0 0,0 0 0,1 0 0,12-4 0,-18 4 0,0-1 0,0 0 0,1 1 0,-1-1 0,0 0 0,0 0 0,0 0 0,0-1 0,0 1 0,-1 0 0,1-1 0,0 1 0,-1-1 0,1 0 0,0 1 0,-1-1 0,0 0 0,1 0 0,-1 0 0,0 0 0,0 0 0,0 0 0,-1 0 0,1 0 0,0-1 0,-1 1 0,1 0 0,-1 0 0,0-1 0,0-2 0,0 0 0,0 0 0,-1 0 0,0 1 0,0-1 0,0 0 0,-1 1 0,0-1 0,1 1 0,-2 0 0,1-1 0,0 1 0,-1 0 0,-4-5 0,-3-2 30,1 1 0,-1 0 0,-12-8 0,19 15-123,-1 1 0,1 0 1,0 0-1,-1 0 0,1 0 0,-1 0 0,0 1 0,1-1 1,-1 1-1,0 0 0,0 0 0,0 1 0,0-1 1,0 1-1,-5 0 0,-1 2-6733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5:30.2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1 228 24575,'-1'-57'0,"2"-60"0,0 114-31,-1 1-1,0-1 0,1 1 0,0-1 0,-1 1 1,1 0-1,0-1 0,0 1 0,1 0 1,-1 0-1,0 0 0,1 0 0,-1 0 1,1 0-1,0 0 0,-1 0 0,1 0 1,0 1-1,0-1 0,0 1 0,0 0 1,1-1-1,-1 1 0,0 0 0,0 0 1,1 0-1,-1 1 0,1-1 0,-1 0 1,1 1-1,-1 0 0,1 0 0,-1 0 1,1 0-1,-1 0 0,1 0 0,-1 0 1,0 1-1,1-1 0,-1 1 0,1 0 1,2 1-1,5 4-6794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5:30.7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59 453 24575,'-1'-1'0,"-1"0"0,0 0 0,0 0 0,0 0 0,-1 1 0,1-1 0,0 1 0,0-1 0,0 1 0,0 0 0,0 0 0,-1 0 0,1 0 0,0 0 0,0 0 0,-4 1 0,5 0 0,0 0 0,-1 0 0,1-1 0,0 1 0,0 0 0,-1 0 0,1 0 0,0 1 0,0-1 0,0 0 0,1 0 0,-1 1 0,0-1 0,0 0 0,1 1 0,-1-1 0,0 0 0,1 1 0,0-1 0,-1 1 0,1-1 0,0 1 0,0-1 0,0 3 0,-1 2 0,1-1 0,0 1 0,1 0 0,0-1 0,0 1 0,0 0 0,2 6 0,-2-9 0,0 1 0,1-1 0,-1 0 0,1 0 0,-1 1 0,1-1 0,0 0 0,0 0 0,1-1 0,-1 1 0,1 0 0,3 3 0,-5-6 0,0 1 0,-1-1 0,1 1 0,0-1 0,0 1 0,0-1 0,0 0 0,0 1 0,0-1 0,-1 0 0,1 0 0,0 1 0,0-1 0,0 0 0,0 0 0,0 0 0,0 0 0,0 0 0,0-1 0,0 1 0,0 0 0,0 0 0,1-1 0,0 0 0,-1 0 0,0 0 0,1 0 0,-1 0 0,0-1 0,0 1 0,0 0 0,0-1 0,0 1 0,0 0 0,0-1 0,1-1 0,0-4 0,1 0 0,-1 0 0,0 0 0,2-14 0,-2-15 0,0 1 0,-3-1 0,0 0 0,-8-38 0,-39-138 0,36 156 0,8 35 0,3 17 0,1 5 0,0 23 0,2 0 0,1 0 0,1 0 0,1 0 0,1 0 0,1-1 0,16 34 0,6 1-682,41 62-1,-58-102-6143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5:31.6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192 148 24575,'-18'-23'0,"-4"-4"0,-51-49 0,70 73 0,1 0 0,-2 1 0,1 0 0,0-1 0,0 1 0,-1 0 0,-6-2 0,9 4 0,0 0 0,0 0 0,0-1 0,1 1 0,-1 0 0,0 0 0,0 0 0,0 0 0,0 0 0,0 1 0,0-1 0,0 0 0,0 0 0,0 1 0,0-1 0,0 0 0,0 1 0,1-1 0,-1 1 0,0-1 0,0 1 0,0 0 0,1-1 0,-1 1 0,0 0 0,1-1 0,-1 1 0,1 0 0,-1 0 0,1 0 0,-1-1 0,1 1 0,-1 0 0,1 1 0,-4 8 0,0 0 0,1 0 0,1 0 0,0 0 0,0 0 0,1 0 0,0 12 0,1 4 0,5 43 0,-3-56 0,0-1 0,1 1 0,1 0 0,0-1 0,1 0 0,0 0 0,1-1 0,9 15 0,7 6 0,38 41 0,4 6 0,-54-65-1365,-3-2-5461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5:31.9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260 41 24575,'-27'-7'0,"-11"-3"0,-2 1 0,3 1 0,6 3 0,6 4 0,4 2 0,6 4 0,4 3 0,2 3 0,4 0-8191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5:32.3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102 88 24575,'-5'-3'0,"-4"-3"0,-1 1 0,-14-5 0,22 9 0,0 0 0,0 0 0,0 1 0,0-1 0,0 1 0,0-1 0,-1 1 0,1 0 0,0 0 0,0 0 0,0 0 0,0 0 0,-1 1 0,1-1 0,0 1 0,0-1 0,0 1 0,-3 1 0,4-1 0,0-1 0,1 1 0,-1-1 0,0 1 0,1-1 0,-1 1 0,0 0 0,1-1 0,-1 1 0,1 0 0,-1-1 0,1 1 0,-1 0 0,1 0 0,0 0 0,-1-1 0,1 1 0,0 0 0,0 0 0,0 0 0,-1 0 0,1 0 0,0-1 0,0 2 0,1 1 0,-1-1 0,1 0 0,-1 0 0,1 0 0,0 0 0,0 0 0,0 0 0,0 0 0,2 3 0,2 1 0,1 1 0,-1-1 0,1 0 0,8 5 0,-6-5 0,0 0 0,0-1 0,1 0 0,0 0 0,0-1 0,1 0 0,11 2 0,-14-4 0,-1 0 0,1-1 0,-1 0 0,1-1 0,0 1 0,0-1 0,0 0 0,-1-1 0,1 0 0,0 0 0,10-3 0,-16 3 0,1 1 0,0-1 0,0 0 0,-1 0 0,1 0 0,0 0 0,-1 0 0,1 0 0,-1 0 0,0 0 0,1-1 0,-1 1 0,0 0 0,0-1 0,0 1 0,0-1 0,0 0 0,0 1 0,1-4 0,-1 2 0,0 0 0,-1 0 0,0-1 0,1 1 0,-1 0 0,0 0 0,-1 0 0,1 0 0,0 0 0,-1 0 0,-1-4 0,0 0 0,-1-1 0,-1 1 0,1-1 0,-1 1 0,0 0 0,-1 0 0,0 1 0,-7-9 0,7 11 10,1-1 0,-1 1 0,0 0 0,0 1 0,0-1 0,-1 1 0,1 0 0,-1 1 0,0-1 0,0 1 0,-9-2 0,10 3-109,0 0 0,0 1 0,0 0 0,0 0 0,0 0 0,0 0 0,0 1 0,0 0 0,0 0 0,0 0 0,0 1 0,0 0 0,1 0 0,-9 4 0,4-1-6727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5:32.6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74 270 24575,'0'-5'0,"-2"1"0,1-1 0,0 1 0,-1 0 0,0-1 0,0 1 0,0 0 0,-3-4 0,-2-5 0,-4-11 0,-16-45 0,24 59 0,0-1 0,1 0 0,1 0 0,-1 0 0,2 0 0,-1 0 0,2-11 0,-1 21-5,0-1 0,1 1-1,-1 0 1,0 0-1,0-1 1,1 1 0,-1 0-1,1 0 1,-1 0 0,1 0-1,-1-1 1,1 1 0,0 0-1,0-1 1,0 2 14,-1 0 1,1-1-1,-1 1 1,1 0-1,-1-1 1,1 1 0,-1 0-1,1 0 1,0-1-1,-1 1 1,1 0-1,-1 0 1,1 0-1,0 0 1,-1 0-1,1 0 1,-1 0-1,1 0 1,0 0-1,0 0 1,1 1-109,0 0 0,0-1 0,0 1 0,0 0 0,0 0 0,-1 1 0,1-1 0,0 0 0,-1 1 0,1-1 0,-1 1 0,0-1 0,1 1 0,1 3 0,3 6-6727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5:33.4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42 132 24575,'-6'-5'0,"-18"-14"0,23 19 0,0-1 0,0 0 0,0 0 0,0 0 0,1 0 0,-1 0 0,0 0 0,1 0 0,-1 0 0,0 0 0,1 0 0,0 0 0,-1 0 0,1-1 0,-1 1 0,1 0 0,0 0 0,0-3 0,0 4 0,0 0 0,0 0 0,0 0 0,0 0 0,0-1 0,0 1 0,0 0 0,1 0 0,-1 0 0,0 0 0,0 0 0,0-1 0,0 1 0,0 0 0,1 0 0,-1 0 0,0 0 0,0 0 0,0 0 0,0 0 0,1 0 0,-1 0 0,0 0 0,0 0 0,0 0 0,0 0 0,1 0 0,-1 0 0,0 0 0,0 0 0,0 0 0,1 0 0,-1 0 0,0 0 0,0 0 0,0 0 0,0 0 0,1 0 0,-1 0 0,0 0 0,0 0 0,0 0 0,0 0 0,1 1 0,-1-1 0,0 0 0,0 0 0,0 0 0,0 0 0,0 0 0,0 1 0,0-1 0,1 0 0,-1 0 0,11 11 0,-9-9 0,18 19 0,2-1 0,0-2 0,37 25 0,-58-42 0,1 0 0,-1 0 0,1 0 0,-1-1 0,1 1 0,-1-1 0,1 1 0,-1-1 0,1 1 0,0-1 0,-1 0 0,1 0 0,0 0 0,-1 0 0,1 0 0,0 0 0,-1 0 0,1-1 0,0 1 0,1-1 0,-1 0 0,-1 0 0,1 0 0,-1 0 0,0 0 0,0 0 0,1 0 0,-1-1 0,0 1 0,0 0 0,0-1 0,0 1 0,-1-1 0,1 1 0,0-1 0,0 1 0,-1-1 0,1 0 0,-1 1 0,0-1 0,1-2 0,0-4 0,-1-1 0,0 1 0,0 0 0,-1 0 0,0-1 0,-2-9 0,0 0 0,3 17 0,-1 1 0,1-1 0,0 1 0,0 0 0,0-1 0,0 1 0,0-1 0,0 1 0,0-1 0,0 1 0,0-1 0,0 1 0,0-1 0,0 1 0,0-1 0,0 1 0,1-1 0,-1 1 0,0 0 0,0-1 0,0 1 0,1-1 0,-1 1 0,0 0 0,1-1 0,-1 1 0,1 0 0,-1 0 0,1 0 0,-1 0 0,1 0 0,-1 0 0,1 0 0,-1 0 0,1 0 0,-1 0 0,1 0 0,-1 1 0,1-1 0,-1 0 0,1 0 0,-1 0 0,0 1 0,1-1 0,0 1 0,21 19 0,-21-19 0,15 18 0,-6-8 0,0-1 0,20 18 0,-27-26 0,0 0 0,0 0 0,1 0 0,-1 0 0,0-1 0,1 1 0,-1-1 0,1 0 0,-1 0 0,1 0 0,-1 0 0,1-1 0,0 1 0,0-1 0,-1 0 0,5 0 0,-6-1 0,-1 1 0,1 0 0,-1-1 0,0 1 0,1-1 0,-1 1 0,1-1 0,-1 0 0,0 1 0,1-1 0,-1 0 0,0 0 0,0 0 0,0 0 0,0 0 0,0 0 0,0 0 0,0-1 0,0 1 0,1-2 0,-1 0 0,1 0 0,-1 0 0,0 0 0,0 0 0,-1-1 0,1 1 0,0 0 0,-1-7 0,0 2 0,0 1 0,-1-1 0,0 1 0,0 0 0,-1-1 0,0 1 0,-6-13 0,5 14-124,-1 0 0,0 0 0,0 0 0,-1 1 0,0 0 0,0 0-1,0 0 1,0 1 0,-1 0 0,-9-6 0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5:34.0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90 115 24575,'-5'-2'0,"0"0"0,0 1 0,0-1 0,0 1 0,-1 0 0,1 0 0,0 1 0,-10 0 0,14 0 0,-1 0 0,1 0 0,-1 1 0,0-1 0,1 1 0,-1-1 0,1 1 0,0 0 0,-1-1 0,1 1 0,0 0 0,-1 0 0,1 0 0,0 0 0,0 0 0,0 0 0,-1 0 0,1 1 0,1-1 0,-1 0 0,0 1 0,0-1 0,0 0 0,1 1 0,-1-1 0,1 1 0,-1-1 0,1 1 0,-1 0 0,1-1 0,0 1 0,0 2 0,0 0 0,0 0 0,0 1 0,0-1 0,1 0 0,0 0 0,0 0 0,0 1 0,0-1 0,1 0 0,-1 0 0,1-1 0,0 1 0,0 0 0,1 0 0,3 4 0,-5-7 0,0 0 0,0 1 0,1-1 0,-1 0 0,0 1 0,1-1 0,-1 0 0,0 0 0,1 0 0,0-1 0,-1 1 0,1 0 0,-1 0 0,1-1 0,0 1 0,0-1 0,-1 0 0,1 1 0,0-1 0,0 0 0,-1 0 0,1 0 0,0 0 0,0 0 0,0-1 0,-1 1 0,1 0 0,0-1 0,-1 0 0,1 1 0,0-1 0,-1 0 0,1 0 0,-1 1 0,1-1 0,-1-1 0,1 1 0,1-1 0,23-25 0,-21 21 0,1 0 0,-1 0 0,1 1 0,0 0 0,9-6 0,-12 10 0,-1 0 0,1 0 0,-1 0 0,1 0 0,0 0 0,-1 1 0,1-1 0,0 1 0,0-1 0,-1 1 0,1 0 0,0 0 0,0 1 0,-1-1 0,1 0 0,0 1 0,0 0 0,-1 0 0,5 1 0,-2 1 0,-1-1 0,1 1 0,-1 0 0,0 0 0,0 1 0,0-1 0,-1 1 0,5 5 0,10 9 0,-17-17 0,-1-1 0,0 1 0,1-1 0,-1 0 0,1 1 0,-1-1 0,1 1 0,-1-1 0,1 0 0,-1 0 0,1 1 0,-1-1 0,1 0 0,-1 0 0,1 0 0,0 0 0,-1 0 0,2 0 0,-2 0 0,0 0 0,0 0 0,1 0 0,-1 0 0,0-1 0,0 1 0,0 0 0,1 0 0,-1 0 0,0-1 0,0 1 0,0 0 0,0 0 0,0-1 0,0 1 0,1 0 0,-1 0 0,0-1 0,0 1 0,0 0 0,0-1 0,0 1 0,0 0 0,0 0 0,0-1 0,-5-21 0,-4 1 31,-15-25-1,16 32-315,1 0-1,0-1 1,0 1 0,-6-26 0,11 28-6541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5:34.4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149 391 24575,'-8'-3'0,"-46"-15"0,48 17 0,0-1 0,0 2 0,0-1 0,0 0 0,0 1 0,0 0 0,-8 2 0,12-2 0,1 0 0,0 0 0,-1 1 0,1-1 0,-1 1 0,1-1 0,0 1 0,-1-1 0,1 1 0,0 0 0,0 0 0,0 0 0,-1-1 0,1 1 0,0 0 0,0 0 0,0 0 0,0 1 0,1-1 0,-1 0 0,0 0 0,-1 2 0,2 0 0,-1-1 0,0 1 0,1 0 0,0-1 0,-1 1 0,1-1 0,0 1 0,1 0 0,-1-1 0,0 1 0,2 3 0,0 3 0,1 0 0,0-1 0,1 1 0,0-1 0,0 0 0,7 9 0,-6-10 0,0 0 0,1-1 0,0 1 0,1-1 0,-1-1 0,12 9 0,-15-12 0,-1-1 0,0 1 0,1-1 0,-1 0 0,1 0 0,0 0 0,-1 0 0,1 0 0,0 0 0,0-1 0,-1 1 0,1-1 0,0 0 0,0 0 0,0 0 0,-1 0 0,1-1 0,0 1 0,0-1 0,-1 1 0,1-1 0,0 0 0,-1 0 0,5-2 0,-4 1 0,-1 0 0,1-1 0,-1 1 0,0 0 0,0-1 0,0 0 0,0 1 0,0-1 0,0 0 0,-1 0 0,1 0 0,-1 0 0,0 0 0,0 0 0,0-1 0,0 1 0,-1 0 0,1-6 0,0-3 0,0 0 0,-1 0 0,-4-21 0,0 5 0,-2 1 0,-1 0 0,-1 0 0,-13-28 0,-54-98 0,38 82 0,35 67 0,-6-13 0,7 17 0,1-1 0,0 1 0,0-1 0,-1 0 0,1 1 0,-1-1 0,1 1 0,0-1 0,-1 1 0,1-1 0,-1 1 0,1 0 0,-1-1 0,0 1 0,1 0 0,-1-1 0,1 1 0,-1 0 0,0-1 0,0 1 0,1 0 0,-1 1 0,1-1 0,0 0 0,-1 0 0,1 1 0,0-1 0,-1 0 0,1 1 0,0-1 0,0 1 0,-1-1 0,1 0 0,0 1 0,0-1 0,0 1 0,-1-1 0,1 0 0,0 1 0,0-1 0,0 1 0,0-1 0,0 1 0,0-1 0,0 1 0,0-1 0,0 1 0,0-1 0,1 1 0,1 15 0,4 8 0,1 1 0,16 33 0,27 46 0,-23-48 0,-10-22-1365,-4-5-5461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5:35.4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468 1283 24575,'-21'-36'0,"-88"-159"0,81 139 0,-33-95 0,-26-180 55,26 89-91,41 172-656,-43-93 0,45 124-6134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5:36.7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73 24575,'2'12'0,"30"148"0,-26-138 0,1 0 0,1-1 0,1 0 0,1 0 0,14 21 0,-16-28 0,-5-9 0,0 0 0,-1-1 0,1 1 0,1-1 0,-1 1 0,1-1 0,0 0 0,4 3 0,-6-8 0,-3-5 0,-2-5 0,-56-104 0,42 85 0,1-2 0,-19-50 0,30 69 0,-13-53 0,16 60 0,1-1 0,0 1 0,1-1 0,-1 0 0,1 1 0,1-1 0,1-13 0,-1 19 0,-1-1 0,0 1 0,1 0 0,-1-1 0,1 1 0,0-1 0,-1 1 0,1 0 0,0 0 0,0-1 0,0 1 0,0 0 0,0 0 0,0 0 0,0 0 0,0 0 0,1 0 0,-1 0 0,0 0 0,2 0 0,0 0 0,-1 0 0,1 1 0,-1-1 0,1 1 0,-1 0 0,1 0 0,-1-1 0,1 2 0,-1-1 0,1 0 0,2 1 0,5 2 0,-1 0 0,0 0 0,0 0 0,-1 2 0,13 6 0,-13-5 0,0-1 0,-1 1 0,1 1 0,-1-1 0,0 2 0,-1-1 0,0 0 0,6 10 0,-10-14 0,0 0 0,0 0 0,0 0 0,-1 1 0,1-1 0,-1 0 0,0 1 0,0 0 0,0-1 0,0 1 0,0 0 0,-1-1 0,0 1 0,0 0 0,0-1 0,0 1 0,-1 0 0,1-1 0,-1 1 0,0 0 0,0-1 0,0 1 0,-3 6 0,2-7 8,-1-1 0,1 1 0,0-1 0,-1 1 0,0-1 0,1 0 0,-1 0 0,0 0 0,0 0 0,0 0 0,0-1 0,-1 0 0,1 1 0,-4 0 0,-5 1-503,0 0 0,-19 1 0,14-2-6331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5:37.0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24575,'0'5'0,"0"6"0,0 5 0,2 3 0,1 4 0,3 3 0,0 2 0,1 1 0,0 0 0,1 1 0,-1 0 0,1-3 0,-1-1 0,1-3 0,-1-2 0,0-3 0,0-1 0,-2-4-8191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5:37.4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165 30 24575,'-11'-4'0,"-9"-4"0,-27-6 0,42 13 0,1 0 0,-1 1 0,0-1 0,0 1 0,0 0 0,0 0 0,0 0 0,0 1 0,0-1 0,0 1 0,-6 2 0,10-2 0,0-1 0,-1 1 0,1 0 0,0-1 0,0 1 0,-1 0 0,1 0 0,0 0 0,0 0 0,0 0 0,0 0 0,0 0 0,1 0 0,-1 0 0,0 0 0,0 0 0,1 1 0,-1-1 0,1 0 0,-2 3 0,2-1 0,0 0 0,-1-1 0,1 1 0,0 0 0,0 0 0,1-1 0,-1 1 0,1 0 0,-1 0 0,2 2 0,1 3 0,0 0 0,1-1 0,0 1 0,0-1 0,0 0 0,8 8 0,-11-14 0,7 9 0,1 0 0,1 0 0,16 13 0,-23-21 0,0 0 0,0-1 0,0 1 0,1 0 0,-1-1 0,0 0 0,1 0 0,4 1 0,-6-1 0,0-1 0,0 0 0,-1 0 0,1 0 0,0 0 0,0-1 0,0 1 0,0 0 0,0-1 0,0 1 0,-1-1 0,1 0 0,0 0 0,0 1 0,-1-1 0,3-2 0,-2 1 0,0 1 0,0-1 0,-1 1 0,1-1 0,-1 0 0,0 0 0,1 0 0,-1 0 0,0 0 0,0 0 0,0 0 0,0 0 0,-1 0 0,1 0 0,0-4 0,0-2 0,0-1 0,-1-15 0,0-4 0,0 28 0,0 0 0,0 0 0,0 0 0,0-1 0,0 1 0,0 0 0,0 0 0,0 0 0,0 0 0,0 0 0,0 0 0,0 0 0,0 0 0,0 0 0,0 0 0,0 0 0,0 0 0,1 0 0,-1 0 0,0 0 0,0-1 0,0 1 0,0 0 0,0 0 0,0 0 0,0 0 0,0 0 0,0 0 0,0 0 0,0 0 0,0 0 0,0 0 0,0 0 0,0 0 0,0 0 0,0 0 0,0 0 0,0 0 0,1 0 0,-1 0 0,0 0 0,0 0 0,0 0 0,0 0 0,0 0 0,0 0 0,0 0 0,0 0 0,0 0 0,0 0 0,0 0 0,0 0 0,0 0 0,0 0 0,1 0 0,-1 0 0,0 0 0,0 0 0,0 0 0,0 0 0,0 0 0,0 0 0,0 0 0,0 0 0,5 6 0,3 9 0,-1-2-1365,0 0-5461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5:38.2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24575,'6'17'0,"1"0"0,0 0 0,1-1 0,14 20 0,-17-28 0,1-1 0,0 1 0,0-1 0,0 0 0,1-1 0,0 1 0,1-2 0,-1 1 0,1-1 0,9 5 0,-15-9 0,-1-1 0,0 1 0,1 0 0,-1-1 0,1 1 0,-1-1 0,1 0 0,-1 1 0,1-1 0,-1 0 0,1 0 0,-1 0 0,1 0 0,0 0 0,-1-1 0,1 1 0,-1 0 0,1-1 0,-1 1 0,1-1 0,2-1 0,-2 1 0,0-1 0,-1 1 0,1-1 0,0 0 0,0 0 0,-1 0 0,1 0 0,-1 0 0,0 0 0,1-1 0,-1 1 0,1-3 0,1-5 0,0 0 0,-1-1 0,0 1 0,0 0 0,-1-16 0,-1 22 0,1-1 0,-1 1 0,0-1 0,0 1 0,0-1 0,-1 1 0,0 0 0,1-1 0,-2 1 0,-1-7 0,3 11 0,0 0 0,0 0 0,-1-1 0,1 1 0,0 0 0,0 0 0,0 0 0,0 0 0,0 0 0,-1 0 0,1-1 0,0 1 0,0 0 0,0 0 0,0 0 0,-1 0 0,1 0 0,0 0 0,0 0 0,0 0 0,-1 0 0,1 0 0,0 0 0,0 0 0,0 0 0,-1 0 0,1 0 0,0 0 0,0 0 0,0 0 0,0 0 0,-1 0 0,1 0 0,0 0 0,0 0 0,0 1 0,0-1 0,-1 0 0,1 0 0,0 0 0,0 0 0,0 0 0,0 0 0,0 1 0,-1-1 0,1 0 0,0 0 0,0 0 0,0 0 0,0 0 0,0 1 0,0-1 0,0 0 0,0 0 0,0 0 0,0 1 0,0-1 0,-6 13 0,3-1 0,0 1 0,0 0 0,2 0 0,-1 14 0,2 56 0,1-41 0,1-3 0,-1-19 0,-1-1 0,0 0 0,-5 25 0,5-42 0,0 0 0,-1-1 0,1 1 0,-1 0 0,1 0 0,-1-1 0,0 1 0,0 0 0,1-1 0,-1 1 0,0-1 0,-1 1 0,1-1 0,0 0 0,0 0 0,-3 3 0,4-4 0,-1 0 0,1 0 0,-1 0 0,1 1 0,-1-1 0,1 0 0,-1 0 0,0 0 0,1 0 0,-1 0 0,1 0 0,-1 0 0,1 0 0,-1 0 0,0 0 0,1 0 0,-1 0 0,1 0 0,-1-1 0,0 1 0,0-1 0,-1 0 0,1 0 0,0 0 0,0 0 0,0 0 0,0 0 0,0 0 0,0 0 0,0 0 0,0 0 0,-1-2 0,-2-6-195,-1-1 0,1 1 0,1-1 0,0 0 0,0 0 0,-1-10 0,3 9-6631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5:39.3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1 124 24575,'20'48'0,"-11"-26"0,1 0 0,0 0 0,2 0 0,20 27 0,-31-48 0,-1-1 0,1 1 0,-1 0 0,1 0 0,0 0 0,0-1 0,-1 1 0,1 0 0,0-1 0,0 1 0,0-1 0,0 1 0,0-1 0,1 1 0,-1-1 0,-1 0 0,0 0 0,1 0 0,-1 0 0,0 0 0,0 0 0,1 0 0,-1 0 0,0-1 0,1 1 0,-1 0 0,0 0 0,0 0 0,1 0 0,-1-1 0,0 1 0,0 0 0,1 0 0,-1-1 0,0 1 0,0 0 0,0 0 0,1-1 0,-1 1 0,0 0 0,0 0 0,0-1 0,0 1 0,1-1 0,-1-1 0,1-1 0,-1 0 0,1 0 0,-1 1 0,0-1 0,0 0 0,0 0 0,-1-4 0,-2-9 0,-1 0 0,0-1 0,-1 2 0,-1-1 0,-13-24 0,2 10 0,-34-46 0,70 89 0,37 17 0,-38-22 0,0-1 0,1 0 0,0-2 0,24 4 0,-35-8 0,-1 0 0,1 0 0,0-1 0,0 0 0,-1 0 0,1-1 0,0 0 0,0 0 0,-1-1 0,1 0 0,-1 0 0,1-1 0,10-6 0,-15 7 0,0 0 0,0-1 0,-1 1 0,1-1 0,-1 0 0,1 0 0,-1 0 0,0 0 0,0 0 0,-1 0 0,1-1 0,-1 1 0,1 0 0,-1-1 0,0 0 0,0-3 0,0 5 0,-1-1 0,1 1 0,-1 0 0,0-1 0,0 1 0,0 0 0,0-1 0,0 1 0,0 0 0,-1-1 0,1 1 0,-1 0 0,1 0 0,-1-1 0,0 1 0,0 0 0,0 0 0,0 0 0,-1 0 0,1 0 0,0 0 0,-1 0 0,1 1 0,-1-1 0,0 1 0,-2-3 0,3 4 0,0-1 0,0 0 0,-1 1 0,1-1 0,0 1 0,0-1 0,0 1 0,-1 0 0,1-1 0,0 1 0,-1 0 0,1 0 0,0 0 0,0 0 0,-1 0 0,1 0 0,0 1 0,-1-1 0,1 0 0,-2 1 0,1 0 0,0 0 0,0 1 0,0-1 0,0 0 0,0 1 0,1-1 0,-1 1 0,0 0 0,1 0 0,-3 3 0,1 0 0,0 0 0,0 0 0,1 0 0,-1 1 0,1-1 0,1 1 0,-1 0 0,-1 8 0,3-7 0,0 0 0,1 0 0,0 1 0,0-1 0,0 0 0,1 0 0,0 0 0,0-1 0,1 1 0,0 0 0,0-1 0,0 0 0,8 11 0,-2-5 0,0-1 0,0 0 0,1-1 0,0 0 0,24 17 0,-28-23-105,1 1 0,0-2 0,0 1 0,1-1 0,-1 0 0,0 0 0,1-1 0,0 0 0,0 0 0,-1-1 0,1 0 0,9-1 0,-4 0-6721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5:39.7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44 0 24575,'-2'1'0,"-1"0"0,1 0 0,-1 0 0,1 0 0,0 0 0,0 1 0,0-1 0,-1 1 0,2-1 0,-1 1 0,0 0 0,0 0 0,0 0 0,1 0 0,-1 0 0,1 0 0,0 0 0,-1 1 0,1-1 0,0 0 0,0 1 0,0-1 0,1 1 0,-1-1 0,1 1 0,-1-1 0,1 1 0,0-1 0,0 1 0,0-1 0,0 1 0,1 0 0,0 4 0,1 1 0,0 1 0,1-1 0,0 1 0,0-1 0,1 0 0,0 0 0,0-1 0,9 12 0,-4-7 24,1 0 0,0-1 0,1-1 0,14 12 0,-19-18-173,0 1 1,1-1-1,0 0 1,0 0-1,0-1 1,0 0-1,1-1 1,-1 1-1,15 1 1,-10-2-6678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5:40.6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101 112 24575,'-2'-1'0,"1"-1"0,-1 1 0,1-1 0,-1 1 0,0 0 0,1 0 0,-1-1 0,0 1 0,0 1 0,0-1 0,0 0 0,0 0 0,0 1 0,0-1 0,0 1 0,-4-1 0,4 1 0,-1 1 0,1-1 0,0 1 0,0 0 0,-1-1 0,1 1 0,0 0 0,0 0 0,0 0 0,0 1 0,0-1 0,1 0 0,-1 1 0,0-1 0,-2 3 0,1-1 0,0 1 0,0-1 0,0 0 0,1 1 0,-1-1 0,1 1 0,0 0 0,0 0 0,0 0 0,-2 7 0,4-8 0,-1 0 0,1-1 0,0 1 0,0 0 0,0-1 0,0 1 0,1 0 0,-1-1 0,1 1 0,-1-1 0,1 1 0,0-1 0,0 1 0,0-1 0,0 1 0,0-1 0,1 0 0,3 4 0,-1 0 0,2 0 0,-1-1 0,1 0 0,-1-1 0,1 1 0,1-1 0,11 7 0,-14-9 0,1 0 0,-1 0 0,0-1 0,0 1 0,1-1 0,-1 0 0,1 0 0,-1 0 0,1-1 0,-1 0 0,1 0 0,0 0 0,-1 0 0,5-1 0,-7 0 0,-1 1 0,1-1 0,0 0 0,-1 1 0,1-1 0,-1 0 0,0 0 0,1 0 0,-1 0 0,0 0 0,1 0 0,-1 0 0,0-1 0,0 1 0,0 0 0,0-1 0,1-2 0,0 1 0,-1 0 0,0-1 0,0 1 0,0 0 0,-1-1 0,1 1 0,-1 0 0,0-6 0,0-1 0,-1 1 0,-1-1 0,1 1 0,-1-1 0,-5-12 0,-3-2 0,5 12 0,1 1 0,-5-18 0,9 28 0,0 0 0,-1 0 0,1 0 0,0 0 0,0 0 0,0 0 0,0 0 0,0 0 0,0 0 0,1 0 0,-1 0 0,0 0 0,0 1 0,1-1 0,-1 0 0,0 0 0,1 0 0,-1 0 0,1 0 0,-1 1 0,1-1 0,1-1 0,-1 1 0,1 0 0,-1 0 0,1 0 0,-1 0 0,1 0 0,0 1 0,-1-1 0,1 1 0,0-1 0,-1 1 0,4-1 0,3 1 0,-1 0 0,1 0 0,-1 0 0,15 4 0,-2 1 0,0 1 0,-1 1 0,0 1 0,0 0 0,-1 1 0,0 2 0,24 16 0,-29-18 0,-2-2 0,0 1 0,19 17 0,-28-23 0,0-1 0,-1 1 0,1 0 0,0 1 0,-1-1 0,1 0 0,-1 0 0,0 1 0,1-1 0,-1 0 0,0 1 0,-1-1 0,1 1 0,0 0 0,-1-1 0,1 1 0,-1 0 0,0-1 0,0 1 0,-1 4 0,1-7 0,0 1 0,0-1 0,0 0 0,0 1 0,0-1 0,0 0 0,0 1 0,0-1 0,0 0 0,0 1 0,0-1 0,0 0 0,-1 1 0,1-1 0,0 0 0,0 1 0,0-1 0,-1 0 0,1 0 0,0 1 0,0-1 0,-1 0 0,1 0 0,0 1 0,-1-1 0,1 0 0,0 0 0,-1 0 0,1 0 0,0 1 0,-1-1 0,1 0 0,0 0 0,-1 0 0,0 0 0,0-1 0,0 1 0,0 0 0,0-1 0,0 1 0,0-1 0,0 1 0,1-1 0,-1 0 0,0 1 0,0-1 0,0-1 0,-18-22 0,14 15 0,0 0 0,0 0 0,1-1 0,1 0 0,-1 1 0,1-1 0,1 0 0,0 0 0,1-1 0,-1 1 0,2 0 0,0 0 0,0-1 0,1 1 0,3-17 0,-4 26-49,0 0 1,0-1-1,1 1 0,-1 0 0,0-1 1,1 1-1,0 0 0,-1 0 0,1 0 1,0 0-1,-1-1 0,1 1 0,0 0 1,0 0-1,0 0 0,0 0 0,0 1 1,0-1-1,0 0 0,0 0 0,0 1 1,0-1-1,1 0 0,-1 1 0,0-1 0,0 1 1,3-1-1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5:41.0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181 347 24575,'-24'-7'0,"-43"-10"0,61 16 0,0 0 0,0 0 0,0 1 0,0 0 0,0 0 0,0 1 0,0 0 0,-10 2 0,15-3 0,0 1 0,-1-1 0,1 1 0,-1-1 0,1 1 0,0 0 0,0-1 0,-1 1 0,1 0 0,0 0 0,0 0 0,0 0 0,0 0 0,0 0 0,0 0 0,0 0 0,0 0 0,1 1 0,-1-1 0,0 0 0,0 3 0,0-2 0,1 0 0,0 0 0,0 0 0,0 0 0,0 0 0,0 0 0,0 0 0,1 0 0,-1 0 0,1 0 0,-1 0 0,1 0 0,1 3 0,1 0 0,-1-1 0,0 0 0,1 0 0,0 0 0,0 0 0,0-1 0,1 1 0,-1-1 0,1 0 0,0 0 0,0 0 0,6 3 0,-5-4 0,1 0 0,-1 0 0,1-1 0,0 0 0,-1 0 0,1 0 0,0-1 0,0 0 0,-1 0 0,1 0 0,7-2 0,-10 2 0,-1-1 0,1 1 0,-1-1 0,1 0 0,-1 0 0,0 0 0,1 0 0,-1 0 0,0 0 0,0-1 0,0 1 0,0-1 0,0 0 0,0 1 0,0-1 0,0 0 0,-1 0 0,1 0 0,-1 0 0,1 0 0,-1-1 0,0 1 0,0 0 0,0 0 0,0-1 0,0 1 0,0-4 0,1-7 0,-1-1 0,-1 0 0,0 0 0,-1 0 0,-3-15 0,-17-71 0,13 72 0,6 19 0,-3-16 0,-2-1 0,0 1 0,-2 1 0,-14-28 0,22 52 0,1 6 0,1 8 0,10 24 0,1-1 0,3 0 0,1-1 0,25 42 0,43 61-1365,-67-115-5461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5:48.0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 3 24575,'0'0'0,"0"0"0,-1-1 0,1 1 0,0 0 0,0 0 0,0 0 0,0 0 0,0-1 0,-1 1 0,1 0 0,0 0 0,0 0 0,0 0 0,-1 0 0,1 0 0,0 0 0,0-1 0,0 1 0,-1 0 0,1 0 0,0 0 0,0 0 0,-1 0 0,1 0 0,0 0 0,0 0 0,0 0 0,-1 0 0,1 0 0,0 0 0,0 0 0,-1 1 0,1-1 0,0 0 0,0 0 0,-4 9 0,3 11 0,4-6 0,1-2 0,0 1 0,1 0 0,7 14 0,9 24 0,-13-27 0,0 0 0,-2 1 0,-1 0 0,-1 0 0,-2 0 0,1 26 0,-3-55 0,0 0 0,1-1 0,0 1 0,0 0 0,0-1 0,1 1 0,-1 0 0,1 0 0,0 0 0,0 0 0,0 1 0,4-6 0,-4 7 0,0 0 0,0 0 0,0 0 0,0 0 0,0 0 0,1 0 0,-1 1 0,0 0 0,1-1 0,-1 1 0,1 0 0,0 0 0,-1 0 0,1 0 0,0 1 0,0-1 0,0 1 0,-1-1 0,1 1 0,0 0 0,0 0 0,0 1 0,3-1 0,-1 2 0,0-1 0,1 1 0,-1 0 0,0 0 0,0 0 0,0 1 0,0 0 0,0 0 0,-1 0 0,1 0 0,3 5 0,-5-7 0,-1 1 0,0 0 0,0 1 0,-1-1 0,1 0 0,0 0 0,-1 1 0,1-1 0,-1 1 0,0-1 0,1 1 0,-1 0 0,-1-1 0,1 1 0,0 0 0,-1 0 0,1 0 0,-1 0 0,0-1 0,0 1 0,0 0 0,0 0 0,-1 3 0,0-3 0,-1-1 0,1 1 0,0-1 0,-1 0 0,0 1 0,0-1 0,1 0 0,-1 0 0,0 0 0,0 0 0,-1-1 0,1 1 0,0 0 0,-1-1 0,1 0 0,-1 1 0,1-1 0,-1 0 0,0 0 0,1-1 0,-4 2 0,-6 0 0,1 1 0,-1-2 0,-20 2 0,32-3-9,-6 0-114,-1 1-1,1-1 1,0-1 0,-1 1 0,1-1-1,-1 0 1,1 0 0,0-1 0,0 0-1,-9-4 1,6 0-6703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5:48.46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130 0 24575,'-16'4'0,"-1"0"0,-22 10 0,35-13 0,0 1 0,0 0 0,0 0 0,0 0 0,1 1 0,-1-1 0,1 1 0,0 0 0,-1 0 0,2 0 0,-1 0 0,0 1 0,0-1 0,1 1 0,-3 4 0,4-5 0,1-1 0,-1 1 0,1 0 0,0-1 0,0 1 0,0 0 0,0-1 0,0 1 0,0 0 0,1-1 0,-1 1 0,1 0 0,0-1 0,0 1 0,0-1 0,0 1 0,0-1 0,0 0 0,1 1 0,2 2 0,1 2 0,1 1 0,0-2 0,0 1 0,12 10 0,-8-10 0,0 1 0,0-1 0,21 10 0,-28-16 0,0 1 0,1-1 0,-1 0 0,1 0 0,0 0 0,-1 0 0,1 0 0,0-1 0,-1 0 0,1 1 0,0-2 0,0 1 0,-1 0 0,1-1 0,0 1 0,-1-1 0,5-1 0,-7 1 0,1-1 0,-1 1 0,1 0 0,-1 0 0,0 0 0,1-1 0,-1 1 0,0-1 0,0 1 0,0-1 0,0 0 0,0 1 0,0-1 0,-1 0 0,1 1 0,-1-1 0,1 0 0,-1 0 0,1 0 0,-1 1 0,0-1 0,0-4 0,0-1 0,0 0 0,0 0 0,-1 0 0,-3-13 0,0 8 0,0 0 0,-1 1 0,0-1 0,-1 1 0,0 0 0,-11-14 0,48 73 87,15 23-1539,-38-61-5374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5:48.8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119 1 24575,'-9'0'0,"0"0"0,0 1 0,0 0 0,0 1 0,0 0 0,1 0 0,-15 6 0,21-8 0,0 1 0,0 0 0,0 0 0,0 1 0,1-1 0,-1 0 0,0 0 0,0 1 0,1-1 0,-1 1 0,1 0 0,-1-1 0,1 1 0,0 0 0,0 0 0,-1 0 0,1 0 0,1 0 0,-1 0 0,0 0 0,0 0 0,1 0 0,-1 1 0,1-1 0,0 0 0,0 0 0,0 1 0,0-1 0,0 0 0,0 0 0,0 0 0,1 1 0,-1-1 0,1 0 0,1 4 0,1 1 0,0 0 0,1 0 0,0-1 0,0 1 0,0-1 0,1 0 0,0 0 0,0-1 0,1 1 0,-1-1 0,12 8 0,-4-4 0,0-1 0,1 0 0,0-1 0,25 9 0,-25-12-273,0 0 0,1-1 0,-1 0 0,30 1 0,-30-4-6553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5:49.1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24575,'1'28'0,"2"1"0,0-1 0,2 1 0,2-1 0,0-1 0,14 35 0,-8-29-341,1 0 0,1-1-1,23 34 1,-31-55-6485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5:49.4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69 1 24575,'-3'0'0,"0"0"0,0 0 0,0 1 0,0-1 0,0 1 0,0 0 0,1 0 0,-1 0 0,0 0 0,0 0 0,1 1 0,-1-1 0,1 1 0,-1 0 0,1 0 0,0-1 0,0 1 0,0 1 0,0-1 0,0 0 0,0 1 0,0-1 0,1 0 0,-1 1 0,1 0 0,0-1 0,0 1 0,0 0 0,0 0 0,0 0 0,1 0 0,-1 0 0,1-1 0,0 1 0,0 0 0,0 0 0,0 0 0,0 0 0,0 0 0,1 0 0,0 0 0,0 0 0,-1 0 0,2-1 0,-1 1 0,0 0 0,0-1 0,1 1 0,2 3 0,2 0 0,0 0 0,1-1 0,-1 1 0,1-1 0,1-1 0,-1 1 0,1-1 0,15 6 0,3-1 0,39 9 0,-44-13 0,1-1 0,-1-1 0,0-1 0,36-1 0,-55-1 12,0-1 0,0 1 0,0 0 0,0-1 0,0 1 0,0-1 0,0 0 0,0 0 0,2-1 0,-3 1-71,0 1-1,-1-1 1,1 1-1,0-1 1,-1 1 0,1-1-1,-1 0 1,1 1-1,-1-1 1,1 0 0,-1 1-1,1-1 1,-1 0-1,0 0 1,1 0 0,-1 1-1,0-1 1,0 0-1,0 0 1,1 0 0,-1 0-1,0 0 1,0 1-1,0-2 1,-2-6-6767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5:50.1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88 24575,'4'11'0,"1"1"0,1-1 0,0 0 0,0 0 0,1-1 0,11 14 0,5 2 0,26 23 0,-46-47 0,-1 0 0,1 0 0,-1 0 0,1 0 0,0-1 0,0 1 0,-1-1 0,1 1 0,0-1 0,0 0 0,4 1 0,-6-2 0,1 0 0,-1 0 0,0 0 0,0 0 0,0 0 0,0 0 0,0 0 0,0-1 0,0 1 0,0 0 0,0-1 0,-1 1 0,1 0 0,0-1 0,0 1 0,0-1 0,0 0 0,0 1 0,-1-1 0,1 0 0,0 1 0,0-1 0,-1 0 0,1 0 0,-1 0 0,1 1 0,-1-1 0,1 0 0,-1 0 0,1 0 0,-1 0 0,0 0 0,1 0 0,-1 0 0,0 0 0,0 0 0,0 0 0,0-1 0,2-13 0,-2 1 0,1-1 0,-3-16 0,1 23 0,4 8 0,3 7 0,7 9 0,-5-5 0,1-2 0,0 1 0,12 10 0,-15-16 0,-1 0 0,0 0 0,1-1 0,0 0 0,0 0 0,0 0 0,0 0 0,8 1 0,-12-3 0,-1-1 0,0 0 0,1 1 0,-1-1 0,0 0 0,1 0 0,-1 0 0,1 0 0,-1 0 0,0 0 0,1 0 0,-1 0 0,0-1 0,1 1 0,-1 0 0,0-1 0,1 1 0,-1-1 0,0 0 0,0 1 0,1-1 0,-1 0 0,0 0 0,0 0 0,0 0 0,0 0 0,0 0 0,0 0 0,0 0 0,-1 0 0,1 0 0,0 0 0,-1-1 0,1 1 0,-1 0 0,1 0 0,-1-1 0,1-2 0,1-5 0,-1 0 0,0 0 0,-1 0 0,-1-17 0,0 12 0,0 3 0,0 1 0,0-1 0,-1 1 0,-1 0 0,0-1 0,-5-11 0,5 15 0,0 0 0,-1 0 0,0 0 0,0 0 0,-1 0 0,0 1 0,0 0 0,-11-11 0,14 16-41,0 0 0,0-1-1,0 1 1,0 0-1,0 0 1,0 0 0,0 0-1,0 0 1,0 1 0,0-1-1,-1 1 1,1-1-1,0 1 1,0 0 0,-1 0-1,1 0 1,0 0 0,0 0-1,-1 0 1,1 1-1,0-1 1,0 1 0,0 0-1,-1-1 1,1 1 0,0 0-1,0 0 1,0 0-1,0 1 1,1-1 0,-1 0-1,-2 3 1,-6 5-6785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5:50.7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46 85 24575,'-1'-1'0,"0"0"0,0 0 0,0 0 0,0 0 0,-1 0 0,1 0 0,0 0 0,0 1 0,0-1 0,-1 0 0,1 1 0,0-1 0,-1 1 0,1-1 0,-1 1 0,1 0 0,0-1 0,-1 1 0,1 0 0,-2 0 0,2 1 0,0-1 0,0 1 0,0-1 0,0 1 0,0-1 0,0 1 0,0 0 0,1 0 0,-1-1 0,0 1 0,0 0 0,1 0 0,-1 0 0,0 0 0,1 0 0,-1 0 0,1 0 0,-1 0 0,1 0 0,0 0 0,0 0 0,-1 0 0,1 0 0,0 0 0,0 0 0,0 2 0,-1 6 0,1-1 0,0 1 0,0-1 0,0 1 0,2-1 0,-1 1 0,5 14 0,-4-17 0,0-1 0,0 0 0,0 1 0,1-1 0,0 0 0,0 0 0,0-1 0,0 1 0,1-1 0,0 0 0,0 1 0,8 5 0,-11-9 0,1 0 0,-1 0 0,1 0 0,-1 0 0,1 0 0,0 0 0,-1-1 0,1 1 0,0-1 0,-1 1 0,1-1 0,0 1 0,0-1 0,0 0 0,-1 0 0,1 0 0,0 0 0,0 0 0,0-1 0,-1 1 0,1 0 0,0-1 0,0 1 0,-1-1 0,1 0 0,0 1 0,-1-1 0,3-2 0,-1 1 0,-1 0 0,0 0 0,0-1 0,0 1 0,0 0 0,-1-1 0,1 0 0,-1 1 0,1-1 0,-1 0 0,0 0 0,0 0 0,0 1 0,0-1 0,-1 0 0,1-4 0,0-47 0,-1 53 0,0 1 0,0 0 0,0 0 0,0 0 0,0 0 0,0 0 0,0 0 0,0 0 0,0 0 0,0-1 0,0 1 0,0 0 0,0 0 0,1 0 0,-1 0 0,0 0 0,0 0 0,0 0 0,0 0 0,0 0 0,0 0 0,0-1 0,0 1 0,0 0 0,1 0 0,-1 0 0,0 0 0,0 0 0,0 0 0,0 0 0,0 0 0,0 0 0,0 0 0,0 0 0,1 0 0,-1 0 0,0 0 0,0 0 0,0 0 0,0 0 0,0 0 0,0 0 0,1 0 0,6 4 0,8 7 0,-14-10 0,21 15 0,0 0 0,1-1 0,1-2 0,0 0 0,1-2 0,0 0 0,1-2 0,31 8 0,-40-12 0,21 4 0,-35-8 0,-1-1 0,0 0 0,0 0 0,0 0 0,1 0 0,-1 0 0,0 0 0,0 0 0,0-1 0,1 1 0,-1-1 0,0 0 0,3-1 0,-5 2 0,1-1 0,-1 1 0,1 0 0,-1-1 0,1 1 0,-1-1 0,0 1 0,1-1 0,-1 1 0,0-1 0,1 1 0,-1-1 0,0 0 0,0 1 0,0-1 0,0 1 0,1-1 0,-1 0 0,0 1 0,0-1 0,0 1 0,0-1 0,0 0 0,0 1 0,0-1 0,-1 1 0,1-1 0,0 0 0,0 1 0,0-1 0,-1 1 0,1-1 0,0 1 0,-1-1 0,1 1 0,0-1 0,-1 1 0,1-1 0,0 1 0,-2-1 0,-21-23 0,18 19 0,-71-61 0,51 46 0,0-2 0,-23-27 0,44 46-91,1-1 0,0 0 0,-1 1 0,2-1 0,-1-1 0,0 1 0,1 0 0,0-1 0,0 1 0,0-1 0,1 0 0,-1 1 0,1-1 0,-1-9 0,2 2-6735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5:51.2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41 325 24575,'-1'0'0,"-1"0"0,1 0 0,0 0 0,-1 0 0,1 1 0,0-1 0,-1 0 0,1 1 0,0-1 0,-1 1 0,1 0 0,0-1 0,0 1 0,0 0 0,0 0 0,0-1 0,0 1 0,-2 2 0,1-1 0,1 1 0,-1-1 0,1 0 0,0 1 0,0-1 0,0 1 0,0-1 0,-1 6 0,0 0 0,1 1 0,1-1 0,-1 0 0,1 1 0,2 9 0,0-6 0,0 0 0,1 0 0,0 0 0,10 22 0,-11-29 0,0-1 0,1 1 0,0-1 0,-1 0 0,2 0 0,4 6 0,-6-8 0,0-1 0,0 1 0,0-1 0,0 0 0,0 1 0,0-1 0,1 0 0,-1 0 0,0 0 0,0 0 0,1-1 0,-1 1 0,1-1 0,2 1 0,-3-1 0,-1 0 0,1 0 0,0 0 0,-1 0 0,1-1 0,0 1 0,-1 0 0,1-1 0,-1 1 0,1-1 0,0 0 0,-1 1 0,0-1 0,1 0 0,-1 0 0,1 0 0,-1 0 0,0 0 0,0 0 0,0 0 0,1-1 0,-1 1 0,0 0 0,-1-1 0,1 1 0,0-1 0,0 1 0,0-1 0,-1 1 0,1-1 0,-1 1 0,1-4 0,1-4 0,-1-1 0,0 0 0,0 1 0,-2-15 0,1 14 0,-2-56 0,-2 0 0,-17-81 0,-11-7 0,26 138 0,2 13 0,1 10 0,1 4 0,1 0 0,0 0 0,1 1 0,1-1 0,0 0 0,3 18 0,1-7 0,1 1 0,11 25 0,15 26-682,45 74-1,-62-122-6143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6:04.2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96 24575,'0'-1'0,"0"1"0,0 0 0,0 0 0,0 0 0,0-1 0,0 1 0,0 0 0,0 0 0,0 0 0,0-1 0,0 1 0,0 0 0,0 0 0,0 0 0,0-1 0,0 1 0,0 0 0,0 0 0,0 0 0,0-1 0,0 1 0,0 0 0,0 0 0,0 0 0,0-1 0,0 1 0,1 0 0,-1 0 0,0 0 0,0 0 0,0-1 0,0 1 0,1 0 0,-1 0 0,0 0 0,0 0 0,0 0 0,0 0 0,1-1 0,-1 1 0,0 0 0,0 0 0,1 0 0,7 9 0,9 25 0,-14-29 0,13 27 0,22 31 0,-29-50 0,0 0 0,1-1 0,1-1 0,23 21 0,-30-29 0,0 0 0,0 0 0,0 0 0,0-1 0,0 1 0,1-1 0,-1 0 0,1-1 0,5 3 0,-8-4 0,0 0 0,0 0 0,0 0 0,-1 0 0,1 0 0,0-1 0,0 1 0,0 0 0,0-1 0,0 1 0,-1-1 0,1 0 0,0 0 0,-1 1 0,1-1 0,0 0 0,-1-1 0,1 1 0,-1 0 0,1 0 0,-1-1 0,0 1 0,0 0 0,1-1 0,-1 0 0,1-2 0,1-2 0,0 0 0,0 0 0,0 0 0,-1 0 0,0-1 0,-1 1 0,1-1 0,-1 1 0,0-11 0,3-7 0,-4 23 0,0 1 0,0 0 0,0 0 0,0 0 0,0 0 0,0 0 0,0 0 0,0 0 0,0 0 0,0 0 0,0 0 0,0 0 0,0 0 0,0 0 0,0 0 0,0-1 0,0 1 0,0 0 0,0 0 0,0 0 0,0 0 0,0 0 0,0 0 0,0 0 0,0 0 0,1 0 0,-1 0 0,0 0 0,0 0 0,0 0 0,0 0 0,0 0 0,0 0 0,0 0 0,0 0 0,0 0 0,0 0 0,0 0 0,0 0 0,0 0 0,1 0 0,-1 0 0,0 0 0,0 0 0,0 0 0,0 0 0,0 0 0,0 0 0,0 0 0,0 0 0,0 0 0,0 0 0,0 0 0,0 0 0,0 0 0,0 0 0,0 1 0,0-1 0,1 0 0,4 6 0,4 8 0,-3-5 0,0-1 0,0 1 0,1-1 0,0 0 0,0 0 0,11 8 0,-14-13 0,1 0 0,-1 0 0,1 0 0,-1-1 0,1 0 0,0 0 0,0 0 0,0 0 0,0-1 0,0 0 0,0 0 0,0 0 0,0-1 0,10 0 0,-13 0 0,0 0 0,0-1 0,-1 1 0,1 0 0,-1-1 0,1 1 0,0-1 0,-1 0 0,1 1 0,-1-1 0,1 0 0,-1 0 0,1 0 0,-1 0 0,0 0 0,0 0 0,2-2 0,-1 1 0,-1-1 0,1 0 0,-1 1 0,1-1 0,-1 0 0,0 0 0,0 1 0,0-1 0,0-3 0,1-4 0,-1 1 0,-1 0 0,1 0 0,-2-1 0,-1-12 0,-1 6 0,0 0 0,-2 0 0,0 0 0,0 0 0,-2 1 0,0 0 0,0 0 0,-2 1 0,0 0 0,0 0 0,-13-13 0,10 15-1365,1 3-5461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6:39.1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24575,'0'0'-8191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6:48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24575,'0'4'0,"1"0"0,0 0 0,0 0 0,1 0 0,-1 0 0,1-1 0,4 8 0,-1-2 0,91 182-551,53 115-565,-143-292 1165,5 9 356,-1 1-1,0 0 1,5 29-1,-15-53-401,0 0 0,1 0 0,-1 1-1,0-1 1,0 0 0,0 0 0,0 1-1,0-1 1,0 0 0,1 1 0,-1-1 0,0 0-1,0 0 1,0 1 0,0-1 0,0 0 0,0 1-1,0-1 1,0 0 0,0 0 0,-1 1-1,1-1 1,0 0 0,0 1 0,0-1 0,0 0-1,0 0 1,0 1 0,-1-1 0,1 0-1,0 0 1,0 0 0,0 1 0,-8-7-981,7 4 496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6:49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24575,'30'-4'0,"14"-3"0,5 1 0,-2 1 0,-5 1 0,-6 2 0,-3-2 0,-6 1 0,-4-1 0,-4 2 0,-5-2 0,-3 0 0,-3-2 0,-2-2 0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6:49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7 24575,'-1'-1'0,"0"0"0,0 1 0,0-1 0,0 1 0,0-1 0,0 1 0,0-1 0,0 1 0,0-1 0,0 1 0,0 0 0,0 0 0,0 0 0,-1 0 0,1 0 0,0 0 0,0 0 0,-1 0 0,1 0 0,1 1 0,-1-1 0,1 1 0,-1-1 0,1 1 0,-1-1 0,1 1 0,-1-1 0,1 1 0,0-1 0,-1 1 0,1-1 0,0 1 0,-1 0 0,1-1 0,0 1 0,0 0 0,0-1 0,0 1 0,-1 0 0,1-1 0,0 1 0,0 0 0,0-1 0,0 1 0,1 0 0,-1-1 0,0 1 0,0 0 0,1 1 0,1 8 0,1 0 0,1 0 0,0-1 0,10 18 0,-3-4 0,14 26 0,1-1 0,3-1 0,49 62 0,3-6-1365,-75-95-5461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6:50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16 24575,'-1'-1'0,"1"0"0,-1 0 0,1 0 0,-1 0 0,1 0 0,-1 0 0,0 0 0,0 1 0,1-1 0,-1 0 0,0 1 0,0-1 0,0 0 0,0 1 0,0-1 0,0 1 0,0-1 0,0 1 0,0-1 0,0 1 0,0 0 0,0 0 0,0-1 0,0 1 0,0 0 0,0 0 0,0 0 0,0 0 0,0 0 0,0 0 0,0 1 0,-1-1 0,1 0 0,0 1 0,0-1 0,0 0 0,0 1 0,0-1 0,0 1 0,1-1 0,-1 1 0,-2 1 0,0 0 0,-1 1 0,1 0 0,0 0 0,-1 0 0,1 0 0,1 1 0,-1-1 0,0 1 0,-2 5 0,-1 5 0,1 0 0,0 0 0,1 0 0,1 1 0,0-1 0,1 1 0,1 0 0,0 0 0,3 28 0,0-19 0,2 1 0,1-1 0,1 0 0,1-1 0,11 28 0,-3-18 0,2-2 0,0 0 0,36 47 0,-15-30 0,57 55 0,-81-90-682,23 19-1,-28-26-6143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6:50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0 208 24575,'35'5'0,"-13"-1"0,0-1 0,0-2 0,1 0 0,27-2 0,-47 0 0,0 1 0,0-1 0,0 1 0,0-1 0,-1 0 0,1 0 0,0 0 0,0 0 0,-1-1 0,1 1 0,-1-1 0,1 0 0,-1 1 0,0-1 0,3-3 0,-3 2 0,0 1 0,-1-1 0,1 0 0,-1 0 0,0 1 0,1-1 0,-1 0 0,-1-1 0,1 1 0,0 0 0,-1 0 0,0 0 0,0 0 0,0-4 0,1 0 0,-2-1 0,1 0 0,-1 1 0,0-1 0,-1 1 0,0-1 0,-3-10 0,2 13 0,1 1 0,-1-1 0,0 0 0,0 1 0,-1-1 0,1 1 0,-1 0 0,0 0 0,0 1 0,0-1 0,-6-3 0,6 4 0,-1 0 0,0 0 0,0 0 0,1 1 0,-2-1 0,1 1 0,0 1 0,0-1 0,-1 1 0,-7-2 0,10 3 0,-1 1 0,1-1 0,0 0 0,0 1 0,0-1 0,1 1 0,-1 0 0,0 0 0,0 0 0,0 0 0,1 1 0,-1-1 0,0 1 0,1 0 0,-1-1 0,1 1 0,0 0 0,0 0 0,0 1 0,-4 3 0,1 1 0,1 0 0,-1 0 0,1 1 0,0-1 0,1 1 0,0 0 0,0 0 0,1 0 0,0 0 0,0 0 0,1 0 0,0 1 0,0-1 0,1 0 0,1 17 0,0-18 0,0 0 0,1 1 0,0-1 0,0 0 0,0 0 0,1 0 0,0 0 0,0 0 0,1-1 0,0 1 0,0-1 0,1 0 0,-1 0 0,1-1 0,1 1 0,-1-1 0,12 8 0,3 0 0,0-2 0,0-1 0,1-1 0,32 10 0,92 18 0,-140-35 0,18 3 0,-1-1 0,1-1 0,-1-1 0,1-1 0,31-2 0,-43-2-1365,-2 0-5461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6:51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3 24575,'0'0'0,"-1"-1"0,0 1 0,0-1 0,0 1 0,0 0 0,0 0 0,1 0 0,-1-1 0,0 1 0,0 0 0,0 0 0,0 0 0,0 0 0,0 1 0,0-1 0,0 0 0,0 0 0,1 0 0,-1 1 0,0-1 0,0 1 0,0-1 0,0 0 0,1 1 0,-2 0 0,1 0 0,0 0 0,1 1 0,0-1 0,-1 0 0,1 0 0,0 0 0,-1 0 0,1 0 0,0 0 0,0 1 0,0-1 0,0 0 0,0 0 0,0 0 0,0 1 0,0-1 0,1 0 0,-1 0 0,0 0 0,1 1 0,7 19 0,0-1 0,1 0 0,14 24 0,41 52 0,-6-8 0,-38-57 0,-12-21 0,-1 1 0,0 0 0,-1 1 0,0 0 0,7 21 0,-12-32 0,-1 0 0,0 1 0,1-1 0,-1 0 0,0 1 0,0-1 0,0 0 0,0 1 0,0-1 0,0 0 0,0 1 0,-1-1 0,1 0 0,0 0 0,-1 1 0,1-1 0,-1 0 0,1 0 0,-1 1 0,0-1 0,1 0 0,-3 2 0,2-2 0,-1 0 0,1 0 0,-1 0 0,0 0 0,0 0 0,1 0 0,-1 0 0,0-1 0,0 1 0,0-1 0,0 1 0,0-1 0,-3 0 0,-3 0 0,1 0 0,0 0 0,-1-1 0,1 0 0,0-1 0,0 0 0,-9-3 0,-4-3 0,1-1 0,1-1 0,-23-16 0,32 20 0,1 0 0,1-1 0,-1 1 0,1-2 0,0 1 0,1-1 0,-1 0 0,-9-17 0,15 22 0,0 1 0,0 0 0,0 0 0,1 0 0,-1-1 0,0 1 0,1 0 0,0-1 0,-1 1 0,1 0 0,0-1 0,0 1 0,0-1 0,1 1 0,-1 0 0,0-1 0,1 1 0,0 0 0,1-5 0,0 5 0,-1-1 0,1 1 0,0 0 0,0-1 0,0 1 0,0 0 0,0 0 0,0 0 0,0 1 0,1-1 0,-1 0 0,1 1 0,-1 0 0,1-1 0,5-1 0,13-3 45,0 1-1,36-3 1,21-6-1544,-61 9-5327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6:51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24575,'0'-2'0,"0"1"0,0 3 0,0 5 0,0 2 0,0 1-8191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6:52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24575,'20'27'0,"-7"-10"0,1-1 0,1 0 0,0-1 0,1-1 0,1 0 0,0-2 0,1 0 0,25 13 0,-37-22 0,1 0 0,-1 0 0,1-1 0,-1 0 0,1 0 0,0 0 0,0-1 0,8 1 0,-13-2 0,0 0 0,0 0 0,0-1 0,0 1 0,0 0 0,-1-1 0,1 1 0,0-1 0,0 1 0,0-1 0,-1 0 0,1 0 0,0 0 0,-1 0 0,1 0 0,0 0 0,-1-1 0,0 1 0,1 0 0,-1-1 0,0 1 0,1-1 0,-1 1 0,0-1 0,0 0 0,-1 1 0,1-1 0,0 0 0,0 0 0,-1 0 0,1 0 0,-1 1 0,1-4 0,-1 0 0,1 0 0,-1 1 0,0-1 0,-1 0 0,1 0 0,-1 1 0,0-1 0,0 0 0,-2-5 0,-1-2 0,-13-24 0,22 42 0,0 1 0,1-1 0,0-1 0,0 1 0,0-1 0,1 0 0,0 0 0,0-1 0,0 0 0,9 4 0,-2-2 0,0 1 0,1-1 0,0-1 0,0-1 0,25 4 0,-35-7 0,-1-1 0,1 0 0,-1 0 0,1-1 0,-1 1 0,1-1 0,-1 0 0,1 0 0,-1-1 0,0 1 0,0-1 0,0 0 0,0 0 0,0-1 0,0 1 0,0-1 0,-1 1 0,1-1 0,-1 0 0,0-1 0,0 1 0,3-5 0,-3 5 0,-1 0 0,-1 0 0,1 0 0,0 0 0,-1-1 0,0 1 0,0-1 0,0 1 0,0-1 0,0 1 0,-1-1 0,1 1 0,-1-1 0,0 0 0,0 1 0,0-1 0,-1 0 0,1 1 0,-1-1 0,0 1 0,0-1 0,0 1 0,-1-1 0,1 1 0,-1 0 0,0 0 0,-4-6 0,3 5-151,0 0-1,0 0 0,-1 0 0,0 1 1,0 0-1,0-1 0,0 1 1,-6-3-1,-3 0-6674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6:52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24575,'10'2'0,"-1"0"0,0 1 0,0 0 0,0 0 0,0 1 0,0 0 0,-1 1 0,0 0 0,10 7 0,-7-3 0,-1 0 0,1 1 0,-2 0 0,1 1 0,11 18 0,-1 5 0,-1 1 0,-2 0 0,19 57 0,-18-40 0,-3 1 0,18 105 0,-32-150 14,0 1-1,-1-1 0,0 1 0,0 0 1,-1-1-1,0 1 0,-1 0 1,-3 12-1,4-17-87,-1 0-1,0 0 1,1 0 0,-1-1 0,-1 1-1,1-1 1,0 1 0,-1-1 0,0 0-1,0 0 1,0 0 0,0 0 0,0 0-1,0-1 1,-1 0 0,0 1 0,1-1-1,-1 0 1,-5 1 0,-3 1-6752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6:54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80 24575,'-22'-79'0,"40"184"0,-6-27 0,33 145 0,88 254 0,-91-324-1365,-40-142-5461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6:53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24575,'0'-14'0,"0"26"0,0 7 0,1 33 0,2 0 0,3 0 0,2-1 0,2 0 0,18 53 0,-8-41 0,63 174 0,-80-230-195,0 0 0,-1 0 0,0 0 0,0 1 0,-1-1 0,2 10 0,-3-6-6631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6:55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24575,'62'-1'0,"-27"-1"0,1 2 0,60 9 0,-93-9 0,-1 0 0,1 1 0,-1-1 0,0 1 0,1 0 0,-1 0 0,0 0 0,0 0 0,0 0 0,1 0 0,-1 0 0,0 1 0,-1-1 0,1 1 0,0 0 0,3 3 0,-5-4 0,1 1 0,0 0 0,-1 0 0,1 0 0,-1 0 0,1-1 0,-1 1 0,0 0 0,0 0 0,0 0 0,0 0 0,0 0 0,0 0 0,-1 0 0,1 0 0,-1-1 0,1 1 0,-1 0 0,0 0 0,1 0 0,-1-1 0,-1 3 0,-3 3 0,0 0 0,0 0 0,-1 0 0,1-1 0,-1 0 0,-1 0 0,1 0 0,-15 8 0,-18 18 0,38-31 0,0 0 0,0 0 0,0 0 0,0 0 0,0 1 0,0-1 0,0 0 0,0 1 0,0-1 0,0 1 0,1-1 0,-1 1 0,1-1 0,-1 1 0,1 0 0,0-1 0,-1 1 0,1 0 0,0-1 0,0 3 0,1-2 0,-1-1 0,1 1 0,-1-1 0,1 0 0,0 0 0,-1 1 0,1-1 0,0 0 0,0 0 0,0 0 0,0 0 0,0 0 0,0 0 0,0 0 0,0 0 0,1 0 0,-1 0 0,0-1 0,0 1 0,1-1 0,-1 1 0,0-1 0,3 1 0,10 3 0,1-2 0,0 0 0,0-1 0,-1 0 0,1-1 0,16-2 0,3 1 0,-25 1-170,0-1-1,0 0 0,0 0 1,0-1-1,0 0 0,0 0 1,15-7-1,-14 4-6655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6:56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0 24575,'-50'8'0,"0"-4"0,-84-1 0,107-3 0,19 0-341,0-1 0,0 0-1,-10-3 1,5 1-6485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6:56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0 24575,'-29'0'0,"-15"0"0,-2 0 0,1 0 0,7 0 0,4 0 0,3 0 0,5 0 0,1 3 0,1 0 0,1 0 0,5 0-8191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6:57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24575,'1'-13'0,"1"22"0,2 6 0,13 44 0,4-2 0,39 79 0,-5-13 0,35 83 0,-72-151-1365,-15-46-5461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6:57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24575,'27'-5'0,"12"-1"0,3 0 0,-2 1 0,-6 1 0,-6 2 0,-6-2 0,-3 0 0,-6-1 0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6:57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9 24575,'0'-1'0,"-1"1"0,0-1 0,0 0 0,1 0 0,-1 1 0,0-1 0,0 1 0,0-1 0,0 1 0,0-1 0,0 1 0,0 0 0,0-1 0,-1 1 0,2 0 0,-1 0 0,1 0 0,0 0 0,-1 0 0,1 1 0,-1-1 0,1 0 0,0 0 0,0 1 0,-1-1 0,1 0 0,0 1 0,0-1 0,-1 0 0,1 0 0,0 1 0,0-1 0,0 1 0,-1-1 0,1 0 0,0 1 0,0-1 0,0 0 0,0 1 0,0-1 0,0 1 0,0-1 0,0 0 0,0 1 0,0-1 0,0 1 0,0-1 0,0 0 0,0 1 0,0-1 0,0 0 0,0 1 0,1 0 0,7 59 0,18 71 0,-19-106 0,1 0 0,1-1 0,1-1 0,0 0 0,23 35 0,92 119-1365,-117-165-5461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6:58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17 24575,'-1'-1'0,"-5"-12"0,3 11 0,-1 8 0,-2 21 0,2 0 0,0-1 0,0 47 0,0 4 0,0-41 0,2 0 0,1 0 0,7 71 0,-5-97 0,1 0 0,0-1 0,1 1 0,0 0 0,1-1 0,0 0 0,0 0 0,1 0 0,0 0 0,1-1 0,-1 0 0,2 0 0,-1 0 0,1-1 0,0 0 0,1 0 0,-1-1 0,1 0 0,12 7 0,3-3-273,-1 0 0,2-1 0,-1-2 0,30 6 0,-36-9-6553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6:58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3 162 24575,'39'-4'0,"-14"2"0,31-6 0,-50 7 0,0-1 0,1 0 0,-1 0 0,0-1 0,0 1 0,0-1 0,-1 0 0,1-1 0,8-7 0,-12 10 0,-1 0 0,1-1 0,-1 1 0,0-1 0,0 1 0,0-1 0,0 1 0,0-1 0,0 0 0,0 0 0,0 1 0,-1-1 0,1 0 0,-1 0 0,1 0 0,-1 0 0,0 0 0,0 0 0,0 0 0,0 0 0,0 1 0,0-1 0,0 0 0,-1 0 0,1 0 0,-1 0 0,1 0 0,-1 0 0,0 1 0,0-1 0,0 0 0,0 1 0,0-1 0,0 0 0,-3-2 0,1 0 0,-1 0 0,0 0 0,0 0 0,0 0 0,-1 1 0,1-1 0,-1 1 0,0 0 0,0 1 0,0-1 0,-7-1 0,5 2 0,1 0 0,-1 1 0,0 0 0,0 0 0,0 1 0,0-1 0,0 2 0,0-1 0,-13 3 0,18-2 0,-1-1 0,0 1 0,1 0 0,-1 0 0,1 0 0,-1 0 0,1 1 0,0-1 0,-1 1 0,1 0 0,0-1 0,0 1 0,0 0 0,0 0 0,1 0 0,-1 0 0,0 1 0,1-1 0,0 0 0,-1 1 0,1-1 0,0 1 0,0-1 0,0 1 0,1-1 0,-1 1 0,0 4 0,0-1 0,1 1 0,0 0 0,0-1 0,0 1 0,1 0 0,0-1 0,0 1 0,1 0 0,0-1 0,0 0 0,0 1 0,1-1 0,0 0 0,0 0 0,4 5 0,2 0 0,-1-1 0,1 0 0,1 0 0,0-1 0,0 0 0,17 11 0,-2-3 0,1-2 0,0 0 0,41 15 0,-52-24 0,1-1 0,-1 0 0,1-2 0,0 0 0,0 0 0,0-1 0,1-1 0,15-2 0,-13-1-1365,-4-2-5461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6:59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24575,'9'9'0,"-1"1"0,0 0 0,-1 1 0,9 14 0,19 48 0,-32-67 0,65 161 0,8 13 0,-69-165 0,-5-11 0,1 0 0,-1 1 0,0-1 0,-1 1 0,1 0 0,-1-1 0,1 7 0,-1-11 0,-1 1 0,0-1 0,0 1 0,0-1 0,0 1 0,0-1 0,0 0 0,0 1 0,0-1 0,0 1 0,0-1 0,-1 1 0,1-1 0,0 0 0,0 1 0,0-1 0,0 1 0,-1-1 0,1 0 0,0 1 0,0-1 0,-1 0 0,1 1 0,0-1 0,-1 0 0,1 1 0,0-1 0,-1 0 0,1 0 0,0 1 0,-1-1 0,1 0 0,0 0 0,-1 0 0,1 0 0,-1 1 0,1-1 0,-1 0 0,1 0 0,0 0 0,-1 0 0,1 0 0,-1 0 0,1 0 0,-1 0 0,1 0 0,0 0 0,-1-1 0,1 1 0,-1 0 0,0 0 0,-22-11 0,-1-4 0,2-2 0,-22-19 0,3 2 0,33 27-136,0-1-1,0 0 1,0 0-1,1-1 1,0 1-1,1-2 1,0 1-1,0-1 0,-5-13 1,5 9-6690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6:59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40 24575,'-10'-12'0,"-3"-2"0,0 4 0,3 6 0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6:59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24575,'5'10'0,"4"5"0,3 6 0,2 1 0,1 0 0,0-2 0,3-2 0,0-1 0,1-1 0,-2-4 0,-1-1 0,2-2 0,1-1 0,-1-1 0,-2-2 0,-2-2-8191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00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25 167 24575,'-25'-46'0,"31"50"0,13 11 0,31 17 0,-44-28 0,1-1 0,0 1 0,0-2 0,0 1 0,0-1 0,1 0 0,-1-1 0,0 0 0,10 1 0,-15-2 0,1 0 0,0 0 0,-1-1 0,1 1 0,-1 0 0,1-1 0,0 0 0,-1 0 0,1 0 0,-1 0 0,0 0 0,1 0 0,-1 0 0,0-1 0,0 1 0,3-4 0,-2 2 0,0 0 0,-1 0 0,1 0 0,-1-1 0,0 1 0,0-1 0,-1 0 0,1 1 0,2-9 0,-2 3 0,0-1 0,-1 0 0,0 1 0,0-1 0,-1 0 0,-1 0 0,1 0 0,-3-11 0,2 17-273,0-1 0,-1 1 0,1 0 0,-4-7 0,-1 1-6553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00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24575,'2'-1'0,"0"0"0,0 0 0,0 1 0,0-1 0,0 1 0,0-1 0,1 1 0,-1-1 0,0 1 0,0 0 0,0 0 0,1 0 0,-1 0 0,0 1 0,0-1 0,0 1 0,0-1 0,1 1 0,-1 0 0,0 0 0,0-1 0,0 2 0,-1-1 0,4 2 0,4 3 0,0 0 0,-1 1 0,12 13 0,9 11 0,-3 1 0,23 36 0,39 75 0,-64-97 0,21 53 0,-36-76 0,-1 0 0,-1 0 0,-2 1 0,5 38 0,-9-55 14,-1 0-1,0 0 0,-1 0 0,1 0 1,-1 0-1,-1 0 0,1 0 1,-4 7-1,4-9-119,-1-1 0,0 0 0,0 0 0,-1-1 0,1 1 0,-1 0-1,0-1 1,0 1 0,0-1 0,0 0 0,0 0 0,-1 0 0,-5 3 0,-4 1-6720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01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02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24575,'70'194'0,"-45"-136"0,40 70 0,-26-64 0,-11-18 0,-1 2 0,21 52 0,-45-93-124,0-1 0,-1 1 0,0-1 0,0 1 0,0 0 0,-1 0-1,0 0 1,-1 0 0,0 0 0,0 8 0,-3-4-6702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02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0 126 24575,'84'18'0,"-47"-9"0,53 5 0,-86-13 0,1-1 0,-1 0 0,0 0 0,0 0 0,0-1 0,0 1 0,0-1 0,0 0 0,4-2 0,-7 3 0,1-1 0,-1 0 0,1 0 0,-1 0 0,0 0 0,0 0 0,1 0 0,-1 0 0,0-1 0,0 1 0,0 0 0,0-1 0,0 1 0,0 0 0,-1-1 0,1 1 0,0-1 0,-1 1 0,1-1 0,-1 0 0,0 1 0,1-1 0,-1 0 0,0-2 0,0-1 12,0 0 0,0-1 0,-1 1 0,0 0 0,0 0 0,0 0 0,0 0 0,-1 0 0,-3-8 0,-1 2-507,0 0 0,-14-18 0,7 13-6331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02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24575,'17'20'0,"-1"0"0,-1 1 0,-1 1 0,15 28 0,1 4 0,84 117 131,-31-50-1627,-75-109-5330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03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0 24575,'-9'7'0,"1"1"0,0 0 0,1 1 0,0-1 0,0 1 0,0 1 0,1-1 0,1 1 0,0 0 0,0 0 0,1 1 0,0-1 0,1 1 0,-2 13 0,-1 5 0,2 1 0,1 0 0,1 1 0,3 31 0,0-45 0,1 0 0,0-1 0,2 1 0,0 0 0,0-1 0,2 0 0,0 0 0,0-1 0,2 1 0,14 21 0,-11-20 0,2-1 0,0 0 0,1-2 0,0 1 0,1-2 0,1 0 0,0 0 0,27 14 0,-17-12-455,2-1 0,54 18 0,-65-26-6371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03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0 176 24575,'32'-6'0,"-1"0"0,0-2 0,46-18 0,-73 24 0,0 0 0,-1 0 0,1 0 0,-1 0 0,0 0 0,0-1 0,0 0 0,0 1 0,0-1 0,0 0 0,-1-1 0,1 1 0,-1 0 0,2-4 0,-3 5 0,0-1 0,0 1 0,-1 0 0,1 0 0,-1-1 0,0 1 0,1-1 0,-1 1 0,0 0 0,0-1 0,0 1 0,-1 0 0,1-1 0,-1 1 0,1 0 0,-1-1 0,0 1 0,0 0 0,0 0 0,0 0 0,0 0 0,0 0 0,0 0 0,-3-3 0,1 2 0,0 0 0,0 1 0,0 0 0,0-1 0,0 1 0,-1 0 0,1 1 0,0-1 0,-1 1 0,0-1 0,1 1 0,-1 0 0,0 0 0,1 1 0,-1-1 0,0 1 0,0 0 0,0 0 0,1 0 0,-1 0 0,0 1 0,0-1 0,1 1 0,-1 0 0,0 0 0,1 1 0,-1-1 0,1 1 0,-1 0 0,1 0 0,0 0 0,0 0 0,0 0 0,-5 5 0,7-5 0,-1 1 0,0 0 0,0-1 0,1 1 0,0 0 0,0 0 0,0 0 0,0 0 0,0 0 0,0 0 0,1 0 0,-1 1 0,1-1 0,0 0 0,0 0 0,0 0 0,0 1 0,2 2 0,-1 1 0,0 0 0,1 0 0,0 0 0,1 0 0,0 0 0,7 12 0,-2-7 0,0 1 0,1-2 0,1 1 0,0-1 0,1-1 0,0 1 0,0-2 0,1 0 0,0 0 0,1-1 0,0-1 0,0 0 0,1 0 0,17 5 0,-10-6-195,-1 0 0,1-2 0,0 0 0,0-1 0,1-1 0,36-2 0,-44 0-6631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04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0 24575,'-15'0'0,"-4"3"0,-2 0 0,0 0 0,1 0 0,5 1 0,1 0 0,2 2 0,-1 0 0,1 2 0,-4-1 0,-1-2 0,0-1 0,1-2 0,2-1-8191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04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0 24575,'10'21'0,"7"27"0,2 4 0,131 248 0,-148-298 0,12 23 0,0 1 0,10 30 0,-24-54 0,1-1 0,0 1 0,-1 0 0,0-1 0,1 1 0,-1 0 0,0 0 0,0-1 0,0 1 0,0 0 0,0 0 0,-1 2 0,0-3 0,1 0 0,0-1 0,-1 1 0,1-1 0,-1 1 0,1-1 0,0 1 0,-1-1 0,0 1 0,1-1 0,-1 1 0,1-1 0,-1 1 0,1-1 0,-1 0 0,0 1 0,1-1 0,-1 0 0,0 0 0,1 0 0,-1 1 0,0-1 0,1 0 0,-1 0 0,0 0 0,1 0 0,-1 0 0,0 0 0,0 0 0,1 0 0,-1 0 0,-1-1 0,-5-1 0,-1 0 0,1 0 0,-1-1 0,1 0 0,0-1 0,0 0 0,-8-5 0,-45-36 0,37 27 0,1-2 0,1 0 0,0-1 0,-21-29 0,40 47 0,0 0 0,1 0 0,-1 0 0,0 0 0,1-1 0,0 1 0,0 0 0,0 0 0,0-1 0,-1-5 0,2 8 0,0 0 0,0-1 0,0 1 0,1 0 0,-1 0 0,0-1 0,1 1 0,-1 0 0,0 0 0,1 0 0,0 0 0,-1-1 0,1 1 0,-1 0 0,1 0 0,0 0 0,0 0 0,0 0 0,0 1 0,0-1 0,0 0 0,0 0 0,0 1 0,0-1 0,0 0 0,0 1 0,0-1 0,0 1 0,0-1 0,1 1 0,-1 0 0,2-1 0,11-1-21,1 0 0,0 1 0,0 0 0,-1 1 0,16 2 1,1-1-1220,-12 0-5586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05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52 24575,'-2'-15'0,"-2"-2"0,1 4 0,1 7 0,0 9 0,-2 6 0,1 5 0,-1 2 0,2-1-8191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05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24575,'18'18'0,"56"52"0,-61-59 0,0-1 0,0 0 0,1-1 0,16 8 0,-27-16 0,1 1 0,-1-1 0,1 1 0,-1-1 0,1 0 0,0-1 0,0 1 0,0 0 0,-1-1 0,1 0 0,0 0 0,0 0 0,0-1 0,-1 1 0,7-2 0,-7 0 0,0 1 0,0 0 0,0-1 0,-1 0 0,1 1 0,0-1 0,-1 0 0,0 0 0,0 0 0,1-1 0,-1 1 0,0-1 0,-1 1 0,1-1 0,0 0 0,-1 1 0,1-1 0,-1 0 0,1-5 0,0 2 0,0 0 0,-1 0 0,0 0 0,0-9 0,0 17 0,0 0 0,0 1 0,0-1 0,1 0 0,-1 0 0,0 0 0,1 0 0,0 0 0,-1 0 0,1 0 0,3 2 0,1 1 0,-1 0 0,1 0 0,11 6 0,-9-7 0,0 0 0,0-1 0,0 0 0,0-1 0,0 0 0,0 0 0,1 0 0,15-1 0,-22 0 0,0-1 0,1-1 0,-1 1 0,1 0 0,-1 0 0,0-1 0,1 0 0,-1 1 0,0-1 0,0 0 0,1 0 0,-1 0 0,0 0 0,0-1 0,0 1 0,0 0 0,-1-1 0,1 1 0,0-1 0,0 0 0,-1 0 0,1 0 0,-1 0 0,0 0 0,1 0 0,-1 0 0,0 0 0,0 0 0,-1 0 0,1-1 0,0 1 0,-1 0 0,1-1 0,-1 1 0,0-4 0,1-1-76,-1 0 1,0-1-1,0 1 0,-1-1 0,0 1 0,-1 0 0,1 0 0,-1-1 1,-1 1-1,1 0 0,-1 1 0,0-1 0,-1 0 0,0 1 1,0 0-1,0 0 0,-6-6 0,-2-1-6750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06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24575,'48'56'0,"73"105"0,-96-120 0,-1 1 0,-2 1 0,28 77 0,-28-55 0,16 90 0,-32-123 0,-2-1 0,-1 1 0,-2 0 0,-1-1 0,-4 38 0,2-55-151,-1-1-1,-1 1 0,0-1 0,0 0 1,-1 0-1,-1 0 0,0-1 1,-15 22-1,8-16-6674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12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8 24575,'0'0'0,"0"-1"0,0 1 0,0 0 0,0-1 0,0 1 0,-1-1 0,1 1 0,0 0 0,0-1 0,-1 1 0,1 0 0,0-1 0,0 1 0,-1 0 0,1 0 0,0-1 0,-1 1 0,1 0 0,0 0 0,-1-1 0,1 1 0,0 0 0,-1 0 0,1 0 0,-1 0 0,1 0 0,0 0 0,0 1 0,0-1 0,0 1 0,0-1 0,0 1 0,0-1 0,0 0 0,0 1 0,1-1 0,-1 1 0,0-1 0,0 1 0,0-1 0,1 0 0,-1 1 0,0-1 0,0 0 0,1 1 0,-1-1 0,0 0 0,1 0 0,0 1 0,59 63 0,-41-46 0,66 57 0,-39-39 0,1 2 0,84 52 0,-128-89-114,-2-2 151,-7-7 156,-10-9-1674,7 8-5345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12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4 24575,'-3'-3'0,"3"3"0,2 8 0,-2-3 0,0 0 0,0 0 0,-1 1 0,0-1 0,0 0 0,0 0 0,0 0 0,-4 8 0,-2 3 0,-12 19 0,11-21 0,-10 23 0,9-9-63,7-21-99,0 1-1,0-1 0,-1 1 0,0-1 0,-1 0 1,0 0-1,-8 11 0,3-9-6663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13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22 24575,'-15'-5'0,"-1"0"0,1 1 0,-26-3 0,35 7 0,-1 0 0,1 0 0,0 0 0,-1 1 0,1 0 0,0 0 0,0 0 0,0 1 0,0 0 0,0 0 0,0 1 0,-6 3 0,-1 1 0,8-5 0,0 1 0,0 0 0,1 1 0,-7 4 0,10-7 0,-1 1 0,1 0 0,-1 0 0,1 0 0,0 0 0,0 0 0,0 0 0,0 0 0,0 0 0,0 0 0,0 0 0,1 0 0,-1 1 0,1 2 0,-1 11 0,0 0 0,1 0 0,1 0 0,5 23 0,18 63 0,0-22 0,9 36 0,-27-92 0,-2 0 0,-1 0 0,0 24 0,-3-45 0,0-1 0,0 0 0,0 1 0,0-1 0,1 0 0,-1 1 0,1-1 0,-1 0 0,3 4 0,-3-5 0,1 0 0,0-1 0,-1 1 0,1-1 0,0 1 0,0-1 0,-1 1 0,1-1 0,0 1 0,0-1 0,0 0 0,0 1 0,-1-1 0,1 0 0,0 0 0,0 1 0,0-1 0,0 0 0,0 0 0,0 0 0,0 0 0,0 0 0,-1-1 0,1 1 0,0 0 0,0 0 0,0-1 0,1 1 0,21-6 0,-8 2 0,1 0 0,-1 1 0,30-1 0,-19 5-38,-18-1-227,1 1-1,-1-1 1,1-1-1,15-2 1,-15 0-6561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14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 24575,'0'0'0,"0"0"0,0 0 0,-1 0 0,1-1 0,0 1 0,0 0 0,-1 0 0,1 0 0,0 0 0,0-1 0,-1 1 0,1 0 0,0 0 0,0 0 0,-1 0 0,1 0 0,0 0 0,0 0 0,-1 0 0,1 0 0,0 0 0,-1 0 0,1 0 0,0 0 0,0 0 0,-1 0 0,1 0 0,0 0 0,0 0 0,-1 0 0,1 1 0,0-1 0,0 0 0,-1 0 0,1 0 0,0 0 0,0 0 0,0 1 0,-1-1 0,1 0 0,3 13 0,12 15 0,-8-16 0,2-1 0,-1 0 0,1 0 0,1-1 0,0 0 0,1-1 0,-1 0 0,2-1 0,-1 0 0,1-1 0,25 11 0,-37-17 0,1-1 0,-1 0 0,1 0 0,-1 0 0,1 0 0,-1 1 0,1-1 0,0 0 0,-1 0 0,1 0 0,-1 0 0,1 0 0,-1 0 0,1-1 0,0 1 0,-1 0 0,1 0 0,-1 0 0,1 0 0,-1-1 0,1 1 0,-1 0 0,1 0 0,0-1 0,0 0 0,0 0 0,-1 0 0,1 0 0,-1 0 0,1 0 0,-1 0 0,1 0 0,-1 0 0,1 0 0,-1 0 0,0 0 0,1-2 0,-1-4 0,1 0 0,-1 0 0,-1-10 0,1 10 0,0-5 0,-1 2 0,1 0 0,0 0 0,2-13 0,-2 21 0,0 1 0,1-1 0,-1 0 0,0 0 0,1 0 0,0 1 0,-1-1 0,1 0 0,0 1 0,0-1 0,0 1 0,0-1 0,0 1 0,0-1 0,1 1 0,-1 0 0,0-1 0,1 1 0,-1 0 0,1 0 0,-1 0 0,1 0 0,-1 0 0,3 0 0,-2 0 0,0 1 0,-1 0 0,1 0 0,0 0 0,-1 0 0,1 1 0,0-1 0,0 0 0,-1 1 0,1-1 0,0 1 0,-1-1 0,1 1 0,-1 0 0,1 0 0,-1 0 0,2 1 0,26 21 0,-23-17 0,67 65 0,2 1 0,-74-71-99,0 0 15,1 0-1,-1 0 1,0 0 0,0 0-1,0 0 1,1 0-1,-1 0 1,0 0-1,1-1 1,-1 1 0,1-1-1,-1 1 1,1-1-1,1 1 1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14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24575,'20'0'0,"0"1"0,0 1 0,0 0 0,36 10 0,-49-10 0,-1 0 0,0 1 0,1-1 0,-1 1 0,0 0 0,0 1 0,-1-1 0,1 1 0,-1 0 0,0 1 0,0-1 0,0 1 0,0 0 0,-1 0 0,0 1 0,0-1 0,0 1 0,3 7 0,-4-4 0,-1 0 0,0 1 0,0-1 0,-1 1 0,1 18 0,1 14 0,4-6 0,1 0 0,2-1 0,2 0 0,0 0 0,35 63 0,-37-83 0,-7-12 0,-1 0 0,0 0 0,0 0 0,0 1 0,-1-1 0,3 6 0,-4-9 0,0 1 0,0-1 0,0 1 0,0-1 0,0 1 0,0-1 0,-1 1 0,1-1 0,0 1 0,0-1 0,0 1 0,0-1 0,-1 1 0,1-1 0,0 1 0,0-1 0,-1 1 0,1-1 0,0 0 0,-1 1 0,1-1 0,-1 0 0,1 1 0,0-1 0,-1 0 0,1 1 0,-1-1 0,1 0 0,-1 0 0,1 1 0,-1-1 0,1 0 0,-1 0 0,1 0 0,-1 0 0,1 0 0,-1 0 0,0 0 0,-24 2 0,22-2 0,-57-2-1365,47 2-5461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16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2520 1 24575,'308'0'0,"-304"0"0,-2 0 0,-1 0 0,1-1 0,-1 1 0,1 0 0,0 0 0,-1 1 0,1-1 0,-1 0 0,1 0 0,-1 1 0,1-1 0,-1 1 0,1-1 0,-1 1 0,1 0 0,1 1 0,-3-2 0,0 0 0,0 1 0,0-1 0,0 0 0,-1 0 0,1 1 0,0-1 0,0 0 0,0 0 0,0 1 0,0-1 0,-1 0 0,1 0 0,0 0 0,0 1 0,0-1 0,-1 0 0,1 0 0,0 0 0,0 0 0,-1 1 0,1-1 0,0 0 0,0 0 0,-1 0 0,1 0 0,0 0 0,0 0 0,-1 0 0,1 0 0,0 0 0,0 0 0,-1 0 0,1 0 0,-12 2 0,-246 15 0,-1-16 0,-95 3 0,20 5 0,33-1 0,-5-1 0,-39 1 0,226-3 0,-164-13 0,100-10 0,172 17-117,2-1-62,0 1 1,0 1 0,-1 0 0,1 0-1,0 0 1,-14 3 0,14 1-6648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17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712 222 24575,'-365'-88'0,"321"75"0,-77-34 0,35 11 0,56 26 0,20 7 0,0 0 0,0-1 0,0 0 0,-16-10 0,135 78 0,-52-33 0,122 59 0,-10-6 0,-49-19 0,-117-64 0,0 1 0,-1-1 0,1 1 0,-1 0 0,1 0 0,-1 0 0,0 1 0,2 1 0,-3-3 0,-1-1 0,0 1 0,0-1 0,0 0 0,1 1 0,-1-1 0,0 1 0,0-1 0,0 0 0,0 1 0,0-1 0,0 1 0,0-1 0,0 1 0,0-1 0,0 1 0,0-1 0,0 0 0,0 1 0,0-1 0,0 1 0,0-1 0,-1 1 0,1 0 0,-1 0 0,0 0 0,0-1 0,1 1 0,-1 0 0,0-1 0,0 1 0,0 0 0,0-1 0,0 1 0,0-1 0,0 1 0,0-1 0,-1 1 0,-14 2 0,1 0 0,-1 0 0,0-2 0,0 0 0,0-1 0,-21-2 0,-24 1 0,36 2-341,-1 2 0,0 0-1,-25 8 1,35-7-6485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18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18 24575,'-1'-1'0,"1"-1"0,-1 1 0,0 0 0,0 0 0,0 0 0,0 0 0,0 0 0,0 0 0,0 0 0,0 0 0,0 0 0,0 1 0,-1-1 0,1 0 0,0 1 0,0-1 0,-3 0 0,3 1 0,0 0 0,-1 0 0,1 0 0,0 1 0,0-1 0,0 1 0,0-1 0,0 0 0,0 1 0,0 0 0,0-1 0,0 1 0,0 0 0,0-1 0,0 1 0,0 0 0,1 0 0,-1 0 0,0-1 0,1 1 0,-1 0 0,0 2 0,-3 2 0,1 1 0,0 0 0,1 0 0,-1 0 0,1 0 0,-2 11 0,1-1 0,-2 25 0,5-11 0,0 0 0,2-1 0,6 31 0,23 89 0,-20-98 0,26 143 0,13 243 0,-45-177 0,-5-256 0,0-3 0,0 1 0,0-1 0,0 1 0,0-1 0,0 1 0,0-1 0,0 1 0,0-1 0,1 1 0,-1-1 0,1 0 0,-1 1 0,1-1 0,-1 1 0,1-1 0,1 2 0,-2-3 0,0 0 0,0 0 0,1 0 0,-1 0 0,0 0 0,0 0 0,0 0 0,1 0 0,-1 0 0,0-1 0,0 1 0,0 0 0,0 0 0,1 0 0,-1 0 0,0 0 0,0 0 0,0 0 0,0 0 0,1-1 0,-1 1 0,0 0 0,0 0 0,0 0 0,0 0 0,0-1 0,0 1 0,0 0 0,0 0 0,0 0 0,1 0 0,-1-1 0,0 1 0,0 0 0,0 0 0,0 0 0,0-1 0,0 1 0,2-11 0,-1 10 0,2-12-1365,1 1-5461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19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24575,'0'-1'0,"0"0"0,0 0 0,0 0 0,0 1 0,0-1 0,0 0 0,1 0 0,-1 1 0,0-1 0,0 0 0,1 1 0,-1-1 0,1 0 0,-1 0 0,0 1 0,1-1 0,-1 1 0,1-1 0,0 1 0,-1-1 0,1 1 0,-1-1 0,1 1 0,1-1 0,0 0 0,0 0 0,0 0 0,1 1 0,-1-1 0,0 1 0,0-1 0,1 1 0,3 0 0,2 1 0,0-1 0,0 2 0,0-1 0,9 3 0,-2 0 0,0-1 0,1 0 0,0-1 0,26-1 0,-1 0 0,13 6 0,-31-4 0,22 1 0,-3-3 0,161 7 0,227-1 0,-264-9 0,-24 1 0,152 3 0,-205 5 0,21 0 0,419-7 0,-524 0-124,0 0 0,-1-1 0,1 1 0,0-1 0,0 0 0,0 0-1,-1-1 1,1 0 0,-1 1 0,6-4 0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19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24575,'0'-1'0,"0"1"0,0 0 0,0 0 0,0-1 0,0 1 0,0 0 0,0 0 0,0 0 0,0-1 0,0 1 0,0 0 0,0 0 0,0 0 0,0-1 0,1 1 0,-1 0 0,0 0 0,0 0 0,0-1 0,0 1 0,0 0 0,0 0 0,1 0 0,-1 0 0,0-1 0,0 1 0,0 0 0,1 0 0,-1 0 0,0 0 0,0 0 0,0 0 0,1 0 0,-1-1 0,0 1 0,1 0 0,8 3 0,8 11 0,-9-3 0,0 0 0,-1 1 0,-1 0 0,0 1 0,-1-1 0,0 1 0,4 18 0,13 99 0,-12-61 0,32 228 0,-21-130 0,1 2 0,-21-153 0,13 243 0,-12-223 0,1-1 0,14 62 0,-11-68 0,0-3 0,-3-16 0,-1-1 0,2 19 0,-2-9 0,1 1 0,7 23 0,-6-25 0,0 0 0,2 36 0,-6-39-157,-1-1 0,-1 1 0,0-1 0,-1 0 0,-1 0 0,-6 17 0,8-27-109,-1 5-6560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20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2540 102 24575,'-75'-6'0,"-216"-23"0,215 22 0,-110 4 0,7 2 0,-304-20 0,401 18 0,-47 0 0,-94-6 0,-76-5 0,-39 8 0,230 7 0,97-1-296,0 1-1,-22 5 0,29-5-178,-8 2-6351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21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3 24575,'-1'0'0,"1"0"0,0 0 0,0-1 0,0 1 0,0 0 0,0 0 0,0 0 0,-1 0 0,1 0 0,0-1 0,0 1 0,0 0 0,-1 0 0,1 0 0,0 0 0,0 0 0,0 0 0,-1 0 0,1 0 0,0 0 0,0 0 0,0 0 0,-1 0 0,1 0 0,0 0 0,0 0 0,0 0 0,-1 0 0,1 0 0,0 0 0,0 0 0,0 0 0,-1 0 0,1 0 0,0 0 0,0 0 0,-1 1 0,-3 8 0,2 14 0,4-2 0,1 0 0,2 0 0,0-1 0,15 39 0,-12-34 0,125 372 0,-125-377 0,-5-12 0,0 0 0,0 1 0,0-1 0,-1 1 0,1 15 0,-3-23-29,1-1 0,-1 1 0,0-1 0,0 1 0,0-1 0,0 1 0,0-1 0,0 1 0,0-1 0,0 1 0,-1-1 0,1 1 0,0-1 0,0 0 0,0 1-1,0-1 1,-1 1 0,1-1 0,0 1 0,0-1 0,-1 0 0,1 1 0,0-1 0,-1 0 0,1 1 0,0-1 0,-1 0 0,1 0 0,0 1 0,-1-1 0,1 0 0,-1 0 0,1 1 0,-1-1 0,1 0 0,-1 0-1,1 0 1,0 0 0,-1 0 0,1 0 0,-1 0 0,1 0 0,-1 0 0,1 0 0,-1 0 0,0 0 0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21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24575,'13'0'0,"5"0"0,4-2 0,-1-1 0,-1 0 0,-3-2 0,-4 0 0,-2-2 0,-2 1 0,-2-2 0,-2-1 0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21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24575,'5'139'0,"-2"-113"0,0-1 0,2 0 0,13 35 0,-10-35 0,1-1 0,2-1 0,0 1 0,2-2 0,25 36 0,-27-44-1365,-1-2-5461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22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8 24575,'0'0'0,"-1"0"0,1-1 0,0 1 0,0 0 0,0-1 0,0 1 0,0-1 0,0 1 0,-1 0 0,1-1 0,0 1 0,0 0 0,-1 0 0,1-1 0,0 1 0,0 0 0,-1-1 0,1 1 0,0 0 0,-1 0 0,1 0 0,0-1 0,-1 1 0,1 0 0,0 0 0,-1 0 0,1 0 0,0 0 0,-1-1 0,-4 12 0,3 20 0,2-30 0,-1 42 0,3 0 0,1-1 0,2 1 0,10 42 0,16 17 0,-24-85 0,0-1 0,1 0 0,19 29 0,-23-38-76,1-1 1,0 0-1,0-1 0,1 1 0,-1-1 0,1 0 0,0 0 0,1-1 1,-1 1-1,1-2 0,0 1 0,0-1 0,0 0 0,0 0 1,0-1-1,1 0 0,14 2 0,-9-3-6750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22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1 176 24575,'20'0'0,"0"-1"0,-1 0 0,1-2 0,0 0 0,19-6 0,-33 7 0,-1 0 0,0 0 0,1 0 0,-1-1 0,0 0 0,0 0 0,-1-1 0,1 1 0,6-8 0,-8 8 0,-1 0 0,0 0 0,1 0 0,-2 0 0,1-1 0,0 1 0,0-1 0,-1 0 0,0 1 0,0-1 0,0 0 0,0 0 0,-1 0 0,1 0 0,-1-6 0,0 7 0,-1 1 0,1-1 0,0 1 0,-1 0 0,1 0 0,-1-1 0,0 1 0,0 0 0,0 0 0,0 0 0,0 0 0,0 0 0,0 0 0,-1 0 0,1 0 0,-1 0 0,1 1 0,-5-4 0,3 3 0,0 0 0,0 0 0,0 0 0,-1 1 0,1-1 0,-1 1 0,1 0 0,-1 0 0,0 0 0,1 0 0,-6 0 0,5 1 0,0 0 0,0 0 0,0 0 0,1 0 0,-1 1 0,0 0 0,0 0 0,1 0 0,-1 0 0,1 0 0,-5 3 0,6-3 0,0 0 0,0 1 0,0-1 0,0 1 0,0-1 0,0 1 0,1 0 0,-1 0 0,1-1 0,-1 1 0,1 0 0,0 0 0,0 1 0,-1-1 0,2 0 0,-1 0 0,0 1 0,-1 2 0,1 3 0,0 1 0,0-1 0,1 0 0,0 0 0,0 0 0,1 0 0,0 0 0,1 0 0,-1 0 0,2 0 0,4 14 0,-2-12 0,1 0 0,0 0 0,0 0 0,1-1 0,0 0 0,1 0 0,13 12 0,-2-5 0,1-1 0,1-1 0,0 0 0,0-2 0,2-1 0,-1 0 0,27 7 0,-30-11 60,26 4 0,-38-10-246,-1 0 1,1 0-1,-1 0 0,1-1 1,0 0-1,-1-1 1,13-2-1,-8 0-6640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23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24575,'7'17'0,"6"14"0,2 5 0,1 2 0,1 0 0,-1-2 0,0-2 0,0-3 0,-1 0 0,-3-2 0,-1-2 0,-2-5 0,0-2 0,-2-3 0,-2-1 0,-4-4 0,-5-4 0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23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4 24575,'0'-3'0,"0"2"0,0 4 0,0 3 0,0 4 0,-3 2 0,0 1 0,0 0-8191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23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66 24575,'-1'0'0,"0"0"0,1 0 0,-1 0 0,0 0 0,1 0 0,-1 0 0,0 0 0,1 0 0,-1 0 0,0 0 0,1 0 0,-1 1 0,0-1 0,1 0 0,-1 0 0,1 1 0,-1-1 0,0 0 0,1 1 0,-1-1 0,1 1 0,-1-1 0,1 1 0,-1-1 0,1 1 0,0-1 0,-1 1 0,1-1 0,-1 1 0,1 1 0,0-1 0,0 0 0,0 0 0,1 1 0,-1-1 0,0 0 0,1 0 0,-1 0 0,1 0 0,-1 1 0,1-1 0,-1 0 0,1 0 0,0 0 0,-1 0 0,3 1 0,13 16 0,1-1 0,2 0 0,-1-2 0,27 17 0,-21-14 0,-12-10 0,2 3 0,21 12 0,-32-21 0,1 0 0,-1-1 0,1 1 0,0-1 0,0 1 0,-1-1 0,1 0 0,0-1 0,0 1 0,0-1 0,0 0 0,4 0 0,-6 0 0,-1 0 0,1 0 0,-1-1 0,0 1 0,1 0 0,-1-1 0,0 0 0,1 1 0,-1-1 0,0 0 0,0 1 0,1-1 0,-1 0 0,0 0 0,0 0 0,0 0 0,0 0 0,0 0 0,-1 0 0,3-3 0,-2 2 0,0-1 0,0 0 0,0 1 0,-1-1 0,1 0 0,-1 0 0,1 0 0,-1 1 0,0-7 0,-1-2 0,-1 0 0,0 0 0,0 0 0,-5-12 0,0 9 0,5 13 0,5 8 0,2 2 0,0 0 0,0 0 0,1-1 0,0 1 0,1-1 0,0-1 0,0 1 0,9 6 0,-11-10 0,0 0 0,1-1 0,-1 0 0,1 0 0,-1 0 0,1-1 0,0 1 0,0-2 0,0 1 0,0 0 0,0-1 0,0 0 0,0-1 0,12 0 0,-16 0 0,0 0 0,1 0 0,-1-1 0,0 1 0,0-1 0,0 1 0,0-1 0,0 0 0,0 0 0,0 0 0,0 0 0,0 0 0,0-1 0,0 1 0,-1-1 0,1 1 0,2-3 0,-2 1 0,0 0 0,0 0 0,-1 0 0,1 0 0,0 0 0,-1-1 0,0 1 0,0-1 0,1-6 0,-1 2 0,0 0 0,-1 0 0,0 0 0,0 0 0,-1 0 0,0 0 0,0 0 0,-1 0 0,-2-8 0,0 6-136,0 0-1,0 0 1,-1 1-1,0-1 1,-1 1-1,0 0 1,0 1-1,-1 0 0,-8-9 1,3 8-6690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24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24575,'32'40'0,"-1"2"0,-3 1 0,-1 2 0,-2 0 0,-2 2 0,-2 0 0,-3 2 0,-1 0 0,12 65 0,-24-90 0,11 63 0,-14-73 0,-1 0 0,-1 0 0,0 0 0,-2 17 0,1-26 8,-1 0 0,1 0 0,-1 0 0,0-1 0,0 1 0,0 0 0,-1-1 0,1 1 0,-1-1 0,0 0 0,-1 0 0,1 0 0,-1 0 0,-6 5 0,-3 1-379,0-1-1,0-1 1,-22 11 0,17-11-6455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25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76 24575,'-1'0'0,"0"-1"0,0 1 0,0 0 0,0 0 0,1-1 0,-1 1 0,0-1 0,0 1 0,0-1 0,1 1 0,-1-1 0,0 1 0,1-1 0,-1 0 0,0 1 0,1-1 0,-1 0 0,1 1 0,-1-1 0,1 0 0,-1-1 0,1 1 0,0 1 0,0-1 0,1 1 0,-1-1 0,0 0 0,0 1 0,1-1 0,-1 1 0,0-1 0,1 0 0,-1 1 0,1-1 0,-1 1 0,0 0 0,1-1 0,-1 1 0,1-1 0,0 1 0,-1 0 0,1-1 0,-1 1 0,1 0 0,-1-1 0,1 1 0,0 0 0,-1 0 0,1 0 0,0 0 0,-1 0 0,2-1 0,14-1 0,0-1 0,1 2 0,-1 0 0,33 3 0,-6 0 0,112-1 0,378-2 0,-382-6 0,52-1 0,-50 1 0,14 0 0,-140 7 0,0-1 0,47-7 0,-40 4 0,0 1 0,1 1 0,37 4 0,-7 0 0,-39-1 60,30 5-1,-31-2-801,32 0 0,-45-4-6084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27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28 116 24575,'-3'-3'0,"1"1"0,-1 0 0,1 0 0,-1 0 0,-5-2 0,8 3 0,0 1 0,0 0 0,0 0 0,-1 0 0,1 0 0,0 0 0,0 0 0,0 0 0,-1 0 0,1 0 0,0 0 0,0 0 0,0 0 0,-1 0 0,1 0 0,0 0 0,0 0 0,0 0 0,-1 0 0,1 0 0,0 0 0,0 0 0,0 0 0,-1 0 0,1 0 0,0 0 0,0 0 0,0 0 0,-1 1 0,1-1 0,0 0 0,0 0 0,0 0 0,-1 1 0,1 0 0,0 0 0,0 0 0,0 0 0,0-1 0,0 1 0,0 0 0,1 0 0,-1 0 0,0 0 0,0 0 0,0-1 0,1 1 0,0 1 0,3 9 0,2 1 0,-1-1 0,2 0 0,-1-1 0,2 0 0,-1 0 0,13 12 0,-7-8 0,1-2 0,0 0 0,1-1 0,21 13 0,-30-21 0,0 0 0,0 0 0,0-1 0,0 1 0,0-2 0,1 1 0,8 1 0,-13-3 0,-1 0 0,1 1 0,0-1 0,-1 0 0,1 0 0,-1 0 0,1 0 0,-1-1 0,1 1 0,-1 0 0,1-1 0,-1 1 0,1-1 0,-1 1 0,1-1 0,-1 0 0,0 1 0,0-1 0,1 0 0,-1 0 0,0 0 0,0 0 0,0 0 0,0 0 0,0-1 0,0 1 0,0 0 0,0 0 0,0-1 0,-1 1 0,1-1 0,0 1 0,-1 0 0,1-1 0,-1 1 0,1-3 0,0-29 0,-2 27 0,1 0 0,0 0 0,2-12 0,-1 18 0,-1-1 0,0 1 0,0-1 0,0 1 0,0 0 0,0-1 0,1 1 0,-1-1 0,0 1 0,0 0 0,1-1 0,-1 1 0,0 0 0,1 0 0,-1-1 0,0 1 0,1 0 0,-1 0 0,0-1 0,1 1 0,-1 0 0,0 0 0,1 0 0,-1 0 0,1 0 0,-1-1 0,1 1 0,-1 0 0,0 0 0,1 0 0,-1 0 0,1 0 0,-1 0 0,0 0 0,1 0 0,-1 1 0,1-1 0,-1 0 0,1 0 0,-1 0 0,0 0 0,1 1 0,-1-1 0,0 0 0,1 0 0,-1 0 0,1 1 0,19 14 0,-18-13 0,14 11 0,0-1 0,1-1 0,21 11 0,-29-17 0,0-1 0,0 0 0,0-1 0,0 0 0,1 0 0,0-1 0,-1-1 0,17 2 0,-24-3 0,0 0 0,0 0 0,0 0 0,0 0 0,0-1 0,-1 1 0,1-1 0,0 1 0,0-1 0,0 1 0,-1-1 0,1 0 0,0 0 0,-1 0 0,1 0 0,0 0 0,-1 0 0,1 0 0,1-4 0,-1 3 0,-1 0 0,0 0 0,0 0 0,0-1 0,0 1 0,0-1 0,0 1 0,-1-1 0,1 1 0,-1-1 0,0 1 0,0-1 0,0-2 0,-1-5 0,0 1 0,0-1 0,-1 1 0,-1 0 0,0 0 0,-7-17 0,-1 7 0,0 0 0,-2 1 0,0 0 0,-1 1 0,-1 0 0,-19-16 0,30 28-341,-1 1 0,0 1-1,-11-8 1,4 5-6485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28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53 24575,'-1'0'0,"-32"-14"0,-2 2 0,-55-13 0,87 24 0,1 1 0,-1-1 0,0 1 0,0 0 0,0 0 0,0 0 0,0 1 0,0-1 0,1 1 0,-1-1 0,0 1 0,0 0 0,1 0 0,-4 2 0,5-2 0,0 0 0,-1 0 0,1 0 0,0 0 0,0 0 0,0 0 0,0 0 0,0 0 0,0 0 0,1 1 0,-1-1 0,0 0 0,0 1 0,1-1 0,-1 1 0,1-1 0,0 0 0,-1 1 0,1-1 0,0 1 0,0-1 0,0 1 0,0-1 0,0 1 0,0-1 0,0 1 0,1 2 0,5 24 0,-2-15 0,-2 0 0,1-1 0,-1 16 0,1 8 0,2 0 0,1 0 0,1 0 0,2-1 0,15 35 0,40 77 0,-60-138 0,4 10 0,-5-12 0,0 0 0,0 0 0,1 0 0,0-1 0,7 10 0,-9-15 0,-1 1 0,1-1 0,-1 1 0,1-1 0,-1 0 0,1 0 0,0 0 0,0 0 0,0 0 0,-1 0 0,1-1 0,0 1 0,0-1 0,0 1 0,0-1 0,0 0 0,0 1 0,0-1 0,0 0 0,0 0 0,0-1 0,0 1 0,0 0 0,0-1 0,4 0 0,69-27-1365,-65 24-5461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29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24575,'1'4'0,"0"0"0,0 0 0,1 0 0,-1-1 0,1 1 0,0 0 0,0-1 0,1 0 0,2 4 0,1 3 0,2 1 0,0 0 0,0 0 0,2-1 0,-1 0 0,1-1 0,0 0 0,1 0 0,16 10 0,-26-19 0,0 1 0,0 0 0,0 0 0,0-1 0,1 1 0,-1-1 0,0 1 0,0-1 0,0 1 0,0-1 0,1 0 0,-1 1 0,0-1 0,0 0 0,0 0 0,1 0 0,-1 0 0,0 0 0,0 0 0,1-1 0,-1 1 0,0 0 0,0 0 0,0-1 0,0 1 0,1-1 0,0 0 0,-1 0 0,0-1 0,0 1 0,0 0 0,0 0 0,-1-1 0,1 1 0,0-1 0,-1 1 0,1-1 0,-1 1 0,1-1 0,-1 1 0,0-1 0,0 1 0,0-1 0,0 1 0,0-1 0,0 1 0,0-1 0,0 0 0,-1-1 0,0-4 0,-3-14 0,1 0 0,2 0 0,0-27 0,1 47 0,0 0 0,0 0 0,0 1 0,0-1 0,0 0 0,0 0 0,0 1 0,0-1 0,1 0 0,-1 0 0,0 1 0,1-1 0,-1 0 0,0 1 0,1-1 0,-1 0 0,1 1 0,-1-1 0,1 0 0,-1 1 0,1-1 0,0 1 0,-1-1 0,2 0 0,-1 1 0,0 0 0,0 0 0,0 0 0,0 0 0,0 0 0,1 0 0,-1 0 0,0 0 0,0 0 0,0 0 0,0 1 0,0-1 0,0 0 0,0 1 0,1 0 0,6 3 0,-1 1 0,0 0 0,11 9 0,-15-12 0,40 37 0,-25-22 0,22 17 0,6 1 0,-46-35-20,0 0 0,0 0 0,0 0 0,0 0 0,0 0 0,0 0 0,0 0 0,0 0 0,0 0 0,0 0 0,0 0 0,0 1 0,0-1 0,0 0 0,0 0 0,0 0 0,0 0 0,0 0 0,0 0 0,0 0 0,0 0 0,-1 0 0,1 0 0,0 0 0,0 0 0,0 0 0,0 0 0,0 0 0,0 0 0,0 0 0,0 0 0,0 0 0,0 0 0,-1 0 0,1 0 0,0 0 0,0 0 0,0 0 0,0 0 0,0 0 0,0 0 0,0 0 0,0 0 0,0 0 0,0 0 0,-1 0 0,1 0 0,0 0 0,0 0 0,0 0 0,0 0 0,0 0 0,0 0 0,0 0 0,0-1 0,0 1 0,0 0 0,0 0 0,0 0 0,0 0 0,0 0 0,0 0 0,0 0-1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29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24575,'7'-3'0,"20"-5"0,32-5 0,-51 11 0,0 2 0,0-1 0,0 1 0,0 0 0,0 0 0,0 1 0,0 0 0,15 4 0,-17-2 0,-1-1 0,1 1 0,-1 0 0,0 0 0,0 1 0,0 0 0,0 0 0,-1 0 0,7 8 0,-2-2 0,0 1 0,-2 1 0,9 14 0,-13-19 0,-1-1 0,0 1 0,0 0 0,0 0 0,-1 0 0,0 0 0,0 9 0,5 27 0,10 8 0,3-1 0,32 64 0,-29-73 0,-13-25 0,-1 0 0,11 29 0,-19-43 0,1-1 0,-1 0 0,1 1 0,-1-1 0,0 0 0,0 1 0,1-1 0,-1 0 0,0 1 0,0-1 0,0 1 0,-1-1 0,1 0 0,0 1 0,0-1 0,-1 1 0,1-1 0,-1 0 0,1 0 0,-1 1 0,0-1 0,-1 2 0,1-2 0,-1 0 0,1 0 0,-1 0 0,0 0 0,1 0 0,-1 0 0,0 0 0,0 0 0,0-1 0,0 1 0,0-1 0,0 1 0,1-1 0,-1 0 0,-4 0 0,-23 0-1365,16-1-5461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33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46 24575,'-7'0'0,"1"1"0,-1-1 0,1 0 0,-1 0 0,1-1 0,0 0 0,-1 0 0,1 0 0,0-1 0,0 0 0,-10-5 0,16 7 0,0 0 0,0 0 0,-1 0 0,1 0 0,0 0 0,0 0 0,-1 0 0,1 0 0,0 0 0,0 0 0,0-1 0,-1 1 0,1 0 0,0 0 0,0 0 0,0 0 0,0-1 0,0 1 0,-1 0 0,1 0 0,0 0 0,0 0 0,0-1 0,0 1 0,0 0 0,0 0 0,0-1 0,0 1 0,0 0 0,0 0 0,0 0 0,0-1 0,0 1 0,0 0 0,0 0 0,0-1 0,0 1 0,0 0 0,0 0 0,0 0 0,0-1 0,0 1 0,0 0 0,0 0 0,0-1 0,13-4 0,17 3 0,16 2 0,-26 1 0,-1-1 0,1-1 0,25-4 0,-8-1 0,1 3 0,-1 1 0,41 3 0,-24 0 0,91 8 0,-75-3 0,-11 1 0,26 0 0,191-7 0,-268 0-341,0-1 0,0 0-1,11-3 1,-6 1-6485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35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570 236 24575,'-4'-3'0,"-1"0"0,1 1 0,0-1 0,-1 1 0,0 0 0,1 0 0,-1 1 0,-6-2 0,-4-2 0,-112-35 0,64 22 0,1-3 0,-98-47 0,141 58 0,7 4 0,-1-1 0,1 0 0,-21-17 0,27 15 0,13 10 0,18 9 0,-24-9 0,89 43 0,45 21 0,60 11 0,-40-18 0,-152-57 0,0 1 0,0-1 0,0 1 0,0 0 0,4 3 0,-6-5 0,-1 0 0,0 1 0,1-1 0,-1 0 0,0 1 0,1-1 0,-1 0 0,0 1 0,1-1 0,-1 1 0,0-1 0,0 0 0,0 1 0,1-1 0,-1 1 0,0-1 0,0 1 0,0-1 0,0 1 0,0-1 0,0 0 0,0 1 0,0-1 0,0 1 0,0-1 0,0 1 0,0-1 0,0 1 0,0-1 0,0 1 0,0-1 0,-1 1 0,1-1 0,0 0 0,0 1 0,0-1 0,-1 1 0,1-1 0,0 0 0,-1 1 0,1-1 0,0 0 0,-1 1 0,1-1 0,0 0 0,-1 0 0,1 1 0,-1-1 0,0 0 0,-3 3 0,-1-1 0,0 1 0,0-1 0,0-1 0,0 1 0,0-1 0,-10 2 0,-40 1 0,29-3 0,-305 24-1365,314-23-5461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37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44 133 24575,'37'77'0,"33"62"0,-68-137 0,1 5 0,0-1 0,1 1 0,0-1 0,0 0 0,1 0 0,0-1 0,0 1 0,9 7 0,-13-13 0,-1 0 0,0 1 0,1-1 0,-1 0 0,0 0 0,0 0 0,1 1 0,-1-1 0,0 0 0,1 0 0,-1 0 0,0 0 0,1 0 0,-1 0 0,1 0 0,-1 0 0,0 0 0,1 0 0,-1 0 0,0 0 0,1 0 0,-1 0 0,0 0 0,1 0 0,-1-1 0,0 1 0,1 0 0,-1 0 0,0 0 0,0 0 0,1-1 0,-1 1 0,0 0 0,1 0 0,-1-1 0,1 0 0,-1 0 0,1 0 0,0-1 0,-1 1 0,0 0 0,1-1 0,-1 1 0,0 0 0,1-3 0,-1-2 0,0 1 0,0-1 0,-1-9 0,-2 5 0,0 1 0,-1-1 0,0 1 0,0 1 0,-1-1 0,0 0 0,-9-10 0,-50-54 0,37 43 0,10 12 0,3 3 0,-13-18 0,24 29 0,0 0 0,0-1 0,0 1 0,1-1 0,0 0 0,0 1 0,0-1 0,1 0 0,-2-8 0,3 11 0,0 0 0,0 0 0,0 0 0,0 1 0,0-1 0,1 0 0,-1 0 0,1 0 0,-1 0 0,1 1 0,-1-1 0,1 0 0,0 0 0,0 1 0,0-1 0,0 1 0,0-1 0,1 1 0,-1-1 0,0 1 0,1 0 0,-1 0 0,1 0 0,-1-1 0,1 1 0,-1 1 0,1-1 0,0 0 0,0 0 0,-1 1 0,1-1 0,2 0 0,6-2 0,1 1 0,0 0 0,-1 1 0,14-1 0,-22 2 0,11-1 0,0 1 0,0 0 0,0 0 0,0 2 0,0-1 0,0 2 0,-1-1 0,13 6 0,-11 0 120,-13-8-173,-1 0 0,1 1 0,-1-1 0,0 0 0,1 1 0,-1-1 0,0 0 0,1 1 0,-1-1 0,0 1 0,1-1 0,-1 0-1,0 1 1,0-1 0,1 1 0,-1-1 0,0 1 0,0-1 0,0 1 0,0-1 0,0 1 0,0-1 0,0 1 0,0-1 0,0 1 0,0-1 0,0 2 0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37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2 199 24575,'50'1'0,"82"-4"0,-128 2 0,1 1 0,0-1 0,-1 0 0,1 0 0,-1-1 0,6-1 0,-9 2 0,0 1 0,0-1 0,0 1 0,0-1 0,-1 0 0,1 1 0,0-1 0,0 0 0,-1 0 0,1 1 0,0-1 0,-1 0 0,1 0 0,-1 0 0,1 0 0,-1 0 0,0 0 0,1 0 0,-1 0 0,0 0 0,0 0 0,1 0 0,-1 0 0,0 0 0,0 0 0,0 0 0,0 0 0,0 0 0,-1 0 0,1 0 0,0 0 0,0 0 0,-1-2 0,-2-3 0,1 0 0,-1 0 0,-1 0 0,1 1 0,-1-1 0,0 1 0,0 0 0,-1 0 0,1 0 0,-7-4 0,-9-8 0,-25-16 0,45 33 0,-12-8 0,4 2 0,1 1 0,-1 0 0,0 0 0,0 1 0,-10-3 0,17 6 0,1 1 0,-1 0 0,0 0 0,0 0 0,0 0 0,0 0 0,0 0 0,0 0 0,0 0 0,0 0 0,0 0 0,1 1 0,-1-1 0,0 0 0,0 1 0,0-1 0,0 0 0,0 1 0,1-1 0,-2 2 0,0-1 0,1 1 0,-1-1 0,1 1 0,-1 0 0,1-1 0,0 1 0,0 0 0,-2 3 0,0 2 0,0 0 0,1 1 0,-3 13 0,3-12 0,1 0 0,0 0 0,0 0 0,1 0 0,0 0 0,1 0 0,0 0 0,0 0 0,1 0 0,0 0 0,0-1 0,1 1 0,1-1 0,-1 0 0,1 1 0,1-2 0,-1 1 0,1 0 0,1-1 0,-1 0 0,1 0 0,1-1 0,-1 0 0,1 0 0,0 0 0,10 6 0,1-1 0,1 0 0,37 16 0,-44-22 0,0-1 0,1-1 0,-1 0 0,0 0 0,1-2 0,16 2 0,-25-3-72,1 0 1,-1-1-1,0 1 0,0-1 0,0 0 0,0 0 0,0 0 0,0 0 1,0-1-1,0 1 0,-1-1 0,1 0 0,0 0 0,-1-1 0,0 1 1,1-1-1,-1 0 0,4-4 0,-1-3-6754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38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24575,'9'15'0,"0"-1"0,2-1 0,-1 1 0,18 14 0,-21-20 0,13 11 0,1 0 0,33 23 0,52 26 0,-104-66 0,-1-1 0,1 0 0,0 0 0,1 0 0,-1 0 0,0 0 0,0-1 0,0 1 0,0 0 0,1-1 0,-1 0 0,0 0 0,1 1 0,-1-1 0,3-1 0,-4 1 0,1-1 0,-1 1 0,0-1 0,0 0 0,0 1 0,0-1 0,1 0 0,-1 0 0,0 0 0,-1 0 0,1 0 0,0 0 0,0 0 0,0 0 0,0 0 0,-1 0 0,1 0 0,-1 0 0,1-1 0,-1 1 0,1 0 0,-1 0 0,1-1 0,-1 1 0,0 0 0,0-1 0,0-1 0,1-3 0,-1 0 0,0 0 0,0-1 0,-1 1 0,0 0 0,-2-11 0,-15-37 0,2 6 0,-5-41 0,21 89 1,0 0 0,0 0 0,0 0-1,0 0 1,0 0 0,0 0 0,0-1 0,0 1-1,0 0 1,0 0 0,0 0 0,0 0 0,0 0-1,0 0 1,0 0 0,0 0 0,0 0 0,0-1-1,0 1 1,0 0 0,0 0 0,0 0 0,0 0-1,0 0 1,0 0 0,0 0 0,0 0 0,0 0-1,0 0 1,0 0 0,-1 0 0,1 0 0,0-1-1,0 1 1,0 0 0,0 0 0,0 0 0,0 0-1,0 0 1,0 0 0,0 0 0,0 0 0,-1 0-1,1 0 1,0 0 0,0 0 0,0 0 0,0 0-1,0 0 1,0 0 0,0 0 0,0 0 0,0 0-1,-1 0 1,1 0 0,0 0 0,0 0 0,0 0-1,0 0 1,0 1 0,0-1 0,0 0 0,0 0-1,0 0 1,0 0 0,-4 5-1419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38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133 101 24575,'-5'-7'0,"-5"-11"0,-16-17 0,23 32 0,1-1 0,-2 1 0,1 0 0,0 0 0,0 0 0,-1 0 0,0 0 0,1 1 0,-1 0 0,0 0 0,-6-2 0,9 3 0,0 1 0,0 0 0,0-1 0,0 1 0,0 0 0,0 0 0,0 0 0,0 0 0,0 0 0,0 0 0,-1 1 0,1-1 0,0 0 0,0 0 0,0 1 0,0-1 0,0 0 0,0 1 0,0 0 0,-1 0 0,1 0 0,-1 1 0,1-1 0,0 1 0,0-1 0,-1 1 0,1-1 0,0 1 0,1 0 0,-1 0 0,-1 3 0,0 2 0,0 1 0,0 0 0,1-1 0,0 12 0,0-7 0,1-1 0,1 0 0,0 0 0,0 0 0,1 1 0,1-1 0,0-1 0,0 1 0,1 0 0,8 15 0,-9-20 0,1 0 0,0 0 0,1 0 0,-1-1 0,1 0 0,0 1 0,0-2 0,1 1 0,-1 0 0,1-1 0,0 0 0,0-1 0,1 1 0,-1-1 0,1-1 0,0 1 0,11 2 0,-5-2 0,0-1 0,0-1 0,0 0 0,0-1 0,0 0 0,1-1 0,-1 0 0,0-1 0,-1-1 0,24-7 0,-26 6 0,1 0 0,-1 0 0,-1-1 0,1-1 0,-1 0 0,0 0 0,0-1 0,0 0 0,-1 0 0,0-1 0,-1 0 0,0 0 0,8-12 0,-13 16 0,0 1 0,0 0 0,0-1 0,-1 1 0,0-1 0,1 1 0,-1-1 0,0 0 0,-1 1 0,1-1 0,-1 0 0,0 0 0,0 0 0,0 1 0,0-1 0,0 0 0,-1 0 0,0 0 0,0 1 0,0-1 0,0 0 0,-1 1 0,1-1 0,-1 1 0,0 0 0,0 0 0,0-1 0,0 1 0,-1 0 0,1 1 0,-1-1 0,0 0 0,1 1 0,-1-1 0,-6-2 0,-20-13 0,19 12 0,0 0 0,-13-10 0,23 16 0,0-1 0,-1 1 0,1 0 0,-1 0 0,1-1 0,0 1 0,-1-1 0,1 1 0,0 0 0,0-1 0,-1 1 0,1-1 0,0 1 0,0 0 0,0-1 0,-1 1 0,1-1 0,0 1 0,0-1 0,0 1 0,0-2 0,0 2 0,0 0 0,0-1 0,1 1 0,-1 0 0,0 0 0,0-1 0,1 1 0,-1 0 0,0-1 0,0 1 0,1 0 0,-1 0 0,0 0 0,1-1 0,-1 1 0,0 0 0,1 0 0,-1 0 0,0 0 0,1 0 0,-1-1 0,3 1 0,0-1 0,-1 1 0,1 0 0,0 0 0,-1 0 0,5 0 0,34 12-285,-32-9-795,8 2-5746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39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41 24575,'-20'-7'0,"-50"-17"0,61 21 0,-1 1 0,0 0 0,0 1 0,1 0 0,-13 1 0,20 0 0,1 0 0,0 0 0,-1 0 0,1 0 0,-1 0 0,1 1 0,-1-1 0,1 0 0,-1 1 0,1-1 0,0 1 0,-1 0 0,1-1 0,0 1 0,0 0 0,0 0 0,-1 0 0,1 0 0,-1 1 0,1-1 0,1 1 0,-1-1 0,1 0 0,-1 0 0,1 1 0,0-1 0,0 0 0,-1 0 0,1 1 0,0-1 0,0 0 0,0 1 0,0-1 0,0 0 0,1 0 0,-1 1 0,1 1 0,1 3 0,1 1 0,0 0 0,0-1 0,0 0 0,1 1 0,5 5 0,83 96 0,-43-63 0,-36-34 0,0 0 0,0 2 0,15 19 0,-27-31 0,-1-1 0,1 1 0,0 0 0,0 0 0,-1 0 0,1 0 0,-1 0 0,1 0 0,-1 1 0,0-1 0,1 0 0,-1 0 0,0 0 0,0 0 0,0 0 0,0 0 0,0 1 0,0-1 0,0 0 0,0 0 0,0 0 0,-1 3 0,0-3 0,1 0 0,-1 0 0,0 0 0,0 1 0,0-1 0,0 0 0,-1 0 0,1 0 0,0 0 0,0-1 0,-1 1 0,1 0 0,0 0 0,-1-1 0,-1 1 0,-5 2 0,0-1 0,0-1 0,0 1 0,0-1 0,-10 0 0,6-1 0,4 1 0,1-1 0,0 0 0,-13-2 0,19 2 0,1 0 0,0 0 0,0 0 0,0 0 0,0 0 0,0 0 0,0 0 0,-1 0 0,1-1 0,0 1 0,0 0 0,0 0 0,0 0 0,0 0 0,0 0 0,0 0 0,-1 0 0,1 0 0,0 0 0,0 0 0,0 0 0,0-1 0,0 1 0,0 0 0,0 0 0,0 0 0,0 0 0,0 0 0,0 0 0,0-1 0,0 1 0,0 0 0,0 0 0,0 0 0,0 0 0,0 0 0,0 0 0,0-1 0,0 1 0,0 0 0,0 0 0,0 0 0,0 0 0,0 0 0,0 0 0,0-1 0,0 1 0,0 0 0,0 0 0,0 0 0,0 0 0,0 0 0,0 0 0,0 0 0,1 0 0,-1-1 0,0 1 0,0 0 0,0 0 0,0 0 0,0 0 0,0 0 0,0 0 0,1 0 0,-1 0 0,0 0 0,9-6 0,5 1 0,0 0 0,1 0 0,0 2 0,0-1 0,19 0 0,6-2 0,5-1 0,31-6 0,-67 11 0,-1-1 0,0 1 0,0-2 0,0 1 0,0-1 0,11-7 0,-17 9 0,0 1 0,0-1 0,0 1 0,0-1 0,-1 0 0,1 0 0,0 0 0,-1 0 0,1 0 0,-1-1 0,0 1 0,0 0 0,0 0 0,0-1 0,0 1 0,0-1 0,0-4 0,0 3 0,-1 1 0,-1 0 0,1-1 0,0 1 0,-1 0 0,0 0 0,1-1 0,-1 1 0,0 0 0,-1 0 0,1 0 0,-3-5 0,1 3 0,-1 1 0,1-1 0,-1 1 0,0-1 0,0 1 0,0 0 0,0 0 0,-1 1 0,0 0 0,0-1 0,0 1 0,0 1 0,0-1 0,0 1 0,-11-3 0,14 4 0,-1 1 0,1 0 0,0-1 0,0 1 0,0 0 0,0 0 0,0 1 0,0-1 0,0 0 0,0 1 0,-1-1 0,1 1 0,0 0 0,1 0 0,-1-1 0,0 1 0,0 1 0,0-1 0,-2 2 0,1-1 0,1 1 0,0-1 0,0 1 0,0 0 0,0 0 0,0 0 0,1 0 0,-1 0 0,1 0 0,0 0 0,-1 5 0,0-2 0,1 0 0,0 0 0,0 0 0,1 0 0,-1 0 0,2 0 0,-1 0 0,1 0 0,-1 0 0,2 1 0,-1-2 0,1 1 0,3 8 0,0-4 0,2-1 0,-1 0 0,1 0 0,1-1 0,-1 0 0,1 0 0,1 0 0,0-1 0,0-1 0,0 0 0,0 0 0,1 0 0,0-1 0,12 3 0,4 2 0,1-1 0,0-2 0,1-1 0,39 3 0,69-4-1365,-117-5-5461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40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29 24575,'-2'0'0,"1"-1"0,0 1 0,-1 1 0,1-1 0,-1 0 0,1 0 0,-1 1 0,1-1 0,0 0 0,-1 1 0,1 0 0,0-1 0,-1 1 0,1 0 0,0-1 0,-2 3 0,2-2 0,0 0 0,1 0 0,-1 0 0,0 0 0,1 0 0,-1 0 0,1 0 0,0 0 0,-1 0 0,1 0 0,0 0 0,0 0 0,-1 1 0,1-1 0,0 0 0,0 2 0,1 2 0,0 0 0,0 0 0,0 0 0,1 0 0,0 0 0,0-1 0,0 1 0,3 4 0,5 8 0,1-2 0,1 1 0,0-1 0,1-1 0,0 0 0,2-1 0,-1-1 0,1 0 0,1-1 0,0 0 0,1-2 0,0 1 0,34 11 0,-49-20 0,0 0 0,0 0 0,0-1 0,0 1 0,0-1 0,0 0 0,0 0 0,1 0 0,-1 0 0,0 0 0,0 0 0,0 0 0,0-1 0,0 1 0,0-1 0,1 1 0,-1-1 0,2-1 0,-2 1 0,-1-1 0,0 1 0,1 0 0,-1-1 0,0 1 0,0-1 0,0 1 0,0-1 0,0 0 0,0 1 0,0-1 0,-1 0 0,1 0 0,-1 1 0,1-1 0,-1 0 0,0 0 0,1 0 0,-1 0 0,0 0 0,-1-2 0,0-9 0,0 0 0,-2 0 0,1 1 0,-2-1 0,-7-19 0,6 19 0,1 0 0,0 0 0,1 0 0,-2-22 0,4 34 0,1 1 0,0-1 0,0 0 0,0 1 0,0-1 0,0 1 0,0-1 0,0 0 0,0 1 0,0-1 0,1 1 0,-1-1 0,0 0 0,0 1 0,0-1 0,1 1 0,-1-1 0,0 1 0,1-1 0,-1 1 0,0-1 0,1 1 0,-1-1 0,1 1 0,-1-1 0,0 1 0,1 0 0,-1-1 0,1 1 0,-1 0 0,1-1 0,0 1 0,-1 0 0,1 0 0,-1 0 0,1-1 0,-1 1 0,1 0 0,0 0 0,-1 0 0,1 0 0,0 0 0,-1 0 0,1 0 0,-1 0 0,1 0 0,0 1 0,-1-1 0,1 0 0,-1 0 0,2 1 0,3 0 0,-1 1 0,1 0 0,0 0 0,7 6 0,109 77 0,-117-82 0,75 42 0,-69-40 0,-1-1 0,2 0 0,-1-1 0,0 0 0,0 0 0,16 1 0,-25-4 0,0 0 0,1 1 0,-1-1 0,0 0 0,1 0 0,-1 0 0,0 0 0,1-1 0,-1 1 0,1 0 0,-1-1 0,0 1 0,0-1 0,1 1 0,-1-1 0,0 1 0,0-1 0,1 0 0,0-1 0,-1 1 0,0 0 0,-1 0 0,1 0 0,-1 0 0,1 0 0,-1 0 0,0 0 0,0 0 0,1-1 0,-1 1 0,0 0 0,0 0 0,0 0 0,0 0 0,0 0 0,0 0 0,0-1 0,-1 0 0,-1-6 0,-1 0 0,0 1 0,0-1 0,-1 1 0,-4-7 0,-7-8-273,0 0 0,-1 1 0,-2 1 0,-30-28 0,31 33-6553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41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42 24575,'-6'-2'0,"-88"-28"0,83 27 0,0 1 0,0 0 0,-1 1 0,1 0 0,0 1 0,-19 2 0,28-2 0,0 0 0,1 0 0,-1 1 0,0-1 0,0 1 0,0-1 0,1 1 0,-1 0 0,0-1 0,1 1 0,-1 0 0,1 0 0,-1 0 0,1 0 0,-1 1 0,1-1 0,0 0 0,-1 1 0,-1 2 0,2-2 0,0 0 0,1 0 0,-1 0 0,1 0 0,-1 0 0,1 1 0,0-1 0,0 0 0,0 0 0,0 0 0,0 0 0,0 1 0,0-1 0,2 3 0,1 5 0,1 1 0,0-1 0,1 0 0,0-1 0,9 13 0,-4-7 0,20 31 0,28 57 0,-50-87 0,-1 0 0,-1 0 0,0 1 0,-2 0 0,0 0 0,-1 1 0,2 31 0,-4-35 0,-2-3 0,1 0 0,1 0 0,0-1 0,0 1 0,1 0 0,0-1 0,1 0 0,6 17 0,-7-25 0,-1 0 0,1 0 0,-1-1 0,1 1 0,-1 0 0,1-1 0,0 1 0,0-1 0,0 0 0,0 0 0,0 0 0,0 0 0,0 0 0,0 0 0,0 0 0,0-1 0,0 1 0,1-1 0,-1 1 0,0-1 0,1 0 0,-1 0 0,4 0 0,6-1 0,1-1 0,0 1 0,12-5 0,-14 4 0,3-1 0,29 0 0,-13 1 0,-29 2-105,1 0 0,-1 0 0,1-1 0,-1 1 0,1 0 0,-1-1 0,1 1 0,-1-1 0,1 0 0,-1 0 0,0 1 0,2-2 0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41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10 24575,'-10'-8'0,"11"17"0,12 16 0,0-3 0,32 49 0,-38-61 0,1 1 0,0-2 0,1 1 0,14 11 0,-20-19 0,-1 0 0,1 0 0,0-1 0,-1 1 0,1-1 0,0 1 0,0-1 0,0 0 0,0 0 0,0 0 0,5 0 0,-6-1 0,-1 0 0,0 0 0,1 0 0,-1 0 0,0 0 0,0-1 0,1 1 0,-1 0 0,0-1 0,0 1 0,0-1 0,1 0 0,-1 1 0,0-1 0,0 0 0,0 0 0,0 1 0,0-1 0,0 0 0,-1 0 0,1 0 0,0 0 0,0 0 0,-1 0 0,1 0 0,0-1 0,-1 1 0,1 0 0,-1 0 0,1 0 0,-1-2 0,4-12 0,-1 0 0,2-28 0,-4 30 0,1 1 0,0-1 0,0 0 0,9-23 0,-11 35 0,1 0 0,-1-1 0,1 1 0,0 0 0,-1 0 0,1 0 0,0-1 0,0 1 0,0 0 0,-1 0 0,1 0 0,0 0 0,1 0 0,-1 1 0,0-1 0,0 0 0,0 0 0,0 1 0,1-1 0,-1 1 0,0-1 0,1 1 0,-1-1 0,0 1 0,1 0 0,-1-1 0,0 1 0,1 0 0,-1 0 0,1 0 0,-1 0 0,0 1 0,1-1 0,-1 0 0,0 1 0,1-1 0,-1 0 0,3 2 0,4 2 0,0 1 0,0-1 0,0 2 0,13 10 0,-8-6 0,118 87 0,-110-78-1365,-14-11-5461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42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24575,'11'-2'0,"1"1"0,-1 1 0,1 0 0,0 0 0,-1 1 0,1 1 0,-1 0 0,1 0 0,-1 1 0,0 1 0,0 0 0,-1 0 0,1 1 0,-1 0 0,0 1 0,0 0 0,0 1 0,-1 0 0,0 0 0,12 14 0,-16-16 0,-1 0 0,-1 1 0,1-1 0,-1 1 0,0-1 0,0 1 0,0 0 0,-1 0 0,0 0 0,0 0 0,-1 1 0,2 9 0,-1 6 0,-2 1 0,-1 28 0,-1-5 0,2-29 0,1 0 0,0 0 0,1 0 0,1 0 0,1 0 0,1-1 0,0 0 0,0 1 0,2-2 0,0 1 0,1-1 0,1 0 0,0-1 0,1 0 0,17 20 0,-26-34-4,-1 1-1,1-1 0,-1 1 1,1 0-1,0-1 0,-1 1 1,1 0-1,-1-1 0,0 1 0,1 0 1,-1-1-1,1 1 0,-1 0 1,0 0-1,0 0 0,1-1 1,-1 1-1,0 0 0,0 0 1,0 1-1,0-2 13,-1 1 0,1-1 0,0 1 0,-1-1 0,1 0 0,0 1 0,-1-1 0,1 1 0,0-1 0,-1 0 0,1 1 0,-1-1-1,1 0 1,-1 1 0,1-1 0,-1 0 0,1 0 0,-1 0 0,1 1 0,-1-1 0,1 0 0,-2 0 0,-5 1-180,1 0 1,-1-1-1,-13-1 1,13 1-593,-9 0-6062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49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72 24575,'-67'-21'0,"-91"-25"0,154 45 0,-21-3 0,24 4 0,0 0 0,1 0 0,-1 0 0,1 0 0,-1 1 0,1-1 0,-1 0 0,1 0 0,-1 0 0,1 0 0,-1 1 0,0-1 0,1 0 0,0 0 0,-1 1 0,1-1 0,-1 0 0,1 1 0,-1-1 0,1 1 0,0-1 0,-1 1 0,1-1 0,0 0 0,-1 1 0,1-1 0,0 1 0,0 0 0,-1-1 0,1 1 0,0-1 0,0 1 0,0-1 0,0 1 0,0-1 0,0 1 0,0-1 0,0 1 0,0 0 0,2 10 0,0-1 0,0 1 0,1-1 0,8 17 0,0 5 0,42 166 0,-7-20 0,-36-150 0,0-1 0,3 0 0,0-1 0,1 0 0,2-1 0,27 34 0,-42-57-114,1 0 1,-1 0-1,1-1 0,0 1 0,0-1 1,-1 1-1,1-1 0,0 1 0,0-1 1,0 0-1,3 1 0,5 0-6712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49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350 24 24575,'-29'-2'0,"-15"-2"0,-5 1 0,1 1 0,4 0 0,7 1 0,7 0 0,7 1 0,4 0 0,3-2 0,7-1 0,7 0 0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50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24575,'0'14'0,"2"8"0,4 3 0,3-1 0,2-5 0,0-2 0,0-5 0,1-4 0,-2-4-8191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50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23 24575,'-2'-7'0,"-2"0"0,4 1 0,0 4 0,2 5 0,2 6 0,0 5 0,0 0-8191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50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112 231 24575,'-1'1'0,"0"-1"0,1 1 0,-1-1 0,0 1 0,0-1 0,1 0 0,-1 1 0,0-1 0,0 0 0,0 0 0,1 1 0,-1-1 0,0 0 0,0 0 0,0 0 0,0 0 0,0 0 0,0 0 0,1 0 0,-1-1 0,0 1 0,0 0 0,0 0 0,0-1 0,1 1 0,-1 0 0,0-1 0,0 1 0,1-1 0,-1 1 0,-1-1 0,-22-21 0,21 19 0,-3-5 0,-1 0 0,2 0 0,-1-1 0,1 1 0,0-1 0,1 0 0,0 0 0,1-1 0,0 1 0,0-1 0,1 0 0,-2-17 0,4 24 0,0 0 0,0 0 0,0 0 0,0 0 0,1 0 0,-1 0 0,1 1 0,0-1 0,0 0 0,0 0 0,0 1 0,1-1 0,-1 1 0,1-1 0,-1 1 0,1 0 0,0-1 0,0 1 0,0 0 0,0 0 0,0 0 0,1 1 0,-1-1 0,1 0 0,-1 1 0,1 0 0,-1-1 0,1 1 0,0 0 0,-1 0 0,1 1 0,0-1 0,0 1 0,0-1 0,0 1 0,0 0 0,0 0 0,-1 0 0,1 0 0,4 1 0,-5 0-72,1-1 1,-1 1-1,0 0 0,0 0 0,1-1 0,-1 1 0,0 1 0,0-1 1,0 0-1,0 0 0,-1 1 0,1-1 0,0 1 0,-1 0 0,1-1 1,-1 1-1,1 0 0,1 4 0,2 4-6754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51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34 24575,'-22'-6'0,"-71"-17"0,81 21 0,1 1 0,-1 0 0,0 0 0,0 1 0,-22 3 0,32-2 0,0-1 0,0 0 0,0 0 0,1 1 0,-1-1 0,0 1 0,0 0 0,1 0 0,-1-1 0,0 1 0,1 0 0,-1 0 0,0 1 0,1-1 0,0 0 0,-1 0 0,1 1 0,0-1 0,-1 1 0,1-1 0,0 1 0,0-1 0,0 1 0,1 0 0,-1-1 0,0 1 0,1 0 0,-2 3 0,2-2 0,0 1 0,0-1 0,1 1 0,-1-1 0,1 1 0,-1-1 0,1 0 0,0 1 0,0-1 0,1 0 0,-1 0 0,1 0 0,-1 0 0,5 6 0,0-2 0,1 1 0,0-1 0,0 0 0,1 0 0,-1-1 0,1 0 0,12 7 0,67 31 0,-65-34 0,45 15 0,6 4 0,-72-29 0,0 1 0,0-1 0,0 1 0,0-1 0,-1 1 0,1-1 0,0 1 0,0-1 0,-1 1 0,1 0 0,0-1 0,-1 1 0,2 1 0,-2-2 0,0 1 0,0-1 0,0 0 0,0 0 0,0 0 0,0 1 0,0-1 0,-1 0 0,1 0 0,0 0 0,0 1 0,0-1 0,0 0 0,0 0 0,0 0 0,0 1 0,-1-1 0,1 0 0,0 0 0,0 0 0,0 0 0,0 0 0,-1 1 0,1-1 0,0 0 0,0 0 0,0 0 0,-1 0 0,1 0 0,0 0 0,0 0 0,0 0 0,-1 0 0,1 0 0,-29 4 0,-43-4 0,-94-13 0,134 10-1365,19 3-5461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51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24575,'0'27'0,"0"14"0,2 7 0,4 1 0,3-4 0,4-7 0,4-4 0,0-4 0,0-2 0,0-3 0,-1-3 0,-2-6-8191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51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319 70 24575,'-27'-13'0,"-12"-3"0,-3 0 0,2 4 0,6 3 0,6 6 0,6 3 0,3 5 0,3 3 0,2 0 0,1 2 0,0 2 0,2-2-8191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52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24575,'0'4'0,"0"-1"0,1 0 0,0 0 0,-1 0 0,1 0 0,1 0 0,-1 0 0,0 0 0,1 0 0,-1 0 0,5 5 0,26 28 0,-25-28 0,8 6 0,0 1 0,24 17 0,-32-27 0,0 0 0,1-1 0,-1 0 0,1 0 0,0-1 0,0 0 0,1 0 0,12 2 0,-20-4 0,0-1 0,0 0 0,-1 0 0,1 0 0,0 0 0,0 0 0,-1 0 0,1 0 0,0-1 0,0 1 0,-1 0 0,1 0 0,0-1 0,-1 1 0,1 0 0,0-1 0,-1 1 0,1 0 0,0-1 0,-1 1 0,1-1 0,0 0 0,0-1 0,0 1 0,0-1 0,0 1 0,0-1 0,-1 1 0,1-1 0,-1 0 0,1 1 0,0-4 0,0-4 0,-1-1 0,0 1 0,-1-10 0,1 10 0,-6-40 0,2 24 0,4 24 0,0 0 0,0 0 0,-1 0 0,1 0 0,0 0 0,0 0 0,0 0 0,1 0 0,-1 0 0,0 1 0,0-1 0,0 0 0,1 0 0,-1 0 0,0 0 0,1 0 0,-1 0 0,1 1 0,-1-1 0,1 0 0,-1 0 0,1 1 0,0-1 0,-1 0 0,2 0 0,-1 0 0,1 1 0,-1-1 0,1 1 0,0-1 0,-1 1 0,1-1 0,0 1 0,-1 0 0,1 0 0,0 0 0,-1 0 0,1 0 0,1 0 0,8 2 0,-1 1 0,1 0 0,14 6 0,-20-7 0,40 18 0,75 44 0,-100-52 0,-2-2-682,26 20-1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53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37 24575,'-36'-10'0,"10"3"0,0 1 0,0 0 0,-42-1 0,66 6 0,0 1 0,0 0 0,0 1 0,0-1 0,0 0 0,0 1 0,0-1 0,0 1 0,0-1 0,1 1 0,-1 0 0,0 0 0,0 0 0,0 0 0,1 0 0,-3 2 0,3-2 0,0 0 0,1 0 0,-1 0 0,1 0 0,-1 0 0,1 0 0,-1 0 0,1 0 0,0 0 0,0 0 0,-1 0 0,1 1 0,0-1 0,0 0 0,0 0 0,0 0 0,0 0 0,0 0 0,1 1 0,-1-1 0,0 0 0,0 0 0,1 0 0,-1 0 0,1 0 0,-1 0 0,1 0 0,-1 0 0,2 1 0,3 5 0,0 1 0,1-1 0,-1-1 0,1 1 0,1-1 0,-1 0 0,1-1 0,1 1 0,-1-1 0,0-1 0,12 6 0,-7-4 0,0-1 0,1-1 0,0 0 0,0 0 0,1-1 0,22 2 0,-33-5 0,0 0 0,-1 0 0,1 0 0,0 0 0,-1-1 0,1 1 0,0 0 0,-1-1 0,1 0 0,-1 0 0,1 0 0,-1 0 0,0 0 0,1 0 0,-1-1 0,2-1 0,-2 2 0,-1-1 0,0 1 0,1-1 0,-1 1 0,0-1 0,0 0 0,0 0 0,0 1 0,-1-1 0,1 0 0,0 0 0,-1 0 0,1 0 0,-1 0 0,0 0 0,0 0 0,1 0 0,-1 0 0,-1 0 0,1 0 0,-1-4 0,0-2 0,-1 1 0,0-1 0,-3-8 0,5 14 0,-1 0 0,0 0 0,0 0 0,0 0 0,0 0 0,0 0 0,-1 0 0,1 0 0,-1 1 0,1-1 0,-1 0 0,0 1 0,1 0 0,-1-1 0,-3-1 0,5 3 0,-1 0 0,1-1 0,-1 1 0,1 0 0,-1 0 0,1 0 0,-1 0 0,1 0 0,-1-1 0,1 1 0,-1 0 0,1 0 0,-1 0 0,1 0 0,-1 0 0,1 0 0,-1 1 0,1-1 0,-1 0 0,1 0 0,-1 0 0,1 0 0,-1 1 0,1-1 0,-1 0 0,1 0 0,0 1 0,-1-1 0,0 1 0,0 0 0,1 0 0,-1 0 0,1 0 0,-1 1 0,1-1 0,-1 0 0,1 0 0,0 0 0,-1 0 0,1 0 0,0 2 0,0 4 0,0-1 0,0 1 0,1 8 0,4 3 0,0 0 0,0-1 0,2 0 0,0 0 0,1-1 0,11 17 0,4 11 0,23 43 88,9 20-1541,-45-84-5373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53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0 24575,'-7'4'0,"0"-1"0,0 1 0,1 1 0,-1-1 0,1 1 0,-8 9 0,12-13 0,1 0 0,0 1 0,-1 0 0,1-1 0,0 1 0,0 0 0,0-1 0,0 1 0,1 0 0,-1 0 0,0 0 0,1 0 0,-1 0 0,1 0 0,0 0 0,0 0 0,-1 0 0,1 0 0,1 0 0,-1 0 0,0 0 0,0 0 0,1 0 0,-1 0 0,1-1 0,0 1 0,-1 0 0,1 0 0,0 0 0,2 2 0,0 0 0,1 0 0,-1 0 0,1 0 0,0-1 0,0 1 0,1-1 0,-1 0 0,1 0 0,-1-1 0,1 1 0,0-1 0,8 2 0,2 1 0,-1-1 0,2-1 0,15 2 0,-24-4 0,1 0 0,-1-1 0,0 0 0,0-1 0,0 0 0,0 0 0,0 0 0,0-1 0,6-2 0,-11 3 0,0 1 0,0-1 0,0 0 0,0 0 0,0 0 0,0-1 0,-1 1 0,1 0 0,-1-1 0,1 1 0,-1-1 0,1 1 0,-1-1 0,0 0 0,0 1 0,0-1 0,0 0 0,0 0 0,0 0 0,0 0 0,0 0 0,-1 0 0,1 0 0,-1 0 0,0 0 0,1 0 0,-1 0 0,0-1 0,0 1 0,-1 0 0,1 0 0,0 0 0,-1 0 0,0-3 0,-1 1-50,1-1-1,-1 1 1,0 0-1,0 0 0,-1 0 1,1 0-1,-1 0 1,0 0-1,0 1 1,0-1-1,-1 1 0,1 0 1,-1 0-1,1 0 1,-1 0-1,0 1 1,0 0-1,-1-1 0,1 2 1,0-1-1,-1 0 1,1 1-1,-1 0 1,1 0-1,-1 0 1,-7 0-1,-1 1-6775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54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73 237 24575,'7'-18'0,"5"-13"0,-2 0 0,0-1 0,7-53 0,-16 83 0,-1 1 0,0-1 0,0 0 0,0 0 0,0 1 0,0-1 0,-1 0 0,1 0 0,0 1 0,-1-1 0,0 0 0,1 1 0,-1-1 0,0 0 0,0 1 0,-1-4 0,1 5 0,0-1 0,0 0 0,0 0 0,0 1 0,0-1 0,0 1 0,-1-1 0,1 1 0,0-1 0,0 1 0,0-1 0,0 1 0,-1 0 0,1 0 0,0 0 0,0 0 0,0 0 0,-1 0 0,1 0 0,0 0 0,0 0 0,0 0 0,-1 1 0,1-1 0,-1 1 0,-4 1 0,1 0 0,0 1 0,0-1 0,-1 1 0,2 0 0,-1 1 0,0-1 0,1 1 0,-1 0 0,1 0 0,0 0 0,1 1 0,-1-1 0,1 1 0,0 0 0,0 0 0,-5 11 0,7-12 0,-1 0 0,1 0 0,0 0 0,0 0 0,0 0 0,1 0 0,-1 0 0,1 0 0,0 1 0,0-1 0,0 0 0,1 0 0,0 0 0,0 0 0,0 0 0,0 0 0,0 0 0,1 0 0,0 0 0,0 0 0,0-1 0,0 1 0,0-1 0,1 1 0,4 3 0,1 2 0,1-2 0,1 1 0,-1-1 0,1-1 0,0 0 0,1 0 0,0-1 0,0 0 0,22 5 0,-18-6 0,1-1 0,0 0 0,-1-1 0,1-1 0,0-1 0,31-3 0,-36 1-1365,-2-2-5461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54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0 24575,'-4'1'0,"0"0"0,0 1 0,0-1 0,0 1 0,0 0 0,1 0 0,-1 0 0,0 1 0,1-1 0,0 1 0,-1 0 0,-2 3 0,5-4 0,-1 0 0,1 0 0,0 1 0,0-1 0,0 0 0,0 0 0,0 1 0,1-1 0,-1 1 0,1-1 0,-1 1 0,1-1 0,0 0 0,0 1 0,0-1 0,0 1 0,1-1 0,-1 1 0,1-1 0,-1 1 0,1-1 0,1 3 0,2 4 0,0 0 0,0 0 0,1-1 0,1 0 0,-1 0 0,1 0 0,0 0 0,9 6 0,62 52 0,-49-44 0,2-1 0,-21-15 0,-1 0 0,0 0 0,0 1 0,11 11 0,-19-18 0,0 0 0,1 0 0,-1 1 0,0-1 0,0 0 0,0 0 0,0 1 0,1-1 0,-1 0 0,0 0 0,0 1 0,0-1 0,0 0 0,0 0 0,0 1 0,1-1 0,-1 0 0,0 1 0,0-1 0,0 0 0,0 1 0,0-1 0,0 0 0,0 0 0,0 1 0,-1-1 0,1 0 0,0 1 0,0-1 0,0 0 0,0 0 0,0 1 0,0-1 0,-1 0 0,1 1 0,0-1 0,0 0 0,0 0 0,-1 0 0,1 1 0,0-1 0,0 0 0,0 0 0,-1 0 0,1 0 0,0 1 0,-1-1 0,1 0 0,0 0 0,0 0 0,-1 0 0,1 0 0,0 0 0,-1 0 0,1 0 0,-1 0 0,-18 2 0,-101-17 133,31 2-1631,64 11-5328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55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190 653 24575,'6'-19'0,"-1"0"0,0 0 0,-2-1 0,0 1 0,-2-1 0,0 1 0,-1-1 0,-1 0 0,0 1 0,-2-1 0,0 1 0,-1-1 0,-2 1 0,-10-29 0,-22-37 0,-92-152 0,121 226 0,9 11 0,0 0 0,0 1 0,-1-1 0,1 0 0,0 0 0,0 0 0,0 0 0,0 1 0,0-1 0,-1 0 0,1 0 0,0 0 0,0 1 0,0-1 0,0 0 0,0 0 0,0 1 0,0-1 0,0 0 0,0 0 0,0 1 0,0-1 0,0 0 0,0 0 0,0 0 0,0 1 0,0-1 0,0 0 0,0 0 0,0 1 0,5 28 0,-5-28 0,27 106 0,-7-31 0,-8-29 0,2-1 0,24 56 0,-27-79 0,0-2 0,1 1 0,1-2 0,1 0 0,0 0 0,26 25 0,-3-14-1365,-21-20-5461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55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 24575,'-14'4'0,"-29"10"0,40-13 0,-1 1 0,1 0 0,0-1 0,-1 1 0,1 1 0,0-1 0,0 0 0,1 1 0,-1-1 0,0 1 0,1 0 0,0 0 0,-4 5 0,6-7 0,-1 1 0,0 0 0,1 0 0,0-1 0,-1 1 0,1 0 0,0 0 0,0 0 0,0 0 0,0 0 0,1-1 0,-1 1 0,0 0 0,1 0 0,-1 0 0,1-1 0,0 1 0,-1 0 0,1-1 0,0 1 0,0 0 0,0-1 0,0 1 0,0-1 0,1 0 0,-1 1 0,0-1 0,1 0 0,1 2 0,5 4 0,1-1 0,0 0 0,15 8 0,-23-14 0,18 10 0,0 0 0,28 8 0,-37-15 0,1 0 0,-1-1 0,0 0 0,1-1 0,-1 0 0,20-1 0,-28 0 0,0 0 0,0 0 0,0-1 0,0 1 0,0 0 0,0-1 0,-1 1 0,1-1 0,0 0 0,0 0 0,-1 1 0,1-1 0,-1 0 0,1 0 0,0-1 0,-1 1 0,0 0 0,1 0 0,-1-1 0,0 1 0,0-1 0,0 1 0,0-1 0,0 0 0,0 1 0,0-1 0,0 0 0,0-2 0,0 1 0,-1 0 0,0 0 0,0 0 0,0 0 0,0 0 0,0 0 0,0 0 0,-1 0 0,0 0 0,1 0 0,-1 0 0,0 0 0,-1 1 0,1-1 0,0 0 0,-1 1 0,-2-4 0,-2-2 0,0 0 0,-1 0 0,0 1 0,-1 0 0,1 0 0,-17-10 0,24 16 0,-1 1 0,0-1 0,0 1 0,0-1 0,0 1 0,0-1 0,0 1 0,0 0 0,0-1 0,0 1 0,0 0 0,0 0 0,0 0 0,0 0 0,0 0 0,0 0 0,0 0 0,0 0 0,0 0 0,0 0 0,-1 1 0,1 0 0,0-1 0,0 1 0,0 0 0,1-1 0,-1 1 0,0 0 0,1 0 0,-1-1 0,1 1 0,-1 0 0,1 0 0,-1 0 0,1 0 0,-1 0 0,1 0 0,0 0 0,-1 2 0,1 0 0,-1 1 0,1 0 0,0 0 0,0 0 0,0 0 0,1 0 0,-1 0 0,1 0 0,2 7 0,2 0-72,1 1 1,10 13-1,-8-13-1078,-1 0-5676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56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37 24575,'-16'-6'0,"-58"-18"0,66 22 0,0 0 0,0 1 0,0 0 0,0 0 0,0 1 0,0 0 0,-11 2 0,17-2 0,0 1 0,0-1 0,0 1 0,0-1 0,0 1 0,0 0 0,0-1 0,0 1 0,0 0 0,0 0 0,1 0 0,-1 1 0,0-1 0,1 0 0,-1 1 0,1-1 0,0 1 0,-1-1 0,1 1 0,-2 3 0,2-3 0,0 1 0,1-1 0,-1 1 0,1 0 0,-1-1 0,1 1 0,0 0 0,0-1 0,0 1 0,0 0 0,1-1 0,-1 1 0,2 4 0,1 3 0,1 0 0,0 0 0,1-1 0,0 1 0,1-1 0,11 15 0,13 11 0,-13-17 0,-1 1 0,13 22 0,-28-40 0,-1 0 0,1 0 0,0 0 0,-1 0 0,1 0 0,-1 0 0,1 0 0,-1 0 0,0 0 0,0 0 0,1 0 0,-1 0 0,0 0 0,0 0 0,0 0 0,0 0 0,0 0 0,0 0 0,0 0 0,-1 2 0,1-3 0,-1 1 0,1-1 0,-1 1 0,1 0 0,-1-1 0,1 1 0,-1-1 0,0 0 0,1 1 0,-1-1 0,0 1 0,1-1 0,-1 0 0,0 0 0,1 1 0,-1-1 0,0 0 0,0 0 0,1 0 0,-1 0 0,-1 0 0,-4 0 0,-1 0 0,1 0 0,-1-1 0,1 0 0,-8-3 0,-17-4-227,0-1-1,1-2 1,0-2-1,1 0 1,-29-19-1,45 23-6598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56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24575,'0'12'0,"2"9"0,1 8 0,3 7 0,2 5 0,0 2 0,1 1 0,2 1 0,1-2 0,1-2 0,1 1 0,0-6 0,-2-6 0,-3-7-8191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56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22 24575,'-15'-7'0,"-7"-3"0,-5 6 0,-2 5 0,-2 6 0,0 1 0,2 2 0,7-1-8191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57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232 551 24575,'3'-18'0,"-2"-1"0,0 0 0,-1 0 0,-1 0 0,-1 0 0,0 1 0,-1-1 0,-1 1 0,-1-1 0,-1 1 0,-9-19 0,-9-9 0,-51-75 0,-3-4 0,77 123 0,0 1 0,0-1 0,0 0 0,0 1 0,0-1 0,0 1 0,-1-1 0,-2-1 0,4 3 0,0 0 0,0-1 0,0 1 0,0 0 0,-1 0 0,1 0 0,0 0 0,0 0 0,0 0 0,0 0 0,-1 0 0,1 0 0,0 0 0,0 0 0,0 0 0,0 0 0,-1 0 0,1 0 0,0 0 0,0 0 0,0 0 0,0 0 0,-1 0 0,1 0 0,0 1 0,0-1 0,0 0 0,0 0 0,0 0 0,0 0 0,-1 0 0,1 0 0,0 0 0,0 1 0,-3 10 0,2 10 0,2-1 0,0 0 0,2 1 0,0-1 0,6 20 0,-1-2 0,0 3 0,1-2 0,24 65 0,-28-91 0,1 0 0,1-1 0,0 1 0,0-1 0,1 0 0,1-1 0,0 0 0,1-1 0,0 1 0,0-2 0,16 12 0,-18-16 17,1 0 0,0 0 1,0-1-1,1 0 0,-1-1 0,20 5 0,-11-5-512,1 0 0,33-1 0,-38-2-6331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58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0 24575,'-1'1'0,"-80"17"0,73-16 0,-1 1 0,1 0 0,0 1 0,0 0 0,0 0 0,0 1 0,-7 6 0,13-10 0,1 0 0,-1 1 0,1-1 0,-1 0 0,1 1 0,0-1 0,-1 1 0,1 0 0,0-1 0,0 1 0,0 0 0,0 0 0,0 0 0,1-1 0,-1 1 0,1 0 0,-1 0 0,1 0 0,-1 0 0,1 0 0,0 4 0,1-3 0,0-1 0,0 1 0,0-1 0,0 1 0,0 0 0,0-1 0,1 0 0,0 1 0,-1-1 0,1 0 0,0 0 0,0 0 0,0 0 0,4 3 0,9 6 0,1-1 0,0-1 0,0 0 0,1-1 0,0-1 0,0 0 0,1-2 0,-1 0 0,1-1 0,0 0 0,28 0 0,-42-3 0,-1-1 0,1 0 0,-1 0 0,1-1 0,-1 1 0,0-1 0,1 0 0,-1 0 0,1 0 0,-1 0 0,0 0 0,5-4 0,-7 4 0,0 0 0,0 0 0,1 0 0,-2 0 0,1 0 0,0 0 0,0 0 0,0 0 0,0 0 0,-1-1 0,1 1 0,-1 0 0,1-1 0,-1 1 0,1 0 0,-1-1 0,0 1 0,1 0 0,-1-1 0,0 1 0,0-1 0,0 1 0,0-1 0,-1 1 0,1 0 0,0-1 0,0 1 0,-1-1 0,1 1 0,-1 0 0,1-1 0,-1 1 0,-1-2 0,-1-3 0,0 1 0,-1-1 0,0 1 0,0 0 0,0-1 0,-1 2 0,-7-7 0,-41-29 0,11 9 0,100 86 0,27 21 0,0-5-1365,-73-62-5461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59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11 24575,'-9'-1'0,"-43"-8"0,48 9 0,-1 0 0,0 0 0,1 0 0,-1 0 0,0 1 0,1 0 0,-1 0 0,-6 2 0,10-3 0,0 1 0,0-1 0,0 0 0,0 1 0,0-1 0,1 1 0,-1-1 0,0 1 0,0 0 0,1-1 0,-1 1 0,0 0 0,1 0 0,-1-1 0,0 1 0,1 0 0,-1 0 0,1 0 0,0 0 0,-1 0 0,1 0 0,0-1 0,-1 1 0,1 0 0,0 0 0,0 0 0,0 0 0,0 0 0,0 0 0,0 0 0,0 0 0,0 0 0,0 0 0,1 0 0,-1 0 0,0 0 0,0 0 0,1 0 0,-1 0 0,1 0 0,-1 0 0,2 1 0,2 4 0,0 0 0,0 1 0,1-1 0,7 6 0,-10-9 0,51 45 0,-42-39 0,1 1 0,-1 0 0,0 1 0,-1 0 0,-1 1 0,13 18 0,-22-29 0,1-1 0,-1 1 0,1 0 0,-1 0 0,1-1 0,-1 1 0,0 0 0,0 0 0,1 0 0,-1 0 0,0 0 0,0 0 0,0-1 0,0 1 0,0 0 0,0 0 0,0 0 0,0 0 0,0 0 0,0 0 0,0 0 0,-1 0 0,1-1 0,0 1 0,-1 0 0,1 0 0,-1 1 0,0-1 0,-1 0 0,1 0 0,0 0 0,-1 0 0,1-1 0,-1 1 0,1 0 0,-1-1 0,1 1 0,-1-1 0,1 1 0,-1-1 0,-3 0 0,-6 1 0,0-1 0,0 0 0,-15-3 0,-18-4 0,1-3 0,-62-21 0,75 18-1365,20 8-5461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59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24575,'4'5'0,"1"0"0,-1 1 0,0-1 0,-1 1 0,1 0 0,1 7 0,16 39 0,-17-38 0,42 136 0,-27-79 0,34 78 0,-49-141 30,0 0 0,0-1 0,7 11 0,-9-16-144,-1 0 0,2 1-1,-1-1 1,0 0 0,0 0 0,1 0-1,-1 0 1,1 0 0,-1-1 0,1 1-1,0-1 1,5 2 0,4 0-6712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7:59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0 24575,'-27'5'0,"-12"4"0,-3 3 0,2 2 0,4 1 0,2-2 0,5-1 0,5-3 0,6-2-8191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8:00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24575,'4'10'0,"0"-1"0,1 1 0,0-1 0,0 0 0,1-1 0,9 11 0,47 46 0,-43-46 0,-14-14 0,1 1 0,0-1 0,0-1 0,0 1 0,14 6 0,-19-10 0,0 0 0,1-1 0,-1 1 0,0-1 0,1 0 0,-1 1 0,1-1 0,-1 0 0,0 0 0,1 0 0,-1 0 0,1 0 0,-1 0 0,0 0 0,1-1 0,1 0 0,-2 1 0,1-1 0,-1 0 0,0 0 0,0 0 0,0 0 0,0 0 0,0 0 0,0 0 0,-1 0 0,1 0 0,0 0 0,0 0 0,-1-1 0,1 1 0,-1 0 0,1-1 0,-1 1 0,0 0 0,1-1 0,-1-1 0,1-5 0,0 0 0,0-1 0,-1 1 0,0 0 0,0 0 0,-1 0 0,-3-16 0,-2 4 0,-15-37 0,20 55 0,0-1 0,0 1 0,0-1 0,1 1 0,-1-1 0,1 1 0,-1-1 0,1-4 0,0 6 0,0 1 0,1-1 0,-1 0 0,0 1 0,0-1 0,0 0 0,1 1 0,-1-1 0,0 1 0,1-1 0,-1 1 0,0-1 0,1 0 0,-1 1 0,1-1 0,-1 1 0,1 0 0,-1-1 0,1 1 0,-1-1 0,1 1 0,-1 0 0,1-1 0,-1 1 0,1 0 0,0 0 0,-1 0 0,1-1 0,0 1 0,-1 0 0,1 0 0,0 0 0,-1 0 0,1 0 0,0 0 0,-1 0 0,1 0 0,-1 0 0,1 1 0,0-1 0,0 0 0,9 3 0,0 0 0,-1 1 0,1 0 0,-1 0 0,0 1 0,13 10 0,-6-5 0,90 57 0,-85-52 0,-1 1 0,34 34 0,-45-41-1365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8:01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347 103 24575,'-66'-27'0,"16"7"0,-1 1 0,-66-15 0,113 33 0,-1 1 0,1-1 0,-1 1 0,0 0 0,0 0 0,-8 1 0,12-1 0,0 0 0,0 0 0,0 1 0,0-1 0,0 0 0,0 1 0,0-1 0,0 1 0,0-1 0,0 1 0,0-1 0,1 1 0,-1 0 0,0-1 0,0 1 0,0 0 0,1 0 0,-1 0 0,1-1 0,-1 1 0,0 0 0,1 0 0,0 0 0,-1 0 0,1 0 0,-1 0 0,1 0 0,0 0 0,0 0 0,0 0 0,0 0 0,-1 0 0,1 0 0,1 0 0,-1 0 0,0 2 0,1 1 0,0 0 0,0 1 0,1-1 0,0 0 0,-1 1 0,1-1 0,1 0 0,-1 0 0,1 0 0,-1-1 0,1 1 0,0-1 0,1 1 0,-1-1 0,6 4 0,7 5 0,1 0 0,21 10 0,-27-15 0,0-1 0,0 0 0,1-1 0,0-1 0,0 1 0,0-2 0,0 1 0,0-2 0,1 0 0,-1 0 0,19-1 0,-29-1 0,-1 0 0,1 0 0,-1 0 0,1 0 0,-1 0 0,0 0 0,1-1 0,-1 1 0,1 0 0,-1-1 0,0 1 0,1-1 0,-1 0 0,0 1 0,0-1 0,1 0 0,-1 0 0,0 0 0,0 0 0,0 0 0,0 0 0,0 0 0,0 0 0,0 0 0,-1-1 0,1 1 0,0 0 0,0 0 0,-1-1 0,1 1 0,-1-2 0,1 0 0,-1 0 0,0 0 0,-1 1 0,1-1 0,0 0 0,-1 0 0,1 0 0,-1 0 0,0 1 0,0-1 0,0 0 0,-1 1 0,1-1 0,0 1 0,-3-3 0,1 1 0,0-1 0,-1 1 0,1 0 0,-1 0 0,0 0 0,0 1 0,0-1 0,-1 1 0,-9-5 0,14 8 0,0-1 0,-1 1 0,1 0 0,-1 0 0,1 0 0,0 0 0,-1-1 0,1 1 0,-1 0 0,1 0 0,-1 0 0,1 0 0,-1 0 0,1 0 0,-1 0 0,1 0 0,-1 0 0,1 0 0,0 0 0,-1 1 0,1-1 0,-1 0 0,1 0 0,-1 0 0,1 0 0,0 1 0,-1-1 0,1 0 0,-1 1 0,0 0 0,1 0 0,0 0 0,-1 0 0,1 0 0,0-1 0,-1 1 0,1 0 0,0 0 0,0 0 0,0 0 0,0 0 0,0 0 0,0 2 0,1 3 0,0 0 0,0 1 0,3 7 0,9 23 0,25 47 0,-4-11 0,-16-34 0,-9-21 0,-1 1 0,-1 0 0,-1 0 0,6 28 0,-11-45 0,-1 0 0,0 0 0,0 0 0,0 0 0,0 0 0,0 0 0,0 0 0,0 0 0,-1-1 0,1 1 0,-1 0 0,1 0 0,-1 0 0,0 0 0,0 0 0,0 0 0,0-1 0,0 1 0,0 0 0,-2 1 0,1-1 0,0-1 0,0 1 0,-1-1 0,1 1 0,0-1 0,-1 0 0,0 1 0,1-1 0,-1-1 0,1 1 0,-1 0 0,0-1 0,-3 1 0,0 0 0,0-1 0,0 0 0,0 0 0,0-1 0,0 0 0,0 0 0,0 0 0,1 0 0,-1-1 0,0 0 0,0 0 0,-9-6 0,11 5-273,0 0 0,0 0 0,0-1 0,-5-6 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8:01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39 24575,'-2'-2'0,"1"-1"0,-1 0 0,0 0 0,-1 1 0,1-1 0,0 1 0,-1 0 0,1 0 0,-1-1 0,0 2 0,1-1 0,-1 0 0,0 0 0,0 1 0,0 0 0,-7-2 0,8 2 0,-1 1 0,1 0 0,-1 0 0,1 0 0,-1 0 0,1 0 0,-1 1 0,1-1 0,0 1 0,-1 0 0,1-1 0,-1 1 0,1 0 0,0 0 0,0 0 0,0 1 0,-1-1 0,1 1 0,0-1 0,1 1 0,-1 0 0,0-1 0,-1 3 0,0 0 0,-1 0 0,2 0 0,-1 0 0,0 0 0,1 1 0,0-1 0,0 1 0,-2 8 0,3-11 0,1-1 0,-1 1 0,1-1 0,0 1 0,0 0 0,0-1 0,0 1 0,0 0 0,0-1 0,0 1 0,1 0 0,-1-1 0,1 1 0,-1-1 0,1 1 0,-1-1 0,1 1 0,0-1 0,0 1 0,0-1 0,0 0 0,0 1 0,0-1 0,0 0 0,0 0 0,0 0 0,1 0 0,-1 0 0,3 2 0,5 1 0,1 0 0,-1 0 0,1 0 0,0-1 0,1-1 0,-1 0 0,16 1 0,-1-1 0,-1-2 0,28-2 0,-49 2 0,1-1 0,-1 0 0,0 1 0,0-1 0,0-1 0,0 1 0,0 0 0,0-1 0,0 1 0,0-1 0,0 0 0,0 0 0,-1 0 0,1 0 0,3-4 0,-5 4 0,0 1 0,0-1 0,0 0 0,0 1 0,0-1 0,0 0 0,0 1 0,-1-1 0,1 0 0,-1 0 0,1 0 0,-1 0 0,0 1 0,0-1 0,1 0 0,-1 0 0,-1 0 0,1 0 0,0 0 0,0 0 0,-1 0 0,1 1 0,-1-1 0,1 0 0,-1 0 0,0 1 0,0-1 0,-1-2 0,-1 0 10,1 1 0,-1 0 0,0-1 0,0 1-1,0 1 1,0-1 0,0 0 0,0 1 0,-1-1 0,-4-1-1,-4-1-387,1 0-1,-14-3 1,20 6 40,-10-2-6488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8:01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47 329 24575,'4'-16'0,"7"-23"0,10-68 0,-20 96 0,0 0 0,0-1 0,-1 1 0,-1 0 0,0 0 0,0-1 0,-1 1 0,-1 0 0,0 0 0,-8-21 0,10 31 0,1 0 0,-1-1 0,0 1 0,0-1 0,0 1 0,1 0 0,-1 0 0,0-1 0,-1 1 0,1 0 0,0 0 0,0 0 0,0 0 0,-1 0 0,1 0 0,0 1 0,-1-1 0,1 0 0,-1 1 0,1-1 0,-4 0 0,4 1 0,0 0 0,-1 1 0,1-1 0,0 0 0,0 1 0,0-1 0,-1 1 0,1-1 0,0 1 0,0-1 0,0 1 0,0 0 0,0 0 0,0 0 0,0-1 0,0 1 0,0 0 0,0 0 0,1 0 0,-1 0 0,0 0 0,1 1 0,-1-1 0,1 0 0,-1 0 0,1 0 0,-1 2 0,-1 3 0,0 0 0,0 1 0,1-1 0,0 0 0,0 0 0,1 1 0,0-1 0,0 1 0,0-1 0,1 0 0,0 1 0,0-1 0,1 0 0,-1 0 0,1 0 0,1 0 0,-1 0 0,1 0 0,0 0 0,0-1 0,1 0 0,0 1 0,0-1 0,0-1 0,0 1 0,1 0 0,0-1 0,0 0 0,0 0 0,6 3 0,1 1-114,0-1 1,0 0-1,0-1 0,1-1 0,0 0 1,0 0-1,0-1 0,1-1 0,-1 0 1,1-1-1,20 0 0,-21-2-6712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8:02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1 24575,'-3'0'0,"1"1"0,0 0 0,0 1 0,-1-1 0,1 0 0,0 1 0,0-1 0,0 1 0,0-1 0,1 1 0,-1 0 0,0 0 0,1 0 0,-1 0 0,1 0 0,0 0 0,-2 4 0,2-3 0,0 0 0,0 1 0,1-1 0,-1 0 0,1 0 0,0 1 0,0-1 0,0 0 0,1 0 0,-1 1 0,2 5 0,2 2 0,0 0 0,1 0 0,0-1 0,0 0 0,1 0 0,11 14 0,14 14 0,15 21 0,-46-58 0,0-1 0,0 0 0,1 0 0,-1 1 0,0-1 0,0 0 0,0 1 0,0-1 0,1 0 0,-1 0 0,0 1 0,0-1 0,0 0 0,0 1 0,0-1 0,0 0 0,0 1 0,0-1 0,0 0 0,0 1 0,0-1 0,0 0 0,0 1 0,0-1 0,0 0 0,0 1 0,-1-1 0,1 0 0,0 1 0,0-1 0,-11 5 0,-20-5 0,25 0 0,-36-2-75,14 1-355,0 0 0,-38 5 0,49-1-6396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8:02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378 281 24575,'-38'-47'0,"-2"1"0,-3 3 0,-58-48 0,88 81 0,-27-15 0,35 22 0,-1 0 0,0 1 0,0-1 0,0 1 0,0 0 0,-1 1 0,-9-2 0,15 3 0,-1 0 0,0 0 0,1 1 0,-1-1 0,0 0 0,1 0 0,-1 1 0,1-1 0,-1 1 0,1 0 0,-1-1 0,1 1 0,-1 0 0,1 0 0,-1 0 0,1 0 0,0 0 0,0 0 0,-1 0 0,1 0 0,0 0 0,0 1 0,0-1 0,0 0 0,1 1 0,-1-1 0,0 1 0,0-1 0,1 1 0,-1 0 0,1-1 0,-1 4 0,-1 4 0,1 0 0,0 0 0,0 1 0,2 12 0,-1-22 0,1 29 0,3 0 0,0-1 0,2 1 0,1-1 0,16 41 0,67 129 0,-85-189 0,68 122 0,-61-112 0,1 0 0,1-1 0,1 0 0,24 22 0,-35-36-114,0-1 1,0 0-1,0 0 0,0 0 0,1-1 1,-1 1-1,1-1 0,-1 0 0,1-1 1,0 1-1,5 0 0,2 0-6712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8:03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46 24575,'-27'-7'0,"-11"-3"0,-2 0 0,4 3 0,5 2 0,5 1 0,6 2 0,2 2 0,6 2 0,3 4 0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8:03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24575,'7'8'0,"3"4"0,2 0 0,1 1 0,1 1 0,-4-2 0,-6-6 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8:03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24575,'17'7'0,"6"6"0,-1-1-8191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8:03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146 281 24575,'0'0'0,"1"0"0,-1 0 0,0 0 0,0 0 0,0 0 0,0 0 0,0 0 0,0 0 0,0 0 0,0 0 0,0 0 0,1 0 0,-1 0 0,0 0 0,0 0 0,0 0 0,0 0 0,0 0 0,0 0 0,0-1 0,0 1 0,0 0 0,0 0 0,0 0 0,0 0 0,0 0 0,0 0 0,1 0 0,-1 0 0,0 0 0,0-1 0,0 1 0,0 0 0,0 0 0,0 0 0,0 0 0,0 0 0,0 0 0,0 0 0,0-1 0,0 1 0,-1 0 0,1 0 0,0 0 0,-3-8 0,-6-7 0,-20-16 0,19 20 0,0-1 0,-11-14 0,13 14 0,-5-7 0,-14-30 0,24 43 0,0 0 0,1 0 0,-1-1 0,2 1 0,-1-1 0,1 1 0,0-1 0,0 0 0,1-9 0,-1 15 3,1 0-1,0 0 0,0 1 1,0-1-1,0 0 0,0 0 1,0 1-1,1-1 0,-1 0 1,0 0-1,0 1 0,0-1 1,1 0-1,-1 1 0,0-1 1,1 0-1,-1 1 1,1-1-1,-1 1 0,1-1 1,-1 0-1,1 1 0,-1-1 1,1 1-1,-1 0 0,1-1 1,0 1-1,-1-1 0,1 1 1,0 0-1,-1-1 0,1 1 1,0 0-1,-1 0 0,1 0 1,0 0-1,0-1 0,-1 1 1,1 0-1,0 0 1,0 0-1,-1 0 0,1 1 1,0-1-1,-1 0 0,1 0 1,0 0-1,0 1 0,-1-1 1,2 1-1,3 1-250,0 0 1,0 1-1,0 0 1,-1 0-1,7 5 1,0 1-6579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8:04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88 24575,'-15'-14'0,"-3"-2"0,-20-15 0,33 28 0,0 0 0,0 0 0,0 0 0,0 0 0,0 1 0,-1 0 0,1 0 0,-1 0 0,-10-1 0,15 3 0,0 0 0,0 0 0,0 0 0,0 0 0,0 0 0,0 0 0,0 0 0,-1 0 0,1 1 0,0-1 0,0 0 0,0 1 0,0-1 0,0 1 0,1-1 0,-1 1 0,0-1 0,0 1 0,0 0 0,0 0 0,0-1 0,0 2 0,0 0 0,0 0 0,0 0 0,0 0 0,0 0 0,0 0 0,1 0 0,-1 0 0,1 0 0,-1 0 0,1 4 0,0 3 0,0 0 0,1 0 0,0 0 0,3 10 0,-2-10 0,0-1 0,1 0 0,1 0 0,-1 0 0,1 0 0,1-1 0,-1 1 0,9 8 0,5 6 0,27 23 0,-23-24 0,-8-9 0,-11-11 0,-1 1 0,0 0 0,1-1 0,-1 1 0,0 1 0,0-1 0,0 0 0,0 0 0,2 5 0,-4-7 0,0 0 0,0 1 0,0-1 0,0 0 0,0 1 0,0-1 0,0 0 0,0 1 0,0-1 0,0 0 0,0 0 0,0 1 0,0-1 0,0 0 0,-1 1 0,1-1 0,0 0 0,0 0 0,0 1 0,0-1 0,-1 0 0,1 0 0,0 1 0,0-1 0,-1 0 0,1 0 0,0 0 0,0 1 0,-1-1 0,1 0 0,0 0 0,-1 0 0,1 0 0,0 0 0,0 0 0,-1 0 0,1 1 0,0-1 0,-1 0 0,1 0 0,-18 2 0,14-2 0,-16 2-119,-114 9-1127,116-11-5580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8:04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24575,'0'60'0,"2"0"0,18 106 0,-15-144 0,1 0 0,1 0 0,1 0 0,13 24 0,-14-32 0,2 0 0,0-1 0,0 0 0,1 0 0,1-1 0,22 20 0,-30-29-273,0-1 0,1 0 0,-1 0 0,7 4 0,0-3-6553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8:04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1 24575,'-30'2'0,"-14"1"0,-2 0 0,2 2 0,3 0 0,6 0 0,9-2-8191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8:17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24575,'0'0'0,"0"0"0,0 0 0,0 1 0,0-1 0,0 0 0,0 0 0,0 0 0,0 0 0,-1 0 0,1 0 0,0 0 0,0 0 0,0 0 0,0 0 0,0 0 0,0 0 0,0 0 0,0 0 0,0 0 0,0 0 0,0 1 0,0-1 0,0 0 0,0 0 0,0 0 0,-1 0 0,1 0 0,0 0 0,0 0 0,0 0 0,0 0 0,0 1 0,0-1 0,0 0 0,0 0 0,0 0 0,0 0 0,0 0 0,0 0 0,0 0 0,1 0 0,-1 0 0,0 1 0,0-1 0,0 0 0,0 0 0,0 0 0,0 0 0,0 0 0,0 0 0,0 0 0,5 9 0,8 7 0,40 49 0,35 38 0,-87-102 0,-1-1 0,1 1 0,0 0 0,0 0 0,0-1 0,-1 1 0,1-1 0,0 1 0,0-1 0,0 1 0,0-1 0,0 1 0,0-1 0,0 0 0,0 0 0,1 1 0,-1-1 0,-1-1 0,1 1 0,-1 0 0,1 0 0,-1 0 0,1 0 0,-1-1 0,1 1 0,-1 0 0,1-1 0,-1 1 0,0 0 0,1-1 0,-1 1 0,0 0 0,1-1 0,-1 1 0,0-1 0,1 1 0,-1 0 0,0-1 0,1 0 0,0-4 0,1-1 0,-1 1 0,0 0 0,0-1 0,0-5 0,0-2 0,3-13 0,-2 12 0,1 1 0,0-1 0,5-14 0,-8 27 0,1 0 0,-1 1 0,0-1 0,0 0 0,1 1 0,-1-1 0,0 0 0,1 1 0,-1-1 0,1 0 0,-1 1 0,1-1 0,-1 1 0,1-1 0,0 1 0,-1-1 0,1 1 0,0 0 0,-1-1 0,1 1 0,0 0 0,-1-1 0,1 1 0,0 0 0,1 0 0,-1 0 0,1 0 0,-1 0 0,0 0 0,1 1 0,-1-1 0,0 1 0,1-1 0,-1 1 0,0-1 0,0 1 0,1 0 0,-1-1 0,1 2 0,5 4 0,0 1 0,0-1 0,8 11 0,-12-12 0,4 3 0,1 0 0,-1 0 0,1-1 0,10 7 0,-15-12 0,-1 0 0,1-1 0,0 0 0,-1 0 0,1 1 0,0-1 0,0-1 0,6 2 0,-8-2 0,1 0 0,-1 0 0,1 0 0,-1 0 0,1 0 0,0 0 0,-1-1 0,1 1 0,-1-1 0,1 1 0,-1-1 0,0 1 0,1-1 0,-1 0 0,1 0 0,-1 0 0,2-2 0,0 0 14,-1 0-1,0 0 0,0 0 0,0 0 1,0 0-1,0-1 0,-1 1 1,2-5-1,-2 7-91,-1-1 0,1 0 0,-1 1-1,1-1 1,-1 0 0,0 0 0,1 1 0,-1-1 0,0 0-1,0 0 1,0 1 0,-1-1 0,1 0 0,0 0 0,-1 1-1,1-1 1,-1 0 0,0-2 0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8:18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611 46 24575,'109'16'0,"52"9"0,-223-22 0,44-3 0,-70-2 0,-161 19 0,163-8 0,-164-4 0,152-6 0,75-1 0,23 2 0,-1 0 0,1-1 0,-1 1 0,1 0 0,0 0 0,-1 0 0,1 0 0,0 0 0,-1-1 0,1 1 0,0 0 0,0 0 0,-1-1 0,1 1 0,0 0 0,-1 0 0,1-1 0,0 1 0,0 0 0,0-1 0,-1 0 0,1 1 0,0-1 0,0 1 0,1-1 0,-1 1 0,0-1 0,0 1 0,0 0 0,0-1 0,1 1 0,-1-1 0,0 1 0,1-1 0,-1 1 0,0 0 0,1-1 0,-1 1 0,0-1 0,1 1 0,-1 0 0,1 0 0,0-1 0,3-2 0,1 0 0,-1 0 0,1 1 0,0-1 0,0 1 0,0 0 0,0 1 0,1-1 0,9 0 0,5-1 0,27 2 0,-19 0 0,78-4 0,116-3 0,-209 8 0,0 1 0,-1-1 0,1-1 0,-1 0 0,0 0 0,1-1 0,22-7 0,-34 8 0,-1 1 0,1 0 0,-1 0 0,0 0 0,1 0 0,-1 0 0,0 0 0,0-1 0,1 1 0,-1 0 0,0 0 0,1 0 0,-1-1 0,0 1 0,0 0 0,1 0 0,-1-1 0,0 1 0,0 0 0,0-1 0,1 1 0,-1 0 0,0-1 0,0 1 0,0 0 0,0-1 0,0 1 0,0 0 0,0-1 0,-7-7 0,-17 0 0,-22-1 0,-1 2 0,1 3 0,-1 2 0,-60 4 0,77 1 0,-1 2 0,-41 11 0,14-2 0,56-13-50,0-1-1,0 1 1,1-1-1,-1 1 0,0-1 1,0 0-1,0 0 1,0 0-1,0 0 1,0 0-1,0-1 0,0 1 1,0 0-1,0-1 1,0 0-1,0 1 1,0-1-1,1 0 0,-1 0 1,0 0-1,0 0 1,1 0-1,-1 0 1,1-1-1,-1 1 1,-1-3-1,-1-4-6775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8:19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483 231 24575,'-44'-24'0,"-80"-29"0,-51-5 0,160 53 0,0-1 0,0 0 0,1-1 0,0 0 0,0-2 0,0 1 0,-15-15 0,28 23 0,1-1 0,-1 1 0,0-1 0,1 1 0,-1-1 0,0 0 0,1 0 0,-1 1 0,1-1 0,-1 0 0,1 0 0,-1 1 0,1-1 0,0 0 0,-1 0 0,1 0 0,-1-1 0,2 1 0,-1 1 0,0-1 0,0 1 0,0 0 0,0-1 0,0 1 0,1-1 0,-1 1 0,0 0 0,0-1 0,1 1 0,-1 0 0,0-1 0,1 1 0,-1 0 0,0 0 0,1-1 0,-1 1 0,0 0 0,1 0 0,-1 0 0,1-1 0,-1 1 0,0 0 0,2 0 0,1-1 0,1 0 0,-1 1 0,1-1 0,0 1 0,-1 0 0,1 0 0,6 1 0,15 5 0,0 2 0,0 0 0,-1 1 0,38 21 0,-16-8 0,-31-16 0,377 165 0,-388-169 0,22 8 0,-1 1 0,46 26 0,-71-37 0,1 1 0,-1-1 0,0 0 0,1 0 0,-1 1 0,1-1 0,-1 0 0,0 0 0,1 1 0,-1-1 0,0 0 0,1 1 0,-1-1 0,0 0 0,0 1 0,1-1 0,-1 1 0,0-1 0,0 1 0,0-1 0,0 0 0,0 1 0,1-1 0,-1 1 0,0-1 0,0 1 0,0-1 0,0 1 0,0 0 0,-1-1 0,1 1 0,-1 0 0,1-1 0,-1 1 0,1 0 0,-1-1 0,0 1 0,1-1 0,-1 1 0,0-1 0,1 1 0,-1-1 0,0 1 0,-1-1 0,-31 11 0,31-11 0,-80 17 0,25-5 0,-67 22 0,43-11-1365,65-18-5461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8:19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24575,'2'-2'0,"3"6"0,6 8 0,-10-10 0,57 67 0,30 33 0,-70-85 0,0 0 0,1 0 0,30 18 0,-45-32 0,4 2 0,0 1 0,0-1 0,0-1 0,1 0 0,0 0 0,0 0 0,0-1 0,12 2 0,-20-5 0,0 0 0,0 0 0,0 0 0,0 0 0,0 0 0,0 0 0,0 0 0,0 0 0,0 0 0,0-1 0,0 1 0,0 0 0,0-1 0,-1 1 0,1-1 0,0 1 0,0-1 0,0 1 0,0-1 0,-1 0 0,1 1 0,1-2 0,-1 0 0,0 1 0,-1-1 0,1 1 0,0-1 0,-1 1 0,1-1 0,-1 0 0,1 0 0,-1 1 0,0-1 0,0 0 0,0-1 0,0-7 0,-1 1 0,-1 0 0,-4-17 0,5 23 0,-18-58 0,-7-30 0,24 81 0,0 0 0,1-1 0,1 1 0,-1 0 0,1 0 0,1-1 0,2-9 0,-3 16 20,2 0 0,-1 0 0,0 1 0,1-1 0,2-4 0,-4 7-56,0 0 0,1 1-1,-1-1 1,0 1 0,0-1 0,1 1-1,-1-1 1,1 0 0,-1 1 0,0 0 0,1-1-1,-1 1 1,1-1 0,-1 1 0,1-1-1,0 1 1,-1 0 0,1-1 0,-1 1 0,1 0-1,0 0 1,-1 0 0,1-1 0,-1 1-1,1 0 1,0 0 0,-1 0 0,1 0 0,0 0-1,-1 0 1,1 0 0,0 0 0,-1 0 0,1 0-1,0 1 1,-1-1 0,1 0 0,-1 0-1,1 1 1,0 0 0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8:20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181 102 24575,'-8'-7'0,"-55"-46"0,54 46 0,0 1 0,-1 0 0,0 1 0,-21-9 0,30 13 0,0 1 0,0-1 0,0 1 0,-1 0 0,1-1 0,0 1 0,0 0 0,-1 0 0,1 0 0,0 0 0,0 0 0,-1 0 0,1 0 0,0 0 0,0 1 0,-1-1 0,1 0 0,0 1 0,0-1 0,0 1 0,-2 0 0,2 0 0,0 0 0,0 1 0,0-1 0,0 0 0,0 0 0,0 1 0,1-1 0,-1 1 0,0-1 0,1 0 0,-1 1 0,1-1 0,-1 1 0,1-1 0,0 3 0,-1 6 0,1 0 0,0 1 0,1-1 0,2 13 0,-1-15 0,1 9 0,2 0 0,0-1 0,0 0 0,2 0 0,12 23 0,-9-21 0,-2 0 0,0 1 0,8 28 0,-10-11 0,5 71 0,-9-74 0,1-1 0,2 1 0,1-1 0,12 38 0,-17-66 0,1 0 0,0 0 0,0-1 0,0 1 0,0 0 0,0-1 0,1 1 0,0-1 0,0 0 0,0 0 0,0 0 0,0 0 0,0 0 0,1-1 0,5 4 0,-3-4 0,0 1 0,0-1 0,1 0 0,-1 0 0,1-1 0,-1 0 0,1 0 0,0 0 0,7-1 0,7-1 0,0-1 0,-1-2 0,1 0 0,0-1 0,24-9 0,-43 13-45,43-17 216,-42 17-295,0-1-1,0 0 1,0 0 0,0 0 0,0 0-1,0 0 1,-1 0 0,1-1 0,-1 0-1,0 1 1,3-5 0,-1-2-6702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8:20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29 24575,'-1'1'0,"0"0"0,0 1 0,0-1 0,0 1 0,1-1 0,-1 1 0,0 0 0,1-1 0,0 1 0,-1 0 0,1-1 0,0 1 0,0 0 0,0-1 0,0 1 0,0 0 0,0-1 0,0 1 0,2 3 0,-1 2 0,1-1 0,1 1 0,3 8 0,-1-6 0,0-1 0,0 1 0,1-1 0,0 0 0,0-1 0,1 0 0,0 0 0,12 10 0,-15-14 0,-1 0 0,1-1 0,0 1 0,0-1 0,0 0 0,0 0 0,0 0 0,0-1 0,1 1 0,-1-1 0,1 0 0,-1-1 0,1 1 0,-1-1 0,1 1 0,-1-1 0,1-1 0,-1 1 0,1-1 0,-1 0 0,5-1 0,-7 1 0,0 1 0,0-1 0,0 0 0,-1 0 0,1-1 0,0 1 0,-1 0 0,1 0 0,-1-1 0,1 1 0,-1-1 0,0 1 0,0-1 0,0 0 0,2-3 0,-1 1 0,-1 0 0,1 0 0,-1 0 0,0 0 0,0-1 0,-1 1 0,1-5 0,-1-5 0,-1 1 0,0 0 0,-5-25 0,5 35 0,0-3 0,0 1 0,0-1 0,0 1 0,1-11 0,0 15 0,0 1 0,0-1 0,0 0 0,0 0 0,0 1 0,0-1 0,0 0 0,1 0 0,-1 1 0,0-1 0,0 0 0,1 0 0,-1 1 0,1-1 0,-1 0 0,1 1 0,-1-1 0,1 1 0,-1-1 0,1 1 0,-1-1 0,1 1 0,0-1 0,-1 1 0,1-1 0,0 1 0,-1 0 0,1-1 0,0 1 0,0 0 0,-1 0 0,1 0 0,0-1 0,0 1 0,-1 0 0,1 0 0,0 0 0,0 0 0,-1 0 0,1 0 0,0 1 0,1-1 0,6 2 0,-1 1 0,0 0 0,1 0 0,-1 1 0,0 0 0,-1 0 0,8 6 0,8 5 0,108 73 0,-87-57 0,-31-20 120,-11-7-321,-10-4-1083,0-2-5542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8:21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24575,'29'0'0,"-1"1"0,1 1 0,55 12 0,-71-10 0,0 0 0,-1 1 0,1 0 0,-1 0 0,-1 2 0,1-1 0,-1 1 0,0 1 0,-1 0 0,19 18 0,-18-14 0,0 1 0,-1 0 0,0 0 0,11 22 0,-17-27 0,0 1 0,0-1 0,-1 1 0,0 0 0,-1 0 0,0 0 0,-1 0 0,1 0 0,-1 14 0,-3 29 0,2 68 0,1-114 0,0-1 0,0 0 0,1 0 0,-1 0 0,1-1 0,0 1 0,1 0 0,4 6 0,28 37 0,-20-29 0,17 21 0,44 43 0,-75-82 0,1 1 0,0 0 0,-1 0 0,1 0 0,-1 0 0,1 0 0,-1 0 0,0 0 0,0 0 0,0 0 0,0 1 0,1 2 0,-2-4 0,0 0 0,-1 0 0,1 1 0,0-1 0,0 0 0,0 0 0,-1 0 0,1 0 0,0 0 0,-1-1 0,1 1 0,-1 0 0,1 0 0,-1 0 0,0 0 0,1 0 0,-1-1 0,0 1 0,0 0 0,1 0 0,-1-1 0,0 1 0,0-1 0,0 1 0,0-1 0,0 1 0,0-1 0,0 1 0,0-1 0,0 0 0,-1 1 0,-12 2 0,0 0 0,-1 0 0,1-2 0,-1 0 0,0 0 0,-24-3 0,4 1 0,1 1-1365,4-1-5461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8:23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1 115 24575,'1'5'0,"0"-1"0,1 1 0,-1-1 0,1 1 0,0-1 0,1 0 0,-1 0 0,1 0 0,-1 0 0,7 7 0,-7-9 0,65 74 0,-40-47 0,-1 1 0,22 35 0,-14-5 0,-34-60 0,0 0 0,0 1 0,0-1 0,0 0 0,0 1 0,0-1 0,1 0 0,-1 0 0,0 1 0,0-1 0,0 0 0,1 0 0,-1 1 0,0-1 0,0 0 0,1 0 0,-1 0 0,0 1 0,0-1 0,1 0 0,-1 0 0,0 0 0,1 0 0,-1 0 0,0 0 0,0 0 0,1 1 0,-1-1 0,0 0 0,1 0 0,-1 0 0,0 0 0,1 0 0,-1-1 0,5-9 0,-3-21 0,-2 30 0,0-21 0,-1 0 0,-1 1 0,-1-1 0,-1 1 0,-1-1 0,-11-30 0,-2 3 0,-17-72 0,35 119 0,-1 1 0,1-1 0,0 0 0,-1 0 0,1 1 0,0-1 0,0 0 0,0 1 0,1-1 0,-1 0 0,0 0 0,1 1 0,-1-1 0,1 1 0,-1-1 0,1 0 0,0 1 0,0-1 0,-1 1 0,3-2 0,-2 2 0,0 0 0,0 1 0,0-1 0,0 1 0,0-1 0,0 1 0,0-1 0,0 1 0,0 0 0,0 0 0,1 0 0,-1-1 0,0 1 0,0 0 0,0 0 0,0 0 0,1 1 0,-1-1 0,0 0 0,0 0 0,0 1 0,0-1 0,0 1 0,0-1 0,0 1 0,0-1 0,0 1 0,0-1 0,0 1 0,2 1 0,7 7-1365,-2-1-5461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8:37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24575,'52'4'0,"7"-1"0,-1 3 0,96 22 0,-152-27 0,0-1 0,0 1 0,0-1 0,0 1 0,1 0 0,-1 0 0,0 0 0,0 0 0,0 0 0,-1 0 0,3 2 0,-4-3 0,0 0 0,0 0 0,0 1 0,0-1 0,0 0 0,0 0 0,0 0 0,0 0 0,0 1 0,0-1 0,0 0 0,0 0 0,0 0 0,0 0 0,0 0 0,0 1 0,-1-1 0,1 0 0,0 0 0,0 0 0,0 0 0,0 0 0,0 0 0,0 0 0,0 0 0,-1 1 0,1-1 0,0 0 0,0 0 0,0 0 0,0 0 0,-1 0 0,1 0 0,0 0 0,0 0 0,0 0 0,0 0 0,0 0 0,-1 0 0,1 0 0,0 0 0,0 0 0,0 0 0,0 0 0,-1 0 0,1 0 0,0 0 0,0 0 0,0 0 0,0-1 0,-1 1 0,-9 0 0,-33-10 0,-30-5 0,64 14 0,0 0 0,0 1 0,-1 0 0,1 1 0,0 0 0,-10 2 0,-10 5 0,-20 5 0,45-12 0,1-1 0,-1 1 0,0-1 0,1 0 0,-1 0 0,0 0 0,1-1 0,-1 1 0,0-1 0,-5-2 0,8 3-41,0-1 0,-1 0-1,1 0 1,0 0-1,0 0 1,0 0 0,0 0-1,0 0 1,0 0 0,0 0-1,0 0 1,0-1-1,0 1 1,1 0 0,-1-1-1,0 1 1,1-1 0,0 1-1,-1 0 1,1-1-1,0 1 1,-1-1 0,1 1-1,0-1 1,0 1 0,0-1-1,0 1 1,1-1-1,-1 1 1,0-1 0,1 1-1,0-3 1,2-6-6785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8:37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15 24575,'-14'0'0,"0"-2"0,-18-3 0,17 2 0,-25-2 0,-134 6-1365,161-1-5461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8:39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24575,'0'-4'0,"0"0"0,1 0 0,0-1 0,-1 1 0,2 0 0,-1 1 0,0-1 0,1 0 0,3-5 0,-4 7 0,0-1 0,0 1 0,1 0 0,0 0 0,-1 0 0,1 0 0,0 0 0,0 0 0,0 1 0,0-1 0,0 1 0,0-1 0,1 1 0,-1 0 0,5-2 0,-6 3 0,0 0 0,0 0 0,0 0 0,1 0 0,-1 0 0,0 0 0,0 1 0,0-1 0,0 0 0,0 1 0,0-1 0,0 1 0,0-1 0,0 1 0,0-1 0,-1 1 0,1 0 0,0-1 0,0 1 0,0 0 0,-1 0 0,1-1 0,0 1 0,-1 0 0,2 2 0,15 29 0,-14-24 0,37 66 0,74 105 0,-113-177 0,0 0 0,1 0 0,-1 0 0,0-1 0,1 1 0,-1 0 0,1-1 0,0 1 0,-1-1 0,1 0 0,0 1 0,0-1 0,0 0 0,0 0 0,0-1 0,0 1 0,0 0 0,0 0 0,0-1 0,0 0 0,1 1 0,-1-1 0,0 0 0,0 0 0,0 0 0,1 0 0,-1 0 0,0-1 0,0 1 0,0-1 0,0 1 0,1-1 0,-1 0 0,0 0 0,0 0 0,-1 0 0,1 0 0,0 0 0,0-1 0,0 1 0,-1-1 0,1 1 0,-1-1 0,1 1 0,-1-1 0,0 0 0,1 0 0,0-3 0,3-3 0,-1 0 0,-1 0 0,0 0 0,0-1 0,0 0 0,-1 0 0,-1 1 0,1-1 0,-1-18 0,-1 11 0,0 1 0,-2-1 0,0 0 0,-8-28 0,15 54 0,-1 0 0,1-1 0,1 1 0,7 10 0,36 43 0,-42-55 0,0-2 0,0 1 0,0-1 0,1 0 0,0 0 0,0-1 0,1 0 0,-1 0 0,1-1 0,0-1 0,0 1 0,0-1 0,1-1 0,-1 0 0,1 0 0,0-1 0,-1 0 0,1 0 0,17-2 0,-24 1 0,0-1 0,-1 1 0,1-1 0,-1 1 0,1-1 0,-1 0 0,1 0 0,-1 0 0,1 0 0,-1 0 0,0-1 0,0 1 0,1-1 0,-1 1 0,0-1 0,-1 0 0,1 0 0,3-3 0,-3 1 0,-1 1 0,1-1 0,0 1 0,-1-1 0,0 0 0,0 0 0,0 0 0,0 1 0,-1-1 0,1 0 0,-1-5 0,-1-7 0,-1-1 0,0 1 0,-1 0 0,-9-28 0,6 25-341,-1 1 0,0 0-1,-18-32 1,15 35-6485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8:40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60 24575,'-55'-18'0,"-43"-11"0,81 25 0,0 1 0,0 0 0,-33 0 0,41 4 0,-1 0 0,1 0 0,0 1 0,-14 4 0,18-5 0,1 1 0,-1 0 0,1 0 0,-1 0 0,1 0 0,0 1 0,0 0 0,0 0 0,1 0 0,-6 5 0,7-6 0,0 1 0,1 0 0,-1 0 0,1 0 0,0 0 0,0 0 0,0 0 0,0 0 0,0 1 0,1-1 0,-1 0 0,1 4 0,2 44 0,-1-26 0,0-8 0,1 0 0,1 0 0,0 0 0,7 20 0,27 65 0,-6-21 0,-2-1 0,-12-36 0,-3 0 0,14 65 0,-14-29 0,-14-80 0,0 1 0,1-1 0,-1 1 0,0-1 0,0 1 0,0-1 0,1 0 0,-1 1 0,0-1 0,1 0 0,-1 1 0,0-1 0,1 0 0,-1 1 0,0-1 0,1 0 0,-1 0 0,1 1 0,-1-1 0,1 0 0,-1 0 0,0 0 0,1 0 0,-1 0 0,1 1 0,-1-1 0,1 0 0,-1 0 0,1 0 0,-1 0 0,1 0 0,-1-1 0,1 1 0,0 0 0,19-6 0,-13 3 0,17-1 0,0 0 0,-1 2 0,1 1 0,45 2 0,-16 1 0,-22-2-1365,-18 0-5461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8:41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54 24575,'-15'-15'0,"-2"-2"0,4 4 0,7 7 0,7 4 0,5 5 0,5 5 0,2 0 0,2 2 0,1-1 0,0 1 0,-5-5 0,-8-5 0,-5-2 0,-6-1 0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8:42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24575,'0'1'0,"0"5"0,0 0 0,0 0 0,1 0 0,1 7 0,-2-12 0,1-1 0,-1 1 0,0 0 0,0-1 0,0 1 0,0 0 0,1-1 0,-1 1 0,0-1 0,0 1 0,1 0 0,-1-1 0,0 1 0,1-1 0,-1 1 0,1-1 0,-1 1 0,1-1 0,-1 0 0,1 1 0,-1-1 0,1 1 0,-1-1 0,1 0 0,0 0 0,-1 1 0,1-1 0,0 0 0,-1 0 0,1 0 0,-1 1 0,1-1 0,0 0 0,-1 0 0,1 0 0,0 0 0,-1 0 0,1-1 0,0 1 0,-1 0 0,1 0 0,0 0 0,-1 0 0,1-1 0,-1 1 0,1 0 0,0-1 0,-1 1 0,1 0 0,-1-1 0,1 1 0,0-2 0,13-12 0,-12 12 0,0 0 0,0 0 0,-1 0 0,1 0 0,1 0 0,-1 1 0,0-1 0,3-1 0,-4 3 0,0 0 0,0 0 0,0-1 0,0 1 0,-1 0 0,1 0 0,0 0 0,0 1 0,0-1 0,0 0 0,0 0 0,-1 0 0,1 1 0,0-1 0,0 0 0,0 1 0,-1-1 0,1 1 0,0-1 0,-1 1 0,1-1 0,0 1 0,-1-1 0,1 1 0,-1 0 0,1-1 0,-1 1 0,1 0 0,-1 0 0,1-1 0,-1 1 0,1 1 0,0 0-124,0 0 0,0 0 0,0 0 0,-1 0 0,1 0 0,0 0-1,-1 0 1,0 0 0,1 0 0,-1 4 0,-1 7-6702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8:43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72 24575,'-16'-19'0,"15"18"0,1 1 0,0-1 0,-1 1 0,1 0 0,-1-1 0,1 1 0,0 0 0,-1-1 0,1 1 0,-1 0 0,1-1 0,-1 1 0,1 0 0,-1 0 0,1-1 0,-1 1 0,1 0 0,-1 0 0,1 0 0,-1 0 0,1 0 0,-1 0 0,0 0 0,1 0 0,-1 0 0,1 0 0,-1 0 0,1 0 0,-1 0 0,1 0 0,-1 0 0,1 1 0,-1-1 0,1 0 0,-1 0 0,1 1 0,-1-1 0,1 0 0,-1 1 0,0-1 0,1 1 0,0 0 0,0 0 0,-1 0 0,1 0 0,0 0 0,0 0 0,0 0 0,0 0 0,0 0 0,0 0 0,0 0 0,0 0 0,0 0 0,1 0 0,-1 0 0,0 0 0,1 0 0,-1 0 0,0 0 0,1 0 0,-1 0 0,2 1 0,14 20 0,-15-21 0,4 6 0,1-1 0,11 11 0,-16-16 0,0 0 0,0 0 0,1 0 0,-1 0 0,0 0 0,0-1 0,1 1 0,-1 0 0,0-1 0,1 1 0,-1-1 0,0 1 0,1-1 0,-1 1 0,1-1 0,-1 0 0,1 0 0,-1 0 0,0 0 0,1 0 0,-1 0 0,1 0 0,-1-1 0,1 1 0,1-1 0,-2 0 0,0 0 0,0 0 0,0 0 0,0-1 0,0 1 0,0 0 0,0-1 0,0 1 0,0-1 0,-1 1 0,1-1 0,-1 0 0,1 1 0,-1-1 0,1 1 0,-1-1 0,0 0 0,0 1 0,0-1 0,0 0 0,0 1 0,0-3 0,-1-3 0,0 0 0,0 0 0,-4-13 0,3 14 0,-1-1 0,0 1 0,0 0 0,0 0 0,-1 0 0,-8-11 0,12 17-2,0-1-1,-1 1 1,1 0 0,0 0-1,0-1 1,0 1-1,-1 0 1,1 0-1,0-1 1,-1 1-1,1 0 1,0 0 0,-1 0-1,1-1 1,0 1-1,-1 0 1,1 0-1,0 0 1,-1 0 0,1 0-1,0 0 1,-1 0-1,1 0 1,0 0-1,-1 0 1,1 0-1,-1 0 1,1 0 0,0 0-1,-1 0 1,1 0-1,-1 1 1,0-1 17,1 1 1,-1 0-1,0-1 0,1 1 1,-1 0-1,1 0 1,-1 0-1,1-1 0,-1 1 1,1 0-1,0 0 1,-1 1-1,-5 25-1500,5-15-5341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8:43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8 24575,'-5'-8'0,"3"10"0,6 14 0,-1-11 0,-1-1 0,1 0 0,0 0 0,0 0 0,0 0 0,0-1 0,0 1 0,1-1 0,0 0 0,0 0 0,0 0 0,0 0 0,0-1 0,0 0 0,1 0 0,5 2 0,-10-4 0,1 1 0,0-1 0,-1 0 0,1 0 0,-1 0 0,1 0 0,0 1 0,-1-1 0,1 0 0,-1 0 0,1 0 0,0 0 0,-1-1 0,1 1 0,0 0 0,-1 0 0,1 0 0,-1 0 0,1-1 0,-1 1 0,1 0 0,0 0 0,-1-1 0,1 1 0,-1 0 0,1-1 0,-1 1 0,0-1 0,1 1 0,-1-1 0,1 1 0,-1-1 0,0 1 0,1-1 0,-1 1 0,0-1 0,0 1 0,1-1 0,-1 0 0,0 1 0,0-1 0,0 1 0,0-1 0,0 0 0,0 1 0,0-1 0,0 0 0,0-2 0,0 1 0,-1-1 0,1 1 0,-1-1 0,1 1 0,-1-1 0,0 1 0,0-1 0,0 1 0,-2-3 0,2 4 0,0 0 0,0 0 0,0 0 0,0 0 0,-1 0 0,1 0 0,0 0 0,0 0 0,-1 0 0,1 1 0,-4-2 0,5 2 0,0 0 0,-1 0 0,1 0 0,0 0 0,-1 0 0,1-1 0,0 1 0,-1 0 0,1 0 0,0 1 0,-1-1 0,1 0 0,0 0 0,-1 0 0,1 0 0,0 0 0,0 0 0,-1 0 0,1 0 0,0 1 0,-1-1 0,1 0 0,-1 1 0,1-1 0,0 1 0,0-1 0,-1 1 0,1-1 0,0 1 0,0 0 0,0-1 0,0 1 0,0-1 0,0 1 0,0-1 0,0 1 0,0 0 0,0-1 0,0 1 0,0-1 0,0 1 0,0 0 0,1 1 7,0 0 0,0 0-1,0 0 1,0-1 0,0 1-1,0 0 1,1-1-1,-1 1 1,0 0 0,1-1-1,-1 0 1,1 1 0,0-1-1,-1 0 1,1 0 0,0 0-1,2 2 1,4 0-502,0 1 0,15 3 0,-10-3-6331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8:44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16 24575,'-39'-1'0,"-48"2"0,74 0 0,0 0 0,1 1 0,-1 1 0,-19 6 0,77-10 0,-21 1 0,17-2 0,-28 2 0,-10-1 0,-4 0 0,-30-7 0,0 2 0,-1 0 0,0 2 0,1 2 0,-61 2 0,80 2-1365,3 2-5461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8:45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24575,'-2'10'0,"0"1"0,0-1 0,2 1 0,-1-1 0,1 1 0,0-1 0,1 1 0,1-1 0,3 16 0,0-11 0,0 0 0,0-1 0,2 1 0,0-1 0,15 23 0,-15-28 0,0 0 0,0-1 0,1 0 0,0 0 0,1 0 0,0-1 0,0-1 0,14 9 0,-22-15 0,0 1 0,0 0 0,0-1 0,-1 1 0,1-1 0,0 0 0,0 1 0,0-1 0,0 0 0,0 1 0,0-1 0,0 0 0,0 0 0,0 0 0,0 0 0,0 0 0,0 0 0,0 0 0,0 0 0,0 0 0,1-1 0,-1 0 0,-1 1 0,1-1 0,-1 1 0,1-1 0,-1 0 0,1 1 0,-1-1 0,0 0 0,1 1 0,-1-1 0,0 0 0,1 1 0,-1-1 0,0 0 0,0 0 0,0 1 0,0-1 0,0 0 0,0 0 0,0 1 0,0-2 0,-1-4 0,0 0 0,0 1 0,0-1 0,-1 0 0,-4-9 0,-17-32 0,-3 1 0,-1 2 0,-35-43 0,61 86 0,0 0 0,0 0 0,1 0 0,-1 0 0,0 0 0,0 0 0,0 0 0,0 0 0,0 1 0,0-1 0,-2-1 0,3 3 0,0-1 0,0 0 0,0 0 0,-1 0 0,1 0 0,0 1 0,0-1 0,0 0 0,0 0 0,0 0 0,-1 1 0,1-1 0,0 0 0,0 0 0,0 0 0,0 1 0,0-1 0,0 0 0,0 0 0,0 1 0,0-1 0,0 0 0,0 0 0,0 1 0,0-1 0,0 0 0,0 0 0,0 1 0,0-1 0,0 0 0,0 0 0,0 1 0,1-1 0,9 35 0,-8-30 0,19 60 0,43 140 0,-53-175 0,-11-27-1365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8:45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24575,'45'-18'0,"-1"0"0,1 1 0,57-13 0,-95 28 0,-1 1 0,1 0 0,0 0 0,-1 1 0,1 0 0,0 0 0,-1 1 0,1 0 0,12 2 0,-16-1 0,1-1 0,-1 1 0,1 0 0,-1 0 0,1 0 0,-1 0 0,0 0 0,0 1 0,0 0 0,0-1 0,-1 1 0,1 0 0,-1 0 0,0 1 0,0-1 0,0 0 0,0 1 0,1 3 0,3 10 0,0 1 0,-2 0 0,0 0 0,-1 0 0,1 29 0,0-4 0,0 2 0,-1-11 0,2 1 0,16 63 0,39 60 0,-30-84 0,-28-70 0,0 1 0,-1 0 0,1-1 0,-1 1 0,0 0 0,-1 0 0,1 5 0,-1-9 0,0 1 0,0-1 0,0 0 0,-1 0 0,1 1 0,0-1 0,0 0 0,-1 0 0,1 0 0,-1 0 0,0 1 0,1-1 0,-1 0 0,0 0 0,1 0 0,-1 0 0,0 0 0,0-1 0,0 1 0,0 0 0,0 0 0,0 0 0,0-1 0,0 1 0,0-1 0,0 1 0,0-1 0,0 1 0,-1-1 0,1 1 0,0-1 0,-2 0 0,-16 2 18,0-1 0,1-1-1,-1-1 1,0 0 0,-24-6-1,-36-2-1488,59 8-5355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06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24575,'0'1'0,"-1"0"0,1 0 0,1-1 0,-1 1 0,0 0 0,0 0 0,0 0 0,0 0 0,1-1 0,-1 1 0,0 0 0,0 0 0,1-1 0,-1 1 0,1 0 0,-1 0 0,1-1 0,-1 1 0,1-1 0,-1 1 0,1 0 0,0-1 0,-1 1 0,1-1 0,0 1 0,-1-1 0,1 0 0,0 1 0,0-1 0,0 0 0,-1 1 0,1-1 0,0 0 0,0 0 0,1 0 0,3 1 0,1-1 0,-1-1 0,0 1 0,10-3 0,2 1 0,211-1 0,-126 5 0,279 6 0,194-1-29,-361-8-1307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07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26 24575,'-3'-3'0,"4"4"0,5 8 0,2 11 0,2 0 0,0 0 0,1-2 0,0 1 0,2-1 0,26 29 0,-39-47 0,18 19 0,1 0 0,1-2 0,1 0 0,36 21 0,-56-37 0,0 0 0,1 0 0,-1 0 0,0-1 0,1 1 0,-1-1 0,1 1 0,-1-1 0,1 0 0,-1 1 0,1-1 0,-1 0 0,1 0 0,-1 0 0,1 0 0,0 0 0,-1 0 0,1-1 0,-1 1 0,1-1 0,-1 1 0,3-2 0,-3 1 0,0 0 0,0 0 0,0 0 0,0 0 0,0-1 0,0 1 0,0 0 0,0-1 0,0 1 0,-1-1 0,1 1 0,-1-1 0,1 1 0,-1-1 0,1 0 0,-1 1 0,0-1 0,0 1 0,0-1 0,0 0 0,0-2 0,-1-12 0,-6-24 0,0-13 0,4 8 0,5-50 0,2 77 72,-2 11-144,-6 16-1293,-1 1-5461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08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52 24575,'-2'-4'0,"1"-1"0,-1 1 0,0 0 0,0 0 0,-1 0 0,0 1 0,1-1 0,-7-5 0,8 7 0,-1 1 0,1 0 0,-1 0 0,0 0 0,0 0 0,1 1 0,-1-1 0,0 0 0,0 1 0,0-1 0,0 1 0,0 0 0,0-1 0,0 1 0,0 0 0,0 0 0,0 0 0,1 1 0,-1-1 0,0 0 0,0 1 0,-3 0 0,-1 1 0,0 0 0,0 1 0,1-1 0,-1 1 0,1 0 0,-1 0 0,-6 6 0,11-8 0,-1 1 0,0 0 0,0 0 0,1-1 0,-1 1 0,1 0 0,0 0 0,-1 1 0,1-1 0,0 0 0,0 0 0,0 1 0,1-1 0,-1 0 0,1 1 0,-1-1 0,1 1 0,0-1 0,0 0 0,0 1 0,0 4 0,21 109 0,-12-69 0,2 15 0,-3 0 0,0 99 0,-8-159 0,0 0 0,0 0 0,0 0 0,0 0 0,0 0 0,0 0 0,1 0 0,-1 0 0,1 0 0,0-1 0,-1 1 0,1 0 0,0 0 0,0 0 0,2 2 0,-2-3 0,1 0 0,0 0 0,-1 0 0,1 0 0,0 0 0,-1 0 0,1 0 0,0-1 0,0 1 0,0 0 0,-1-1 0,1 0 0,0 1 0,0-1 0,0 0 0,2 0 0,35 1 0,40-5 0,-70 3 0,-1 0 0,0 0 0,1 0 0,-1-1 0,0-1 0,11-4 0,-13 1-1365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08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24575,'2'-3'0,"2"7"0,4 9 0,-7-11 0,20 38 0,-10-17 0,17 24 0,-25-42 0,1 0 0,0 0 0,0 0 0,1 0 0,-1-1 0,1 0 0,0 0 0,0 0 0,10 5 0,-14-8 0,0-1 0,0 0 0,0 1 0,0-1 0,-1 0 0,1 1 0,0-1 0,0 0 0,0 0 0,0 0 0,0 0 0,0 0 0,0 0 0,0 0 0,0 0 0,-1 0 0,1 0 0,0-1 0,0 1 0,0 0 0,0-1 0,0 1 0,0 0 0,0-1 0,1-1 0,-1 1 0,0 0 0,0-1 0,1 1 0,-1-1 0,0 1 0,0-1 0,-1 1 0,1-1 0,0 0 0,1-2 0,0-5 0,0 0 0,0 1 0,0-18 0,-2 1 0,0 17 0,0 0 0,0 0 0,1 0 0,3-15 0,-3 21 0,-1 0 0,1 0 0,0 0 0,0 0 0,0 0 0,0 0 0,1 0 0,-1 0 0,0 1 0,1-1 0,-1 0 0,1 1 0,0-1 0,-1 1 0,1 0 0,0-1 0,0 1 0,0 0 0,0 0 0,0 0 0,4-1 0,0 1 0,1-1 0,-1 1 0,0 1 0,1-1 0,-1 1 0,0 0 0,1 1 0,-1-1 0,0 1 0,1 1 0,-1-1 0,0 1 0,0 0 0,0 0 0,0 1 0,-1 0 0,10 6 0,2 2 0,-2 0 0,1 2 0,-1 0 0,18 21 0,-31-33 9,-1 1-1,1 0 1,-1 0-1,0 0 1,0 0 0,1 0-1,-1 0 1,-1 0-1,1 1 1,0-1-1,-1 0 1,1 0-1,0 5 1,-1-6-71,0 0 0,0 1 0,0-1 0,0 1 1,-1-1-1,1 0 0,0 1 0,-1-1 0,1 0 0,-1 0 0,1 1 0,-1-1 1,0 0-1,1 0 0,-1 1 0,0-1 0,0 0 0,0 0 0,0 0 0,0 0 1,0 0-1,0-1 0,-2 3 0,-6 1-6764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09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24575,'10'-6'0,"1"1"0,-1 0 0,1 0 0,0 1 0,0 1 0,15-4 0,-21 6 0,1 1 0,-1 0 0,1-1 0,-1 2 0,1-1 0,-1 1 0,1-1 0,-1 2 0,0-1 0,1 0 0,-1 1 0,0 0 0,0 0 0,0 1 0,6 4 0,1 2 0,-1 1 0,0 0 0,0 1 0,-1 0 0,-1 0 0,0 1 0,-1 1 0,0-1 0,0 1 0,7 21 0,-9-17 0,-1 0 0,-1 0 0,-1 1 0,0 0 0,-1-1 0,-1 25 0,1-11 0,-1-12 0,2 0 0,0-1 0,1 1 0,0-1 0,2 0 0,0-1 0,13 25 0,-16-37 0,1 1 0,0-1 0,1 0 0,-1 0 0,1 0 0,0 0 0,0-1 0,8 5 0,-6-4 0,0 0 0,0 1 0,10 11 0,-16-16 0,-1 0 0,1 0 0,0 0 0,0 1 0,0-1 0,-1 0 0,1 0 0,0 0 0,-1 0 0,1 1 0,-1-1 0,0 0 0,1 1 0,-1-1 0,0 0 0,0 1 0,0-1 0,0 0 0,0 1 0,0-1 0,0 0 0,0 1 0,0-1 0,-1 0 0,1 1 0,0-1 0,-1 0 0,0 0 0,1 1 0,-2 1 0,0-1 0,0 0 0,0-1 0,0 1 0,0 0 0,0-1 0,0 1 0,0-1 0,-1 0 0,1 0 0,0 0 0,-1 0 0,1 0 0,-1-1 0,1 1 0,-5 0 0,-125 11-1365,114-11-5461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10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34 24575,'0'0'0,"-1"0"0,1 0 0,-1 0 0,1 0 0,0 0 0,-1 0 0,1 0 0,-1 0 0,1 0 0,-1 0 0,1 0 0,0 0 0,-1 0 0,1 0 0,-1 0 0,1 0 0,0-1 0,-1 1 0,1 0 0,0 0 0,-1 0 0,1-1 0,0 1 0,-1 0 0,1 0 0,0-1 0,-1 1 0,1 0 0,0-1 0,0 1 0,-1 0 0,1-1 0,0 1 0,0 0 0,0-1 0,-1 1 0,1 0 0,0-1 0,0 1 0,0-1 0,0 1 0,0-1 0,0 0 0,1 0 0,-1 0 0,0 0 0,1 1 0,-1-1 0,1 0 0,-1 0 0,1 1 0,0-1 0,-1 0 0,1 1 0,0-1 0,0 1 0,-1-1 0,1 1 0,0-1 0,0 1 0,1-1 0,10-2 0,0 0 0,0 1 0,0 0 0,0 1 0,0 1 0,0 0 0,18 2 0,7-1 0,190-2 0,128 3 0,-247 5 0,18 0 0,-123-7-44,6 0-145,1 0 0,0 1 1,-1 0-1,1 0 0,-1 1 1,15 5-1,-12-2-6637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11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24575,'32'0'0,"15"0"0,5 0 0,-2 0 0,-6 0 0,-7 0 0,-4 0 0,-3 0 0,-4 0 0,-1 0 0,-3 0 0,-3 0 0,-2 0 0,-1 0 0,-1 0 0,-1 0 0,-2 0-8191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11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24575,'2'0'0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12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21 24575,'-6'-15'0,"4"10"0,4 15 0,2 10 0,-1 1 0,-1 0 0,-1 0 0,-3 32 0,0-4 0,2 90 0,1 182 0,6-195 0,0 39 0,-7-156 0,6 146 0,-4-126 0,2-1 0,1 1 0,12 37 0,-10-48 0,1 0 0,18 30 0,-1-2 0,-24-45 9,0 1-1,0 0 1,-1-1-1,1 1 1,-1-1 0,1 1-1,-1 0 1,0-1-1,0 1 1,0 0-1,0-1 1,0 1-1,0 3 1,0-4-71,-1 0 0,1 0 0,-1 0 0,1-1 1,-1 1-1,1 0 0,-1 0 0,1 0 0,-1 0 0,0-1 0,1 1 0,-1 0 1,0-1-1,0 1 0,0 0 0,1-1 0,-1 1 0,0-1 0,0 0 0,0 1 1,0-1-1,0 1 0,-1-1 0,-8 2-6764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13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214 108 24575,'35'-9'0,"-35"9"0,0 0 0,1 0 0,-1 0 0,0 0 0,0 0 0,0 0 0,0 0 0,0 0 0,0 0 0,0 0 0,0 0 0,0 0 0,1 0 0,-1 0 0,0 0 0,0 0 0,0 0 0,0 0 0,0 0 0,0 0 0,0 0 0,0-1 0,0 1 0,0 0 0,0 0 0,0 0 0,0 0 0,0 0 0,0 0 0,0 0 0,0 0 0,1 0 0,-1-1 0,0 1 0,0 0 0,0 0 0,0 0 0,0 0 0,0 0 0,-1 0 0,1 0 0,0 0 0,0-1 0,0 1 0,0 0 0,0 0 0,0 0 0,0 0 0,0 0 0,0 0 0,0 0 0,0 0 0,0 0 0,0 0 0,0-1 0,-8-3 0,-12-3 0,-31-9 0,1-2 0,-56-28 0,106 45 0,-1 1 0,1 0 0,-1 0 0,1-1 0,0 1 0,-1 0 0,1 0 0,-1 0 0,1-1 0,0 1 0,-1 0 0,1 0 0,-1 0 0,1 0 0,-1 0 0,1 0 0,-1 0 0,1 0 0,-1 0 0,1 0 0,0 0 0,-1 0 0,1 0 0,-1 0 0,1 1 0,-1-1 0,1 0 0,0 0 0,-1 0 0,1 1 0,-1-1 0,1 1 0,-1 0 0,1 0 0,0 0 0,0 0 0,0 0 0,0-1 0,0 1 0,0 0 0,0 0 0,0 0 0,0 0 0,0 0 0,0-1 0,1 3 0,12 29 0,-7-23 0,0 0 0,1 0 0,0-1 0,0 0 0,16 14 0,46 31 0,-42-34 0,46 29 0,-26-17 0,-35-24 0,-7-4 0,0 0 0,0 0 0,-1 1 0,1-1 0,5 7 0,-9-9 0,0 0 0,-1-1 0,1 1 0,-1 0 0,1 0 0,-1 0 0,1 0 0,-1 0 0,0 0 0,1-1 0,-1 1 0,0 0 0,0 0 0,0 0 0,0 0 0,0 0 0,0 0 0,0 0 0,0 0 0,0 0 0,0 0 0,0 0 0,0 0 0,-1 0 0,1 0 0,-1 0 0,1 0 0,0 0 0,-1 0 0,1-1 0,-1 1 0,0 0 0,1 0 0,-1-1 0,0 1 0,1 0 0,-2 0 0,-3 3 0,1-1 0,-1 1 0,0-1 0,0 0 0,0-1 0,0 1 0,0-1 0,-8 2 0,-47 10 0,39-10 0,-70 17-1365,74-16-5461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14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2 131 24575,'0'0'0,"0"0"0,0 0 0,-1 0 0,1 0 0,0 0 0,0-1 0,0 1 0,0 0 0,0 0 0,0 0 0,0 0 0,-1-1 0,1 1 0,0 0 0,0 0 0,0 0 0,0 0 0,0-1 0,0 1 0,0 0 0,0 0 0,0 0 0,0-1 0,0 1 0,0 0 0,0 0 0,0 0 0,0-1 0,0 1 0,0 0 0,0 0 0,0 0 0,1 0 0,-1-1 0,7-3 0,17-2 0,-16 5 0,14-4 0,-1 2 0,0 0 0,1 1 0,22 1 0,36-3 0,127-15 0,-53 6 0,148-16 0,-31 23 0,-175 7 0,193 16 0,-137-5 0,-90-8 0,128 5 0,-127-8 0,65-9 0,-71 0 0,93-25 0,-126 28 0,36-4 0,-31 5 0,3 1 0,0 1 0,0 1 0,45 5 0,-25 3 0,65 17 0,-69-12-1365,-39-8-5461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15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24575,'-1'0'0,"0"0"0,1 0 0,-1 1 0,0-1 0,1 0 0,-1 1 0,1-1 0,-1 1 0,1-1 0,-1 0 0,1 1 0,-1-1 0,1 1 0,-1 0 0,1-1 0,-1 1 0,1-1 0,0 1 0,0-1 0,-1 1 0,1 0 0,0-1 0,0 1 0,0 0 0,-1-1 0,1 1 0,0 1 0,-2 22 0,1-22 0,2 23 0,0-1 0,1 1 0,2-1 0,8 30 0,2 18 0,3 36 0,-2-24 0,7 151 0,-23-164 0,1-4 0,8 83 0,10 12 0,-16-142 0,-1 24 0,-2-28 0,2 0 0,4 31 0,6 11 0,7 28 0,-16-78 0,4 14 0,0-1 0,14 29 0,32 60 0,-51-109 0,1 4 0,1 1 0,-1-1 0,0 1 0,0 0 0,1 8 0,-3-13 0,0 1 0,0-1 0,0 1 0,0-1 0,0 0 0,0 1 0,-1-1 0,1 1 0,0-1 0,-1 1 0,1-1 0,-1 0 0,0 0 0,1 1 0,-1-1 0,0 0 0,0 0 0,0 0 0,0 1 0,0-1 0,0 0 0,0 0 0,0-1 0,0 1 0,0 0 0,-1 0 0,0 0 0,-11 5-1365,1-1-5461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15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2916 0 24575,'-32'6'0,"-188"37"0,166-34 0,0-2 0,-68 0 0,-223-16 0,232 4 0,-225-10 0,200 8 0,-80 0 0,95 5 0,-170 5 0,217 4 0,-20 0 0,12 0 0,-2 1 0,-173-18 0,55 4-293,159 6-779,30 0-5754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17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39 24575,'0'-2'0,"-1"-1"0,0-1 0,0 0 0,1 1 0,0-1 0,0 0 0,0 1 0,0-5 0,0 7 0,0 1 0,0 0 0,0 0 0,1 0 0,-1 0 0,0-1 0,0 1 0,0 0 0,0 0 0,0 0 0,0 0 0,0 0 0,1-1 0,-1 1 0,0 0 0,0 0 0,0 0 0,0 0 0,0 0 0,1 0 0,-1 0 0,0 0 0,0 0 0,0 0 0,0 0 0,1-1 0,-1 1 0,0 0 0,0 0 0,0 0 0,1 0 0,-1 0 0,0 0 0,0 0 0,0 1 0,0-1 0,1 0 0,-1 0 0,0 0 0,0 0 0,0 0 0,0 0 0,1 0 0,-1 0 0,0 0 0,0 0 0,0 1 0,0-1 0,0 0 0,1 0 0,-1 0 0,0 0 0,0 0 0,0 1 0,0-1 0,0 0 0,0 0 0,0 0 0,0 0 0,0 1 0,0-1 0,0 0 0,9 12 0,11 29 0,-2 1 0,20 67 0,-26-73 0,1 4 0,79 216 0,-55-154-1365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17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 24575,'25'-5'0,"10"-1"0,2 0 0,-6-2 0,-5 1 0,-7 0 0,-7-3 0,-6-1 0,-3-1 0,-3 1-8191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18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24575,'7'18'0,"1"0"0,1-1 0,14 20 0,1 4 0,55 82 0,7 13 0,-61-91-1365,-18-33-5461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18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11 24575,'0'-1'0,"0"1"0,0-1 0,-1 0 0,1 1 0,0-1 0,-1 1 0,1-1 0,0 1 0,-1-1 0,1 1 0,-1-1 0,1 1 0,0 0 0,-1-1 0,1 1 0,-1 0 0,0-1 0,1 1 0,-1 0 0,1-1 0,-1 1 0,1 0 0,-1 0 0,0 0 0,1 0 0,-1 0 0,1 0 0,-1 0 0,0 0 0,1 0 0,-1 0 0,0 0 0,1 0 0,-1 0 0,1 0 0,-1 0 0,0 1 0,1-1 0,-1 0 0,1 0 0,-1 1 0,0 0 0,-1 0 0,0 0 0,1 1 0,-1-1 0,0 1 0,1 0 0,0-1 0,-1 1 0,1 0 0,0 0 0,0 0 0,-1 2 0,-33 99 0,29-81 0,0 0 0,2 0 0,1 1 0,0 0 0,2-1 0,0 1 0,6 39 0,-1-33 0,2-1 0,1 0 0,1 0 0,1-1 0,21 44 0,-12-34 0,2-1 0,1 0 0,1-2 0,42 48 0,-40-62-174,-17-16-1017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19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16 146 24575,'50'-35'0,"21"-18"0,-69 52 0,0-1 0,0 0 0,-1 1 0,1-1 0,-1 0 0,1 0 0,-1 0 0,0 0 0,0 0 0,1 0 0,-2 0 0,1 0 0,0 0 0,1-5 0,-2 6 0,0 0 0,0 0 0,0 0 0,-1 0 0,1 0 0,0 0 0,0 0 0,-1 0 0,1 0 0,0 0 0,-1 1 0,1-1 0,-1 0 0,1 0 0,-1 0 0,0 0 0,1 1 0,-1-1 0,0 0 0,0 1 0,1-1 0,-1 0 0,0 1 0,0-1 0,0 1 0,0-1 0,0 1 0,1 0 0,-1-1 0,0 1 0,0 0 0,0 0 0,0-1 0,0 1 0,-2 0 0,-2 0 0,0-1 0,0 1 0,0 0 0,1 1 0,-1-1 0,0 1 0,0 0 0,1 0 0,-1 0 0,0 1 0,1 0 0,-1-1 0,1 2 0,0-1 0,0 0 0,0 1 0,0 0 0,-5 4 0,5-3 0,0-1 0,1 1 0,-1 0 0,1 0 0,0 0 0,0 0 0,0 1 0,1-1 0,0 1 0,-1 0 0,2 0 0,-1 0 0,0 0 0,1 0 0,0 0 0,0 0 0,0 6 0,2-7 0,-1 0 0,1-1 0,0 1 0,0 0 0,0-1 0,0 1 0,1-1 0,0 1 0,-1-1 0,1 0 0,0 0 0,1 1 0,-1-1 0,0-1 0,1 1 0,0 0 0,5 3 0,5 5 0,1-1 0,23 13 0,-31-20 0,7 4 0,0 0 0,1 0 0,0-1 0,0-1 0,0 0 0,0-1 0,1-1 0,0 0 0,-1-1 0,1-1 0,0 0 0,29-3 0,-42 2-80,0 0 0,0-1-1,0 1 1,0-1 0,0 1-1,0-1 1,0 0 0,0 0-1,0 0 1,-1 0 0,1 0 0,0 0-1,-1-1 1,1 1 0,-1 0-1,3-3 1,2-5-6746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19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24575,'21'64'0,"4"-1"0,34 63 0,-20-44 0,-19-35 0,-13-30 0,0 0 0,1 0 0,1-1 0,18 27 0,-16-24 0,-11-19 0,1 1 0,-1-1 0,0 0 0,0 1 0,0-1 0,0 0 0,0 0 0,0 1 0,0-1 0,0 0 0,0 1 0,0-1 0,0 0 0,0 1 0,0-1 0,0 0 0,0 1 0,0-1 0,-1 0 0,1 0 0,0 1 0,0-1 0,0 0 0,-1 1 0,1-1 0,-1 0 0,1 1 0,-1-1 0,1 0 0,-1 0 0,0 0 0,1 0 0,-1 0 0,1 0 0,-1 0 0,0 0 0,1 0 0,-1 0 0,1 0 0,-1 0 0,0 0 0,1 0 0,-1-1 0,-7-2 0,0 0 0,0-1 0,1-1 0,0 1 0,0-1 0,0 0 0,0-1 0,-7-8 0,5 6 0,3 3 0,1-1 0,0 0 0,0 0 0,1-1 0,-1 1 0,2-1 0,-1 0 0,-5-14 0,4 6 0,1 0 0,0 0 0,-3-23 0,7 32-227,0 0-1,0 0 1,0-1-1,0 1 1,3-11-1,0 4-6598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20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24575,'5'-10'0,"4"-3"0,3 0 0,-1 6 0,1 5 0,-2 7 0,-6 4 0,-2 3 0,-3 0-8191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20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24575,'1'3'0,"1"-1"0,-1 1 0,1 0 0,-1-1 0,1 1 0,0-1 0,0 1 0,0-1 0,0 0 0,2 3 0,0-2 0,5 7 0,1-1 0,0-1 0,0 1 0,0-2 0,1 0 0,23 12 0,-28-16 0,1-1 0,-1 1 0,1-1 0,0 0 0,0 0 0,-1-1 0,1 0 0,0 0 0,0-1 0,0 0 0,0 0 0,0-1 0,0 0 0,12-2 0,-17 2 0,1-1 0,-1 1 0,1 0 0,-1-1 0,1 1 0,-1-1 0,0 0 0,0 0 0,0 1 0,0-2 0,0 1 0,0 0 0,0 0 0,-1 0 0,1-1 0,-1 1 0,0-1 0,0 1 0,0-1 0,0 0 0,0 0 0,0 1 0,-1-1 0,1 0 0,-1 0 0,0 1 0,0-1 0,0 0 0,0 0 0,0 0 0,-1 0 0,1 1 0,-1-1 0,0 0 0,0 1 0,0-1 0,0 0 0,0 1 0,0-1 0,-3-3 0,-2 0 0,8 12 0,8 11 0,-3-10 0,0 0 0,0-1 0,0 0 0,0-1 0,1 1 0,0-2 0,0 1 0,1-1 0,-1 0 0,1-1 0,0 0 0,9 2 0,-11-3 0,-1 0 0,1-1 0,0 0 0,0-1 0,0 0 0,0 0 0,0 0 0,0-1 0,0 0 0,0 0 0,-1 0 0,1-1 0,0 0 0,-1-1 0,1 1 0,10-7 0,-15 7 7,1-1 0,-1 1-1,1 0 1,-1-1 0,0 1-1,0-1 1,0 0-1,0 0 1,0 0 0,-1 0-1,1 0 1,-1 0 0,0 0-1,0-1 1,0 1 0,-1 0-1,2-7 1,-2 5-142,0 0 0,0-1 0,0 1 0,0 0 0,-1-1 0,0 1 0,0 0 0,0 0 0,-1-1 0,-3-7 0,-2 1-6691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20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24575,'47'52'0,"-3"2"0,-3 3 0,-1 1 0,32 66 0,-62-104 0,0 1 0,-2 0 0,0 1 0,-2 0 0,0 0 0,-1 0 0,-2 1 0,0-1 0,-1 44 0,-2-60 9,-1-1-1,0 1 1,0-1-1,0 1 1,-1-1 0,0 1-1,0-1 1,-1 0-1,1 0 1,-1 0-1,0 0 1,0-1-1,-5 5 1,2-2-195,0 0 1,-1-1-1,0 0 0,0-1 1,0 1-1,-1-1 1,-10 5-1,-1-2-6640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22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10 200 24575,'-4'4'0,"-2"2"0,7-5 0,-1-1 0,1 1 0,-1-1 0,1 0 0,-1 0 0,1 1 0,-1-1 0,1 0 0,-1 0 0,1 0 0,0 1 0,-1-1 0,1 0 0,-1 0 0,1 0 0,-1 0 0,1 0 0,0 0 0,0 0 0,175 2 0,-91-4 0,137 1 0,240 2 0,-324 6 0,-44-2 0,110-8 0,174-6 0,-364 9 0,25-2 0,49-8 0,-71 8 0,-2-1 0,27-9 0,-31 9 0,-1 0 0,1 0 0,0 1 0,20-2 0,-11 5 0,0 0 0,25 6 0,0 0 0,-9-1 0,-29-4 0,0 0 0,-1-1 0,1 0 0,0 0 0,0 0 0,0-1 0,0 0 0,0-1 0,-1 0 0,14-2 0,-20 2 0,0 1 0,1 0 0,-1 0 0,0 0 0,0 0 0,1 0 0,-1 0 0,0 0 0,0 0 0,1 0 0,-1-1 0,0 1 0,0 0 0,1 0 0,-1 0 0,0-1 0,0 1 0,0 0 0,1 0 0,-1 0 0,0-1 0,0 1 0,0 0 0,0 0 0,0-1 0,0 1 0,0 0 0,1 0 0,-1-1 0,0 1 0,0 0 0,0-1 0,0 1 0,0 0 0,0-1 0,-8-8 0,-20-7 0,24 14 0,-101-45 0,7 4 0,83 36 0,0-1 0,-1 0 0,1-1 0,-27-21 0,37 24 0,9 4 0,11 7 0,192 111 0,-101-52 0,-89-55 0,40 26 0,-51-31 0,0 1 0,0 0 0,-1 0 0,1 0 0,-1 0 0,7 10 0,-12-14 0,1 0 0,0 0 0,0 1 0,-1-1 0,1 0 0,-1 0 0,1 0 0,-1 1 0,0-1 0,1 0 0,-1 1 0,0-1 0,0 0 0,0 1 0,0-1 0,0 0 0,0 1 0,0-1 0,-1 0 0,1 0 0,0 1 0,-1-1 0,1 0 0,-1 0 0,1 1 0,-1-1 0,0 0 0,1 0 0,-1 0 0,0 0 0,0 0 0,0 0 0,0 0 0,0 0 0,0 0 0,0-1 0,0 1 0,0 0 0,-3 1 0,-3 1 0,0 1 0,0-1 0,-1 0 0,1 0 0,-11 1 0,-50 10-1365,50-11-5461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23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27 24575,'-11'-23'0,"11"23"0,0 0 0,0 0 0,0-1 0,0 1 0,0 0 0,0 0 0,0 0 0,0 0 0,0 0 0,0 0 0,0 0 0,0 0 0,0 0 0,0-1 0,0 1 0,0 0 0,0 0 0,0 0 0,1 0 0,-1 0 0,0 0 0,0 0 0,0 0 0,0 0 0,0 0 0,0 0 0,0 0 0,0 0 0,0 0 0,0 0 0,0-1 0,1 1 0,-1 0 0,0 0 0,0 0 0,0 0 0,0 0 0,0 0 0,0 0 0,0 0 0,0 0 0,1 0 0,-1 0 0,0 0 0,0 1 0,0-1 0,0 0 0,0 0 0,0 0 0,0 0 0,0 0 0,0 0 0,0 0 0,1 0 0,-1 0 0,0 0 0,0 0 0,0 0 0,0 0 0,0 0 0,0 0 0,0 1 0,0-1 0,0 0 0,0 0 0,0 0 0,7 4 0,8 12 0,24 31 0,-30-34 0,1-1 0,0 0 0,1-1 0,0 0 0,20 15 0,-18-17 0,1-1 0,-1-1 0,1 0 0,1-1 0,-1-1 0,1 0 0,0-1 0,0 0 0,1-1 0,-1-1 0,1-1 0,-1 0 0,1-1 0,17-2 0,-31 2 0,1 0 0,-1 0 0,1-1 0,-1 1 0,1-1 0,-1 0 0,1 0 0,-1 0 0,1 0 0,-1 0 0,0 0 0,1-1 0,-1 1 0,0-1 0,0 0 0,0 1 0,-1-1 0,1 0 0,0 0 0,-1 0 0,3-3 0,-2 0 0,0 0 0,-1 1 0,1-1 0,-1 0 0,0 0 0,0 0 0,0 0 0,-1-1 0,0-9 0,0 2 0,-3-44 0,3 52 0,-1-1 0,0 1 0,0 0 0,-1 1 0,1-1 0,-1 0 0,0 0 0,-5-7 0,7 12 0,0 0 0,0 0 0,0-1 0,0 1 0,0 0 0,0 0 0,0 0 0,0 0 0,0 0 0,0-1 0,0 1 0,0 0 0,-1 0 0,1 0 0,0 0 0,0 0 0,0 0 0,0 0 0,0-1 0,0 1 0,0 0 0,-1 0 0,1 0 0,0 0 0,0 0 0,0 0 0,0 0 0,0 0 0,-1 0 0,1 0 0,0 0 0,0 0 0,0 0 0,0 0 0,-1 0 0,1 0 0,0 0 0,0 0 0,0 0 0,0 0 0,0 0 0,-1 0 0,1 0 0,0 0 0,0 0 0,0 0 0,0 1 0,0-1 0,0 0 0,-1 0 0,-2 10 0,3 15 0,5 7 0,1-1 0,21 61 0,-20-73 0,9 25 0,34 63 0,-29-67 0,26 76 0,-46-115 0,-1 1 0,1 0 0,-1 0 0,1-1 0,-1 1 0,0 0 0,1 0 0,-1 0 0,0 0 0,0 0 0,-1-1 0,1 1 0,0 0 0,-1 0 0,1 0 0,-1 0 0,-1 2 0,1-3 0,0 0 0,0 0 0,0 0 0,0 0 0,0 0 0,0-1 0,0 1 0,0 0 0,-1-1 0,1 1 0,0-1 0,0 1 0,-1-1 0,1 0 0,0 1 0,-1-1 0,1 0 0,0 0 0,-1 0 0,1 0 0,0 0 0,-1 0 0,1-1 0,-1 1 0,-1-1 0,-10-2 0,0 0 0,1-1 0,-1-1 0,1 0 0,0 0 0,0-1 0,-12-9 0,15 10 0,0-2 0,1 1 0,0-1 0,0 0 0,1-1 0,0 0 0,0 0 0,1-1 0,-8-13 0,13 20 0,-1 0 0,1 0 0,1 0 0,-1 0 0,0 0 0,0 0 0,1 0 0,0 0 0,-1 0 0,1-1 0,0 1 0,0 0 0,0 0 0,0-1 0,0 1 0,1 0 0,-1 0 0,1 0 0,0-4 0,1 4 0,-1 0 0,1-1 0,0 1 0,-1 0 0,1 0 0,0 0 0,0 1 0,0-1 0,0 0 0,0 1 0,1-1 0,-1 1 0,0 0 0,1 0 0,-1 0 0,4-1 0,4-1-227,1 0-1,-1 1 1,1 1-1,0 0 1,15 0-1,-10 1-6598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24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60 24575,'-44'-15'0,"-1"2"0,0 1 0,-68-7 0,110 19 0,-1 0 0,1-1 0,0 2 0,0-1 0,0 0 0,0 0 0,0 1 0,0 0 0,0 0 0,0 0 0,-5 2 0,6-2 0,1 0 0,0 0 0,0 0 0,0 0 0,0 0 0,0 0 0,0 0 0,0 0 0,1 0 0,-1 0 0,0 1 0,1-1 0,-1 0 0,1 1 0,-1-1 0,1 0 0,-1 1 0,1-1 0,0 0 0,0 1 0,0-1 0,0 1 0,0-1 0,0 1 0,0-1 0,0 0 0,1 3 0,2 6 0,1 1 0,0-1 0,0 0 0,1-1 0,0 1 0,1-1 0,12 16 0,3 6 0,7 14 0,-3 1 0,-2 1 0,-2 1 0,-2 1 0,-2 1 0,20 102 0,-17-46 0,-20-103 0,0-1 0,1 1 0,0 0 0,0-1 0,0 1 0,0-1 0,0 1 0,0-1 0,1 1 0,-1-1 0,1 0 0,0 0 0,0 0 0,0 0 0,0 0 0,2 2 0,0-1 0,-1-1 0,1-1 0,0 1 0,0 0 0,-1-1 0,1 0 0,0 0 0,0 0 0,0 0 0,5 0 0,3-1 0,1 0 0,0 0 0,0-2 0,-1 1 0,1-2 0,13-4 0,-11 2-1365,-3 0-5461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25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 24575,'-4'-3'0,"7"8"0,7 11 0,-9-15 0,8 11 0,1 1 0,0-2 0,1 0 0,0 0 0,0 0 0,1-2 0,1 1 0,0-2 0,0 0 0,1 0 0,-1-1 0,26 8 0,-38-14 0,1-1 0,-1 1 0,1-1 0,-1 0 0,0 1 0,1-1 0,-1 0 0,1 0 0,-1 0 0,1 0 0,-1 0 0,1 0 0,-1-1 0,1 1 0,-1 0 0,1-1 0,-1 1 0,0-1 0,1 1 0,-1-1 0,2-1 0,-2 1 0,1-1 0,-1 1 0,0-1 0,0 0 0,0 1 0,0-1 0,-1 0 0,1 0 0,0 0 0,-1 1 0,1-1 0,-1 0 0,0 0 0,1 0 0,-1 0 0,0-2 0,-2-86 0,2 89 0,0 1 0,0-1 0,0 0 0,0 0 0,0 0 0,0 1 0,0-1 0,0 0 0,1 0 0,-1 1 0,0-1 0,1 0 0,-1 0 0,0 1 0,1-1 0,-1 0 0,1 1 0,-1-1 0,1 0 0,-1 1 0,1-1 0,-1 1 0,1-1 0,0 1 0,-1-1 0,1 1 0,0 0 0,-1-1 0,1 1 0,0 0 0,0-1 0,-1 1 0,1 0 0,0 0 0,0 0 0,0 0 0,-1-1 0,1 1 0,0 0 0,0 0 0,0 1 0,-1-1 0,1 0 0,0 0 0,0 0 0,-1 1 0,1-1 0,0 0 0,1 1 0,5 2 0,0 0 0,-1 1 0,1 0 0,6 5 0,-11-8 0,24 18-113,-8-6-137,1 0-1,0 0 1,1-2-1,24 10 1,-31-17-6576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25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1 137 24575,'1'-3'0,"38"-66"0,-35 62 0,0 1 0,1 0 0,0 0 0,0 0 0,1 1 0,-1 0 0,1 0 0,7-4 0,-10 7 0,-1 1 0,0 0 0,1 0 0,-1 0 0,0 0 0,1 0 0,-1 1 0,1-1 0,0 1 0,-1 0 0,1 0 0,-1 0 0,1 0 0,-1 0 0,5 1 0,-3 0 0,1 0 0,-1 1 0,0-1 0,0 1 0,0 0 0,-1 1 0,1-1 0,5 5 0,3 3 0,-1 2 0,0-1 0,17 26 0,-16-22 0,0 0 0,-1 1 0,0 0 0,-1 1 0,-1 0 0,11 28 0,-7-3 0,-1-1 0,-3 2 0,7 67 0,-11-47 0,5 62 0,-6-96 0,2 1 0,9 31 0,-11-51 0,0 0 0,0-1 0,1 0 0,1 0 0,-1 0 0,9 8 0,8 16 0,-21-32 0,0 0 0,0 0 0,-1 0 0,1 0 0,0 0 0,-1 1 0,1-1 0,-1 0 0,0 0 0,1 1 0,-1-1 0,0 0 0,0 1 0,0-1 0,0 0 0,0 1 0,0-1 0,0 0 0,0 0 0,-1 2 0,1-2 0,-1 0 0,0 0 0,1 0 0,-1 0 0,0 0 0,0 0 0,0 0 0,0 0 0,0 0 0,0-1 0,0 1 0,0 0 0,0-1 0,0 1 0,0-1 0,-3 2 0,-3 0 0,-1-1 0,1 1 0,-1-1 0,1-1 0,-11 1 0,-24 1-1365,25 0-5461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32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 24575,'0'0'0,"0"0"0,0 0 0,0 0 0,0-1 0,0 1 0,0 0 0,0 0 0,0 0 0,0 0 0,0 0 0,0 0 0,-1 0 0,1 0 0,0 0 0,0-1 0,0 1 0,0 0 0,0 0 0,0 0 0,0 0 0,0 0 0,0 0 0,0 0 0,0 0 0,0 0 0,-1 0 0,1 0 0,0 0 0,0 0 0,0 0 0,0 0 0,0 0 0,0 0 0,0 0 0,0 0 0,-1 0 0,1 0 0,0 0 0,0 0 0,0 0 0,0 0 0,0 0 0,0 0 0,0 0 0,0 0 0,0 0 0,-1 0 0,1 0 0,0 0 0,0 0 0,0 0 0,0 0 0,0 0 0,0 0 0,0 0 0,0 0 0,0 1 0,0-1 0,-1 0 0,3 9 0,5 11 0,2-2 0,1-1 0,0 0 0,19 22 0,-18-25 0,1 0 0,1-1 0,0 0 0,24 18 0,-29-26 0,0 1 0,0-2 0,1 1 0,-1-1 0,1 0 0,0-1 0,0 0 0,0-1 0,0 0 0,17 2 0,-15-3 0,1 0 0,0-1 0,-1-1 0,1 0 0,16-3 0,-24 3 0,-1 0 0,0 0 0,0 0 0,0-1 0,-1 1 0,1-1 0,0 1 0,0-1 0,-1 0 0,1 0 0,-1 0 0,0 0 0,1-1 0,-1 1 0,0-1 0,0 1 0,-1-1 0,1 0 0,0 0 0,-1 0 0,0 0 0,0 0 0,0 0 0,1-4 0,0-1 0,-2 0 0,1 1 0,-1-1 0,0 0 0,0 1 0,-1-1 0,0 0 0,0 1 0,-1-1 0,-3-8 0,-1-2 0,-2 0 0,-18-32 0,26 49 0,0 1 0,0 0 0,0-1 0,0 1 0,0 0 0,-1-1 0,1 1 0,0 0 0,0-1 0,0 1 0,-1 0 0,1 0 0,0-1 0,0 1 0,-1 0 0,1 0 0,0-1 0,-1 1 0,1 0 0,0 0 0,-1 0 0,1 0 0,-1-1 0,0 9 0,4 14 0,19 48 0,36 77 0,-13-36 0,-14-34 0,-7-16 0,32 118 0,-55-174 0,4 23 0,-5-26 0,1-1 0,-1 0 0,0 0 0,0 0 0,0 0 0,0 1 0,-1-1 0,1 0 0,0 0 0,0 0 0,-1 0 0,1 1 0,0-1 0,-1 0 0,1 0 0,-1 0 0,0 0 0,-1 1 0,2-1 0,-1-1 0,1 0 0,-1 0 0,0 0 0,0 0 0,1 1 0,-1-1 0,0 0 0,1 0 0,-1 0 0,0 0 0,1 0 0,-1-1 0,0 1 0,1 0 0,-1 0 0,0 0 0,1-1 0,-1 1 0,0 0 0,1-1 0,-1 1 0,0 0 0,0-1 0,-18-13 0,15 10 0,-13-8 0,-72-59 0,79 62 0,1-1 0,-1 0 0,2 0 0,0 0 0,0-1 0,-8-16 0,14 23 0,0-1 0,0 1 0,0 0 0,1-1 0,0 1 0,0-1 0,0 1 0,0-1 0,1 0 0,0 1 0,0-1 0,0 0 0,1-6 0,0 8 0,0-1 0,0 1 0,1-1 0,-1 1 0,1-1 0,0 1 0,0 0 0,0 0 0,0 0 0,0 0 0,1 0 0,0 1 0,-1-1 0,1 1 0,0 0 0,0-1 0,4-1 0,0 0-341,0 0 0,1 0-1,14-4 1,-9 4-6485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33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 31 24575,'-84'-13'0,"0"3"0,-107 3 0,187 7 0,0 0 0,0 0 0,0 1 0,0-1 0,0 1 0,0 0 0,-5 2 0,8-2 0,0-1 0,1 0 0,-1 1 0,1-1 0,-1 1 0,0-1 0,1 1 0,-1-1 0,1 1 0,-1-1 0,1 1 0,-1-1 0,1 1 0,-1 0 0,1-1 0,0 1 0,0 0 0,-1 1 0,1-1 0,0 0 0,0 0 0,0 0 0,0 0 0,0 0 0,0 0 0,1 0 0,-1 0 0,0 0 0,1 0 0,-1 0 0,0 0 0,1 0 0,0 0 0,-1 0 0,1 0 0,0 1 0,8 8 0,0 0 0,1-1 0,0 0 0,0-1 0,1 0 0,13 8 0,-10-7 0,0 0 0,-1 1 0,18 17 0,-22-17 0,0 0 0,-1 1 0,0-1 0,-1 2 0,0-1 0,-1 1 0,0 0 0,-1 0 0,0 1 0,-1-1 0,0 1 0,-1 0 0,0 0 0,0 20 0,12 155 0,-12-152 0,10 45 0,-13-79 0,1 1 0,-1-1 0,1 0 0,0 1 0,0-1 0,0 0 0,0 0 0,0 1 0,0-1 0,1 0 0,-1 0 0,0 0 0,1-1 0,0 1 0,0 0 0,-1-1 0,3 2 0,-1-1 0,1-1 0,-1 1 0,0-1 0,1 0 0,-1 0 0,1-1 0,-1 1 0,1-1 0,0 1 0,-1-1 0,5-1 0,105-2 0,-109 2-124,-1 1 0,0 0 0,0-1 0,0 0 0,0 0 0,0 0-1,0 0 1,0 0 0,-1 0 0,4-2 0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33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8 24575,'-2'-7'0,"10"16"0,1 2 0,83 92 0,-88-99 0,26 27 0,-27-28 0,0 0 0,0 0 0,0 0 0,1-1 0,-1 0 0,1 1 0,6 1 0,-10-4 0,1 0 0,-1 0 0,1 1 0,-1-1 0,1 0 0,-1 0 0,1-1 0,-1 1 0,1 0 0,-1 0 0,1 0 0,-1 0 0,1 0 0,-1-1 0,1 1 0,-1 0 0,1 0 0,-1-1 0,1 1 0,-1 0 0,0 0 0,1-1 0,-1 1 0,0-1 0,1 1 0,-1 0 0,0-1 0,1 1 0,-1-1 0,0 1 0,0-1 0,1 1 0,-1-1 0,0 1 0,0-1 0,0 1 0,0-1 0,0 1 0,0-1 0,0 0 0,2-24 0,-2 22 0,-2-23 0,1-19 0,1 42 0,0 0 0,0 1 0,1-1 0,-1 0 0,1 1 0,0-1 0,-1 1 0,1-1 0,0 1 0,1-1 0,-1 1 0,0 0 0,2-3 0,-1 4 0,-1 0 0,0 0 0,0 0 0,0 0 0,1 0 0,-1 0 0,1 0 0,-1 0 0,1 1 0,-1-1 0,1 0 0,-1 1 0,1 0 0,-1-1 0,1 1 0,3-1 0,-2 2 0,0-1 0,0 0 0,0 1 0,0-1 0,1 1 0,-1 0 0,0 0 0,3 2 0,5 2 0,-1 1 0,0 0 0,15 13 0,-23-18 0,101 71-1365,-90-64-5461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34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24575,'3'-5'0,"1"0"0,0 0 0,0 0 0,0 0 0,1 1 0,9-8 0,-13 11 0,1 0 0,0 0 0,-1 0 0,1 0 0,0 0 0,0 1 0,0-1 0,0 1 0,0-1 0,0 1 0,-1-1 0,1 1 0,0 0 0,0 0 0,0 0 0,0 0 0,0 0 0,0 1 0,0-1 0,0 1 0,0-1 0,0 1 0,0 0 0,0-1 0,2 3 0,2 1 0,-1-1 0,0 2 0,0-1 0,-1 1 0,1-1 0,-1 1 0,0 1 0,5 7 0,23 49 0,-27-53 0,54 125 0,-47-101 0,-2 0 0,9 41 0,-3 36 0,-15-103 0,0-1 0,0 1 0,0 0 0,1-1 0,0 1 0,1-1 0,-1 0 0,1 1 0,0-1 0,1 0 0,-1-1 0,1 1 0,0-1 0,1 0 0,-1 0 0,6 5 0,-9-9 0,0-1 0,0 1 0,0 0 0,0-1 0,-1 1 0,1 0 0,0 0 0,-1-1 0,1 1 0,-1 0 0,1 0 0,-1 0 0,1 0 0,-1 0 0,1 0 0,-1 0 0,0 0 0,0 0 0,1 0 0,-1 0 0,0 0 0,0 0 0,0 0 0,0 3 0,-1-3 0,0 0 0,0 0 0,1 0 0,-1 0 0,0 0 0,0 0 0,0 0 0,0 0 0,0 0 0,0 0 0,0 0 0,-1-1 0,1 1 0,0 0 0,0-1 0,-2 1 0,-6 2 0,0 0 0,0-1 0,0 0 0,-15 1 0,10-3-1365,0 1-5461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35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1 24575,'0'1'0,"0"-1"0,0 1 0,-1-1 0,1 1 0,0 0 0,-1-1 0,1 1 0,0-1 0,-1 1 0,1-1 0,-1 1 0,1-1 0,-1 1 0,1-1 0,-1 1 0,0-1 0,1 0 0,-1 1 0,1-1 0,-1 0 0,0 0 0,1 1 0,-1-1 0,0 0 0,1 0 0,-1 0 0,-1 0 0,-22 3 0,22-3 0,-64 9 0,28-3 0,2 0 0,16-3 0,-39 3 0,49-6-341,0-1 0,0 0-1,-18-3 1,16 0-6485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36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465 55 24575,'-5'-4'0,"0"1"0,-1-1 0,0 1 0,0 0 0,0 0 0,0 1 0,0 0 0,-1 0 0,-11-2 0,1 3 0,-1 0 0,-25 2 0,38-1 0,-63 0-357,-126-18 1,168 15-296,4 0-6174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40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24575,'0'0'0,"0"0"0,0 0 0,0 0 0,0 0 0,0 0 0,0 0 0,0 0 0,0 0 0,0 0 0,-1 0 0,1 0 0,0 0 0,0 0 0,0 0 0,0 1 0,0-1 0,0 0 0,0 0 0,0 0 0,0 0 0,0 0 0,0 0 0,0 0 0,0 0 0,0 0 0,0 0 0,0 0 0,0 0 0,0 1 0,-1-1 0,1 0 0,0 0 0,0 0 0,0 0 0,0 0 0,0 0 0,0 0 0,0 0 0,0 0 0,0 0 0,1 1 0,-1-1 0,0 0 0,0 0 0,0 0 0,0 0 0,0 0 0,0 0 0,0 0 0,0 0 0,4 8 0,8 8 0,-11-14 0,51 67 0,53 65 0,-77-101 0,-20-22 0,2 1 0,-1-2 0,2 1 0,-1-2 0,13 10 0,-22-18 0,0-1 0,-1 1 0,1-1 0,0 1 0,-1-1 0,1 0 0,0 1 0,0-1 0,-1 0 0,1 1 0,0-1 0,0 0 0,0 0 0,-1 0 0,1 0 0,0 0 0,0 0 0,0 0 0,-1 0 0,1 0 0,0 0 0,0 0 0,0 0 0,-1-1 0,3 1 0,-3-1 0,1 0 0,0 0 0,0 0 0,0 0 0,-1 0 0,1 0 0,0 0 0,-1 0 0,1 0 0,-1 0 0,1 0 0,-1 0 0,0 0 0,0-1 0,1-1 0,0-3 0,-1-1 0,1 0 0,-1 0 0,-1 1 0,0-9 0,-9-36 0,-26-86 0,21 78-1365,12 47-5461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41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53 24575,'-1'-4'0,"-1"0"0,0 0 0,0 0 0,0 0 0,-1 0 0,0 1 0,1-1 0,-1 1 0,-7-7 0,9 9 0,-1 0 0,1 0 0,-1 0 0,0 0 0,1 1 0,-1-1 0,0 0 0,0 1 0,0-1 0,1 1 0,-1 0 0,0-1 0,0 1 0,0 0 0,0 0 0,0 0 0,1 0 0,-1 1 0,0-1 0,0 0 0,0 1 0,1 0 0,-1-1 0,0 1 0,0 0 0,-1 1 0,-7 5 0,1 0 0,0 0 0,1 1 0,-1 0 0,2 0 0,-1 1 0,1 0 0,0 1 0,1 0 0,0 0 0,-6 15 0,10-21 0,1 0 0,0 0 0,0 1 0,0-1 0,1 0 0,-1 0 0,1 0 0,0 0 0,0 1 0,1-1 0,-1 0 0,1 0 0,0 0 0,2 6 0,3 6 0,0-1 0,13 21 0,-11-21 0,10 26 0,-12-24 0,-2 0 0,0 1 0,-1-1 0,-1 1 0,0 25 0,5 41 0,0-6 0,-7-68 0,0 1 0,1 0 0,1 0 0,-1 0 0,2-1 0,-1 1 0,9 18 0,-10-27 0,1 0 0,-1 0 0,0-1 0,1 1 0,-1 0 0,1-1 0,0 0 0,0 1 0,0-1 0,-1 0 0,1 0 0,0 0 0,0 0 0,0 0 0,1 0 0,-1-1 0,0 1 0,0-1 0,0 0 0,0 1 0,1-1 0,-1 0 0,0 0 0,0 0 0,0-1 0,1 1 0,2-1 0,5-1 0,0-1 0,-1 1 0,1-2 0,14-6 0,76-28-359,-81 31-647,-6 3-5820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41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24575,'182'190'0,"-181"-188"0,1 0 0,-1-1 0,1 1 0,0-1 0,-1 1 0,1-1 0,0 0 0,0 0 0,0 0 0,0 0 0,3 1 0,-4-2 0,-1 0 0,1 1 0,0-1 0,0-1 0,0 1 0,-1 0 0,1 0 0,0 0 0,0 0 0,-1-1 0,1 1 0,0 0 0,0 0 0,-1-1 0,1 1 0,0-1 0,-1 1 0,1-1 0,0 1 0,-1-1 0,1 1 0,-1-1 0,1 1 0,-1-1 0,1 0 0,-1 1 0,0-1 0,1 0 0,-1 0 0,0 1 0,1-1 0,-1 0 0,0 0 0,1-1 0,1-6 0,0-1 0,-1 0 0,0 0 0,0 1 0,-1-18 0,0 14 0,3-26 0,-2 33 0,0 0 0,0-1 0,0 0 0,1 1 0,0-1 0,2-6 0,-3 12 0,-1-1 0,0 0 0,1 0 0,-1 1 0,1-1 0,-1 0 0,1 1 0,-1-1 0,1 0 0,0 1 0,-1-1 0,1 1 0,0-1 0,0 1 0,-1-1 0,1 1 0,0-1 0,0 1 0,0 0 0,-1 0 0,1-1 0,0 1 0,0 0 0,0 0 0,0 0 0,0 0 0,-1 0 0,1 0 0,0 0 0,0 0 0,0 0 0,0 0 0,0 1 0,0-1 0,-1 0 0,1 1 0,0-1 0,0 0 0,-1 1 0,1-1 0,0 1 0,1 0 0,9 8 0,0 0 0,0 1 0,-1 0 0,18 23 0,9 9 0,-33-38-100,2 2-111,0 0 0,0 0 1,-1 0-1,0 1 0,7 11 0,-9-9-6615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42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1 150 24575,'1'-2'0,"8"-17"0,1 1 0,0 0 0,21-27 0,-27 41 0,-1 0 0,1 0 0,0 1 0,0-1 0,0 1 0,0 0 0,1 0 0,-1 0 0,1 0 0,0 1 0,-1 0 0,1 0 0,1 0 0,-1 1 0,0-1 0,0 1 0,0 1 0,1-1 0,7 0 0,-2 2 0,0 1 0,1 0 0,-1 0 0,0 1 0,0 1 0,-1-1 0,1 2 0,-1-1 0,0 2 0,0-1 0,0 1 0,-1 1 0,0 0 0,0 0 0,-1 1 0,0 0 0,0 0 0,0 1 0,-1 0 0,-1 0 0,0 1 0,0 0 0,-1 0 0,0 0 0,0 0 0,-1 1 0,-1 0 0,0 0 0,-1 0 0,3 17 0,-5 73 0,-1-64 0,6 61 0,-3-86 0,0 0 0,1 1 0,0-1 0,1 0 0,1-1 0,0 1 0,0-1 0,13 20 0,9 2 0,4 6 0,-29-36 0,1 1 0,-1 0 0,0 0 0,0 0 0,0 0 0,-1 0 0,0 1 0,2 5 0,-3-9 0,0 0 0,0 0 0,0 0 0,0 0 0,0 0 0,0 0 0,0 0 0,-1 0 0,1 0 0,0 0 0,0 0 0,-1 0 0,1 0 0,-1 0 0,1 0 0,-1 0 0,1 0 0,-1 0 0,-1 1 0,0 0 0,0-1 0,1 1 0,-1-1 0,0 0 0,0 0 0,0 0 0,0 0 0,-5 1 0,-2 1 0,-1-1 0,0 0 0,-14 0 0,20-2 0,-84 2-1365,69-2-5461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42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24575,'20'15'0,"11"7"0,3 4 0,0 2 0,-3-3 0,-1-3 0,-4-2 0,-4-3 0,-3-4 0,-3-1 0,-1-4 0,0-2 0,-4-3-8191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43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0 24575,'-17'10'0,"-6"8"0,2 4 0,3 0 0,5 1 0,6 0 0,0-3 0,2-1 0,2-2 0,1-1 0,1-1 0,1-1 0,1 0 0,-4-2 0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43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1 24575,'-20'5'0,"-11"1"0,-3 3 0,2-1 0,4-1 0,2-2 0,3-2 0,0-2 0,2 0 0,1-1 0,3 0 0,4-1-8191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43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24575,'8'57'0,"3"-1"0,2 1 0,2-2 0,3 0 0,2-1 0,3-1 0,41 71 0,-64-124 0,26 40 0,-24-38 0,-1 0 0,1 0 0,0 1 0,0-2 0,0 1 0,0 0 0,1 0 0,-1-1 0,0 1 0,1-1 0,-1 1 0,1-1 0,0 0 0,2 1 0,-4-2 0,0 0 0,0 0 0,0 0 0,0 0 0,0 0 0,0 0 0,0 0 0,-1-1 0,1 1 0,0 0 0,0 0 0,0-1 0,0 1 0,-1 0 0,1-1 0,0 1 0,0-1 0,-1 1 0,1-1 0,0 1 0,-1-1 0,1 0 0,0 1 0,-1-1 0,1 0 0,-1 1 0,1-1 0,-1 0 0,0 0 0,1 0 0,-1 1 0,0-1 0,1 0 0,-1-1 0,2-4 0,-1 0 0,0-1 0,0-12 0,1 4 0,8-60 0,-10 74 0,0-1 0,0 1 0,1-1 0,-1 1 0,1-1 0,-1 1 0,1 0 0,-1-1 0,1 1 0,0 0 0,0-1 0,0 1 0,0 0 0,0 0 0,0 0 0,0 0 0,0 0 0,0 0 0,0 0 0,1 0 0,-1 0 0,0 1 0,1-1 0,-1 0 0,0 1 0,1-1 0,-1 1 0,1 0 0,-1-1 0,1 1 0,-1 0 0,1 0 0,-1 0 0,1 0 0,-1 0 0,1 0 0,1 1 0,4 0 0,1 0 0,-1 1 0,0 0 0,0 0 0,1 1 0,6 3 0,10 6 0,0 1 0,-1 1 0,0 1 0,-2 1 0,38 35 0,-40-26-1365,-13-14-5461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44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35 24575,'-4'-2'0,"-19"-7"0,-33-9 0,50 16 0,-1 1 0,1 0 0,-1 0 0,0 1 0,1-1 0,-1 1 0,1 1 0,-1 0 0,1-1 0,-10 4 0,14-3 0,-1 0 0,1 1 0,0-1 0,-1 1 0,1-1 0,0 1 0,0 0 0,0 0 0,0 0 0,1 0 0,-1 0 0,0 0 0,1 0 0,-1 1 0,1-1 0,0 1 0,0-1 0,0 1 0,0-1 0,0 1 0,1 0 0,-1-1 0,1 5 0,-2 5 0,1 0 0,1 0 0,1 22 0,1-22 0,0-1 0,0 0 0,1 0 0,1 0 0,0 0 0,7 14 0,38 59 0,-24-43 0,-7-11 0,35 63 0,-43-73 0,-1 0 0,12 37 0,-19-51 0,-1 1 0,0-1 0,-1 0 0,1 0 0,-1 1 0,-1-1 0,1 0 0,-1 1 0,0-1 0,-3 9 0,4-12 0,0-2 0,-1-1 0,1 1 0,0 0 0,0-1 0,0 1 0,0 0 0,0-1 0,0 1 0,0 0 0,0-1 0,1 1 0,-1 0 0,0-1 0,0 1 0,0 0 0,1-1 0,-1 1 0,0-1 0,1 1 0,-1 0 0,1-1 0,-1 1 0,1 0 0,1 0 0,-1 0 0,0 0 0,1-1 0,-1 1 0,1 0 0,-1-1 0,1 1 0,-1-1 0,1 1 0,1-1 0,6 1 0,0 0 0,0-1 0,10-1 0,-10 0 0,94 0-1365,-90 1-5461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45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24575,'2'6'0,"-1"1"0,1-1 0,1 1 0,-1-1 0,1 0 0,0 0 0,1 0 0,-1 0 0,1 0 0,1-1 0,-1 1 0,1-1 0,8 8 0,-12-13 0,0 1 0,0 0 0,0 0 0,1 0 0,-1-1 0,0 1 0,0 0 0,0-1 0,0 1 0,1-1 0,-1 0 0,0 1 0,0-1 0,1 0 0,-1 0 0,0 0 0,1 0 0,-1 0 0,0 0 0,1 0 0,-1 0 0,0 0 0,0-1 0,1 1 0,-1 0 0,0-1 0,0 1 0,1-1 0,-1 0 0,0 1 0,0-1 0,0 0 0,1-1 0,2-3 0,0 0 0,-1 0 0,1 0 0,-1 0 0,0-1 0,2-6 0,-3 7 0,-1 1 0,1-1 0,1 1 0,-1 0 0,1 0 0,-1 0 0,1 0 0,5-4 0,-7 7 0,1 0 0,-1 0 0,1 0 0,-1 1 0,1-1 0,-1 1 0,1-1 0,-1 1 0,1 0 0,0 0 0,-1-1 0,1 1 0,0 0 0,-1 0 0,1 1 0,0-1 0,-1 0 0,1 0 0,0 1 0,-1-1 0,1 1 0,-1 0 0,1-1 0,-1 1 0,2 1 0,5 3 0,0 1 0,0-1 0,9 11 0,-2-3 0,11 8 0,-17-12 0,0-1 0,1-1 0,0 0 0,16 9 0,-26-16-57,1 1 0,-1-1 1,1 0-1,-1 0 0,1 1 0,-1-1 0,1 0 0,0 0 0,-1 0 0,1 0 1,-1 0-1,1 1 0,0-1 0,-1 0 0,1 0 0,-1-1 0,1 1 0,0 0 0,-1 0 1,1 0-1,-1 0 0,1 0 0,1-1 0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45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24575,'21'1'0,"-1"2"0,0 1 0,0 0 0,36 14 0,-47-14 0,1 0 0,0 1 0,-1 1 0,0 0 0,0 0 0,-1 0 0,0 1 0,0 1 0,0-1 0,-1 1 0,7 9 0,3 7 0,-2-4 0,17 31 0,-28-44 0,-1 0 0,1 0 0,-2 1 0,1-1 0,-1 1 0,0 0 0,-1 0 0,2 12 0,-4 0 0,0-1 0,-6 27 0,4-29 0,1 0 0,0 1 0,2 25 0,0-37 0,1-1 0,0 1 0,0-1 0,0 0 0,1 1 0,0-1 0,0 0 0,0 0 0,1 0 0,-1 0 0,1-1 0,0 1 0,1-1 0,-1 1 0,6 3 0,-4-3 0,-2-3 0,-1 1 0,1 0 0,0 0 0,-1 0 0,1 0 0,1 4 0,-3-6 0,-1-1 0,0 1 0,1 0 0,-1 0 0,0 0 0,0 0 0,0-1 0,0 1 0,0 0 0,0 0 0,0 0 0,0 0 0,0-1 0,0 1 0,0 0 0,0 0 0,-1 0 0,1 0 0,0-1 0,0 1 0,-1 0 0,1 0 0,-1-1 0,1 1 0,-1 0 0,1-1 0,-1 1 0,1 0 0,-1-1 0,0 1 0,1-1 0,-1 1 0,0-1 0,0 1 0,-4 2-40,-1 0 0,1-1-1,0 0 1,-1 0 0,1 0-1,-7 1 1,3-1-1043,-5 2-5743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48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14 24575,'-4'-8'0,"1"2"0,6 7 0,106 80 0,91 38 0,-103-64 0,-93-53 0,14 9 0,-17-10 0,-1-1 0,1 1 0,0-1 0,-1 1 0,1-1 0,0 1 0,-1 0 0,1-1 0,-1 1 0,1 0 0,-1 0 0,1-1 0,-1 1 0,1 0 0,-1 0 0,0 0 0,1 1 0,-1-2-39,0 0 0,-1 1 0,1-1 0,0 0 0,0 1 0,0-1 0,-1 0 0,1 1 0,0-1 0,0 0 0,-1 0 0,1 0 0,0 1 0,-1-1 0,1 0 0,0 0 0,-1 0 0,1 0 0,0 1 0,-1-1 0,1 0 0,0 0 0,-1 0 0,1 0 0,-1 0 0,1 0 0,0 0 0,-1 0 0,1 0 0,0 0 0,-1 0 0,1 0 0,0-1 0,-1 1 0,-9-2-6787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49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43 24575,'0'-3'0,"-1"0"0,0 0 0,0 0 0,0 0 0,0 0 0,-1 0 0,1 1 0,-1-1 0,1 1 0,-4-4 0,4 5 0,1 0 0,-1 1 0,0-1 0,0 0 0,0 1 0,0-1 0,0 0 0,0 1 0,0-1 0,0 1 0,0 0 0,0-1 0,0 1 0,0 0 0,0 0 0,0-1 0,0 1 0,0 0 0,-1 0 0,1 0 0,0 0 0,0 1 0,0-1 0,0 0 0,0 0 0,0 1 0,0-1 0,0 0 0,0 1 0,0-1 0,-2 2 0,-8 5 0,-20 18 0,2-2 0,-32 17 0,36-25 0,-32 26 0,55-40 0,1 0 0,0 0 0,-1 0 0,1 0 0,0 0 0,0 0 0,-1 1 0,1-1 0,0 1 0,0-1 0,1 0 0,-1 1 0,0 0 0,0-1 0,1 1 0,-1 2 0,1-2 0,0 1 0,1-1 0,-1 0 0,1 0 0,0 0 0,0 0 0,0 0 0,0 0 0,0 0 0,0 0 0,0 0 0,2 2 0,3 6 0,-2-1 0,1 2 0,-1-1 0,-1 0 0,1 1 0,-2 0 0,3 18 0,5 21 0,1-20 0,0 0 0,28 49 0,-26-54 0,-1 0 0,0 1 0,-2 0 0,8 32 0,-15-47 0,2 12 0,-4-22 0,-1 0 0,0 0 0,0 0 0,0 0 0,0 0 0,0 0 0,0 0 0,0 0 0,0 0 0,0 0 0,0 0 0,0 0 0,-1 0 0,1 0 0,-1 1 0,0-2 0,1 0 0,0 1 0,-1-1 0,1 0 0,0 0 0,-1 0 0,1 0 0,0 0 0,-1 0 0,1 0 0,-1-1 0,1 1 0,0 0 0,-1 0 0,1 0 0,0 0 0,-1 0 0,1 0 0,0-1 0,-1 1 0,1 0 0,0 0 0,0-1 0,-1 1 0,1 0 0,0 0 0,0-1 0,-1 1 0,1 0 0,0-1 0,0 0 0,-9-10 0,2-1-1365,2-1-5461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49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2 24575,'-3'-1'0,"-1"1"0,1-1 0,0 1 0,0 0 0,-1 0 0,1 0 0,0 1 0,-1-1 0,1 1 0,0-1 0,0 1 0,0 0 0,0 1 0,0-1 0,0 0 0,-5 4 0,4-2 0,1 0 0,1-1 0,-1 1 0,0 1 0,1-1 0,-1 0 0,1 0 0,0 1 0,0 0 0,1-1 0,-1 1 0,-1 4 0,0 5 0,0 0 0,1 0 0,1 0 0,0 0 0,0 0 0,1 1 0,3 16 0,0 0 0,2-1 0,1 0 0,1-1 0,2 0 0,0 0 0,2 0 0,1-2 0,21 35 0,-26-51 15,0 0 0,1-1 0,0 0 0,1 0 0,-1-1 0,2 0 0,10 7 0,-13-10-139,0-1 0,0 0 1,1 0-1,-1-1 0,1 0 0,0 0 1,0-1-1,0 0 0,0 0 0,0-1 1,9 0-1,-5-1-6702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50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31 101 24575,'16'-10'0,"1"1"0,28-10 0,-25 11 0,27-15 0,-47 22 0,1 1 0,0 0 0,0-1 0,0 1 0,-1-1 0,1 1 0,0-1 0,-1 0 0,1 1 0,-1-1 0,1 0 0,0 1 0,-1-1 0,1 0 0,-1 0 0,0 0 0,1-1 0,-1 2 0,0-1 0,0 1 0,0-1 0,0 1 0,0 0 0,0-1 0,0 1 0,0-1 0,-1 1 0,1-1 0,0 1 0,0-1 0,0 1 0,-1 0 0,1-1 0,0 1 0,-1 0 0,1-1 0,0 1 0,-1 0 0,1-1 0,0 1 0,-1-1 0,-2 0 0,1 0 0,0 0 0,-1 0 0,1 0 0,-1 0 0,1 0 0,-1 1 0,0-1 0,1 1 0,-4-1 0,-2 2 0,-1 0 0,0 0 0,1 1 0,0 0 0,-1 0 0,1 1 0,0 0 0,0 0 0,0 1 0,1 0 0,-1 0 0,1 1 0,0 0 0,0 1 0,-7 6 0,13-10 0,-1 0 0,0 0 0,1 0 0,-1 1 0,1-1 0,0 0 0,-1 1 0,1-1 0,0 1 0,1-1 0,-1 1 0,0-1 0,1 1 0,-1 0 0,1-1 0,0 1 0,0 0 0,0-1 0,0 1 0,1-1 0,-1 1 0,1 0 0,-1-1 0,1 1 0,0-1 0,0 1 0,0-1 0,0 1 0,0-1 0,1 0 0,-1 0 0,1 1 0,0-1 0,1 2 0,4 3 0,1-1 0,-1 0 0,1 0 0,0 0 0,0-1 0,1-1 0,-1 1 0,12 3 0,19 7 0,1-2 0,1-2 0,70 10 0,-107-21-227,0 1-1,0-1 1,0 0-1,0 0 1,6-1-1,-1-2-6598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50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24575,'10'27'0,"5"16"0,3 6 0,1 2 0,-3-3 0,-2-5 0,0-4 0,-3-5 0,-1-2 0,-2-3 0,-3-3 0,-1-3 0,-3-4 0,0-3 0,-3-3 0,-4-4 0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50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20 24575,'-5'-8'0,"-4"1"0,-3 3 0,-2 3 0,2 4 0,2 1-8191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51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66 24575,'-2'3'0,"0"0"0,0 0 0,0 1 0,1-1 0,-1 0 0,1 1 0,0-1 0,0 1 0,1-1 0,-1 1 0,1 0 0,-1-1 0,1 1 0,0-1 0,1 7 0,0-5 0,0 0 0,1 0 0,0-1 0,0 1 0,0 0 0,0-1 0,1 1 0,-1-1 0,1 0 0,4 5 0,2 0 0,0 0 0,0 0 0,1 0 0,1-2 0,-1 1 0,1-1 0,24 11 0,-31-16 0,0 0 0,1-1 0,-1 1 0,1-1 0,-1 0 0,1 0 0,-1-1 0,1 1 0,0-1 0,-1 0 0,7-1 0,-9 1 0,0-1 0,0 1 0,0-1 0,0 0 0,0 0 0,0 0 0,0 0 0,0 0 0,-1 0 0,1 0 0,0 0 0,-1-1 0,1 1 0,-1-1 0,0 1 0,1-1 0,-1 1 0,0-1 0,0 0 0,0 0 0,0 1 0,0-1 0,0 0 0,-1 0 0,1 0 0,0 0 0,-1-3 0,2-9 0,-1 0 0,0 0 0,-3-26 0,2 39 0,0 1 0,0 0 0,0 0 0,0-1 0,0 1 0,0 0 0,0 0 0,0 0 0,0 0 0,0 0 0,0 0 0,0 0 0,0 0 0,1 0 0,-1 0 0,0 0 0,0 0 0,0 0 0,0 0 0,0 0 0,0 0 0,0-1 0,0 1 0,0 0 0,0 0 0,0 0 0,0 0 0,0 0 0,1 0 0,-1 0 0,0 0 0,0 0 0,0 0 0,0 0 0,0 0 0,0 0 0,0 0 0,0 0 0,0 0 0,0 0 0,0 1 0,1-1 0,-1 0 0,0 0 0,0 0 0,0 0 0,0 0 0,0 0 0,0 0 0,0 0 0,0 0 0,0 0 0,0 0 0,0 0 0,0 0 0,0 0 0,0 0 0,0 0 0,0 0 0,0 1 0,9 5 0,7 10 0,-8-8 0,1 0 0,1-1 0,0 0 0,0 0 0,0-1 0,1 0 0,12 4 0,-16-7 0,1 0 0,-1 0 0,1-1 0,-1-1 0,1 1 0,0-1 0,0 0 0,0-1 0,0 0 0,0 0 0,14-3 0,-19 3 0,-1-1 0,1 0 0,-1 1 0,1-1 0,-1 0 0,0 0 0,1-1 0,-1 1 0,0 0 0,0-1 0,0 1 0,0-1 0,0 0 0,0 0 0,-1 0 0,1 0 0,0 0 0,1-2 0,-2 1 0,0 0 0,0 0 0,0 0 0,0-1 0,-1 1 0,1 0 0,-1 0 0,0 0 0,0-1 0,0 1 0,0 0 0,-1-5 0,-2-4 0,0 0 0,-1 0 0,0 0 0,-1 1 0,-1 0 0,-8-14 0,9 16-227,-1 0-1,0 1 1,-1-1-1,0 2 1,-10-11-1,5 9-6598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51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24575,'41'41'0,"-3"1"0,-1 2 0,-1 2 0,30 54 0,-53-77 0,-1 0 0,-1 0 0,-1 1 0,-2 1 0,0-1 0,-1 2 0,-1-1 0,-2 1 0,-1-1 0,0 1 0,-2 37 0,-2-51 0,-1 1 0,1-1 0,-2 0 0,0 0 0,0 0 0,-1 0 0,0-1 0,-7 12 0,8-17 0,-1 0 0,0 0 0,0 0 0,-1-1 0,1 1 0,-1-1 0,0 0 0,-1-1 0,1 1 0,-1-1 0,0 0 0,0-1 0,0 1 0,0-1 0,-11 3 0,0 0-341,-1-2 0,0 0-1,-33 1 1,29-3-6485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52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13 24575,'-27'0'0,"-11"0"0,-2 0 0,4 0 0,5 0 0,5-2 0,6-1 0,2-1 0,3 2 0,4 0-8191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52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61 24575,'-29'-10'0,"-13"-3"0,-3 0 0,3 3 0,6 3 0,7 3 0,6 1 0,4 2 0,3 1 0,2 1 0,1 2 0,0 1 0,2 2 0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53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65 24575,'-3'-5'0,"1"0"0,0 1 0,1-1 0,-3-8 0,4 13 0,0 0 0,0 0 0,0 0 0,0 0 0,0 0 0,0-1 0,0 1 0,0 0 0,0 0 0,0 0 0,0 0 0,0 0 0,0 0 0,0 0 0,0 0 0,0 0 0,0 0 0,0 0 0,0 0 0,0-1 0,0 1 0,0 0 0,0 0 0,0 0 0,0 0 0,0 0 0,0 0 0,0 0 0,0 0 0,0 0 0,0 0 0,0 0 0,0 0 0,0-1 0,0 1 0,0 0 0,0 0 0,0 0 0,0 0 0,0 0 0,0 0 0,0 0 0,0 0 0,0 0 0,0 0 0,1 0 0,-1 0 0,0 0 0,0 0 0,0 0 0,0 0 0,0 0 0,0 0 0,0 0 0,0 0 0,0 0 0,0 0 0,0 0 0,0 0 0,1 0 0,-1 0 0,0 0 0,0 0 0,0 0 0,0 0 0,6 5 0,6 10 0,31 41 0,98 97 0,-24-28 0,-97-102 0,0 2 0,-2 0 0,-1 2 0,24 47 0,-35-64 0,-5-10 0,-1 0 0,0 0 0,0 0 0,0 0 0,1-1 0,-1 1 0,0 0 0,0 0 0,0 0 0,0 0 0,0 0 0,1 0 0,-1-1 0,0 1 0,0 0 0,0 0 0,0 0 0,0 0 0,0-1 0,0 1 0,0 0 0,0 0 0,0 0 0,0 0 0,1-1 0,-1 1 0,0 0 0,0 0 0,0 0 0,0-1 0,0 1 0,0 0 0,-1 0 0,1-28 0,0 22 0,-1-63 0,0-41 0,-17-114 0,15 206 0,1 1 0,0 1 0,-2-1 0,0 1 0,-6-17 0,5 25-1365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53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38 24575,'-4'-5'0,"0"1"0,0-1 0,-1 1 0,1 0 0,-10-7 0,13 10 0,0 1 0,0-1 0,0 1 0,0-1 0,1 1 0,-1 0 0,0 0 0,0-1 0,0 1 0,0 0 0,0 0 0,0 0 0,0 0 0,0 0 0,0 0 0,1 0 0,-1 0 0,0 0 0,-1 1 0,1 0 0,0-1 0,0 1 0,0 0 0,0 0 0,0 0 0,0 0 0,0 0 0,0 0 0,1 0 0,-1 0 0,0 0 0,1 0 0,-1 0 0,1 0 0,-1 1 0,1-1 0,-1 0 0,1 2 0,-4 15 0,2 0 0,-2 35 0,2-12 0,-2 15 0,4 65 0,2-89 0,2-1 0,0 1 0,15 48 0,-16-71 0,0-1 0,1 1 0,-1 0 0,2-1 0,-1 0 0,1 0 0,0 0 0,1 0 0,0-1 0,0 0 0,1 0 0,0-1 0,0 1 0,0-2 0,1 1 0,-1-1 0,2 0 0,-1-1 0,0 1 0,1-2 0,15 5 0,-21-7-68,13 4-364,0-1-1,27 4 1,-31-7-6394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54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59 216 24575,'42'-9'0,"20"-5"0,-54 11 0,-1 0 0,1 0 0,-1 0 0,1-1 0,10-7 0,-16 10 0,0 0 0,0-1 0,0 1 0,-1-1 0,1 0 0,0 1 0,-1-1 0,1 0 0,-1 0 0,0 0 0,1 0 0,-1 0 0,0-1 0,0 1 0,-1 0 0,1 0 0,0-1 0,-1 1 0,1 0 0,-1-1 0,0 1 0,0 0 0,0-1 0,0 1 0,0-1 0,0 1 0,-1 0 0,1-1 0,-1 1 0,-1-4 0,0 2 0,-1-1 0,1 0 0,-1 1 0,0 0 0,0 0 0,0 0 0,-1 0 0,1 0 0,-1 1 0,0 0 0,0-1 0,0 1 0,-7-3 0,-1 0 0,-1-1 0,0 2 0,0 0 0,-1 1 0,0 0 0,1 1 0,-24-3 0,35 6 0,0 0 0,-1 0 0,1 0 0,0 0 0,0 0 0,-1 0 0,1 1 0,0-1 0,0 1 0,0 0 0,0-1 0,0 1 0,0 0 0,0 0 0,0 0 0,0 1 0,0-1 0,0 0 0,1 1 0,-1-1 0,1 1 0,-1 0 0,1-1 0,-1 1 0,1 0 0,0 0 0,0 0 0,0 0 0,0 0 0,0 0 0,0 0 0,1 0 0,-1 0 0,1 0 0,0 1 0,-1 3 0,1 1 0,-1 1 0,2-1 0,-1 0 0,1 0 0,0 0 0,1 1 0,-1-1 0,1 0 0,1-1 0,3 10 0,5 2 0,0 0 0,0 0 0,2-1 0,18 19 0,64 56 0,-75-76 40,-1 0 0,23 12 0,-32-22-226,-1-1 1,1 0-1,0-1 0,0 0 1,0-1-1,0 0 1,15 2-1,-13-3-6640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54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24575,'11'34'0,"1"-1"0,2 0 0,19 33 0,62 90 0,-45-78 0,-50-77 0,15 28 0,-14-28 0,-1 0 0,0-1 0,0 1 0,1 0 0,-1 0 0,0-1 0,0 1 0,0 0 0,0 0 0,0 0 0,0-1 0,0 1 0,0 0 0,-1 0 0,1 0 0,0 0 0,-1-1 0,1 1 0,0-1 0,-1 0 0,1 0 0,-1 1 0,1-1 0,0 0 0,-1 0 0,1 1 0,-1-1 0,1 0 0,-1 0 0,1 0 0,-1 0 0,1 0 0,0 1 0,-1-1 0,1 0 0,-1 0 0,1 0 0,-1-1 0,1 1 0,-1 0 0,1 0 0,-1 0 0,1 0 0,-1 0 0,-6-2 0,1 0 0,-1-1 0,1 0 0,0 1 0,-1-2 0,1 1 0,-10-9 0,2 1 0,-23-24 0,31 30-136,1 0-1,0-1 1,0 0-1,1 0 1,0 0-1,0-1 1,0 1-1,1-1 0,-4-9 1,5 5-6690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55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24575,'3'-12'0,"0"-2"0,0 4 0,0 9 0,-1 7 0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55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10 131 24575,'0'0'0,"-1"1"0,0-1 0,1 0 0,-1 1 0,1-1 0,-1 0 0,1 1 0,-1-1 0,1 1 0,0-1 0,-1 1 0,1-1 0,-1 0 0,1 1 0,0 0 0,-1-1 0,1 1 0,0-1 0,0 1 0,-1-1 0,1 1 0,0 0 0,0-1 0,0 1 0,0-1 0,0 2 0,0-1 0,0 0 0,1 1 0,-1-1 0,0 1 0,1-1 0,-1 0 0,1 1 0,0-1 0,-1 0 0,1 0 0,1 2 0,3 2 0,0 1 0,0-1 0,8 7 0,-13-12 0,8 7 0,0-1 0,-1-1 0,2 1 0,-1-1 0,1-1 0,0 0 0,0 0 0,0 0 0,0-1 0,0-1 0,1 1 0,0-2 0,10 2 0,-18-3 0,0-1 0,0 1 0,0 0 0,0-1 0,0 1 0,0-1 0,-1 1 0,1-1 0,0 0 0,0 0 0,0 0 0,-1 0 0,1 0 0,-1 0 0,1-1 0,2-1 0,-3 2 0,-1 0 0,1 0 0,0 0 0,0 0 0,-1 0 0,1 0 0,-1 0 0,1 0 0,-1-1 0,1 1 0,-1 0 0,0 0 0,1 0 0,-1 0 0,0-1 0,0 1 0,0 0 0,0 0 0,0-1 0,0 1 0,0 0 0,0 0 0,-1 0 0,1-2 0,2 6 0,0 1 0,1 0 0,-1-1 0,1 0 0,0 1 0,0-1 0,0 0 0,1-1 0,-1 1 0,1-1 0,-1 1 0,1-1 0,0 0 0,0 0 0,0-1 0,6 3 0,-1-1 0,1-1 0,0 0 0,-1 0 0,1 0 0,0-2 0,12 1 0,-16-1 0,-1-1 0,0 0 0,0 1 0,1-2 0,-1 1 0,0-1 0,0 1 0,0-1 0,-1-1 0,1 1 0,0-1 0,-1 0 0,0 0 0,1 0 0,-1 0 0,0-1 0,-1 0 0,1 0 0,-1 0 0,1 0 0,-1 0 0,3-7 0,-3 5 0,0 0 0,-1-1 0,1 1 0,-2-1 0,1 0 0,-1 1 0,1-1 0,-2 0 0,1 0 0,-1 0 0,0 1 0,-1-1 0,1 0 0,-1 0 0,-1 0 0,-3-12 0,4 15-80,-1 0 0,1-1-1,-1 1 1,0 0 0,0 0-1,-1 0 1,1 0 0,-1 0-1,0 1 1,0-1 0,0 1 0,0 0-1,-1-1 1,1 2 0,-1-1-1,-5-3 1,-3 1-6746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56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24575,'27'15'0,"-2"2"0,0 1 0,-1 1 0,-1 1 0,34 39 0,-41-39 0,-1-1 0,-1 2 0,-1 0 0,-1 0 0,0 1 0,-2 1 0,11 35 0,-6 0 0,-2 1 0,-3 0 0,4 88 0,-13-132 17,-1 1 0,0 0 1,-1-1-1,-1 1 0,-1-1 0,-7 29 0,8-39-76,0 0-1,0-1 1,0 1-1,0-1 1,-1 1 0,1-1-1,-1 0 1,0 0-1,-1 0 1,1 0 0,-1 0-1,1-1 1,-1 0-1,0 0 1,0 0 0,-1 0-1,1 0 1,-1-1-1,1 0 1,-1 0 0,0 0-1,0-1 1,1 1-1,-11 0 1,2-1-6767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58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5 24575,'-2'3'0,"-1"-2"0,-3-2 0,-2 1 0,0-3 0,-1-1 0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58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24575,'-3'22'0,"0"0"0,2 1 0,1-1 0,1 0 0,0 1 0,2-1 0,1 0 0,0 0 0,2 0 0,0-1 0,2 0 0,13 27 0,40 70 0,106 153 0,-155-254-29,-8-13-162,-1 1 0,0-1 0,0 0 1,0 1-1,-1 0 0,4 7 0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58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1 366 24575,'172'36'0,"-104"-21"0,-61-13 0,31 5 0,-36-7 0,1 0 0,0 1 0,0-1 0,0-1 0,0 1 0,0 0 0,0-1 0,0 1 0,5-3 0,-7 3 0,0-1 0,-1 1 0,1-1 0,0 1 0,0-1 0,0 1 0,-1-1 0,1 0 0,0 0 0,-1 1 0,1-1 0,-1 0 0,1 0 0,-1 0 0,1 0 0,-1 1 0,0-1 0,1 0 0,-1-2 0,1 0 0,-1 1 0,0-1 0,0 0 0,0 1 0,0-1 0,0 1 0,-1-5 0,-2-2 0,0 0 0,0 0 0,-5-9 0,-30-58 0,18 37 0,-23-60 0,37 83 0,-10-35 0,14 46 0,1 1 0,1-1 0,-1 1 0,1-1 0,-1 1 0,2-1 0,-1 1 0,1-10 0,-1 14 0,0 0 0,0 0 0,0 0 0,0-1 0,0 1 0,1 0 0,-1 0 0,0 0 0,0-1 0,0 1 0,0 0 0,0 0 0,0 0 0,0-1 0,0 1 0,0 0 0,0 0 0,1 0 0,-1 0 0,0-1 0,0 1 0,0 0 0,0 0 0,1 0 0,-1 0 0,0 0 0,0 0 0,0-1 0,0 1 0,1 0 0,-1 0 0,0 0 0,0 0 0,0 0 0,1 0 0,-1 0 0,0 0 0,1 0 0,6 7 0,4 16 0,-10-21 0,39 98 0,24 51 0,-32-91-273,2-1 0,3-1 0,3-2 0,64 70 0,-91-112-6553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49:59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39 24575,'-1'-4'0,"-4"-18"0,5 21 0,0 1 0,0-1 0,0 1 0,-1-1 0,1 0 0,0 1 0,0-1 0,-1 1 0,1-1 0,0 1 0,-1-1 0,1 1 0,0-1 0,-1 1 0,1-1 0,-1 1 0,1-1 0,-1 1 0,1 0 0,-1-1 0,1 1 0,-1 0 0,1 0 0,-1-1 0,1 1 0,-1 0 0,0 0 0,0 0 0,1 0 0,-1 1 0,1-1 0,-1 1 0,1-1 0,-1 0 0,1 1 0,-1 0 0,1-1 0,-1 1 0,1-1 0,0 1 0,-1-1 0,1 1 0,0 0 0,-1-1 0,1 1 0,0 0 0,0-1 0,0 2 0,-5 18 0,4-15 0,-5 31 0,2 0 0,0 0 0,3 45 0,4-23 0,13 74 0,-11-109 0,0 0 0,2 0 0,0 0 0,1 0 0,17 30 0,-16-37 0,0-1 0,1 0 0,1-1 0,0 0 0,1 0 0,1-2 0,26 23 0,-34-32-79,16 14-564,41 22 0,-50-33-6183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00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0 185 24575,'38'6'0,"-1"1"0,0-1 0,74 1 0,-107-8 0,0 1 0,0 0 0,1-1 0,-1 0 0,0 0 0,0 0 0,0 0 0,0 0 0,7-5 0,-9 5 0,0 0 0,-1-1 0,1 1 0,-1 0 0,1-1 0,-1 0 0,0 1 0,0-1 0,0 0 0,0 1 0,0-1 0,0 0 0,0 0 0,0 0 0,-1 0 0,1 0 0,-1 0 0,1 0 0,-1 0 0,0 0 0,0-4 0,0-1 0,-1-1 0,0 1 0,0-1 0,-1 1 0,0 0 0,0 0 0,-1-1 0,0 2 0,0-1 0,0 0 0,-1 1 0,0-1 0,-1 1 0,1 0 0,-1 0 0,0 1 0,0 0 0,-1 0 0,0 0 0,0 0 0,0 1 0,-10-5 0,15 8 0,-1 0 0,0 0 0,1 0 0,-1 1 0,0-1 0,0 0 0,0 1 0,1 0 0,-1-1 0,0 1 0,0 0 0,0 0 0,0 0 0,0 0 0,0 0 0,0 1 0,1-1 0,-1 0 0,0 1 0,0 0 0,0-1 0,1 1 0,-1 0 0,0 0 0,1 0 0,-1 0 0,0 0 0,1 0 0,0 0 0,-1 1 0,1-1 0,0 0 0,-1 1 0,1 0 0,0-1 0,0 1 0,-1 2 0,-2 3 0,1 0 0,0 1 0,1-1 0,-1 0 0,1 1 0,1 0 0,-1-1 0,1 9 0,0 2 0,0 0 0,1 0 0,2 0 0,-1 0 0,6 17 0,-5-26 0,0-1 0,1 1 0,1-1 0,-1 0 0,1 0 0,1-1 0,-1 1 0,1-1 0,1 0 0,-1 0 0,1-1 0,9 9 0,-4-6 0,0 0 0,1-1 0,0-1 0,0 1 0,22 8 0,-13-9 0,-1 0 0,44 7 0,15-3-1365,-65-10-5461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00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24575,'27'41'0,"32"68"0,15 26 0,-45-96 0,-17-23 0,0 1 0,10 18 0,-22-34 0,1 0 0,0 1 0,-1-1 0,1 0 0,-1 0 0,1 1 0,-1-1 0,1 0 0,-1 1 0,0-1 0,0 1 0,0-1 0,0 0 0,0 1 0,0-1 0,0 0 0,0 1 0,0-1 0,-1 1 0,1-1 0,-1 0 0,0 2 0,0-2 0,0 1 0,0-1 0,0-1 0,-1 1 0,1 0 0,0 0 0,0 0 0,-1-1 0,1 1 0,0 0 0,-1-1 0,1 1 0,-1-1 0,1 0 0,-1 0 0,1 1 0,0-1 0,-1 0 0,1 0 0,-1 0 0,-1-1 0,-8 0-195,1-1 0,0 0 0,-1-1 0,1 0 0,1 0 0,-17-9 0,11 5-6631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00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24575,'0'-12'0,"3"-2"0,0 4 0,0 7 0,0 5 0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01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24575,'8'12'0,"0"0"0,0 0 0,1-1 0,14 14 0,3 5 0,-15-17 0,6 8 0,1 0 0,33 29 0,-46-46 0,0 0 0,1 0 0,0 0 0,-1 0 0,1-1 0,1 0 0,-1 0 0,0-1 0,1 0 0,-1 0 0,1 0 0,0-1 0,-1 0 0,1 0 0,12-1 0,-17 0 0,0 0 0,0 0 0,0-1 0,-1 1 0,1 0 0,0-1 0,0 0 0,-1 1 0,1-1 0,0 0 0,-1 0 0,1 0 0,-1 0 0,1 0 0,-1 0 0,1 0 0,-1-1 0,0 1 0,3-3 0,-3 1 0,0 1 0,0-1 0,0 0 0,0 1 0,0-1 0,0 0 0,-1 1 0,1-1 0,-1 0 0,0 0 0,0-5 0,-1 0 0,0 0 0,0 0 0,-1 0 0,0 0 0,-1 0 0,0 0 0,-7-13 0,59 64 0,-39-33 0,1-2 0,0 1 0,0-1 0,20 10 0,-24-14 0,0-1 0,0 0 0,1 0 0,-1-1 0,1 0 0,-1 0 0,1-1 0,0 0 0,12 0 0,-18-1 0,-1 0 0,1 0 0,0 0 0,0-1 0,-1 1 0,1-1 0,0 1 0,0-1 0,-1 0 0,1 1 0,-1-1 0,1 0 0,-1 0 0,1 0 0,-1 0 0,1 0 0,1-3 0,-1 2 0,0-1 0,-1 1 0,0-1 0,1 1 0,-1-1 0,0 1 0,0-1 0,-1 0 0,1 1 0,0-5 0,0-3 0,-1 1 0,0 0 0,0-1 0,-1 1 0,-4-17 0,1 12-136,0 1-1,-2 0 1,1 0-1,-1 0 1,-1 1-1,-1 0 1,1 0-1,-2 0 0,-16-17 1,12 16-6690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01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24575,'24'14'0,"0"0"0,-1 2 0,-1 1 0,0 1 0,-2 0 0,0 2 0,-1 0 0,0 1 0,-2 1 0,-1 1 0,-1 0 0,-1 1 0,0 1 0,18 52 0,-17-35 0,-3 0 0,-2 1 0,-1 0 0,-2 1 0,-3-1 0,0 52 0,-4-79-80,-2 0 0,0-1-1,0 1 1,-2-1 0,0 1-1,0-1 1,-2-1 0,0 1-1,0-1 1,-2 0 0,1 0 0,-2-1-1,0 0 1,0 0 0,-1-1-1,-15 14 1,10-13-6746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07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362 15 24575,'1'0'0,"-1"1"0,0-1 0,0 0 0,0 0 0,0 0 0,1 0 0,-1 0 0,0 0 0,0 1 0,0-1 0,0 0 0,0 0 0,0 0 0,0 0 0,0 1 0,1-1 0,-1 0 0,0 0 0,0 0 0,0 1 0,0-1 0,0 0 0,0 0 0,0 0 0,0 1 0,0-1 0,0 0 0,0 0 0,0 0 0,0 1 0,0-1 0,0 0 0,-1 0 0,1 0 0,0 0 0,0 1 0,0-1 0,0 0 0,0 0 0,0 0 0,-1 1 0,-9 3 0,-16-2 0,25-2 0,-36 0 44,-1-2-1,-52-10 0,47 5-790,-62-1-1,93 8-6078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08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47 24575,'-5'-10'0,"-4"-3"0,-3 3 0,-2 3 0,-1 3 0,0 2 0,-1 2 0,1 0 0,-2 0 0,-2 1 0,-1 0 0,-3-1 0,-2 0 0,1 1 0,2-1 0,-1 0 0,2 0 0,4 0-8191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09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24575,'-1'-18'0,"1"8"0,3 25 0,3 10 0,1 0 0,0 0 0,14 27 0,38 70 0,-18-41 0,13 35 0,77 154 0,-129-265 0,1 1 0,1-1 0,-1 0 0,1-1 0,7 9 0,-10-12 0,-1-1 0,1 1 0,0 0 0,0-1 0,0 1 0,-1 0 0,1-1 0,0 1 0,0-1 0,0 1 0,0-1 0,0 0 0,0 0 0,0 1 0,0-1 0,0 0 0,0 0 0,0 0 0,0 0 0,0 0 0,0 0 0,0 0 0,0 0 0,0 0 0,0-1 0,0 1 0,0 0 0,0-1 0,0 1 0,0-1 0,0 1 0,0-1 0,0 1 0,0-1 0,-1 1 0,1-1 0,0 0 0,0 0 0,-1 1 0,2-3 0,2-3 0,0 0 0,0 0 0,0-1 0,-1 1 0,0-1 0,-1 0 0,3-10 0,9-53 0,-11 55 0,3-36 0,-2 0 0,-2 1 0,-6-61 0,-2 82 0,4 19 0,7 23 0,3 9 0,0 0 0,2-1 0,22 38 0,-25-49 0,1 1 0,0-2 0,0 1 0,1-1 0,0 0 0,0-1 0,1 0 0,20 12 0,-24-17 0,0 0 0,1-1 0,-1 1 0,0-1 0,1-1 0,-1 1 0,1-1 0,0 0 0,-1-1 0,12 1 0,-16-1 0,1 0 0,-1-1 0,0 1 0,1 0 0,-1-1 0,0 1 0,1-1 0,-1 0 0,0 0 0,0 0 0,0 0 0,0 0 0,0 0 0,0 0 0,0-1 0,0 1 0,0-1 0,-1 1 0,1-1 0,0 0 0,-1 0 0,0 0 0,1 0 0,-1 0 0,0 0 0,0 0 0,0 0 0,0 0 0,0 0 0,-1-1 0,1 1 0,0-4 0,0-10 0,-1 0 0,0 0 0,-1-1 0,0 1 0,-2 0 0,0 0 0,-1 0 0,-6-18 0,-10-17 0,-28-53 0,11 25 0,6 9-1365,28 59-5461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10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0 24575,'-3'4'0,"-1"0"0,1 1 0,0-1 0,1 0 0,-1 1 0,1 0 0,0 0 0,-2 6 0,-10 43 0,11-40 0,-2 11 0,1 1 0,1-1 0,1 1 0,2 0 0,0 0 0,2-1 0,1 1 0,0 0 0,2-1 0,1 0 0,13 32 0,-6-23 0,2 0 0,1-1 0,1 0 0,3-2 0,0 0 0,2-1 0,1-1 0,37 36 0,-54-59-341,1-1 0,0 0-1,14 8 1,-13-9-6485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10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1 306 24575,'10'-2'0,"17"-3"0,-1-1 0,33-13 0,-50 16 0,0-1 0,-1-1 0,0 1 0,0-1 0,0-1 0,0 1 0,-1-1 0,0-1 0,0 1 0,8-12 0,-11 13 0,-1 0 0,0 0 0,0-1 0,0 0 0,0 1 0,-1-1 0,0 0 0,0 0 0,-1-1 0,0 1 0,0 0 0,0 0 0,-1-1 0,0 1 0,0 0 0,0-1 0,-3-10 0,2 13 0,0-1 0,0 1 0,-1 0 0,0-1 0,0 1 0,0 0 0,0 0 0,0 0 0,-1 1 0,0-1 0,0 0 0,0 1 0,0 0 0,0 0 0,-1 0 0,0 0 0,1 0 0,-1 1 0,0 0 0,0-1 0,0 2 0,-1-1 0,1 0 0,0 1 0,-6-2 0,4 2 0,0 0 0,0 0 0,1 1 0,-1 0 0,0 0 0,0 0 0,0 0 0,0 1 0,0 0 0,1 0 0,-1 1 0,-6 2 0,8-2 0,1 0 0,-1 0 0,1 0 0,-1 1 0,1-1 0,-1 1 0,1 0 0,0 0 0,1 0 0,-1 0 0,0 1 0,1-1 0,0 1 0,0 0 0,0-1 0,0 1 0,-2 6 0,2-3 0,0-1 0,1 1 0,0-1 0,0 1 0,0-1 0,1 1 0,0 0 0,0-1 0,1 1 0,1 6 0,0-3 0,1 0 0,0-1 0,0 1 0,1-1 0,1 0 0,4 9 0,3 0 0,0-1 0,1-1 0,1 0 0,0-1 0,30 24 0,-25-24 0,1-1 0,0-1 0,35 16 0,-40-22 0,0-1 0,0-1 0,0 0 0,1-1 0,-1-1 0,23 3 0,-34-6 15,0 0 0,-1 0 0,1 0 0,0 0 0,0-1 0,0 0 0,5-1 0,-7 1-93,0 1 0,-1-1 0,1 0-1,-1 0 1,1 0 0,-1 0 0,0 0 0,1 0 0,-1 0-1,0 0 1,0-1 0,0 1 0,0 0 0,0-1 0,0 1-1,0-1 1,0 1 0,1-4 0,1-6-6748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11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24575,'21'72'0,"59"168"0,-60-192 0,53 114 0,-71-159 0,6 17 0,-8-20 0,0 0 0,0 0 0,0 1 0,0-1 0,0 0 0,0 0 0,0 0 0,0 1 0,0-1 0,0 0 0,0 0 0,0 1 0,-1-1 0,1 0 0,0 0 0,0 0 0,0 1 0,0-1 0,0 0 0,0 0 0,-1 0 0,1 0 0,0 1 0,0-1 0,0 0 0,-1 0 0,1 0 0,0 0 0,-12 0 0,-4-5 0,1-1 0,1 0 0,-27-15 0,9 4 0,-25-11-1365,39 20-5461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11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24575,'-2'7'0,"-1"5"0,0 3 0,0-1-8191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11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24575,'0'3'0,"1"0"0,-1 1 0,1-1 0,0 0 0,0 0 0,1 0 0,-1-1 0,0 1 0,1 0 0,0 0 0,0-1 0,0 1 0,0-1 0,0 0 0,0 1 0,1-1 0,3 3 0,6 4 0,1-1 0,16 10 0,-19-13 0,0-1 0,1 1 0,-1-2 0,1 1 0,16 2 0,-23-5 0,0 0 0,0-1 0,0 1 0,0-1 0,0 0 0,0 0 0,1-1 0,-1 1 0,0-1 0,0 0 0,0 0 0,0 0 0,-1-1 0,1 1 0,0-1 0,0 0 0,5-4 0,-7 5 0,-1-1 0,1 1 0,-1-1 0,0 1 0,1-1 0,-1 0 0,0 1 0,0-1 0,0 0 0,0 0 0,-1 0 0,1 0 0,0 0 0,-1 0 0,0 0 0,1 0 0,-1 0 0,0 0 0,0 0 0,0 0 0,0 0 0,0 0 0,-1 0 0,0-3 0,0 0 0,-1 1 0,0-1 0,0 1 0,0 0 0,0 0 0,-1 0 0,1 0 0,-1 0 0,-6-5 0,3 5 0,4 6 0,6 11 0,2-4 0,0 0 0,1 0 0,0-1 0,1 0 0,-1 0 0,2-1 0,-1 0 0,1 0 0,0-1 0,0 0 0,15 6 0,-16-7 0,1-2 0,0 1 0,0-1 0,0-1 0,1 0 0,-1 0 0,1-1 0,-1 0 0,1 0 0,-1-1 0,1-1 0,-1 1 0,14-4 0,-19 3 7,0 0 0,0 0-1,-1 0 1,1-1 0,-1 1-1,1-1 1,-1 0-1,1 0 1,-1 0 0,0 0-1,0-1 1,0 1 0,-1-1-1,1 0 1,0 0 0,-1 0-1,3-4 1,-2 1-142,-1 1 0,0-1 0,0 0 0,0 1 0,-1-1 0,0 0 0,0 0 0,0 0 0,-1 0 0,0-8 0,-1 0-6691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12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24575,'46'64'0,"73"134"0,-93-145 0,-2 1 0,-3 0 0,19 75 0,-38-121 0,28 130 0,-25-111 0,-2 1 0,-1-1 0,-1 31 0,-2-52 8,1 0 0,-1 1 0,0-1 0,-1 0 0,0 0 0,0 0 0,0 0 0,0 0 0,-1-1 0,0 1 0,0-1 0,-1 0 0,1 1 0,-9 8 0,3-6-220,-1 0 0,1-1 0,-1 0-1,0 0 1,-1-1 0,-19 8 0,10-5-6614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13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24575,'2'17'0,"1"-1"0,1-1 0,0 1 0,12 28 0,-2-6 0,21 58 0,57 112 0,-64-142-1365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13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0 127 24575,'17'-5'0,"9"-2"0,1 1 0,0 1 0,-4 2 0,-2-2 0,-2 0 0,-3 2 0,-1-2 0,0-2 0,-1-3 0,-3-2 0,-3-1 0,-3-1 0,-2-1 0,-2 3-8191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13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24575,'0'1'0,"-1"0"0,1 0 0,-1 0 0,1 0 0,-1 0 0,1 0 0,0 0 0,-1 0 0,1 1 0,0-1 0,0 0 0,0 0 0,0 0 0,0 0 0,0 0 0,0 2 0,4 20 0,-3-17 0,10 37 0,2-1 0,2 0 0,24 48 0,-32-73 0,92 183-65,-63-131-1235,-30-57-5526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14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24575,'-13'85'0,"11"165"0,3-140 0,-1-76 0,2 0 0,1 0 0,9 37 0,-8-53 0,1 1 0,1-1 0,1 0 0,1-1 0,0 0 0,1 0 0,13 17 0,-13-20 0,2-1 0,0-1 0,0 0 0,1 0 0,1-1 0,0-1 0,0 0 0,1 0 0,0-2 0,1 0 0,28 12 0,-20-11-341,0-1 0,0-1-1,27 4 1,-33-9-6485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15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15 161 24575,'138'-90'0,"-136"89"0,-1 0 0,1 0 0,-1 0 0,0 0 0,1-1 0,-1 1 0,0 0 0,0-1 0,0 1 0,0-1 0,0 1 0,0-1 0,0 1 0,-1-1 0,1 0 0,-1 1 0,1-1 0,-1 0 0,1 1 0,-1-1 0,0-2 0,0 2 0,0 1 0,-1-1 0,1 1 0,-1-1 0,1 1 0,-1 0 0,0-1 0,1 1 0,-1 0 0,0-1 0,0 1 0,0 0 0,0 0 0,0 0 0,0 0 0,0 0 0,-1 0 0,1 0 0,0 0 0,-1 0 0,1 1 0,0-1 0,-1 0 0,-2 0 0,-1-1 0,0 1 0,0 0 0,0-1 0,0 2 0,0-1 0,-1 0 0,1 1 0,0 0 0,-1 1 0,1-1 0,0 1 0,0 0 0,-1 0 0,1 0 0,0 1 0,0 0 0,0 0 0,1 0 0,-8 4 0,9-4 0,0 1 0,1-1 0,-1 0 0,0 1 0,1-1 0,-1 1 0,1 0 0,0 0 0,0 0 0,0 0 0,0 0 0,1 0 0,-1 1 0,1-1 0,0 0 0,0 1 0,0-1 0,0 1 0,1 0 0,-1-1 0,1 1 0,0-1 0,0 1 0,0 0 0,1-1 0,-1 1 0,1-1 0,0 1 0,1 3 0,0-1 0,1 0 0,0 0 0,0-1 0,1 1 0,-1 0 0,1-1 0,0 0 0,1 0 0,-1 0 0,1-1 0,0 0 0,0 0 0,1 0 0,-1 0 0,1-1 0,8 4 0,10 4 0,2 0 0,40 10 0,-56-19 0,141 36 0,-139-36-455,0 0 0,21 0 0,-21-2-6371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15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0 24575,'-2'0'0,"-4"3"0,-3 0 0,-2 0 0,-2 2 0,-4 0 0,-1-1 0,-3 2 0,-2-1 0,-2-1 0,-3-1 0,2-1 0,3-1 0,5-1-8191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16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24575,'1'3'0,"1"-1"0,0 1 0,-1 0 0,1-1 0,-1 1 0,0 0 0,0 0 0,0 0 0,0 0 0,0 4 0,2 4 0,20 77 0,38 118 0,-1-67 0,-59-138 0,-1 0 0,1 0 0,-1 0 0,0 0 0,1-1 0,-1 1 0,0 0 0,0 0 0,0 0 0,1 0 0,-1 0 0,0 0 0,0 0 0,-1 1 0,1-1 0,0 0 0,0 1 0,-1-2 0,1 0 0,0 1 0,-1-1 0,1 0 0,0 0 0,-1 0 0,1 1 0,-1-1 0,1 0 0,0 0 0,-1 0 0,1 0 0,-1 0 0,1 1 0,0-1 0,-1 0 0,1 0 0,-1 0 0,1 0 0,0 0 0,-1 0 0,1-1 0,-1 1 0,1 0 0,-1 0 0,0 0 0,-4-2 0,-1-1 0,0 0 0,-9-6 0,13 8 0,-13-8 0,0-2 0,1 0 0,0 0 0,1-2 0,0 1 0,-20-27 0,31 36 0,1 1 0,-1 0 0,1-1 0,0 0 0,0 1 0,-1-1 0,2 1 0,-1-1 0,0 0 0,0 0 0,1 1 0,0-1 0,-1-3 0,1 5 0,1-1 0,-1 1 0,0-1 0,1 1 0,-1 0 0,1-1 0,-1 1 0,1 0 0,0 0 0,-1-1 0,1 1 0,0 0 0,0 0 0,0 0 0,0 0 0,0 0 0,0 0 0,0 0 0,0 0 0,0 1 0,1-1 0,-1 0 0,0 1 0,0-1 0,1 1 0,-1-1 0,3 0 0,4-1-136,0 1-1,0 0 1,1 0-1,-1 0 1,0 1-1,1 1 1,-1-1-1,0 1 0,12 3 1,-4 0-6690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16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28 24575,'-2'-9'0,"-2"-2"0,1 4 0,1 6 0,0 5 0,1 5 0,0 3 0,1-1-8191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16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8 116 24575,'-1'1'0,"0"0"0,1 1 0,-1-1 0,0 1 0,0-1 0,1 1 0,-1 0 0,1-1 0,0 1 0,-1 0 0,1-1 0,0 1 0,0 0 0,0-1 0,0 1 0,0 0 0,0-1 0,1 1 0,-1-1 0,1 1 0,0 3 0,3 5 0,-1 0 0,8 11 0,-8-15 0,0 0 0,0 0 0,0 0 0,1-1 0,0 1 0,0-1 0,0 0 0,1 0 0,0-1 0,0 1 0,0-1 0,0 0 0,1-1 0,-1 1 0,1-1 0,0 0 0,0 0 0,0-1 0,8 2 0,-13-3 0,1-1 0,0 0 0,-1 0 0,1 1 0,0-1 0,0 0 0,-1 0 0,1-1 0,0 1 0,0 0 0,-1-1 0,1 1 0,0-1 0,-1 1 0,1-1 0,-1 0 0,1 0 0,-1 0 0,1 1 0,-1-2 0,1 1 0,-1 0 0,0 0 0,1 0 0,-1-1 0,0 1 0,0 0 0,0-1 0,0 1 0,0-1 0,-1 1 0,1-1 0,0-2 0,2-4 0,0-1 0,-1 1 0,-1-1 0,0 0 0,1-10 0,-2 13 0,0 6 0,0-1 0,0 1 0,0-1 0,0 1 0,0-1 0,0 1 0,0-1 0,0 1 0,0-1 0,0 1 0,1-1 0,-1 1 0,0-1 0,0 1 0,1-1 0,-1 1 0,0 0 0,0-1 0,1 1 0,-1-1 0,0 1 0,1 0 0,-1-1 0,1 1 0,-1 0 0,1-1 0,0 1 0,-1 0 0,1 0 0,-1 0 0,1 0 0,0 1 0,-1-1 0,1 0 0,-1 0 0,1 0 0,0 1 0,-1-1 0,1 0 0,-1 1 0,1-1 0,-1 0 0,1 1 0,0 0 0,21 26 0,-19-24 0,6 9 0,1 1 0,1-1 0,19 16 0,-27-25 0,0 0 0,1 0 0,-1-1 0,1 0 0,0 0 0,-1 0 0,1 0 0,0 0 0,0-1 0,0 0 0,1 0 0,-1 0 0,0 0 0,0-1 0,1 1 0,-1-1 0,0 0 0,7-1 0,-9 0 0,0 1 0,0-1 0,0 0 0,0 0 0,0 0 0,0 0 0,0 0 0,0 0 0,0 0 0,-1 0 0,1-1 0,0 1 0,-1-1 0,1 1 0,1-4 0,0 1 0,-2 1 0,1-1 0,0 1 0,-1-1 0,1 0 0,-1 0 0,0 1 0,0-6 0,1-3 0,-2 0 0,1-1 0,-2 1 0,-2-20 0,2 19-124,-1 0 0,-1 0 0,0 0 0,-1 1 0,0-1 0,-1 1-1,0 0 1,-1 0 0,-1 1 0,-9-14 0,4 11-6702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17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24575,'10'0'0,"-1"1"0,1 1 0,0 0 0,0 0 0,-1 1 0,0 0 0,1 0 0,-1 1 0,0 1 0,-1 0 0,1 0 0,-1 0 0,0 1 0,0 0 0,12 14 0,-2-1 0,-1 1 0,0 0 0,-2 1 0,23 42 0,-20-27-93,-1 2 0,20 64 1,6 84-187,-37-148 335,-1 0-1,-2 0 1,-2 0 0,-6 62 0,2-78-29,-1 0 1,-1-1 0,-1 1 0,0-1 0,-2-1 0,0 1 0,-2-1 0,0 0-1,-17 24 1,-17 14-1393,26-35-5461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24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2813 17 24575,'-19'-4'0,"0"0"0,-1 1 0,0 1 0,1 0 0,-30 3 0,16-1 0,-160 8 0,112-3 0,-795 26-1011,-167-32 591,838-6 1058,-31-1 155,326-2-793,134 19 0,-130-2 0,569 18-2839,-371-20 1058,324 5-636,-1-21 2403,-583 11 80,-19 0 122,0 0 0,0-1 0,0 0 0,-1-1 0,19-5 0,-25 3 139,-8 1 172,-9-2 580,-24-4-250,1 3 0,-1 0 0,-39 0 1,48 4-1007,-319-12-784,-1 16-274,-261 36 728,187-8-390,357-26 852,-381 12 2998,309-24-1475,56 1-1452,78 7-19,0 0 0,0 0 0,0 0 0,0 0 0,0 0 1,0 0-1,0 0 0,0-1 0,0 1 0,0 0 0,0-1 0,0 1 0,0-1 0,1 1 0,-1-1 0,-1 0 0,3-4-208,9 0-1083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39.1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24575,'1'4'0,"-1"0"0,1 0 0,0 0 0,1 0 0,2 6 0,1 4 0,13 36 0,38 76 0,2 3 0,-53-104 0,-5-25 0,0 1 0,0-1 0,1 0 0,-1 1 0,0-1 0,0 0 0,0 1 0,0-1 0,0 1 0,0-1 0,0 0 0,0 1 0,0-1 0,0 0 0,0 1 0,0-1 0,-1 0 0,1 1 0,0-1 0,0 0 0,0 1 0,0-1 0,-1 0 0,1 1 0,0-1 0,0 0 0,0 0 0,-1 1 0,1-1 0,0 0 0,-1 0 0,1 1 0,0-1 0,-1 0 0,1 0 0,0 0 0,0 0 0,-1 0 0,1 1 0,-1-1 0,1 0 0,0 0 0,-1 0 0,1 0 0,0 0 0,-1 0 0,1 0 0,0 0 0,-1 0 0,1 0 0,0 0 0,-1 0 0,1-1 0,-1 1 0,1 0 0,0 0 0,0 0 0,-1 0 0,1-1 0,0 1 0,-1 0 0,1 0 0,0 0 0,0-1 0,-1 0 0,-8-5-93,1-1-1,1 0 0,-1 0 1,1-1-1,0 0 0,-7-11 0,8 11-615,-6-8-6117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39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896 27 24575,'-142'-22'0,"121"20"0,-1 1 0,0 1 0,0 2 0,-33 5 0,-14 5 0,-136 8 0,158-20 0,0-1 0,1-3 0,-87-18 0,86 11-1365,30 7-5461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40.2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 24575,'-2'4'0,"-1"0"0,1 1 0,1-1 0,-1 1 0,1 0 0,0-1 0,0 1 0,0 0 0,0 0 0,1 0 0,0 0 0,0 0 0,1 5 0,0 2 0,1 1 0,1-1 0,7 23 0,5 2 0,1 0 0,2 0 0,1-2 0,2 0 0,1-1 0,2-2 0,51 54 0,-73-84 0,0 0 0,0 0 0,0 0 0,0-1 0,0 1 0,0-1 0,1 0 0,-1 1 0,5 0 0,-6-1 0,-1-1 0,1 0 0,0 0 0,-1 0 0,1 0 0,0 0 0,0 0 0,-1 0 0,1-1 0,0 1 0,0 0 0,-1 0 0,1 0 0,0-1 0,-1 1 0,1 0 0,0-1 0,-1 1 0,1-1 0,-1 1 0,1-1 0,-1 1 0,1-1 0,-1 1 0,1-1 0,-1 1 0,1-1 0,-1 0 0,0 1 0,1-1 0,-1 0 0,0 1 0,1-1 0,-1 0 0,0 1 0,0-1 0,0 0 0,0 0 0,0 0 0,2-12 0,0 0 0,-1 1 0,-1-1 0,-2-23 0,1 17 0,1-22 0,0 40 0,0-1 0,0 0 0,0 1 0,1-1 0,-1 1 0,0-1 0,1 0 0,-1 1 0,1-1 0,-1 1 0,1-1 0,0 1 0,0-1 0,0 1 0,0 0 0,0-1 0,0 1 0,0 0 0,0 0 0,0 0 0,1 0 0,-1 0 0,0 0 0,1 0 0,-1 0 0,4-1 0,-3 2 0,0-1 0,1 1 0,-1 0 0,1 0 0,-1 0 0,1 0 0,-1 0 0,1 1 0,-1-1 0,1 1 0,-1 0 0,1-1 0,-1 1 0,0 0 0,0 0 0,1 1 0,2 1 0,94 72 0,-68-49 0,49 30 0,-70-50 0,-1 0 0,1 0 0,0-1 0,0 0 0,0 0 0,13 2 0,-22-6 0,0-1 0,0 0 0,0 0 0,0 0 0,0 0 0,0 0 0,0 0 0,0 0 0,0 0 0,0-1 0,-1 1 0,1 0 0,0 0 0,0-1 0,0 1 0,0-1 0,0 1 0,0-1 0,0 1 0,-1-1 0,2-1 0,0 1 0,-1-1 0,1 0 0,-1 0 0,0 0 0,0 0 0,0 0 0,0 0 0,0 0 0,1-3 0,-1-1 0,1 0 0,-1 0 0,-1 0 0,1 0 0,-1 0 0,0-10 0,-4-1 0,3 14 0,0 0 0,0 0 0,1 0 0,-1 0 0,1-1 0,0 1 0,-1 0 0,1 0 0,1-6 0,-1 9 0,1-1 0,-1 1 0,0 0 0,0 0 0,0 0 0,0 0 0,0 0 0,0-1 0,0 1 0,0 0 0,0 0 0,0 0 0,0 0 0,1 0 0,-1 0 0,0-1 0,0 1 0,0 0 0,0 0 0,0 0 0,1 0 0,-1 0 0,0 0 0,0 0 0,0 0 0,0 0 0,0 0 0,1 0 0,-1 0 0,0 0 0,0 0 0,0 0 0,0 0 0,1 0 0,-1 0 0,0 0 0,0 0 0,0 0 0,0 0 0,1 0 0,-1 0 0,8 7 0,5 10 0,-12-16 0,2 3 0,8 13 0,0-1 0,1 0 0,1-1 0,0 0 0,21 17 0,-32-31 0,0 1 0,0-1 0,1 0 0,-1 0 0,0 0 0,0 0 0,0 0 0,1-1 0,-1 1 0,4 0 0,-6-1 0,1 0 0,0 0 0,-1 0 0,1 0 0,0-1 0,-1 1 0,1 0 0,-1 0 0,1 0 0,0-1 0,-1 1 0,1 0 0,-1 0 0,1-1 0,-1 1 0,1 0 0,-1-1 0,1 1 0,-1-1 0,0 1 0,1-1 0,-1 1 0,1-1 0,-1 1 0,0-1 0,1 1 0,-1-1 0,0 1 0,0-1 0,0 0 0,1 1 0,-1-1 0,0 1 0,0-1 0,0 0 0,0 1 0,0-1 0,0 0 0,0 1 0,0-1 0,0 1 0,0-1 0,-1 0 0,1 1 0,0-2 0,-2-6-29,-1 0 0,1 0 0,-1 1 0,-1-1 0,1 1 0,-7-10 0,2 2-1133,-2-3-5664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40.4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24575,'0'-5'0,"0"1"0,0 3 0,0 5 0,0 4 0,0 3 0,0 2 0,0 1 0,0-1-8191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40.7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320 1 24575,'-19'0'0,"0"1"0,-25 4 0,39-4 0,0 0 0,0 0 0,0 0 0,0 1 0,1 0 0,-1 0 0,0 0 0,1 0 0,-1 1 0,1 0 0,0 0 0,0 0 0,-6 7 0,9-9 0,-1 1 0,1 0 0,0 0 0,0 0 0,0 0 0,0 0 0,0 0 0,0 0 0,0 0 0,1 0 0,-1 0 0,1 0 0,0 1 0,0-1 0,-1 0 0,1 0 0,1 3 0,-1-1 0,1-1 0,0 1 0,0 0 0,1 0 0,-1-1 0,1 1 0,0-1 0,0 1 0,2 2 0,5 6 0,1 0 0,1-1 0,21 18 0,-30-28 0,43 35 0,3-2 0,76 42 0,-123-75 0,21 13 0,-15-5 0,-7-9 0,0 0 0,-1 1 0,1-1 0,0 0 0,0 0 0,0 1 0,0-1 0,0 0 0,0 0 0,0 1 0,-1-1 0,1 0 0,0 0 0,0 0 0,0 1 0,0-1 0,-1 0 0,1 0 0,0 0 0,0 1 0,-1-1 0,1 0 0,0 0 0,0 0 0,-1 0 0,1 0 0,0 0 0,0 0 0,-1 0 0,1 0 0,0 1 0,0-1 0,-1 0 0,-14 1 0,0 1 0,0-2 0,0 0 0,0 0 0,-28-6 0,1 1 0,-22-1-101,-170-10-1163,217 16-5562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41.1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4 24575,'-4'-2'0,"-3"1"0,1 3 0,3 5 0,5 2 0,3 3 0,1 2 0,4 0 0,2-1 0,-2-1 0,1-3 0,-1 1 0,-1-3 0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41.3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24575,'7'-5'0,"3"1"0,-1 4 0,1 3 0,-1 5 0,-3 3 0,-1 5 0,-3 1 0,-1-1-8191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41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342 68 24575,'-7'-3'0,"-34"-14"0,-1 1 0,-52-13 0,90 29 0,1-1 0,-1 0 0,0 1 0,0 0 0,1 0 0,-1 0 0,-4 1 0,7-1 0,0 0 0,0 0 0,0 1 0,0-1 0,0 0 0,0 1 0,0-1 0,1 1 0,-1-1 0,0 1 0,0-1 0,1 1 0,-1 0 0,0-1 0,0 1 0,1 0 0,-1 0 0,1-1 0,-1 1 0,1 0 0,-1 0 0,1 0 0,0 0 0,-1 0 0,1 0 0,0 0 0,-1-1 0,1 1 0,0 0 0,0 2 0,0 4 0,1 1 0,-1-1 0,1 0 0,1 0 0,-1 0 0,1 0 0,0 0 0,1 0 0,0 0 0,7 12 0,3 1 0,29 37 0,-15-27 0,1-1 0,35 28 0,-5-6 0,-56-49 0,2 2 0,-1-1 0,1 1 0,-1-1 0,4 6 0,-7-8 0,0-1 0,1 0 0,-1 1 0,0-1 0,0 1 0,1-1 0,-1 1 0,0-1 0,0 0 0,0 1 0,0-1 0,1 1 0,-1-1 0,0 1 0,0-1 0,0 1 0,0-1 0,0 1 0,0-1 0,0 1 0,-1-1 0,1 1 0,0-1 0,0 1 0,0-1 0,0 0 0,-1 1 0,1-1 0,0 1 0,0-1 0,-1 1 0,1-1 0,0 0 0,-1 1 0,1-1 0,0 0 0,-1 1 0,1-1 0,0 0 0,-1 0 0,1 1 0,-1-1 0,1 0 0,-1 0 0,1 0 0,-1 1 0,1-1 0,0 0 0,-1 0 0,1 0 0,-1 0 0,1 0 0,-1 0 0,1 0 0,-2 0 0,-8 1 0,-1 0 0,0-1 0,0 0 0,0-1 0,-15-3 0,-56-15 0,38 8 0,2 1-682,-62-7-1,84 16-6143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42.4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6 206 24575,'-4'-3'0,"3"4"0,5 8 0,19 17 0,0-1 0,50 40 0,-60-54 0,0-2 0,1 0 0,1 0 0,0-1 0,0-1 0,0 0 0,32 8 0,-45-14 0,1-1 0,0 1 0,-1-1 0,1 0 0,0 1 0,0-1 0,0 0 0,-1-1 0,1 1 0,0 0 0,0-1 0,4-1 0,-6 1 0,0 0 0,1 0 0,-1 1 0,0-1 0,0 0 0,-1 0 0,1 0 0,0 0 0,0 0 0,0 0 0,-1 0 0,1-1 0,0 1 0,-1 0 0,1 0 0,-1 0 0,0-1 0,1 1 0,-1 0 0,0 0 0,0-1 0,0 1 0,0 0 0,0-1 0,0 1 0,0 0 0,0-1 0,0 1 0,-1-2 0,-2-11 0,-1 0 0,-1 0 0,0 0 0,-13-23 0,9 18 0,-9-25 0,18 42 0,-1 1 0,1 0 0,-1 0 0,1 0 0,0 0 0,0 0 0,0-1 0,0 1 0,0 0 0,0 0 0,0 0 0,0-1 0,0-1 0,1 3 0,-1 0 0,0 0 0,0-1 0,0 1 0,1 0 0,-1 0 0,0-1 0,0 1 0,1 0 0,-1 0 0,0 0 0,0-1 0,1 1 0,-1 0 0,0 0 0,1 0 0,-1 0 0,0 0 0,1 0 0,-1 0 0,0 0 0,0 0 0,1 0 0,-1 0 0,0 0 0,1 0 0,-1 0 0,0 0 0,1 0 0,-1 0 0,4 1 0,0 1 0,0-1 0,0 1 0,-1 0 0,1 0 0,3 3 0,53 40 0,12 9 0,-60-46 0,1 0 0,0-1 0,26 10 0,-32-15 0,1 1 0,-1-2 0,0 1 0,0-1 0,14 1 0,-19-2 0,-1 0 0,1 0 0,0 0 0,0-1 0,0 1 0,-1 0 0,1-1 0,0 1 0,0-1 0,-1 1 0,1-1 0,0 0 0,-1 0 0,1 0 0,-1 0 0,1 0 0,-1 0 0,1 0 0,-1 0 0,0-1 0,1 1 0,-1-1 0,0 1 0,0-1 0,0 1 0,0-1 0,-1 1 0,2-4 0,0-2 0,0-1 0,-1 1 0,0-1 0,-1 0 0,0 0 0,0 1 0,0-1 0,-1 0 0,0 1 0,-1-1 0,-2-9 0,-1 2 0,-1 0 0,0 0 0,-1 1 0,-12-20 0,11 20 20,-1 1 0,-1 1 0,0 0 0,-1 0 0,-13-11 0,18 18-134,0 0 0,-1 1-1,0 0 1,1 0 0,-1 0 0,-1 1-1,1 0 1,0 0 0,-1 1 0,1-1-1,-1 2 1,-8-2 0,-2 2-6712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43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24575,'9'81'0,"4"-1"0,4 0 0,2-1 0,5-1 0,62 141 0,-83-211 0,-1-3 0,0 0 0,1 0 0,0 0 0,-1 0 0,1-1 0,1 1 0,6 7 0,-9-12 0,-1 0 0,0 1 0,0-1 0,1 0 0,-1 0 0,0 0 0,0 1 0,1-1 0,-1 0 0,0 0 0,1 0 0,-1 0 0,0 0 0,1 0 0,-1 0 0,0 0 0,1 0 0,-1 0 0,0 0 0,1 0 0,-1 0 0,0 0 0,1 0 0,-1 0 0,0 0 0,1 0 0,-1 0 0,0-1 0,0 1 0,1 0 0,-1 0 0,0 0 0,1-1 0,7-11 0,-1-17 0,6-68 0,-7 46 0,-6 48 0,0 1 0,1-1 0,-1 1 0,1-1 0,0 1 0,-1 0 0,1-1 0,0 1 0,0 0 0,1 0 0,-1 0 0,0-1 0,1 1 0,-1 1 0,1-1 0,0 0 0,0 0 0,0 1 0,3-3 0,-3 3 0,0 0 0,0 0 0,0 1 0,0-1 0,0 1 0,1-1 0,-1 1 0,0 0 0,0 0 0,1 0 0,-1 0 0,0 0 0,1 0 0,-1 1 0,0-1 0,0 1 0,0 0 0,0-1 0,1 1 0,-1 0 0,3 3 0,24 14 0,0 2 0,-2 1 0,33 33 0,0-2 0,-40-33 0,-15-13 0,0-1 0,1 0 0,0 0 0,9 6 0,-14-11 4,-1 0 0,1 1-1,-1-1 1,1 0 0,-1 0-1,1 1 1,-1-1-1,1 0 1,-1 0 0,1 0-1,-1 0 1,1 0 0,0 0-1,-1 0 1,1 0 0,-1 0-1,1 0 1,-1 0 0,1 0-1,-1 0 1,1 0 0,-1 0-1,1-1 1,-1 1 0,1 0-1,-1 0 1,1-1-1,-1 1 1,1 0 0,-1-1-1,1 0 1,0 0-139,0 0 1,-1 0-1,1 0 0,0-1 0,-1 1 1,1 0-1,-1-1 0,1 1 0,-1-1 1,0-1-1,1-9-6691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43.7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0 24575,'-3'1'0,"-69"26"0,64-23 0,0 0 0,0 0 0,0 1 0,0 0 0,1 1 0,-8 6 0,14-11 0,-1 1 0,1-1 0,-1 1 0,1-1 0,0 1 0,0 0 0,0 0 0,0-1 0,0 1 0,0 0 0,0 0 0,0 0 0,1 0 0,-1 0 0,1 0 0,0 0 0,-1 0 0,1 0 0,0 3 0,1-3 0,-1 1 0,1 0 0,0-1 0,0 1 0,0-1 0,0 1 0,0-1 0,1 1 0,-1-1 0,1 1 0,0-1 0,2 3 0,6 4 0,1 0 0,-1 0 0,2-1 0,18 10 0,-26-16 0,2 2 0,0-1 0,0-1 0,0 1 0,0-1 0,0 0 0,1 0 0,-1-1 0,1 0 0,-1 0 0,8 0 0,-12-1 0,0 0 0,0 0 0,1 0 0,-1-1 0,0 1 0,0-1 0,1 1 0,-1-1 0,0 0 0,0 0 0,0 0 0,0 0 0,0 0 0,0 0 0,0 0 0,0-1 0,-1 1 0,1-1 0,0 1 0,-1-1 0,0 0 0,1 1 0,-1-1 0,0 0 0,0 0 0,1 0 0,-2 0 0,1 0 0,0 0 0,0-1 0,0-3 0,0 1 0,0 0 0,0-1 0,-1 1 0,1 0 0,-1-1 0,0 1 0,-1-1 0,0 1 0,0 0 0,0-1 0,0 1 0,-1 0 0,0 0 0,-3-6 0,5 10 0,0 1 0,0-1 0,0 1 0,-1 0 0,1-1 0,0 1 0,-1-1 0,1 1 0,0 0 0,-1-1 0,1 1 0,0 0 0,-1-1 0,1 1 0,-1 0 0,1 0 0,0 0 0,-1-1 0,1 1 0,-1 0 0,1 0 0,-1 0 0,0 0 0,1 0 0,0 0 0,-1 0 0,1 0 0,0 1 0,-1-1 0,1 0 0,0 0 0,0 1 0,-1-1 0,1 0 0,0 0 0,-1 1 0,1-1 0,0 0 0,0 1 0,0-1 0,0 0 0,-1 1 0,1-1 0,0 1 0,-4 21 0,5-10-151,1 0-1,1 0 0,-1 0 0,2 0 1,0 0-1,0-1 0,1 0 1,9 16-1,-7-15-6674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44.1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24575,'20'80'0,"64"218"0,19 4-1365,-97-288-5461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44.3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300 57 24575,'-14'-9'0,"-9"-5"0,-3 2 0,-4 2 0,-1 3 0,0 2 0,0 6 0,1 1 0,0 1 0,0 0 0,6-1-8191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45.8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166 16 24575,'1'0'0,"0"0"0,0 0 0,0-1 0,1 1 0,-1-1 0,0 1 0,0-1 0,-1 1 0,1-1 0,0 1 0,0-1 0,0 0 0,1 0 0,-2 0 0,0 1 0,-1 0 0,1 0 0,0-1 0,0 1 0,0 0 0,0 0 0,0 0 0,0-1 0,-1 1 0,1 0 0,0 0 0,0 0 0,0-1 0,-1 1 0,1 0 0,0 0 0,0 0 0,0 0 0,-1 0 0,1-1 0,0 1 0,0 0 0,-1 0 0,1 0 0,0 0 0,0 0 0,-1 0 0,1 0 0,0 0 0,0 0 0,-1 0 0,-33-3 0,16 3 0,-36 1 0,49-1 0,-1 1 0,0 0 0,1 0 0,-1 1 0,1 0 0,0 0 0,-8 3 0,12-4 0,0-1 0,0 1 0,0 0 0,0 0 0,0-1 0,0 1 0,0 0 0,0 0 0,0 0 0,0 0 0,0 0 0,1 0 0,-1 1 0,0-1 0,1 0 0,-1 0 0,1 0 0,-1 1 0,1-1 0,0 0 0,-1 0 0,1 1 0,0-1 0,0 0 0,0 1 0,0-1 0,0 0 0,0 1 0,1-1 0,-1 0 0,0 1 0,0-1 0,1 0 0,-1 0 0,1 1 0,0-1 0,0 2 0,2 2 0,0 0 0,1 0 0,-1 0 0,1-1 0,0 1 0,0-1 0,6 4 0,11 8 0,1-1 0,33 17 0,1-1 0,-16-9 0,-29-16 0,1 0 0,-1 0 0,-1 1 0,1 1 0,15 14 0,-25-21 0,0 0 0,0-1 0,0 1 0,-1 0 0,1 0 0,0 0 0,-1 0 0,1-1 0,-1 1 0,1 0 0,-1 0 0,0 0 0,1 0 0,-1 0 0,0 0 0,0 0 0,1 0 0,-1 0 0,0 1 0,0-1 0,0 0 0,0 0 0,0 0 0,-1 0 0,1 0 0,0 0 0,0 0 0,-1 0 0,1 0 0,-1 0 0,1 0 0,-1 0 0,1 0 0,-1-1 0,1 1 0,-1 0 0,0 0 0,0 0 0,1-1 0,-1 1 0,0 0 0,0-1 0,0 1 0,0-1 0,0 1 0,1-1 0,-2 1 0,-5 2 0,1 0 0,-1 0 0,1-1 0,-1 0 0,-11 3 0,-14 1 0,1-2 0,-1 0 0,1-2 0,-35-2 0,65 0-57,-1-1 0,1 1 1,-1 0-1,1 0 0,0 0 0,-1-1 0,1 1 0,0-1 0,-1 1 0,1-1 0,0 0 1,0 1-1,0-1 0,-1 0 0,1 0 0,0 0 0,0 0 0,0 0 0,0 0 1,0 0-1,0 0 0,1 0 0,-2-2 0,-1-6-6769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46.1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16 24575,'-7'-3'0,"-1"0"0,0 1 0,0-1 0,0 2 0,0-1 0,0 1 0,-1 1 0,-10-1 0,16 2 0,1-1 0,0 0 0,0 0 0,0 1 0,0 0 0,0-1 0,0 1 0,0 0 0,0 0 0,0 0 0,0 0 0,0 0 0,0 0 0,1 1 0,-1-1 0,0 1 0,1-1 0,-1 1 0,1-1 0,0 1 0,0 0 0,-1 0 0,1 0 0,0 0 0,0 0 0,1 0 0,-1 0 0,0 0 0,1 0 0,-1 0 0,1 0 0,0 0 0,-1 1 0,1-1 0,0 0 0,1 3 0,-1 0 0,1-1 0,-1 0 0,1 1 0,0-1 0,0 0 0,1 0 0,-1 1 0,1-1 0,0 0 0,0 0 0,0-1 0,1 1 0,-1 0 0,1-1 0,0 1 0,0-1 0,0 0 0,0 0 0,1 0 0,-1-1 0,1 1 0,4 2 0,9 4 0,0-1 0,1 0 0,31 8 0,-45-14 0,15 3 0,40 7 0,-50-10 0,0-2 0,0 1 0,1-1 0,-1-1 0,0 1 0,14-4 0,-8-2-1365,-4 0-5461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46.3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24575,'0'3'0,"0"3"0,2 2 0,4 4 0,0 1 0,2 1 0,0 1 0,0-3 0,0 0 0,0-2 0,-1-1 0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46.5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18 24575,'0'-7'0,"0"0"0,0 3 0,-3 5 0,0 5 0,-3 4 0,0 3 0,2-2-8191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47.1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58 220 24575,'5'35'0,"1"0"0,2 0 0,1-1 0,16 38 0,-23-69 0,-3-4 0,-2-9 0,-9-19 0,-7-9 0,2-1 0,2-1 0,1-1 0,-12-59 0,25 94 0,0 0 0,0-1 0,1 1 0,0 0 0,0 0 0,1-1 0,0 1 0,0 0 0,0 0 0,0 0 0,1 0 0,4-8 0,-5 11 0,1 0 0,0 0 0,0 0 0,0 0 0,1 0 0,-1 0 0,1 0 0,-1 1 0,1 0 0,0-1 0,0 1 0,0 0 0,0 0 0,0 1 0,1-1 0,-1 1 0,1-1 0,-1 1 0,1 0 0,-1 0 0,1 1 0,4-1 0,2 1 0,-1 0 0,1 1 0,-1 0 0,0 0 0,1 1 0,-1 1 0,0 0 0,0 0 0,0 0 0,-1 1 0,1 1 0,-1-1 0,0 1 0,0 1 0,-1-1 0,8 8 0,-14-12 0,0 0 0,0 0 0,0 0 0,1 0 0,-1 0 0,-1 1 0,1-1 0,0 0 0,0 0 0,0 1 0,-1-1 0,1 0 0,0 1 0,-1-1 0,0 1 0,1-1 0,-1 1 0,0-1 0,1 1 0,-1-1 0,0 1 0,0-1 0,0 1 0,-1-1 0,1 1 0,0-1 0,-1 1 0,1-1 0,0 0 0,-1 1 0,0-1 0,1 1 0,-1-1 0,0 0 0,0 0 0,1 1 0,-1-1 0,0 0 0,0 0 0,0 0 0,-3 2 0,-2 2 0,0 0 0,-1-1 0,0 1 0,0-1 0,0-1 0,-13 5 0,-11 2-341,0-1 0,-1-2-1,-42 5 1,61-10-6485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47.7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28 24575,'1'10'0,"-1"0"0,1 1 0,1-1 0,0 0 0,1-1 0,6 20 0,-7-25 0,0 1 0,1 0 0,-1-1 0,1 1 0,0-1 0,0 0 0,0 0 0,0 0 0,1 0 0,0 0 0,0-1 0,0 0 0,0 0 0,0 0 0,7 3 0,-7-4 0,0-1 0,0 0 0,-1 0 0,1 0 0,0 0 0,0 0 0,0-1 0,0 0 0,0 0 0,0 0 0,0 0 0,0-1 0,0 0 0,7-1 0,-8 1 0,-1 0 0,1-1 0,-1 1 0,1 0 0,-1-1 0,1 1 0,-1-1 0,0 0 0,0 0 0,0 0 0,0 0 0,0 0 0,0 0 0,-1 0 0,1-1 0,-1 1 0,1-1 0,-1 1 0,0-1 0,0 0 0,1-2 0,0-6 0,-1 1 0,0-1 0,-1 1 0,1-1 0,-3-14 0,1 12 0,0 0 0,3-20 0,0 31 0,1 5 0,2 8 0,9 32 0,17 84 0,-15-50 0,-6-37 0,36 185 0,-45-219 0,-1-1 0,0 0 0,0 1 0,0-1 0,-1 7 0,1-11 0,-1 0 0,1 0 0,0 0 0,0 0 0,-1 0 0,1 0 0,0 0 0,-1 0 0,1 0 0,-1 0 0,0 0 0,1 0 0,-1 0 0,0 0 0,1-1 0,-1 1 0,0 0 0,0 0 0,1-1 0,-1 1 0,0-1 0,0 1 0,0-1 0,0 1 0,0-1 0,0 1 0,0-1 0,0 0 0,0 0 0,0 1 0,0-1 0,0 0 0,-2 0 0,-3-1 0,-1 0 0,1 0 0,0-1 0,-1 0 0,1 0 0,0 0 0,0-1 0,-10-6 0,-4-3 0,-18-17 0,18 14 0,0-1 0,-19-23 0,32 32 0,1 0 0,1-1 0,-1 0 0,1 0 0,1 0 0,-1 0 0,1-1 0,1 1 0,-3-11 0,5 16 0,0 1 0,1 0 0,0 0 0,0 0 0,-1 0 0,1 0 0,0 0 0,0-1 0,1 1 0,-1 0 0,0 0 0,1 0 0,0 0 0,-1 0 0,1 0 0,0 0 0,2-4 0,-1 4 0,0 0 0,0 0 0,0 0 0,0 0 0,0 0 0,0 0 0,1 1 0,-1-1 0,1 1 0,-1-1 0,6-1 0,4 0 0,-1 0 0,1 0 0,0 2 0,25-2 0,12 2-1365,-29 1-5461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48.2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24575,'0'2'0,"0"4"0,0 3 0,2 0 0,1 0 0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48.7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123 9 24575,'-1'-1'0,"-1"0"0,1 0 0,-1 0 0,0 0 0,1 1 0,-1-1 0,0 0 0,0 1 0,1 0 0,-1-1 0,0 1 0,0 0 0,0 0 0,-2 0 0,2 0 0,1 0 0,0 0 0,0 1 0,-1-1 0,1 1 0,0-1 0,0 1 0,0-1 0,0 1 0,0 0 0,0 0 0,0-1 0,0 1 0,0 0 0,0 0 0,-1 2 0,0-1 0,1 1 0,0 0 0,-1 0 0,1 0 0,0 0 0,0-1 0,1 1 0,-1 0 0,1 0 0,-1 1 0,1-1 0,0 0 0,0 0 0,0 0 0,1 0 0,0 4 0,1 1 0,1-1 0,0 1 0,0-1 0,1 0 0,-1 0 0,2 0 0,-1-1 0,1 0 0,0 1 0,8 7 0,8 6 0,35 25 0,-42-34 0,-4-4 0,-3-3 0,0 1 0,-1 1 0,1-1 0,5 8 0,-11-13 0,-1 1 0,1 0 0,0-1 0,-1 1 0,1 0 0,0 0 0,-1 0 0,1 0 0,-1 0 0,0-1 0,1 1 0,-1 0 0,0 0 0,1 0 0,-1 0 0,0 0 0,0 0 0,0 0 0,0 0 0,0 0 0,0 0 0,0 0 0,0 0 0,0 0 0,0 0 0,-1 0 0,1 0 0,0 0 0,-1 0 0,1 0 0,-1 0 0,1 0 0,-1-1 0,1 1 0,-1 0 0,1 0 0,-1 0 0,0-1 0,0 1 0,1 0 0,-3 0 0,0 1 0,0 0 0,-1-1 0,1 1 0,-1-1 0,1 0 0,-1 0 0,0 0 0,1-1 0,-1 1 0,-6-1 0,-39-2 0,44 2 0,-19-2 0,1-2 0,0 0 0,-26-9 0,45 12-227,1 0-1,0-1 1,-1 1-1,1-1 1,-6-4-1,0-2-6598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48.9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24575,'0'3'0,"0"2"0,0 4 0,0 3 0,0 1 0,2 1 0,1 1 0,0-3-8191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49.1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29 24575,'-2'-10'0,"-2"0"0,1 3 0,1 6 0,0 5 0,1 5 0,0 2 0,1 3 0,0 1 0,3 1 0,0-3-8191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49.6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209 37 24575,'-2'0'0,"-73"-27"0,66 24 0,-1 1 0,0 0 0,1 1 0,-1 0 0,-18 0 0,25 1 0,1 1 0,0-1 0,-1 0 0,1 1 0,0 0 0,-1-1 0,1 1 0,0 0 0,0 0 0,-1 1 0,1-1 0,0 0 0,0 1 0,0-1 0,1 1 0,-1 0 0,0-1 0,0 1 0,1 0 0,0 0 0,-1 0 0,1 0 0,0 0 0,0 0 0,0 1 0,0-1 0,0 0 0,0 1 0,1-1 0,-1 0 0,1 1 0,0 2 0,-1 5 0,0 0 0,1 0 0,0 1 0,1-1 0,0 0 0,4 14 0,-3-19 0,0 0 0,0 0 0,0-1 0,0 1 0,1-1 0,0 1 0,-1-1 0,2 0 0,-1 0 0,7 6 0,-8-8 0,0 1 0,0-1 0,1 0 0,0 0 0,-1-1 0,1 1 0,0-1 0,0 1 0,0-1 0,0 0 0,0 0 0,0 0 0,0 0 0,0 0 0,0-1 0,0 0 0,0 1 0,5-1 0,-7-1 0,1 1 0,-1-1 0,1 0 0,-1 1 0,1-1 0,-1 0 0,0 0 0,1 0 0,-1 0 0,0 0 0,0 0 0,0 0 0,1 0 0,-1 0 0,-1-1 0,1 1 0,0 0 0,0-1 0,0 1 0,-1-1 0,1 1 0,0-3 0,2-5 0,-1 0 0,3-16 0,-3 11 0,2-6 0,-4 14 0,1 1 0,0-1 0,0 1 0,1-1 0,3-8 0,-5 14 0,0-1 0,0 1 0,0 0 0,0 0 0,0 0 0,0-1 0,0 1 0,1 0 0,-1 0 0,0 0 0,0 0 0,0 0 0,0-1 0,0 1 0,1 0 0,-1 0 0,0 0 0,0 0 0,0 0 0,0 0 0,1 0 0,-1 0 0,0-1 0,0 1 0,0 0 0,1 0 0,-1 0 0,0 0 0,0 0 0,0 0 0,1 0 0,-1 0 0,0 0 0,0 0 0,0 0 0,1 0 0,-1 1 0,7 6 0,2 14 0,-8-19 0,37 89 0,46 127 0,-81-209 0,-1-1 0,0 1 0,0 0 0,-1-1 0,0 12 0,-1-19 0,0 1 0,0-1 0,0 1 0,0-1 0,-1 1 0,1-1 0,-1 1 0,1-1 0,-1 0 0,1 1 0,-1-1 0,0 0 0,0 1 0,0-1 0,1 0 0,-2 1 0,0-1 0,1 0 0,0 0 0,-1-1 0,1 1 0,0 0 0,-1-1 0,1 1 0,-1-1 0,1 0 0,-1 1 0,1-1 0,-1 0 0,1 0 0,-1 0 0,1 0 0,-1 0 0,1 0 0,-1-1 0,-1 0 0,-6-1 0,0 0 0,0-1 0,1 0 0,-1-1 0,-12-7 0,-39-29 0,31 20 0,20 14-227,0-1-1,0 0 1,0-1-1,1 0 1,-13-17-1,13 14-6598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50.1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0 24575,'-1'5'0,"0"0"0,0 0 0,0 0 0,1 1 0,0-1 0,0 0 0,0 0 0,1 0 0,-1 0 0,1 0 0,1 0 0,-1 0 0,3 6 0,0 0 0,1-1 0,0 0 0,0 0 0,14 17 0,-10-14 0,16 19 0,-23-29 0,1-1 0,-1 0 0,1 1 0,-1-1 0,1 0 0,0-1 0,-1 1 0,1 0 0,5 1 0,-7-3 0,0 1 0,0-1 0,0 0 0,0 0 0,0 0 0,0 1 0,0-1 0,0 0 0,0-1 0,0 1 0,0 0 0,0 0 0,0 0 0,1-1 0,-1 1 0,0 0 0,0-1 0,0 1 0,-1-1 0,1 1 0,2-2 0,-2 1 0,1-1 0,0 0 0,-1 0 0,1 0 0,-1 0 0,1 0 0,-1 0 0,0 0 0,1-3 0,1-3 0,0 1 0,-1-1 0,-1 0 0,3-15 0,-5-3 0,1 20 0,0 1 0,0-1 0,0 1 0,0 0 0,1-1 0,2-7 0,-3 12 0,0 1 0,0-1 0,0 0 0,1 1 0,-1-1 0,0 1 0,1-1 0,-1 1 0,0-1 0,1 1 0,-1-1 0,1 1 0,-1-1 0,1 1 0,-1-1 0,1 1 0,-1 0 0,1-1 0,0 1 0,-1 0 0,1-1 0,-1 1 0,1 0 0,0 0 0,-1 0 0,1-1 0,0 1 0,1 0 0,0 1 0,-1-1 0,1 0 0,-1 1 0,1-1 0,0 1 0,-1-1 0,1 1 0,-1-1 0,3 3 0,2 1 0,1 1 0,-1 0 0,8 9 0,5 8-559,29 44-1,-46-64 314,7 11-6580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50.8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89 468 24575,'-6'1'0,"1"0"0,0 0 0,-1 0 0,1 1 0,0 0 0,0 0 0,0 1 0,0-1 0,1 1 0,-1 0 0,-5 5 0,8-6 0,0 0 0,0 1 0,0-1 0,0 1 0,0-1 0,1 1 0,-1 0 0,1 0 0,0 0 0,-1 0 0,1 0 0,1 0 0,-1 0 0,0 0 0,1 0 0,0 0 0,-1 1 0,1-1 0,0 0 0,1 5 0,1 0 0,-1 0 0,1-1 0,0 1 0,1-1 0,0 1 0,0-1 0,1 0 0,0 0 0,9 12 0,-12-17 0,1 0 0,0 0 0,0 0 0,0-1 0,0 1 0,0 0 0,0-1 0,0 1 0,1-1 0,-1 0 0,0 0 0,1 0 0,4 1 0,-4-1 0,-1-1 0,0 0 0,0 0 0,0 0 0,0-1 0,0 1 0,1-1 0,-1 1 0,0-1 0,0 1 0,0-1 0,0 0 0,0 0 0,0 0 0,0 0 0,-1-1 0,1 1 0,0 0 0,2-3 0,0 0 0,-1 0 0,1 0 0,-1-1 0,0 1 0,0-1 0,-1 0 0,1 1 0,-1-1 0,2-7 0,1-5 0,5-25 0,-11 48 0,1 1 0,-1 0 0,2 0 0,-1 0 0,1 0 0,0-1 0,0 1 0,0 0 0,1-1 0,1 1 0,-1-1 0,1 1 0,0-1 0,4 7 0,-4-9 0,0 1 0,0-1 0,0 0 0,0 0 0,1 0 0,0 0 0,0 0 0,0-1 0,0 0 0,0 0 0,1 0 0,0 0 0,-1-1 0,1 0 0,0 0 0,0 0 0,0 0 0,0-1 0,9 2 0,-11-3 0,0-1 0,0 1 0,0 0 0,0-1 0,0 0 0,0 1 0,-1-1 0,1 0 0,0-1 0,0 1 0,-1 0 0,1-1 0,-1 0 0,1 1 0,-1-1 0,0 0 0,0 0 0,0 0 0,0-1 0,0 1 0,0 0 0,2-5 0,2-2 0,-1-1 0,0 0 0,-1 0 0,7-19 0,-4-1 0,0 1 0,-3-1 0,3-37 0,-5-92 0,-3 117 0,-5-74 0,3 96 0,0 0 0,-2 0 0,-11-32 0,16 51 0,0 0 0,-1-1 0,1 1 0,-1 0 0,0-1 0,1 1 0,-1 0 0,0 0 0,0 0 0,0-1 0,0 1 0,0 0 0,0 0 0,0 1 0,0-1 0,0 0 0,-1 0 0,1 0 0,-3 0 0,3 1 0,0 0 0,0 0 0,0 0 0,0 0 0,-1 0 0,1 0 0,0 1 0,0-1 0,0 0 0,0 1 0,0-1 0,0 1 0,0 0 0,0-1 0,0 1 0,0 0 0,0-1 0,0 1 0,0 0 0,1 0 0,-1 0 0,0 0 0,0 0 0,0 2 0,-5 5 0,1 1 0,1 0 0,0 0 0,0 1 0,0-1 0,1 1 0,1 0 0,0-1 0,-2 15 0,2-2 0,1 0 0,1 1 0,4 27 0,-1-29 0,1 1 0,1-1 0,0 0 0,2 0 0,1-1 0,0 0 0,2 0 0,0-1 0,15 22 0,-14-27 0,0 1 0,0-2 0,2 1 0,0-1 0,0-1 0,1-1 0,0 0 0,1 0 0,0-2 0,1 0 0,25 11 0,-25-15-1365,-3-1-5461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51.4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1 24575,'-3'0'0,"2"0"0,4 0 0,1 2 0,0 4 0,-4 0 0,0 2 0,-5 2 0,-2 0 0,-3-1 0,-3 0 0,2-3-8191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51.9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231 245 24575,'-20'-52'0,"-19"-42"0,33 83 0,0 0 0,0 0 0,-1 1 0,0 0 0,-17-17 0,22 25 0,1 0 0,-1 1 0,0-1 0,1 1 0,-1 0 0,0-1 0,0 1 0,0 0 0,0 0 0,0 0 0,0 1 0,0-1 0,0 0 0,0 1 0,0-1 0,0 1 0,0 0 0,-1 0 0,1 0 0,-3 0 0,2 1 0,1 0 0,0-1 0,0 2 0,0-1 0,0 0 0,0 0 0,0 1 0,0-1 0,0 1 0,1-1 0,-1 1 0,0 0 0,1 0 0,-1-1 0,1 1 0,0 0 0,0 1 0,-2 3 0,-4 9 0,1 0 0,1 1 0,0 0 0,2 1 0,-1-1 0,0 22 0,1 7 0,4 50 0,3-44 0,2 0 0,2-1 0,27 95 0,-12-79 0,2-1 0,46 83 0,-56-119-51,-7-12-387,1 0 0,14 19 0,-15-27-6388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52.1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204 38 24575,'-17'-8'0,"-11"-1"0,-3-1 0,2 3 0,2 4 0,5 3 0,2 1 0,3 1 0,4 0-8191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52.4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24575,'5'8'0,"1"6"0,3 5 0,-1 0 0,2 3 0,0-1 0,-1 0 0,-1-3 0,-1-1 0,-1-1 0,-1-1 0,-2 0 0,1-4 0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52.6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24575,'3'7'0,"0"6"0,0 2 0,0-1-8191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53.1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61 683 24575,'16'-54'0,"13"-76"0,-25 104 0,-2-1 0,0 1 0,-2-1 0,-1 1 0,-5-30 0,-12-51 0,-11-80 0,29 186 0,0 0 0,0 1 0,0-1 0,0 0 0,0 1 0,0-1 0,0 0 0,0 1 0,0-1 0,-1 0 0,1 1 0,0-1 0,0 0 0,-1 1 0,1-1 0,0 1 0,-1-1 0,1 1 0,0-1 0,-1 0 0,1 1 0,-1-1 0,1 1 0,-1 0 0,0-1 0,0 1 0,1 0 0,-1 0 0,0 1 0,1-1 0,-1 0 0,0 1 0,1-1 0,-1 0 0,1 1 0,-1-1 0,1 1 0,-1-1 0,1 1 0,-1-1 0,1 1 0,-1-1 0,1 1 0,-1 1 0,-3 5 0,0 0 0,-6 15 0,4-4 0,1 0 0,1 1 0,1-1 0,-2 38 0,4-26 0,2 1 0,7 41 0,-4-52 15,1 0 0,0 0 0,2 0 0,0 0 0,1-1 0,1 0 0,22 32 0,-10-21-386,2-1-1,1-1 1,41 39 0,-55-59-6455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53.5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24575,'0'0'0,"1"1"0,0-1 0,0 1 0,-1 0 0,1-1 0,0 1 0,-1 0 0,1 0 0,0-1 0,-1 1 0,1 0 0,-1 0 0,1 0 0,-1 0 0,0 0 0,1-1 0,-1 1 0,0 2 0,1-2 0,7 27 0,-1 0 0,4 36 0,-1-7 0,27 108 0,-25-123 0,32 76 0,-31-87-1365,-9-18-5461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53.6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1 24575,'-30'5'0,"-14"4"0,-2 0 0,6-1-8191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55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275 205 24575,'-121'-166'0,"117"162"0,1-1 0,-1 1 0,0 0 0,1 0 0,-2 0 0,-5-4 0,9 7 0,-1 1 0,1-1 0,-1 0 0,1 1 0,-1-1 0,1 1 0,-1 0 0,1-1 0,-1 1 0,1 0 0,-1 0 0,0 0 0,1 0 0,-1 0 0,1 0 0,-1 0 0,1 1 0,-1-1 0,0 1 0,1-1 0,-1 1 0,1-1 0,0 1 0,-1 0 0,-2 2 0,-2 1 0,0 0 0,1 0 0,-1 1 0,1 0 0,0 0 0,0 1 0,1-1 0,-1 1 0,1 0 0,0 0 0,1 1 0,0-1 0,-5 13 0,5-9 0,1 0 0,0 0 0,1-1 0,0 1 0,1 0 0,0 0 0,0 0 0,1 0 0,3 16 0,13 47 0,3-2 0,3 0 0,44 93 0,6-19 0,-14-30 0,-44-86-1365,-10-19-5461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55.3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274 66 24575,'-22'-12'0,"-10"-4"0,-2 0 0,3 4 0,4 5 0,3 5 0,5 2 0,2 1 0,2 4 0,1-1 0,0 3 0,0 0 0,3-2-8191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55.5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24575,'3'5'0,"0"4"0,3 3 0,-1 2 0,3 1 0,1 0 0,2 1 0,0 1 0,-1 2 0,1-1 0,-1-1 0,0-3 0,-2-2 0,-2-3-8191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55.7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13 24575,'0'-7'0,"0"2"0,-3 5 0,0 4 0,0 7 0,-2 1 0,0-1-8191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56.1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13 729 24575,'18'-33'0,"-1"0"0,24-67 0,-34 79 0,-2 0 0,0 0 0,-1-1 0,-1 1 0,-1-1 0,-2-30 0,-28-185 0,10 109 0,14 113 0,0 13 0,-2 7 0,2 3 0,0 0 0,0 0 0,0 0 0,1 0 0,-4 16 0,-6 47 0,9-46 0,-1 5 0,2-1 0,1 1 0,1 0 0,1-1 0,6 41 0,-3-53 0,1 0 0,0 0 0,1-1 0,1 1 0,0-2 0,1 1 0,1-1 0,0 0 0,2 0 0,17 22 0,-17-26 0,0-1 0,0 0 0,1 0 0,21 14 0,-26-20 0,-1-1 0,1 0 0,0 0 0,0 0 0,0-1 0,1 0 0,-1 0 0,0 0 0,1-1 0,-1 0 0,1 0 0,11-1 0,-17 0-76,1 0 1,0-1-1,0 1 0,0-1 0,0 1 0,-1-1 0,1 0 0,0 1 1,-1-1-1,1 0 0,0 0 0,-1 0 0,1-1 0,-1 1 1,0 0-1,1 0 0,1-4 0,3-4-6750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56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24575,'0'-1'0,"0"1"0,0 0 0,0 0 0,0 0 0,0 0 0,-1 0 0,1 0 0,0 0 0,0 0 0,0 0 0,0 0 0,0 0 0,0 0 0,0 0 0,0 0 0,0 0 0,0 0 0,0 0 0,0 0 0,0 0 0,0 0 0,0 0 0,-1 0 0,1 0 0,0 0 0,0 0 0,0 0 0,0 1 0,0-1 0,0 0 0,0 0 0,0 0 0,0 0 0,0 0 0,0 0 0,0 0 0,0 0 0,0 0 0,0 0 0,0 0 0,0 0 0,0 0 0,0 0 0,0 0 0,0 0 0,0 0 0,0 0 0,0 1 0,0-1 0,0 0 0,0 0 0,0 0 0,0 0 0,0 0 0,0 0 0,0 0 0,0 0 0,0 0 0,0 0 0,0 0 0,0 0 0,0 0 0,0 0 0,0 9 0,2 10 0,79 468 0,-64-382-1365,-15-93-5461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56.7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20 24575,'-27'-8'0,"-14"1"0,-4 3 0,2 3 0,4 4 0,3 4 0,6 0 0,6 2 0,6-1-8191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58.4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37 24575,'-1'-4'0,"1"0"0,0 1 0,-1-1 0,0 1 0,-2-8 0,3 11 0,0-1 0,0 1 0,0-1 0,-1 1 0,1 0 0,0-1 0,0 1 0,-1-1 0,1 1 0,0 0 0,0-1 0,-1 1 0,1 0 0,-1-1 0,1 1 0,0 0 0,-1 0 0,1-1 0,-1 1 0,1 0 0,-1 0 0,0 0 0,1 0 0,-1 0 0,0 0 0,1 0 0,-1 1 0,0-1 0,1 0 0,-1 0 0,1 1 0,-1-1 0,1 1 0,-1-1 0,1 0 0,-1 1 0,1-1 0,-1 1 0,1-1 0,0 1 0,-1-1 0,1 1 0,-1 0 0,-6 10 0,1 1 0,-1-1 0,-7 24 0,-10 41 0,20-62 0,-8 26 0,2 1 0,2 0 0,-4 56 0,11-80 0,0 0 0,2 1 0,0-1 0,1 0 0,1 0 0,0 0 0,2 0 0,0-1 0,0 1 0,16 28 0,-10-25 0,1-1 0,1 0 0,1-1 0,0-1 0,1 0 0,1-1 0,32 25 0,-43-38-273,0 0 0,-1-1 0,1 1 0,6 1 0,1 0-6553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58.7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24575,'30'21'0,"-1"2"0,-1 0 0,-1 2 0,-1 1 0,-1 1 0,-2 1 0,37 57 0,-46-60 0,0 0 0,-2 0 0,0 1 0,-2 1 0,-1 0 0,-1 0 0,-1 1 0,-2 0 0,0 0 0,0 47 0,-5-71-44,0 1 0,0-1 0,-1 0 0,1 1 0,-1-1 0,0 0 0,0 0 0,0 1 0,-1-1 0,0 0 0,0 0 0,0 0 0,0-1 0,0 1 0,-1 0 0,0-1 0,1 1 0,-1-1-1,-1 0 1,1 0 0,0 0 0,-1-1 0,1 1 0,-1-1 0,0 0 0,0 0 0,0 0 0,0 0 0,0-1 0,-9 3 0,-2-1-6782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0:59.7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157 536 24575,'-10'-11'0,"-42"-38"0,46 45 0,0-1 0,0 1 0,0 0 0,0 0 0,-1 1 0,0 0 0,-8-3 0,14 6 0,0 0 0,0-1 0,0 1 0,0 0 0,0 0 0,0 0 0,0 0 0,0 0 0,0 0 0,0 0 0,0 0 0,0 0 0,0 0 0,0 1 0,0-1 0,0 0 0,0 1 0,0-1 0,1 1 0,-1-1 0,0 1 0,-1 0 0,0 1 0,1-1 0,0 1 0,0-1 0,0 1 0,0-1 0,1 1 0,-1-1 0,0 1 0,1 0 0,-1-1 0,0 5 0,0 1 0,1 0 0,-1 0 0,1 0 0,1 1 0,0 7 0,1-4 0,1 0 0,0-1 0,1 1 0,-1-1 0,2 0 0,0 0 0,0 0 0,10 13 0,-12-18 0,0-1 0,0 0 0,0 0 0,1-1 0,-1 1 0,1-1 0,0 1 0,0-1 0,1-1 0,-1 1 0,0 0 0,1-1 0,0 0 0,-1 0 0,1-1 0,0 1 0,0-1 0,0 0 0,0 0 0,8 0 0,-11-1 0,0 0 0,-1-1 0,1 1 0,0 0 0,0-1 0,0 1 0,0-1 0,-1 0 0,1 0 0,0 0 0,-1 1 0,1-2 0,-1 1 0,1 0 0,-1 0 0,1 0 0,-1-1 0,0 1 0,0-1 0,1 1 0,-1-1 0,0 1 0,0-1 0,-1 0 0,1 1 0,0-1 0,-1 0 0,1 0 0,0-3 0,1-5 0,0-1 0,-1 0 0,-1 1 0,0-14 0,0 12 0,-2-20 0,0-1 0,-10-45 0,-23-65 0,14 61 0,14 50 0,-2-6 0,-1 0 0,-20-48 0,26 81 0,2 9 0,1 10 0,1-13 0,1 33 0,1-1 0,1 0 0,14 58 0,37 96 0,-52-181 0,10 31 60,17 36 0,-22-59-308,1 0 1,0 0-1,0-1 1,2 0-1,13 15 1,-14-18-6579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00.2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43 24575,'7'-5'0,"-1"0"0,1 1 0,0 0 0,0 0 0,0 0 0,0 1 0,0 0 0,1 0 0,15-3 0,-18 5 0,0 1 0,0 0 0,-1 0 0,1 0 0,0 0 0,0 1 0,0 0 0,0 0 0,-1 0 0,1 1 0,-1 0 0,1-1 0,-1 2 0,1-1 0,-1 0 0,0 1 0,6 5 0,-3-2 0,0 0 0,-1 1 0,0 0 0,0 0 0,0 0 0,-1 1 0,-1 0 0,1 0 0,-1 0 0,0 1 0,-1-1 0,3 11 0,-5-14 0,0 0 0,0 0 0,-1 0 0,1 0 0,-1 0 0,0 0 0,-1 0 0,1 0 0,-1 0 0,-2 7 0,2-9 0,0 1 0,-1-1 0,0 1 0,1-1 0,-1 0 0,-1 1 0,1-1 0,0 0 0,-1 0 0,0-1 0,1 1 0,-1-1 0,0 1 0,-7 3 0,4-3 0,0 0 0,0-1 0,0 0 0,0 0 0,0 0 0,-1-1 0,1 0 0,0 0 0,-1-1 0,-12 0 0,-1-2 0,0 0 0,-24-7 0,39 8 0,1 0 0,-1 0 0,0-1 0,1 0 0,0 0 0,-1 0 0,1 0 0,0-1 0,0 1 0,0-1 0,0 0 0,1 0 0,-1-1 0,1 1 0,-3-5 0,3 4 0,1 0 0,0 0 0,1 1 0,-1-1 0,0-1 0,1 1 0,0 0 0,0 0 0,1 0 0,-1-1 0,1 1 0,0 0 0,0 0 0,0-1 0,0 1 0,1 0 0,1-6 0,-1 5-65,0 0 0,0-1 0,1 1 0,0 0 0,0 0 0,0 0 0,1 0 0,-1 0 0,1 0 0,0 1 0,1-1 0,-1 1 0,1 0 0,0 0 0,0 0 0,0 1 0,0-1 0,1 1 0,-1 0 0,9-4 0,-1 3-6761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00.7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1 368 24575,'35'-6'0,"1"-2"0,-1-1 0,43-17 0,-70 22 0,-1 0 0,0 0 0,0 0 0,0-1 0,0 0 0,-1-1 0,1 1 0,-2-1 0,1-1 0,0 1 0,-1-1 0,-1 0 0,1 0 0,-1 0 0,0 0 0,0-1 0,-1 0 0,4-13 0,-4 10 0,-1 0 0,0 0 0,-1-1 0,0 1 0,0 0 0,-1-1 0,-1 1 0,0 0 0,0 0 0,-1-1 0,-1 1 0,0 0 0,-5-13 0,8 23 0,-1 0 0,1-1 0,-1 1 0,0 0 0,1 0 0,-1 0 0,0-1 0,0 1 0,0 0 0,0 0 0,0 0 0,0 0 0,0 0 0,0 1 0,0-1 0,0 0 0,0 0 0,-2 0 0,2 1 0,0 0 0,0-1 0,0 1 0,-1 0 0,1 0 0,0 0 0,0 1 0,0-1 0,0 0 0,0 0 0,0 0 0,0 1 0,0-1 0,0 1 0,0-1 0,0 1 0,0-1 0,-1 1 0,-2 2 0,1 0 0,0 0 0,0 0 0,0 0 0,0 0 0,1 1 0,-1-1 0,1 1 0,0 0 0,-3 5 0,2 1 0,0-1 0,1 1 0,0 0 0,0 0 0,0 17 0,5 52 0,-2-73 0,1 1 0,-1 0 0,1-1 0,1 1 0,-1-1 0,1 0 0,0 0 0,0 0 0,9 11 0,-5-7 0,1-1 0,0 0 0,1 0 0,16 13 0,-9-11 30,0 0 0,0-1 0,31 13 0,-36-18-216,1-1 1,-1-1-1,0 0 0,1 0 1,0-1-1,0-1 1,14 1-1,-14-2-6640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01.1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8 24575,'-7'-2'0,"0"0"0,1 1 0,-1 0 0,0 0 0,0 1 0,0-1 0,1 2 0,-1-1 0,0 1 0,-8 1 0,12-1 0,0 0 0,0 0 0,1 0 0,-1 1 0,0-1 0,1 1 0,-1-1 0,1 1 0,0 0 0,0 0 0,-1 0 0,1 0 0,0 0 0,1 0 0,-1 0 0,0 1 0,1-1 0,-1 1 0,1 0 0,0-1 0,0 1 0,0 0 0,0-1 0,0 1 0,1 0 0,-1 4 0,0 5 0,0-1 0,1 1 0,0 0 0,1 0 0,1-1 0,0 1 0,0-1 0,1 1 0,0-1 0,1 0 0,1 0 0,0-1 0,0 1 0,1-1 0,0 0 0,1 0 0,0-1 0,12 13 0,-2-5 0,-4-4 0,19 26 0,-31-38 0,0 0 0,-1 0 0,1 0 0,-1 0 0,1 0 0,-1 0 0,1 0 0,-1 0 0,0 1 0,1-1 0,-1 0 0,0 0 0,0 0 0,0 1 0,0-1 0,0 0 0,0 0 0,0 1 0,0-1 0,-1 0 0,1 0 0,0 0 0,-1 0 0,1 1 0,-1-1 0,1 0 0,-1 0 0,0 0 0,1 0 0,-1 0 0,0 0 0,0 0 0,0 0 0,0-1 0,0 1 0,0 0 0,0 0 0,0-1 0,-2 2 0,-3 1 0,0 1 0,0-1 0,-1-1 0,1 1 0,-12 2 0,-13 0-126,0-1-1,0-1 1,-52-3-1,57 0-732,-3 0-5967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01.5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45 24575,'5'-5'0,"1"0"0,-1 0 0,1 1 0,0-1 0,0 1 0,1 1 0,12-7 0,-17 10 0,0-1 0,0 0 0,-1 1 0,1 0 0,0-1 0,0 1 0,0 0 0,0 0 0,0 0 0,0 0 0,0 0 0,-1 0 0,1 1 0,0-1 0,0 1 0,0-1 0,0 1 0,-1 0 0,1 0 0,0-1 0,-1 1 0,1 0 0,0 1 0,-1-1 0,0 0 0,1 0 0,-1 1 0,0-1 0,1 1 0,-1-1 0,0 1 0,0-1 0,0 1 0,0 0 0,0 1 0,2 2-42,-1 0-1,0 0 0,0 1 1,-1-1-1,0 0 0,0 1 1,0-1-1,0 0 0,-1 1 1,0-1-1,0 1 0,0-1 1,-1 1-1,0-1 0,0 0 1,0 1-1,-1-1 0,1 0 1,-1 0-1,0 0 0,-1 0 1,0 0-1,1 0 0,-1-1 1,-1 1-1,1-1 0,-1 0 1,0 0-1,1 0 0,-2-1 1,-8 7-1,1-3-6783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22.0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507 103 24575,'-2'-1'0,"-22"-18"0,0 1 0,-28-16 0,44 29 0,-1 1 0,-1 0 0,1 0 0,-1 1 0,1 0 0,-1 1 0,0 0 0,0 0 0,0 1 0,-11 1 0,-77 9 0,41-2 0,51-6 0,1 0 0,-1 0 0,1 1 0,-1-1 0,1 1 0,0 0 0,0 0 0,0 1 0,0 0 0,0 0 0,0 0 0,1 0 0,-1 1 0,1 0 0,0-1 0,0 2 0,0-1 0,1 0 0,0 1 0,-1 0 0,-1 5 0,-1 1 0,2 0 0,-1 0 0,2 0 0,-1 1 0,2-1 0,-1 1 0,2 0 0,-1 0 0,2 13 0,0 1 0,1-1 0,9 51 0,-7-62 0,1 1 0,1 0 0,0-1 0,1 0 0,1 0 0,10 17 0,-13-25 0,1 1 0,-1 0 0,2-1 0,-1 0 0,0 0 0,1-1 0,0 1 0,1-1 0,-1-1 0,1 1 0,0-1 0,0 0 0,0-1 0,0 1 0,1-1 0,-1-1 0,1 0 0,13 3 0,-5-3 0,-1-1 0,1-1 0,0 0 0,-1-1 0,1 0 0,-1-1 0,22-6 0,-30 6 0,-1 0 0,1-1 0,-1 1 0,1-1 0,-1-1 0,0 1 0,0-1 0,-1 0 0,1 0 0,-1-1 0,0 1 0,0-1 0,0 0 0,-1-1 0,0 1 0,0-1 0,0 0 0,5-12 0,6-20 0,-15 38 0,0 0 0,0 0 0,0 0 0,0 0 0,0 0 0,0 0 0,0 0 0,0 0 0,0 0 0,0 0 0,0 0 0,0 0 0,0 0 0,0 0 0,0 0 0,0 0 0,0 0 0,0 0 0,0 0 0,0 0 0,1 1 0,-1-1 0,0 0 0,0 0 0,0 0 0,0 0 0,0 0 0,0 0 0,0 0 0,0 0 0,0 0 0,0 0 0,0 0 0,0 0 0,0 0 0,0 0 0,0 0 0,0 0 0,0 0 0,0-1 0,0 1 0,0 0 0,0 0 0,0 0 0,0 9 0,-2 10 0,-1-8 0,1 1 0,1-1 0,0 1 0,0 0 0,2 20 0,-1-29 0,1 0 0,-1 0 0,1 0 0,0 0 0,0 0 0,0 0 0,0-1 0,0 1 0,1 0 0,-1-1 0,1 1 0,0-1 0,0 1 0,0-1 0,0 0 0,0 0 0,0 0 0,0 0 0,1 0 0,-1 0 0,1-1 0,-1 1 0,1-1 0,0 0 0,-1 0 0,1 0 0,0 0 0,4 1 0,-5-2 0,0 1 0,0-1 0,1 0 0,-1 0 0,0 0 0,0 0 0,1 0 0,-1 0 0,0-1 0,0 1 0,0-1 0,1 1 0,-1-1 0,0 0 0,0 0 0,0 0 0,0 0 0,0 0 0,0-1 0,0 1 0,-1 0 0,1-1 0,0 0 0,-1 1 0,1-1 0,-1 0 0,0 0 0,1 0 0,-1 1 0,1-5 0,0 2 0,0 0 0,-1 0 0,0 0 0,0 0 0,0 0 0,0 0 0,-1-1 0,0 1 0,0 0 0,0 0 0,0 0 0,0 0 0,-1-1 0,0 1 0,0 0 0,-2-4 0,1 2 0,-1 0 0,-1 0 0,1 1 0,-1 0 0,0-1 0,0 1 0,-1 1 0,1-1 0,-1 1 0,0 0 0,0 0 0,-1 0 0,1 1 0,-1-1 0,0 1 0,-11-4 0,6 3 0,-1 1 0,1 0 0,-1 1 0,0 0 0,0 0 0,0 1 0,0 1 0,-16 1 0,23 0-151,1-1-1,-1 1 0,1 0 0,-1 1 1,1-1-1,0 1 0,-1 0 1,-4 2-1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22.4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87 17 24575,'27'-3'0,"1"2"0,34 3 0,-55-1 0,0-1 0,1 1 0,-1 1 0,0 0 0,0 0 0,0 0 0,0 1 0,-1 0 0,1 0 0,-1 0 0,1 1 0,-1 0 0,10 9 0,-13-9 0,0 0 0,0 1 0,0-1 0,-1 1 0,1 0 0,-1 0 0,0 0 0,0 0 0,-1 0 0,0 0 0,1 0 0,-2 0 0,1 1 0,-1-1 0,0 0 0,0 1 0,0-1 0,-1 0 0,1 1 0,-1-1 0,-3 8 0,3-11 0,1 0 0,-1-1 0,0 1 0,0-1 0,0 1 0,0 0 0,0-1 0,-1 0 0,1 1 0,0-1 0,-1 0 0,1 1 0,-1-1 0,1 0 0,-4 1 0,2 0 0,-1-1 0,1 0 0,-1 0 0,1 0 0,-1 0 0,0 0 0,-6-1 0,0 0 0,-1-1 0,1 0 0,-1 0 0,-17-6 0,5 0 0,1 0 0,-37-19 0,50 21 0,-1-1 0,1 1 0,0-2 0,1 1 0,-1-1 0,1-1 0,1 1 0,-9-11 0,14 16 0,1-1 0,-1 1 0,1 0 0,-1-1 0,1 1 0,0-1 0,0 0 0,0 1 0,0-1 0,1 0 0,-1 0 0,1 0 0,-1 1 0,1-1 0,0 0 0,0 0 0,1-5 0,0 6 0,-1 0 0,1 1 0,0-1 0,0 0 0,0 0 0,0 1 0,0-1 0,0 0 0,0 1 0,1-1 0,-1 1 0,1-1 0,-1 1 0,1 0 0,-1 0 0,1 0 0,0 0 0,0 0 0,0 0 0,-1 0 0,1 0 0,0 1 0,0-1 0,0 1 0,3-1 0,0 0-151,1 0-1,0 1 0,-1 0 0,1 0 1,0 0-1,-1 1 0,1 0 1,9 2-1,-2 1-6674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22.8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348 32 24575,'-112'105'0,"109"-101"0,0-1 0,0 1 0,1-1 0,0 1 0,-2 4 0,2-3 0,0-1 0,-1 0 0,1 0 0,-7 7 0,8-10 0,1 0 0,-1-1 0,0 1 0,0-1 0,0 1 0,0 0 0,1-1 0,-1 1 0,0-1 0,0 0 0,0 1 0,0-1 0,0 0 0,0 0 0,0 1 0,0-1 0,0 0 0,0 0 0,0 0 0,0 0 0,0 0 0,0-1 0,0 1 0,0 0 0,0 0 0,0-1 0,-1 0 0,-13-5 0,0-2 0,0 0 0,1 0 0,1-1 0,-1-1 0,1-1 0,1 0 0,0 0 0,1-1 0,-12-15 0,21 24 0,0 0 0,0 0 0,1-1 0,-1 1 0,1 0 0,-1-1 0,1 1 0,0-1 0,0 1 0,0-7 0,1 8 0,0 1 0,0 0 0,0 0 0,0 0 0,1-1 0,-1 1 0,0 0 0,0 0 0,1 0 0,-1 0 0,1-1 0,-1 1 0,1 0 0,0 0 0,-1 0 0,1 0 0,0 0 0,0 0 0,0 1 0,0-1 0,-1 0 0,1 0 0,0 1 0,1-1 0,-1 0 0,0 1 0,0-1 0,0 1 0,0-1 0,0 1 0,0 0 0,1-1 0,-1 1 0,0 0 0,2 0 0,5-1 0,0 1 0,0 0 0,0 0 0,0 1 0,1 0 0,-1 1 0,0 0 0,-1 0 0,13 5 0,-3 0 0,0 1 0,-1 1 0,18 11 0,-22-10-1365,-2-2-5461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23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223 477 24575,'-28'-10'0,"-41"-14"0,60 21 0,0 1 0,0 0 0,-1 1 0,1 0 0,-14 1 0,20 0 0,1 0 0,-1 0 0,1 0 0,-1 1 0,1-1 0,-1 1 0,1 0 0,0-1 0,-1 1 0,1 0 0,0 0 0,0 1 0,0-1 0,0 0 0,0 1 0,0 0 0,0-1 0,-3 4 0,4-2 0,-1-1 0,1 1 0,0 0 0,0-1 0,0 1 0,0 0 0,0 0 0,1 0 0,-1 0 0,1-1 0,-1 1 0,1 0 0,1 5 0,0 2 0,1 0 0,0-1 0,0 1 0,1-1 0,1 1 0,-1-1 0,2 0 0,5 11 0,-6-15 0,0 1 0,0-1 0,1 0 0,-1 0 0,1-1 0,0 1 0,0-1 0,1 0 0,-1-1 0,1 1 0,0-1 0,0 0 0,0 0 0,12 3 0,-14-5 0,-1 0 0,1 0 0,-1-1 0,1 0 0,-1 1 0,1-1 0,-1 0 0,1-1 0,-1 1 0,1-1 0,-1 1 0,0-1 0,1 0 0,-1 0 0,0-1 0,0 1 0,1-1 0,-1 1 0,0-1 0,0 0 0,-1 0 0,1 0 0,0-1 0,-1 1 0,1-1 0,-1 1 0,0-1 0,0 0 0,3-6 0,-1 1 0,0 0 0,-1 0 0,0-1 0,-1 0 0,0 0 0,0 1 0,-1-1 0,0 0 0,0 0 0,-1-10 0,-1-3 0,-1 1 0,-1-1 0,-6-22 0,-6-10 0,-31-73 0,-33-47 0,58 125 0,19 48 0,2 7 0,2 8 0,8 22 0,2-1 0,23 49 0,43 63 0,61 68 0,-129-202-1365,-1-4-5461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23.9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24575,'108'264'0,"25"-11"0,-114-216 0,16 27 0,-30-57 0,0 0 0,0 0 0,0-1 0,1 0 0,0 0 0,9 7 0,-4-7-1365,-2-2-5461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24.1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533 97 24575,'-126'-11'0,"-153"-16"0,175 20 0,103 7 5,0 0-1,0 0 1,0 0 0,0 0-1,0 0 1,0 0-1,0-1 1,0 1 0,0-1-1,0 1 1,1 0 0,-1-1-1,0 1 1,0-1-1,0 0 1,0 1 0,1-1-1,-1 0 1,0 1-1,1-1 1,-1 0 0,0 0-1,1 0 1,-1 0-1,0-1 1,1 1-98,0 0 0,-1-1 1,1 0-1,0 1 0,0-1 0,0 1 0,0-1 0,0 1 1,0-1-1,1 1 0,-1-1 0,0 1 0,1-1 1,-1 1-1,2-3 0,4-7-6733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24.8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24575,'0'31'0,"2"0"0,1 0 0,1 0 0,11 36 0,-10-49 0,1 0 0,0-1 0,2 0 0,0 0 0,1 0 0,1-1 0,0-1 0,16 19 0,-11-17 0,53 58 0,-58-66 0,1 0 0,0 0 0,0-1 0,0 0 0,15 7 0,-21-13 0,-1 0 0,0 0 0,1-1 0,-1 1 0,1-1 0,0 0 0,-1-1 0,1 1 0,0-1 0,0 0 0,-1 0 0,1 0 0,0-1 0,8-1 0,-9 1 0,-1-1 0,1 1 0,-1-1 0,0 0 0,1 0 0,-1 0 0,0 0 0,0 0 0,0-1 0,0 1 0,-1-1 0,1 0 0,-1 0 0,0 0 0,1 0 0,-1 0 0,-1-1 0,4-5 0,-3 3 0,-1 0 0,1 0 0,-1 0 0,-1 0 0,1 0 0,-1 0 0,0-1 0,0 1 0,-1 0 0,1 0 0,-2 0 0,1 0 0,-1 0 0,1 0 0,-1 0 0,-1 1 0,1-1 0,-5-5 0,20 26 0,1 0 0,0-1 0,0-1 0,2 0 0,-1-1 0,2-1 0,-1 0 0,28 11 0,-28-14 0,1-1 0,0-2 0,20 6 0,-33-10 0,0 0 0,0-1 0,0 1 0,1-1 0,-1 0 0,0 0 0,0 0 0,0 0 0,0-1 0,0 0 0,0 0 0,0 0 0,0 0 0,0-1 0,-1 1 0,1-1 0,0 0 0,-1 0 0,1 0 0,3-4 0,-4 3 0,0-1 0,-1 0 0,0 1 0,0-1 0,0 0 0,0 0 0,0 0 0,-1 0 0,0-1 0,0 1 0,0 0 0,0-1 0,-1 1 0,1-7 0,-1 5 0,0 1 0,0-1 0,-1 0 0,0 1 0,0-1 0,0 1 0,0-1 0,-1 1 0,0 0 0,-5-10 0,7 15 0,0-1 0,0 1 0,0 0 0,0-1 0,0 1 0,0 0 0,-1 0 0,1-1 0,0 1 0,0 0 0,0 0 0,-1-1 0,1 1 0,0 0 0,0 0 0,-1-1 0,1 1 0,0 0 0,0 0 0,-1 0 0,1 0 0,0 0 0,-1-1 0,1 1 0,0 0 0,-1 0 0,1 0 0,0 0 0,0 0 0,-1 0 0,1 0 0,0 0 0,-1 0 0,1 0 0,0 0 0,-1 0 0,1 0 0,0 0 0,-1 1 0,1-1 0,-1 0 0,1 1 0,0-1 0,-1 1 0,1-1 0,-1 1 0,1 0 0,0-1 0,0 1 0,-1-1 0,1 1 0,0 0 0,0-1 0,0 1 0,0 0 0,0-1 0,0 1 0,0 0 0,0 0 0,0-1 0,0 2 0,2 6 0,1 0 0,0 0 0,0 0 0,0 0 0,1 0 0,0-1 0,1 0 0,6 9 0,4 2 0,30 29 0,-44-46-85,1 1 0,-1-1-1,0 0 1,1 1 0,-1-1-1,1 0 1,0 0 0,-1 0-1,1-1 1,0 1 0,0 0-1,-1-1 1,1 1 0,0-1-1,3 1 1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24.9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40 24575,'-8'-12'0,"-2"-2"0,1 4 0,2 6 0,1 7 0,3 4 0,1 4 0,1 3 0,1 1 0,1-2-8191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25.4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22 24575,'6'8'0,"1"0"0,-1 0 0,1-1 0,1 0 0,-1 0 0,1-1 0,15 9 0,-7-6 0,0 0 0,0-1 0,25 7 0,-34-13 0,-1 0 0,1 0 0,0-1 0,0 0 0,9 1 0,-14-2 0,-1 0 0,0 0 0,0 0 0,0 0 0,0 0 0,0 0 0,0-1 0,0 1 0,0 0 0,0 0 0,1-1 0,-1 1 0,0-1 0,0 1 0,0-1 0,-1 1 0,1-1 0,0 0 0,0 1 0,0-1 0,0 0 0,0 0 0,-1 1 0,1-1 0,0 0 0,-1 0 0,1 0 0,-1 0 0,1 0 0,-1 0 0,1 0 0,-1 0 0,0 0 0,1 0 0,-1 0 0,0 0 0,0-1 0,0 1 0,0 0 0,0 0 0,0-1 0,-1-5 0,-1 1 0,1-1 0,-1 1 0,-3-8 0,3 10 0,0 0 0,1 1 0,-1-1 0,1 0 0,0-1 0,0 1 0,0 0 0,1 0 0,0 0 0,0 0 0,0-1 0,1-5 0,-1 9 0,0 0 0,1 1 0,-1-1 0,0 1 0,1-1 0,-1 0 0,1 1 0,-1-1 0,1 1 0,-1-1 0,1 1 0,-1 0 0,1-1 0,-1 1 0,1-1 0,0 1 0,-1 0 0,1 0 0,0-1 0,-1 1 0,1 0 0,0 0 0,-1 0 0,1 0 0,0-1 0,-1 1 0,1 0 0,0 0 0,-1 0 0,1 1 0,0-1 0,0 0 0,-1 0 0,1 0 0,0 0 0,-1 1 0,1-1 0,-1 0 0,1 1 0,0-1 0,0 1 0,4 2 0,0-1 0,0 1 0,7 6 0,1 3 30,0 1 0,0 0 0,13 20 0,13 13-1515,-27-33-5341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26.0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23 24575,'-4'-2'0,"1"-1"0,-1 0 0,0 1 0,0-1 0,0 1 0,-1 0 0,1 1 0,-1-1 0,-6-1 0,9 3 0,0 0 0,0 0 0,1 0 0,-1 0 0,0 1 0,1-1 0,-1 0 0,0 1 0,1-1 0,-1 1 0,0-1 0,1 1 0,-1 0 0,1 0 0,-1 0 0,1 0 0,-1 0 0,1 0 0,0 0 0,0 0 0,-1 1 0,1-1 0,0 0 0,0 1 0,0-1 0,1 1 0,-1-1 0,-1 3 0,0 2 0,0-1 0,0 1 0,0 0 0,1-1 0,0 1 0,0 0 0,1 0 0,0-1 0,-1 1 0,2 0 0,-1 0 0,1 0 0,0-1 0,0 1 0,1 0 0,-1-1 0,1 1 0,1-1 0,-1 1 0,1-1 0,0 0 0,3 5 0,-6-10 0,1 1 0,-1 0 0,1-1 0,-1 1 0,1 0 0,-1-1 0,1 1 0,0-1 0,-1 1 0,1-1 0,-1 1 0,1-1 0,0 1 0,0-1 0,-1 0 0,1 1 0,0-1 0,0 0 0,-1 0 0,1 1 0,0-1 0,0 0 0,0 0 0,-1 0 0,1 0 0,1 0 0,-1-1 0,1 1 0,-1-1 0,0 0 0,0 1 0,0-1 0,0 0 0,0 0 0,0 0 0,0 0 0,0 0 0,0 0 0,-1 0 0,1 0 0,1-2 0,2-4 0,-1 0 0,0 0 0,0 0 0,2-10 0,0-7 0,-3 15 0,0 1 0,0 0 0,0 0 0,1 0 0,5-11 0,-8 19 0,0 0 0,1-1 0,-1 1 0,0-1 0,0 1 0,0 0 0,1-1 0,-1 1 0,0-1 0,1 1 0,-1 0 0,0 0 0,1-1 0,-1 1 0,0 0 0,1-1 0,-1 1 0,1 0 0,-1 0 0,0 0 0,1-1 0,-1 1 0,1 0 0,-1 0 0,1 0 0,-1 0 0,1 0 0,-1 0 0,0 0 0,1 0 0,-1 0 0,1 0 0,-1 0 0,1 0 0,-1 0 0,1 1 0,-1-1 0,1 0 0,-1 0 0,0 0 0,1 1 0,-1-1 0,0 0 0,1 0 0,-1 1 0,1-1 0,-1 0 0,0 1 0,0-1 0,1 0 0,-1 1 0,0-1 0,0 1 0,1-1 0,-1 0 0,0 1 0,3 4 0,0 1 0,0-1 0,2 9 0,-4-11 0,18 54 0,19 97 0,-30-117 0,-2-9 0,8 33 0,9 97 0,-22-150 0,-1-1 0,0 1 0,0 0 0,-1 0 0,-2 11 0,2-17 0,1-1 0,-1 1 0,1 0 0,-1 0 0,0 0 0,0-1 0,0 1 0,0 0 0,0-1 0,0 1 0,-1-1 0,1 1 0,0-1 0,-1 0 0,1 1 0,-1-1 0,1 0 0,-1 0 0,0 0 0,1 0 0,-1-1 0,0 1 0,0 0 0,0-1 0,0 1 0,1-1 0,-4 1 0,-1-1 0,-1 0 0,0 0 0,0-1 0,0 0 0,0-1 0,0 1 0,1-1 0,-1 0 0,1-1 0,-1 0 0,-5-3 0,-1-1 0,0-1 0,1 0 0,0 0 0,-13-14 0,19 17 0,1-1 0,0 1 0,0-1 0,0-1 0,1 1 0,0 0 0,0-1 0,1 0 0,0 0 0,0 0 0,1 0 0,-3-11 0,5 15 0,-1-1 0,1 0 0,-1 0 0,1 0 0,1 0 0,-1 0 0,0 0 0,1 0 0,0 0 0,0 0 0,0 0 0,1 0 0,-1 1 0,1-1 0,0 1 0,0-1 0,0 1 0,0-1 0,1 1 0,-1 0 0,1 0 0,0 0 0,0 1 0,0-1 0,3-2 0,2 1-114,0-1 1,0 1-1,1 1 0,-1 0 0,1 0 1,-1 0-1,1 1 0,0 1 0,0-1 1,0 1-1,16 1 0,-12 0-6712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26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24575,'-2'3'0,"1"3"0,1 2 0,3 4 0,1 1 0,0-1-8191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26.7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24575,'0'7'0,"0"3"-8191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29.7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45 24575,'-1'1'0,"0"-1"0,0 1 0,0 0 0,0 0 0,0 0 0,0 0 0,0 1 0,0-1 0,1 0 0,-1 0 0,0 0 0,1 1 0,-1-1 0,1 0 0,-1 1 0,1-1 0,0 0 0,-1 1 0,1-1 0,0 0 0,0 1 0,0 2 0,4 34 0,-3-33 0,11 46 0,1 0 0,28 66 0,4 11 0,-42-113 0,-5-12 0,-3-9 0,-34-50 0,-19-32 0,46 67 0,1-1 0,2 0 0,-14-45 0,21 58 0,0 0 0,0 0 0,1 1 0,0-1 0,1 0 0,0 0 0,0 0 0,1 0 0,0 0 0,1 0 0,-1 1 0,2-1 0,-1 1 0,5-9 0,-5 13 0,0 0 0,0 0 0,1 0 0,-1 1 0,1-1 0,0 1 0,0 0 0,0 0 0,0 0 0,1 0 0,-1 0 0,1 1 0,-1-1 0,1 1 0,7-3 0,-5 3 0,1 1 0,-1-1 0,0 1 0,1 0 0,-1 1 0,1-1 0,-1 1 0,1 1 0,10 1 0,3 2 0,1 1 0,-1 2 0,0 0 0,0 1 0,25 14 0,-41-20 0,12 6 0,27 20 0,-39-26 0,-1 1 0,0-1 0,0 1 0,0 0 0,0 0 0,-1 0 0,1 0 0,-1 1 0,0-1 0,1 1 0,-2-1 0,1 1 0,0 0 0,1 5 0,-3-7 0,1 0 0,-1 0 0,0 0 0,0 0 0,0 0 0,0 0 0,0 0 0,-1 0 0,1 0 0,-1 0 0,1 0 0,-1 0 0,0 0 0,1 0 0,-1 0 0,-2 3 0,0-2 0,1 0 0,-1 0 0,1-1 0,-1 1 0,0-1 0,0 0 0,0 0 0,-6 3 0,-3 1 0,0-1 0,0-1 0,0 0 0,-17 2 0,-16 1-303,0-3 0,0-1 0,-49-4 0,89 1 150,-9 0-6673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30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24575,'1'46'0,"2"-1"0,2 0 0,2 0 0,2 0 0,2-1 0,2 0 0,2-1 0,2-1 0,40 74 0,-48-99 0,8 14 0,1-1 0,24 30 0,-41-58 0,1 0 0,-1 0 0,1-1 0,0 1 0,-1-1 0,1 1 0,0-1 0,0 0 0,0 1 0,0-1 0,1 0 0,-1 0 0,0 0 0,3 0 0,-4-1 0,1 0 0,-1 0 0,0 0 0,0 0 0,0 0 0,0 0 0,0-1 0,0 1 0,0 0 0,0-1 0,0 1 0,0-1 0,0 1 0,0-1 0,0 1 0,0-1 0,0 0 0,0 0 0,0 1 0,0-1 0,-1 0 0,1 0 0,0 0 0,-1 0 0,1 0 0,-1 0 0,1 0 0,-1 0 0,1 0 0,-1 0 0,0 0 0,1-1 0,4-16 0,-1 0 0,0 0 0,-2-1 0,2-31 0,-2 13 0,-2 36 0,0-1 0,0 0 0,1 0 0,-1 0 0,0 1 0,1-1 0,-1 0 0,2-2 0,-1 4 0,-1-1 0,0 1 0,0 0 0,1 0 0,-1-1 0,0 1 0,1 0 0,-1 0 0,1 0 0,-1 0 0,0-1 0,1 1 0,-1 0 0,0 0 0,1 0 0,-1 0 0,1 0 0,-1 0 0,0 0 0,1 0 0,-1 0 0,1 0 0,-1 0 0,0 0 0,1 1 0,-1-1 0,1 0 0,-1 0 0,0 0 0,1 0 0,-1 1 0,0-1 0,1 0 0,-1 0 0,0 1 0,1-1 0,-1 0 0,0 0 0,0 1 0,1-1 0,-1 0 0,0 1 0,33 31 0,28 36 0,-36-39 0,-12-14 0,-1 0 0,31 28 0,-40-40 0,1 0 0,0 0 0,0 0 0,0-1 0,1 1 0,-1-1 0,1 0 0,-1 0 0,1-1 0,0 1 0,-1-1 0,1 0 0,7 1 0,-8-3 0,-1 1 0,1-1 0,-1 0 0,0 0 0,1 0 0,-1 0 0,0-1 0,1 0 0,-1 1 0,0-1 0,0 0 0,0 0 0,0 0 0,-1-1 0,1 1 0,-1-1 0,1 0 0,-1 1 0,3-6 0,3-3 0,-1-1 0,1-1 0,7-19 0,-10 19 0,0 0 0,-1 0 0,4-25 0,-7 32 0,0 0 0,-1 0 0,0 0 0,0 0 0,0 0 0,0 0 0,-1 0 0,0 0 0,-1 0 0,1 0 0,-4-6 0,5 10 0,-1 0 0,0 1 0,-1-1 0,1 0 0,0 0 0,0 1 0,-1-1 0,1 0 0,-1 1 0,1 0 0,-1-1 0,0 1 0,0 0 0,0 0 0,1 0 0,-1 0 0,0 0 0,0 0 0,0 1 0,0-1 0,0 1 0,-1-1 0,1 1 0,0 0 0,0 0 0,0-1 0,0 2 0,0-1 0,0 0 0,-1 0 0,1 1 0,0-1 0,0 1 0,-2 0 0,1 1 0,0-1 0,0 0 0,0 1 0,0-1 0,0 1 0,0 0 0,0 0 0,1 0 0,-1 1 0,1-1 0,-1 0 0,1 1 0,0 0 0,0 0 0,0-1 0,0 1 0,1 0 0,-1 0 0,1 1 0,0-1 0,-1 3 0,1 2 0,0 0 0,1 0 0,-1 0 0,2 0 0,-1-1 0,1 1 0,1 0 0,-1 0 0,2-1 0,-1 1 0,1-1 0,0 1 0,0-1 0,0 0 0,1 0 0,1-1 0,-1 1 0,1-1 0,0 0 0,0 0 0,1 0 0,0-1 0,0 0 0,0 0 0,0-1 0,1 1 0,8 3 0,-12-7 0,-1 0 0,0 0 0,1 0 0,-1 0 0,0 0 0,1-1 0,-1 1 0,1-1 0,-1 0 0,1 0 0,-1 1 0,0-2 0,1 1 0,-1 0 0,1 0 0,-1-1 0,4-1 0,-2 1 0,0-1 0,0 0 0,-1 0 0,1 0 0,-1-1 0,0 1 0,1-1 0,-1 0 0,5-5 0,-3 1 0,0 0 0,0 0 0,0-1 0,-1 1 0,0-1 0,-1 0 0,1 0 0,-1-1 0,2-12 0,-3 4 0,-2 14 0,0-1 0,0 1 0,1-1 0,-1 1 0,3-5 0,-1 6 0,2 7 0,0 10 0,-3-13 0,35 118-1365,-32-107-5461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31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10 24575,'-7'-2'0,"-1"0"0,0 0 0,0 1 0,0 0 0,-9 0 0,16 1 0,-1 0 0,0 0 0,0 0 0,0 0 0,0 1 0,0-1 0,1 1 0,-1-1 0,0 1 0,0 0 0,1-1 0,-1 1 0,0 0 0,1 0 0,-1 1 0,1-1 0,-1 0 0,1 0 0,-1 1 0,1-1 0,0 0 0,0 1 0,0 0 0,0-1 0,0 1 0,0 0 0,-1 2 0,1 2 0,-1 1 0,1-1 0,0 1 0,0 0 0,1-1 0,0 1 0,0 0 0,1 0 0,0-1 0,0 1 0,0 0 0,1-1 0,4 12 0,4 6 0,1 0 0,16 24 0,-25-44 0,5 8 0,15 17 0,-14-19 0,13 20 0,-21-30 0,1 1 0,-1 0 0,1-1 0,-1 1 0,0 0 0,1-1 0,-1 1 0,0 0 0,0 0 0,1-1 0,-1 1 0,0 0 0,0 0 0,0 0 0,0-1 0,0 1 0,0 0 0,0 0 0,0-1 0,0 1 0,-1 0 0,1 0 0,0 0 0,0-1 0,-1 2 0,0-1 0,0-1 0,0 1 0,0 0 0,1-1 0,-1 1 0,0-1 0,0 1 0,0-1 0,0 1 0,0-1 0,0 0 0,0 0 0,-1 0 0,1 1 0,0-1 0,-1 0 0,-7 0 0,0-1 0,0 0 0,-12-3 0,17 4 0,-3-2 0,-1 1 0,2 0 0,-1 0 0,0-1 0,0 0 0,0-1 0,1 1 0,-11-7 0,17 9 0,0 0 0,0 0 0,-1 0 0,1-1 0,0 1 0,0 0 0,0 0 0,0 0 0,-1-1 0,1 1 0,0 0 0,0 0 0,0-1 0,0 1 0,0 0 0,0 0 0,0-1 0,0 1 0,0 0 0,0-1 0,0 1 0,0 0 0,0 0 0,0-1 0,0 1 0,0 0 0,0 0 0,0-1 0,0 1 0,0 0 0,0 0 0,0-1 0,0 1 0,1 0 0,-1 0 0,0-1 0,0 1 0,0 0 0,0 0 0,1 0 0,-1-1 0,0 1 0,0 0 0,0 0 0,1 0 0,-1 0 0,0-1 0,1 1 0,14-8 0,-12 7 0,92-33 0,-69 26 0,1-1 0,46-23 0,-55 22 0,17-9 0,-1-1 0,-1-2 0,35-30 0,-65 50 0,-1-1 0,0 1 0,0 0 0,0 0 0,-1-1 0,1 1 0,0-1 0,-1 0 0,0 1 0,0-1 0,2-4 0,-3 6 0,0 0 0,0 0 0,0 0 0,0 0 0,0 0 0,0 0 0,0 0 0,0 0 0,0 0 0,-1 0 0,1 0 0,0 0 0,-1 0 0,1 0 0,-1 1 0,1-1 0,-1 0 0,1 0 0,-1 0 0,1 1 0,-1-1 0,0 0 0,1 0 0,-1 1 0,0-1 0,0 1 0,0-1 0,0 1 0,1-1 0,-1 1 0,0-1 0,0 1 0,0 0 0,0-1 0,0 1 0,0 0 0,-2 0 0,-2-1 0,-1 0 0,1 0 0,-1 1 0,1 0 0,-1 0 0,1 0 0,-1 1 0,1 0 0,-1 0 0,1 0 0,-1 1 0,1 0 0,-7 3 0,6-2 0,-1 0 0,1 1 0,0 0 0,0 0 0,0 1 0,1 0 0,0 0 0,0 0 0,-8 10 0,11-12 0,0 0 0,0 0 0,1 0 0,-1 1 0,1-1 0,0 0 0,0 0 0,0 1 0,0-1 0,0 1 0,1-1 0,-1 0 0,1 1 0,0-1 0,0 1 0,1-1 0,-1 1 0,1-1 0,0 1 0,1 3 0,0-2 0,-1-1 0,2 1 0,-1-1 0,0 0 0,1 0 0,0 0 0,0 0 0,0 0 0,1-1 0,-1 1 0,1-1 0,-1 0 0,8 5 0,9 3 0,0-1 0,0-1 0,1-1 0,0 0 0,0-2 0,42 8 0,-16-8 0,0-2 0,58-2 0,-75-5-1365,-20-1-5461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32.1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0 24575,'4'1'0,"23"8"0,38 19 0,-59-25 0,1 0 0,-1 1 0,0 0 0,0 0 0,0 1 0,0-1 0,-1 1 0,0 0 0,0 1 0,0 0 0,4 7 0,-7-10 0,-1 0 0,1 0 0,-1 0 0,0 0 0,0 0 0,-1 0 0,1 0 0,-1 0 0,1 1 0,-1-1 0,0 0 0,0 0 0,0 0 0,-1 5 0,0-6 0,1 0 0,-1 0 0,1-1 0,-1 1 0,0 0 0,0 0 0,0-1 0,0 1 0,0 0 0,0-1 0,-1 1 0,1-1 0,0 1 0,-1-1 0,1 0 0,-1 0 0,1 0 0,-1 0 0,0 0 0,0 0 0,1 0 0,-1 0 0,0 0 0,-2 0 0,-8 1 0,0 0 0,0-1 0,0 0 0,0 0 0,0-1 0,-17-3 0,-71-16 0,84 14 0,-1 0 0,1 0 0,-19-11 0,29 13 0,0 0 0,0 0 0,0-1 0,1 0 0,-1 0 0,1-1 0,0 1 0,0-1 0,1-1 0,-8-9 0,11 13 0,0 1 0,0-1 0,0 1 0,0-1 0,0 1 0,1-1 0,-1 1 0,1-1 0,-1 0 0,1 1 0,0-1 0,0 0 0,0 1 0,0-1 0,0 0 0,0 1 0,0-1 0,0 0 0,0 1 0,1-1 0,0-2 0,0 2 0,0 1 0,1-1 0,-1 1 0,1-1 0,-1 1 0,1 0 0,-1-1 0,1 1 0,0 0 0,0 0 0,-1 0 0,1 0 0,0 0 0,0 1 0,0-1 0,0 1 0,2-1 0,11-3 0,0 2 0,0 0 0,0 1 0,0 0 0,0 1 0,17 3 0,90 18 0,-120-20 0,28 7-1365,-19-4-5461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32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235 153 24575,'-5'-7'0,"-54"-68"0,51 66 0,0 0 0,-1 0 0,0 2 0,-1-1 0,-17-10 0,24 16 0,0 1 0,1-1 0,-1 1 0,0 0 0,0 0 0,0 0 0,0 1 0,0-1 0,0 1 0,0 0 0,0-1 0,0 1 0,-3 1 0,4-1 0,0 1 0,0-1 0,0 1 0,0 0 0,0-1 0,1 1 0,-1 0 0,0 0 0,1 1 0,-1-1 0,1 0 0,-1 0 0,1 1 0,-1-1 0,1 1 0,0-1 0,0 1 0,0 0 0,0-1 0,-2 4 0,-1 6 0,0 0 0,1 0 0,0 0 0,0 0 0,2 1 0,-1-1 0,1 20 0,7 81 0,2-59-83,2 0-1,2-1 0,37 100 0,81 141-295,-117-267 375,-2-2 55,31 59 193,-34-68-629,1-1 0,0-1-1,16 19 1,-10-17-5842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32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363 129 24575,'-32'-19'0,"-13"-7"0,-4-2 0,4 5 0,8 6 0,4 5 0,6 8 0,5 4 0,4 3 0,2 0 0,2 2 0,1 1 0,2-1-8191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33.3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265 133 24575,'-33'-19'0,"0"1"0,-1 1 0,-62-20 0,92 36 0,-1 0 0,1 0 0,-1 1 0,1-1 0,-1 1 0,1 0 0,0 0 0,-8 1 0,11-1 0,0 0 0,0 1 0,0-1 0,0 0 0,0 1 0,0-1 0,0 1 0,0-1 0,0 1 0,0 0 0,0-1 0,0 1 0,0 0 0,0 0 0,1-1 0,-1 1 0,0 0 0,1 0 0,-1 0 0,0 0 0,1 0 0,-1 0 0,1 0 0,0 0 0,-1 0 0,1 0 0,0 0 0,0 0 0,-1 1 0,1-1 0,0 0 0,0 0 0,0 0 0,0 0 0,0 0 0,1 0 0,-1 3 0,2 3 0,1 1 0,-1 0 0,1 0 0,0-1 0,1 0 0,-1 0 0,7 8 0,0 1 0,2-2 0,13 15 0,-12-15 0,1-1 0,1-1 0,0 0 0,1-1 0,0-1 0,0 0 0,1-1 0,31 11 0,-43-18 0,0-1 0,0 1 0,0-1 0,0-1 0,0 1 0,1-1 0,-1 0 0,0 0 0,6-1 0,-9 1 0,0-1 0,-1 1 0,1-1 0,0 1 0,-1-1 0,1 1 0,-1-1 0,1 0 0,-1 0 0,1 0 0,-1 0 0,0 0 0,1 0 0,-1 0 0,0 0 0,0-1 0,0 1 0,0 0 0,0-1 0,0 1 0,0-1 0,0 1 0,-1-1 0,1 1 0,-1-1 0,1 0 0,-1 1 0,1-1 0,-1 0 0,0 1 0,0-4 0,0-2 0,-1 0 0,0 0 0,0 0 0,-1 0 0,0 0 0,0 0 0,0 0 0,-1 0 0,0 1 0,0-1 0,-6-6 0,-6-11 0,-27-29 0,32 41-112,-40-44 358,45 51-413,0 0 1,0 1-1,0 0 1,-1 0-1,0 1 1,1-1-1,-1 1 1,-11-4-1,5 4-6659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33.7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24575,'34'37'0,"-21"-22"0,1 1 0,1-2 0,0 0 0,23 16 0,-34-28 0,0 1 0,0-1 0,0 1 0,1-1 0,-1-1 0,1 1 0,0-1 0,-1 1 0,1-1 0,0 0 0,0-1 0,0 0 0,-1 1 0,1-1 0,0-1 0,0 1 0,0-1 0,0 0 0,-1 0 0,1 0 0,0-1 0,-1 1 0,7-4 0,-8 3 0,0 1 0,-1-1 0,1 0 0,0 0 0,-1 0 0,1 0 0,-1 0 0,0-1 0,0 1 0,0-1 0,0 1 0,2-4 0,-2 0 0,0 1 0,0 0 0,0-1 0,-1 1 0,1-1 0,-1-5 0,-1 10 0,0 0 0,0 0 0,0 0 0,1 1 0,-1-1 0,0 0 0,0 0 0,0 0 0,1 0 0,-1 1 0,0-1 0,1 0 0,-1 0 0,1 0 0,-1 1 0,1-1 0,-1 0 0,1 1 0,-1-1 0,1 1 0,1-2 0,-2 2 0,1 0 0,0 0 0,-1 0 0,1 0 0,-1 0 0,1 0 0,0 1 0,-1-1 0,1 0 0,-1 0 0,1 0 0,-1 1 0,1-1 0,0 0 0,-1 1 0,1-1 0,-1 0 0,0 1 0,1-1 0,-1 1 0,1-1 0,0 1 0,2 4 0,1-1 0,-1 1 0,0 0 0,0 0 0,2 6 0,7 20-1365,-6-18-5461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34.1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24575,'8'32'0,"6"20"0,5 9 0,2 3 0,2 2-1407,-2-4 1407,-1-3 0,-2-3 0,-2-5 0,0-3 436,-2-2-436,-2-5 0,-4-6 0,-2-7 239,-4-8-7698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34.2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383 63 24575,'-25'-12'0,"-10"-5"0,-4 2 0,-1 5 0,2 4 0,3 4 0,2 4 0,1 2 0,2 0 0,1 2 0,3 0 0,6-1-8191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35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1 145 24575,'76'133'0,"47"91"0,-111-193 0,-15-32 0,-4-5 0,-6-10 0,-19-32 0,1 0 0,-34-76 0,55 100 0,-15-50 0,22 61 0,0 1 0,1-1 0,1 1 0,0-1 0,0 0 0,2-14 0,0 23 0,-1 0 0,1 0 0,0 0 0,0 0 0,0 0 0,0 0 0,1 0 0,0 0 0,0 1 0,0-1 0,0 0 0,0 1 0,1 0 0,0-1 0,-1 1 0,1 0 0,0 1 0,1-1 0,4-3 0,-4 4 0,0 0 0,1 0 0,-1 0 0,1 1 0,-1-1 0,1 1 0,0 0 0,-1 1 0,1-1 0,0 1 0,0 0 0,-1 0 0,1 0 0,0 1 0,-1 0 0,9 2 0,6 3 0,-1 1 0,-1 1 0,1 0 0,-1 1 0,-1 1 0,1 1 0,-2 0 0,28 26 0,-38-32 0,-1 0 0,0-1 0,-1 1 0,1 1 0,-1-1 0,0 1 0,0-1 0,-1 1 0,4 11 0,-6-16 0,1 1 0,-1-1 0,1 1 0,-1 0 0,0 0 0,1-1 0,-1 1 0,0 0 0,0 0 0,-1-1 0,1 1 0,0 0 0,0-1 0,-1 1 0,1 0 0,-1-1 0,0 1 0,1 0 0,-1-1 0,0 1 0,0-1 0,0 1 0,0-1 0,0 0 0,0 1 0,0-1 0,-1 0 0,1 0 0,0 0 0,-1 0 0,1 0 0,-1 0 0,1 0 0,-1 0 0,1-1 0,-1 1 0,0 0 0,-3 0 0,-7 1 0,-1 0 0,0 0 0,0-2 0,-14 0 0,-52-6 0,49 2-455,0-1 0,-53-16 0,72 17-6371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35.4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24575,'1'4'0,"-1"-1"0,1 1 0,0-1 0,0 1 0,0-1 0,0 0 0,1 1 0,-1-1 0,1 0 0,0 0 0,0 0 0,3 4 0,30 31 0,-34-38 0,7 7 0,0-1 0,0 0 0,0 0 0,1-1 0,0 0 0,0 0 0,1-1 0,-1 0 0,17 3 0,-21-5 0,1-1 0,-1 0 0,1 0 0,-1 0 0,1-1 0,-1 0 0,1 0 0,-1 0 0,1-1 0,-1 0 0,0 0 0,1 0 0,-1 0 0,0-1 0,0 0 0,0 0 0,0-1 0,0 1 0,6-6 0,-9 6 0,0 0 0,0 0 0,-1 0 0,1 0 0,-1 0 0,1-1 0,-1 1 0,0-1 0,0 1 0,0-1 0,0 1 0,-1-1 0,1 0 0,-1 1 0,1-5 0,2-11 0,-3 18 2,0 0-1,0-1 1,0 1 0,0 0-1,0 0 1,0-1-1,0 1 1,0 0 0,1 0-1,-1-1 1,0 1-1,0 0 1,0 0 0,0-1-1,0 1 1,0 0-1,0 0 1,0 0 0,1-1-1,-1 1 1,0 0-1,0 0 1,0 0 0,0 0-1,1-1 1,-1 1-1,0 0 1,0 0 0,0 0-1,1 0 1,-1 0-1,0 0 1,0 0 0,1-1-1,-1 1 1,0 0-1,0 0 1,0 0 0,1 0-1,-1 0 1,0 0-1,0 0 1,1 0 0,-1 0-1,0 0 1,0 0-1,1 1 1,-1-1 0,0 0-1,0 0 1,1 0-1,-1 0 1,0 0 0,0 0-1,1 1 1,8 10-1057,-8-10 655,5 10-6426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35.7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24575,'9'29'0,"7"18"0,2 7 0,1 3 0,-1-2 0,0-2 0,-1-3 0,-2-6 0,0-2 0,0-3 0,-1-4 0,-2-3 0,-1-4 0,-2-5 0,-1-3 0,-1-6-8191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35.9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333 49 24575,'-29'-12'0,"-15"-2"0,-3 2 0,3 5 0,3 3 0,6 6 0,5 5 0,4 0 0,5 0 0,5-1-8191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36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27 24575,'79'91'0,"-68"-80"0,0 0 0,1-1 0,1 0 0,0-1 0,23 12 0,-33-19 0,0-1 0,1 1 0,-1-1 0,1 0 0,-1 0 0,1 0 0,0 0 0,-1-1 0,1 0 0,5 1 0,-7-2 0,-1 1 0,0 0 0,1-1 0,-1 1 0,0 0 0,0-1 0,1 0 0,-1 1 0,0-1 0,0 0 0,0 1 0,0-1 0,0 0 0,0 0 0,0 0 0,0 0 0,0 0 0,0 0 0,0 0 0,-1 0 0,1-1 0,0 1 0,-1 0 0,1 0 0,-1 0 0,0-1 0,1 1 0,-1 0 0,0-1 0,0 1 0,1-2 0,-1-10 0,1 0 0,-1 0 0,-1 0 0,-1 0 0,0 0 0,0 0 0,-1 0 0,-1 1 0,0-1 0,-9-16 0,6 17 0,5 19 0,7 23 0,10 17 0,35 79 0,-22-61 0,-8-16 0,55 139 0,-57-133 0,18 84 0,-35-135 0,0 1 0,-1 0 0,1 0 0,-1 0 0,0-1 0,0 1 0,-2 7 0,2-11 0,0 0 0,0-1 0,-1 1 0,1 0 0,0 0 0,-1-1 0,1 1 0,-1 0 0,1-1 0,0 1 0,-1 0 0,0-1 0,1 1 0,-1-1 0,1 1 0,-1-1 0,0 1 0,1-1 0,-1 1 0,-1-1 0,1 1 0,0-1 0,-1 0 0,1 0 0,0 0 0,-1 0 0,1 0 0,0 0 0,-1 0 0,1-1 0,0 1 0,-1 0 0,1-1 0,0 1 0,0-1 0,0 0 0,-2 0 0,-5-4 0,0 0 0,1 0 0,0-1 0,0 0 0,1 0 0,-7-8 0,-33-46 0,28 35 0,10 15-170,1 0-1,0-1 0,1 1 1,0-1-1,1-1 0,0 1 1,-7-25-1,10 23-6655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37.3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30 24575,'-17'-5'0,"-73"-16"0,81 20 0,0 0 0,0 0 0,0 1 0,0 0 0,-1 0 0,1 1 0,-17 4 0,23-4 0,0 0 0,0 0 0,1 1 0,-1-1 0,0 1 0,0-1 0,1 1 0,-1 0 0,1 0 0,-1 0 0,1 0 0,0 0 0,0 1 0,0-1 0,0 1 0,0-1 0,1 1 0,-1 0 0,1-1 0,0 1 0,0 0 0,0 0 0,0 0 0,0 0 0,0 0 0,1 0 0,0 0 0,-1 0 0,1 1 0,0-1 0,1 0 0,-1 0 0,0 0 0,1 0 0,0 0 0,0 0 0,0 0 0,0 0 0,0 0 0,1 0 0,-1-1 0,1 1 0,-1 0 0,1-1 0,0 1 0,0-1 0,3 2 0,17 14 0,-17-13 0,1-1 0,-1 0 0,0 1 0,0 0 0,-1 0 0,1 0 0,-1 1 0,7 11 0,-6-6 0,-1 0 0,-1 0 0,1 0 0,-2 1 0,1-1 0,0 14 0,-2 69 0,-1-7 0,1-76 0,0 0 0,1 0 0,0 0 0,1 0 0,0 0 0,0-1 0,10 20 0,-11-26 0,1-1 0,-1 1 0,1 0 0,-1-1 0,1 1 0,0-1 0,1 0 0,-1 0 0,0 0 0,1 0 0,0-1 0,-1 1 0,1-1 0,0 0 0,0 0 0,0-1 0,1 1 0,-1-1 0,0 0 0,1 0 0,-1 0 0,5 0 0,-6-1-48,6 1 106,0-1 0,17-2 0,-24 2-136,0 0-1,0-1 1,0 1-1,0-1 1,0 1-1,0-1 1,0 0-1,0 0 1,0 0-1,0 0 1,0 0-1,-1 0 1,1-1-1,0 1 1,-1 0-1,1-1 1,-1 1-1,2-3 1,1-5-6748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37.7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24575,'2'3'0,"0"0"0,0 0 0,0 0 0,-1 0 0,1 0 0,-1 1 0,0-1 0,0 0 0,1 7 0,2 8 0,5 2 0,0 0 0,1-1 0,0 0 0,23 29 0,-32-46 0,0-1 0,0 0 0,0 1 0,0-1 0,0 0 0,0 0 0,0 0 0,1 0 0,-1 0 0,1 0 0,-1 0 0,0 0 0,1 0 0,-1-1 0,1 1 0,0-1 0,-1 1 0,1-1 0,3 1 0,-4-1 0,1 0 0,0-1 0,-1 1 0,1-1 0,0 1 0,-1-1 0,1 0 0,0 1 0,-1-1 0,1 0 0,-1 0 0,1 0 0,-1 0 0,0 0 0,3-3 0,0-1 0,1-1 0,-1 0 0,0 0 0,0-1 0,0 1 0,-1-1 0,4-11 0,-2-2 0,-4 15 0,0 1 0,0-1 0,0 1 0,0-1 0,1 1 0,0 0 0,0 0 0,0 0 0,0 0 0,1 0 0,2-4 0,-4 8 0,0-1 0,0 1 0,0-1 0,0 1 0,0-1 0,0 1 0,0 0 0,0 0 0,0 0 0,1 0 0,-1-1 0,0 1 0,0 1 0,0-1 0,0 0 0,0 0 0,0 0 0,0 1 0,0-1 0,0 0 0,0 1 0,0-1 0,1 1 0,24 16 0,-24-16 0,57 47 0,65 67 0,-79-71 0,-30-29-1365,-3-3-5461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38.2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24575,'17'1'0,"0"0"0,0 0 0,0 2 0,0 0 0,0 1 0,0 1 0,-1 1 0,0 0 0,0 1 0,-1 0 0,0 2 0,0 0 0,21 16 0,-20-12 0,1 0 0,-1 0 0,-1 0 0,-1 2 0,22 25 0,-34-36 0,0 0 0,0 0 0,0 0 0,0 1 0,0-1 0,-1 1 0,0-1 0,0 1 0,0 0 0,-1 5 0,1 8 0,-3 24 0,1-11 0,-1 11 0,1-11 0,1-1 0,5 44 0,-4-67 0,1 1 0,0-1 0,0 0 0,1 1 0,0-1 0,0-1 0,1 1 0,5 7 0,4 4 0,24 24 0,-34-38 0,-1-2 0,0 0 0,0 0 0,0 0 0,0 0 0,-1 1 0,1-1 0,-1 1 0,2 4 0,-3-6 0,0-1 0,1 1 0,-1-1 0,0 1 0,0-1 0,0 1 0,0-1 0,0 1 0,0-1 0,-1 1 0,1-1 0,0 1 0,0-1 0,0 1 0,0-1 0,-1 1 0,1-1 0,0 1 0,0-1 0,-1 1 0,1-1 0,-1 1 0,0 0 0,0 0 0,0-1 0,0 1 0,0-1 0,0 1 0,-1-1 0,1 1 0,0-1 0,0 0 0,0 1 0,-2-1 0,-24 2 0,1-1 0,-1-1 0,-51-8 0,31 3 0,-14 1-1365,37 3-5461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38.8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 24575,'-3'7'0,"0"5"0,0 4 0,0 0 0,1 1 0,1-1 0,1 0 0,2 0 0,4 1 0,0 1 0,2 0 0,3-1 0,-2-1 0,-2-3-8191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39.0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22 24575,'-5'-10'0,"-1"2"0,-1 5 0,2 7 0,2 6 0,1 3 0,0 3 0,2-2-8191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39.4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96 24575,'-4'-11'0,"0"1"0,0 0 0,-1 1 0,0-1 0,0 1 0,-1 0 0,-9-10 0,14 18 0,1 1 0,-1-1 0,1 0 0,-1 1 0,1-1 0,-1 1 0,1-1 0,-1 1 0,0-1 0,1 1 0,-1-1 0,0 1 0,0 0 0,1-1 0,-1 1 0,0 0 0,0 0 0,1-1 0,-1 1 0,0 0 0,0 0 0,0 0 0,0 0 0,0 0 0,1 1 0,-1-1 0,1 1 0,-1-1 0,0 1 0,1-1 0,0 1 0,-1-1 0,1 1 0,-1-1 0,1 1 0,0 0 0,-1-1 0,1 1 0,0 0 0,0-1 0,-1 1 0,1 0 0,0-1 0,0 2 0,-1 4 0,0 1 0,1 0 0,0-1 0,0 8 0,2-2 0,0 0 0,1 0 0,0 0 0,1 0 0,0-1 0,1 1 0,0-1 0,7 11 0,4 3 0,1 0 0,23 26 0,34 24 0,-41-45 0,-31-28 0,0 0 0,0-1 0,-1 1 0,1 0 0,-1 1 0,1-1 0,-1 0 0,0 0 0,2 3 0,-3-4 0,0-1 0,0 1 0,0-1 0,0 1 0,0-1 0,0 0 0,0 1 0,0-1 0,0 1 0,0-1 0,0 1 0,0-1 0,0 1 0,0-1 0,0 0 0,-1 1 0,1-1 0,0 1 0,0-1 0,0 0 0,-1 1 0,1-1 0,-1 1 0,0 0 0,0-1 0,0 1 0,0-1 0,0 1 0,0-1 0,0 1 0,0-1 0,0 0 0,0 1 0,0-1 0,0 0 0,-1 0 0,-28 2 0,-59-3 0,32-1 0,10 2-1365,28 0-5461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40.1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35 24575,'27'-9'0,"1"1"0,42-7 0,-62 14 0,1 0 0,-1 0 0,1 1 0,0 0 0,-1 1 0,1 0 0,-1 0 0,0 1 0,1 0 0,-1 1 0,0-1 0,15 9 0,-21-10 0,0 0 0,0 0 0,0 0 0,0 1 0,-1-1 0,1 1 0,-1 0 0,1-1 0,-1 1 0,0 0 0,1 0 0,-1 0 0,0 0 0,0 0 0,0 0 0,-1 0 0,2 2 0,-2 0 0,1 0 0,-1-1 0,1 1 0,-1 0 0,0 0 0,-1 0 0,1 0 0,-1-1 0,-1 5 0,-2 5 0,0-1 0,-1 1 0,-1-1 0,-11 18 0,11-21 0,0 1 0,1 0 0,1 0 0,-1 0 0,-3 15 0,7-21 0,0 0 0,1 0 0,0-1 0,-1 1 0,1 0 0,1 0 0,-1-1 0,0 1 0,1 0 0,0 0 0,0-1 0,0 1 0,0-1 0,1 1 0,-1-1 0,1 1 0,0-1 0,0 0 0,4 5 0,1 0 0,1 0 0,0-1 0,0 0 0,1 0 0,0-1 0,0 0 0,0-1 0,1 0 0,0 0 0,0-1 0,0-1 0,1 1 0,-1-2 0,1 1 0,-1-1 0,1-1 0,0 0 0,0-1 0,0 0 0,-1 0 0,13-3 0,-20 3-54,0-1-1,0 1 0,-1-1 1,1 1-1,0-1 1,0 0-1,-1-1 0,1 1 1,0 0-1,-1-1 1,0 1-1,1-1 0,-1 0 1,0 0-1,0 0 0,0 0 1,0 0-1,0 0 1,0 0-1,0-1 0,-1 1 1,1-1-1,-1 1 1,1-4-1,1-5-6771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40.8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0 275 24575,'4'0'0,"56"-5"0,108-24 0,-160 27 0,0-1 0,-1 0 0,1 0 0,-1-1 0,0 0 0,0 0 0,0 0 0,0-1 0,-1 0 0,0-1 0,0 1 0,-1-1 0,1-1 0,7-10 0,-10 12 0,-1 1 0,1 0 0,-1-1 0,0 0 0,0 1 0,-1-1 0,1 0 0,-1 0 0,0 0 0,0 0 0,-1 0 0,0 0 0,0 0 0,0 0 0,0 0 0,-1 0 0,1 0 0,-1 0 0,-1 0 0,1 0 0,-1 0 0,0 0 0,0 1 0,-4-8 0,5 10 0,-1 1 0,1-1 0,-1 0 0,1 0 0,-1 1 0,0 0 0,1-1 0,-1 1 0,0 0 0,0-1 0,0 1 0,0 0 0,0 1 0,0-1 0,0 0 0,0 0 0,-1 1 0,1 0 0,0-1 0,0 1 0,-1 0 0,1 0 0,0 0 0,0 0 0,-1 0 0,1 1 0,0-1 0,-2 2 0,1-2 0,0 1 0,0 0 0,0 0 0,0 1 0,0-1 0,1 0 0,-1 1 0,0 0 0,1 0 0,0 0 0,-1 0 0,1 0 0,0 0 0,0 0 0,0 1 0,0-1 0,1 1 0,-1-1 0,1 1 0,-2 3 0,1-1 0,1 1 0,0 0 0,0-1 0,0 1 0,1 0 0,0 0 0,0 0 0,0-1 0,1 1 0,2 11 0,-1-8 0,1 0 0,0-1 0,1 0 0,0 1 0,0-1 0,9 11 0,-5-8 0,0-1 0,1 0 0,0-1 0,1 1 0,0-2 0,0 0 0,1 0 0,0-1 0,21 10 0,-15-9 0,2-2 0,-1-1 0,1 0 0,-1-1 0,29 2 0,-7-3 0,62-5 0,-84 0 0,0 0 0,24-6 0,-34 6 0,1 0 0,-1-1 0,0 0 0,-1-1 0,1 0 0,0 0 0,7-6 0,-13 9 0,-1 0 0,1-1 0,-1 1 0,1 0 0,-1 0 0,1-1 0,-1 1 0,0-1 0,0 1 0,0-1 0,0 0 0,0 1 0,0-1 0,-1 0 0,1 0 0,0 1 0,-1-1 0,1 0 0,-1 0 0,0 0 0,0 0 0,1 0 0,-1 0 0,-1 0 0,1 1 0,0-1 0,0 0 0,-1 0 0,1 0 0,-1 0 0,1 0 0,-1 1 0,0-1 0,0 0 0,0 1 0,0-1 0,0 0 0,0 1 0,-2-2 0,-5-7 0,-1 1 0,0 1 0,0 0 0,-19-13 0,20 15 0,-5-3 0,-40-33 0,47 37 0,0 0 0,1-1 0,0 1 0,0-1 0,1-1 0,-7-10 0,10 15 0,0 1 0,1-1 0,-1 0 0,0 0 0,1 1 0,-1-1 0,1 0 0,0 0 0,-1 0 0,1 0 0,0 1 0,0-1 0,0 0 0,0 0 0,1 0 0,0-3 0,-1 4 0,1 0 0,0 0 0,-1-1 0,1 1 0,0 0 0,0 0 0,0 0 0,0 0 0,0 0 0,0 0 0,0 0 0,0 0 0,0 0 0,1 0 0,-1 1 0,0-1 0,2 0 0,1-1 0,0 1 0,0 0 0,0 1 0,0-1 0,0 0 0,0 1 0,1 0 0,-1 0 0,0 1 0,0-1 0,0 1 0,0-1 0,7 3 0,13 9-1365,-14-6-5461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41.2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204 84 24575,'-9'-8'0,"-49"-39"0,52 43 0,1 0 0,-1 1 0,0 0 0,0 0 0,0 1 0,-1-1 0,1 1 0,-11-2 0,15 4 0,-1 0 0,1 0 0,0 0 0,0 0 0,0 0 0,0 0 0,0 1 0,0-1 0,0 0 0,0 1 0,0 0 0,0-1 0,1 1 0,-1 0 0,0 0 0,0 0 0,1 0 0,-3 2 0,1 0 0,1 0 0,0-1 0,-1 1 0,1 0 0,0 0 0,1 0 0,-1 1 0,1-1 0,-3 6 0,1 2 0,1 1 0,-1-1 0,2 1 0,0 0 0,0 16 0,2-17 0,1 0 0,0 0 0,0 0 0,1 0 0,0 0 0,1-1 0,0 0 0,1 0 0,0 0 0,1 0 0,0-1 0,0 0 0,1 0 0,12 12 0,-11-12 0,1 0 0,1-1 0,-1 0 0,1-1 0,0 0 0,1 0 0,0-1 0,0-1 0,0 0 0,1 0 0,-1-1 0,23 4 0,-26-6 0,-1-1 0,0-1 0,1 0 0,-1 0 0,0 0 0,1-1 0,-1 0 0,0 0 0,9-3 0,-12 2 0,0 0 0,1 0 0,-1 0 0,0 0 0,-1-1 0,1 0 0,0 0 0,-1 0 0,1 0 0,-1 0 0,0-1 0,0 1 0,-1-1 0,1 0 0,3-6 0,-2 1 0,-1 1 0,0-1 0,0 1 0,0-1 0,-1 0 0,-1 0 0,0 0 0,0 0 0,0 0 0,-1-1 0,-1 1 0,1 0 0,-1 0 0,-3-11 0,2 13 0,0 0 0,0 0 0,-1 0 0,0 0 0,0 1 0,0-1 0,-1 1 0,0 0 0,0 0 0,0 0 0,-1 1 0,0-1 0,0 1 0,0 0 0,-1 1 0,0-1 0,0 1 0,-7-4 0,-33-10-1365,27 12-5461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53.2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24575,'1'0'0,"0"-1"0,-1 1 0,1 0 0,0-1 0,-1 1 0,1 0 0,0 0 0,0 0 0,-1 0 0,1 0 0,0 0 0,-1 0 0,1 0 0,0 0 0,0 0 0,-1 0 0,1 0 0,0 0 0,-1 1 0,1-1 0,0 0 0,-1 0 0,1 1 0,0-1 0,-1 1 0,1-1 0,-1 0 0,1 1 0,0-1 0,-1 1 0,1-1 0,-1 1 0,0 0 0,1-1 0,-1 1 0,1-1 0,-1 1 0,0 0 0,1-1 0,-1 1 0,0 0 0,0-1 0,0 1 0,1 1 0,0 5 0,1 1 0,-1-1 0,1 13 0,-1-8 0,3 11 0,1-1 0,1 0 0,1 0 0,13 29 0,48 79 0,8 17 0,-74-141 0,1 0 0,-1 0 0,0 0 0,-1 0 0,0 0 0,0 0 0,0 0 0,0 7 0,-1-12 0,0-1 0,0 0 0,0 0 0,0 1 0,0-1 0,0 0 0,0 0 0,0 0 0,0 1 0,0-1 0,0 0 0,-1 0 0,1 1 0,0-1 0,0 0 0,0 0 0,0 0 0,0 1 0,-1-1 0,1 0 0,0 0 0,0 0 0,0 0 0,-1 1 0,1-1 0,0 0 0,0 0 0,0 0 0,-1 0 0,1 0 0,0 0 0,0 0 0,-1 0 0,1 0 0,0 0 0,0 0 0,-1 0 0,1 0 0,0 0 0,0 0 0,-1 0 0,1 0 0,0 0 0,0 0 0,-1 0 0,1 0 0,0 0 0,0 0 0,0 0 0,-1 0 0,1-1 0,0 1 0,0 0 0,0 0 0,-1 0 0,1 0 0,0-1 0,0 1 0,0 0 0,0 0 0,-1 0 0,1-1 0,-13-12 0,-6-13-1365,11 13-5461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53.5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638 121 24575,'-30'-17'0,"-19"-6"0,-8-1 0,-6 3 0,0 6 0,2 4 0,4 5 0,8 4 0,6 1 0,6 1 0,7 4 0,4 0 0,3 3 0,4-1 0,2 2 0,4-1-8191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54.1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260 18 24575,'7'2'0,"103"43"0,-98-39 0,0 0 0,0 1 0,0 1 0,-1 0 0,-1 1 0,16 14 0,-24-21 0,0 0 0,-1 0 0,1 0 0,-1 0 0,1 0 0,-1 0 0,0 0 0,0 0 0,0 1 0,0-1 0,0 0 0,-1 1 0,1-1 0,-1 1 0,1-1 0,-1 1 0,0-1 0,0 4 0,0-4 0,-1 0 0,0 0 0,0 0 0,1 1 0,-1-1 0,-1 0 0,1 0 0,0 0 0,0-1 0,-1 1 0,1 0 0,-1 0 0,1-1 0,-1 1 0,0-1 0,0 1 0,0-1 0,0 0 0,-3 2 0,-4 1 0,1 0 0,-1-1 0,0 0 0,0-1 0,0 0 0,0 0 0,-1-1 0,1 0 0,0 0 0,-13-2 0,-8-1 0,-55-12 0,60 8 0,0-1 0,-39-16 0,50 17 0,1-1 0,0 0 0,0-1 0,0 0 0,-20-20 0,31 27 0,0-1 0,1 1 0,-1-1 0,1 1 0,0-1 0,-1 0 0,1 0 0,0 0 0,0 1 0,0-1 0,0 0 0,0 0 0,1 0 0,-1-1 0,1 1 0,-1 0 0,1 0 0,0 0 0,0 0 0,0 0 0,0-1 0,0-1 0,1 1 0,0 0 0,0 0 0,0 1 0,1-1 0,-1 1 0,1-1 0,-1 1 0,1-1 0,0 1 0,0 0 0,0 0 0,0 0 0,0 0 0,1 0 0,4-3 0,1 0 0,1 1 0,0 0 0,0 0 0,1 1 0,-1 0 0,0 0 0,1 1 0,17-1 0,-3 1 0,-1 2 0,36 3 0,-45-2-682,27 7-1,-20-2-6143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54.6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19 24575,'-11'-2'0,"-100"-14"0,99 15 0,0 1 0,1 0 0,-1 1 0,1 0 0,-1 1 0,1 0 0,-18 6 0,26-7 0,1 0 0,-1 0 0,1 0 0,-1 1 0,1-1 0,0 0 0,-1 1 0,1 0 0,0-1 0,0 1 0,0 0 0,0 0 0,1 0 0,-1 1 0,0-1 0,1 0 0,0 1 0,-1-1 0,1 0 0,0 1 0,0 0 0,1-1 0,-1 1 0,0-1 0,1 1 0,0 0 0,-1 0 0,1-1 0,0 1 0,0 0 0,1-1 0,-1 1 0,1 0 0,-1 0 0,1-1 0,0 1 0,0-1 0,0 1 0,0-1 0,0 1 0,1-1 0,-1 0 0,1 1 0,-1-1 0,1 0 0,2 2 0,8 6 0,-1-1 0,1 0 0,0-1 0,25 14 0,57 18 0,-3-8 0,-77-28 0,1-1 0,-1 0 0,1-1 0,21 1 0,-29-4-250,0 1-1,1-1 1,12-4-1,-18 4-112,9-2-6463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55.3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235 46 24575,'-52'-1'0,"17"0"0,-62 6 0,93-4 0,1-1 0,-1 1 0,1 0 0,-1 0 0,1 0 0,0 0 0,-1 1 0,1 0 0,0-1 0,-3 3 0,5-3 0,0 0 0,0 0 0,0 0 0,1 0 0,-1 0 0,0 0 0,1 0 0,-1 0 0,0 0 0,1 0 0,-1 0 0,1 0 0,0 0 0,-1 1 0,1-1 0,0 0 0,0 0 0,0 0 0,0 1 0,0-1 0,0 0 0,0 0 0,0 1 0,0-1 0,0 0 0,1 0 0,-1 0 0,0 0 0,1 1 0,-1-1 0,1 0 0,0 1 0,4 6 0,0 1 0,1-1 0,0-1 0,0 1 0,9 7 0,37 31 0,-49-44 0,5 5 0,1 0 0,0-1 0,1-1 0,-1 1 0,1-1 0,0-1 0,0 0 0,0-1 0,1 1 0,-1-2 0,1 0 0,0 0 0,-1-1 0,1 0 0,15-1 0,-25 0 0,1 0 0,-1 0 0,0 0 0,1-1 0,-1 1 0,0 0 0,1-1 0,-1 1 0,0-1 0,1 1 0,-1-1 0,0 0 0,0 1 0,0-1 0,0 0 0,0 0 0,0 0 0,0 0 0,0 0 0,0 0 0,1-2 0,-1 1 0,0 0 0,-1 0 0,1 0 0,-1 0 0,1 0 0,-1 0 0,0 0 0,0 0 0,0 0 0,0 0 0,0 0 0,-1 0 0,0-2 0,-1-4 0,0 0 0,-1 0 0,-1 0 0,1 0 0,-9-13 0,-9-7 0,-2 0 0,-35-35 0,56 60 0,-1 1 0,1-1 0,0 1 0,0-1 0,-3-5 0,5 8 0,0-1 0,0 1 0,0-1 0,-1 1 0,1-1 0,0 1 0,0-1 0,0 1 0,0-1 0,0 1 0,0-1 0,0 1 0,0-1 0,0 1 0,0-1 0,1 1 0,-1-1 0,0 1 0,0 0 0,0-1 0,0 1 0,1-1 0,-1 1 0,0-1 0,1 1 0,-1 0 0,0-1 0,1 1 0,-1 0 0,0-1 0,1 1 0,-1 0 0,0-1 0,1 1 0,-1 0 0,1 0 0,-1 0 0,1-1 0,-1 1 0,1 0 0,-1 0 0,1 0 0,-1 0 0,1 0 0,-1 0 0,1 0 0,-1 0 0,1 0 0,0 0 0,7-1 0,1 1 0,0 0 0,0 0 0,0 1 0,0 0 0,0 0 0,0 1 0,12 4 0,7 4 0,32 16 0,204 106 0,-254-127 0,-7-3 0,0 0 0,1 0 0,-1-1 0,0 0 0,7 3 0,-9-4 0,-1 0 0,0 0 0,1 0 0,-1 0 0,0 0 0,1 0 0,-1 0 0,0 0 0,1 0 0,-1-1 0,0 1 0,1 0 0,-1 0 0,0 0 0,1 0 0,-1 0 0,0 0 0,0-1 0,1 1 0,-1 0 0,0 0 0,0 0 0,1-1 0,-1 1 0,0 0 0,1-1 0,-1 0 0,0 0 0,0 0 0,1 0 0,-1 0 0,0 0 0,0 0 0,0 0 0,0 0 0,0 0 0,0 0 0,0 0 0,0 0 0,-1-1 0,-10-34 0,7 25 0,0 0 0,-3-16 0,7 25 0,-1-1 0,1 0 0,0 1 0,0-1 0,0 0 0,0 1 0,0-1 0,1 1 0,-1-1 0,1 1 0,-1-1 0,1 1 0,0-1 0,0 1 0,3-5 0,-3 6 0,0-1 0,1 0 0,-1 1 0,1 0 0,0-1 0,-1 1 0,1 0 0,0 0 0,0 0 0,0 0 0,0 0 0,0 0 0,0 1 0,0-1 0,0 1 0,0-1 0,0 1 0,0 0 0,0-1 0,0 1 0,0 1 0,1-1 0,-1 0 0,0 0 0,0 1 0,0-1 0,2 2 0,7 1 0,-1 1 0,1 0 0,16 10 0,-25-14 0,24 15 0,144 69 0,-168-83-151,0 0-1,-1 0 0,1-1 0,0 1 1,-1 1-1,1-1 0,0 0 1,1 2-1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55.8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357 22 24575,'-28'-5'0,"-77"-10"0,89 14 0,0 0 0,0 1 0,0 1 0,-22 4 0,33-4 0,1 0 0,-1 0 0,1 0 0,-1 1 0,1 0 0,0 0 0,-4 2 0,7-3 0,-1 0 0,1 0 0,0 0 0,0 0 0,0 0 0,0 0 0,0 0 0,0 0 0,0 0 0,0 1 0,1-1 0,-1 0 0,0 0 0,1 1 0,-1-1 0,1 0 0,0 1 0,-1-1 0,1 1 0,0-1 0,0 1 0,-1-1 0,1 0 0,1 1 0,-1 2 0,2 3 0,0 0 0,0-1 0,1 1 0,-1 0 0,2-1 0,-1 0 0,1 0 0,0 0 0,0 0 0,9 9 0,7 5 0,29 23 0,-45-39 0,28 20 0,0-2 0,41 22 0,-55-34 0,-11-6 0,0 0 0,0-1 0,-1 1 0,1 1 0,-1-1 0,0 1 0,0 0 0,-1 0 0,6 7 0,-11-12 0,0 0 0,1 1 0,-1-1 0,0 0 0,0 0 0,0 1 0,0-1 0,0 0 0,1 1 0,-1-1 0,0 0 0,0 1 0,0-1 0,0 0 0,0 1 0,0-1 0,0 0 0,0 0 0,0 1 0,0-1 0,0 0 0,0 1 0,0-1 0,0 0 0,0 1 0,-1-1 0,1 0 0,0 1 0,0-1 0,0 0 0,0 0 0,-1 1 0,1-1 0,0 0 0,0 0 0,-1 1 0,-14 4 0,-18-6 0,-29-8 0,-99-28 0,108 24 0,47 11-98,0 1-28,-1-1-1,1 1 0,0-1 0,0 0 1,0-1-1,0 0 0,0 0 0,1 0 1,-7-5-1,3-1-6699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56.0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24575,'22'29'0,"10"13"0,2 1 0,-3-4 0,-3-6 0,-8-9-8191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56.2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24575,'5'14'0,"2"11"0,-1 3 0,-1-1 0,-1-5-8191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57.1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102 460 24575,'-6'-1'0,"0"0"0,0 1 0,1 0 0,-1 0 0,0 0 0,0 1 0,0 0 0,1 0 0,-11 4 0,14-4 0,0 0 0,0 0 0,0 0 0,0 0 0,0 0 0,1 0 0,-1 1 0,0-1 0,1 1 0,-1-1 0,1 1 0,-1 0 0,1 0 0,0-1 0,0 1 0,-1 0 0,2 0 0,-1 0 0,0 0 0,0 0 0,1 1 0,-1-1 0,1 0 0,-1 0 0,1 0 0,0 1 0,0-1 0,0 4 0,1 0 0,0 1 0,1-1 0,0 1 0,0-1 0,0 1 0,1-1 0,0 0 0,0 0 0,1-1 0,5 9 0,0-2 0,1-1 0,-1-1 0,22 19 0,-29-27 0,1-1 0,-1 1 0,0-1 0,1 1 0,-1-1 0,1 0 0,-1 1 0,1-1 0,0-1 0,-1 1 0,1 0 0,0-1 0,0 1 0,-1-1 0,5 0 0,-6 0 0,1 0 0,0-1 0,-1 1 0,1-1 0,-1 1 0,1-1 0,-1 0 0,1 0 0,-1 1 0,0-1 0,1 0 0,-1 0 0,0-1 0,0 1 0,1 0 0,-1 0 0,0 0 0,0-1 0,0 1 0,-1-1 0,1 1 0,0-1 0,0 1 0,-1-1 0,1 1 0,0-4 0,2-7 0,-1 0 0,0 0 0,-1 0 0,0 0 0,-1-1 0,0 1 0,-3-14 0,-18-86 0,18 102 0,-60-205 0,16 63 0,36 111 0,11 40 0,0 2 0,1 9 0,4 15 0,-4-22 0,57 176 0,-39-129 0,38 73 0,-42-98 0,0 0 0,24 29 0,-30-44 0,0 1 0,1-2 0,0 1 0,0-1 0,1-1 0,0 0 0,13 7 0,-19-13 0,-1 1 0,1-1 0,0-1 0,0 1 0,0-1 0,0 0 0,0 0 0,0 0 0,0-1 0,0 1 0,9-2 0,-11 1 0,0-1 0,1 0 0,-1 1 0,0-1 0,0-1 0,0 1 0,0 0 0,0-1 0,0 1 0,0-1 0,-1 0 0,1 0 0,-1 0 0,1 0 0,-1-1 0,0 1 0,1-1 0,2-5 0,0-1 0,1-1 0,-2 0 0,0 0 0,0 0 0,5-21 0,4-57 0,-4 21 0,-8 63 0,-1 0 0,0 0 0,0-1 0,0 1 0,0 0 0,-1-5 0,1 9 0,0 0 0,0-1 0,0 1 0,0-1 0,-1 1 0,1-1 0,0 1 0,0-1 0,0 1 0,-1 0 0,1-1 0,0 1 0,0-1 0,-1 1 0,1 0 0,0-1 0,-1 1 0,1 0 0,0 0 0,-1-1 0,1 1 0,-1 0 0,1 0 0,-1-1 0,0 1 0,0 0 0,1 1 0,-1-1 0,0 0 0,0 0 0,0 1 0,1-1 0,-1 1 0,0-1 0,0 0 0,1 1 0,-1-1 0,0 1 0,1 0 0,-1-1 0,1 1 0,-1 0 0,1-1 0,-2 2 0,-5 9 0,0 1 0,0 0 0,1 0 0,0 0 0,2 1 0,-1 0 0,1 0 0,1 0 0,-3 21 0,6-31 0,-1 1 0,1-1 0,0 0 0,0 0 0,0 0 0,1 0 0,-1 0 0,1 0 0,-1 0 0,1 0 0,0 0 0,0 0 0,1 0 0,-1 0 0,3 4 0,-1-3 0,0-1 0,0 0 0,0 0 0,0 0 0,0 0 0,1 0 0,-1-1 0,1 0 0,0 0 0,4 2 0,8 2 0,-1-1 0,1 0 0,0-1 0,30 2 0,88 0 0,-17-2 0,-71 0 0,104 12 0,-147-15 0,-1-1 0,0 0 0,1 0 0,-1 0 0,0 0 0,0 0 0,1 0 0,-1-1 0,5-1 0,-7 2 0,1 0 0,0-1 0,-1 1 0,1-1 0,-1 1 0,1-1 0,-1 1 0,1-1 0,-1 1 0,1-1 0,-1 0 0,1 1 0,-1-1 0,0 0 0,1 1 0,-1-1 0,0 0 0,1 1 0,-1-1 0,0 0 0,0 0 0,0 1 0,0-1 0,0 0 0,0 0 0,0 1 0,0-1 0,0 0 0,0 0 0,0 1 0,0-1 0,-1 0 0,1 0 0,-1 0 0,-1-5 0,0 0 0,-1 1 0,1-1 0,-1 1 0,-1 0 0,1 0 0,-5-5 0,-34-33 0,20 21 0,-2-4 0,-21-29 0,37 44 0,1 0 0,0 0 0,1 0 0,0-1 0,1 0 0,-4-15 0,8 25 0,0-1 0,1 0 0,-1 0 0,1 0 0,-1 1 0,1-1 0,0 0 0,0 0 0,1 0 0,-1 0 0,1 0 0,-1 1 0,1-1 0,0 0 0,0 0 0,0 1 0,0-1 0,0 1 0,1-1 0,-1 1 0,1-1 0,0 1 0,3-4 0,-2 4 0,-1 0 0,1 0 0,0 0 0,0 0 0,1 1 0,-1-1 0,0 1 0,1-1 0,-1 1 0,0 0 0,1 1 0,-1-1 0,1 1 0,-1-1 0,1 1 0,0 0 0,-1 0 0,7 1 0,5 2-355,23 8 0,-33-9-300,13 3-6171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58.0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4 24575,'-3'-2'0,"0"1"0,0 3 0,0 5 0,1 2 0,1 1-8191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1:58.1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24575,'0'3'0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00.8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35 24575,'-1'-27'0,"1"20"0,2 23 0,-1-6 0,2 0 0,-1 0 0,1-1 0,0 1 0,1 0 0,1-1 0,-1 0 0,1 0 0,1 0 0,-1-1 0,2 0 0,-1 0 0,12 10 0,-5-3 0,-3-4 0,1 0 0,0-1 0,0 0 0,1 0 0,22 12 0,-27-18 0,-2-1 0,-1 0 0,1-1 0,-1 0 0,1 0 0,8 1 0,-12-2 0,0-1 0,0 0 0,1 0 0,-1 0 0,0 0 0,0 0 0,0 0 0,1 0 0,-1-1 0,0 1 0,0 0 0,0-1 0,0 1 0,0-1 0,1 1 0,-1-1 0,0 1 0,0-1 0,0 0 0,-1 0 0,1 1 0,0-1 0,0 0 0,0 0 0,0 0 0,-1 0 0,1 0 0,1-2 0,2-8 0,1-1 0,-1 0 0,-1 1 0,0-1 0,-1 0 0,0-1 0,-1 1 0,0-19 0,-2 20 0,0 0 0,-4-14 0,3 16 0,1-1 0,-1 1 0,1-13 0,4 23 0,2 6 0,5 8 0,4 7 0,0-1 0,19 21 0,-25-33 0,0 0 0,1-1 0,0 0 0,0 0 0,1-1 0,17 10 0,-24-16 0,1 1 0,-1 0 0,1-1 0,0 0 0,-1 0 0,1 0 0,0 0 0,0-1 0,0 1 0,0-1 0,0 0 0,-1 0 0,1-1 0,0 1 0,7-2 0,-9 1 0,0 0 0,0 0 0,0 0 0,0 0 0,0-1 0,0 1 0,-1 0 0,1-1 0,0 1 0,-1-1 0,1 0 0,-1 1 0,1-1 0,-1 0 0,0 0 0,0 0 0,0 0 0,0 0 0,0 0 0,0 0 0,-1 0 0,1-1 0,-1 1 0,1 0 0,-1 0 0,0 0 0,0-1 0,0-2 0,-1 0 0,1-1 0,-1 1 0,-3-11 0,3 12 0,0 0 0,0 0 0,0 0 0,1 0 0,-1 0 0,1-9 0,0 13 0,0 0 0,0 0 0,0 0 0,0 0 0,0 0 0,0 0 0,0-1 0,0 1 0,1 0 0,-1 0 0,0 0 0,0 0 0,0 0 0,0 0 0,0 0 0,0-1 0,0 1 0,0 0 0,0 0 0,0 0 0,0 0 0,1 0 0,-1 0 0,0 0 0,0 0 0,0 0 0,0 0 0,0 0 0,0 0 0,0 0 0,1 0 0,-1 0 0,0-1 0,0 1 0,0 0 0,0 0 0,0 0 0,0 0 0,1 1 0,-1-1 0,0 0 0,0 0 0,0 0 0,0 0 0,0 0 0,0 0 0,0 0 0,1 0 0,-1 0 0,0 0 0,0 0 0,0 0 0,0 0 0,0 0 0,0 0 0,0 1 0,0-1 0,1 0 0,6 7 0,-5-5 0,45 45 0,-25-24 0,1 0 0,1-1 0,43 28 0,-54-41-1365,-4-2-5461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01.2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292 89 24575,'-36'-18'0,"0"2"0,0 2 0,-1 1 0,-54-11 0,86 23 0,0 0 0,0 0 0,0 1 0,0 0 0,-8 0 0,12 1 0,0-1 0,0 0 0,0 0 0,1 0 0,-1 1 0,0-1 0,0 0 0,1 0 0,-1 1 0,0-1 0,1 1 0,-1-1 0,0 1 0,1-1 0,-1 1 0,1-1 0,-1 1 0,1 0 0,-1-1 0,1 1 0,-1 0 0,1-1 0,-1 1 0,1 0 0,0-1 0,0 1 0,-1 0 0,1 0 0,0 0 0,0-1 0,0 1 0,0 0 0,0 0 0,0 0 0,0-1 0,0 1 0,0 0 0,0 0 0,0-1 0,1 1 0,-1 0 0,0 0 0,1 0 0,0 3 0,1 0 0,0 0 0,0 0 0,0-1 0,0 1 0,0-1 0,1 1 0,0-1 0,-1 0 0,7 5 0,5 3 0,18 12 0,-16-11 0,5 3 0,0-2 0,1 0 0,25 11 0,-37-20 0,1 0 0,0 0 0,0-1 0,0 0 0,0-1 0,1-1 0,-1 0 0,1 0 0,12-2 0,-22 1 0,1 0 0,-1 0 0,0-1 0,0 1 0,0-1 0,0 0 0,0 1 0,0-1 0,0 0 0,0 0 0,0-1 0,0 1 0,0 0 0,-1 0 0,1-1 0,0 1 0,-1-1 0,1 0 0,-1 1 0,0-1 0,0 0 0,1 0 0,-1 0 0,0 0 0,0 0 0,0-2 0,0 0 0,0 1 0,0-1 0,-1 1 0,1-1 0,-1 1 0,0-1 0,0 1 0,0-1 0,-1 1 0,1-1 0,-1 1 0,0-1 0,0 1 0,0 0 0,-3-6 0,4 9 0,0 0 0,0 0 0,0 0 0,0 0 0,0 0 0,0 0 0,0 0 0,0-1 0,0 1 0,0 0 0,0 0 0,0 0 0,0 0 0,0 0 0,0 0 0,0 0 0,0-1 0,0 1 0,0 0 0,-1 0 0,1 0 0,0 0 0,0 0 0,0 0 0,0 0 0,0 0 0,0 0 0,0 0 0,0 0 0,-1 0 0,1 0 0,0 0 0,0 0 0,0 0 0,0 0 0,0 0 0,0 0 0,-1 0 0,1 0 0,0 0 0,0 0 0,0 0 0,-3 6 0,2 9 0,2-6-273,0 1 0,1-1 0,0 1 0,5 12 0,-2-9-6553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01.8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219 50 24575,'-10'-4'0,"-16"-6"0,-1 1 0,0 1 0,0 1 0,-36-4 0,61 11 0,-1-1 0,1 1 0,0 1 0,-1-1 0,1 0 0,-1 0 0,1 1 0,0 0 0,-1-1 0,-3 3 0,5-3 0,0 1 0,1-1 0,-1 1 0,1-1 0,-1 1 0,1-1 0,-1 1 0,1 0 0,-1-1 0,1 1 0,-1 0 0,1-1 0,0 1 0,-1 0 0,1-1 0,0 1 0,0 0 0,-1 0 0,1-1 0,0 1 0,0 0 0,0 0 0,0-1 0,0 1 0,0 0 0,0 0 0,0 0 0,1-1 0,-1 1 0,0 0 0,0-1 0,1 1 0,-1 0 0,0 0 0,1 0 0,3 5 0,-1 0 0,1 0 0,0 0 0,1-1 0,-1 0 0,1 0 0,0 0 0,1 0 0,8 5 0,6 4 0,30 14 0,-40-23 0,0-1 0,0 1 0,0-1 0,1-1 0,-1 0 0,1-1 0,12 2 0,-21-4 0,1 1 0,0-1 0,-1 0 0,1 0 0,-1-1 0,1 1 0,0 0 0,-1-1 0,1 0 0,-1 1 0,1-1 0,-1 0 0,0 0 0,1-1 0,-1 1 0,0 0 0,0-1 0,0 0 0,0 1 0,0-1 0,0 0 0,0 0 0,0 0 0,-1 0 0,1 0 0,-1 0 0,1 0 0,-1-1 0,0 1 0,0-1 0,0 1 0,-1-1 0,1 1 0,1-6 0,-2 7 0,1-1 0,-1 0 0,0 0 0,0 0 0,1 1 0,-1-1 0,0 0 0,0 0 0,-1 0 0,1 1 0,0-1 0,-1 0 0,1 0 0,-1 0 0,1 1 0,-2-4 0,2 5 0,-1 0 0,1 0 0,0 0 0,0 0 0,0 0 0,-1 0 0,1 0 0,0 0 0,0 0 0,0 0 0,0 0 0,-1 0 0,1 0 0,0 0 0,0 0 0,0 0 0,-1 0 0,1 0 0,0 0 0,0 0 0,0 0 0,0 1 0,-1-1 0,1 0 0,0 0 0,0 0 0,0 0 0,0 0 0,0 0 0,-1 1 0,1-1 0,0 0 0,0 0 0,0 0 0,0 0 0,0 0 0,0 1 0,0-1 0,0 0 0,0 0 0,0 0 0,-1 1 0,1-1 0,0 0 0,0 0 0,0 0 0,0 0 0,0 1 0,0-1 0,0 0 0,1 1 0,-4 11 0,2 1 0,1 0 0,0 0 0,1 1 0,0-1 0,4 17 0,21 67 0,-14-56 0,1 1 0,9 37 0,-20-67 0,0 0 0,0-1 0,-1 1 0,-2 21 0,1-32 0,0 0 0,0 0 0,0 1 0,0-1 0,-1 0 0,1 0 0,-1 0 0,1 1 0,-1-1 0,1 0 0,-1 0 0,0 0 0,1 0 0,-1 0 0,0 0 0,0 0 0,0 0 0,0-1 0,0 1 0,0 0 0,-2 1 0,1-1 0,-1 0 0,0 0 0,0 0 0,0 0 0,0-1 0,0 1 0,0-1 0,0 0 0,-3 1 0,-6-2 0,0 0 0,0-1 0,-18-4 0,14 2-151,-1-2-1,1 1 0,0-2 0,0 0 1,0-1-1,1-1 0,1 0 1,-23-18-1,24 15-6674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02.2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24575,'1'6'0,"1"-1"0,-1 0 0,1 0 0,0 0 0,0 0 0,1 0 0,5 9 0,-4-8 0,4 8 0,1-1 0,19 22 0,-21-28 0,-1 0 0,1-1 0,0 0 0,0 0 0,1-1 0,10 6 0,-16-10 0,0 0 0,0 0 0,1 0 0,-1 0 0,0-1 0,0 1 0,1-1 0,-1 1 0,0-1 0,1 0 0,-1 0 0,1 0 0,-1 0 0,0 0 0,1 0 0,-1-1 0,0 1 0,4-2 0,-3 0 0,0 1 0,-1-1 0,0 0 0,1 0 0,-1 0 0,0 0 0,0 0 0,0 0 0,0 0 0,0-1 0,0 1 0,2-6 0,0-2 0,0 0 0,0 0 0,-1 0 0,0-1 0,-1 1 0,-1-1 0,1-11 0,-1 12 0,-1 6 0,0 1 0,0-1 0,0 0 0,1 0 0,0 1 0,1-6 0,-2 9 0,0-1 0,0 1 0,1 0 0,-1-1 0,0 1 0,0-1 0,1 1 0,-1 0 0,0-1 0,1 1 0,-1 0 0,0-1 0,1 1 0,-1 0 0,0 0 0,1-1 0,-1 1 0,1 0 0,-1 0 0,1 0 0,-1 0 0,1-1 0,0 1 0,0 0 0,0 0 0,0 1 0,0-1 0,1 0 0,-1 0 0,0 1 0,0-1 0,0 1 0,0-1 0,0 1 0,-1-1 0,3 2 0,6 5 0,-1 0 0,0 0 0,-1 1 0,1 0 0,6 11 0,21 22 0,44 32-1365,-69-64-5461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02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24575,'7'19'0,"5"10"0,3 4 0,2-1 0,-1-3 0,-2-5 0,-1-3 0,-3-3 0,-1-5 0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02.8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24575,'2'10'0,"4"6"0,0-1-8191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03.1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24575,'3'27'0,"0"16"0,3 6 0,2-1 0,3-1 0,1-3 0,2-2 0,0-4 0,1 0 0,0-2 0,0-3 0,0-1 0,-1-1 0,1-4 0,-3-4 0,-1-1 0,1-2 0,-3-4-8191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03.2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286 72 24575,'-30'-12'0,"-11"-4"0,-2 0 0,4 3 0,6 5 0,7 2 0,4 5 0,7 6 0,3 1 0,2 5 0,1 3 0,4-1-8191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03.7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53 24575,'3'6'0,"0"1"0,0 0 0,1-1 0,-1 0 0,2 0 0,-1 0 0,1 0 0,0-1 0,0 1 0,0-1 0,1 0 0,-1-1 0,1 0 0,7 4 0,-10-6 0,0 0 0,1 0 0,-1 0 0,1-1 0,0 1 0,0-1 0,-1 0 0,1 0 0,0-1 0,0 1 0,0-1 0,0 0 0,0 0 0,0 0 0,-1 0 0,1-1 0,0 1 0,0-1 0,0 0 0,0 0 0,-1-1 0,1 1 0,-1-1 0,1 0 0,-1 0 0,1 0 0,3-4 0,0 0 0,-1 0 0,0-1 0,0 0 0,-1 0 0,0-1 0,-1 1 0,1-1 0,-1 0 0,-1-1 0,1 1 0,-2 0 0,4-13 0,-6 20 0,0-1 0,0 1 0,1 0 0,-1 0 0,0 0 0,1 0 0,-1 0 0,1 0 0,-1 0 0,1 0 0,-1 0 0,1 0 0,0 0 0,-1 0 0,1 0 0,0 0 0,0 1 0,0-1 0,0 0 0,0 0 0,0 1 0,0-1 0,2 0 0,-2 1 0,1 0 0,-1 0 0,1 0 0,-1 0 0,0 0 0,1 0 0,-1 1 0,1-1 0,-1 1 0,0-1 0,1 1 0,-1-1 0,0 1 0,0 0 0,1 0 0,0 1 0,6 4 0,0 1 0,0 1 0,12 15 0,-19-22 0,28 35-1365,-16-20-5461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04.7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194 475 24575,'-23'-6'0,"-47"-11"0,64 16 0,0 0 0,0 0 0,-1 1 0,1 0 0,0 0 0,-1 1 0,1 0 0,-11 2 0,15-2 0,0 0 0,0-1 0,0 1 0,1 0 0,-1 0 0,0 1 0,0-1 0,1 0 0,-1 0 0,0 1 0,1-1 0,0 1 0,-1 0 0,1-1 0,0 1 0,0 0 0,0 0 0,0-1 0,0 1 0,0 0 0,0 0 0,1 0 0,-1 0 0,1 0 0,0 0 0,-1 1 0,1-1 0,0 0 0,0 0 0,0 0 0,0 0 0,1 0 0,0 4 0,1 1 0,0 1 0,0 0 0,1-1 0,0 1 0,0-1 0,1 0 0,6 10 0,-1-6 0,0 0 0,0-1 0,1 0 0,0 0 0,1-2 0,0 1 0,0-1 0,1-1 0,0 0 0,0 0 0,1-1 0,20 6 0,-30-11 0,0 0 0,0 0 0,0-1 0,0 1 0,0-1 0,1 0 0,-1 0 0,0 0 0,0 0 0,1 0 0,-1-1 0,0 1 0,0-1 0,0 0 0,0 0 0,0 0 0,0-1 0,4-1 0,-4 1 0,0-1 0,-1 1 0,1-1 0,0 1 0,-1-1 0,0 0 0,1 0 0,-1 0 0,0 0 0,-1 0 0,1 0 0,0-1 0,-1 1 0,0-1 0,2-6 0,0-7 0,-1 1 0,-1-1 0,0 0 0,-1 0 0,-1 0 0,0 1 0,-6-25 0,-36-114 0,37 134 0,-46-129 0,35 109 0,-32-60 0,49 100 0,-1 0 0,1-1 0,-1 1 0,0 0 0,0 0 0,1 0 0,-1 1 0,0-1 0,0 0 0,0 0 0,-1-1 0,2 2 0,-1 0 0,1 0 0,0 0 0,0 0 0,0 0 0,-1 0 0,1 0 0,0 0 0,0 0 0,0 0 0,-1 0 0,1 0 0,0 1 0,0-1 0,0 0 0,0 0 0,-1 0 0,1 0 0,0 0 0,0 0 0,0 0 0,0 1 0,0-1 0,-1 0 0,1 0 0,0 0 0,0 0 0,0 1 0,0-1 0,0 0 0,0 0 0,0 0 0,0 0 0,0 1 0,0-1 0,0 0 0,0 0 0,0 0 0,0 1 0,-1 4 0,0 0 0,1 0 0,0 0 0,0 6 0,3 17 0,1 1 0,1-1 0,1 0 0,13 32 0,-2-13 0,38 70 0,-41-92 0,1 0 0,2-1 0,38 44 0,-43-55 0,0-1 0,2 0 0,-1 0 0,2-2 0,-1 0 0,1 0 0,30 12 0,-32-17 0,1 0 0,0-2 0,0 0 0,0 0 0,1-1 0,-1-1 0,0 0 0,1-1 0,-1-1 0,0 0 0,28-6 0,-36 5 0,1-1 0,-1 1 0,0-1 0,0-1 0,0 1 0,0-1 0,0 0 0,-1 0 0,0 0 0,0-1 0,0 0 0,0 0 0,-1 0 0,0-1 0,0 1 0,0-1 0,-1 0 0,1 0 0,-2-1 0,1 1 0,3-13 0,-3 7 0,0 0 0,-1 0 0,0 0 0,-1 0 0,0-1 0,-1 1 0,-1 0 0,0-1 0,0 1 0,-1 0 0,-6-18 0,7 27 0,0 0 0,0-1 0,-1 1 0,1 0 0,-1 0 0,0 0 0,0 0 0,0 0 0,-1 0 0,1 1 0,-1-1 0,1 1 0,-6-4 0,6 5 0,1 0 0,-1 0 0,1 1 0,-1-1 0,1 1 0,-1-1 0,0 1 0,1 0 0,-1 0 0,1-1 0,-1 1 0,0 0 0,1 0 0,-1 1 0,0-1 0,1 0 0,-1 0 0,0 1 0,1-1 0,-1 1 0,1 0 0,-1-1 0,1 1 0,-1 0 0,1 0 0,0 0 0,-1 0 0,1 0 0,0 0 0,0 0 0,-2 2 0,0 1 0,-1 1 0,1-1 0,0 1 0,0 0 0,1 0 0,-1 0 0,1 0 0,0 0 0,1 1 0,-1-1 0,1 1 0,0-1 0,0 7 0,0-1 0,1 0 0,0 0 0,0 0 0,1 0 0,5 19 0,-3-21 0,-1 0 0,2 0 0,-1-1 0,1 1 0,1-1 0,-1 0 0,2-1 0,-1 1 0,1-1 0,6 7 0,-2-5 0,-1-1 0,1 0 0,0 0 0,1-1 0,0-1 0,19 10 0,-7-7 0,0-2 0,1 0 0,0-1 0,0-1 0,0-1 0,0-2 0,28 1 0,35-4-1365,-65 0-5461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05.6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307 187 24575,'-3'-2'0,"-39"-38"0,-2 3 0,-79-53 0,119 87 0,-1 0 0,0 1 0,1-1 0,-11-2 0,14 5 0,0-1 0,0 1 0,0 0 0,0 0 0,0 0 0,0 0 0,0 0 0,0 0 0,0 0 0,0 0 0,0 0 0,0 0 0,0 1 0,0-1 0,0 0 0,0 1 0,0-1 0,0 1 0,0-1 0,0 1 0,1-1 0,-1 1 0,0-1 0,0 1 0,0 0 0,1 0 0,-1-1 0,0 1 0,1 0 0,-1 0 0,1 0 0,-1 1 0,-5 12 0,0 1 0,1 0 0,1 0 0,0 0 0,1 0 0,1 1 0,1-1 0,0 27 0,2-15 0,1 1 0,2-1 0,0 1 0,10 27 0,3-2 0,3-1 0,2 0 0,32 55 0,99 137 0,-90-156 0,34 55 0,-88-125-1365,-4-4-5461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05.8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330 59 24575,'-29'-10'0,"-15"-3"0,-3 1 0,5 2 0,7 3 0,5 2 0,4 3 0,7 4 0,4 3 0,3 2 0,0 2 0,3 1 0,0 0 0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06.2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 65 24575,'-7'-17'0,"-3"-3"0,1 4 0,1 5-8191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07.3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83 24575,'-9'-7'0,"-6"-5"0,-26-15 0,38 24 0,-1 1 0,0 0 0,-1 0 0,1 1 0,0-1 0,0 1 0,-1 0 0,1 0 0,-1 0 0,1 1 0,-1-1 0,-5 1 0,7 1 0,1 0 0,-1-1 0,0 1 0,1 0 0,-1 0 0,1 1 0,-1-1 0,1 1 0,0-1 0,0 1 0,0-1 0,0 1 0,-2 2 0,-25 32 0,15-17 0,3-7 0,1 0 0,-13 19 0,23-30 0,-1-1 0,1 1 0,-1 0 0,1 0 0,0 0 0,0 0 0,-1-1 0,1 1 0,0 0 0,0 0 0,0 0 0,0 0 0,0 0 0,0 0 0,0 0 0,0-1 0,0 1 0,1 0 0,-1 0 0,0 0 0,1 0 0,-1 0 0,0-1 0,1 1 0,-1 0 0,1 0 0,-1-1 0,1 1 0,-1 0 0,1-1 0,0 1 0,-1 0 0,1-1 0,0 1 0,0-1 0,-1 1 0,1-1 0,1 1 0,4 2 0,1 0 0,-1 0 0,13 3 0,-16-5 0,26 8 0,1-2 0,-1-1 0,1-2 0,1-1 0,47 0 0,-73-3 0,-1-1 0,0 1 0,0-1 0,0 0 0,0 0 0,1 0 0,-1 0 0,-1-1 0,1 0 0,0 0 0,0 0 0,-1 0 0,1 0 0,-1-1 0,6-4 0,-7 4 0,0 0 0,0 0 0,0 1 0,0-1 0,-1 0 0,1-1 0,-1 1 0,0 0 0,1 0 0,-2-1 0,1 1 0,0 0 0,-1-1 0,1 1 0,-1-1 0,0 1 0,0 0 0,0-1 0,-2-5 0,-1-3-151,-1 0-1,0 1 0,0-1 0,-1 1 1,-1 0-1,0 0 0,0 1 1,-11-13-1,4 6-6674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08.4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68 24575,'-1'3'0,"0"-1"0,1 1 0,-1 0 0,0 0 0,1 0 0,0 0 0,-1 0 0,1 0 0,0 0 0,1 0 0,0 4 0,8 33 0,-8-36 0,8 25 0,2 0 0,17 33 0,34 54 0,-26-53 0,61 101 0,-96-161 0,-2-3 0,-8-8 0,-12-12 0,-25-30 0,2-2 0,-41-65 0,83 115 0,1 0 0,0 0 0,0 0 0,0 0 0,0 0 0,0-1 0,0 1 0,1 0 0,-1 0 0,1-5 0,0 6 0,0 1 0,0-1 0,0 0 0,0 0 0,1 0 0,-1 1 0,0-1 0,1 0 0,-1 0 0,1 1 0,-1-1 0,1 0 0,-1 1 0,1-1 0,-1 1 0,1-1 0,0 0 0,-1 1 0,1-1 0,0 1 0,-1 0 0,1-1 0,0 1 0,0 0 0,-1-1 0,1 1 0,0 0 0,0 0 0,0-1 0,-1 1 0,1 0 0,0 0 0,1 0 0,5 0 0,0 0 0,0 0 0,0 0 0,0 1 0,0 0 0,13 4 0,42 17 0,-30-10 0,-21-8 0,0-1 0,0 0 0,1 0 0,-1-1 0,1-1 0,20 1 0,-30-2 0,1 0 0,0-1 0,0 1 0,0 0 0,-1-1 0,1 0 0,0 0 0,-1 0 0,1 0 0,-1 0 0,1 0 0,-1-1 0,1 1 0,-1-1 0,0 0 0,0 0 0,0 0 0,0 0 0,0 0 0,0 0 0,0 0 0,-1 0 0,1-1 0,-1 1 0,1-1 0,-1 1 0,0-1 0,0 0 0,-1 1 0,1-1 0,0 0 0,0-5 0,-1 0 0,1 0 0,-1 0 0,0 0 0,-1 0 0,0 0 0,-1 1 0,-3-14 0,-23-53 0,14 41 0,2 6 0,-27-43 0,18 34 0,16 29 0,2 7 0,0 14 0,6 23 0,3-7 0,2 0 0,20 56 0,35 55 0,-42-95 0,3 4-455,2 0 0,50 72 0,-66-110-6371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08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24575,'-7'54'0,"2"0"0,5 103 0,2-130 0,1 0 0,1-1 0,2 1 0,1-1 0,0 0 0,2-1 0,22 44 0,-25-58 12,1 0 0,0-1 0,1 0 0,0 0 0,1-1 0,0 0 0,0-1 0,1 0 0,18 12 0,-9-9-309,0-1 0,1-1 0,0 0 0,37 9 0,-39-13-6529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09.2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30 263 24575,'14'0'0,"-1"-1"0,0 0 0,1-1 0,-1 0 0,0-1 0,24-8 0,-32 9 0,-1 0 0,0 0 0,0 0 0,0 0 0,0-1 0,0 0 0,0 0 0,-1 0 0,1 0 0,-1 0 0,0-1 0,0 0 0,0 1 0,0-1 0,-1 0 0,0-1 0,1 1 0,-2 0 0,1-1 0,0 1 0,-1-1 0,2-8 0,-2 7 0,-1 0 0,1 0 0,-1 0 0,0 0 0,-1 0 0,1 0 0,-1 0 0,-1 0 0,1 0 0,-1 0 0,0 0 0,0 0 0,0 1 0,-1-1 0,0 1 0,-5-7 0,5 8 0,-1 0 0,0 0 0,0 0 0,0 0 0,-1 1 0,1-1 0,-1 1 0,0 0 0,0 1 0,0-1 0,0 1 0,0 0 0,0 0 0,-1 1 0,1-1 0,-1 1 0,-10 0 0,12 0 0,0 1 0,0 0 0,1 1 0,-1-1 0,0 0 0,0 1 0,1 0 0,-1 0 0,1 0 0,-1 0 0,1 1 0,-1-1 0,1 1 0,0 0 0,-1 0 0,1 0 0,0 1 0,0-1 0,1 1 0,-5 4 0,4-3 0,1 0 0,-1 0 0,1 0 0,0 0 0,1 0 0,-1 0 0,1 0 0,-1 1 0,1-1 0,1 0 0,-1 1 0,1-1 0,-1 1 0,1-1 0,0 1 0,1-1 0,1 7 0,0-2 0,0 0 0,1-1 0,1 1 0,-1-1 0,1 1 0,1-1 0,0 0 0,0-1 0,0 1 0,1-1 0,11 11 0,4 1 0,0-1 0,37 24 0,-42-31-124,1-1 0,0-1 0,1-1 0,0 0 0,0-1 0,0-1-1,1-1 1,0 0 0,0-2 0,30 3 0,-36-6-6702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09.7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24575,'45'82'0,"101"194"0,-101-177 0,-45-99-4,0 1 1,1-1-1,-1 0 0,0 1 0,0-1 1,0 0-1,0 1 0,1-1 0,-1 0 1,0 1-1,0-1 0,0 0 0,0 1 0,0-1 1,0 0-1,0 1 0,0-1 0,0 0 1,0 1-1,0-1 0,0 0 0,0 1 0,-1-1 1,1 1-1,-7-2 178,-14-11-838,18 11-117,-9-7-6045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09.9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49 24575,'2'-14'0,"1"-4"0,0 5 0,0 10 0,-1 7 0,-1 8 0,-1 2-8191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10.4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66 24575,'0'0'0,"0"-1"0,0 1 0,0 0 0,0 0 0,0 0 0,0 0 0,0-1 0,0 1 0,0 0 0,0 0 0,0 0 0,0-1 0,0 1 0,0 0 0,0 0 0,0 0 0,0 0 0,0-1 0,0 1 0,0 0 0,0 0 0,0 0 0,0 0 0,1-1 0,-1 1 0,0 0 0,0 0 0,0 0 0,0 0 0,0 0 0,1 0 0,-1 0 0,0-1 0,0 1 0,0 0 0,0 0 0,0 0 0,1 0 0,-1 0 0,0 0 0,0 0 0,0 0 0,0 0 0,1 0 0,-1 0 0,0 0 0,0 0 0,0 0 0,1 0 0,10 8 0,13 19 0,-22-24 0,22 27 0,2-1 0,0-2 0,54 44 0,-70-65 0,-1 0 0,1 0 0,16 6 0,-22-10 0,-1-1 0,1 1 0,0-1 0,0 0 0,0-1 0,0 1 0,-1 0 0,1-1 0,0 0 0,0 0 0,0 0 0,0-1 0,6 0 0,-8 0 0,-1 0 0,1 0 0,-1 0 0,1 0 0,-1 0 0,0 0 0,1-1 0,-1 1 0,0 0 0,0-1 0,0 1 0,0-1 0,0 1 0,0-1 0,-1 1 0,1-1 0,0 1 0,-1-1 0,1 0 0,-1 0 0,0 1 0,0-1 0,1 0 0,-1 1 0,0-1 0,-1-3 0,1-5 0,-1-1 0,0 0 0,-4-10 0,5 18 0,-3-9 0,0 0 0,-1 0 0,0 1 0,-1-1 0,-10-16 0,37 38 0,-2 3 0,39 19 0,-50-28 0,0 0 0,1-1 0,0 0 0,-1-1 0,1 0 0,20 1 0,-22-2 0,1-1 0,-1 0 0,0-1 0,0 0 0,0 0 0,12-4 0,-17 4 0,-1 0 0,0 0 0,1 0 0,-1 0 0,0-1 0,1 1 0,-1-1 0,0 0 0,0 0 0,-1 0 0,1 0 0,0 0 0,0 0 0,-1 0 0,0 0 0,1-1 0,-1 1 0,0 0 0,0-1 0,0 0 0,0 1 0,-1-1 0,2-4 0,-2 1-72,1 0 1,-1 0-1,0 0 0,0 0 0,-1 0 0,1 0 0,-1 0 0,-1 0 1,1 0-1,-1 1 0,0-1 0,-1 0 0,1 1 0,-1-1 0,0 1 1,0 0-1,-1 0 0,-5-7 0,0 2-6754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10.8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24575,'159'278'0,"-135"-227"0,-2 0 0,-3 2 0,22 94 0,-41-146 0,4 15 0,-1-1 0,-1 1 0,0 29 0,-2-41 0,0 0 0,-1 0 0,1-1 0,-1 1 0,0 0 0,0 0 0,0 0 0,-1-1 0,1 1 0,-1-1 0,0 1 0,0-1 0,0 0 0,0 0 0,-1 1 0,1-2 0,-1 1 0,0 0 0,1 0 0,-1-1 0,-5 3 0,-3 0-151,0 0-1,-1 0 0,1-2 0,-1 1 1,0-2-1,0 1 0,0-2 1,-16 1-1,-2 0-6674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11.5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262 158 24575,'-29'-26'0,"2"0"0,-2 1 0,-58-39 0,83 61 0,0 1 0,0 0 0,0 0 0,-1 0 0,1 0 0,-8-1 0,11 3 0,0 0 0,-1 0 0,1 0 0,0 0 0,0 0 0,-1 0 0,1 0 0,0 0 0,0 1 0,0-1 0,0 0 0,-1 1 0,1-1 0,0 1 0,0-1 0,0 1 0,0 0 0,0 0 0,0-1 0,0 1 0,0 0 0,1 0 0,-1 0 0,0 0 0,0 0 0,1 0 0,-1 0 0,0 0 0,0 2 0,-2 5 0,-1 1 0,1-1 0,1 1 0,0 0 0,0 0 0,0 10 0,-1 57 0,3-56 0,0 31 0,2 1 0,3-1 0,2-1 0,2 1 0,3-2 0,1 1 0,3-2 0,2 0 0,2 0 0,2-2 0,2-1 0,1-1 0,3-1 0,59 70 0,-76-100-119,6 7-297,1-2 1,28 25 0,-34-34-6411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11.7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351 147 24575,'-27'-22'0,"-14"-7"0,-2-2 0,3 6 0,7 5 0,6 8 0,5 5 0,4 6 0,3 4 0,1 0 0,1 4 0,-1 1 0,1 4 0,2 0 0,0 0 0,3-1 0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12.0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24575,'7'19'0,"6"10"0,-1 4 0,1-1 0,-1-3 0,-2-5 0,-1-3 0,-3-3 0,-2-2 0,-2-4-8191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12.1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24575,'0'0'-8191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12.5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176 700 24575,'21'-180'0,"-20"156"0,-1 0 0,-2-1 0,0 1 0,-2 0 0,-9-34 0,-13-18 0,-3 0 0,-51-91 0,79 164 0,0 1 0,-1 0 0,1-1 0,-1 1 0,1 0 0,-4-3 0,4 5 0,1-1 0,0 1 0,-1 0 0,1 0 0,0-1 0,-1 1 0,1 0 0,-1 0 0,1 0 0,0 0 0,-1 0 0,1-1 0,-1 1 0,1 0 0,0 0 0,-1 0 0,1 0 0,-1 0 0,1 0 0,-1 0 0,1 1 0,0-1 0,-1 0 0,1 0 0,-1 0 0,1 0 0,0 0 0,-1 1 0,1-1 0,0 0 0,-1 0 0,1 1 0,0-1 0,-1 0 0,1 1 0,0-1 0,-1 0 0,1 1 0,0-1 0,0 0 0,0 1 0,-1-1 0,1 0 0,0 1 0,0-1 0,0 1 0,0-1 0,0 1 0,-3 8 0,0 0 0,1 0 0,0 1 0,1-1 0,0 1 0,0-1 0,1 1 0,1 9 0,-1 0 0,1 13 0,2 0 0,0-1 0,2 1 0,2-1 0,20 59 0,-18-64 0,2-1 0,1 0 0,1-1 0,1 0 0,1-1 0,1-1 0,23 24 0,-27-33 0,0-2 0,1 0 0,1 0 0,0-1 0,0-1 0,1 0 0,22 9 0,-35-17 7,0 0-1,0 0 0,0-1 0,0 1 1,0-1-1,0 1 0,0-1 1,0 0-1,1 0 0,-1 0 1,0 0-1,0 0 0,0 0 0,0 0 1,0-1-1,1 1 0,-1-1 1,2-1-1,-1 1-155,0-1 1,0-1-1,0 1 1,0 0-1,-1-1 1,1 1-1,-1-1 1,0 0-1,4-5 1,1-2-6678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12.8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24575,'-2'34'0,"2"1"0,1-1 0,1 0 0,2 1 0,11 39 0,-2-24 0,3 0 0,37 83 0,-38-102 0,4 12 0,2-2 0,48 73 0,-62-102-1365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13.4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0 229 24575,'40'19'0,"-2"-1"0,54 18 0,-81-33 0,1 1 0,0-2 0,-1 0 0,1 0 0,0-1 0,0 0 0,0-1 0,0-1 0,17-2 0,-20 1 0,1-1 0,-1 0 0,0-1 0,0 1 0,-1-2 0,1 1 0,-1-1 0,0-1 0,0 0 0,0 0 0,-1 0 0,0-1 0,0 0 0,-1 0 0,0 0 0,0-1 0,5-11 0,-4 8 0,-1-1 0,-1 0 0,0 0 0,0-1 0,-1 0 0,-1 1 0,0-1 0,-1 0 0,0-1 0,-1 1 0,-1 0 0,-1-15 0,-3 12 0,0 13 0,-2 9 0,3-2 0,1 1 0,0 0 0,0-1 0,1 1 0,-1 0 0,1 0 0,0 0 0,0 6 0,-1 44 0,2-38 0,0 19 0,2 1 0,6 39 0,-6-62 0,1-1 0,0 1 0,1-1 0,1 0 0,0 0 0,1 0 0,0-1 0,14 20 0,-15-26 0,0-1 0,0 1 0,0-1 0,1-1 0,0 1 0,-1-1 0,2 0 0,-1 0 0,1 0 0,-1-1 0,1 0 0,0-1 0,0 0 0,0 0 0,9 2 0,11-1 0,-1 0 0,50-2 0,-57-1 0,-4 0 0,0-1 0,0 0 0,-1-1 0,1 0 0,-1-1 0,1-1 0,26-10 0,-39 13 0,-1 0 0,1 0 0,0 0 0,0-1 0,-1 1 0,1 0 0,-1-1 0,1 1 0,-1-1 0,0 1 0,1-1 0,-1 0 0,0 0 0,0 1 0,0-1 0,0 0 0,-1 0 0,1 0 0,0 0 0,-1 0 0,0 0 0,1 0 0,-1 0 0,0 0 0,0 0 0,0 0 0,0 0 0,0 0 0,0 0 0,-2-4 0,-1-4 0,0 0 0,-1 0 0,0 1 0,-10-18 0,9 17 0,-42-68 0,28 48 0,2 0 0,1 0 0,-14-38 0,28 62 0,0 0 0,0 0 0,1 0 0,0-1 0,0 1 0,0-12 0,1 17 0,0-1 0,1 0 0,-1 1 0,0-1 0,0 1 0,1-1 0,-1 1 0,1-1 0,0 0 0,-1 1 0,1 0 0,0-1 0,0 1 0,0-1 0,0 1 0,0 0 0,0 0 0,0 0 0,0-1 0,1 1 0,-1 0 0,0 0 0,1 1 0,-1-1 0,1 0 0,-1 0 0,1 1 0,-1-1 0,1 1 0,-1-1 0,3 1 0,1-1 7,-1 1-1,1 0 0,0 0 1,0 0-1,-1 0 1,1 1-1,0 0 0,-1 0 1,1 0-1,7 4 1,6 3-253,21 13 0,-21-10-698,0-1-5882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14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143 42 24575,'-9'-7'0,"-1"1"0,-1 0 0,-12-6 0,19 10 0,0 0 0,0 1 0,0-1 0,0 1 0,-1 0 0,1 0 0,0 1 0,-1-1 0,1 1 0,0 0 0,-9 1 0,11-1 0,1 1 0,0-1 0,-1 0 0,1 1 0,-1-1 0,1 1 0,0 0 0,-1-1 0,1 1 0,0 0 0,0 0 0,-1 0 0,1 0 0,0 0 0,0 0 0,0 0 0,0 0 0,0 0 0,0 0 0,1 1 0,-1-1 0,0 0 0,1 1 0,-1-1 0,1 0 0,-1 1 0,1-1 0,-1 1 0,1-1 0,0 1 0,0-1 0,0 1 0,0-1 0,0 1 0,0-1 0,0 1 0,1 2 0,1 2 0,-1-1 0,1 1 0,0 0 0,1-1 0,-1 1 0,1-1 0,0 0 0,4 6 0,25 29-81,17 24 275,-43-55-441,-1 0 1,0 0 0,0 0 0,-1 1-1,4 15 1,-5-13-6580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15.0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35 24575,'-1'-6'0,"0"1"0,0-1 0,1-11 0,10 40 0,201 508 0,-201-507 0,0 0 0,2 0 0,0-1 0,18 24 0,-29-46 0,-1-1 0,0 1 0,1 0 0,-1-1 0,1 1 0,-1 0 0,1-1 0,-1 1 0,1-1 0,0 1 0,-1-1 0,1 1 0,0-1 0,-1 1 0,1-1 0,0 0 0,0 1 0,-1-1 0,1 0 0,0 0 0,0 0 0,-1 1 0,1-1 0,1 0 0,-2-1 0,1 1 0,0 0 0,-1-1 0,1 1 0,-1-1 0,1 0 0,-1 1 0,1-1 0,-1 1 0,0-1 0,1 0 0,-1 1 0,0-1 0,1 0 0,-1 1 0,0-1 0,0 0 0,0 0 0,1-1 0,0-6 0,0 0 0,-1 0 0,0-11 0,-15-83 0,9 74 0,2 0 0,-2-50 0,6 75 0,0 1 0,1 0 0,-1 0 0,0 0 0,1-1 0,-1 1 0,1 0 0,-1 0 0,1 0 0,0 0 0,0 0 0,0 0 0,0 0 0,1 0 0,-1 0 0,0 0 0,1 1 0,-1-1 0,1 1 0,3-4 0,-3 4 0,0 1 0,0-1 0,0 0 0,0 1 0,0-1 0,0 1 0,0-1 0,0 1 0,0 0 0,0 0 0,0 0 0,0 0 0,0 0 0,1 1 0,-1-1 0,0 1 0,0-1 0,0 1 0,0 0 0,-1-1 0,1 1 0,4 3 0,15 10 0,-1 1 0,0 0 0,24 27 0,-24-24 0,32 37 0,-37-38 0,1-1 0,0 0 0,34 24 0,-48-38 0,0 0 0,1-1 0,-1 0 0,1 1 0,-1-1 0,1 0 0,0-1 0,-1 1 0,1 0 0,0-1 0,3 1 0,-5-1 0,0 0 0,0 0 0,0-1 0,0 1 0,0 0 0,0-1 0,1 1 0,-1-1 0,0 1 0,0-1 0,0 1 0,0-1 0,0 1 0,-1-1 0,1 0 0,0 0 0,0 0 0,0 1 0,0-1 0,-1 0 0,1 0 0,-1 0 0,1 0 0,0 0 0,-1 0 0,0 0 0,1-1 0,0-1 0,12-44-1365,-8 31-5461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15.3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187 34 24575,'-14'-5'0,"-3"-1"0,0 0 0,0 2 0,0 0 0,0 0 0,-24 0 0,39 4 0,0-1 0,0 1 0,1 1 0,-1-1 0,0 0 0,0 0 0,0 1 0,0-1 0,1 1 0,-1-1 0,0 1 0,1 0 0,-1 0 0,0-1 0,1 1 0,-1 1 0,1-1 0,-1 0 0,1 0 0,0 0 0,0 1 0,-1-1 0,1 1 0,0-1 0,0 1 0,-1 2 0,1-2 0,0 1 0,1 0 0,-1 0 0,1 0 0,0 0 0,-1 0 0,1 0 0,1 0 0,-1 0 0,0 0 0,1 0 0,-1 0 0,1 0 0,0 0 0,2 3 0,1 3 0,0 0 0,1 0 0,1-1 0,-1 0 0,1 0 0,0 0 0,1-1 0,13 12 0,-4-6 0,0-1 0,1-1 0,23 12 0,-36-21 0,0 1 0,0-2 0,0 1 0,0 0 0,1-1 0,-1 0 0,1 0 0,-1 0 0,1-1 0,-1 1 0,1-1 0,-1 0 0,1-1 0,7 0 0,-9 0 0,0 0 0,0-1 0,0 1 0,0 0 0,0-1 0,-1 0 0,1 1 0,-1-1 0,1 0 0,-1 0 0,1-1 0,-1 1 0,0 0 0,0-1 0,0 1 0,-1-1 0,1 0 0,-1 0 0,1 1 0,-1-1 0,2-6 0,-1 4 0,-1 0 0,0-1 0,0 1 0,0 0 0,0-1 0,-1 1 0,0-1 0,0 1 0,0-1 0,-1 1 0,0-1 0,0 1 0,-3-8 0,4 13 0,0-1 0,0 1 0,0 0 0,0-1 0,0 1 0,0 0 0,-1-1 0,1 1 0,0 0 0,0-1 0,0 1 0,0 0 0,-1-1 0,1 1 0,0 0 0,0 0 0,-1-1 0,1 1 0,0 0 0,-1 0 0,1 0 0,0-1 0,0 1 0,-1 0 0,1 0 0,0 0 0,-1 0 0,1 0 0,-1 0 0,1-1 0,-7 9 0,-1 17 0,5 9-1365,3-18-5461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15.8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167 1 24575,'-5'0'0,"0"0"0,1 0 0,-1 1 0,1 0 0,-1-1 0,1 2 0,0-1 0,-1 0 0,1 1 0,0 0 0,0 0 0,0 0 0,0 1 0,0-1 0,-5 5 0,7-5 0,0 1 0,0 0 0,0-1 0,0 1 0,0 0 0,0 0 0,1 0 0,-1 0 0,1 1 0,0-1 0,0 0 0,0 1 0,0-1 0,1 0 0,-1 1 0,1-1 0,0 1 0,0-1 0,0 1 0,2 6 0,0 1 0,1 0 0,1-1 0,0 1 0,0-1 0,1 1 0,0-1 0,0 0 0,10 11 0,62 72 0,-59-74 0,9 10 0,45 56 0,-71-85 0,0 1 0,-1 0 0,1 0 0,0 0 0,-1 0 0,1 0 0,-1 0 0,1 0 0,-1 0 0,1 0 0,-1 0 0,0 0 0,1 1 0,-1-1 0,0 0 0,0 0 0,0 0 0,0 0 0,0 0 0,0 1 0,0-1 0,0 0 0,-1 0 0,0 2 0,1-2 0,-1 0 0,-1 0 0,1 0 0,0 0 0,0 0 0,0 0 0,0 0 0,-1 0 0,1 0 0,0 0 0,-1-1 0,1 1 0,0-1 0,-1 1 0,-2 0 0,-5 0 0,0 1 0,0-1 0,0-1 0,-18-1 0,-39-8-682,-69-19-1,103 20-6143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17.3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54 24575,'-15'-54'0,"159"505"0,-82-261 0,-50-142 0,-38-86 0,4 3 0,11 17 0,0 1 0,1-1 0,1-1 0,-14-37 0,23 54 0,-1 0 0,1 0 0,-1-1 0,1 1 0,0 0 0,0-1 0,0 1 0,0 0 0,0-1 0,0 1 0,1 0 0,-1 0 0,1-1 0,-1 1 0,1 0 0,2-4 0,-2 5 0,0-1 0,0 1 0,0 0 0,1 0 0,-1-1 0,0 1 0,1 0 0,-1 0 0,1 1 0,-1-1 0,1 0 0,-1 0 0,1 1 0,0-1 0,-1 1 0,1-1 0,0 1 0,-1 0 0,1 0 0,0 0 0,0 0 0,-1 0 0,3 0 0,4 1 0,0 0 0,-1 0 0,1 1 0,0 1 0,-1-1 0,1 1 0,9 5 0,48 31 0,-51-29 0,20 12 0,37 33 0,-68-53 0,0 1 0,0-1 0,-1 1 0,1 0 0,-1 0 0,0 0 0,0 1 0,2 4 0,-3-8 0,-1 1 0,0 0 0,0-1 0,1 1 0,-1 0 0,0 0 0,0-1 0,0 1 0,0 0 0,0 0 0,0-1 0,0 1 0,0 0 0,-1 0 0,1-1 0,0 1 0,0 0 0,0-1 0,-1 2 0,0-1 0,0 0 0,1-1 0,-1 1 0,0 0 0,0-1 0,0 1 0,0 0 0,0-1 0,0 1 0,0-1 0,0 1 0,0-1 0,0 0 0,0 0 0,0 1 0,0-1 0,-1 0 0,-7 1 0,0-1 0,0 1 0,-12-3 0,13 1 0,1 1 0,0 0 0,-1 0 0,1 1 0,-11 1 0,18-2 0,0 0 0,0 0 0,-1 0 0,1 0 0,0 0 0,-1 0 0,1 0 0,0 0 0,0 0 0,-1 1 0,1-1 0,0 0 0,-1 0 0,1 0 0,0 0 0,0 0 0,0 1 0,-1-1 0,1 0 0,0 0 0,0 0 0,-1 1 0,1-1 0,0 0 0,0 0 0,0 1 0,6 2 0,15 1 0,-20-3 0,117 11 0,-97-12 0,1 0 0,-1-1 0,33-7 0,-32 4 0,1-2 0,-1-1 0,23-9 0,-37 12 0,0 0 0,1-1 0,-1 1 0,-1-2 0,1 1 0,-1-1 0,0 0 0,0-1 0,-1 1 0,9-12 0,-12 13 0,-1 1 0,0 0 0,0-1 0,0 1 0,0-1 0,-1 0 0,0 0 0,0 0 0,0 1 0,-1-1 0,1 0 0,-1 0 0,0 0 0,-1 0 0,1 0 0,-1 0 0,0 0 0,0 1 0,-4-10 0,4 11 0,0-1 0,-1 1 0,0 0 0,1 0 0,-1-1 0,0 1 0,0 1 0,-1-1 0,1 0 0,-1 0 0,1 1 0,-1 0 0,0-1 0,0 1 0,0 0 0,0 0 0,0 1 0,-1-1 0,1 1 0,0-1 0,-1 1 0,1 0 0,-1 0 0,1 1 0,-1-1 0,0 1 0,-3 0 0,3 0 0,1 1 0,0-1 0,0 1 0,0 0 0,0 0 0,0 0 0,0 0 0,0 1 0,0-1 0,0 1 0,0 0 0,1 0 0,-1 0 0,1 0 0,-1 0 0,1 1 0,0-1 0,0 1 0,0-1 0,0 1 0,0 0 0,-1 3 0,-4 8 0,1 0 0,1 1 0,-6 20 0,8-24 0,2-7 0,-1 0 0,2 0 0,-1 0 0,0 0 0,1 0 0,0 0 0,-1 0 0,2 0 0,-1 0 0,0 0 0,1 0 0,0 0 0,0 0 0,0 0 0,0-1 0,1 1 0,-1 0 0,1 0 0,0-1 0,0 0 0,1 1 0,-1-1 0,1 0 0,-1 0 0,1 0 0,0 0 0,0 0 0,0-1 0,1 0 0,-1 1 0,0-1 0,8 3 0,12 5 0,1 0 0,1-2 0,34 8 0,79 6 0,-123-21 0,0 0 0,1 0 0,-1-2 0,0 0 0,1-1 0,-1 0 0,0-1 0,0-1 0,-1 0 0,1-1 0,17-9 0,-27 11 0,0 0 0,-1 0 0,1-1 0,-1 1 0,0-1 0,0-1 0,0 1 0,0 0 0,-1-1 0,1 0 0,-1 0 0,0 0 0,-1 0 0,0 0 0,1 0 0,-1-1 0,-1 1 0,1-1 0,-1 0 0,0 1 0,-1-1 0,1-8 0,-1 3 0,0 0 0,-1 0 0,0 1 0,-1-1 0,0 1 0,-1-1 0,0 1 0,0 0 0,-1 0 0,-1 0 0,-6-11 0,7 13 0,-3-3 0,-1 0 0,-14-18 0,20 27 0,1 0 0,-1 1 0,1-1 0,-1 0 0,0 1 0,0-1 0,0 1 0,0 0 0,0-1 0,0 1 0,0 0 0,0 0 0,-1 1 0,1-1 0,0 0 0,-1 1 0,1-1 0,0 1 0,-1 0 0,1 0 0,-1 0 0,-2 0 0,3 1 0,0 0 0,0 0 0,0 0 0,0 0 0,0 1 0,0-1 0,1 1 0,-1-1 0,0 1 0,1-1 0,-1 1 0,1 0 0,0 0 0,-1 0 0,1 0 0,0 0 0,0 0 0,0 0 0,0 0 0,0 3 0,-3 7 0,1 0 0,-3 16 0,6-25 0,-2 8 0,1 0 0,0 0 0,0 0 0,1 0 0,3 21 0,-2-26 0,0 0 0,1 0 0,0 0 0,0 0 0,1 0 0,-1-1 0,1 1 0,0-1 0,1 0 0,-1 0 0,1 0 0,6 5 0,0 0 0,1-1 0,0 0 0,0-1 0,1 0 0,0-1 0,0 0 0,1-1 0,0 0 0,0-1 0,0-1 0,15 4 0,4-2 0,0-2 0,0-1 0,56-2 0,-45-2-1365,-26 1-5461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17.8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24575,'267'302'0,"-266"-301"0,0 0 0,0 1 0,0-1 0,0 0 0,0 0 0,0 0 0,0 0 0,1 0 0,-1 0 0,0-1 0,0 1 0,1 0 0,-1-1 0,1 1 0,-1-1 0,1 1 0,-1-1 0,0 0 0,1 1 0,-1-1 0,1 0 0,2 0 0,-2-1 0,-1 0 0,1 1 0,-1-1 0,1 0 0,-1 0 0,1 0 0,-1 0 0,0 0 0,0 0 0,0 0 0,0 0 0,1-1 0,-2 1 0,1 0 0,0-1 0,0 1 0,0-1 0,-1 1 0,1-1 0,1-2 0,1-10 0,0 1 0,0 0 0,0-23 0,0 8 0,1-9 0,-4 23 0,2 1 0,-1-1 0,2 0 0,0 1 0,0-1 0,11-24 0,-14 36 0,1 1 0,0 0 0,0-1 0,0 1 0,0-1 0,0 1 0,0 0 0,0 0 0,0-1 0,0 1 0,0 0 0,1 0 0,-1 0 0,0 0 0,1 0 0,-1 1 0,1-1 0,-1 0 0,1 1 0,-1-1 0,1 1 0,-1-1 0,1 1 0,0 0 0,3 0 0,-2 0 0,-1 1 0,1 0 0,0 0 0,0 0 0,0 0 0,-1 0 0,1 1 0,0-1 0,-1 1 0,0-1 0,1 1 0,-1 0 0,4 4 0,29 33-273,-3 1 0,0 1 0,-3 2 0,47 91 0,-67-116-6553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18.6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318 117 24575,'-27'-16'0,"-72"-40"0,78 46 0,0 1 0,-41-12 0,58 19 0,0 2 0,0-1 0,0 0 0,0 1 0,-1 0 0,1 0 0,0 0 0,0 0 0,0 0 0,0 1 0,0 0 0,-8 2 0,11-2 0,-1 0 0,0 0 0,0 0 0,1 0 0,-1 1 0,1-1 0,-1 0 0,1 1 0,0-1 0,-1 1 0,1 0 0,0-1 0,0 1 0,0 0 0,0-1 0,0 1 0,0 0 0,1 0 0,-1 0 0,1 0 0,-1 0 0,1 0 0,0 0 0,0 0 0,0 0 0,0 0 0,0 0 0,0 2 0,1 4 0,1 0 0,0 0 0,0 0 0,1 0 0,0 0 0,0-1 0,0 1 0,1-1 0,0 0 0,1 0 0,0-1 0,0 1 0,0-1 0,1 0 0,6 5 0,0 0 0,1 0 0,1-1 0,-1-1 0,1 0 0,1-1 0,23 9 0,-26-12 0,0 0 0,0-2 0,1 1 0,-1-2 0,16 2 0,-25-4 0,1 0 0,-1 0 0,1 0 0,-1 0 0,1-1 0,-1 0 0,1 1 0,-1-2 0,1 1 0,3-2 0,-5 2 0,0-1 0,0 1 0,0-1 0,0 1 0,0-1 0,0 0 0,-1 1 0,1-1 0,-1 0 0,1 0 0,-1 0 0,0-1 0,0 1 0,0 0 0,0 0 0,1-4 0,0-1 0,-1 0 0,1 0 0,-1 1 0,-1-1 0,0 0 0,0 0 0,0 0 0,-1 0 0,1 0 0,-2 1 0,1-1 0,-1 0 0,0 1 0,0-1 0,-1 1 0,-5-10 0,8 16 0,0-1 0,-1 1 0,1 0 0,0-1 0,0 1 0,-1-1 0,1 1 0,0 0 0,-1-1 0,1 1 0,-1 0 0,1-1 0,0 1 0,-1 0 0,1 0 0,-1-1 0,1 1 0,-1 0 0,1 0 0,-1 0 0,1 0 0,0 0 0,-1 0 0,1-1 0,-1 1 0,1 0 0,-1 0 0,0 1 0,0-1 0,0 0 0,1 1 0,-1-1 0,0 1 0,0-1 0,1 1 0,-1 0 0,0-1 0,1 1 0,-1 0 0,1-1 0,-1 1 0,1 0 0,-1 1 0,-2 2 0,1 1 0,0 0 0,0 0 0,-1 7 0,1-4 13,1 1 0,0-1 0,1 0 0,0 1 0,2 16 0,11 42-597,-8-47-275,-1-2-5967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19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16 145 24575,'35'146'0,"32"99"0,-59-221 0,-5-12 0,2 1 0,0-1 0,0 0 0,9 14 0,-8-20 0,-4-10 0,-5-14 0,-10-16 0,-20-37 0,5 12 0,4 4 0,-21-68 0,40 105 0,1 0 0,0 0 0,1 0 0,1-1 0,1 1 0,1 0 0,0-1 0,4-24 0,-3 38 0,0 0 0,0 0 0,1 0 0,-1 1 0,1-1 0,0 0 0,1 1 0,-1 0 0,1-1 0,0 1 0,0 0 0,0 0 0,0 1 0,6-5 0,-7 6 0,1 0 0,0 0 0,0 0 0,0 1 0,0-1 0,0 1 0,0 0 0,0 0 0,0 0 0,1 0 0,-1 1 0,0-1 0,1 1 0,-1 0 0,0 0 0,1 0 0,-1 0 0,0 1 0,1-1 0,-1 1 0,0 0 0,4 1 0,1 1 0,-1 0 0,1 1 0,-1 0 0,0 0 0,0 1 0,0 0 0,-1 0 0,1 1 0,-1 0 0,8 10 0,-10-12 0,-1 0 0,0 1 0,0-1 0,-1 1 0,1 0 0,-1 0 0,0 0 0,0 0 0,-1 0 0,0 0 0,0 0 0,0 0 0,0 1 0,-1-1 0,0 0 0,0 1 0,-1 9 0,0-11 7,0 1 0,-1-1 0,1 0 0,-1 0 0,0 0 1,0 0-1,-1 0 0,1 0 0,-1 0 0,0-1 0,1 1 0,-2-1 0,1 0 0,0 0 0,-1 0 0,-4 3 0,-3 1-304,0-1 0,-1-1 0,0 0 0,-17 6 0,12-6-6529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19.6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89 235 24575,'101'271'0,"-56"-156"0,-25-56 0,-20-59 0,0 0 0,0 0 0,0 0 0,0 0 0,1 1 0,-1-1 0,0 0 0,0 0 0,0 0 0,0 0 0,0 0 0,0 0 0,0 0 0,0 0 0,0 0 0,0 0 0,0 0 0,0 0 0,0 0 0,0 1 0,0-1 0,0 0 0,0 0 0,0 0 0,0 0 0,0 0 0,0 0 0,0 0 0,0 0 0,0 0 0,0 0 0,0 0 0,0 1 0,0-1 0,0 0 0,0 0 0,0 0 0,0 0 0,0 0 0,0 0 0,0 0 0,0 0 0,0 0 0,0 0 0,0 0 0,0 0 0,-1 0 0,1 0 0,0 0 0,0 1 0,0-1 0,0 0 0,0 0 0,0 0 0,0 0 0,0 0 0,0 0 0,0 0 0,0 0 0,0 0 0,-1 0 0,1 0 0,0 0 0,0 0 0,-6-5 0,-8-10 0,-67-113 0,57 88 0,-1-3 0,-40-93 0,57 114 0,1 0 0,0-1 0,2 1 0,1-2 0,0 1 0,0-37 0,5 53 0,-1 0 0,1-1 0,0 1 0,1 0 0,-1 0 0,1-1 0,1 1 0,-1 1 0,1-1 0,6-9 0,-8 13 0,1 1 0,0 0 0,-1-1 0,1 1 0,0 0 0,0 0 0,0 0 0,1 0 0,-1 1 0,0-1 0,1 1 0,-1-1 0,1 1 0,-1 0 0,1 0 0,0 0 0,0 0 0,-1 0 0,1 0 0,0 1 0,0 0 0,0-1 0,0 1 0,-1 0 0,1 0 0,0 1 0,0-1 0,0 1 0,4 1 0,1 0 0,0 2 0,-1-1 0,1 1 0,-1 0 0,0 1 0,0 0 0,0 0 0,0 0 0,9 11 0,-5-4 0,-1-1 0,-1 2 0,0-1 0,10 21 0,-16-28 0,0 1 0,-1 0 0,1 0 0,-1 0 0,-1 0 0,1 0 0,-1 0 0,0 0 0,0 9 0,-1-12 0,0 0 0,-1-1 0,1 1 0,-1 0 0,0 0 0,1-1 0,-1 1 0,0 0 0,-1-1 0,1 1 0,0-1 0,-1 1 0,0-1 0,1 0 0,-1 0 0,0 0 0,0 0 0,0 0 0,0 0 0,0 0 0,-1-1 0,-4 3 0,-3 1-273,0 0 0,0-1 0,0 0 0,-19 4 0,7-4-6553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20.4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28 708 24575,'8'-8'0,"0"-1"0,-1 0 0,0 0 0,0-1 0,-1 0 0,0 0 0,-1 0 0,0-1 0,6-20 0,-8 18 0,0 0 0,-1 0 0,-1-1 0,0 1 0,-1-1 0,0 1 0,-1-1 0,-3-15 0,-17-87 0,-10-62 0,10 32 0,17 132 0,4 14 0,-1 0 0,1 0 0,0 0 0,0 0 0,-1 0 0,1 1 0,0-1 0,0 0 0,0 0 0,-1 0 0,1 0 0,0 1 0,0-1 0,0 0 0,0 0 0,-1 0 0,1 1 0,0-1 0,0 0 0,0 0 0,0 0 0,0 1 0,0-1 0,0 0 0,0 0 0,0 1 0,0-1 0,0 1 0,-6 27 0,-1 20 0,-2 78 0,10-102 0,0 0 0,2 0 0,0-1 0,2 1 0,9 28 0,-6-29 0,0 0 0,2-1 0,0 0 0,25 36 0,-29-50 0,0 0 0,0-1 0,1 0 0,0 0 0,0 0 0,11 6 0,-12-9 0,-1-1 0,1 0 0,0 0 0,0-1 0,0 0 0,0 0 0,0 0 0,1-1 0,-1 1 0,10-1 0,-12-1 0,-1 0 0,1-1 0,-1 0 0,1 1 0,-1-1 0,1-1 0,-1 1 0,0 0 0,0-1 0,1 1 0,-1-1 0,0 0 0,-1 0 0,1-1 0,0 1 0,-1 0 0,1-1 0,-1 0 0,4-4 0,1-3 0,-1 1 0,0-1 0,0-1 0,7-19 0,-10 20 0,0-1 0,0 1 0,-2-1 0,1 1 0,-1-1 0,-1-20 0,10 67 0,-6-13-170,1-1-1,1 1 0,2-1 1,0-1-1,1 1 0,0-1 1,17 25-1,-19-36-6655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20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24575,'3'22'0,"0"8"-8191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20.9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33 312 24575,'10'-21'0,"36"-76"0,-40 82 0,-1 0 0,-1 0 0,0 0 0,3-27 0,-7 35 0,0 0 0,0 0 0,-1 0 0,1 0 0,-4-12 0,3 17 0,1 0 0,-1 0 0,1 0 0,-1 0 0,0 1 0,1-1 0,-1 0 0,0 0 0,0 1 0,0-1 0,-1 1 0,1-1 0,0 1 0,0-1 0,-1 1 0,1 0 0,-1 0 0,1-1 0,-1 1 0,0 0 0,1 1 0,-1-1 0,0 0 0,0 0 0,-2 0 0,2 1 0,0 0 0,1 1 0,-1-1 0,0 0 0,0 1 0,1-1 0,-1 1 0,0 0 0,1-1 0,-1 1 0,1 0 0,-1 0 0,1 0 0,-1 0 0,1 0 0,0 1 0,-1-1 0,1 0 0,0 1 0,0-1 0,0 0 0,0 1 0,0 0 0,-1 2 0,-3 5 0,1 0 0,-6 18 0,5-10 0,1 0 0,1 0 0,0 0 0,1 0 0,0 0 0,2 1 0,2 24 0,-1-29 0,1-1 0,1 1 0,0 0 0,1-1 0,0 1 0,0-1 0,2-1 0,-1 1 0,2-1 0,11 17 0,-15-24 15,0 1 0,1-1 0,0 0 0,0 0 0,0 0 0,1-1 0,6 5 0,-8-6-150,1 0 0,0-1 0,0 0 0,-1 1 0,1-1 0,0-1 0,0 1 0,0 0 0,0-1 0,8 0 0,0-1-6691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21.3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48 405 24575,'-9'24'0,"-20"75"0,26-87 0,1 0 0,0 0 0,1 0 0,0 0 0,1 0 0,2 16 0,-2-25 0,1 0 0,-1 0 0,1 1 0,0-1 0,0 0 0,0 0 0,1 0 0,-1 0 0,1 0 0,-1 0 0,1 0 0,0-1 0,0 1 0,0-1 0,1 1 0,-1-1 0,1 0 0,-1 0 0,1 0 0,0 0 0,0 0 0,0-1 0,-1 1 0,5 0 0,-3 0 0,-1-2 0,1 1 0,0 0 0,0-1 0,0 0 0,0 1 0,0-2 0,0 1 0,0 0 0,-1-1 0,1 0 0,0 0 0,0 0 0,0 0 0,-1 0 0,1-1 0,-1 0 0,1 0 0,5-4 0,-2 1 0,-1-1 0,-1 0 0,1 0 0,-1 0 0,0-1 0,0 0 0,-1 0 0,0 0 0,0 0 0,-1 0 0,0-1 0,0 0 0,-1 0 0,1 0 0,0-14 0,1-10 0,-1 1 0,-4-54 0,-4 31 0,-2 0 0,-26-95 0,10 50 0,15 53 0,6 43 0,0 7 0,-2 8 0,1 16 0,1 1 0,2-1 0,0 1 0,2 0 0,2-1 0,7 34 0,55 166 0,-50-179 0,8 17 43,-12-34-747,10 38 0,-19-54-6122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22.5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72 24575,'10'-18'0,"-8"13"0,0 1 0,0-1 0,0 1 0,1 0 0,0 0 0,-1 0 0,2 0 0,-1 1 0,0-1 0,1 1 0,6-5 0,-10 8 0,1 0 0,-1-1 0,1 1 0,-1 0 0,1 0 0,-1 0 0,1 0 0,-1-1 0,1 1 0,-1 0 0,1 0 0,-1 0 0,1 0 0,-1 0 0,1 0 0,-1 1 0,1-1 0,-1 0 0,1 0 0,-1 0 0,0 0 0,1 0 0,-1 1 0,1-1 0,-1 0 0,1 1 0,0 0 0,0 0 0,0 0 0,0 0 0,0 0 0,-1 0 0,1 1 0,0-1 0,-1 0 0,2 3 0,0 4 0,0-1 0,1 15 0,-3-17 0,12 88 0,41 246 0,37 11 0,-87-339 0,0-3 0,-1 0 0,1-1 0,7 15 0,-10-22-23,0 0 0,0 0 0,0-1 0,0 1 0,0 0-1,0 0 1,0 0 0,0 0 0,0 0 0,0 0 0,0 0 0,1-1-1,-1 1 1,0 0 0,0 0 0,0 0 0,0 0 0,0 0 0,0 0-1,0 0 1,0 0 0,0 0 0,0 0 0,1 0 0,-1-1 0,0 1-1,0 0 1,0 0 0,0 0 0,0 0 0,0 0 0,1 0 0,-1 0-1,0 0 1,0 0 0,0 0 0,0 0 0,0 0 0,0 0 0,0 0 0,1 0-1,-1 0 1,0 0 0,0 0 0,0 1 0,0-1 0,0 0 0,0 0-1,0 0 1,1 0 0,-1 0 0,0 0 0,0 0 0,0 0 0,0 0-1,0 0 1,0 0 0,0 1 0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22.7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329 30 24575,'-30'-5'0,"-12"-1"0,-1 0 0,4 1 0,7 1 0,5 2 0,6 1 0,3 0 0,3 1 0,1 3 0,1 0 0,2 3 0,1 0 0,2 2 0,3 1 0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23.2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90 24575,'0'11'0,"0"0"0,0 0 0,1 0 0,1 0 0,0-1 0,1 1 0,6 17 0,-2-11 0,1-1 0,0 0 0,2 0 0,0-1 0,21 25 0,-24-32 0,0-1 0,0 1 0,1-2 0,1 1 0,-1-1 0,1 0 0,0-1 0,0 0 0,1-1 0,-1 0 0,17 5 0,-23-8 0,0 0 0,1-1 0,-1 1 0,1-1 0,0 0 0,-1 0 0,1 0 0,-1 0 0,1 0 0,-1-1 0,1 0 0,-1 0 0,1 0 0,-1 0 0,7-3 0,-8 2 0,1 0 0,-1 1 0,0-1 0,0 0 0,1-1 0,-1 1 0,-1 0 0,1-1 0,0 1 0,0-1 0,-1 1 0,0-1 0,1 0 0,-1 0 0,0 1 0,0-1 0,-1 0 0,2-6 0,0-11 0,-1-1 0,-3-34 0,1 44 0,1 18 0,0-1 0,1 0 0,0 1 0,0-1 0,0 0 0,1 0 0,0 0 0,0 0 0,0 0 0,1 0 0,0 0 0,0-1 0,6 10 0,-3-9 0,0-1 0,1 1 0,-1-1 0,1 0 0,0 0 0,1-1 0,-1 0 0,1 0 0,0-1 0,0 0 0,0-1 0,12 4 0,-15-6 0,-1 1 0,1 0 0,-1-1 0,1 0 0,-1 0 0,1 0 0,-1-1 0,1 0 0,-1 0 0,1 0 0,-1 0 0,0 0 0,1-1 0,-1 0 0,0 0 0,0 0 0,0 0 0,0-1 0,-1 0 0,1 0 0,-1 0 0,0 0 0,0 0 0,6-7 0,-1-5 0,0 1 0,-1-1 0,0 0 0,-1-1 0,-1 0 0,-1 0 0,0 0 0,-1 0 0,0 0 0,0-27 0,-3 36 0,0-1 0,-1 1 0,0 0 0,0 0 0,0 0 0,-1 1 0,0-1 0,0 0 0,-5-11 0,5 15 0,0-1 0,0 1 0,-1-1 0,1 1 0,-1 0 0,0 0 0,0 0 0,0 0 0,0 1 0,0-1 0,-1 1 0,1 0 0,-1 0 0,0 0 0,1 0 0,-1 0 0,-7-1 0,-8 0-1365,1 1-5461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23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24575,'8'24'0,"4"11"0,3 5 0,1-1 0,1-3 0,-3-4 0,-1-4 0,-3-5 0,-1-4 0,1-2 0,-2-2 0,-1-4-8191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23.7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24575,'9'15'0,"4"7"0,0 0-8191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25.0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89 116 24575,'0'-3'0,"0"0"0,-1 1 0,1-1 0,-1 0 0,1 1 0,-1-1 0,0 0 0,0 1 0,0-1 0,0 1 0,0 0 0,-1-1 0,1 1 0,-1 0 0,-2-3 0,4 4 0,-1 1 0,0-1 0,0 0 0,0 0 0,0 1 0,0-1 0,0 1 0,0-1 0,0 1 0,-1-1 0,1 1 0,0 0 0,0 0 0,0-1 0,0 1 0,-1 0 0,1 0 0,0 0 0,0 0 0,0 0 0,0 1 0,-1-1 0,1 0 0,0 0 0,0 1 0,0-1 0,0 1 0,0-1 0,0 1 0,0-1 0,0 1 0,0 0 0,0 0 0,0-1 0,0 1 0,-1 1 0,-1 1 0,0 0 0,0 0 0,1 1 0,-1-1 0,1 0 0,0 1 0,0 0 0,0-1 0,0 1 0,1 0 0,-1 0 0,1 0 0,0 0 0,0 0 0,1 0 0,-1 0 0,1 1 0,0-1 0,0 0 0,1 7 0,0-5 0,0-1 0,0 0 0,1 1 0,0-1 0,0 0 0,0 0 0,0 0 0,1 0 0,0 0 0,0-1 0,1 1 0,-1-1 0,1 0 0,0 0 0,4 4 0,15 10 0,44 27 0,-53-38 0,0 1 0,1-2 0,0 0 0,28 7 0,-34-11 0,5 1 0,-1 0 0,19 1 0,-27-4 0,1 0 0,-1-1 0,1 1 0,-1-1 0,0 0 0,0-1 0,1 1 0,-1-1 0,6-3 0,-4 2 0,0-2 0,-1 1 0,1-1 0,-1 0 0,0 0 0,0-1 0,0 0 0,-1 0 0,0 0 0,6-10 0,0-2 0,-1-1 0,15-34 0,-20 37 0,7-31 0,-9 32 0,4-31 0,-7 41 0,0 0 0,0 0 0,0 0 0,-1 0 0,1 1 0,-1-1 0,-2-7 0,3 11 0,-1 0 0,1 0 0,-1 1 0,1-1 0,0 0 0,-1 0 0,1 0 0,-1 0 0,0 1 0,1-1 0,-1 0 0,0 0 0,1 1 0,-1-1 0,0 1 0,0-1 0,0 1 0,0-1 0,1 1 0,-1-1 0,0 1 0,0 0 0,-1-1 0,0 1 0,1 0 0,-1 0 0,1 0 0,-1 1 0,1-1 0,-1 0 0,1 1 0,-1-1 0,1 1 0,-1-1 0,1 1 0,-1 0 0,-1 1 0,-4 3 0,0 1 0,0-1 0,-11 15 0,15-18 0,0 3 0,-1 0 0,1 0 0,-1 0 0,1 0 0,1 0 0,-1 1 0,1-1 0,0 1 0,0-1 0,0 1 0,1 0 0,0 0 0,0 0 0,1 0 0,0 0 0,0 0 0,0 0 0,0 0 0,1 0 0,0 0 0,1 0 0,1 6 0,-1-10 0,-1 1 0,1-1 0,0 0 0,-1 0 0,1 0 0,0 0 0,0 0 0,1 0 0,-1 0 0,0-1 0,0 1 0,6 2 0,35 13 0,-21-9 0,11 6 0,49 20 0,116 33 0,19-1-1365,-200-59-5461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44.1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422 16 24575,'7'0'0,"-3"-1"0,1 1 0,-1 0 0,1 1 0,0-1 0,-1 1 0,1 0 0,7 2 0,-9 0 0,-8-2 0,-11-2 0,-73-9 0,21 3 0,50 4 0,-1 1 0,-22 1 0,35 1 0,-1 1 0,0 0 0,0 0 0,1 0 0,-1 1 0,0 0 0,1 0 0,0 1 0,-8 4 0,0 1 0,1 2 0,0-1 0,1 2 0,0 0 0,0 0 0,2 1 0,-1 0 0,1 1 0,-9 17 0,15-24 0,2 0 0,-1 0 0,1 1 0,0-1 0,0 1 0,0-1 0,1 1 0,0 9 0,0 2 0,3 34 0,-1-46 0,0-1 0,1 1 0,-1-1 0,1 0 0,0 0 0,1 1 0,-1-1 0,1-1 0,0 1 0,0 0 0,1-1 0,-1 1 0,1-1 0,0 0 0,5 4 0,8 6 0,1-1 0,27 16 0,-40-26 0,23 14 0,1-1 0,1-1 0,0-2 0,1-1 0,1-1 0,0-2 0,36 6 0,-60-13 20,1-2 0,-1 1 0,0-1 0,1 0 0,10-2 0,-17 2-61,-1 0-1,1-1 1,-1 1 0,1 0 0,-1-1-1,1 1 1,-1-1 0,0 0 0,1 1-1,-1-1 1,0 0 0,1 0 0,-1 0-1,0 0 1,0 0 0,0 0 0,0 0-1,0 0 1,0-1 0,0 1 0,0 0-1,-1-1 1,1 1 0,0 0 0,-1-1-1,1 1 1,-1-1 0,1 1 0,-1-1-1,0 1 1,0-1 0,0 1 0,0-1-1,0 1 1,0-4 0,-2-7-6785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44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195 64 24575,'-15'-8'0,"1"-2"0,-1 2 0,-1 0 0,0 1 0,0 1 0,0 0 0,-19-3 0,33 8 0,0 1 0,0 0 0,1 0 0,-1 0 0,0 0 0,0 0 0,1 0 0,-1 0 0,0 1 0,0-1 0,1 0 0,-1 1 0,0 0 0,1-1 0,-1 1 0,1 0 0,-1 0 0,1 0 0,-3 2 0,3-2 0,-1 1 0,1 0 0,-1 0 0,1 0 0,0 0 0,0 1 0,0-1 0,0 0 0,0 0 0,1 1 0,-1-1 0,0 4 0,0 4 0,1 0 0,0 0 0,0-1 0,1 1 0,5 19 0,-4-19 0,1 1 0,0 0 0,1-1 0,0 0 0,7 13 0,-8-19 0,0 0 0,0 1 0,0-1 0,1 0 0,0-1 0,-1 1 0,1-1 0,1 0 0,-1 0 0,0 0 0,1 0 0,-1-1 0,7 3 0,-1-1 0,0 0 0,1-1 0,-1-1 0,0 0 0,1 0 0,-1-1 0,1 0 0,15-1 0,-22 0 0,0-1 0,0 1 0,0-1 0,0 0 0,0 0 0,0-1 0,0 1 0,0-1 0,0 0 0,-1 1 0,1-2 0,-1 1 0,1 0 0,-1-1 0,0 1 0,0-1 0,0 0 0,0 0 0,-1-1 0,1 1 0,-1 0 0,0-1 0,0 1 0,3-7 0,-3 2 0,0 0 0,0 0 0,-1 0 0,0 0 0,0 0 0,-1-16 0,0-1 0,0 24 0,0 0 0,0 1 0,0-1 0,0 1 0,0-1 0,0 0 0,0 1 0,0-1 0,0 1 0,0-1 0,0 0 0,1 1 0,-1-1 0,0 1 0,0-1 0,1 1 0,-1-1 0,0 1 0,1-1 0,-1 1 0,1-1 0,-1 1 0,0 0 0,1-1 0,-1 1 0,2-1 0,-1 1 0,-1 0 0,1 0 0,0 0 0,0 0 0,0 0 0,-1 0 0,1 1 0,0-1 0,0 0 0,0 0 0,-1 1 0,1-1 0,0 1 0,-1-1 0,1 1 0,1 0 0,5 5 0,-1 0 0,11 12 0,-13-13 0,14 12 0,24 20 0,-17-17 0,-23-18-18,-4-3 57,-3-4-1425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45.0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24575,'9'9'0,"5"6"0,1-1 0,1 0 0,19 12 0,-19-15 0,10 6 0,0-1 0,1 0 0,35 12 0,-58-26 0,-1-1 0,1 0 0,-1 0 0,1 0 0,0-1 0,0 0 0,-1 1 0,1-1 0,6-1 0,-9 1 0,1-1 0,-1 1 0,1 0 0,-1-1 0,0 1 0,1-1 0,-1 0 0,0 1 0,1-1 0,-1 0 0,0 0 0,0 0 0,0 0 0,0 0 0,0 0 0,0 0 0,0 0 0,0-1 0,0 1 0,0 0 0,-1 0 0,1-1 0,-1 1 0,1 0 0,-1-1 0,1-2 0,0-3 0,0 0 0,0 0 0,-2-14 0,1 15 0,-1 0 0,2-1 0,-1 1 0,2-10 0,-2 16 0,0-1 0,0 1 0,1 0 0,-1-1 0,0 1 0,0 0 0,0-1 0,1 1 0,-1 0 0,0-1 0,0 1 0,1 0 0,-1-1 0,0 1 0,1 0 0,-1 0 0,0-1 0,1 1 0,-1 0 0,0 0 0,1 0 0,-1 0 0,0-1 0,1 1 0,-1 0 0,1 0 0,-1 0 0,0 0 0,1 0 0,-1 0 0,1 0 0,-1 0 0,0 0 0,1 0 0,-1 0 0,1 0 0,-1 0 0,0 1 0,1-1 0,-1 0 0,0 0 0,1 0 0,0 1 0,18 10 0,-14-7 0,33 23 0,-24-17 0,20 13 0,-15-11-1365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45.6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 24575,'43'38'0,"-21"-17"0,1-1 0,39 26 0,-59-44 0,0 0 0,0-1 0,1 1 0,-1-1 0,0 0 0,0 0 0,1 0 0,-1 0 0,0-1 0,1 1 0,-1-1 0,1 0 0,5 0 0,-6 0 0,-1-1 0,0 0 0,0 1 0,0-1 0,0 0 0,0 0 0,-1 0 0,1 0 0,0 0 0,0-1 0,-1 1 0,1 0 0,-1-1 0,1 1 0,-1-1 0,1 0 0,-1 1 0,0-1 0,0 0 0,0 0 0,0 0 0,0 0 0,1-3 0,3-13 0,0 0 0,3-27 0,-7 38 0,-1 6 0,0 0 0,0 0 0,0 0 0,0 0 0,0 0 0,1 0 0,-1 0 0,0 1 0,0-1 0,1 0 0,-1 0 0,1 0 0,-1 0 0,0 1 0,1-1 0,0 0 0,-1 0 0,1 1 0,-1-1 0,1 1 0,0-1 0,-1 0 0,1 1 0,0-1 0,0 1 0,0-1 0,-1 1 0,1 0 0,0-1 0,0 1 0,0 0 0,0 0 0,0-1 0,-1 1 0,1 0 0,0 0 0,0 0 0,0 0 0,0 0 0,0 0 0,0 1 0,1-1 0,4 2 0,0 1 0,0-1 0,-1 1 0,1 0 0,6 5 0,-4-3 0,32 20 0,47 39 0,-75-53-1365,-3-1-5461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46.1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1 114 24575,'4'1'0,"0"1"0,0 0 0,-1 0 0,1 0 0,0 0 0,-1 1 0,1-1 0,-1 1 0,0 0 0,5 5 0,-1 1 0,-1 0 0,9 16 0,-10-16 0,0 0 0,1-1 0,0 1 0,8 7 0,-13-14 0,0-1 0,1 1 0,-1-1 0,1 1 0,0-1 0,-1 0 0,1 0 0,0 1 0,0-1 0,0-1 0,0 1 0,0 0 0,0 0 0,0-1 0,0 1 0,0-1 0,0 1 0,0-1 0,0 0 0,0 0 0,0 0 0,1 0 0,-1 0 0,0-1 0,0 1 0,0-1 0,0 1 0,0-1 0,0 0 0,0 0 0,0 0 0,2-1 0,0-1 0,-1 0 0,0 0 0,1 0 0,-1 0 0,0 0 0,-1-1 0,1 0 0,-1 1 0,1-1 0,-1 0 0,-1 0 0,1 0 0,0-1 0,1-6 0,3-15 0,4-29 0,-9 47 0,-1-1 0,0 0 0,0 1 0,-1-1 0,0 0 0,0 1 0,-4-13 0,5 20 0,-1-1 0,1 1 0,-1 0 0,1-1 0,-1 1 0,1 0 0,-1-1 0,0 1 0,0 0 0,0 0 0,0 0 0,0 0 0,0 0 0,0 0 0,0 0 0,0 0 0,0 0 0,-1 0 0,1 0 0,-3 0 0,2 0 0,0 1 0,0 0 0,0 0 0,0-1 0,0 1 0,1 1 0,-1-1 0,0 0 0,0 0 0,0 1 0,0-1 0,0 1 0,-3 1 0,-3 2 0,1 0 0,0 0 0,0 1 0,0 0 0,0 0 0,-6 7 0,0 1-114,-43 39-1137,41-41-5575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46.6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1 24575,'58'95'0,"88"196"0,-69-67 0,-75-200 0,-4-16 0,1-8 0,1-1 0,-1 1 0,1 0 0,-1 0 0,1 0 0,0 0 0,-1-1 0,1 1 0,-1 0 0,1-1 0,0 1 0,-1 0 0,1 0 0,0-1 0,-1 1 0,1-1 0,0 1 0,0 0 0,-1-1 0,1 1 0,0-1 0,0 0 0,-5-6 0,2 0 0,-1-1 0,1 0 0,0 1 0,-2-15 0,-5-42 0,5 31 0,3 5 0,2 22 0,0 0 0,-1 0 0,1 0 0,-1 0 0,-3-9 0,3 14 0,0-1 0,0 1 0,0-1 0,-1 1 0,1 0 0,0-1 0,-1 1 0,1 0 0,-1 0 0,1 0 0,-1 0 0,1 0 0,-1 0 0,0 1 0,0-1 0,1 0 0,-1 1 0,-3-1 0,-39-5 0,35 5 0,-191-3-161,144 5-1043,33-1-5622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47.6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24575,'111'277'0,"-76"-202"0,-11-25 0,30 91 0,-52-136 0,-1-2 0,0 0 0,0 0 0,0 1 0,-1-1 0,1 0 0,-1 0 0,0 1 0,0-1 0,0 0 0,-1 7 0,1-10 0,0 0 0,0 0 0,0 0 0,0 0 0,0 0 0,0 0 0,0 1 0,0-1 0,0 0 0,0 0 0,0 0 0,0 0 0,0 0 0,0 0 0,-1 0 0,1 0 0,0 1 0,0-1 0,0 0 0,0 0 0,0 0 0,0 0 0,0 0 0,-1 0 0,1 0 0,0 0 0,0 0 0,0 0 0,0 0 0,0 0 0,0 0 0,-1 0 0,1 0 0,0 0 0,0 0 0,0 0 0,0 0 0,0 0 0,0 0 0,-1 0 0,1 0 0,0 0 0,0 0 0,0 0 0,0 0 0,0 0 0,0-1 0,-8-6 0,-3-9 0,4 3 0,-9-26 0,14 35 0,0-1 0,1 1 0,0-1 0,0 0 0,0 0 0,1 1 0,-1-1 0,1 0 0,1-8 0,-1 11 0,1 1 0,-1-1 0,1 0 0,-1 0 0,1 1 0,0-1 0,-1 0 0,1 1 0,0-1 0,0 1 0,0-1 0,1 1 0,-1-1 0,0 1 0,0 0 0,1 0 0,-1-1 0,1 1 0,1-1 0,0 1 0,-1 0 0,1 0 0,0 0 0,0 1 0,-1-1 0,1 1 0,0-1 0,0 1 0,0 0 0,0 0 0,2 1 0,8 1 0,-1 0 0,0 1 0,0 1 0,15 6 0,-26-10 0,26 11 0,-1 0 0,0 2 0,-1 1 0,0 0 0,-1 2 0,-1 1 0,22 21 0,-44-38 0,0 1 0,0 0 0,0-1 0,-1 1 0,1 0 0,0 0 0,-1-1 0,1 1 0,0 0 0,-1 0 0,1 0 0,-1 0 0,1 0 0,-1 0 0,0 0 0,0 0 0,1 0 0,-1 0 0,0 0 0,0 0 0,0 0 0,0 1 0,0-1 0,0 0 0,0 1 0,-1-1 0,0 0 0,1 0 0,-1 0 0,0 0 0,0 0 0,0 0 0,0-1 0,0 1 0,0 0 0,0 0 0,0-1 0,0 1 0,0-1 0,0 1 0,0-1 0,0 1 0,-1-1 0,1 0 0,0 1 0,0-1 0,-2 0 0,-17 2 0,0 0 0,0-1 0,-29-3 0,-59-13 0,108 15 0,-16-4 0,16 4 0,-1 0 0,1 0 0,-1 0 0,1 0 0,-1 0 0,1 0 0,-1 0 0,0-1 0,1 1 0,-1 0 0,1 0 0,-1-1 0,1 1 0,0 0 0,-1-1 0,1 1 0,-1-1 0,1 1 0,0-1 0,-1 1 0,1 0 0,-1-2 0,2 2 0,0-1 0,1 0 0,-1 1 0,0-1 0,0 1 0,1-1 0,-1 1 0,0 0 0,1-1 0,-1 1 0,0 0 0,1 0 0,-1 0 0,0 0 0,2 0 0,-1 0 0,117-8 0,-95 4 0,1 0 0,42-14 0,-39 9 0,0-2 0,-1-1 0,0-1 0,-1-1 0,-1-2 0,42-32 0,-63 44 0,-1 1 0,0-1 0,0 1 0,0-1 0,0 0 0,0 0 0,-1-1 0,1 1 0,1-7 0,-3 9 0,-1 1 0,1 0 0,-1 0 0,0 0 0,0 0 0,1-1 0,-1 1 0,0 0 0,0 0 0,0 0 0,0-1 0,0 1 0,-1 0 0,1 0 0,0 0 0,-1-1 0,1 1 0,-1 0 0,1 0 0,-1 0 0,1 0 0,-1 0 0,0 0 0,1 0 0,-1 0 0,0 0 0,0 0 0,0 0 0,0 1 0,0-1 0,1 0 0,-2 0 0,1 1 0,0-1 0,0 1 0,0-1 0,0 1 0,0-1 0,0 1 0,-1 0 0,1 0 0,-2-1 0,0 1 0,0 0 0,0-1 0,-1 1 0,1 1 0,0-1 0,0 0 0,0 1 0,-1 0 0,1-1 0,0 1 0,0 1 0,0-1 0,0 0 0,0 1 0,1-1 0,-1 1 0,0 0 0,-4 4 0,3-3 0,0 1 0,1 0 0,-1 0 0,1 0 0,0 0 0,0 0 0,0 1 0,0-1 0,1 1 0,-4 9 0,5-9 0,-1 0 0,1 1 0,0-1 0,1 1 0,-1-1 0,1 1 0,0-1 0,0 1 0,1-1 0,0 0 0,0 1 0,3 9 0,-1-8 0,0 0 0,1 0 0,0-1 0,0 1 0,0-1 0,1 0 0,0-1 0,10 10 0,-3-4-97,0-1-1,0-1 1,1 0-1,0-1 1,1 0-1,0-1 1,0-1-1,0 0 1,1-1-1,0 0 1,0-2-1,0 1 0,31 1 1,-34-5-6729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50.2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24575,'14'20'0,"9"8"0,1 3 0,0-2 0,-2-4 0,-2-5 0,-5-4 0,-2-5 0,-4-4-8191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50.3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24575,'15'7'0,"4"5"0,0 3 0,-4 2 0,-4-3-8191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50.8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24575,'174'160'0,"-171"-157"0,0 0 0,1-1 0,0 1 0,0-1 0,0 0 0,0 0 0,0 0 0,0 0 0,0-1 0,6 2 0,-8-3 0,0 0 0,-1 0 0,1 0 0,0 0 0,0 0 0,-1-1 0,1 1 0,0 0 0,-1-1 0,1 1 0,0-1 0,-1 0 0,1 1 0,-1-1 0,1 0 0,-1 0 0,1 0 0,-1 0 0,0 0 0,0 0 0,1-1 0,-1 1 0,0 0 0,0-1 0,0 1 0,0 0 0,0-1 0,-1 1 0,2-3 0,1-3 0,-1-1 0,1 1 0,-1-1 0,1-12 0,-3 15 0,1-1 0,0 0 0,1 0 0,-1 0 0,1 1 0,0-1 0,1 1 0,5-11 0,-7 15 0,0 0 0,1-1 0,-1 1 0,1 0 0,-1 0 0,1 0 0,-1 0 0,1 0 0,0 1 0,-1-1 0,1 0 0,0 1 0,0-1 0,-1 1 0,1-1 0,0 1 0,0 0 0,0 0 0,0 0 0,0 0 0,-1 0 0,1 0 0,0 1 0,0-1 0,0 1 0,1 0 0,7 2 0,-1 0 0,0 1 0,13 7 0,-20-10 0,40 22-341,-2 2 0,0 2-1,60 53 1,-84-65-6485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48.4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267 485 24575,'-84'-16'0,"-56"-7"0,138 23 0,-1-1 0,1 1 0,0 0 0,0 0 0,0 0 0,0 0 0,0 1 0,0-1 0,0 1 0,0-1 0,0 1 0,0-1 0,0 1 0,1 0 0,-4 2 0,5-3 0,-1 1 0,0 0 0,0 0 0,1 0 0,-1 0 0,0 0 0,1 0 0,-1 0 0,1 0 0,0 0 0,-1 0 0,1 0 0,0 0 0,-1 1 0,1-1 0,0 0 0,0 0 0,0 0 0,0 0 0,0 1 0,0-1 0,1 0 0,-1 0 0,0 0 0,0 0 0,1 0 0,-1 0 0,1 1 0,2 5 0,1 0 0,-1 0 0,1-1 0,0 1 0,1-1 0,-1 0 0,1-1 0,0 1 0,9 6 0,4 3 0,35 21 0,-38-26 0,1-1 0,1-1 0,19 7 0,-28-12 0,0 0 0,-1-1 0,1-1 0,0 1 0,0-1 0,0 0 0,0-1 0,-1 0 0,16-2 0,-20 2 0,0-1 0,0 0 0,0 1 0,0-1 0,-1-1 0,1 1 0,0 0 0,-1-1 0,1 1 0,-1-1 0,0 1 0,1-1 0,-1 0 0,0 0 0,0 0 0,0-1 0,0 1 0,-1 0 0,1-1 0,0 1 0,-1-1 0,0 0 0,0 1 0,2-6 0,-2 2 0,0 0 0,0 0 0,-1 0 0,1 0 0,-1 0 0,-1 0 0,1 0 0,-1 0 0,0 0 0,-1 0 0,-1-7 0,-9-19 0,-30-59 0,-26-27 0,31 55 0,-82-134 0,118 194 0,-1 0 0,1 0 0,-1 1 0,1-1 0,-1 1 0,0-1 0,0 1 0,-3-3 0,5 5 0,0 0 0,0 0 0,0 0 0,0 0 0,0-1 0,0 1 0,-1 0 0,1 0 0,0 0 0,0 0 0,0 0 0,0 0 0,0 0 0,0 0 0,0 0 0,-1 0 0,1 0 0,0 0 0,0 0 0,0 0 0,0 0 0,0 0 0,0 0 0,0 0 0,-1 0 0,1 0 0,0 0 0,0 0 0,0 0 0,0 0 0,0 0 0,0 0 0,0 0 0,-1 0 0,1 0 0,0 0 0,0 0 0,0 0 0,0 0 0,0 1 0,0-1 0,0 0 0,0 0 0,0 0 0,-1 0 0,1 8 0,4 8 0,20 51 0,4-1 0,2-1 0,4-1 0,74 106 0,-95-152-120,1 3-295,1-1 0,35 36 0,-40-48-6411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48.9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149 60 24575,'9'-2'0,"0"-1"0,0 2 0,0 0 0,0 0 0,0 0 0,13 2 0,-19-1 0,0 1 0,0-1 0,0 1 0,0 0 0,0 0 0,-1 0 0,1 0 0,0 0 0,0 1 0,-1 0 0,1-1 0,-1 1 0,0 0 0,0 0 0,1 0 0,-1 0 0,0 0 0,-1 1 0,1-1 0,0 1 0,-1-1 0,1 1 0,1 3 0,-1 1 0,0-1 0,0 0 0,0 1 0,-1 0 0,0-1 0,0 1 0,-1-1 0,0 1 0,0 0 0,-2 13 0,1-18 0,1 1 0,-1 0 0,1-1 0,-1 1 0,0-1 0,0 1 0,0-1 0,0 0 0,-1 1 0,1-1 0,-1 0 0,1 0 0,-1 0 0,0 0 0,0 0 0,0 0 0,0 0 0,0-1 0,0 1 0,0-1 0,0 1 0,-1-1 0,1 0 0,-1 0 0,1 0 0,-1 0 0,1-1 0,-1 1 0,-5 0 0,-5 0 0,0-1 0,-1-1 0,1 0 0,0 0 0,0-2 0,-23-6 0,28 6 0,-1 0 0,1 0 0,0-1 0,0 0 0,0 0 0,1-1 0,0 0 0,0-1 0,0 1 0,0-2 0,-6-6 0,10 9 0,1-1 0,-1 1 0,1 0 0,-1-1 0,2 1 0,-1-1 0,0 0 0,1 1 0,0-1 0,0 0 0,0 0 0,1 0 0,-1 0 0,1 0 0,0 0 0,1-5 0,0 6 0,-1 1 0,1 0 0,0 0 0,0-1 0,0 1 0,0 0 0,0 0 0,1 0 0,-1 0 0,1 0 0,0 1 0,0-1 0,0 0 0,0 1 0,0-1 0,1 1 0,-1 0 0,1 0 0,-1 0 0,1 0 0,0 0 0,0 1 0,0-1 0,4-1 0,3 1-72,1 0 1,-1 0-1,0 1 0,1 0 0,-1 1 0,0 0 0,1 1 0,-1 0 1,0 1-1,0 0 0,0 0 0,0 1 0,0 1 0,0-1 0,-1 1 1,1 1-1,-1 0 0,12 9 0,-8-3-6754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49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0 131 24575,'1'4'0,"-1"0"0,1 0 0,0 0 0,0 0 0,1 0 0,-1 0 0,1 0 0,0 0 0,3 5 0,1 1 0,1 0 0,9 10 0,-10-14 0,0 0 0,0 0 0,0 0 0,1-1 0,0 0 0,0-1 0,0 1 0,1-1 0,8 3 0,-15-7 0,0 0 0,0 1 0,-1-1 0,1 0 0,0 0 0,0 0 0,0 0 0,-1 0 0,1 0 0,0-1 0,0 1 0,0 0 0,-1 0 0,1 0 0,0-1 0,0 1 0,-1 0 0,1-1 0,0 1 0,-1-1 0,1 1 0,0-1 0,-1 1 0,1-1 0,-1 1 0,1-1 0,-1 0 0,1 1 0,-1-1 0,1 0 0,-1 1 0,1-1 0,-1 0 0,0 0 0,0 1 0,1-1 0,-1 0 0,0 0 0,0 0 0,0 1 0,0-2 0,1-5 0,0-1 0,-1 1 0,0-12 0,0 13 0,-2-11 0,1-19 0,1 34 0,0 0 0,0 1 0,0-1 0,0 0 0,1 0 0,-1 0 0,1 0 0,-1 1 0,1-1 0,0 0 0,0 0 0,0 1 0,0-1 0,1-1 0,-1 2 0,0 0 0,0 1 0,0-1 0,1 0 0,-1 1 0,0-1 0,0 1 0,0-1 0,1 1 0,-1 0 0,0-1 0,0 1 0,1 0 0,-1 0 0,0 0 0,1 0 0,-1 0 0,0 0 0,0 0 0,1 1 0,-1-1 0,0 0 0,0 1 0,2 0 0,4 2 0,0 0 0,13 9 0,-12-8 0,28 16 0,1-1 0,1-2 0,0-2 0,1-1 0,76 15 0,-109-28 0,-1-1 0,1 1 0,0-1 0,0 0 0,-1 0 0,1 0 0,0-1 0,0 0 0,-1 0 0,1-1 0,-1 0 0,1 0 0,5-3 0,-8 4 0,-1-1 0,1 0 0,0 0 0,-1 0 0,1 0 0,-1 0 0,0 0 0,0-1 0,0 1 0,0-1 0,0 0 0,-1 1 0,1-1 0,-1 0 0,0 0 0,1 0 0,-1 0 0,-1 0 0,1 0 0,0 0 0,-1-1 0,0 1 0,1 0 0,-2-7 0,0 4 0,0-1 0,0 1 0,-1-1 0,0 1 0,0-1 0,-1 1 0,0 0 0,0 0 0,0 0 0,-1 1 0,0-1 0,0 1 0,0 0 0,-10-9 0,4 5 0,0 0 0,-1 0 0,0 1 0,-1 0 0,0 1 0,-16-7 0,24 13 0,0-1 0,0 1 0,0 0 0,0 0 0,0 0 0,0 0 0,0 0 0,0 1 0,0 0 0,0 0 0,0 0 0,-1 1 0,1-1 0,-6 2 0,8-1 0,-1 0 0,1 1 0,0-1 0,0 0 0,0 0 0,0 1 0,0 0 0,0-1 0,0 1 0,0 0 0,0 0 0,1 0 0,-1 0 0,1 0 0,0 0 0,0 0 0,-1 1 0,1-1 0,0 0 0,1 1 0,-1-1 0,0 0 0,1 1 0,-1 4 0,0-1 0,1-1 0,0 1 0,0-1 0,0 1 0,0-1 0,1 1 0,0-1 0,0 1 0,1-1 0,-1 0 0,1 0 0,0 0 0,4 7 0,-2-6 0,0-1 0,0 1 0,1-1 0,-1 0 0,1-1 0,0 1 0,0-1 0,1 0 0,-1 0 0,11 5 0,-2-2 0,-1-1 0,1 0 0,1-1 0,-1-1 0,1 0 0,0-1 0,0-1 0,0 0 0,0-1 0,0-1 0,0 0 0,0-1 0,0-1 0,20-4 0,-31 5-195,-1 0 0,1 0 0,-1-1 0,0 1 0,1-1 0,4-4 0,2-2-6631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51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24575,'2'0'0,"4"0"0,3 0 0,2 0 0,2 0 0,2 0 0,0 0 0,0 0 0,0 0 0,-3 0-8191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52.4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96 271 24575,'37'73'0,"-17"-32"0,36 54 0,-56-94 0,0-1 0,1 1 0,0 0 0,-1 0 0,1-1 0,-1 1 0,1 0 0,0-1 0,-1 1 0,1 0 0,0-1 0,0 1 0,-1-1 0,1 1 0,1-1 0,0-3 0,-5-7 0,-12-23 0,-3 0 0,0 2 0,-26-34 0,13 20 0,-61-109 0,147 205 0,-34-35 0,0-1 0,2 0 0,-1-2 0,1-1 0,1 0 0,1-2 0,-1-1 0,1 0 0,1-2 0,-1-1 0,28 2 0,-42-7 0,0 0 0,0-1 0,0-1 0,0 0 0,0 0 0,0-1 0,0-1 0,-1 1 0,1-2 0,17-7 0,-22 8 0,0-1 0,-1 1 0,0-1 0,0 0 0,0 0 0,0 0 0,0-1 0,-1 1 0,0-1 0,0-1 0,0 1 0,0 0 0,-1-1 0,0 0 0,0 1 0,-1-1 0,0 0 0,0-1 0,2-10 0,-2 7 0,-1 0 0,0-1 0,0 1 0,-1-1 0,0 1 0,-1-1 0,-1 1 0,1 0 0,-2-1 0,1 1 0,-7-16 0,8 25 0,1-1 0,-1 1 0,0-1 0,0 1 0,0-1 0,0 1 0,0 0 0,0-1 0,0 1 0,0 0 0,0 0 0,-1 0 0,1 0 0,0 0 0,-1 0 0,1 0 0,-1 0 0,1 0 0,-1 1 0,1-1 0,-1 1 0,0-1 0,1 1 0,-1-1 0,0 1 0,1 0 0,-1 0 0,0 0 0,0 0 0,-2 1 0,1 0 0,0 0 0,1 0 0,-1 0 0,1 0 0,-1 1 0,1 0 0,0-1 0,-1 1 0,1 0 0,0 0 0,0 0 0,1 0 0,-1 0 0,0 1 0,1-1 0,-1 0 0,1 1 0,-2 3 0,-1 4 0,0 1 0,1 0 0,0 0 0,1 1 0,0-1 0,1 1 0,0-1 0,2 23 0,0-20 0,0 0 0,2 1 0,0-1 0,0 0 0,2 0 0,9 22 0,-7-22 17,0 0 0,1 0 1,1-1-1,0 0 0,1-1 0,15 14 0,-19-20-123,0 0 0,0-1 0,1 0 0,0 0 0,0-1 0,0 0-1,1 0 1,-1-1 0,1 0 0,0 0 0,0-1 0,0 0 0,13 2 0,-8-3-6720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53.2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122 527 24575,'-17'2'0,"-29"7"0,42-8 0,0 0 0,0 0 0,0 1 0,1-1 0,-1 1 0,0 0 0,1 0 0,-1 0 0,1 1 0,0-1 0,0 1 0,-6 6 0,8-8 0,0 1 0,1-1 0,-1 1 0,0-1 0,1 1 0,-1 0 0,1-1 0,-1 1 0,1 0 0,0-1 0,-1 1 0,1 0 0,0-1 0,0 1 0,1 0 0,-1 0 0,0-1 0,0 1 0,1 0 0,-1-1 0,1 1 0,0 0 0,-1-1 0,1 1 0,0-1 0,0 1 0,0-1 0,0 0 0,2 3 0,4 4 0,0 0 0,0-1 0,16 12 0,-11-8 0,-5-5 0,1 0 0,-1 0 0,1-1 0,0 0 0,11 5 0,-15-8 0,-1-1 0,1 0 0,-1 0 0,1 0 0,0 0 0,-1 0 0,1-1 0,0 0 0,0 1 0,-1-1 0,1-1 0,0 1 0,-1 0 0,1-1 0,0 0 0,4-1 0,-6 1 0,0 0 0,0 0 0,0 0 0,-1 0 0,1-1 0,0 1 0,-1 0 0,1-1 0,-1 1 0,1-1 0,-1 1 0,0-1 0,1 0 0,-1 1 0,0-1 0,1-3 0,-1 2 0,0-1 0,0 1 0,0-1 0,0 0 0,0 0 0,-1 1 0,0-1 0,0-6 0,0 4 0,-1 0 0,0 0 0,0 0 0,-1 0 0,1 0 0,-1 0 0,-1 0 0,1 1 0,-1 0 0,0-1 0,-4-5 0,6 10 0,0 0 0,1 0 0,-1 0 0,0 1 0,1-1 0,-1 0 0,0 0 0,0 1 0,1-1 0,-1 1 0,0-1 0,0 1 0,0-1 0,0 1 0,0 0 0,0-1 0,0 1 0,-2-1 0,3 2 0,-1-1 0,1 0 0,-1 0 0,0 0 0,1 1 0,-1-1 0,1 0 0,-1 0 0,1 1 0,-1-1 0,1 1 0,-1-1 0,1 0 0,-1 1 0,1-1 0,0 1 0,-1-1 0,1 1 0,-1-1 0,1 1 0,0-1 0,-1 2 0,0 1 0,0 1 0,0 0 0,0-1 0,0 1 0,0 0 0,1 0 0,0-1 0,0 7 0,0-5 0,1 0 0,0-1 0,0 1 0,0 0 0,1 0 0,-1-1 0,1 1 0,0-1 0,0 1 0,1-1 0,0 0 0,-1 0 0,1 0 0,1 0 0,-1-1 0,0 1 0,1-1 0,0 0 0,0 0 0,0 0 0,0 0 0,0-1 0,0 0 0,1 0 0,-1 0 0,1 0 0,0-1 0,-1 1 0,1-1 0,0 0 0,0-1 0,0 1 0,0-1 0,0 0 0,0 0 0,-1-1 0,1 0 0,0 1 0,0-1 0,0-1 0,-1 1 0,1-1 0,0 0 0,-1 0 0,0 0 0,5-3 0,-2-1 0,-1 1 0,0-1 0,0 0 0,0 0 0,-1 0 0,0-1 0,0 0 0,-1 0 0,0 0 0,0 0 0,0-1 0,-1 0 0,0 0 0,-1 0 0,3-13 0,0-10 0,-1 0 0,-1-56 0,-3 53 0,-2 0 0,-1 0 0,-2 1 0,-2-1 0,0 1 0,-3 0 0,0 1 0,-2 0 0,-28-52 0,37 79 0,0 0 0,0 0 0,-1 1 0,1-1 0,-5-4 0,7 9 0,1-1 0,-1 0 0,1 1 0,-1-1 0,0 1 0,1-1 0,-1 1 0,1-1 0,-1 1 0,0 0 0,1-1 0,-1 1 0,0 0 0,1-1 0,-1 1 0,0 0 0,0 0 0,1 0 0,-1 0 0,0 0 0,0 0 0,0 0 0,1 0 0,-1 0 0,0 0 0,0 0 0,1 0 0,-1 0 0,0 1 0,1-1 0,-1 0 0,0 0 0,0 1 0,1-1 0,-1 1 0,1-1 0,-1 1 0,0-1 0,1 1 0,-1-1 0,1 1 0,-1-1 0,1 1 0,-1 0 0,1-1 0,0 1 0,-1 0 0,1-1 0,-1 2 0,0 2 0,-1 0 0,1 0 0,0 0 0,0 0 0,0 0 0,1 1 0,0-1 0,0 0 0,0 0 0,0 0 0,0 1 0,2 6 0,3 8 0,8 27 0,-8-31 0,12 36 0,3 0 0,1-1 0,29 47 0,-37-74 0,1-2 0,1 0 0,1 0 0,0-2 0,2 0 0,1-1 0,0 0 0,33 22 0,-46-36-195,1 0 0,0 0 0,0-1 0,0 0 0,0 0 0,11 2 0,-4-2-6631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53.7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49 24575,'-17'-12'0,"-9"-2"0,-1 2 0,0 5 0,4 4 0,4 5 0,7 2-8191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54.2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24575,'130'343'0,"-110"-302"0,2-1 0,50 70 0,-61-96-1365,-2-4-5461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54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331 16 24575,'-29'-3'0,"-13"0"0,-1 0 0,4 0 0,7 1 0,5 1 0,6 1 0,3 0 0,3 0 0,1 0 0,1 0 0,0 0 0,-1 0 0,3 0-8191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54.7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24575,'7'12'0,"3"7"0,2 2 0,1 1 0,-1-2 0,-1-1 0,1-2 0,1-1 0,0-1 0,-2-1 0,0 1 0,-3-1 0,1-3 0,-2 0 0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54.9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24575,'10'12'0,"3"7"0,0 0-8191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55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32 24575,'27'21'0,"0"1"0,26 27 0,-25-23 0,40 31 0,-64-53 0,0-1 0,1-1 0,0 1 0,-1 0 0,1-1 0,0 0 0,0 0 0,6 1 0,-9-3 0,-1 0 0,1 0 0,0 0 0,0 0 0,-1 0 0,1 0 0,0 0 0,0-1 0,-1 1 0,1-1 0,0 1 0,-1-1 0,1 0 0,-1 1 0,1-1 0,-1 0 0,1 0 0,-1 0 0,0 0 0,1 0 0,-1-1 0,0 1 0,0 0 0,0-1 0,0 1 0,0 0 0,0-1 0,1-2 0,2-3 0,-1 0 0,0 0 0,0 0 0,-1 0 0,0-1 0,-1 1 0,2-9 0,-2-6 0,0-24 0,0-10 0,-1 56 0,0-1 0,0 0 0,0 0 0,0 0 0,0 1 0,0-1 0,0 0 0,0 0 0,1 1 0,-1-1 0,0 0 0,0 0 0,1 1 0,-1-1 0,1 0 0,-1 1 0,1-1 0,-1 0 0,1 1 0,-1-1 0,1 1 0,0-1 0,0 1 0,-1 0 0,1-1 0,0 1 0,-1 0 0,1 0 0,-1 0 0,1 1 0,0-1 0,-1 0 0,1 0 0,0 0 0,-1 0 0,1 1 0,0-1 0,-1 0 0,1 0 0,-1 1 0,1-1 0,-1 1 0,2 0 0,4 4 0,-1 0 0,1 1 0,6 9 0,-7-9 0,28 37 0,-22-28 0,0 0 0,1-1 0,16 14 0,-28-27 0,1 0 0,0-1 0,-1 1 0,1 0 0,0-1 0,0 1 0,0 0 0,0-1 0,0 1 0,-1-1 0,1 1 0,0-1 0,0 1 0,0-1 0,0 0 0,1 0 0,-1 0 0,0 1 0,0-1 0,0 0 0,0 0 0,0 0 0,0 0 0,0-1 0,0 1 0,0 0 0,1-1 0,-1 0 0,0 0 0,0 0 0,0 0 0,0 0 0,0-1 0,0 1 0,0 0 0,-1-1 0,1 1 0,0 0 0,-1-1 0,0 1 0,1-1 0,-1 1 0,0-1 0,1 1 0,-1-1 0,0-2 0,0-3 0,0 0 0,1 0 0,0 0 0,1 1 0,4-14 0,-5 18 0,-1 1 0,1 0 0,0-1 0,-1 1 0,1 0 0,0-1 0,0 1 0,0 0 0,0 0 0,0 0 0,0 0 0,1 0 0,-1 0 0,0 0 0,0 0 0,1 1 0,-1-1 0,1 0 0,-1 1 0,0-1 0,1 1 0,-1-1 0,1 1 0,-1 0 0,1 0 0,0 0 0,-1 0 0,1 0 0,-1 0 0,1 0 0,-1 0 0,1 0 0,1 1 0,5 2 0,0 0 0,0 0 0,0 1 0,-1 0 0,1 1 0,7 5 0,16 10 0,2-3 0,102 58 0,-114-63-1365,-4-3-5461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5:52:56.4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28 266 24575,'21'-24'0,"5"-5"0,43-62 0,-68 89 0,1-1 0,-1 0 0,1 1 0,-1-1 0,0 0 0,0 1 0,0-1 0,0 0 0,-1 0 0,1 0 0,-1 0 0,0 0 0,0 0 0,0 0 0,0 0 0,0 0 0,-1-3 0,-1 2 0,0-1 0,0 1 0,0 0 0,0-1 0,-1 1 0,1 0 0,-1 0 0,0 0 0,-6-5 0,8 8 0,-1-1 0,1 0 0,-1 0 0,0 1 0,0-1 0,0 1 0,0-1 0,0 1 0,0 0 0,0 0 0,0 0 0,-1 0 0,-3-1 0,4 2 0,1 0 0,-1 0 0,0 0 0,0 1 0,1-1 0,-1 1 0,0-1 0,1 1 0,-1 0 0,1-1 0,-1 1 0,1 0 0,-1 0 0,1 0 0,-1 0 0,1 0 0,0 0 0,-1 1 0,0 1 0,-9 8 0,2-3 0,1 1 0,-12 16 0,18-22 0,1-1 0,-1 1 0,1 0 0,-1 0 0,1-1 0,0 1 0,0 0 0,0 0 0,0 0 0,1 0 0,-1 1 0,1-1 0,0 0 0,0 0 0,1 4 0,5 25 0,18 50 0,-23-79 0,1 1 0,-1-1 0,1 0 0,0-1 0,0 1 0,0 0 0,1-1 0,-1 1 0,1-1 0,-1 0 0,1 1 0,0-1 0,0 0 0,0-1 0,0 1 0,5 1 0,7 4 0,1-2 0,20 5 0,-16-5 0,105 31 0,220 32 0,-286-60-1365,-37-5-5461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CEAAD4-99E5-4035-BAC0-00E1AC44D899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753B1C-6DBA-461A-BC49-5B35CBA05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785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53B1C-6DBA-461A-BC49-5B35CBA0520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52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9225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4.png"/><Relationship Id="rId21" Type="http://schemas.openxmlformats.org/officeDocument/2006/relationships/customXml" Target="../ink/ink10.xml"/><Relationship Id="rId42" Type="http://schemas.openxmlformats.org/officeDocument/2006/relationships/image" Target="../media/image22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35.png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9" Type="http://schemas.openxmlformats.org/officeDocument/2006/relationships/customXml" Target="../ink/ink14.xml"/><Relationship Id="rId11" Type="http://schemas.openxmlformats.org/officeDocument/2006/relationships/customXml" Target="../ink/ink5.xml"/><Relationship Id="rId24" Type="http://schemas.openxmlformats.org/officeDocument/2006/relationships/image" Target="../media/image13.png"/><Relationship Id="rId32" Type="http://schemas.openxmlformats.org/officeDocument/2006/relationships/image" Target="../media/image17.png"/><Relationship Id="rId37" Type="http://schemas.openxmlformats.org/officeDocument/2006/relationships/customXml" Target="../ink/ink18.xml"/><Relationship Id="rId40" Type="http://schemas.openxmlformats.org/officeDocument/2006/relationships/image" Target="../media/image21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30.png"/><Relationship Id="rId66" Type="http://schemas.openxmlformats.org/officeDocument/2006/relationships/image" Target="../media/image34.png"/><Relationship Id="rId74" Type="http://schemas.openxmlformats.org/officeDocument/2006/relationships/image" Target="../media/image38.png"/><Relationship Id="rId5" Type="http://schemas.openxmlformats.org/officeDocument/2006/relationships/customXml" Target="../ink/ink2.xml"/><Relationship Id="rId61" Type="http://schemas.openxmlformats.org/officeDocument/2006/relationships/customXml" Target="../ink/ink30.xml"/><Relationship Id="rId19" Type="http://schemas.openxmlformats.org/officeDocument/2006/relationships/customXml" Target="../ink/ink9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27" Type="http://schemas.openxmlformats.org/officeDocument/2006/relationships/customXml" Target="../ink/ink13.xml"/><Relationship Id="rId30" Type="http://schemas.openxmlformats.org/officeDocument/2006/relationships/image" Target="../media/image16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5.png"/><Relationship Id="rId56" Type="http://schemas.openxmlformats.org/officeDocument/2006/relationships/image" Target="../media/image29.png"/><Relationship Id="rId64" Type="http://schemas.openxmlformats.org/officeDocument/2006/relationships/image" Target="../media/image33.png"/><Relationship Id="rId69" Type="http://schemas.openxmlformats.org/officeDocument/2006/relationships/customXml" Target="../ink/ink34.xml"/><Relationship Id="rId8" Type="http://schemas.openxmlformats.org/officeDocument/2006/relationships/image" Target="../media/image5.png"/><Relationship Id="rId51" Type="http://schemas.openxmlformats.org/officeDocument/2006/relationships/customXml" Target="../ink/ink25.xml"/><Relationship Id="rId72" Type="http://schemas.openxmlformats.org/officeDocument/2006/relationships/image" Target="../media/image37.png"/><Relationship Id="rId3" Type="http://schemas.openxmlformats.org/officeDocument/2006/relationships/customXml" Target="../ink/ink1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0.png"/><Relationship Id="rId46" Type="http://schemas.openxmlformats.org/officeDocument/2006/relationships/image" Target="../media/image24.png"/><Relationship Id="rId59" Type="http://schemas.openxmlformats.org/officeDocument/2006/relationships/customXml" Target="../ink/ink29.xml"/><Relationship Id="rId67" Type="http://schemas.openxmlformats.org/officeDocument/2006/relationships/customXml" Target="../ink/ink33.xml"/><Relationship Id="rId20" Type="http://schemas.openxmlformats.org/officeDocument/2006/relationships/image" Target="../media/image11.png"/><Relationship Id="rId41" Type="http://schemas.openxmlformats.org/officeDocument/2006/relationships/customXml" Target="../ink/ink20.xml"/><Relationship Id="rId54" Type="http://schemas.openxmlformats.org/officeDocument/2006/relationships/image" Target="../media/image28.png"/><Relationship Id="rId62" Type="http://schemas.openxmlformats.org/officeDocument/2006/relationships/image" Target="../media/image32.png"/><Relationship Id="rId70" Type="http://schemas.openxmlformats.org/officeDocument/2006/relationships/image" Target="../media/image36.png"/><Relationship Id="rId75" Type="http://schemas.openxmlformats.org/officeDocument/2006/relationships/customXml" Target="../ink/ink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5.png"/><Relationship Id="rId36" Type="http://schemas.openxmlformats.org/officeDocument/2006/relationships/image" Target="../media/image19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6.png"/><Relationship Id="rId31" Type="http://schemas.openxmlformats.org/officeDocument/2006/relationships/customXml" Target="../ink/ink15.xml"/><Relationship Id="rId44" Type="http://schemas.openxmlformats.org/officeDocument/2006/relationships/image" Target="../media/image23.png"/><Relationship Id="rId52" Type="http://schemas.openxmlformats.org/officeDocument/2006/relationships/image" Target="../media/image27.png"/><Relationship Id="rId60" Type="http://schemas.openxmlformats.org/officeDocument/2006/relationships/image" Target="../media/image31.png"/><Relationship Id="rId65" Type="http://schemas.openxmlformats.org/officeDocument/2006/relationships/customXml" Target="../ink/ink32.xml"/><Relationship Id="rId73" Type="http://schemas.openxmlformats.org/officeDocument/2006/relationships/customXml" Target="../ink/ink36.xml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39" Type="http://schemas.openxmlformats.org/officeDocument/2006/relationships/customXml" Target="../ink/ink19.xml"/><Relationship Id="rId34" Type="http://schemas.openxmlformats.org/officeDocument/2006/relationships/image" Target="../media/image18.png"/><Relationship Id="rId50" Type="http://schemas.openxmlformats.org/officeDocument/2006/relationships/image" Target="../media/image26.png"/><Relationship Id="rId55" Type="http://schemas.openxmlformats.org/officeDocument/2006/relationships/customXml" Target="../ink/ink27.xml"/><Relationship Id="rId76" Type="http://schemas.openxmlformats.org/officeDocument/2006/relationships/image" Target="../media/image39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customXml" Target="../ink/ink43.xml"/><Relationship Id="rId3" Type="http://schemas.openxmlformats.org/officeDocument/2006/relationships/customXml" Target="../ink/ink38.xml"/><Relationship Id="rId7" Type="http://schemas.openxmlformats.org/officeDocument/2006/relationships/customXml" Target="../ink/ink40.xml"/><Relationship Id="rId12" Type="http://schemas.openxmlformats.org/officeDocument/2006/relationships/image" Target="../media/image45.png"/><Relationship Id="rId2" Type="http://schemas.openxmlformats.org/officeDocument/2006/relationships/image" Target="../media/image40.png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customXml" Target="../ink/ink42.xml"/><Relationship Id="rId5" Type="http://schemas.openxmlformats.org/officeDocument/2006/relationships/customXml" Target="../ink/ink39.xml"/><Relationship Id="rId15" Type="http://schemas.openxmlformats.org/officeDocument/2006/relationships/customXml" Target="../ink/ink44.xml"/><Relationship Id="rId10" Type="http://schemas.openxmlformats.org/officeDocument/2006/relationships/image" Target="../media/image44.png"/><Relationship Id="rId4" Type="http://schemas.openxmlformats.org/officeDocument/2006/relationships/image" Target="../media/image41.png"/><Relationship Id="rId9" Type="http://schemas.openxmlformats.org/officeDocument/2006/relationships/customXml" Target="../ink/ink41.xml"/><Relationship Id="rId14" Type="http://schemas.openxmlformats.org/officeDocument/2006/relationships/image" Target="../media/image4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7.png"/><Relationship Id="rId671" Type="http://schemas.openxmlformats.org/officeDocument/2006/relationships/image" Target="../media/image384.png"/><Relationship Id="rId21" Type="http://schemas.openxmlformats.org/officeDocument/2006/relationships/image" Target="../media/image59.png"/><Relationship Id="rId324" Type="http://schemas.openxmlformats.org/officeDocument/2006/relationships/customXml" Target="../ink/ink205.xml"/><Relationship Id="rId531" Type="http://schemas.openxmlformats.org/officeDocument/2006/relationships/image" Target="../media/image314.png"/><Relationship Id="rId629" Type="http://schemas.openxmlformats.org/officeDocument/2006/relationships/image" Target="../media/image363.png"/><Relationship Id="rId170" Type="http://schemas.openxmlformats.org/officeDocument/2006/relationships/customXml" Target="../ink/ink128.xml"/><Relationship Id="rId268" Type="http://schemas.openxmlformats.org/officeDocument/2006/relationships/customXml" Target="../ink/ink177.xml"/><Relationship Id="rId475" Type="http://schemas.openxmlformats.org/officeDocument/2006/relationships/image" Target="../media/image286.png"/><Relationship Id="rId682" Type="http://schemas.openxmlformats.org/officeDocument/2006/relationships/customXml" Target="../ink/ink384.xml"/><Relationship Id="rId32" Type="http://schemas.openxmlformats.org/officeDocument/2006/relationships/customXml" Target="../ink/ink59.xml"/><Relationship Id="rId128" Type="http://schemas.openxmlformats.org/officeDocument/2006/relationships/customXml" Target="../ink/ink107.xml"/><Relationship Id="rId335" Type="http://schemas.openxmlformats.org/officeDocument/2006/relationships/image" Target="../media/image216.png"/><Relationship Id="rId542" Type="http://schemas.openxmlformats.org/officeDocument/2006/relationships/customXml" Target="../ink/ink314.xml"/><Relationship Id="rId181" Type="http://schemas.openxmlformats.org/officeDocument/2006/relationships/image" Target="../media/image139.png"/><Relationship Id="rId402" Type="http://schemas.openxmlformats.org/officeDocument/2006/relationships/customXml" Target="../ink/ink244.xml"/><Relationship Id="rId279" Type="http://schemas.openxmlformats.org/officeDocument/2006/relationships/image" Target="../media/image188.png"/><Relationship Id="rId486" Type="http://schemas.openxmlformats.org/officeDocument/2006/relationships/customXml" Target="../ink/ink286.xml"/><Relationship Id="rId693" Type="http://schemas.openxmlformats.org/officeDocument/2006/relationships/image" Target="../media/image395.png"/><Relationship Id="rId707" Type="http://schemas.openxmlformats.org/officeDocument/2006/relationships/image" Target="../media/image402.png"/><Relationship Id="rId43" Type="http://schemas.openxmlformats.org/officeDocument/2006/relationships/image" Target="../media/image70.png"/><Relationship Id="rId139" Type="http://schemas.openxmlformats.org/officeDocument/2006/relationships/image" Target="../media/image118.png"/><Relationship Id="rId346" Type="http://schemas.openxmlformats.org/officeDocument/2006/relationships/customXml" Target="../ink/ink216.xml"/><Relationship Id="rId553" Type="http://schemas.openxmlformats.org/officeDocument/2006/relationships/image" Target="../media/image325.png"/><Relationship Id="rId192" Type="http://schemas.openxmlformats.org/officeDocument/2006/relationships/customXml" Target="../ink/ink139.xml"/><Relationship Id="rId206" Type="http://schemas.openxmlformats.org/officeDocument/2006/relationships/customXml" Target="../ink/ink146.xml"/><Relationship Id="rId413" Type="http://schemas.openxmlformats.org/officeDocument/2006/relationships/image" Target="../media/image255.png"/><Relationship Id="rId497" Type="http://schemas.openxmlformats.org/officeDocument/2006/relationships/image" Target="../media/image297.png"/><Relationship Id="rId620" Type="http://schemas.openxmlformats.org/officeDocument/2006/relationships/customXml" Target="../ink/ink353.xml"/><Relationship Id="rId718" Type="http://schemas.openxmlformats.org/officeDocument/2006/relationships/customXml" Target="../ink/ink402.xml"/><Relationship Id="rId357" Type="http://schemas.openxmlformats.org/officeDocument/2006/relationships/image" Target="../media/image227.png"/><Relationship Id="rId54" Type="http://schemas.openxmlformats.org/officeDocument/2006/relationships/customXml" Target="../ink/ink70.xml"/><Relationship Id="rId217" Type="http://schemas.openxmlformats.org/officeDocument/2006/relationships/image" Target="../media/image157.png"/><Relationship Id="rId564" Type="http://schemas.openxmlformats.org/officeDocument/2006/relationships/customXml" Target="../ink/ink325.xml"/><Relationship Id="rId424" Type="http://schemas.openxmlformats.org/officeDocument/2006/relationships/customXml" Target="../ink/ink255.xml"/><Relationship Id="rId631" Type="http://schemas.openxmlformats.org/officeDocument/2006/relationships/image" Target="../media/image364.png"/><Relationship Id="rId729" Type="http://schemas.openxmlformats.org/officeDocument/2006/relationships/image" Target="../media/image413.png"/><Relationship Id="rId270" Type="http://schemas.openxmlformats.org/officeDocument/2006/relationships/customXml" Target="../ink/ink178.xml"/><Relationship Id="rId65" Type="http://schemas.openxmlformats.org/officeDocument/2006/relationships/image" Target="../media/image81.png"/><Relationship Id="rId130" Type="http://schemas.openxmlformats.org/officeDocument/2006/relationships/customXml" Target="../ink/ink108.xml"/><Relationship Id="rId368" Type="http://schemas.openxmlformats.org/officeDocument/2006/relationships/customXml" Target="../ink/ink227.xml"/><Relationship Id="rId575" Type="http://schemas.openxmlformats.org/officeDocument/2006/relationships/image" Target="../media/image336.png"/><Relationship Id="rId228" Type="http://schemas.openxmlformats.org/officeDocument/2006/relationships/customXml" Target="../ink/ink157.xml"/><Relationship Id="rId435" Type="http://schemas.openxmlformats.org/officeDocument/2006/relationships/image" Target="../media/image266.png"/><Relationship Id="rId642" Type="http://schemas.openxmlformats.org/officeDocument/2006/relationships/customXml" Target="../ink/ink364.xml"/><Relationship Id="rId281" Type="http://schemas.openxmlformats.org/officeDocument/2006/relationships/image" Target="../media/image189.png"/><Relationship Id="rId502" Type="http://schemas.openxmlformats.org/officeDocument/2006/relationships/customXml" Target="../ink/ink294.xml"/><Relationship Id="rId76" Type="http://schemas.openxmlformats.org/officeDocument/2006/relationships/customXml" Target="../ink/ink81.xml"/><Relationship Id="rId141" Type="http://schemas.openxmlformats.org/officeDocument/2006/relationships/image" Target="../media/image119.png"/><Relationship Id="rId379" Type="http://schemas.openxmlformats.org/officeDocument/2006/relationships/image" Target="../media/image238.png"/><Relationship Id="rId586" Type="http://schemas.openxmlformats.org/officeDocument/2006/relationships/customXml" Target="../ink/ink336.xml"/><Relationship Id="rId7" Type="http://schemas.openxmlformats.org/officeDocument/2006/relationships/image" Target="../media/image52.png"/><Relationship Id="rId239" Type="http://schemas.openxmlformats.org/officeDocument/2006/relationships/image" Target="../media/image168.png"/><Relationship Id="rId446" Type="http://schemas.openxmlformats.org/officeDocument/2006/relationships/customXml" Target="../ink/ink266.xml"/><Relationship Id="rId653" Type="http://schemas.openxmlformats.org/officeDocument/2006/relationships/image" Target="../media/image375.png"/><Relationship Id="rId292" Type="http://schemas.openxmlformats.org/officeDocument/2006/relationships/customXml" Target="../ink/ink189.xml"/><Relationship Id="rId306" Type="http://schemas.openxmlformats.org/officeDocument/2006/relationships/customXml" Target="../ink/ink196.xml"/><Relationship Id="rId87" Type="http://schemas.openxmlformats.org/officeDocument/2006/relationships/image" Target="../media/image92.png"/><Relationship Id="rId513" Type="http://schemas.openxmlformats.org/officeDocument/2006/relationships/image" Target="../media/image305.png"/><Relationship Id="rId597" Type="http://schemas.openxmlformats.org/officeDocument/2006/relationships/image" Target="../media/image347.png"/><Relationship Id="rId720" Type="http://schemas.openxmlformats.org/officeDocument/2006/relationships/customXml" Target="../ink/ink403.xml"/><Relationship Id="rId152" Type="http://schemas.openxmlformats.org/officeDocument/2006/relationships/customXml" Target="../ink/ink119.xml"/><Relationship Id="rId457" Type="http://schemas.openxmlformats.org/officeDocument/2006/relationships/image" Target="../media/image277.png"/><Relationship Id="rId664" Type="http://schemas.openxmlformats.org/officeDocument/2006/relationships/customXml" Target="../ink/ink375.xml"/><Relationship Id="rId14" Type="http://schemas.openxmlformats.org/officeDocument/2006/relationships/customXml" Target="../ink/ink50.xml"/><Relationship Id="rId317" Type="http://schemas.openxmlformats.org/officeDocument/2006/relationships/image" Target="../media/image207.png"/><Relationship Id="rId524" Type="http://schemas.openxmlformats.org/officeDocument/2006/relationships/customXml" Target="../ink/ink305.xml"/><Relationship Id="rId731" Type="http://schemas.openxmlformats.org/officeDocument/2006/relationships/image" Target="../media/image414.png"/><Relationship Id="rId98" Type="http://schemas.openxmlformats.org/officeDocument/2006/relationships/customXml" Target="../ink/ink92.xml"/><Relationship Id="rId163" Type="http://schemas.openxmlformats.org/officeDocument/2006/relationships/image" Target="../media/image130.png"/><Relationship Id="rId370" Type="http://schemas.openxmlformats.org/officeDocument/2006/relationships/customXml" Target="../ink/ink228.xml"/><Relationship Id="rId230" Type="http://schemas.openxmlformats.org/officeDocument/2006/relationships/customXml" Target="../ink/ink158.xml"/><Relationship Id="rId468" Type="http://schemas.openxmlformats.org/officeDocument/2006/relationships/customXml" Target="../ink/ink277.xml"/><Relationship Id="rId675" Type="http://schemas.openxmlformats.org/officeDocument/2006/relationships/image" Target="../media/image386.png"/><Relationship Id="rId25" Type="http://schemas.openxmlformats.org/officeDocument/2006/relationships/image" Target="../media/image61.png"/><Relationship Id="rId328" Type="http://schemas.openxmlformats.org/officeDocument/2006/relationships/customXml" Target="../ink/ink207.xml"/><Relationship Id="rId535" Type="http://schemas.openxmlformats.org/officeDocument/2006/relationships/image" Target="../media/image316.png"/><Relationship Id="rId174" Type="http://schemas.openxmlformats.org/officeDocument/2006/relationships/customXml" Target="../ink/ink130.xml"/><Relationship Id="rId381" Type="http://schemas.openxmlformats.org/officeDocument/2006/relationships/image" Target="../media/image239.png"/><Relationship Id="rId602" Type="http://schemas.openxmlformats.org/officeDocument/2006/relationships/customXml" Target="../ink/ink344.xml"/><Relationship Id="rId241" Type="http://schemas.openxmlformats.org/officeDocument/2006/relationships/image" Target="../media/image169.png"/><Relationship Id="rId479" Type="http://schemas.openxmlformats.org/officeDocument/2006/relationships/image" Target="../media/image288.png"/><Relationship Id="rId686" Type="http://schemas.openxmlformats.org/officeDocument/2006/relationships/customXml" Target="../ink/ink386.xml"/><Relationship Id="rId36" Type="http://schemas.openxmlformats.org/officeDocument/2006/relationships/customXml" Target="../ink/ink61.xml"/><Relationship Id="rId339" Type="http://schemas.openxmlformats.org/officeDocument/2006/relationships/image" Target="../media/image218.png"/><Relationship Id="rId546" Type="http://schemas.openxmlformats.org/officeDocument/2006/relationships/customXml" Target="../ink/ink316.xml"/><Relationship Id="rId101" Type="http://schemas.openxmlformats.org/officeDocument/2006/relationships/image" Target="../media/image99.png"/><Relationship Id="rId185" Type="http://schemas.openxmlformats.org/officeDocument/2006/relationships/image" Target="../media/image141.png"/><Relationship Id="rId406" Type="http://schemas.openxmlformats.org/officeDocument/2006/relationships/customXml" Target="../ink/ink246.xml"/><Relationship Id="rId392" Type="http://schemas.openxmlformats.org/officeDocument/2006/relationships/customXml" Target="../ink/ink239.xml"/><Relationship Id="rId613" Type="http://schemas.openxmlformats.org/officeDocument/2006/relationships/image" Target="../media/image355.png"/><Relationship Id="rId697" Type="http://schemas.openxmlformats.org/officeDocument/2006/relationships/image" Target="../media/image397.png"/><Relationship Id="rId252" Type="http://schemas.openxmlformats.org/officeDocument/2006/relationships/customXml" Target="../ink/ink169.xml"/><Relationship Id="rId47" Type="http://schemas.openxmlformats.org/officeDocument/2006/relationships/image" Target="../media/image72.png"/><Relationship Id="rId112" Type="http://schemas.openxmlformats.org/officeDocument/2006/relationships/customXml" Target="../ink/ink99.xml"/><Relationship Id="rId557" Type="http://schemas.openxmlformats.org/officeDocument/2006/relationships/image" Target="../media/image327.png"/><Relationship Id="rId196" Type="http://schemas.openxmlformats.org/officeDocument/2006/relationships/customXml" Target="../ink/ink141.xml"/><Relationship Id="rId417" Type="http://schemas.openxmlformats.org/officeDocument/2006/relationships/image" Target="../media/image257.png"/><Relationship Id="rId624" Type="http://schemas.openxmlformats.org/officeDocument/2006/relationships/customXml" Target="../ink/ink355.xml"/><Relationship Id="rId263" Type="http://schemas.openxmlformats.org/officeDocument/2006/relationships/image" Target="../media/image180.png"/><Relationship Id="rId470" Type="http://schemas.openxmlformats.org/officeDocument/2006/relationships/customXml" Target="../ink/ink278.xml"/><Relationship Id="rId58" Type="http://schemas.openxmlformats.org/officeDocument/2006/relationships/customXml" Target="../ink/ink72.xml"/><Relationship Id="rId123" Type="http://schemas.openxmlformats.org/officeDocument/2006/relationships/image" Target="../media/image110.png"/><Relationship Id="rId330" Type="http://schemas.openxmlformats.org/officeDocument/2006/relationships/customXml" Target="../ink/ink208.xml"/><Relationship Id="rId568" Type="http://schemas.openxmlformats.org/officeDocument/2006/relationships/customXml" Target="../ink/ink327.xml"/><Relationship Id="rId428" Type="http://schemas.openxmlformats.org/officeDocument/2006/relationships/customXml" Target="../ink/ink257.xml"/><Relationship Id="rId635" Type="http://schemas.openxmlformats.org/officeDocument/2006/relationships/image" Target="../media/image366.png"/><Relationship Id="rId274" Type="http://schemas.openxmlformats.org/officeDocument/2006/relationships/customXml" Target="../ink/ink180.xml"/><Relationship Id="rId481" Type="http://schemas.openxmlformats.org/officeDocument/2006/relationships/image" Target="../media/image289.png"/><Relationship Id="rId702" Type="http://schemas.openxmlformats.org/officeDocument/2006/relationships/customXml" Target="../ink/ink394.xml"/><Relationship Id="rId69" Type="http://schemas.openxmlformats.org/officeDocument/2006/relationships/image" Target="../media/image83.png"/><Relationship Id="rId134" Type="http://schemas.openxmlformats.org/officeDocument/2006/relationships/customXml" Target="../ink/ink110.xml"/><Relationship Id="rId579" Type="http://schemas.openxmlformats.org/officeDocument/2006/relationships/image" Target="../media/image338.png"/><Relationship Id="rId341" Type="http://schemas.openxmlformats.org/officeDocument/2006/relationships/image" Target="../media/image219.png"/><Relationship Id="rId439" Type="http://schemas.openxmlformats.org/officeDocument/2006/relationships/image" Target="../media/image268.png"/><Relationship Id="rId646" Type="http://schemas.openxmlformats.org/officeDocument/2006/relationships/customXml" Target="../ink/ink366.xml"/><Relationship Id="rId201" Type="http://schemas.openxmlformats.org/officeDocument/2006/relationships/image" Target="../media/image149.png"/><Relationship Id="rId285" Type="http://schemas.openxmlformats.org/officeDocument/2006/relationships/image" Target="../media/image191.png"/><Relationship Id="rId506" Type="http://schemas.openxmlformats.org/officeDocument/2006/relationships/customXml" Target="../ink/ink296.xml"/><Relationship Id="rId492" Type="http://schemas.openxmlformats.org/officeDocument/2006/relationships/customXml" Target="../ink/ink289.xml"/><Relationship Id="rId713" Type="http://schemas.openxmlformats.org/officeDocument/2006/relationships/image" Target="../media/image405.png"/><Relationship Id="rId145" Type="http://schemas.openxmlformats.org/officeDocument/2006/relationships/image" Target="../media/image121.png"/><Relationship Id="rId352" Type="http://schemas.openxmlformats.org/officeDocument/2006/relationships/customXml" Target="../ink/ink219.xml"/><Relationship Id="rId212" Type="http://schemas.openxmlformats.org/officeDocument/2006/relationships/customXml" Target="../ink/ink149.xml"/><Relationship Id="rId657" Type="http://schemas.openxmlformats.org/officeDocument/2006/relationships/image" Target="../media/image377.png"/><Relationship Id="rId296" Type="http://schemas.openxmlformats.org/officeDocument/2006/relationships/customXml" Target="../ink/ink191.xml"/><Relationship Id="rId517" Type="http://schemas.openxmlformats.org/officeDocument/2006/relationships/image" Target="../media/image307.png"/><Relationship Id="rId724" Type="http://schemas.openxmlformats.org/officeDocument/2006/relationships/customXml" Target="../ink/ink405.xml"/><Relationship Id="rId60" Type="http://schemas.openxmlformats.org/officeDocument/2006/relationships/customXml" Target="../ink/ink73.xml"/><Relationship Id="rId156" Type="http://schemas.openxmlformats.org/officeDocument/2006/relationships/customXml" Target="../ink/ink121.xml"/><Relationship Id="rId363" Type="http://schemas.openxmlformats.org/officeDocument/2006/relationships/image" Target="../media/image230.png"/><Relationship Id="rId570" Type="http://schemas.openxmlformats.org/officeDocument/2006/relationships/customXml" Target="../ink/ink328.xml"/><Relationship Id="rId223" Type="http://schemas.openxmlformats.org/officeDocument/2006/relationships/image" Target="../media/image160.png"/><Relationship Id="rId430" Type="http://schemas.openxmlformats.org/officeDocument/2006/relationships/customXml" Target="../ink/ink258.xml"/><Relationship Id="rId668" Type="http://schemas.openxmlformats.org/officeDocument/2006/relationships/customXml" Target="../ink/ink377.xml"/><Relationship Id="rId18" Type="http://schemas.openxmlformats.org/officeDocument/2006/relationships/customXml" Target="../ink/ink52.xml"/><Relationship Id="rId528" Type="http://schemas.openxmlformats.org/officeDocument/2006/relationships/customXml" Target="../ink/ink307.xml"/><Relationship Id="rId167" Type="http://schemas.openxmlformats.org/officeDocument/2006/relationships/image" Target="../media/image132.png"/><Relationship Id="rId374" Type="http://schemas.openxmlformats.org/officeDocument/2006/relationships/customXml" Target="../ink/ink230.xml"/><Relationship Id="rId581" Type="http://schemas.openxmlformats.org/officeDocument/2006/relationships/image" Target="../media/image339.png"/><Relationship Id="rId71" Type="http://schemas.openxmlformats.org/officeDocument/2006/relationships/image" Target="../media/image84.png"/><Relationship Id="rId234" Type="http://schemas.openxmlformats.org/officeDocument/2006/relationships/customXml" Target="../ink/ink160.xml"/><Relationship Id="rId679" Type="http://schemas.openxmlformats.org/officeDocument/2006/relationships/image" Target="../media/image388.png"/><Relationship Id="rId2" Type="http://schemas.openxmlformats.org/officeDocument/2006/relationships/image" Target="../media/image49.png"/><Relationship Id="rId29" Type="http://schemas.openxmlformats.org/officeDocument/2006/relationships/image" Target="../media/image63.png"/><Relationship Id="rId441" Type="http://schemas.openxmlformats.org/officeDocument/2006/relationships/image" Target="../media/image269.png"/><Relationship Id="rId539" Type="http://schemas.openxmlformats.org/officeDocument/2006/relationships/image" Target="../media/image318.png"/><Relationship Id="rId178" Type="http://schemas.openxmlformats.org/officeDocument/2006/relationships/customXml" Target="../ink/ink132.xml"/><Relationship Id="rId301" Type="http://schemas.openxmlformats.org/officeDocument/2006/relationships/image" Target="../media/image199.png"/><Relationship Id="rId82" Type="http://schemas.openxmlformats.org/officeDocument/2006/relationships/customXml" Target="../ink/ink84.xml"/><Relationship Id="rId385" Type="http://schemas.openxmlformats.org/officeDocument/2006/relationships/image" Target="../media/image241.png"/><Relationship Id="rId592" Type="http://schemas.openxmlformats.org/officeDocument/2006/relationships/customXml" Target="../ink/ink339.xml"/><Relationship Id="rId606" Type="http://schemas.openxmlformats.org/officeDocument/2006/relationships/customXml" Target="../ink/ink346.xml"/><Relationship Id="rId245" Type="http://schemas.openxmlformats.org/officeDocument/2006/relationships/image" Target="../media/image171.png"/><Relationship Id="rId452" Type="http://schemas.openxmlformats.org/officeDocument/2006/relationships/customXml" Target="../ink/ink269.xml"/><Relationship Id="rId105" Type="http://schemas.openxmlformats.org/officeDocument/2006/relationships/image" Target="../media/image101.png"/><Relationship Id="rId147" Type="http://schemas.openxmlformats.org/officeDocument/2006/relationships/image" Target="../media/image122.png"/><Relationship Id="rId312" Type="http://schemas.openxmlformats.org/officeDocument/2006/relationships/customXml" Target="../ink/ink199.xml"/><Relationship Id="rId354" Type="http://schemas.openxmlformats.org/officeDocument/2006/relationships/customXml" Target="../ink/ink220.xml"/><Relationship Id="rId51" Type="http://schemas.openxmlformats.org/officeDocument/2006/relationships/image" Target="../media/image74.png"/><Relationship Id="rId93" Type="http://schemas.openxmlformats.org/officeDocument/2006/relationships/image" Target="../media/image95.png"/><Relationship Id="rId189" Type="http://schemas.openxmlformats.org/officeDocument/2006/relationships/image" Target="../media/image143.png"/><Relationship Id="rId396" Type="http://schemas.openxmlformats.org/officeDocument/2006/relationships/customXml" Target="../ink/ink241.xml"/><Relationship Id="rId561" Type="http://schemas.openxmlformats.org/officeDocument/2006/relationships/image" Target="../media/image329.png"/><Relationship Id="rId617" Type="http://schemas.openxmlformats.org/officeDocument/2006/relationships/image" Target="../media/image357.png"/><Relationship Id="rId659" Type="http://schemas.openxmlformats.org/officeDocument/2006/relationships/image" Target="../media/image378.png"/><Relationship Id="rId214" Type="http://schemas.openxmlformats.org/officeDocument/2006/relationships/customXml" Target="../ink/ink150.xml"/><Relationship Id="rId256" Type="http://schemas.openxmlformats.org/officeDocument/2006/relationships/customXml" Target="../ink/ink171.xml"/><Relationship Id="rId298" Type="http://schemas.openxmlformats.org/officeDocument/2006/relationships/customXml" Target="../ink/ink192.xml"/><Relationship Id="rId421" Type="http://schemas.openxmlformats.org/officeDocument/2006/relationships/image" Target="../media/image259.png"/><Relationship Id="rId463" Type="http://schemas.openxmlformats.org/officeDocument/2006/relationships/image" Target="../media/image280.png"/><Relationship Id="rId519" Type="http://schemas.openxmlformats.org/officeDocument/2006/relationships/image" Target="../media/image308.png"/><Relationship Id="rId670" Type="http://schemas.openxmlformats.org/officeDocument/2006/relationships/customXml" Target="../ink/ink378.xml"/><Relationship Id="rId116" Type="http://schemas.openxmlformats.org/officeDocument/2006/relationships/customXml" Target="../ink/ink101.xml"/><Relationship Id="rId158" Type="http://schemas.openxmlformats.org/officeDocument/2006/relationships/customXml" Target="../ink/ink122.xml"/><Relationship Id="rId323" Type="http://schemas.openxmlformats.org/officeDocument/2006/relationships/image" Target="../media/image210.png"/><Relationship Id="rId530" Type="http://schemas.openxmlformats.org/officeDocument/2006/relationships/customXml" Target="../ink/ink308.xml"/><Relationship Id="rId726" Type="http://schemas.openxmlformats.org/officeDocument/2006/relationships/customXml" Target="../ink/ink406.xml"/><Relationship Id="rId20" Type="http://schemas.openxmlformats.org/officeDocument/2006/relationships/customXml" Target="../ink/ink53.xml"/><Relationship Id="rId62" Type="http://schemas.openxmlformats.org/officeDocument/2006/relationships/customXml" Target="../ink/ink74.xml"/><Relationship Id="rId365" Type="http://schemas.openxmlformats.org/officeDocument/2006/relationships/image" Target="../media/image231.png"/><Relationship Id="rId572" Type="http://schemas.openxmlformats.org/officeDocument/2006/relationships/customXml" Target="../ink/ink329.xml"/><Relationship Id="rId628" Type="http://schemas.openxmlformats.org/officeDocument/2006/relationships/customXml" Target="../ink/ink357.xml"/><Relationship Id="rId225" Type="http://schemas.openxmlformats.org/officeDocument/2006/relationships/image" Target="../media/image161.png"/><Relationship Id="rId267" Type="http://schemas.openxmlformats.org/officeDocument/2006/relationships/image" Target="../media/image182.png"/><Relationship Id="rId432" Type="http://schemas.openxmlformats.org/officeDocument/2006/relationships/customXml" Target="../ink/ink259.xml"/><Relationship Id="rId474" Type="http://schemas.openxmlformats.org/officeDocument/2006/relationships/customXml" Target="../ink/ink280.xml"/><Relationship Id="rId127" Type="http://schemas.openxmlformats.org/officeDocument/2006/relationships/image" Target="../media/image112.png"/><Relationship Id="rId681" Type="http://schemas.openxmlformats.org/officeDocument/2006/relationships/image" Target="../media/image389.png"/><Relationship Id="rId31" Type="http://schemas.openxmlformats.org/officeDocument/2006/relationships/image" Target="../media/image64.png"/><Relationship Id="rId73" Type="http://schemas.openxmlformats.org/officeDocument/2006/relationships/image" Target="../media/image85.png"/><Relationship Id="rId169" Type="http://schemas.openxmlformats.org/officeDocument/2006/relationships/image" Target="../media/image133.png"/><Relationship Id="rId334" Type="http://schemas.openxmlformats.org/officeDocument/2006/relationships/customXml" Target="../ink/ink210.xml"/><Relationship Id="rId376" Type="http://schemas.openxmlformats.org/officeDocument/2006/relationships/customXml" Target="../ink/ink231.xml"/><Relationship Id="rId541" Type="http://schemas.openxmlformats.org/officeDocument/2006/relationships/image" Target="../media/image319.png"/><Relationship Id="rId583" Type="http://schemas.openxmlformats.org/officeDocument/2006/relationships/image" Target="../media/image340.png"/><Relationship Id="rId639" Type="http://schemas.openxmlformats.org/officeDocument/2006/relationships/image" Target="../media/image368.png"/><Relationship Id="rId4" Type="http://schemas.openxmlformats.org/officeDocument/2006/relationships/customXml" Target="../ink/ink45.xml"/><Relationship Id="rId180" Type="http://schemas.openxmlformats.org/officeDocument/2006/relationships/customXml" Target="../ink/ink133.xml"/><Relationship Id="rId236" Type="http://schemas.openxmlformats.org/officeDocument/2006/relationships/customXml" Target="../ink/ink161.xml"/><Relationship Id="rId278" Type="http://schemas.openxmlformats.org/officeDocument/2006/relationships/customXml" Target="../ink/ink182.xml"/><Relationship Id="rId401" Type="http://schemas.openxmlformats.org/officeDocument/2006/relationships/image" Target="../media/image249.png"/><Relationship Id="rId443" Type="http://schemas.openxmlformats.org/officeDocument/2006/relationships/image" Target="../media/image270.png"/><Relationship Id="rId650" Type="http://schemas.openxmlformats.org/officeDocument/2006/relationships/customXml" Target="../ink/ink368.xml"/><Relationship Id="rId303" Type="http://schemas.openxmlformats.org/officeDocument/2006/relationships/image" Target="../media/image200.png"/><Relationship Id="rId485" Type="http://schemas.openxmlformats.org/officeDocument/2006/relationships/image" Target="../media/image291.png"/><Relationship Id="rId692" Type="http://schemas.openxmlformats.org/officeDocument/2006/relationships/customXml" Target="../ink/ink389.xml"/><Relationship Id="rId706" Type="http://schemas.openxmlformats.org/officeDocument/2006/relationships/customXml" Target="../ink/ink396.xml"/><Relationship Id="rId42" Type="http://schemas.openxmlformats.org/officeDocument/2006/relationships/customXml" Target="../ink/ink64.xml"/><Relationship Id="rId84" Type="http://schemas.openxmlformats.org/officeDocument/2006/relationships/customXml" Target="../ink/ink85.xml"/><Relationship Id="rId138" Type="http://schemas.openxmlformats.org/officeDocument/2006/relationships/customXml" Target="../ink/ink112.xml"/><Relationship Id="rId345" Type="http://schemas.openxmlformats.org/officeDocument/2006/relationships/image" Target="../media/image221.png"/><Relationship Id="rId387" Type="http://schemas.openxmlformats.org/officeDocument/2006/relationships/image" Target="../media/image242.png"/><Relationship Id="rId510" Type="http://schemas.openxmlformats.org/officeDocument/2006/relationships/customXml" Target="../ink/ink298.xml"/><Relationship Id="rId552" Type="http://schemas.openxmlformats.org/officeDocument/2006/relationships/customXml" Target="../ink/ink319.xml"/><Relationship Id="rId594" Type="http://schemas.openxmlformats.org/officeDocument/2006/relationships/customXml" Target="../ink/ink340.xml"/><Relationship Id="rId608" Type="http://schemas.openxmlformats.org/officeDocument/2006/relationships/customXml" Target="../ink/ink347.xml"/><Relationship Id="rId191" Type="http://schemas.openxmlformats.org/officeDocument/2006/relationships/image" Target="../media/image144.png"/><Relationship Id="rId205" Type="http://schemas.openxmlformats.org/officeDocument/2006/relationships/image" Target="../media/image151.png"/><Relationship Id="rId247" Type="http://schemas.openxmlformats.org/officeDocument/2006/relationships/image" Target="../media/image172.png"/><Relationship Id="rId412" Type="http://schemas.openxmlformats.org/officeDocument/2006/relationships/customXml" Target="../ink/ink249.xml"/><Relationship Id="rId107" Type="http://schemas.openxmlformats.org/officeDocument/2006/relationships/image" Target="../media/image102.png"/><Relationship Id="rId289" Type="http://schemas.openxmlformats.org/officeDocument/2006/relationships/image" Target="../media/image193.png"/><Relationship Id="rId454" Type="http://schemas.openxmlformats.org/officeDocument/2006/relationships/customXml" Target="../ink/ink270.xml"/><Relationship Id="rId496" Type="http://schemas.openxmlformats.org/officeDocument/2006/relationships/customXml" Target="../ink/ink291.xml"/><Relationship Id="rId661" Type="http://schemas.openxmlformats.org/officeDocument/2006/relationships/image" Target="../media/image379.png"/><Relationship Id="rId717" Type="http://schemas.openxmlformats.org/officeDocument/2006/relationships/image" Target="../media/image407.png"/><Relationship Id="rId11" Type="http://schemas.openxmlformats.org/officeDocument/2006/relationships/image" Target="../media/image54.png"/><Relationship Id="rId53" Type="http://schemas.openxmlformats.org/officeDocument/2006/relationships/image" Target="../media/image75.png"/><Relationship Id="rId149" Type="http://schemas.openxmlformats.org/officeDocument/2006/relationships/image" Target="../media/image123.png"/><Relationship Id="rId314" Type="http://schemas.openxmlformats.org/officeDocument/2006/relationships/customXml" Target="../ink/ink200.xml"/><Relationship Id="rId356" Type="http://schemas.openxmlformats.org/officeDocument/2006/relationships/customXml" Target="../ink/ink221.xml"/><Relationship Id="rId398" Type="http://schemas.openxmlformats.org/officeDocument/2006/relationships/customXml" Target="../ink/ink242.xml"/><Relationship Id="rId521" Type="http://schemas.openxmlformats.org/officeDocument/2006/relationships/image" Target="../media/image309.png"/><Relationship Id="rId563" Type="http://schemas.openxmlformats.org/officeDocument/2006/relationships/image" Target="../media/image330.png"/><Relationship Id="rId619" Type="http://schemas.openxmlformats.org/officeDocument/2006/relationships/image" Target="../media/image358.png"/><Relationship Id="rId95" Type="http://schemas.openxmlformats.org/officeDocument/2006/relationships/image" Target="../media/image96.png"/><Relationship Id="rId160" Type="http://schemas.openxmlformats.org/officeDocument/2006/relationships/customXml" Target="../ink/ink123.xml"/><Relationship Id="rId216" Type="http://schemas.openxmlformats.org/officeDocument/2006/relationships/customXml" Target="../ink/ink151.xml"/><Relationship Id="rId423" Type="http://schemas.openxmlformats.org/officeDocument/2006/relationships/image" Target="../media/image260.png"/><Relationship Id="rId258" Type="http://schemas.openxmlformats.org/officeDocument/2006/relationships/customXml" Target="../ink/ink172.xml"/><Relationship Id="rId465" Type="http://schemas.openxmlformats.org/officeDocument/2006/relationships/image" Target="../media/image281.png"/><Relationship Id="rId630" Type="http://schemas.openxmlformats.org/officeDocument/2006/relationships/customXml" Target="../ink/ink358.xml"/><Relationship Id="rId672" Type="http://schemas.openxmlformats.org/officeDocument/2006/relationships/customXml" Target="../ink/ink379.xml"/><Relationship Id="rId728" Type="http://schemas.openxmlformats.org/officeDocument/2006/relationships/customXml" Target="../ink/ink407.xml"/><Relationship Id="rId22" Type="http://schemas.openxmlformats.org/officeDocument/2006/relationships/customXml" Target="../ink/ink54.xml"/><Relationship Id="rId64" Type="http://schemas.openxmlformats.org/officeDocument/2006/relationships/customXml" Target="../ink/ink75.xml"/><Relationship Id="rId118" Type="http://schemas.openxmlformats.org/officeDocument/2006/relationships/customXml" Target="../ink/ink102.xml"/><Relationship Id="rId325" Type="http://schemas.openxmlformats.org/officeDocument/2006/relationships/image" Target="../media/image211.png"/><Relationship Id="rId367" Type="http://schemas.openxmlformats.org/officeDocument/2006/relationships/image" Target="../media/image232.png"/><Relationship Id="rId532" Type="http://schemas.openxmlformats.org/officeDocument/2006/relationships/customXml" Target="../ink/ink309.xml"/><Relationship Id="rId574" Type="http://schemas.openxmlformats.org/officeDocument/2006/relationships/customXml" Target="../ink/ink330.xml"/><Relationship Id="rId171" Type="http://schemas.openxmlformats.org/officeDocument/2006/relationships/image" Target="../media/image134.png"/><Relationship Id="rId227" Type="http://schemas.openxmlformats.org/officeDocument/2006/relationships/image" Target="../media/image162.png"/><Relationship Id="rId269" Type="http://schemas.openxmlformats.org/officeDocument/2006/relationships/image" Target="../media/image183.png"/><Relationship Id="rId434" Type="http://schemas.openxmlformats.org/officeDocument/2006/relationships/customXml" Target="../ink/ink260.xml"/><Relationship Id="rId476" Type="http://schemas.openxmlformats.org/officeDocument/2006/relationships/customXml" Target="../ink/ink281.xml"/><Relationship Id="rId641" Type="http://schemas.openxmlformats.org/officeDocument/2006/relationships/image" Target="../media/image369.png"/><Relationship Id="rId683" Type="http://schemas.openxmlformats.org/officeDocument/2006/relationships/image" Target="../media/image390.png"/><Relationship Id="rId33" Type="http://schemas.openxmlformats.org/officeDocument/2006/relationships/image" Target="../media/image65.png"/><Relationship Id="rId129" Type="http://schemas.openxmlformats.org/officeDocument/2006/relationships/image" Target="../media/image113.png"/><Relationship Id="rId280" Type="http://schemas.openxmlformats.org/officeDocument/2006/relationships/customXml" Target="../ink/ink183.xml"/><Relationship Id="rId336" Type="http://schemas.openxmlformats.org/officeDocument/2006/relationships/customXml" Target="../ink/ink211.xml"/><Relationship Id="rId501" Type="http://schemas.openxmlformats.org/officeDocument/2006/relationships/image" Target="../media/image299.png"/><Relationship Id="rId543" Type="http://schemas.openxmlformats.org/officeDocument/2006/relationships/image" Target="../media/image320.png"/><Relationship Id="rId75" Type="http://schemas.openxmlformats.org/officeDocument/2006/relationships/image" Target="../media/image86.png"/><Relationship Id="rId140" Type="http://schemas.openxmlformats.org/officeDocument/2006/relationships/customXml" Target="../ink/ink113.xml"/><Relationship Id="rId182" Type="http://schemas.openxmlformats.org/officeDocument/2006/relationships/customXml" Target="../ink/ink134.xml"/><Relationship Id="rId378" Type="http://schemas.openxmlformats.org/officeDocument/2006/relationships/customXml" Target="../ink/ink232.xml"/><Relationship Id="rId403" Type="http://schemas.openxmlformats.org/officeDocument/2006/relationships/image" Target="../media/image250.png"/><Relationship Id="rId585" Type="http://schemas.openxmlformats.org/officeDocument/2006/relationships/image" Target="../media/image341.png"/><Relationship Id="rId6" Type="http://schemas.openxmlformats.org/officeDocument/2006/relationships/customXml" Target="../ink/ink46.xml"/><Relationship Id="rId238" Type="http://schemas.openxmlformats.org/officeDocument/2006/relationships/customXml" Target="../ink/ink162.xml"/><Relationship Id="rId445" Type="http://schemas.openxmlformats.org/officeDocument/2006/relationships/image" Target="../media/image271.png"/><Relationship Id="rId487" Type="http://schemas.openxmlformats.org/officeDocument/2006/relationships/image" Target="../media/image292.png"/><Relationship Id="rId610" Type="http://schemas.openxmlformats.org/officeDocument/2006/relationships/customXml" Target="../ink/ink348.xml"/><Relationship Id="rId652" Type="http://schemas.openxmlformats.org/officeDocument/2006/relationships/customXml" Target="../ink/ink369.xml"/><Relationship Id="rId694" Type="http://schemas.openxmlformats.org/officeDocument/2006/relationships/customXml" Target="../ink/ink390.xml"/><Relationship Id="rId708" Type="http://schemas.openxmlformats.org/officeDocument/2006/relationships/customXml" Target="../ink/ink397.xml"/><Relationship Id="rId291" Type="http://schemas.openxmlformats.org/officeDocument/2006/relationships/image" Target="../media/image194.png"/><Relationship Id="rId305" Type="http://schemas.openxmlformats.org/officeDocument/2006/relationships/image" Target="../media/image201.png"/><Relationship Id="rId347" Type="http://schemas.openxmlformats.org/officeDocument/2006/relationships/image" Target="../media/image222.png"/><Relationship Id="rId512" Type="http://schemas.openxmlformats.org/officeDocument/2006/relationships/customXml" Target="../ink/ink299.xml"/><Relationship Id="rId44" Type="http://schemas.openxmlformats.org/officeDocument/2006/relationships/customXml" Target="../ink/ink65.xml"/><Relationship Id="rId86" Type="http://schemas.openxmlformats.org/officeDocument/2006/relationships/customXml" Target="../ink/ink86.xml"/><Relationship Id="rId151" Type="http://schemas.openxmlformats.org/officeDocument/2006/relationships/image" Target="../media/image124.png"/><Relationship Id="rId389" Type="http://schemas.openxmlformats.org/officeDocument/2006/relationships/image" Target="../media/image243.png"/><Relationship Id="rId554" Type="http://schemas.openxmlformats.org/officeDocument/2006/relationships/customXml" Target="../ink/ink320.xml"/><Relationship Id="rId596" Type="http://schemas.openxmlformats.org/officeDocument/2006/relationships/customXml" Target="../ink/ink341.xml"/><Relationship Id="rId193" Type="http://schemas.openxmlformats.org/officeDocument/2006/relationships/image" Target="../media/image145.png"/><Relationship Id="rId207" Type="http://schemas.openxmlformats.org/officeDocument/2006/relationships/image" Target="../media/image152.png"/><Relationship Id="rId249" Type="http://schemas.openxmlformats.org/officeDocument/2006/relationships/image" Target="../media/image173.png"/><Relationship Id="rId414" Type="http://schemas.openxmlformats.org/officeDocument/2006/relationships/customXml" Target="../ink/ink250.xml"/><Relationship Id="rId456" Type="http://schemas.openxmlformats.org/officeDocument/2006/relationships/customXml" Target="../ink/ink271.xml"/><Relationship Id="rId498" Type="http://schemas.openxmlformats.org/officeDocument/2006/relationships/customXml" Target="../ink/ink292.xml"/><Relationship Id="rId621" Type="http://schemas.openxmlformats.org/officeDocument/2006/relationships/image" Target="../media/image359.png"/><Relationship Id="rId663" Type="http://schemas.openxmlformats.org/officeDocument/2006/relationships/image" Target="../media/image380.png"/><Relationship Id="rId13" Type="http://schemas.openxmlformats.org/officeDocument/2006/relationships/image" Target="../media/image55.png"/><Relationship Id="rId109" Type="http://schemas.openxmlformats.org/officeDocument/2006/relationships/image" Target="../media/image103.png"/><Relationship Id="rId260" Type="http://schemas.openxmlformats.org/officeDocument/2006/relationships/customXml" Target="../ink/ink173.xml"/><Relationship Id="rId316" Type="http://schemas.openxmlformats.org/officeDocument/2006/relationships/customXml" Target="../ink/ink201.xml"/><Relationship Id="rId523" Type="http://schemas.openxmlformats.org/officeDocument/2006/relationships/image" Target="../media/image310.png"/><Relationship Id="rId719" Type="http://schemas.openxmlformats.org/officeDocument/2006/relationships/image" Target="../media/image408.png"/><Relationship Id="rId55" Type="http://schemas.openxmlformats.org/officeDocument/2006/relationships/image" Target="../media/image76.png"/><Relationship Id="rId97" Type="http://schemas.openxmlformats.org/officeDocument/2006/relationships/image" Target="../media/image97.png"/><Relationship Id="rId120" Type="http://schemas.openxmlformats.org/officeDocument/2006/relationships/customXml" Target="../ink/ink103.xml"/><Relationship Id="rId358" Type="http://schemas.openxmlformats.org/officeDocument/2006/relationships/customXml" Target="../ink/ink222.xml"/><Relationship Id="rId565" Type="http://schemas.openxmlformats.org/officeDocument/2006/relationships/image" Target="../media/image331.png"/><Relationship Id="rId730" Type="http://schemas.openxmlformats.org/officeDocument/2006/relationships/customXml" Target="../ink/ink408.xml"/><Relationship Id="rId162" Type="http://schemas.openxmlformats.org/officeDocument/2006/relationships/customXml" Target="../ink/ink124.xml"/><Relationship Id="rId218" Type="http://schemas.openxmlformats.org/officeDocument/2006/relationships/customXml" Target="../ink/ink152.xml"/><Relationship Id="rId425" Type="http://schemas.openxmlformats.org/officeDocument/2006/relationships/image" Target="../media/image261.png"/><Relationship Id="rId467" Type="http://schemas.openxmlformats.org/officeDocument/2006/relationships/image" Target="../media/image282.png"/><Relationship Id="rId632" Type="http://schemas.openxmlformats.org/officeDocument/2006/relationships/customXml" Target="../ink/ink359.xml"/><Relationship Id="rId271" Type="http://schemas.openxmlformats.org/officeDocument/2006/relationships/image" Target="../media/image184.png"/><Relationship Id="rId674" Type="http://schemas.openxmlformats.org/officeDocument/2006/relationships/customXml" Target="../ink/ink380.xml"/><Relationship Id="rId24" Type="http://schemas.openxmlformats.org/officeDocument/2006/relationships/customXml" Target="../ink/ink55.xml"/><Relationship Id="rId66" Type="http://schemas.openxmlformats.org/officeDocument/2006/relationships/customXml" Target="../ink/ink76.xml"/><Relationship Id="rId131" Type="http://schemas.openxmlformats.org/officeDocument/2006/relationships/image" Target="../media/image114.png"/><Relationship Id="rId327" Type="http://schemas.openxmlformats.org/officeDocument/2006/relationships/image" Target="../media/image212.png"/><Relationship Id="rId369" Type="http://schemas.openxmlformats.org/officeDocument/2006/relationships/image" Target="../media/image233.png"/><Relationship Id="rId534" Type="http://schemas.openxmlformats.org/officeDocument/2006/relationships/customXml" Target="../ink/ink310.xml"/><Relationship Id="rId576" Type="http://schemas.openxmlformats.org/officeDocument/2006/relationships/customXml" Target="../ink/ink331.xml"/><Relationship Id="rId173" Type="http://schemas.openxmlformats.org/officeDocument/2006/relationships/image" Target="../media/image135.png"/><Relationship Id="rId229" Type="http://schemas.openxmlformats.org/officeDocument/2006/relationships/image" Target="../media/image163.png"/><Relationship Id="rId380" Type="http://schemas.openxmlformats.org/officeDocument/2006/relationships/customXml" Target="../ink/ink233.xml"/><Relationship Id="rId436" Type="http://schemas.openxmlformats.org/officeDocument/2006/relationships/customXml" Target="../ink/ink261.xml"/><Relationship Id="rId601" Type="http://schemas.openxmlformats.org/officeDocument/2006/relationships/image" Target="../media/image349.png"/><Relationship Id="rId643" Type="http://schemas.openxmlformats.org/officeDocument/2006/relationships/image" Target="../media/image370.png"/><Relationship Id="rId240" Type="http://schemas.openxmlformats.org/officeDocument/2006/relationships/customXml" Target="../ink/ink163.xml"/><Relationship Id="rId478" Type="http://schemas.openxmlformats.org/officeDocument/2006/relationships/customXml" Target="../ink/ink282.xml"/><Relationship Id="rId685" Type="http://schemas.openxmlformats.org/officeDocument/2006/relationships/image" Target="../media/image391.png"/><Relationship Id="rId35" Type="http://schemas.openxmlformats.org/officeDocument/2006/relationships/image" Target="../media/image66.png"/><Relationship Id="rId77" Type="http://schemas.openxmlformats.org/officeDocument/2006/relationships/image" Target="../media/image87.png"/><Relationship Id="rId100" Type="http://schemas.openxmlformats.org/officeDocument/2006/relationships/customXml" Target="../ink/ink93.xml"/><Relationship Id="rId282" Type="http://schemas.openxmlformats.org/officeDocument/2006/relationships/customXml" Target="../ink/ink184.xml"/><Relationship Id="rId338" Type="http://schemas.openxmlformats.org/officeDocument/2006/relationships/customXml" Target="../ink/ink212.xml"/><Relationship Id="rId503" Type="http://schemas.openxmlformats.org/officeDocument/2006/relationships/image" Target="../media/image300.png"/><Relationship Id="rId545" Type="http://schemas.openxmlformats.org/officeDocument/2006/relationships/image" Target="../media/image321.png"/><Relationship Id="rId587" Type="http://schemas.openxmlformats.org/officeDocument/2006/relationships/image" Target="../media/image342.png"/><Relationship Id="rId710" Type="http://schemas.openxmlformats.org/officeDocument/2006/relationships/customXml" Target="../ink/ink398.xml"/><Relationship Id="rId8" Type="http://schemas.openxmlformats.org/officeDocument/2006/relationships/customXml" Target="../ink/ink47.xml"/><Relationship Id="rId142" Type="http://schemas.openxmlformats.org/officeDocument/2006/relationships/customXml" Target="../ink/ink114.xml"/><Relationship Id="rId184" Type="http://schemas.openxmlformats.org/officeDocument/2006/relationships/customXml" Target="../ink/ink135.xml"/><Relationship Id="rId391" Type="http://schemas.openxmlformats.org/officeDocument/2006/relationships/image" Target="../media/image244.png"/><Relationship Id="rId405" Type="http://schemas.openxmlformats.org/officeDocument/2006/relationships/image" Target="../media/image251.png"/><Relationship Id="rId447" Type="http://schemas.openxmlformats.org/officeDocument/2006/relationships/image" Target="../media/image272.png"/><Relationship Id="rId612" Type="http://schemas.openxmlformats.org/officeDocument/2006/relationships/customXml" Target="../ink/ink349.xml"/><Relationship Id="rId251" Type="http://schemas.openxmlformats.org/officeDocument/2006/relationships/image" Target="../media/image174.png"/><Relationship Id="rId489" Type="http://schemas.openxmlformats.org/officeDocument/2006/relationships/image" Target="../media/image293.png"/><Relationship Id="rId654" Type="http://schemas.openxmlformats.org/officeDocument/2006/relationships/customXml" Target="../ink/ink370.xml"/><Relationship Id="rId696" Type="http://schemas.openxmlformats.org/officeDocument/2006/relationships/customXml" Target="../ink/ink391.xml"/><Relationship Id="rId46" Type="http://schemas.openxmlformats.org/officeDocument/2006/relationships/customXml" Target="../ink/ink66.xml"/><Relationship Id="rId293" Type="http://schemas.openxmlformats.org/officeDocument/2006/relationships/image" Target="../media/image195.png"/><Relationship Id="rId307" Type="http://schemas.openxmlformats.org/officeDocument/2006/relationships/image" Target="../media/image202.png"/><Relationship Id="rId349" Type="http://schemas.openxmlformats.org/officeDocument/2006/relationships/image" Target="../media/image223.png"/><Relationship Id="rId514" Type="http://schemas.openxmlformats.org/officeDocument/2006/relationships/customXml" Target="../ink/ink300.xml"/><Relationship Id="rId556" Type="http://schemas.openxmlformats.org/officeDocument/2006/relationships/customXml" Target="../ink/ink321.xml"/><Relationship Id="rId721" Type="http://schemas.openxmlformats.org/officeDocument/2006/relationships/image" Target="../media/image409.png"/><Relationship Id="rId88" Type="http://schemas.openxmlformats.org/officeDocument/2006/relationships/customXml" Target="../ink/ink87.xml"/><Relationship Id="rId111" Type="http://schemas.openxmlformats.org/officeDocument/2006/relationships/image" Target="../media/image104.png"/><Relationship Id="rId153" Type="http://schemas.openxmlformats.org/officeDocument/2006/relationships/image" Target="../media/image125.png"/><Relationship Id="rId195" Type="http://schemas.openxmlformats.org/officeDocument/2006/relationships/image" Target="../media/image146.png"/><Relationship Id="rId209" Type="http://schemas.openxmlformats.org/officeDocument/2006/relationships/image" Target="../media/image153.png"/><Relationship Id="rId360" Type="http://schemas.openxmlformats.org/officeDocument/2006/relationships/customXml" Target="../ink/ink223.xml"/><Relationship Id="rId416" Type="http://schemas.openxmlformats.org/officeDocument/2006/relationships/customXml" Target="../ink/ink251.xml"/><Relationship Id="rId598" Type="http://schemas.openxmlformats.org/officeDocument/2006/relationships/customXml" Target="../ink/ink342.xml"/><Relationship Id="rId220" Type="http://schemas.openxmlformats.org/officeDocument/2006/relationships/customXml" Target="../ink/ink153.xml"/><Relationship Id="rId458" Type="http://schemas.openxmlformats.org/officeDocument/2006/relationships/customXml" Target="../ink/ink272.xml"/><Relationship Id="rId623" Type="http://schemas.openxmlformats.org/officeDocument/2006/relationships/image" Target="../media/image360.png"/><Relationship Id="rId665" Type="http://schemas.openxmlformats.org/officeDocument/2006/relationships/image" Target="../media/image381.png"/><Relationship Id="rId15" Type="http://schemas.openxmlformats.org/officeDocument/2006/relationships/image" Target="../media/image56.png"/><Relationship Id="rId57" Type="http://schemas.openxmlformats.org/officeDocument/2006/relationships/image" Target="../media/image77.png"/><Relationship Id="rId262" Type="http://schemas.openxmlformats.org/officeDocument/2006/relationships/customXml" Target="../ink/ink174.xml"/><Relationship Id="rId318" Type="http://schemas.openxmlformats.org/officeDocument/2006/relationships/customXml" Target="../ink/ink202.xml"/><Relationship Id="rId525" Type="http://schemas.openxmlformats.org/officeDocument/2006/relationships/image" Target="../media/image311.png"/><Relationship Id="rId567" Type="http://schemas.openxmlformats.org/officeDocument/2006/relationships/image" Target="../media/image332.png"/><Relationship Id="rId99" Type="http://schemas.openxmlformats.org/officeDocument/2006/relationships/image" Target="../media/image98.png"/><Relationship Id="rId122" Type="http://schemas.openxmlformats.org/officeDocument/2006/relationships/customXml" Target="../ink/ink104.xml"/><Relationship Id="rId164" Type="http://schemas.openxmlformats.org/officeDocument/2006/relationships/customXml" Target="../ink/ink125.xml"/><Relationship Id="rId371" Type="http://schemas.openxmlformats.org/officeDocument/2006/relationships/image" Target="../media/image234.png"/><Relationship Id="rId427" Type="http://schemas.openxmlformats.org/officeDocument/2006/relationships/image" Target="../media/image262.png"/><Relationship Id="rId469" Type="http://schemas.openxmlformats.org/officeDocument/2006/relationships/image" Target="../media/image283.png"/><Relationship Id="rId634" Type="http://schemas.openxmlformats.org/officeDocument/2006/relationships/customXml" Target="../ink/ink360.xml"/><Relationship Id="rId676" Type="http://schemas.openxmlformats.org/officeDocument/2006/relationships/customXml" Target="../ink/ink381.xml"/><Relationship Id="rId26" Type="http://schemas.openxmlformats.org/officeDocument/2006/relationships/customXml" Target="../ink/ink56.xml"/><Relationship Id="rId231" Type="http://schemas.openxmlformats.org/officeDocument/2006/relationships/image" Target="../media/image164.png"/><Relationship Id="rId273" Type="http://schemas.openxmlformats.org/officeDocument/2006/relationships/image" Target="../media/image185.png"/><Relationship Id="rId329" Type="http://schemas.openxmlformats.org/officeDocument/2006/relationships/image" Target="../media/image213.png"/><Relationship Id="rId480" Type="http://schemas.openxmlformats.org/officeDocument/2006/relationships/customXml" Target="../ink/ink283.xml"/><Relationship Id="rId536" Type="http://schemas.openxmlformats.org/officeDocument/2006/relationships/customXml" Target="../ink/ink311.xml"/><Relationship Id="rId701" Type="http://schemas.openxmlformats.org/officeDocument/2006/relationships/image" Target="../media/image399.png"/><Relationship Id="rId68" Type="http://schemas.openxmlformats.org/officeDocument/2006/relationships/customXml" Target="../ink/ink77.xml"/><Relationship Id="rId133" Type="http://schemas.openxmlformats.org/officeDocument/2006/relationships/image" Target="../media/image115.png"/><Relationship Id="rId175" Type="http://schemas.openxmlformats.org/officeDocument/2006/relationships/image" Target="../media/image136.png"/><Relationship Id="rId340" Type="http://schemas.openxmlformats.org/officeDocument/2006/relationships/customXml" Target="../ink/ink213.xml"/><Relationship Id="rId578" Type="http://schemas.openxmlformats.org/officeDocument/2006/relationships/customXml" Target="../ink/ink332.xml"/><Relationship Id="rId200" Type="http://schemas.openxmlformats.org/officeDocument/2006/relationships/customXml" Target="../ink/ink143.xml"/><Relationship Id="rId382" Type="http://schemas.openxmlformats.org/officeDocument/2006/relationships/customXml" Target="../ink/ink234.xml"/><Relationship Id="rId438" Type="http://schemas.openxmlformats.org/officeDocument/2006/relationships/customXml" Target="../ink/ink262.xml"/><Relationship Id="rId603" Type="http://schemas.openxmlformats.org/officeDocument/2006/relationships/image" Target="../media/image350.png"/><Relationship Id="rId645" Type="http://schemas.openxmlformats.org/officeDocument/2006/relationships/image" Target="../media/image371.png"/><Relationship Id="rId687" Type="http://schemas.openxmlformats.org/officeDocument/2006/relationships/image" Target="../media/image392.png"/><Relationship Id="rId242" Type="http://schemas.openxmlformats.org/officeDocument/2006/relationships/customXml" Target="../ink/ink164.xml"/><Relationship Id="rId284" Type="http://schemas.openxmlformats.org/officeDocument/2006/relationships/customXml" Target="../ink/ink185.xml"/><Relationship Id="rId491" Type="http://schemas.openxmlformats.org/officeDocument/2006/relationships/image" Target="../media/image294.png"/><Relationship Id="rId505" Type="http://schemas.openxmlformats.org/officeDocument/2006/relationships/image" Target="../media/image301.png"/><Relationship Id="rId712" Type="http://schemas.openxmlformats.org/officeDocument/2006/relationships/customXml" Target="../ink/ink399.xml"/><Relationship Id="rId37" Type="http://schemas.openxmlformats.org/officeDocument/2006/relationships/image" Target="../media/image67.png"/><Relationship Id="rId79" Type="http://schemas.openxmlformats.org/officeDocument/2006/relationships/image" Target="../media/image88.png"/><Relationship Id="rId102" Type="http://schemas.openxmlformats.org/officeDocument/2006/relationships/customXml" Target="../ink/ink94.xml"/><Relationship Id="rId144" Type="http://schemas.openxmlformats.org/officeDocument/2006/relationships/customXml" Target="../ink/ink115.xml"/><Relationship Id="rId547" Type="http://schemas.openxmlformats.org/officeDocument/2006/relationships/image" Target="../media/image322.png"/><Relationship Id="rId589" Type="http://schemas.openxmlformats.org/officeDocument/2006/relationships/image" Target="../media/image343.png"/><Relationship Id="rId90" Type="http://schemas.openxmlformats.org/officeDocument/2006/relationships/customXml" Target="../ink/ink88.xml"/><Relationship Id="rId186" Type="http://schemas.openxmlformats.org/officeDocument/2006/relationships/customXml" Target="../ink/ink136.xml"/><Relationship Id="rId351" Type="http://schemas.openxmlformats.org/officeDocument/2006/relationships/image" Target="../media/image224.png"/><Relationship Id="rId393" Type="http://schemas.openxmlformats.org/officeDocument/2006/relationships/image" Target="../media/image245.png"/><Relationship Id="rId407" Type="http://schemas.openxmlformats.org/officeDocument/2006/relationships/image" Target="../media/image252.png"/><Relationship Id="rId449" Type="http://schemas.openxmlformats.org/officeDocument/2006/relationships/image" Target="../media/image273.png"/><Relationship Id="rId614" Type="http://schemas.openxmlformats.org/officeDocument/2006/relationships/customXml" Target="../ink/ink350.xml"/><Relationship Id="rId656" Type="http://schemas.openxmlformats.org/officeDocument/2006/relationships/customXml" Target="../ink/ink371.xml"/><Relationship Id="rId211" Type="http://schemas.openxmlformats.org/officeDocument/2006/relationships/image" Target="../media/image154.png"/><Relationship Id="rId253" Type="http://schemas.openxmlformats.org/officeDocument/2006/relationships/image" Target="../media/image175.png"/><Relationship Id="rId295" Type="http://schemas.openxmlformats.org/officeDocument/2006/relationships/image" Target="../media/image196.png"/><Relationship Id="rId309" Type="http://schemas.openxmlformats.org/officeDocument/2006/relationships/image" Target="../media/image203.png"/><Relationship Id="rId460" Type="http://schemas.openxmlformats.org/officeDocument/2006/relationships/customXml" Target="../ink/ink273.xml"/><Relationship Id="rId516" Type="http://schemas.openxmlformats.org/officeDocument/2006/relationships/customXml" Target="../ink/ink301.xml"/><Relationship Id="rId698" Type="http://schemas.openxmlformats.org/officeDocument/2006/relationships/customXml" Target="../ink/ink392.xml"/><Relationship Id="rId48" Type="http://schemas.openxmlformats.org/officeDocument/2006/relationships/customXml" Target="../ink/ink67.xml"/><Relationship Id="rId113" Type="http://schemas.openxmlformats.org/officeDocument/2006/relationships/image" Target="../media/image105.png"/><Relationship Id="rId320" Type="http://schemas.openxmlformats.org/officeDocument/2006/relationships/customXml" Target="../ink/ink203.xml"/><Relationship Id="rId558" Type="http://schemas.openxmlformats.org/officeDocument/2006/relationships/customXml" Target="../ink/ink322.xml"/><Relationship Id="rId723" Type="http://schemas.openxmlformats.org/officeDocument/2006/relationships/image" Target="../media/image410.png"/><Relationship Id="rId155" Type="http://schemas.openxmlformats.org/officeDocument/2006/relationships/image" Target="../media/image126.png"/><Relationship Id="rId197" Type="http://schemas.openxmlformats.org/officeDocument/2006/relationships/image" Target="../media/image147.png"/><Relationship Id="rId362" Type="http://schemas.openxmlformats.org/officeDocument/2006/relationships/customXml" Target="../ink/ink224.xml"/><Relationship Id="rId418" Type="http://schemas.openxmlformats.org/officeDocument/2006/relationships/customXml" Target="../ink/ink252.xml"/><Relationship Id="rId625" Type="http://schemas.openxmlformats.org/officeDocument/2006/relationships/image" Target="../media/image361.png"/><Relationship Id="rId222" Type="http://schemas.openxmlformats.org/officeDocument/2006/relationships/customXml" Target="../ink/ink154.xml"/><Relationship Id="rId264" Type="http://schemas.openxmlformats.org/officeDocument/2006/relationships/customXml" Target="../ink/ink175.xml"/><Relationship Id="rId471" Type="http://schemas.openxmlformats.org/officeDocument/2006/relationships/image" Target="../media/image284.png"/><Relationship Id="rId667" Type="http://schemas.openxmlformats.org/officeDocument/2006/relationships/image" Target="../media/image382.png"/><Relationship Id="rId17" Type="http://schemas.openxmlformats.org/officeDocument/2006/relationships/image" Target="../media/image57.png"/><Relationship Id="rId59" Type="http://schemas.openxmlformats.org/officeDocument/2006/relationships/image" Target="../media/image78.png"/><Relationship Id="rId124" Type="http://schemas.openxmlformats.org/officeDocument/2006/relationships/customXml" Target="../ink/ink105.xml"/><Relationship Id="rId527" Type="http://schemas.openxmlformats.org/officeDocument/2006/relationships/image" Target="../media/image312.png"/><Relationship Id="rId569" Type="http://schemas.openxmlformats.org/officeDocument/2006/relationships/image" Target="../media/image333.png"/><Relationship Id="rId70" Type="http://schemas.openxmlformats.org/officeDocument/2006/relationships/customXml" Target="../ink/ink78.xml"/><Relationship Id="rId166" Type="http://schemas.openxmlformats.org/officeDocument/2006/relationships/customXml" Target="../ink/ink126.xml"/><Relationship Id="rId331" Type="http://schemas.openxmlformats.org/officeDocument/2006/relationships/image" Target="../media/image214.png"/><Relationship Id="rId373" Type="http://schemas.openxmlformats.org/officeDocument/2006/relationships/image" Target="../media/image235.png"/><Relationship Id="rId429" Type="http://schemas.openxmlformats.org/officeDocument/2006/relationships/image" Target="../media/image263.png"/><Relationship Id="rId580" Type="http://schemas.openxmlformats.org/officeDocument/2006/relationships/customXml" Target="../ink/ink333.xml"/><Relationship Id="rId636" Type="http://schemas.openxmlformats.org/officeDocument/2006/relationships/customXml" Target="../ink/ink361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65.png"/><Relationship Id="rId440" Type="http://schemas.openxmlformats.org/officeDocument/2006/relationships/customXml" Target="../ink/ink263.xml"/><Relationship Id="rId678" Type="http://schemas.openxmlformats.org/officeDocument/2006/relationships/customXml" Target="../ink/ink382.xml"/><Relationship Id="rId28" Type="http://schemas.openxmlformats.org/officeDocument/2006/relationships/customXml" Target="../ink/ink57.xml"/><Relationship Id="rId275" Type="http://schemas.openxmlformats.org/officeDocument/2006/relationships/image" Target="../media/image186.png"/><Relationship Id="rId300" Type="http://schemas.openxmlformats.org/officeDocument/2006/relationships/customXml" Target="../ink/ink193.xml"/><Relationship Id="rId482" Type="http://schemas.openxmlformats.org/officeDocument/2006/relationships/customXml" Target="../ink/ink284.xml"/><Relationship Id="rId538" Type="http://schemas.openxmlformats.org/officeDocument/2006/relationships/customXml" Target="../ink/ink312.xml"/><Relationship Id="rId703" Type="http://schemas.openxmlformats.org/officeDocument/2006/relationships/image" Target="../media/image400.png"/><Relationship Id="rId81" Type="http://schemas.openxmlformats.org/officeDocument/2006/relationships/image" Target="../media/image89.png"/><Relationship Id="rId135" Type="http://schemas.openxmlformats.org/officeDocument/2006/relationships/image" Target="../media/image116.png"/><Relationship Id="rId177" Type="http://schemas.openxmlformats.org/officeDocument/2006/relationships/image" Target="../media/image137.png"/><Relationship Id="rId342" Type="http://schemas.openxmlformats.org/officeDocument/2006/relationships/customXml" Target="../ink/ink214.xml"/><Relationship Id="rId384" Type="http://schemas.openxmlformats.org/officeDocument/2006/relationships/customXml" Target="../ink/ink235.xml"/><Relationship Id="rId591" Type="http://schemas.openxmlformats.org/officeDocument/2006/relationships/image" Target="../media/image344.png"/><Relationship Id="rId605" Type="http://schemas.openxmlformats.org/officeDocument/2006/relationships/image" Target="../media/image351.png"/><Relationship Id="rId202" Type="http://schemas.openxmlformats.org/officeDocument/2006/relationships/customXml" Target="../ink/ink144.xml"/><Relationship Id="rId244" Type="http://schemas.openxmlformats.org/officeDocument/2006/relationships/customXml" Target="../ink/ink165.xml"/><Relationship Id="rId647" Type="http://schemas.openxmlformats.org/officeDocument/2006/relationships/image" Target="../media/image372.png"/><Relationship Id="rId689" Type="http://schemas.openxmlformats.org/officeDocument/2006/relationships/image" Target="../media/image393.png"/><Relationship Id="rId39" Type="http://schemas.openxmlformats.org/officeDocument/2006/relationships/image" Target="../media/image68.png"/><Relationship Id="rId286" Type="http://schemas.openxmlformats.org/officeDocument/2006/relationships/customXml" Target="../ink/ink186.xml"/><Relationship Id="rId451" Type="http://schemas.openxmlformats.org/officeDocument/2006/relationships/image" Target="../media/image274.png"/><Relationship Id="rId493" Type="http://schemas.openxmlformats.org/officeDocument/2006/relationships/image" Target="../media/image295.png"/><Relationship Id="rId507" Type="http://schemas.openxmlformats.org/officeDocument/2006/relationships/image" Target="../media/image302.png"/><Relationship Id="rId549" Type="http://schemas.openxmlformats.org/officeDocument/2006/relationships/image" Target="../media/image323.png"/><Relationship Id="rId714" Type="http://schemas.openxmlformats.org/officeDocument/2006/relationships/customXml" Target="../ink/ink400.xml"/><Relationship Id="rId50" Type="http://schemas.openxmlformats.org/officeDocument/2006/relationships/customXml" Target="../ink/ink68.xml"/><Relationship Id="rId104" Type="http://schemas.openxmlformats.org/officeDocument/2006/relationships/customXml" Target="../ink/ink95.xml"/><Relationship Id="rId146" Type="http://schemas.openxmlformats.org/officeDocument/2006/relationships/customXml" Target="../ink/ink116.xml"/><Relationship Id="rId188" Type="http://schemas.openxmlformats.org/officeDocument/2006/relationships/customXml" Target="../ink/ink137.xml"/><Relationship Id="rId311" Type="http://schemas.openxmlformats.org/officeDocument/2006/relationships/image" Target="../media/image204.png"/><Relationship Id="rId353" Type="http://schemas.openxmlformats.org/officeDocument/2006/relationships/image" Target="../media/image225.png"/><Relationship Id="rId395" Type="http://schemas.openxmlformats.org/officeDocument/2006/relationships/image" Target="../media/image246.png"/><Relationship Id="rId409" Type="http://schemas.openxmlformats.org/officeDocument/2006/relationships/image" Target="../media/image253.png"/><Relationship Id="rId560" Type="http://schemas.openxmlformats.org/officeDocument/2006/relationships/customXml" Target="../ink/ink323.xml"/><Relationship Id="rId92" Type="http://schemas.openxmlformats.org/officeDocument/2006/relationships/customXml" Target="../ink/ink89.xml"/><Relationship Id="rId213" Type="http://schemas.openxmlformats.org/officeDocument/2006/relationships/image" Target="../media/image155.png"/><Relationship Id="rId420" Type="http://schemas.openxmlformats.org/officeDocument/2006/relationships/customXml" Target="../ink/ink253.xml"/><Relationship Id="rId616" Type="http://schemas.openxmlformats.org/officeDocument/2006/relationships/customXml" Target="../ink/ink351.xml"/><Relationship Id="rId658" Type="http://schemas.openxmlformats.org/officeDocument/2006/relationships/customXml" Target="../ink/ink372.xml"/><Relationship Id="rId255" Type="http://schemas.openxmlformats.org/officeDocument/2006/relationships/image" Target="../media/image176.png"/><Relationship Id="rId297" Type="http://schemas.openxmlformats.org/officeDocument/2006/relationships/image" Target="../media/image197.png"/><Relationship Id="rId462" Type="http://schemas.openxmlformats.org/officeDocument/2006/relationships/customXml" Target="../ink/ink274.xml"/><Relationship Id="rId518" Type="http://schemas.openxmlformats.org/officeDocument/2006/relationships/customXml" Target="../ink/ink302.xml"/><Relationship Id="rId725" Type="http://schemas.openxmlformats.org/officeDocument/2006/relationships/image" Target="../media/image411.png"/><Relationship Id="rId115" Type="http://schemas.openxmlformats.org/officeDocument/2006/relationships/image" Target="../media/image106.png"/><Relationship Id="rId157" Type="http://schemas.openxmlformats.org/officeDocument/2006/relationships/image" Target="../media/image127.png"/><Relationship Id="rId322" Type="http://schemas.openxmlformats.org/officeDocument/2006/relationships/customXml" Target="../ink/ink204.xml"/><Relationship Id="rId364" Type="http://schemas.openxmlformats.org/officeDocument/2006/relationships/customXml" Target="../ink/ink225.xml"/><Relationship Id="rId61" Type="http://schemas.openxmlformats.org/officeDocument/2006/relationships/image" Target="../media/image79.png"/><Relationship Id="rId199" Type="http://schemas.openxmlformats.org/officeDocument/2006/relationships/image" Target="../media/image148.png"/><Relationship Id="rId571" Type="http://schemas.openxmlformats.org/officeDocument/2006/relationships/image" Target="../media/image334.png"/><Relationship Id="rId627" Type="http://schemas.openxmlformats.org/officeDocument/2006/relationships/image" Target="../media/image362.png"/><Relationship Id="rId669" Type="http://schemas.openxmlformats.org/officeDocument/2006/relationships/image" Target="../media/image383.png"/><Relationship Id="rId19" Type="http://schemas.openxmlformats.org/officeDocument/2006/relationships/image" Target="../media/image58.png"/><Relationship Id="rId224" Type="http://schemas.openxmlformats.org/officeDocument/2006/relationships/customXml" Target="../ink/ink155.xml"/><Relationship Id="rId266" Type="http://schemas.openxmlformats.org/officeDocument/2006/relationships/customXml" Target="../ink/ink176.xml"/><Relationship Id="rId431" Type="http://schemas.openxmlformats.org/officeDocument/2006/relationships/image" Target="../media/image264.png"/><Relationship Id="rId473" Type="http://schemas.openxmlformats.org/officeDocument/2006/relationships/image" Target="../media/image285.png"/><Relationship Id="rId529" Type="http://schemas.openxmlformats.org/officeDocument/2006/relationships/image" Target="../media/image313.png"/><Relationship Id="rId680" Type="http://schemas.openxmlformats.org/officeDocument/2006/relationships/customXml" Target="../ink/ink383.xml"/><Relationship Id="rId30" Type="http://schemas.openxmlformats.org/officeDocument/2006/relationships/customXml" Target="../ink/ink58.xml"/><Relationship Id="rId126" Type="http://schemas.openxmlformats.org/officeDocument/2006/relationships/customXml" Target="../ink/ink106.xml"/><Relationship Id="rId168" Type="http://schemas.openxmlformats.org/officeDocument/2006/relationships/customXml" Target="../ink/ink127.xml"/><Relationship Id="rId333" Type="http://schemas.openxmlformats.org/officeDocument/2006/relationships/image" Target="../media/image215.png"/><Relationship Id="rId540" Type="http://schemas.openxmlformats.org/officeDocument/2006/relationships/customXml" Target="../ink/ink313.xml"/><Relationship Id="rId72" Type="http://schemas.openxmlformats.org/officeDocument/2006/relationships/customXml" Target="../ink/ink79.xml"/><Relationship Id="rId375" Type="http://schemas.openxmlformats.org/officeDocument/2006/relationships/image" Target="../media/image236.png"/><Relationship Id="rId582" Type="http://schemas.openxmlformats.org/officeDocument/2006/relationships/customXml" Target="../ink/ink334.xml"/><Relationship Id="rId638" Type="http://schemas.openxmlformats.org/officeDocument/2006/relationships/customXml" Target="../ink/ink362.xml"/><Relationship Id="rId3" Type="http://schemas.openxmlformats.org/officeDocument/2006/relationships/image" Target="../media/image50.png"/><Relationship Id="rId235" Type="http://schemas.openxmlformats.org/officeDocument/2006/relationships/image" Target="../media/image166.png"/><Relationship Id="rId277" Type="http://schemas.openxmlformats.org/officeDocument/2006/relationships/image" Target="../media/image187.png"/><Relationship Id="rId400" Type="http://schemas.openxmlformats.org/officeDocument/2006/relationships/customXml" Target="../ink/ink243.xml"/><Relationship Id="rId442" Type="http://schemas.openxmlformats.org/officeDocument/2006/relationships/customXml" Target="../ink/ink264.xml"/><Relationship Id="rId484" Type="http://schemas.openxmlformats.org/officeDocument/2006/relationships/customXml" Target="../ink/ink285.xml"/><Relationship Id="rId705" Type="http://schemas.openxmlformats.org/officeDocument/2006/relationships/image" Target="../media/image401.png"/><Relationship Id="rId137" Type="http://schemas.openxmlformats.org/officeDocument/2006/relationships/image" Target="../media/image117.png"/><Relationship Id="rId302" Type="http://schemas.openxmlformats.org/officeDocument/2006/relationships/customXml" Target="../ink/ink194.xml"/><Relationship Id="rId344" Type="http://schemas.openxmlformats.org/officeDocument/2006/relationships/customXml" Target="../ink/ink215.xml"/><Relationship Id="rId691" Type="http://schemas.openxmlformats.org/officeDocument/2006/relationships/image" Target="../media/image394.png"/><Relationship Id="rId41" Type="http://schemas.openxmlformats.org/officeDocument/2006/relationships/image" Target="../media/image69.png"/><Relationship Id="rId83" Type="http://schemas.openxmlformats.org/officeDocument/2006/relationships/image" Target="../media/image90.png"/><Relationship Id="rId179" Type="http://schemas.openxmlformats.org/officeDocument/2006/relationships/image" Target="../media/image138.png"/><Relationship Id="rId386" Type="http://schemas.openxmlformats.org/officeDocument/2006/relationships/customXml" Target="../ink/ink236.xml"/><Relationship Id="rId551" Type="http://schemas.openxmlformats.org/officeDocument/2006/relationships/image" Target="../media/image324.png"/><Relationship Id="rId593" Type="http://schemas.openxmlformats.org/officeDocument/2006/relationships/image" Target="../media/image345.png"/><Relationship Id="rId607" Type="http://schemas.openxmlformats.org/officeDocument/2006/relationships/image" Target="../media/image352.png"/><Relationship Id="rId649" Type="http://schemas.openxmlformats.org/officeDocument/2006/relationships/image" Target="../media/image373.png"/><Relationship Id="rId190" Type="http://schemas.openxmlformats.org/officeDocument/2006/relationships/customXml" Target="../ink/ink138.xml"/><Relationship Id="rId204" Type="http://schemas.openxmlformats.org/officeDocument/2006/relationships/customXml" Target="../ink/ink145.xml"/><Relationship Id="rId246" Type="http://schemas.openxmlformats.org/officeDocument/2006/relationships/customXml" Target="../ink/ink166.xml"/><Relationship Id="rId288" Type="http://schemas.openxmlformats.org/officeDocument/2006/relationships/customXml" Target="../ink/ink187.xml"/><Relationship Id="rId411" Type="http://schemas.openxmlformats.org/officeDocument/2006/relationships/image" Target="../media/image254.png"/><Relationship Id="rId453" Type="http://schemas.openxmlformats.org/officeDocument/2006/relationships/image" Target="../media/image275.png"/><Relationship Id="rId509" Type="http://schemas.openxmlformats.org/officeDocument/2006/relationships/image" Target="../media/image303.png"/><Relationship Id="rId660" Type="http://schemas.openxmlformats.org/officeDocument/2006/relationships/customXml" Target="../ink/ink373.xml"/><Relationship Id="rId106" Type="http://schemas.openxmlformats.org/officeDocument/2006/relationships/customXml" Target="../ink/ink96.xml"/><Relationship Id="rId313" Type="http://schemas.openxmlformats.org/officeDocument/2006/relationships/image" Target="../media/image205.png"/><Relationship Id="rId495" Type="http://schemas.openxmlformats.org/officeDocument/2006/relationships/image" Target="../media/image296.png"/><Relationship Id="rId716" Type="http://schemas.openxmlformats.org/officeDocument/2006/relationships/customXml" Target="../ink/ink401.xml"/><Relationship Id="rId10" Type="http://schemas.openxmlformats.org/officeDocument/2006/relationships/customXml" Target="../ink/ink48.xml"/><Relationship Id="rId52" Type="http://schemas.openxmlformats.org/officeDocument/2006/relationships/customXml" Target="../ink/ink69.xml"/><Relationship Id="rId94" Type="http://schemas.openxmlformats.org/officeDocument/2006/relationships/customXml" Target="../ink/ink90.xml"/><Relationship Id="rId148" Type="http://schemas.openxmlformats.org/officeDocument/2006/relationships/customXml" Target="../ink/ink117.xml"/><Relationship Id="rId355" Type="http://schemas.openxmlformats.org/officeDocument/2006/relationships/image" Target="../media/image226.png"/><Relationship Id="rId397" Type="http://schemas.openxmlformats.org/officeDocument/2006/relationships/image" Target="../media/image247.png"/><Relationship Id="rId520" Type="http://schemas.openxmlformats.org/officeDocument/2006/relationships/customXml" Target="../ink/ink303.xml"/><Relationship Id="rId562" Type="http://schemas.openxmlformats.org/officeDocument/2006/relationships/customXml" Target="../ink/ink324.xml"/><Relationship Id="rId618" Type="http://schemas.openxmlformats.org/officeDocument/2006/relationships/customXml" Target="../ink/ink352.xml"/><Relationship Id="rId215" Type="http://schemas.openxmlformats.org/officeDocument/2006/relationships/image" Target="../media/image156.png"/><Relationship Id="rId257" Type="http://schemas.openxmlformats.org/officeDocument/2006/relationships/image" Target="../media/image177.png"/><Relationship Id="rId422" Type="http://schemas.openxmlformats.org/officeDocument/2006/relationships/customXml" Target="../ink/ink254.xml"/><Relationship Id="rId464" Type="http://schemas.openxmlformats.org/officeDocument/2006/relationships/customXml" Target="../ink/ink275.xml"/><Relationship Id="rId299" Type="http://schemas.openxmlformats.org/officeDocument/2006/relationships/image" Target="../media/image198.png"/><Relationship Id="rId727" Type="http://schemas.openxmlformats.org/officeDocument/2006/relationships/image" Target="../media/image412.png"/><Relationship Id="rId63" Type="http://schemas.openxmlformats.org/officeDocument/2006/relationships/image" Target="../media/image80.png"/><Relationship Id="rId159" Type="http://schemas.openxmlformats.org/officeDocument/2006/relationships/image" Target="../media/image128.png"/><Relationship Id="rId366" Type="http://schemas.openxmlformats.org/officeDocument/2006/relationships/customXml" Target="../ink/ink226.xml"/><Relationship Id="rId573" Type="http://schemas.openxmlformats.org/officeDocument/2006/relationships/image" Target="../media/image335.png"/><Relationship Id="rId226" Type="http://schemas.openxmlformats.org/officeDocument/2006/relationships/customXml" Target="../ink/ink156.xml"/><Relationship Id="rId433" Type="http://schemas.openxmlformats.org/officeDocument/2006/relationships/image" Target="../media/image265.png"/><Relationship Id="rId640" Type="http://schemas.openxmlformats.org/officeDocument/2006/relationships/customXml" Target="../ink/ink363.xml"/><Relationship Id="rId74" Type="http://schemas.openxmlformats.org/officeDocument/2006/relationships/customXml" Target="../ink/ink80.xml"/><Relationship Id="rId377" Type="http://schemas.openxmlformats.org/officeDocument/2006/relationships/image" Target="../media/image237.png"/><Relationship Id="rId500" Type="http://schemas.openxmlformats.org/officeDocument/2006/relationships/customXml" Target="../ink/ink293.xml"/><Relationship Id="rId584" Type="http://schemas.openxmlformats.org/officeDocument/2006/relationships/customXml" Target="../ink/ink335.xml"/><Relationship Id="rId5" Type="http://schemas.openxmlformats.org/officeDocument/2006/relationships/image" Target="../media/image51.png"/><Relationship Id="rId237" Type="http://schemas.openxmlformats.org/officeDocument/2006/relationships/image" Target="../media/image167.png"/><Relationship Id="rId444" Type="http://schemas.openxmlformats.org/officeDocument/2006/relationships/customXml" Target="../ink/ink265.xml"/><Relationship Id="rId651" Type="http://schemas.openxmlformats.org/officeDocument/2006/relationships/image" Target="../media/image374.png"/><Relationship Id="rId290" Type="http://schemas.openxmlformats.org/officeDocument/2006/relationships/customXml" Target="../ink/ink188.xml"/><Relationship Id="rId304" Type="http://schemas.openxmlformats.org/officeDocument/2006/relationships/customXml" Target="../ink/ink195.xml"/><Relationship Id="rId388" Type="http://schemas.openxmlformats.org/officeDocument/2006/relationships/customXml" Target="../ink/ink237.xml"/><Relationship Id="rId511" Type="http://schemas.openxmlformats.org/officeDocument/2006/relationships/image" Target="../media/image304.png"/><Relationship Id="rId609" Type="http://schemas.openxmlformats.org/officeDocument/2006/relationships/image" Target="../media/image353.png"/><Relationship Id="rId85" Type="http://schemas.openxmlformats.org/officeDocument/2006/relationships/image" Target="../media/image91.png"/><Relationship Id="rId150" Type="http://schemas.openxmlformats.org/officeDocument/2006/relationships/customXml" Target="../ink/ink118.xml"/><Relationship Id="rId595" Type="http://schemas.openxmlformats.org/officeDocument/2006/relationships/image" Target="../media/image346.png"/><Relationship Id="rId248" Type="http://schemas.openxmlformats.org/officeDocument/2006/relationships/customXml" Target="../ink/ink167.xml"/><Relationship Id="rId455" Type="http://schemas.openxmlformats.org/officeDocument/2006/relationships/image" Target="../media/image276.png"/><Relationship Id="rId662" Type="http://schemas.openxmlformats.org/officeDocument/2006/relationships/customXml" Target="../ink/ink374.xml"/><Relationship Id="rId12" Type="http://schemas.openxmlformats.org/officeDocument/2006/relationships/customXml" Target="../ink/ink49.xml"/><Relationship Id="rId108" Type="http://schemas.openxmlformats.org/officeDocument/2006/relationships/customXml" Target="../ink/ink97.xml"/><Relationship Id="rId315" Type="http://schemas.openxmlformats.org/officeDocument/2006/relationships/image" Target="../media/image206.png"/><Relationship Id="rId522" Type="http://schemas.openxmlformats.org/officeDocument/2006/relationships/customXml" Target="../ink/ink304.xml"/><Relationship Id="rId96" Type="http://schemas.openxmlformats.org/officeDocument/2006/relationships/customXml" Target="../ink/ink91.xml"/><Relationship Id="rId161" Type="http://schemas.openxmlformats.org/officeDocument/2006/relationships/image" Target="../media/image129.png"/><Relationship Id="rId399" Type="http://schemas.openxmlformats.org/officeDocument/2006/relationships/image" Target="../media/image248.png"/><Relationship Id="rId259" Type="http://schemas.openxmlformats.org/officeDocument/2006/relationships/image" Target="../media/image178.png"/><Relationship Id="rId466" Type="http://schemas.openxmlformats.org/officeDocument/2006/relationships/customXml" Target="../ink/ink276.xml"/><Relationship Id="rId673" Type="http://schemas.openxmlformats.org/officeDocument/2006/relationships/image" Target="../media/image385.png"/><Relationship Id="rId23" Type="http://schemas.openxmlformats.org/officeDocument/2006/relationships/image" Target="../media/image60.png"/><Relationship Id="rId119" Type="http://schemas.openxmlformats.org/officeDocument/2006/relationships/image" Target="../media/image108.png"/><Relationship Id="rId326" Type="http://schemas.openxmlformats.org/officeDocument/2006/relationships/customXml" Target="../ink/ink206.xml"/><Relationship Id="rId533" Type="http://schemas.openxmlformats.org/officeDocument/2006/relationships/image" Target="../media/image315.png"/><Relationship Id="rId172" Type="http://schemas.openxmlformats.org/officeDocument/2006/relationships/customXml" Target="../ink/ink129.xml"/><Relationship Id="rId477" Type="http://schemas.openxmlformats.org/officeDocument/2006/relationships/image" Target="../media/image287.png"/><Relationship Id="rId600" Type="http://schemas.openxmlformats.org/officeDocument/2006/relationships/customXml" Target="../ink/ink343.xml"/><Relationship Id="rId684" Type="http://schemas.openxmlformats.org/officeDocument/2006/relationships/customXml" Target="../ink/ink385.xml"/><Relationship Id="rId337" Type="http://schemas.openxmlformats.org/officeDocument/2006/relationships/image" Target="../media/image217.png"/><Relationship Id="rId34" Type="http://schemas.openxmlformats.org/officeDocument/2006/relationships/customXml" Target="../ink/ink60.xml"/><Relationship Id="rId544" Type="http://schemas.openxmlformats.org/officeDocument/2006/relationships/customXml" Target="../ink/ink315.xml"/><Relationship Id="rId183" Type="http://schemas.openxmlformats.org/officeDocument/2006/relationships/image" Target="../media/image140.png"/><Relationship Id="rId390" Type="http://schemas.openxmlformats.org/officeDocument/2006/relationships/customXml" Target="../ink/ink238.xml"/><Relationship Id="rId404" Type="http://schemas.openxmlformats.org/officeDocument/2006/relationships/customXml" Target="../ink/ink245.xml"/><Relationship Id="rId611" Type="http://schemas.openxmlformats.org/officeDocument/2006/relationships/image" Target="../media/image354.png"/><Relationship Id="rId250" Type="http://schemas.openxmlformats.org/officeDocument/2006/relationships/customXml" Target="../ink/ink168.xml"/><Relationship Id="rId488" Type="http://schemas.openxmlformats.org/officeDocument/2006/relationships/customXml" Target="../ink/ink287.xml"/><Relationship Id="rId695" Type="http://schemas.openxmlformats.org/officeDocument/2006/relationships/image" Target="../media/image396.png"/><Relationship Id="rId709" Type="http://schemas.openxmlformats.org/officeDocument/2006/relationships/image" Target="../media/image403.png"/><Relationship Id="rId45" Type="http://schemas.openxmlformats.org/officeDocument/2006/relationships/image" Target="../media/image71.png"/><Relationship Id="rId110" Type="http://schemas.openxmlformats.org/officeDocument/2006/relationships/customXml" Target="../ink/ink98.xml"/><Relationship Id="rId348" Type="http://schemas.openxmlformats.org/officeDocument/2006/relationships/customXml" Target="../ink/ink217.xml"/><Relationship Id="rId555" Type="http://schemas.openxmlformats.org/officeDocument/2006/relationships/image" Target="../media/image326.png"/><Relationship Id="rId194" Type="http://schemas.openxmlformats.org/officeDocument/2006/relationships/customXml" Target="../ink/ink140.xml"/><Relationship Id="rId208" Type="http://schemas.openxmlformats.org/officeDocument/2006/relationships/customXml" Target="../ink/ink147.xml"/><Relationship Id="rId415" Type="http://schemas.openxmlformats.org/officeDocument/2006/relationships/image" Target="../media/image256.png"/><Relationship Id="rId622" Type="http://schemas.openxmlformats.org/officeDocument/2006/relationships/customXml" Target="../ink/ink354.xml"/><Relationship Id="rId261" Type="http://schemas.openxmlformats.org/officeDocument/2006/relationships/image" Target="../media/image179.png"/><Relationship Id="rId499" Type="http://schemas.openxmlformats.org/officeDocument/2006/relationships/image" Target="../media/image298.png"/><Relationship Id="rId56" Type="http://schemas.openxmlformats.org/officeDocument/2006/relationships/customXml" Target="../ink/ink71.xml"/><Relationship Id="rId359" Type="http://schemas.openxmlformats.org/officeDocument/2006/relationships/image" Target="../media/image228.png"/><Relationship Id="rId566" Type="http://schemas.openxmlformats.org/officeDocument/2006/relationships/customXml" Target="../ink/ink326.xml"/><Relationship Id="rId121" Type="http://schemas.openxmlformats.org/officeDocument/2006/relationships/image" Target="../media/image109.png"/><Relationship Id="rId219" Type="http://schemas.openxmlformats.org/officeDocument/2006/relationships/image" Target="../media/image158.png"/><Relationship Id="rId426" Type="http://schemas.openxmlformats.org/officeDocument/2006/relationships/customXml" Target="../ink/ink256.xml"/><Relationship Id="rId633" Type="http://schemas.openxmlformats.org/officeDocument/2006/relationships/image" Target="../media/image365.png"/><Relationship Id="rId67" Type="http://schemas.openxmlformats.org/officeDocument/2006/relationships/image" Target="../media/image82.png"/><Relationship Id="rId272" Type="http://schemas.openxmlformats.org/officeDocument/2006/relationships/customXml" Target="../ink/ink179.xml"/><Relationship Id="rId577" Type="http://schemas.openxmlformats.org/officeDocument/2006/relationships/image" Target="../media/image337.png"/><Relationship Id="rId700" Type="http://schemas.openxmlformats.org/officeDocument/2006/relationships/customXml" Target="../ink/ink393.xml"/><Relationship Id="rId132" Type="http://schemas.openxmlformats.org/officeDocument/2006/relationships/customXml" Target="../ink/ink109.xml"/><Relationship Id="rId437" Type="http://schemas.openxmlformats.org/officeDocument/2006/relationships/image" Target="../media/image267.png"/><Relationship Id="rId644" Type="http://schemas.openxmlformats.org/officeDocument/2006/relationships/customXml" Target="../ink/ink365.xml"/><Relationship Id="rId283" Type="http://schemas.openxmlformats.org/officeDocument/2006/relationships/image" Target="../media/image190.png"/><Relationship Id="rId490" Type="http://schemas.openxmlformats.org/officeDocument/2006/relationships/customXml" Target="../ink/ink288.xml"/><Relationship Id="rId504" Type="http://schemas.openxmlformats.org/officeDocument/2006/relationships/customXml" Target="../ink/ink295.xml"/><Relationship Id="rId711" Type="http://schemas.openxmlformats.org/officeDocument/2006/relationships/image" Target="../media/image404.png"/><Relationship Id="rId78" Type="http://schemas.openxmlformats.org/officeDocument/2006/relationships/customXml" Target="../ink/ink82.xml"/><Relationship Id="rId143" Type="http://schemas.openxmlformats.org/officeDocument/2006/relationships/image" Target="../media/image120.png"/><Relationship Id="rId350" Type="http://schemas.openxmlformats.org/officeDocument/2006/relationships/customXml" Target="../ink/ink218.xml"/><Relationship Id="rId588" Type="http://schemas.openxmlformats.org/officeDocument/2006/relationships/customXml" Target="../ink/ink337.xml"/><Relationship Id="rId9" Type="http://schemas.openxmlformats.org/officeDocument/2006/relationships/image" Target="../media/image53.png"/><Relationship Id="rId210" Type="http://schemas.openxmlformats.org/officeDocument/2006/relationships/customXml" Target="../ink/ink148.xml"/><Relationship Id="rId448" Type="http://schemas.openxmlformats.org/officeDocument/2006/relationships/customXml" Target="../ink/ink267.xml"/><Relationship Id="rId655" Type="http://schemas.openxmlformats.org/officeDocument/2006/relationships/image" Target="../media/image376.png"/><Relationship Id="rId294" Type="http://schemas.openxmlformats.org/officeDocument/2006/relationships/customXml" Target="../ink/ink190.xml"/><Relationship Id="rId308" Type="http://schemas.openxmlformats.org/officeDocument/2006/relationships/customXml" Target="../ink/ink197.xml"/><Relationship Id="rId515" Type="http://schemas.openxmlformats.org/officeDocument/2006/relationships/image" Target="../media/image306.png"/><Relationship Id="rId722" Type="http://schemas.openxmlformats.org/officeDocument/2006/relationships/customXml" Target="../ink/ink404.xml"/><Relationship Id="rId89" Type="http://schemas.openxmlformats.org/officeDocument/2006/relationships/image" Target="../media/image93.png"/><Relationship Id="rId154" Type="http://schemas.openxmlformats.org/officeDocument/2006/relationships/customXml" Target="../ink/ink120.xml"/><Relationship Id="rId361" Type="http://schemas.openxmlformats.org/officeDocument/2006/relationships/image" Target="../media/image229.png"/><Relationship Id="rId599" Type="http://schemas.openxmlformats.org/officeDocument/2006/relationships/image" Target="../media/image348.png"/><Relationship Id="rId459" Type="http://schemas.openxmlformats.org/officeDocument/2006/relationships/image" Target="../media/image278.png"/><Relationship Id="rId666" Type="http://schemas.openxmlformats.org/officeDocument/2006/relationships/customXml" Target="../ink/ink376.xml"/><Relationship Id="rId16" Type="http://schemas.openxmlformats.org/officeDocument/2006/relationships/customXml" Target="../ink/ink51.xml"/><Relationship Id="rId221" Type="http://schemas.openxmlformats.org/officeDocument/2006/relationships/image" Target="../media/image159.png"/><Relationship Id="rId319" Type="http://schemas.openxmlformats.org/officeDocument/2006/relationships/image" Target="../media/image208.png"/><Relationship Id="rId526" Type="http://schemas.openxmlformats.org/officeDocument/2006/relationships/customXml" Target="../ink/ink306.xml"/><Relationship Id="rId165" Type="http://schemas.openxmlformats.org/officeDocument/2006/relationships/image" Target="../media/image131.png"/><Relationship Id="rId372" Type="http://schemas.openxmlformats.org/officeDocument/2006/relationships/customXml" Target="../ink/ink229.xml"/><Relationship Id="rId677" Type="http://schemas.openxmlformats.org/officeDocument/2006/relationships/image" Target="../media/image387.png"/><Relationship Id="rId232" Type="http://schemas.openxmlformats.org/officeDocument/2006/relationships/customXml" Target="../ink/ink159.xml"/><Relationship Id="rId27" Type="http://schemas.openxmlformats.org/officeDocument/2006/relationships/image" Target="../media/image62.png"/><Relationship Id="rId537" Type="http://schemas.openxmlformats.org/officeDocument/2006/relationships/image" Target="../media/image317.png"/><Relationship Id="rId80" Type="http://schemas.openxmlformats.org/officeDocument/2006/relationships/customXml" Target="../ink/ink83.xml"/><Relationship Id="rId176" Type="http://schemas.openxmlformats.org/officeDocument/2006/relationships/customXml" Target="../ink/ink131.xml"/><Relationship Id="rId383" Type="http://schemas.openxmlformats.org/officeDocument/2006/relationships/image" Target="../media/image240.png"/><Relationship Id="rId590" Type="http://schemas.openxmlformats.org/officeDocument/2006/relationships/customXml" Target="../ink/ink338.xml"/><Relationship Id="rId604" Type="http://schemas.openxmlformats.org/officeDocument/2006/relationships/customXml" Target="../ink/ink345.xml"/><Relationship Id="rId243" Type="http://schemas.openxmlformats.org/officeDocument/2006/relationships/image" Target="../media/image170.png"/><Relationship Id="rId450" Type="http://schemas.openxmlformats.org/officeDocument/2006/relationships/customXml" Target="../ink/ink268.xml"/><Relationship Id="rId688" Type="http://schemas.openxmlformats.org/officeDocument/2006/relationships/customXml" Target="../ink/ink387.xml"/><Relationship Id="rId38" Type="http://schemas.openxmlformats.org/officeDocument/2006/relationships/customXml" Target="../ink/ink62.xml"/><Relationship Id="rId103" Type="http://schemas.openxmlformats.org/officeDocument/2006/relationships/image" Target="../media/image100.png"/><Relationship Id="rId310" Type="http://schemas.openxmlformats.org/officeDocument/2006/relationships/customXml" Target="../ink/ink198.xml"/><Relationship Id="rId548" Type="http://schemas.openxmlformats.org/officeDocument/2006/relationships/customXml" Target="../ink/ink317.xml"/><Relationship Id="rId91" Type="http://schemas.openxmlformats.org/officeDocument/2006/relationships/image" Target="../media/image94.png"/><Relationship Id="rId187" Type="http://schemas.openxmlformats.org/officeDocument/2006/relationships/image" Target="../media/image142.png"/><Relationship Id="rId394" Type="http://schemas.openxmlformats.org/officeDocument/2006/relationships/customXml" Target="../ink/ink240.xml"/><Relationship Id="rId408" Type="http://schemas.openxmlformats.org/officeDocument/2006/relationships/customXml" Target="../ink/ink247.xml"/><Relationship Id="rId615" Type="http://schemas.openxmlformats.org/officeDocument/2006/relationships/image" Target="../media/image356.png"/><Relationship Id="rId254" Type="http://schemas.openxmlformats.org/officeDocument/2006/relationships/customXml" Target="../ink/ink170.xml"/><Relationship Id="rId699" Type="http://schemas.openxmlformats.org/officeDocument/2006/relationships/image" Target="../media/image398.png"/><Relationship Id="rId49" Type="http://schemas.openxmlformats.org/officeDocument/2006/relationships/image" Target="../media/image73.png"/><Relationship Id="rId114" Type="http://schemas.openxmlformats.org/officeDocument/2006/relationships/customXml" Target="../ink/ink100.xml"/><Relationship Id="rId461" Type="http://schemas.openxmlformats.org/officeDocument/2006/relationships/image" Target="../media/image279.png"/><Relationship Id="rId559" Type="http://schemas.openxmlformats.org/officeDocument/2006/relationships/image" Target="../media/image328.png"/><Relationship Id="rId198" Type="http://schemas.openxmlformats.org/officeDocument/2006/relationships/customXml" Target="../ink/ink142.xml"/><Relationship Id="rId321" Type="http://schemas.openxmlformats.org/officeDocument/2006/relationships/image" Target="../media/image209.png"/><Relationship Id="rId419" Type="http://schemas.openxmlformats.org/officeDocument/2006/relationships/image" Target="../media/image258.png"/><Relationship Id="rId626" Type="http://schemas.openxmlformats.org/officeDocument/2006/relationships/customXml" Target="../ink/ink356.xml"/><Relationship Id="rId265" Type="http://schemas.openxmlformats.org/officeDocument/2006/relationships/image" Target="../media/image181.png"/><Relationship Id="rId472" Type="http://schemas.openxmlformats.org/officeDocument/2006/relationships/customXml" Target="../ink/ink279.xml"/><Relationship Id="rId125" Type="http://schemas.openxmlformats.org/officeDocument/2006/relationships/image" Target="../media/image111.png"/><Relationship Id="rId332" Type="http://schemas.openxmlformats.org/officeDocument/2006/relationships/customXml" Target="../ink/ink209.xml"/><Relationship Id="rId637" Type="http://schemas.openxmlformats.org/officeDocument/2006/relationships/image" Target="../media/image367.png"/><Relationship Id="rId276" Type="http://schemas.openxmlformats.org/officeDocument/2006/relationships/customXml" Target="../ink/ink181.xml"/><Relationship Id="rId483" Type="http://schemas.openxmlformats.org/officeDocument/2006/relationships/image" Target="../media/image290.png"/><Relationship Id="rId690" Type="http://schemas.openxmlformats.org/officeDocument/2006/relationships/customXml" Target="../ink/ink388.xml"/><Relationship Id="rId704" Type="http://schemas.openxmlformats.org/officeDocument/2006/relationships/customXml" Target="../ink/ink395.xml"/><Relationship Id="rId40" Type="http://schemas.openxmlformats.org/officeDocument/2006/relationships/customXml" Target="../ink/ink63.xml"/><Relationship Id="rId136" Type="http://schemas.openxmlformats.org/officeDocument/2006/relationships/customXml" Target="../ink/ink111.xml"/><Relationship Id="rId343" Type="http://schemas.openxmlformats.org/officeDocument/2006/relationships/image" Target="../media/image220.png"/><Relationship Id="rId550" Type="http://schemas.openxmlformats.org/officeDocument/2006/relationships/customXml" Target="../ink/ink318.xml"/><Relationship Id="rId203" Type="http://schemas.openxmlformats.org/officeDocument/2006/relationships/image" Target="../media/image150.png"/><Relationship Id="rId648" Type="http://schemas.openxmlformats.org/officeDocument/2006/relationships/customXml" Target="../ink/ink367.xml"/><Relationship Id="rId287" Type="http://schemas.openxmlformats.org/officeDocument/2006/relationships/image" Target="../media/image192.png"/><Relationship Id="rId410" Type="http://schemas.openxmlformats.org/officeDocument/2006/relationships/customXml" Target="../ink/ink248.xml"/><Relationship Id="rId494" Type="http://schemas.openxmlformats.org/officeDocument/2006/relationships/customXml" Target="../ink/ink290.xml"/><Relationship Id="rId508" Type="http://schemas.openxmlformats.org/officeDocument/2006/relationships/customXml" Target="../ink/ink297.xml"/><Relationship Id="rId715" Type="http://schemas.openxmlformats.org/officeDocument/2006/relationships/image" Target="../media/image40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66.xml"/><Relationship Id="rId21" Type="http://schemas.openxmlformats.org/officeDocument/2006/relationships/customXml" Target="../ink/ink418.xml"/><Relationship Id="rId63" Type="http://schemas.openxmlformats.org/officeDocument/2006/relationships/customXml" Target="../ink/ink439.xml"/><Relationship Id="rId159" Type="http://schemas.openxmlformats.org/officeDocument/2006/relationships/customXml" Target="../ink/ink487.xml"/><Relationship Id="rId170" Type="http://schemas.openxmlformats.org/officeDocument/2006/relationships/image" Target="../media/image500.png"/><Relationship Id="rId226" Type="http://schemas.openxmlformats.org/officeDocument/2006/relationships/image" Target="../media/image528.png"/><Relationship Id="rId268" Type="http://schemas.openxmlformats.org/officeDocument/2006/relationships/image" Target="../media/image549.png"/><Relationship Id="rId32" Type="http://schemas.openxmlformats.org/officeDocument/2006/relationships/image" Target="../media/image431.png"/><Relationship Id="rId74" Type="http://schemas.openxmlformats.org/officeDocument/2006/relationships/image" Target="../media/image452.png"/><Relationship Id="rId128" Type="http://schemas.openxmlformats.org/officeDocument/2006/relationships/image" Target="../media/image479.png"/><Relationship Id="rId5" Type="http://schemas.openxmlformats.org/officeDocument/2006/relationships/customXml" Target="../ink/ink410.xml"/><Relationship Id="rId181" Type="http://schemas.openxmlformats.org/officeDocument/2006/relationships/customXml" Target="../ink/ink498.xml"/><Relationship Id="rId237" Type="http://schemas.openxmlformats.org/officeDocument/2006/relationships/customXml" Target="../ink/ink526.xml"/><Relationship Id="rId279" Type="http://schemas.openxmlformats.org/officeDocument/2006/relationships/customXml" Target="../ink/ink547.xml"/><Relationship Id="rId22" Type="http://schemas.openxmlformats.org/officeDocument/2006/relationships/image" Target="../media/image426.png"/><Relationship Id="rId43" Type="http://schemas.openxmlformats.org/officeDocument/2006/relationships/customXml" Target="../ink/ink429.xml"/><Relationship Id="rId64" Type="http://schemas.openxmlformats.org/officeDocument/2006/relationships/image" Target="../media/image447.png"/><Relationship Id="rId118" Type="http://schemas.openxmlformats.org/officeDocument/2006/relationships/image" Target="../media/image474.png"/><Relationship Id="rId139" Type="http://schemas.openxmlformats.org/officeDocument/2006/relationships/customXml" Target="../ink/ink477.xml"/><Relationship Id="rId85" Type="http://schemas.openxmlformats.org/officeDocument/2006/relationships/customXml" Target="../ink/ink450.xml"/><Relationship Id="rId150" Type="http://schemas.openxmlformats.org/officeDocument/2006/relationships/image" Target="../media/image490.png"/><Relationship Id="rId171" Type="http://schemas.openxmlformats.org/officeDocument/2006/relationships/customXml" Target="../ink/ink493.xml"/><Relationship Id="rId192" Type="http://schemas.openxmlformats.org/officeDocument/2006/relationships/image" Target="../media/image511.png"/><Relationship Id="rId206" Type="http://schemas.openxmlformats.org/officeDocument/2006/relationships/image" Target="../media/image518.png"/><Relationship Id="rId227" Type="http://schemas.openxmlformats.org/officeDocument/2006/relationships/customXml" Target="../ink/ink521.xml"/><Relationship Id="rId248" Type="http://schemas.openxmlformats.org/officeDocument/2006/relationships/image" Target="../media/image539.png"/><Relationship Id="rId269" Type="http://schemas.openxmlformats.org/officeDocument/2006/relationships/customXml" Target="../ink/ink542.xml"/><Relationship Id="rId12" Type="http://schemas.openxmlformats.org/officeDocument/2006/relationships/image" Target="../media/image421.png"/><Relationship Id="rId33" Type="http://schemas.openxmlformats.org/officeDocument/2006/relationships/customXml" Target="../ink/ink424.xml"/><Relationship Id="rId108" Type="http://schemas.openxmlformats.org/officeDocument/2006/relationships/image" Target="../media/image469.png"/><Relationship Id="rId129" Type="http://schemas.openxmlformats.org/officeDocument/2006/relationships/customXml" Target="../ink/ink472.xml"/><Relationship Id="rId280" Type="http://schemas.openxmlformats.org/officeDocument/2006/relationships/image" Target="../media/image555.png"/><Relationship Id="rId54" Type="http://schemas.openxmlformats.org/officeDocument/2006/relationships/image" Target="../media/image442.png"/><Relationship Id="rId75" Type="http://schemas.openxmlformats.org/officeDocument/2006/relationships/customXml" Target="../ink/ink445.xml"/><Relationship Id="rId96" Type="http://schemas.openxmlformats.org/officeDocument/2006/relationships/image" Target="../media/image463.png"/><Relationship Id="rId140" Type="http://schemas.openxmlformats.org/officeDocument/2006/relationships/image" Target="../media/image485.png"/><Relationship Id="rId161" Type="http://schemas.openxmlformats.org/officeDocument/2006/relationships/customXml" Target="../ink/ink488.xml"/><Relationship Id="rId182" Type="http://schemas.openxmlformats.org/officeDocument/2006/relationships/image" Target="../media/image506.png"/><Relationship Id="rId217" Type="http://schemas.openxmlformats.org/officeDocument/2006/relationships/customXml" Target="../ink/ink516.xml"/><Relationship Id="rId6" Type="http://schemas.openxmlformats.org/officeDocument/2006/relationships/image" Target="../media/image418.png"/><Relationship Id="rId238" Type="http://schemas.openxmlformats.org/officeDocument/2006/relationships/image" Target="../media/image534.png"/><Relationship Id="rId259" Type="http://schemas.openxmlformats.org/officeDocument/2006/relationships/customXml" Target="../ink/ink537.xml"/><Relationship Id="rId23" Type="http://schemas.openxmlformats.org/officeDocument/2006/relationships/customXml" Target="../ink/ink419.xml"/><Relationship Id="rId119" Type="http://schemas.openxmlformats.org/officeDocument/2006/relationships/customXml" Target="../ink/ink467.xml"/><Relationship Id="rId270" Type="http://schemas.openxmlformats.org/officeDocument/2006/relationships/image" Target="../media/image550.png"/><Relationship Id="rId44" Type="http://schemas.openxmlformats.org/officeDocument/2006/relationships/image" Target="../media/image437.png"/><Relationship Id="rId65" Type="http://schemas.openxmlformats.org/officeDocument/2006/relationships/customXml" Target="../ink/ink440.xml"/><Relationship Id="rId86" Type="http://schemas.openxmlformats.org/officeDocument/2006/relationships/image" Target="../media/image458.png"/><Relationship Id="rId130" Type="http://schemas.openxmlformats.org/officeDocument/2006/relationships/image" Target="../media/image480.png"/><Relationship Id="rId151" Type="http://schemas.openxmlformats.org/officeDocument/2006/relationships/customXml" Target="../ink/ink483.xml"/><Relationship Id="rId172" Type="http://schemas.openxmlformats.org/officeDocument/2006/relationships/image" Target="../media/image501.png"/><Relationship Id="rId193" Type="http://schemas.openxmlformats.org/officeDocument/2006/relationships/customXml" Target="../ink/ink504.xml"/><Relationship Id="rId207" Type="http://schemas.openxmlformats.org/officeDocument/2006/relationships/customXml" Target="../ink/ink511.xml"/><Relationship Id="rId228" Type="http://schemas.openxmlformats.org/officeDocument/2006/relationships/image" Target="../media/image529.png"/><Relationship Id="rId249" Type="http://schemas.openxmlformats.org/officeDocument/2006/relationships/customXml" Target="../ink/ink532.xml"/><Relationship Id="rId13" Type="http://schemas.openxmlformats.org/officeDocument/2006/relationships/customXml" Target="../ink/ink414.xml"/><Relationship Id="rId109" Type="http://schemas.openxmlformats.org/officeDocument/2006/relationships/customXml" Target="../ink/ink462.xml"/><Relationship Id="rId260" Type="http://schemas.openxmlformats.org/officeDocument/2006/relationships/image" Target="../media/image545.png"/><Relationship Id="rId281" Type="http://schemas.openxmlformats.org/officeDocument/2006/relationships/customXml" Target="../ink/ink548.xml"/><Relationship Id="rId34" Type="http://schemas.openxmlformats.org/officeDocument/2006/relationships/image" Target="../media/image432.png"/><Relationship Id="rId55" Type="http://schemas.openxmlformats.org/officeDocument/2006/relationships/customXml" Target="../ink/ink435.xml"/><Relationship Id="rId76" Type="http://schemas.openxmlformats.org/officeDocument/2006/relationships/image" Target="../media/image453.png"/><Relationship Id="rId97" Type="http://schemas.openxmlformats.org/officeDocument/2006/relationships/customXml" Target="../ink/ink456.xml"/><Relationship Id="rId120" Type="http://schemas.openxmlformats.org/officeDocument/2006/relationships/image" Target="../media/image475.png"/><Relationship Id="rId141" Type="http://schemas.openxmlformats.org/officeDocument/2006/relationships/customXml" Target="../ink/ink478.xml"/><Relationship Id="rId7" Type="http://schemas.openxmlformats.org/officeDocument/2006/relationships/customXml" Target="../ink/ink411.xml"/><Relationship Id="rId162" Type="http://schemas.openxmlformats.org/officeDocument/2006/relationships/image" Target="../media/image496.png"/><Relationship Id="rId183" Type="http://schemas.openxmlformats.org/officeDocument/2006/relationships/customXml" Target="../ink/ink499.xml"/><Relationship Id="rId218" Type="http://schemas.openxmlformats.org/officeDocument/2006/relationships/image" Target="../media/image524.png"/><Relationship Id="rId239" Type="http://schemas.openxmlformats.org/officeDocument/2006/relationships/customXml" Target="../ink/ink527.xml"/><Relationship Id="rId250" Type="http://schemas.openxmlformats.org/officeDocument/2006/relationships/image" Target="../media/image540.png"/><Relationship Id="rId271" Type="http://schemas.openxmlformats.org/officeDocument/2006/relationships/customXml" Target="../ink/ink543.xml"/><Relationship Id="rId24" Type="http://schemas.openxmlformats.org/officeDocument/2006/relationships/image" Target="../media/image427.png"/><Relationship Id="rId45" Type="http://schemas.openxmlformats.org/officeDocument/2006/relationships/customXml" Target="../ink/ink430.xml"/><Relationship Id="rId66" Type="http://schemas.openxmlformats.org/officeDocument/2006/relationships/image" Target="../media/image448.png"/><Relationship Id="rId87" Type="http://schemas.openxmlformats.org/officeDocument/2006/relationships/customXml" Target="../ink/ink451.xml"/><Relationship Id="rId110" Type="http://schemas.openxmlformats.org/officeDocument/2006/relationships/image" Target="../media/image470.png"/><Relationship Id="rId131" Type="http://schemas.openxmlformats.org/officeDocument/2006/relationships/customXml" Target="../ink/ink473.xml"/><Relationship Id="rId152" Type="http://schemas.openxmlformats.org/officeDocument/2006/relationships/image" Target="../media/image491.png"/><Relationship Id="rId173" Type="http://schemas.openxmlformats.org/officeDocument/2006/relationships/customXml" Target="../ink/ink494.xml"/><Relationship Id="rId194" Type="http://schemas.openxmlformats.org/officeDocument/2006/relationships/image" Target="../media/image512.png"/><Relationship Id="rId208" Type="http://schemas.openxmlformats.org/officeDocument/2006/relationships/image" Target="../media/image519.png"/><Relationship Id="rId229" Type="http://schemas.openxmlformats.org/officeDocument/2006/relationships/customXml" Target="../ink/ink522.xml"/><Relationship Id="rId240" Type="http://schemas.openxmlformats.org/officeDocument/2006/relationships/image" Target="../media/image535.png"/><Relationship Id="rId261" Type="http://schemas.openxmlformats.org/officeDocument/2006/relationships/customXml" Target="../ink/ink538.xml"/><Relationship Id="rId14" Type="http://schemas.openxmlformats.org/officeDocument/2006/relationships/image" Target="../media/image422.png"/><Relationship Id="rId35" Type="http://schemas.openxmlformats.org/officeDocument/2006/relationships/customXml" Target="../ink/ink425.xml"/><Relationship Id="rId56" Type="http://schemas.openxmlformats.org/officeDocument/2006/relationships/image" Target="../media/image443.png"/><Relationship Id="rId77" Type="http://schemas.openxmlformats.org/officeDocument/2006/relationships/customXml" Target="../ink/ink446.xml"/><Relationship Id="rId100" Type="http://schemas.openxmlformats.org/officeDocument/2006/relationships/image" Target="../media/image465.png"/><Relationship Id="rId282" Type="http://schemas.openxmlformats.org/officeDocument/2006/relationships/image" Target="../media/image556.png"/><Relationship Id="rId8" Type="http://schemas.openxmlformats.org/officeDocument/2006/relationships/image" Target="../media/image419.png"/><Relationship Id="rId98" Type="http://schemas.openxmlformats.org/officeDocument/2006/relationships/image" Target="../media/image464.png"/><Relationship Id="rId121" Type="http://schemas.openxmlformats.org/officeDocument/2006/relationships/customXml" Target="../ink/ink468.xml"/><Relationship Id="rId142" Type="http://schemas.openxmlformats.org/officeDocument/2006/relationships/image" Target="../media/image486.png"/><Relationship Id="rId163" Type="http://schemas.openxmlformats.org/officeDocument/2006/relationships/customXml" Target="../ink/ink489.xml"/><Relationship Id="rId184" Type="http://schemas.openxmlformats.org/officeDocument/2006/relationships/image" Target="../media/image507.png"/><Relationship Id="rId219" Type="http://schemas.openxmlformats.org/officeDocument/2006/relationships/customXml" Target="../ink/ink517.xml"/><Relationship Id="rId230" Type="http://schemas.openxmlformats.org/officeDocument/2006/relationships/image" Target="../media/image530.png"/><Relationship Id="rId251" Type="http://schemas.openxmlformats.org/officeDocument/2006/relationships/customXml" Target="../ink/ink533.xml"/><Relationship Id="rId25" Type="http://schemas.openxmlformats.org/officeDocument/2006/relationships/customXml" Target="../ink/ink420.xml"/><Relationship Id="rId46" Type="http://schemas.openxmlformats.org/officeDocument/2006/relationships/image" Target="../media/image438.png"/><Relationship Id="rId67" Type="http://schemas.openxmlformats.org/officeDocument/2006/relationships/customXml" Target="../ink/ink441.xml"/><Relationship Id="rId272" Type="http://schemas.openxmlformats.org/officeDocument/2006/relationships/image" Target="../media/image551.png"/><Relationship Id="rId88" Type="http://schemas.openxmlformats.org/officeDocument/2006/relationships/image" Target="../media/image459.png"/><Relationship Id="rId111" Type="http://schemas.openxmlformats.org/officeDocument/2006/relationships/customXml" Target="../ink/ink463.xml"/><Relationship Id="rId132" Type="http://schemas.openxmlformats.org/officeDocument/2006/relationships/image" Target="../media/image481.png"/><Relationship Id="rId153" Type="http://schemas.openxmlformats.org/officeDocument/2006/relationships/customXml" Target="../ink/ink484.xml"/><Relationship Id="rId174" Type="http://schemas.openxmlformats.org/officeDocument/2006/relationships/image" Target="../media/image502.png"/><Relationship Id="rId195" Type="http://schemas.openxmlformats.org/officeDocument/2006/relationships/customXml" Target="../ink/ink505.xml"/><Relationship Id="rId209" Type="http://schemas.openxmlformats.org/officeDocument/2006/relationships/customXml" Target="../ink/ink512.xml"/><Relationship Id="rId220" Type="http://schemas.openxmlformats.org/officeDocument/2006/relationships/image" Target="../media/image525.png"/><Relationship Id="rId241" Type="http://schemas.openxmlformats.org/officeDocument/2006/relationships/customXml" Target="../ink/ink528.xml"/><Relationship Id="rId15" Type="http://schemas.openxmlformats.org/officeDocument/2006/relationships/customXml" Target="../ink/ink415.xml"/><Relationship Id="rId36" Type="http://schemas.openxmlformats.org/officeDocument/2006/relationships/image" Target="../media/image433.png"/><Relationship Id="rId57" Type="http://schemas.openxmlformats.org/officeDocument/2006/relationships/customXml" Target="../ink/ink436.xml"/><Relationship Id="rId262" Type="http://schemas.openxmlformats.org/officeDocument/2006/relationships/image" Target="../media/image546.png"/><Relationship Id="rId78" Type="http://schemas.openxmlformats.org/officeDocument/2006/relationships/image" Target="../media/image454.png"/><Relationship Id="rId99" Type="http://schemas.openxmlformats.org/officeDocument/2006/relationships/customXml" Target="../ink/ink457.xml"/><Relationship Id="rId101" Type="http://schemas.openxmlformats.org/officeDocument/2006/relationships/customXml" Target="../ink/ink458.xml"/><Relationship Id="rId122" Type="http://schemas.openxmlformats.org/officeDocument/2006/relationships/image" Target="../media/image476.png"/><Relationship Id="rId143" Type="http://schemas.openxmlformats.org/officeDocument/2006/relationships/customXml" Target="../ink/ink479.xml"/><Relationship Id="rId164" Type="http://schemas.openxmlformats.org/officeDocument/2006/relationships/image" Target="../media/image497.png"/><Relationship Id="rId185" Type="http://schemas.openxmlformats.org/officeDocument/2006/relationships/customXml" Target="../ink/ink500.xml"/><Relationship Id="rId9" Type="http://schemas.openxmlformats.org/officeDocument/2006/relationships/customXml" Target="../ink/ink412.xml"/><Relationship Id="rId210" Type="http://schemas.openxmlformats.org/officeDocument/2006/relationships/image" Target="../media/image520.png"/><Relationship Id="rId26" Type="http://schemas.openxmlformats.org/officeDocument/2006/relationships/image" Target="../media/image428.png"/><Relationship Id="rId231" Type="http://schemas.openxmlformats.org/officeDocument/2006/relationships/customXml" Target="../ink/ink523.xml"/><Relationship Id="rId252" Type="http://schemas.openxmlformats.org/officeDocument/2006/relationships/image" Target="../media/image541.png"/><Relationship Id="rId273" Type="http://schemas.openxmlformats.org/officeDocument/2006/relationships/customXml" Target="../ink/ink544.xml"/><Relationship Id="rId47" Type="http://schemas.openxmlformats.org/officeDocument/2006/relationships/customXml" Target="../ink/ink431.xml"/><Relationship Id="rId68" Type="http://schemas.openxmlformats.org/officeDocument/2006/relationships/image" Target="../media/image449.png"/><Relationship Id="rId89" Type="http://schemas.openxmlformats.org/officeDocument/2006/relationships/customXml" Target="../ink/ink452.xml"/><Relationship Id="rId112" Type="http://schemas.openxmlformats.org/officeDocument/2006/relationships/image" Target="../media/image471.png"/><Relationship Id="rId133" Type="http://schemas.openxmlformats.org/officeDocument/2006/relationships/customXml" Target="../ink/ink474.xml"/><Relationship Id="rId154" Type="http://schemas.openxmlformats.org/officeDocument/2006/relationships/image" Target="../media/image492.png"/><Relationship Id="rId175" Type="http://schemas.openxmlformats.org/officeDocument/2006/relationships/customXml" Target="../ink/ink495.xml"/><Relationship Id="rId196" Type="http://schemas.openxmlformats.org/officeDocument/2006/relationships/image" Target="../media/image513.png"/><Relationship Id="rId200" Type="http://schemas.openxmlformats.org/officeDocument/2006/relationships/image" Target="../media/image515.png"/><Relationship Id="rId16" Type="http://schemas.openxmlformats.org/officeDocument/2006/relationships/image" Target="../media/image423.png"/><Relationship Id="rId221" Type="http://schemas.openxmlformats.org/officeDocument/2006/relationships/customXml" Target="../ink/ink518.xml"/><Relationship Id="rId242" Type="http://schemas.openxmlformats.org/officeDocument/2006/relationships/image" Target="../media/image536.png"/><Relationship Id="rId263" Type="http://schemas.openxmlformats.org/officeDocument/2006/relationships/customXml" Target="../ink/ink539.xml"/><Relationship Id="rId37" Type="http://schemas.openxmlformats.org/officeDocument/2006/relationships/customXml" Target="../ink/ink426.xml"/><Relationship Id="rId58" Type="http://schemas.openxmlformats.org/officeDocument/2006/relationships/image" Target="../media/image444.png"/><Relationship Id="rId79" Type="http://schemas.openxmlformats.org/officeDocument/2006/relationships/customXml" Target="../ink/ink447.xml"/><Relationship Id="rId102" Type="http://schemas.openxmlformats.org/officeDocument/2006/relationships/image" Target="../media/image466.png"/><Relationship Id="rId123" Type="http://schemas.openxmlformats.org/officeDocument/2006/relationships/customXml" Target="../ink/ink469.xml"/><Relationship Id="rId144" Type="http://schemas.openxmlformats.org/officeDocument/2006/relationships/image" Target="../media/image487.png"/><Relationship Id="rId90" Type="http://schemas.openxmlformats.org/officeDocument/2006/relationships/image" Target="../media/image460.png"/><Relationship Id="rId165" Type="http://schemas.openxmlformats.org/officeDocument/2006/relationships/customXml" Target="../ink/ink490.xml"/><Relationship Id="rId186" Type="http://schemas.openxmlformats.org/officeDocument/2006/relationships/image" Target="../media/image508.png"/><Relationship Id="rId211" Type="http://schemas.openxmlformats.org/officeDocument/2006/relationships/customXml" Target="../ink/ink513.xml"/><Relationship Id="rId232" Type="http://schemas.openxmlformats.org/officeDocument/2006/relationships/image" Target="../media/image531.png"/><Relationship Id="rId253" Type="http://schemas.openxmlformats.org/officeDocument/2006/relationships/customXml" Target="../ink/ink534.xml"/><Relationship Id="rId274" Type="http://schemas.openxmlformats.org/officeDocument/2006/relationships/image" Target="../media/image552.png"/><Relationship Id="rId27" Type="http://schemas.openxmlformats.org/officeDocument/2006/relationships/customXml" Target="../ink/ink421.xml"/><Relationship Id="rId48" Type="http://schemas.openxmlformats.org/officeDocument/2006/relationships/image" Target="../media/image439.png"/><Relationship Id="rId69" Type="http://schemas.openxmlformats.org/officeDocument/2006/relationships/customXml" Target="../ink/ink442.xml"/><Relationship Id="rId113" Type="http://schemas.openxmlformats.org/officeDocument/2006/relationships/customXml" Target="../ink/ink464.xml"/><Relationship Id="rId134" Type="http://schemas.openxmlformats.org/officeDocument/2006/relationships/image" Target="../media/image482.png"/><Relationship Id="rId80" Type="http://schemas.openxmlformats.org/officeDocument/2006/relationships/image" Target="../media/image455.png"/><Relationship Id="rId155" Type="http://schemas.openxmlformats.org/officeDocument/2006/relationships/customXml" Target="../ink/ink485.xml"/><Relationship Id="rId176" Type="http://schemas.openxmlformats.org/officeDocument/2006/relationships/image" Target="../media/image503.png"/><Relationship Id="rId197" Type="http://schemas.openxmlformats.org/officeDocument/2006/relationships/customXml" Target="../ink/ink506.xml"/><Relationship Id="rId201" Type="http://schemas.openxmlformats.org/officeDocument/2006/relationships/customXml" Target="../ink/ink508.xml"/><Relationship Id="rId222" Type="http://schemas.openxmlformats.org/officeDocument/2006/relationships/image" Target="../media/image526.png"/><Relationship Id="rId243" Type="http://schemas.openxmlformats.org/officeDocument/2006/relationships/customXml" Target="../ink/ink529.xml"/><Relationship Id="rId264" Type="http://schemas.openxmlformats.org/officeDocument/2006/relationships/image" Target="../media/image547.png"/><Relationship Id="rId17" Type="http://schemas.openxmlformats.org/officeDocument/2006/relationships/customXml" Target="../ink/ink416.xml"/><Relationship Id="rId38" Type="http://schemas.openxmlformats.org/officeDocument/2006/relationships/image" Target="../media/image434.png"/><Relationship Id="rId59" Type="http://schemas.openxmlformats.org/officeDocument/2006/relationships/customXml" Target="../ink/ink437.xml"/><Relationship Id="rId103" Type="http://schemas.openxmlformats.org/officeDocument/2006/relationships/customXml" Target="../ink/ink459.xml"/><Relationship Id="rId124" Type="http://schemas.openxmlformats.org/officeDocument/2006/relationships/image" Target="../media/image477.png"/><Relationship Id="rId70" Type="http://schemas.openxmlformats.org/officeDocument/2006/relationships/image" Target="../media/image450.png"/><Relationship Id="rId91" Type="http://schemas.openxmlformats.org/officeDocument/2006/relationships/customXml" Target="../ink/ink453.xml"/><Relationship Id="rId145" Type="http://schemas.openxmlformats.org/officeDocument/2006/relationships/customXml" Target="../ink/ink480.xml"/><Relationship Id="rId166" Type="http://schemas.openxmlformats.org/officeDocument/2006/relationships/image" Target="../media/image498.png"/><Relationship Id="rId187" Type="http://schemas.openxmlformats.org/officeDocument/2006/relationships/customXml" Target="../ink/ink501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521.png"/><Relationship Id="rId233" Type="http://schemas.openxmlformats.org/officeDocument/2006/relationships/customXml" Target="../ink/ink524.xml"/><Relationship Id="rId254" Type="http://schemas.openxmlformats.org/officeDocument/2006/relationships/image" Target="../media/image542.png"/><Relationship Id="rId28" Type="http://schemas.openxmlformats.org/officeDocument/2006/relationships/image" Target="../media/image429.png"/><Relationship Id="rId49" Type="http://schemas.openxmlformats.org/officeDocument/2006/relationships/customXml" Target="../ink/ink432.xml"/><Relationship Id="rId114" Type="http://schemas.openxmlformats.org/officeDocument/2006/relationships/image" Target="../media/image472.png"/><Relationship Id="rId275" Type="http://schemas.openxmlformats.org/officeDocument/2006/relationships/customXml" Target="../ink/ink545.xml"/><Relationship Id="rId60" Type="http://schemas.openxmlformats.org/officeDocument/2006/relationships/image" Target="../media/image445.png"/><Relationship Id="rId81" Type="http://schemas.openxmlformats.org/officeDocument/2006/relationships/customXml" Target="../ink/ink448.xml"/><Relationship Id="rId135" Type="http://schemas.openxmlformats.org/officeDocument/2006/relationships/customXml" Target="../ink/ink475.xml"/><Relationship Id="rId156" Type="http://schemas.openxmlformats.org/officeDocument/2006/relationships/image" Target="../media/image493.png"/><Relationship Id="rId177" Type="http://schemas.openxmlformats.org/officeDocument/2006/relationships/customXml" Target="../ink/ink496.xml"/><Relationship Id="rId198" Type="http://schemas.openxmlformats.org/officeDocument/2006/relationships/image" Target="../media/image514.png"/><Relationship Id="rId202" Type="http://schemas.openxmlformats.org/officeDocument/2006/relationships/image" Target="../media/image516.png"/><Relationship Id="rId223" Type="http://schemas.openxmlformats.org/officeDocument/2006/relationships/customXml" Target="../ink/ink519.xml"/><Relationship Id="rId244" Type="http://schemas.openxmlformats.org/officeDocument/2006/relationships/image" Target="../media/image537.png"/><Relationship Id="rId18" Type="http://schemas.openxmlformats.org/officeDocument/2006/relationships/image" Target="../media/image424.png"/><Relationship Id="rId39" Type="http://schemas.openxmlformats.org/officeDocument/2006/relationships/customXml" Target="../ink/ink427.xml"/><Relationship Id="rId265" Type="http://schemas.openxmlformats.org/officeDocument/2006/relationships/customXml" Target="../ink/ink540.xml"/><Relationship Id="rId50" Type="http://schemas.openxmlformats.org/officeDocument/2006/relationships/image" Target="../media/image440.png"/><Relationship Id="rId104" Type="http://schemas.openxmlformats.org/officeDocument/2006/relationships/image" Target="../media/image467.png"/><Relationship Id="rId125" Type="http://schemas.openxmlformats.org/officeDocument/2006/relationships/customXml" Target="../ink/ink470.xml"/><Relationship Id="rId146" Type="http://schemas.openxmlformats.org/officeDocument/2006/relationships/image" Target="../media/image488.png"/><Relationship Id="rId167" Type="http://schemas.openxmlformats.org/officeDocument/2006/relationships/customXml" Target="../ink/ink491.xml"/><Relationship Id="rId188" Type="http://schemas.openxmlformats.org/officeDocument/2006/relationships/image" Target="../media/image509.png"/><Relationship Id="rId71" Type="http://schemas.openxmlformats.org/officeDocument/2006/relationships/customXml" Target="../ink/ink443.xml"/><Relationship Id="rId92" Type="http://schemas.openxmlformats.org/officeDocument/2006/relationships/image" Target="../media/image461.png"/><Relationship Id="rId213" Type="http://schemas.openxmlformats.org/officeDocument/2006/relationships/customXml" Target="../ink/ink514.xml"/><Relationship Id="rId234" Type="http://schemas.openxmlformats.org/officeDocument/2006/relationships/image" Target="../media/image532.png"/><Relationship Id="rId2" Type="http://schemas.openxmlformats.org/officeDocument/2006/relationships/image" Target="../media/image416.png"/><Relationship Id="rId29" Type="http://schemas.openxmlformats.org/officeDocument/2006/relationships/customXml" Target="../ink/ink422.xml"/><Relationship Id="rId255" Type="http://schemas.openxmlformats.org/officeDocument/2006/relationships/customXml" Target="../ink/ink535.xml"/><Relationship Id="rId276" Type="http://schemas.openxmlformats.org/officeDocument/2006/relationships/image" Target="../media/image553.png"/><Relationship Id="rId40" Type="http://schemas.openxmlformats.org/officeDocument/2006/relationships/image" Target="../media/image435.png"/><Relationship Id="rId115" Type="http://schemas.openxmlformats.org/officeDocument/2006/relationships/customXml" Target="../ink/ink465.xml"/><Relationship Id="rId136" Type="http://schemas.openxmlformats.org/officeDocument/2006/relationships/image" Target="../media/image483.png"/><Relationship Id="rId157" Type="http://schemas.openxmlformats.org/officeDocument/2006/relationships/customXml" Target="../ink/ink486.xml"/><Relationship Id="rId178" Type="http://schemas.openxmlformats.org/officeDocument/2006/relationships/image" Target="../media/image504.png"/><Relationship Id="rId61" Type="http://schemas.openxmlformats.org/officeDocument/2006/relationships/customXml" Target="../ink/ink438.xml"/><Relationship Id="rId82" Type="http://schemas.openxmlformats.org/officeDocument/2006/relationships/image" Target="../media/image456.png"/><Relationship Id="rId199" Type="http://schemas.openxmlformats.org/officeDocument/2006/relationships/customXml" Target="../ink/ink507.xml"/><Relationship Id="rId203" Type="http://schemas.openxmlformats.org/officeDocument/2006/relationships/customXml" Target="../ink/ink509.xml"/><Relationship Id="rId19" Type="http://schemas.openxmlformats.org/officeDocument/2006/relationships/customXml" Target="../ink/ink417.xml"/><Relationship Id="rId224" Type="http://schemas.openxmlformats.org/officeDocument/2006/relationships/image" Target="../media/image527.png"/><Relationship Id="rId245" Type="http://schemas.openxmlformats.org/officeDocument/2006/relationships/customXml" Target="../ink/ink530.xml"/><Relationship Id="rId266" Type="http://schemas.openxmlformats.org/officeDocument/2006/relationships/image" Target="../media/image548.png"/><Relationship Id="rId30" Type="http://schemas.openxmlformats.org/officeDocument/2006/relationships/image" Target="../media/image430.png"/><Relationship Id="rId105" Type="http://schemas.openxmlformats.org/officeDocument/2006/relationships/customXml" Target="../ink/ink460.xml"/><Relationship Id="rId126" Type="http://schemas.openxmlformats.org/officeDocument/2006/relationships/image" Target="../media/image478.png"/><Relationship Id="rId147" Type="http://schemas.openxmlformats.org/officeDocument/2006/relationships/customXml" Target="../ink/ink481.xml"/><Relationship Id="rId168" Type="http://schemas.openxmlformats.org/officeDocument/2006/relationships/image" Target="../media/image499.png"/><Relationship Id="rId51" Type="http://schemas.openxmlformats.org/officeDocument/2006/relationships/customXml" Target="../ink/ink433.xml"/><Relationship Id="rId72" Type="http://schemas.openxmlformats.org/officeDocument/2006/relationships/image" Target="../media/image451.png"/><Relationship Id="rId93" Type="http://schemas.openxmlformats.org/officeDocument/2006/relationships/customXml" Target="../ink/ink454.xml"/><Relationship Id="rId189" Type="http://schemas.openxmlformats.org/officeDocument/2006/relationships/customXml" Target="../ink/ink502.xml"/><Relationship Id="rId3" Type="http://schemas.openxmlformats.org/officeDocument/2006/relationships/customXml" Target="../ink/ink409.xml"/><Relationship Id="rId214" Type="http://schemas.openxmlformats.org/officeDocument/2006/relationships/image" Target="../media/image522.png"/><Relationship Id="rId235" Type="http://schemas.openxmlformats.org/officeDocument/2006/relationships/customXml" Target="../ink/ink525.xml"/><Relationship Id="rId256" Type="http://schemas.openxmlformats.org/officeDocument/2006/relationships/image" Target="../media/image543.png"/><Relationship Id="rId277" Type="http://schemas.openxmlformats.org/officeDocument/2006/relationships/customXml" Target="../ink/ink546.xml"/><Relationship Id="rId116" Type="http://schemas.openxmlformats.org/officeDocument/2006/relationships/image" Target="../media/image473.png"/><Relationship Id="rId137" Type="http://schemas.openxmlformats.org/officeDocument/2006/relationships/customXml" Target="../ink/ink476.xml"/><Relationship Id="rId158" Type="http://schemas.openxmlformats.org/officeDocument/2006/relationships/image" Target="../media/image494.png"/><Relationship Id="rId20" Type="http://schemas.openxmlformats.org/officeDocument/2006/relationships/image" Target="../media/image425.png"/><Relationship Id="rId41" Type="http://schemas.openxmlformats.org/officeDocument/2006/relationships/customXml" Target="../ink/ink428.xml"/><Relationship Id="rId62" Type="http://schemas.openxmlformats.org/officeDocument/2006/relationships/image" Target="../media/image446.png"/><Relationship Id="rId83" Type="http://schemas.openxmlformats.org/officeDocument/2006/relationships/customXml" Target="../ink/ink449.xml"/><Relationship Id="rId179" Type="http://schemas.openxmlformats.org/officeDocument/2006/relationships/customXml" Target="../ink/ink497.xml"/><Relationship Id="rId190" Type="http://schemas.openxmlformats.org/officeDocument/2006/relationships/image" Target="../media/image510.png"/><Relationship Id="rId204" Type="http://schemas.openxmlformats.org/officeDocument/2006/relationships/image" Target="../media/image517.png"/><Relationship Id="rId225" Type="http://schemas.openxmlformats.org/officeDocument/2006/relationships/customXml" Target="../ink/ink520.xml"/><Relationship Id="rId246" Type="http://schemas.openxmlformats.org/officeDocument/2006/relationships/image" Target="../media/image538.png"/><Relationship Id="rId267" Type="http://schemas.openxmlformats.org/officeDocument/2006/relationships/customXml" Target="../ink/ink541.xml"/><Relationship Id="rId106" Type="http://schemas.openxmlformats.org/officeDocument/2006/relationships/image" Target="../media/image468.png"/><Relationship Id="rId127" Type="http://schemas.openxmlformats.org/officeDocument/2006/relationships/customXml" Target="../ink/ink471.xml"/><Relationship Id="rId10" Type="http://schemas.openxmlformats.org/officeDocument/2006/relationships/image" Target="../media/image420.png"/><Relationship Id="rId31" Type="http://schemas.openxmlformats.org/officeDocument/2006/relationships/customXml" Target="../ink/ink423.xml"/><Relationship Id="rId52" Type="http://schemas.openxmlformats.org/officeDocument/2006/relationships/image" Target="../media/image441.png"/><Relationship Id="rId73" Type="http://schemas.openxmlformats.org/officeDocument/2006/relationships/customXml" Target="../ink/ink444.xml"/><Relationship Id="rId94" Type="http://schemas.openxmlformats.org/officeDocument/2006/relationships/image" Target="../media/image462.png"/><Relationship Id="rId148" Type="http://schemas.openxmlformats.org/officeDocument/2006/relationships/image" Target="../media/image489.png"/><Relationship Id="rId169" Type="http://schemas.openxmlformats.org/officeDocument/2006/relationships/customXml" Target="../ink/ink492.xml"/><Relationship Id="rId4" Type="http://schemas.openxmlformats.org/officeDocument/2006/relationships/image" Target="../media/image417.png"/><Relationship Id="rId180" Type="http://schemas.openxmlformats.org/officeDocument/2006/relationships/image" Target="../media/image505.png"/><Relationship Id="rId215" Type="http://schemas.openxmlformats.org/officeDocument/2006/relationships/customXml" Target="../ink/ink515.xml"/><Relationship Id="rId236" Type="http://schemas.openxmlformats.org/officeDocument/2006/relationships/image" Target="../media/image533.png"/><Relationship Id="rId257" Type="http://schemas.openxmlformats.org/officeDocument/2006/relationships/customXml" Target="../ink/ink536.xml"/><Relationship Id="rId278" Type="http://schemas.openxmlformats.org/officeDocument/2006/relationships/image" Target="../media/image554.png"/><Relationship Id="rId42" Type="http://schemas.openxmlformats.org/officeDocument/2006/relationships/image" Target="../media/image436.png"/><Relationship Id="rId84" Type="http://schemas.openxmlformats.org/officeDocument/2006/relationships/image" Target="../media/image457.png"/><Relationship Id="rId138" Type="http://schemas.openxmlformats.org/officeDocument/2006/relationships/image" Target="../media/image484.png"/><Relationship Id="rId191" Type="http://schemas.openxmlformats.org/officeDocument/2006/relationships/customXml" Target="../ink/ink503.xml"/><Relationship Id="rId205" Type="http://schemas.openxmlformats.org/officeDocument/2006/relationships/customXml" Target="../ink/ink510.xml"/><Relationship Id="rId247" Type="http://schemas.openxmlformats.org/officeDocument/2006/relationships/customXml" Target="../ink/ink531.xml"/><Relationship Id="rId107" Type="http://schemas.openxmlformats.org/officeDocument/2006/relationships/customXml" Target="../ink/ink461.xml"/><Relationship Id="rId11" Type="http://schemas.openxmlformats.org/officeDocument/2006/relationships/customXml" Target="../ink/ink413.xml"/><Relationship Id="rId53" Type="http://schemas.openxmlformats.org/officeDocument/2006/relationships/customXml" Target="../ink/ink434.xml"/><Relationship Id="rId149" Type="http://schemas.openxmlformats.org/officeDocument/2006/relationships/customXml" Target="../ink/ink482.xml"/><Relationship Id="rId95" Type="http://schemas.openxmlformats.org/officeDocument/2006/relationships/customXml" Target="../ink/ink455.xml"/><Relationship Id="rId160" Type="http://schemas.openxmlformats.org/officeDocument/2006/relationships/image" Target="../media/image495.png"/><Relationship Id="rId216" Type="http://schemas.openxmlformats.org/officeDocument/2006/relationships/image" Target="../media/image523.png"/><Relationship Id="rId258" Type="http://schemas.openxmlformats.org/officeDocument/2006/relationships/image" Target="../media/image54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552.xml"/><Relationship Id="rId3" Type="http://schemas.openxmlformats.org/officeDocument/2006/relationships/image" Target="../media/image557.png"/><Relationship Id="rId7" Type="http://schemas.openxmlformats.org/officeDocument/2006/relationships/image" Target="../media/image559.png"/><Relationship Id="rId2" Type="http://schemas.openxmlformats.org/officeDocument/2006/relationships/customXml" Target="../ink/ink54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51.xml"/><Relationship Id="rId5" Type="http://schemas.openxmlformats.org/officeDocument/2006/relationships/image" Target="../media/image558.png"/><Relationship Id="rId4" Type="http://schemas.openxmlformats.org/officeDocument/2006/relationships/customXml" Target="../ink/ink550.xml"/><Relationship Id="rId9" Type="http://schemas.openxmlformats.org/officeDocument/2006/relationships/image" Target="../media/image560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66.png"/><Relationship Id="rId18" Type="http://schemas.openxmlformats.org/officeDocument/2006/relationships/customXml" Target="../ink/ink561.xml"/><Relationship Id="rId26" Type="http://schemas.openxmlformats.org/officeDocument/2006/relationships/customXml" Target="../ink/ink565.xml"/><Relationship Id="rId39" Type="http://schemas.openxmlformats.org/officeDocument/2006/relationships/image" Target="../media/image579.png"/><Relationship Id="rId21" Type="http://schemas.openxmlformats.org/officeDocument/2006/relationships/image" Target="../media/image570.png"/><Relationship Id="rId34" Type="http://schemas.openxmlformats.org/officeDocument/2006/relationships/customXml" Target="../ink/ink569.xml"/><Relationship Id="rId42" Type="http://schemas.openxmlformats.org/officeDocument/2006/relationships/customXml" Target="../ink/ink573.xml"/><Relationship Id="rId47" Type="http://schemas.openxmlformats.org/officeDocument/2006/relationships/image" Target="../media/image583.png"/><Relationship Id="rId50" Type="http://schemas.openxmlformats.org/officeDocument/2006/relationships/customXml" Target="../ink/ink577.xml"/><Relationship Id="rId55" Type="http://schemas.openxmlformats.org/officeDocument/2006/relationships/image" Target="../media/image587.png"/><Relationship Id="rId63" Type="http://schemas.openxmlformats.org/officeDocument/2006/relationships/image" Target="../media/image591.png"/><Relationship Id="rId7" Type="http://schemas.openxmlformats.org/officeDocument/2006/relationships/image" Target="../media/image563.png"/><Relationship Id="rId2" Type="http://schemas.openxmlformats.org/officeDocument/2006/relationships/customXml" Target="../ink/ink553.xml"/><Relationship Id="rId16" Type="http://schemas.openxmlformats.org/officeDocument/2006/relationships/customXml" Target="../ink/ink560.xml"/><Relationship Id="rId29" Type="http://schemas.openxmlformats.org/officeDocument/2006/relationships/image" Target="../media/image574.png"/><Relationship Id="rId11" Type="http://schemas.openxmlformats.org/officeDocument/2006/relationships/image" Target="../media/image565.png"/><Relationship Id="rId24" Type="http://schemas.openxmlformats.org/officeDocument/2006/relationships/customXml" Target="../ink/ink564.xml"/><Relationship Id="rId32" Type="http://schemas.openxmlformats.org/officeDocument/2006/relationships/customXml" Target="../ink/ink568.xml"/><Relationship Id="rId37" Type="http://schemas.openxmlformats.org/officeDocument/2006/relationships/image" Target="../media/image578.png"/><Relationship Id="rId40" Type="http://schemas.openxmlformats.org/officeDocument/2006/relationships/customXml" Target="../ink/ink572.xml"/><Relationship Id="rId45" Type="http://schemas.openxmlformats.org/officeDocument/2006/relationships/image" Target="../media/image582.png"/><Relationship Id="rId53" Type="http://schemas.openxmlformats.org/officeDocument/2006/relationships/image" Target="../media/image586.png"/><Relationship Id="rId58" Type="http://schemas.openxmlformats.org/officeDocument/2006/relationships/customXml" Target="../ink/ink581.xml"/><Relationship Id="rId5" Type="http://schemas.openxmlformats.org/officeDocument/2006/relationships/image" Target="../media/image562.png"/><Relationship Id="rId61" Type="http://schemas.openxmlformats.org/officeDocument/2006/relationships/image" Target="../media/image590.png"/><Relationship Id="rId19" Type="http://schemas.openxmlformats.org/officeDocument/2006/relationships/image" Target="../media/image569.png"/><Relationship Id="rId14" Type="http://schemas.openxmlformats.org/officeDocument/2006/relationships/customXml" Target="../ink/ink559.xml"/><Relationship Id="rId22" Type="http://schemas.openxmlformats.org/officeDocument/2006/relationships/customXml" Target="../ink/ink563.xml"/><Relationship Id="rId27" Type="http://schemas.openxmlformats.org/officeDocument/2006/relationships/image" Target="../media/image573.png"/><Relationship Id="rId30" Type="http://schemas.openxmlformats.org/officeDocument/2006/relationships/customXml" Target="../ink/ink567.xml"/><Relationship Id="rId35" Type="http://schemas.openxmlformats.org/officeDocument/2006/relationships/image" Target="../media/image577.png"/><Relationship Id="rId43" Type="http://schemas.openxmlformats.org/officeDocument/2006/relationships/image" Target="../media/image581.png"/><Relationship Id="rId48" Type="http://schemas.openxmlformats.org/officeDocument/2006/relationships/customXml" Target="../ink/ink576.xml"/><Relationship Id="rId56" Type="http://schemas.openxmlformats.org/officeDocument/2006/relationships/customXml" Target="../ink/ink580.xml"/><Relationship Id="rId8" Type="http://schemas.openxmlformats.org/officeDocument/2006/relationships/customXml" Target="../ink/ink556.xml"/><Relationship Id="rId51" Type="http://schemas.openxmlformats.org/officeDocument/2006/relationships/image" Target="../media/image585.png"/><Relationship Id="rId3" Type="http://schemas.openxmlformats.org/officeDocument/2006/relationships/image" Target="../media/image561.png"/><Relationship Id="rId12" Type="http://schemas.openxmlformats.org/officeDocument/2006/relationships/customXml" Target="../ink/ink558.xml"/><Relationship Id="rId17" Type="http://schemas.openxmlformats.org/officeDocument/2006/relationships/image" Target="../media/image568.png"/><Relationship Id="rId25" Type="http://schemas.openxmlformats.org/officeDocument/2006/relationships/image" Target="../media/image572.png"/><Relationship Id="rId33" Type="http://schemas.openxmlformats.org/officeDocument/2006/relationships/image" Target="../media/image576.png"/><Relationship Id="rId38" Type="http://schemas.openxmlformats.org/officeDocument/2006/relationships/customXml" Target="../ink/ink571.xml"/><Relationship Id="rId46" Type="http://schemas.openxmlformats.org/officeDocument/2006/relationships/customXml" Target="../ink/ink575.xml"/><Relationship Id="rId59" Type="http://schemas.openxmlformats.org/officeDocument/2006/relationships/image" Target="../media/image589.png"/><Relationship Id="rId20" Type="http://schemas.openxmlformats.org/officeDocument/2006/relationships/customXml" Target="../ink/ink562.xml"/><Relationship Id="rId41" Type="http://schemas.openxmlformats.org/officeDocument/2006/relationships/image" Target="../media/image580.png"/><Relationship Id="rId54" Type="http://schemas.openxmlformats.org/officeDocument/2006/relationships/customXml" Target="../ink/ink579.xml"/><Relationship Id="rId62" Type="http://schemas.openxmlformats.org/officeDocument/2006/relationships/customXml" Target="../ink/ink58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55.xml"/><Relationship Id="rId15" Type="http://schemas.openxmlformats.org/officeDocument/2006/relationships/image" Target="../media/image567.png"/><Relationship Id="rId23" Type="http://schemas.openxmlformats.org/officeDocument/2006/relationships/image" Target="../media/image571.png"/><Relationship Id="rId28" Type="http://schemas.openxmlformats.org/officeDocument/2006/relationships/customXml" Target="../ink/ink566.xml"/><Relationship Id="rId36" Type="http://schemas.openxmlformats.org/officeDocument/2006/relationships/customXml" Target="../ink/ink570.xml"/><Relationship Id="rId49" Type="http://schemas.openxmlformats.org/officeDocument/2006/relationships/image" Target="../media/image584.png"/><Relationship Id="rId57" Type="http://schemas.openxmlformats.org/officeDocument/2006/relationships/image" Target="../media/image588.png"/><Relationship Id="rId10" Type="http://schemas.openxmlformats.org/officeDocument/2006/relationships/customXml" Target="../ink/ink557.xml"/><Relationship Id="rId31" Type="http://schemas.openxmlformats.org/officeDocument/2006/relationships/image" Target="../media/image575.png"/><Relationship Id="rId44" Type="http://schemas.openxmlformats.org/officeDocument/2006/relationships/customXml" Target="../ink/ink574.xml"/><Relationship Id="rId52" Type="http://schemas.openxmlformats.org/officeDocument/2006/relationships/customXml" Target="../ink/ink578.xml"/><Relationship Id="rId60" Type="http://schemas.openxmlformats.org/officeDocument/2006/relationships/customXml" Target="../ink/ink582.xml"/><Relationship Id="rId4" Type="http://schemas.openxmlformats.org/officeDocument/2006/relationships/customXml" Target="../ink/ink554.xml"/><Relationship Id="rId9" Type="http://schemas.openxmlformats.org/officeDocument/2006/relationships/image" Target="../media/image56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42.xml"/><Relationship Id="rId299" Type="http://schemas.openxmlformats.org/officeDocument/2006/relationships/customXml" Target="../ink/ink733.xml"/><Relationship Id="rId21" Type="http://schemas.openxmlformats.org/officeDocument/2006/relationships/image" Target="../media/image601.png"/><Relationship Id="rId63" Type="http://schemas.openxmlformats.org/officeDocument/2006/relationships/customXml" Target="../ink/ink615.xml"/><Relationship Id="rId159" Type="http://schemas.openxmlformats.org/officeDocument/2006/relationships/customXml" Target="../ink/ink663.xml"/><Relationship Id="rId324" Type="http://schemas.openxmlformats.org/officeDocument/2006/relationships/image" Target="../media/image752.png"/><Relationship Id="rId366" Type="http://schemas.openxmlformats.org/officeDocument/2006/relationships/image" Target="../media/image773.png"/><Relationship Id="rId170" Type="http://schemas.openxmlformats.org/officeDocument/2006/relationships/image" Target="../media/image675.png"/><Relationship Id="rId226" Type="http://schemas.openxmlformats.org/officeDocument/2006/relationships/image" Target="../media/image703.png"/><Relationship Id="rId433" Type="http://schemas.openxmlformats.org/officeDocument/2006/relationships/customXml" Target="../ink/ink800.xml"/><Relationship Id="rId268" Type="http://schemas.openxmlformats.org/officeDocument/2006/relationships/image" Target="../media/image724.png"/><Relationship Id="rId32" Type="http://schemas.openxmlformats.org/officeDocument/2006/relationships/customXml" Target="../ink/ink599.xml"/><Relationship Id="rId74" Type="http://schemas.openxmlformats.org/officeDocument/2006/relationships/image" Target="../media/image627.png"/><Relationship Id="rId128" Type="http://schemas.openxmlformats.org/officeDocument/2006/relationships/image" Target="../media/image654.png"/><Relationship Id="rId335" Type="http://schemas.openxmlformats.org/officeDocument/2006/relationships/customXml" Target="../ink/ink751.xml"/><Relationship Id="rId377" Type="http://schemas.openxmlformats.org/officeDocument/2006/relationships/customXml" Target="../ink/ink772.xml"/><Relationship Id="rId5" Type="http://schemas.openxmlformats.org/officeDocument/2006/relationships/image" Target="../media/image593.png"/><Relationship Id="rId181" Type="http://schemas.openxmlformats.org/officeDocument/2006/relationships/customXml" Target="../ink/ink674.xml"/><Relationship Id="rId237" Type="http://schemas.openxmlformats.org/officeDocument/2006/relationships/customXml" Target="../ink/ink702.xml"/><Relationship Id="rId402" Type="http://schemas.openxmlformats.org/officeDocument/2006/relationships/image" Target="../media/image791.png"/><Relationship Id="rId279" Type="http://schemas.openxmlformats.org/officeDocument/2006/relationships/customXml" Target="../ink/ink723.xml"/><Relationship Id="rId43" Type="http://schemas.openxmlformats.org/officeDocument/2006/relationships/customXml" Target="../ink/ink605.xml"/><Relationship Id="rId139" Type="http://schemas.openxmlformats.org/officeDocument/2006/relationships/customXml" Target="../ink/ink653.xml"/><Relationship Id="rId290" Type="http://schemas.openxmlformats.org/officeDocument/2006/relationships/image" Target="../media/image735.png"/><Relationship Id="rId304" Type="http://schemas.openxmlformats.org/officeDocument/2006/relationships/image" Target="../media/image742.png"/><Relationship Id="rId346" Type="http://schemas.openxmlformats.org/officeDocument/2006/relationships/image" Target="../media/image763.png"/><Relationship Id="rId388" Type="http://schemas.openxmlformats.org/officeDocument/2006/relationships/image" Target="../media/image784.png"/><Relationship Id="rId85" Type="http://schemas.openxmlformats.org/officeDocument/2006/relationships/customXml" Target="../ink/ink626.xml"/><Relationship Id="rId150" Type="http://schemas.openxmlformats.org/officeDocument/2006/relationships/image" Target="../media/image665.png"/><Relationship Id="rId192" Type="http://schemas.openxmlformats.org/officeDocument/2006/relationships/image" Target="../media/image686.png"/><Relationship Id="rId206" Type="http://schemas.openxmlformats.org/officeDocument/2006/relationships/image" Target="../media/image693.png"/><Relationship Id="rId413" Type="http://schemas.openxmlformats.org/officeDocument/2006/relationships/customXml" Target="../ink/ink790.xml"/><Relationship Id="rId248" Type="http://schemas.openxmlformats.org/officeDocument/2006/relationships/image" Target="../media/image714.png"/><Relationship Id="rId12" Type="http://schemas.openxmlformats.org/officeDocument/2006/relationships/customXml" Target="../ink/ink589.xml"/><Relationship Id="rId108" Type="http://schemas.openxmlformats.org/officeDocument/2006/relationships/image" Target="../media/image644.png"/><Relationship Id="rId315" Type="http://schemas.openxmlformats.org/officeDocument/2006/relationships/customXml" Target="../ink/ink741.xml"/><Relationship Id="rId357" Type="http://schemas.openxmlformats.org/officeDocument/2006/relationships/customXml" Target="../ink/ink762.xml"/><Relationship Id="rId54" Type="http://schemas.openxmlformats.org/officeDocument/2006/relationships/image" Target="../media/image617.png"/><Relationship Id="rId96" Type="http://schemas.openxmlformats.org/officeDocument/2006/relationships/image" Target="../media/image638.png"/><Relationship Id="rId161" Type="http://schemas.openxmlformats.org/officeDocument/2006/relationships/customXml" Target="../ink/ink664.xml"/><Relationship Id="rId217" Type="http://schemas.openxmlformats.org/officeDocument/2006/relationships/customXml" Target="../ink/ink692.xml"/><Relationship Id="rId399" Type="http://schemas.openxmlformats.org/officeDocument/2006/relationships/customXml" Target="../ink/ink783.xml"/><Relationship Id="rId259" Type="http://schemas.openxmlformats.org/officeDocument/2006/relationships/customXml" Target="../ink/ink713.xml"/><Relationship Id="rId424" Type="http://schemas.openxmlformats.org/officeDocument/2006/relationships/image" Target="../media/image802.png"/><Relationship Id="rId23" Type="http://schemas.openxmlformats.org/officeDocument/2006/relationships/image" Target="../media/image602.png"/><Relationship Id="rId119" Type="http://schemas.openxmlformats.org/officeDocument/2006/relationships/customXml" Target="../ink/ink643.xml"/><Relationship Id="rId270" Type="http://schemas.openxmlformats.org/officeDocument/2006/relationships/image" Target="../media/image725.png"/><Relationship Id="rId326" Type="http://schemas.openxmlformats.org/officeDocument/2006/relationships/image" Target="../media/image753.png"/><Relationship Id="rId65" Type="http://schemas.openxmlformats.org/officeDocument/2006/relationships/customXml" Target="../ink/ink616.xml"/><Relationship Id="rId130" Type="http://schemas.openxmlformats.org/officeDocument/2006/relationships/image" Target="../media/image655.png"/><Relationship Id="rId368" Type="http://schemas.openxmlformats.org/officeDocument/2006/relationships/image" Target="../media/image774.png"/><Relationship Id="rId172" Type="http://schemas.openxmlformats.org/officeDocument/2006/relationships/image" Target="../media/image676.png"/><Relationship Id="rId228" Type="http://schemas.openxmlformats.org/officeDocument/2006/relationships/image" Target="../media/image704.png"/><Relationship Id="rId435" Type="http://schemas.openxmlformats.org/officeDocument/2006/relationships/customXml" Target="../ink/ink801.xml"/><Relationship Id="rId281" Type="http://schemas.openxmlformats.org/officeDocument/2006/relationships/customXml" Target="../ink/ink724.xml"/><Relationship Id="rId337" Type="http://schemas.openxmlformats.org/officeDocument/2006/relationships/customXml" Target="../ink/ink752.xml"/><Relationship Id="rId34" Type="http://schemas.openxmlformats.org/officeDocument/2006/relationships/customXml" Target="../ink/ink600.xml"/><Relationship Id="rId76" Type="http://schemas.openxmlformats.org/officeDocument/2006/relationships/image" Target="../media/image628.png"/><Relationship Id="rId141" Type="http://schemas.openxmlformats.org/officeDocument/2006/relationships/customXml" Target="../ink/ink654.xml"/><Relationship Id="rId379" Type="http://schemas.openxmlformats.org/officeDocument/2006/relationships/customXml" Target="../ink/ink773.xml"/><Relationship Id="rId7" Type="http://schemas.openxmlformats.org/officeDocument/2006/relationships/image" Target="../media/image594.png"/><Relationship Id="rId183" Type="http://schemas.openxmlformats.org/officeDocument/2006/relationships/customXml" Target="../ink/ink675.xml"/><Relationship Id="rId239" Type="http://schemas.openxmlformats.org/officeDocument/2006/relationships/customXml" Target="../ink/ink703.xml"/><Relationship Id="rId390" Type="http://schemas.openxmlformats.org/officeDocument/2006/relationships/image" Target="../media/image785.png"/><Relationship Id="rId404" Type="http://schemas.openxmlformats.org/officeDocument/2006/relationships/image" Target="../media/image792.png"/><Relationship Id="rId250" Type="http://schemas.openxmlformats.org/officeDocument/2006/relationships/image" Target="../media/image715.png"/><Relationship Id="rId292" Type="http://schemas.openxmlformats.org/officeDocument/2006/relationships/image" Target="../media/image736.png"/><Relationship Id="rId306" Type="http://schemas.openxmlformats.org/officeDocument/2006/relationships/image" Target="../media/image743.png"/><Relationship Id="rId45" Type="http://schemas.openxmlformats.org/officeDocument/2006/relationships/customXml" Target="../ink/ink606.xml"/><Relationship Id="rId87" Type="http://schemas.openxmlformats.org/officeDocument/2006/relationships/customXml" Target="../ink/ink627.xml"/><Relationship Id="rId110" Type="http://schemas.openxmlformats.org/officeDocument/2006/relationships/image" Target="../media/image645.png"/><Relationship Id="rId348" Type="http://schemas.openxmlformats.org/officeDocument/2006/relationships/image" Target="../media/image764.png"/><Relationship Id="rId152" Type="http://schemas.openxmlformats.org/officeDocument/2006/relationships/image" Target="../media/image666.png"/><Relationship Id="rId194" Type="http://schemas.openxmlformats.org/officeDocument/2006/relationships/image" Target="../media/image687.png"/><Relationship Id="rId208" Type="http://schemas.openxmlformats.org/officeDocument/2006/relationships/image" Target="../media/image694.png"/><Relationship Id="rId415" Type="http://schemas.openxmlformats.org/officeDocument/2006/relationships/customXml" Target="../ink/ink791.xml"/><Relationship Id="rId261" Type="http://schemas.openxmlformats.org/officeDocument/2006/relationships/customXml" Target="../ink/ink714.xml"/><Relationship Id="rId14" Type="http://schemas.openxmlformats.org/officeDocument/2006/relationships/customXml" Target="../ink/ink590.xml"/><Relationship Id="rId56" Type="http://schemas.openxmlformats.org/officeDocument/2006/relationships/image" Target="../media/image618.png"/><Relationship Id="rId317" Type="http://schemas.openxmlformats.org/officeDocument/2006/relationships/customXml" Target="../ink/ink742.xml"/><Relationship Id="rId359" Type="http://schemas.openxmlformats.org/officeDocument/2006/relationships/customXml" Target="../ink/ink763.xml"/><Relationship Id="rId98" Type="http://schemas.openxmlformats.org/officeDocument/2006/relationships/image" Target="../media/image639.png"/><Relationship Id="rId121" Type="http://schemas.openxmlformats.org/officeDocument/2006/relationships/customXml" Target="../ink/ink644.xml"/><Relationship Id="rId163" Type="http://schemas.openxmlformats.org/officeDocument/2006/relationships/customXml" Target="../ink/ink665.xml"/><Relationship Id="rId219" Type="http://schemas.openxmlformats.org/officeDocument/2006/relationships/customXml" Target="../ink/ink693.xml"/><Relationship Id="rId370" Type="http://schemas.openxmlformats.org/officeDocument/2006/relationships/image" Target="../media/image775.png"/><Relationship Id="rId426" Type="http://schemas.openxmlformats.org/officeDocument/2006/relationships/image" Target="../media/image803.png"/><Relationship Id="rId230" Type="http://schemas.openxmlformats.org/officeDocument/2006/relationships/image" Target="../media/image705.png"/><Relationship Id="rId25" Type="http://schemas.openxmlformats.org/officeDocument/2006/relationships/image" Target="../media/image603.png"/><Relationship Id="rId67" Type="http://schemas.openxmlformats.org/officeDocument/2006/relationships/customXml" Target="../ink/ink617.xml"/><Relationship Id="rId272" Type="http://schemas.openxmlformats.org/officeDocument/2006/relationships/image" Target="../media/image726.png"/><Relationship Id="rId328" Type="http://schemas.openxmlformats.org/officeDocument/2006/relationships/image" Target="../media/image754.png"/><Relationship Id="rId132" Type="http://schemas.openxmlformats.org/officeDocument/2006/relationships/image" Target="../media/image656.png"/><Relationship Id="rId174" Type="http://schemas.openxmlformats.org/officeDocument/2006/relationships/image" Target="../media/image677.png"/><Relationship Id="rId381" Type="http://schemas.openxmlformats.org/officeDocument/2006/relationships/customXml" Target="../ink/ink774.xml"/><Relationship Id="rId241" Type="http://schemas.openxmlformats.org/officeDocument/2006/relationships/customXml" Target="../ink/ink704.xml"/><Relationship Id="rId36" Type="http://schemas.openxmlformats.org/officeDocument/2006/relationships/customXml" Target="../ink/ink601.xml"/><Relationship Id="rId283" Type="http://schemas.openxmlformats.org/officeDocument/2006/relationships/customXml" Target="../ink/ink725.xml"/><Relationship Id="rId339" Type="http://schemas.openxmlformats.org/officeDocument/2006/relationships/customXml" Target="../ink/ink753.xml"/><Relationship Id="rId78" Type="http://schemas.openxmlformats.org/officeDocument/2006/relationships/image" Target="../media/image629.png"/><Relationship Id="rId101" Type="http://schemas.openxmlformats.org/officeDocument/2006/relationships/customXml" Target="../ink/ink634.xml"/><Relationship Id="rId143" Type="http://schemas.openxmlformats.org/officeDocument/2006/relationships/customXml" Target="../ink/ink655.xml"/><Relationship Id="rId185" Type="http://schemas.openxmlformats.org/officeDocument/2006/relationships/customXml" Target="../ink/ink676.xml"/><Relationship Id="rId350" Type="http://schemas.openxmlformats.org/officeDocument/2006/relationships/image" Target="../media/image765.png"/><Relationship Id="rId406" Type="http://schemas.openxmlformats.org/officeDocument/2006/relationships/image" Target="../media/image793.png"/><Relationship Id="rId9" Type="http://schemas.openxmlformats.org/officeDocument/2006/relationships/image" Target="../media/image595.png"/><Relationship Id="rId210" Type="http://schemas.openxmlformats.org/officeDocument/2006/relationships/image" Target="../media/image695.png"/><Relationship Id="rId392" Type="http://schemas.openxmlformats.org/officeDocument/2006/relationships/image" Target="../media/image786.png"/><Relationship Id="rId252" Type="http://schemas.openxmlformats.org/officeDocument/2006/relationships/image" Target="../media/image716.png"/><Relationship Id="rId294" Type="http://schemas.openxmlformats.org/officeDocument/2006/relationships/image" Target="../media/image737.png"/><Relationship Id="rId308" Type="http://schemas.openxmlformats.org/officeDocument/2006/relationships/image" Target="../media/image744.png"/><Relationship Id="rId47" Type="http://schemas.openxmlformats.org/officeDocument/2006/relationships/customXml" Target="../ink/ink607.xml"/><Relationship Id="rId89" Type="http://schemas.openxmlformats.org/officeDocument/2006/relationships/customXml" Target="../ink/ink628.xml"/><Relationship Id="rId112" Type="http://schemas.openxmlformats.org/officeDocument/2006/relationships/image" Target="../media/image646.png"/><Relationship Id="rId154" Type="http://schemas.openxmlformats.org/officeDocument/2006/relationships/image" Target="../media/image667.png"/><Relationship Id="rId361" Type="http://schemas.openxmlformats.org/officeDocument/2006/relationships/customXml" Target="../ink/ink764.xml"/><Relationship Id="rId196" Type="http://schemas.openxmlformats.org/officeDocument/2006/relationships/image" Target="../media/image688.png"/><Relationship Id="rId417" Type="http://schemas.openxmlformats.org/officeDocument/2006/relationships/customXml" Target="../ink/ink792.xml"/><Relationship Id="rId16" Type="http://schemas.openxmlformats.org/officeDocument/2006/relationships/customXml" Target="../ink/ink591.xml"/><Relationship Id="rId221" Type="http://schemas.openxmlformats.org/officeDocument/2006/relationships/customXml" Target="../ink/ink694.xml"/><Relationship Id="rId263" Type="http://schemas.openxmlformats.org/officeDocument/2006/relationships/customXml" Target="../ink/ink715.xml"/><Relationship Id="rId319" Type="http://schemas.openxmlformats.org/officeDocument/2006/relationships/customXml" Target="../ink/ink743.xml"/><Relationship Id="rId58" Type="http://schemas.openxmlformats.org/officeDocument/2006/relationships/image" Target="../media/image619.png"/><Relationship Id="rId123" Type="http://schemas.openxmlformats.org/officeDocument/2006/relationships/customXml" Target="../ink/ink645.xml"/><Relationship Id="rId330" Type="http://schemas.openxmlformats.org/officeDocument/2006/relationships/image" Target="../media/image755.png"/><Relationship Id="rId165" Type="http://schemas.openxmlformats.org/officeDocument/2006/relationships/customXml" Target="../ink/ink666.xml"/><Relationship Id="rId372" Type="http://schemas.openxmlformats.org/officeDocument/2006/relationships/image" Target="../media/image776.png"/><Relationship Id="rId428" Type="http://schemas.openxmlformats.org/officeDocument/2006/relationships/image" Target="../media/image804.png"/><Relationship Id="rId232" Type="http://schemas.openxmlformats.org/officeDocument/2006/relationships/image" Target="../media/image706.png"/><Relationship Id="rId274" Type="http://schemas.openxmlformats.org/officeDocument/2006/relationships/image" Target="../media/image727.png"/><Relationship Id="rId27" Type="http://schemas.openxmlformats.org/officeDocument/2006/relationships/image" Target="../media/image604.png"/><Relationship Id="rId69" Type="http://schemas.openxmlformats.org/officeDocument/2006/relationships/customXml" Target="../ink/ink618.xml"/><Relationship Id="rId134" Type="http://schemas.openxmlformats.org/officeDocument/2006/relationships/image" Target="../media/image657.png"/><Relationship Id="rId80" Type="http://schemas.openxmlformats.org/officeDocument/2006/relationships/image" Target="../media/image630.png"/><Relationship Id="rId176" Type="http://schemas.openxmlformats.org/officeDocument/2006/relationships/image" Target="../media/image678.png"/><Relationship Id="rId341" Type="http://schemas.openxmlformats.org/officeDocument/2006/relationships/customXml" Target="../ink/ink754.xml"/><Relationship Id="rId383" Type="http://schemas.openxmlformats.org/officeDocument/2006/relationships/customXml" Target="../ink/ink775.xml"/><Relationship Id="rId201" Type="http://schemas.openxmlformats.org/officeDocument/2006/relationships/customXml" Target="../ink/ink684.xml"/><Relationship Id="rId243" Type="http://schemas.openxmlformats.org/officeDocument/2006/relationships/customXml" Target="../ink/ink705.xml"/><Relationship Id="rId285" Type="http://schemas.openxmlformats.org/officeDocument/2006/relationships/customXml" Target="../ink/ink726.xml"/><Relationship Id="rId38" Type="http://schemas.openxmlformats.org/officeDocument/2006/relationships/customXml" Target="../ink/ink602.xml"/><Relationship Id="rId103" Type="http://schemas.openxmlformats.org/officeDocument/2006/relationships/customXml" Target="../ink/ink635.xml"/><Relationship Id="rId310" Type="http://schemas.openxmlformats.org/officeDocument/2006/relationships/image" Target="../media/image745.png"/><Relationship Id="rId91" Type="http://schemas.openxmlformats.org/officeDocument/2006/relationships/customXml" Target="../ink/ink629.xml"/><Relationship Id="rId145" Type="http://schemas.openxmlformats.org/officeDocument/2006/relationships/customXml" Target="../ink/ink656.xml"/><Relationship Id="rId187" Type="http://schemas.openxmlformats.org/officeDocument/2006/relationships/customXml" Target="../ink/ink677.xml"/><Relationship Id="rId352" Type="http://schemas.openxmlformats.org/officeDocument/2006/relationships/image" Target="../media/image766.png"/><Relationship Id="rId394" Type="http://schemas.openxmlformats.org/officeDocument/2006/relationships/image" Target="../media/image787.png"/><Relationship Id="rId408" Type="http://schemas.openxmlformats.org/officeDocument/2006/relationships/image" Target="../media/image794.png"/><Relationship Id="rId212" Type="http://schemas.openxmlformats.org/officeDocument/2006/relationships/image" Target="../media/image696.png"/><Relationship Id="rId254" Type="http://schemas.openxmlformats.org/officeDocument/2006/relationships/image" Target="../media/image717.png"/><Relationship Id="rId28" Type="http://schemas.openxmlformats.org/officeDocument/2006/relationships/customXml" Target="../ink/ink597.xml"/><Relationship Id="rId49" Type="http://schemas.openxmlformats.org/officeDocument/2006/relationships/customXml" Target="../ink/ink608.xml"/><Relationship Id="rId114" Type="http://schemas.openxmlformats.org/officeDocument/2006/relationships/image" Target="../media/image647.png"/><Relationship Id="rId275" Type="http://schemas.openxmlformats.org/officeDocument/2006/relationships/customXml" Target="../ink/ink721.xml"/><Relationship Id="rId296" Type="http://schemas.openxmlformats.org/officeDocument/2006/relationships/image" Target="../media/image738.png"/><Relationship Id="rId300" Type="http://schemas.openxmlformats.org/officeDocument/2006/relationships/image" Target="../media/image740.png"/><Relationship Id="rId60" Type="http://schemas.openxmlformats.org/officeDocument/2006/relationships/image" Target="../media/image620.png"/><Relationship Id="rId81" Type="http://schemas.openxmlformats.org/officeDocument/2006/relationships/customXml" Target="../ink/ink624.xml"/><Relationship Id="rId135" Type="http://schemas.openxmlformats.org/officeDocument/2006/relationships/customXml" Target="../ink/ink651.xml"/><Relationship Id="rId156" Type="http://schemas.openxmlformats.org/officeDocument/2006/relationships/image" Target="../media/image668.png"/><Relationship Id="rId177" Type="http://schemas.openxmlformats.org/officeDocument/2006/relationships/customXml" Target="../ink/ink672.xml"/><Relationship Id="rId198" Type="http://schemas.openxmlformats.org/officeDocument/2006/relationships/image" Target="../media/image689.png"/><Relationship Id="rId321" Type="http://schemas.openxmlformats.org/officeDocument/2006/relationships/customXml" Target="../ink/ink744.xml"/><Relationship Id="rId342" Type="http://schemas.openxmlformats.org/officeDocument/2006/relationships/image" Target="../media/image761.png"/><Relationship Id="rId363" Type="http://schemas.openxmlformats.org/officeDocument/2006/relationships/customXml" Target="../ink/ink765.xml"/><Relationship Id="rId384" Type="http://schemas.openxmlformats.org/officeDocument/2006/relationships/image" Target="../media/image782.png"/><Relationship Id="rId419" Type="http://schemas.openxmlformats.org/officeDocument/2006/relationships/customXml" Target="../ink/ink793.xml"/><Relationship Id="rId202" Type="http://schemas.openxmlformats.org/officeDocument/2006/relationships/image" Target="../media/image691.png"/><Relationship Id="rId223" Type="http://schemas.openxmlformats.org/officeDocument/2006/relationships/customXml" Target="../ink/ink695.xml"/><Relationship Id="rId244" Type="http://schemas.openxmlformats.org/officeDocument/2006/relationships/image" Target="../media/image712.png"/><Relationship Id="rId430" Type="http://schemas.openxmlformats.org/officeDocument/2006/relationships/image" Target="../media/image805.png"/><Relationship Id="rId18" Type="http://schemas.openxmlformats.org/officeDocument/2006/relationships/customXml" Target="../ink/ink592.xml"/><Relationship Id="rId39" Type="http://schemas.openxmlformats.org/officeDocument/2006/relationships/image" Target="../media/image610.png"/><Relationship Id="rId265" Type="http://schemas.openxmlformats.org/officeDocument/2006/relationships/customXml" Target="../ink/ink716.xml"/><Relationship Id="rId286" Type="http://schemas.openxmlformats.org/officeDocument/2006/relationships/image" Target="../media/image733.png"/><Relationship Id="rId50" Type="http://schemas.openxmlformats.org/officeDocument/2006/relationships/image" Target="../media/image615.png"/><Relationship Id="rId104" Type="http://schemas.openxmlformats.org/officeDocument/2006/relationships/image" Target="../media/image642.png"/><Relationship Id="rId125" Type="http://schemas.openxmlformats.org/officeDocument/2006/relationships/customXml" Target="../ink/ink646.xml"/><Relationship Id="rId146" Type="http://schemas.openxmlformats.org/officeDocument/2006/relationships/image" Target="../media/image663.png"/><Relationship Id="rId167" Type="http://schemas.openxmlformats.org/officeDocument/2006/relationships/customXml" Target="../ink/ink667.xml"/><Relationship Id="rId188" Type="http://schemas.openxmlformats.org/officeDocument/2006/relationships/image" Target="../media/image684.png"/><Relationship Id="rId311" Type="http://schemas.openxmlformats.org/officeDocument/2006/relationships/customXml" Target="../ink/ink739.xml"/><Relationship Id="rId332" Type="http://schemas.openxmlformats.org/officeDocument/2006/relationships/image" Target="../media/image756.png"/><Relationship Id="rId353" Type="http://schemas.openxmlformats.org/officeDocument/2006/relationships/customXml" Target="../ink/ink760.xml"/><Relationship Id="rId374" Type="http://schemas.openxmlformats.org/officeDocument/2006/relationships/image" Target="../media/image777.png"/><Relationship Id="rId395" Type="http://schemas.openxmlformats.org/officeDocument/2006/relationships/customXml" Target="../ink/ink781.xml"/><Relationship Id="rId409" Type="http://schemas.openxmlformats.org/officeDocument/2006/relationships/customXml" Target="../ink/ink788.xml"/><Relationship Id="rId71" Type="http://schemas.openxmlformats.org/officeDocument/2006/relationships/customXml" Target="../ink/ink619.xml"/><Relationship Id="rId92" Type="http://schemas.openxmlformats.org/officeDocument/2006/relationships/image" Target="../media/image636.png"/><Relationship Id="rId213" Type="http://schemas.openxmlformats.org/officeDocument/2006/relationships/customXml" Target="../ink/ink690.xml"/><Relationship Id="rId234" Type="http://schemas.openxmlformats.org/officeDocument/2006/relationships/image" Target="../media/image707.png"/><Relationship Id="rId420" Type="http://schemas.openxmlformats.org/officeDocument/2006/relationships/image" Target="../media/image800.png"/><Relationship Id="rId2" Type="http://schemas.openxmlformats.org/officeDocument/2006/relationships/customXml" Target="../ink/ink584.xml"/><Relationship Id="rId29" Type="http://schemas.openxmlformats.org/officeDocument/2006/relationships/image" Target="../media/image605.png"/><Relationship Id="rId255" Type="http://schemas.openxmlformats.org/officeDocument/2006/relationships/customXml" Target="../ink/ink711.xml"/><Relationship Id="rId276" Type="http://schemas.openxmlformats.org/officeDocument/2006/relationships/image" Target="../media/image728.png"/><Relationship Id="rId297" Type="http://schemas.openxmlformats.org/officeDocument/2006/relationships/customXml" Target="../ink/ink732.xml"/><Relationship Id="rId40" Type="http://schemas.openxmlformats.org/officeDocument/2006/relationships/customXml" Target="../ink/ink603.xml"/><Relationship Id="rId115" Type="http://schemas.openxmlformats.org/officeDocument/2006/relationships/customXml" Target="../ink/ink641.xml"/><Relationship Id="rId136" Type="http://schemas.openxmlformats.org/officeDocument/2006/relationships/image" Target="../media/image658.png"/><Relationship Id="rId157" Type="http://schemas.openxmlformats.org/officeDocument/2006/relationships/customXml" Target="../ink/ink662.xml"/><Relationship Id="rId178" Type="http://schemas.openxmlformats.org/officeDocument/2006/relationships/image" Target="../media/image679.png"/><Relationship Id="rId301" Type="http://schemas.openxmlformats.org/officeDocument/2006/relationships/customXml" Target="../ink/ink734.xml"/><Relationship Id="rId322" Type="http://schemas.openxmlformats.org/officeDocument/2006/relationships/image" Target="../media/image751.png"/><Relationship Id="rId343" Type="http://schemas.openxmlformats.org/officeDocument/2006/relationships/customXml" Target="../ink/ink755.xml"/><Relationship Id="rId364" Type="http://schemas.openxmlformats.org/officeDocument/2006/relationships/image" Target="../media/image772.png"/><Relationship Id="rId61" Type="http://schemas.openxmlformats.org/officeDocument/2006/relationships/customXml" Target="../ink/ink614.xml"/><Relationship Id="rId82" Type="http://schemas.openxmlformats.org/officeDocument/2006/relationships/image" Target="../media/image631.png"/><Relationship Id="rId199" Type="http://schemas.openxmlformats.org/officeDocument/2006/relationships/customXml" Target="../ink/ink683.xml"/><Relationship Id="rId203" Type="http://schemas.openxmlformats.org/officeDocument/2006/relationships/customXml" Target="../ink/ink685.xml"/><Relationship Id="rId385" Type="http://schemas.openxmlformats.org/officeDocument/2006/relationships/customXml" Target="../ink/ink776.xml"/><Relationship Id="rId19" Type="http://schemas.openxmlformats.org/officeDocument/2006/relationships/image" Target="../media/image600.png"/><Relationship Id="rId224" Type="http://schemas.openxmlformats.org/officeDocument/2006/relationships/image" Target="../media/image702.png"/><Relationship Id="rId245" Type="http://schemas.openxmlformats.org/officeDocument/2006/relationships/customXml" Target="../ink/ink706.xml"/><Relationship Id="rId266" Type="http://schemas.openxmlformats.org/officeDocument/2006/relationships/image" Target="../media/image723.png"/><Relationship Id="rId287" Type="http://schemas.openxmlformats.org/officeDocument/2006/relationships/customXml" Target="../ink/ink727.xml"/><Relationship Id="rId410" Type="http://schemas.openxmlformats.org/officeDocument/2006/relationships/image" Target="../media/image795.png"/><Relationship Id="rId431" Type="http://schemas.openxmlformats.org/officeDocument/2006/relationships/customXml" Target="../ink/ink799.xml"/><Relationship Id="rId30" Type="http://schemas.openxmlformats.org/officeDocument/2006/relationships/customXml" Target="../ink/ink598.xml"/><Relationship Id="rId105" Type="http://schemas.openxmlformats.org/officeDocument/2006/relationships/customXml" Target="../ink/ink636.xml"/><Relationship Id="rId126" Type="http://schemas.openxmlformats.org/officeDocument/2006/relationships/image" Target="../media/image653.png"/><Relationship Id="rId147" Type="http://schemas.openxmlformats.org/officeDocument/2006/relationships/customXml" Target="../ink/ink657.xml"/><Relationship Id="rId168" Type="http://schemas.openxmlformats.org/officeDocument/2006/relationships/image" Target="../media/image674.png"/><Relationship Id="rId312" Type="http://schemas.openxmlformats.org/officeDocument/2006/relationships/image" Target="../media/image746.png"/><Relationship Id="rId333" Type="http://schemas.openxmlformats.org/officeDocument/2006/relationships/customXml" Target="../ink/ink750.xml"/><Relationship Id="rId354" Type="http://schemas.openxmlformats.org/officeDocument/2006/relationships/image" Target="../media/image767.png"/><Relationship Id="rId51" Type="http://schemas.openxmlformats.org/officeDocument/2006/relationships/customXml" Target="../ink/ink609.xml"/><Relationship Id="rId72" Type="http://schemas.openxmlformats.org/officeDocument/2006/relationships/image" Target="../media/image626.png"/><Relationship Id="rId93" Type="http://schemas.openxmlformats.org/officeDocument/2006/relationships/customXml" Target="../ink/ink630.xml"/><Relationship Id="rId189" Type="http://schemas.openxmlformats.org/officeDocument/2006/relationships/customXml" Target="../ink/ink678.xml"/><Relationship Id="rId375" Type="http://schemas.openxmlformats.org/officeDocument/2006/relationships/customXml" Target="../ink/ink771.xml"/><Relationship Id="rId396" Type="http://schemas.openxmlformats.org/officeDocument/2006/relationships/image" Target="../media/image788.png"/><Relationship Id="rId3" Type="http://schemas.openxmlformats.org/officeDocument/2006/relationships/image" Target="../media/image592.png"/><Relationship Id="rId214" Type="http://schemas.openxmlformats.org/officeDocument/2006/relationships/image" Target="../media/image697.png"/><Relationship Id="rId235" Type="http://schemas.openxmlformats.org/officeDocument/2006/relationships/customXml" Target="../ink/ink701.xml"/><Relationship Id="rId256" Type="http://schemas.openxmlformats.org/officeDocument/2006/relationships/image" Target="../media/image718.png"/><Relationship Id="rId277" Type="http://schemas.openxmlformats.org/officeDocument/2006/relationships/customXml" Target="../ink/ink722.xml"/><Relationship Id="rId298" Type="http://schemas.openxmlformats.org/officeDocument/2006/relationships/image" Target="../media/image739.png"/><Relationship Id="rId400" Type="http://schemas.openxmlformats.org/officeDocument/2006/relationships/image" Target="../media/image790.png"/><Relationship Id="rId421" Type="http://schemas.openxmlformats.org/officeDocument/2006/relationships/customXml" Target="../ink/ink794.xml"/><Relationship Id="rId116" Type="http://schemas.openxmlformats.org/officeDocument/2006/relationships/image" Target="../media/image648.png"/><Relationship Id="rId137" Type="http://schemas.openxmlformats.org/officeDocument/2006/relationships/customXml" Target="../ink/ink652.xml"/><Relationship Id="rId158" Type="http://schemas.openxmlformats.org/officeDocument/2006/relationships/image" Target="../media/image669.png"/><Relationship Id="rId302" Type="http://schemas.openxmlformats.org/officeDocument/2006/relationships/image" Target="../media/image741.png"/><Relationship Id="rId323" Type="http://schemas.openxmlformats.org/officeDocument/2006/relationships/customXml" Target="../ink/ink745.xml"/><Relationship Id="rId344" Type="http://schemas.openxmlformats.org/officeDocument/2006/relationships/image" Target="../media/image762.png"/><Relationship Id="rId20" Type="http://schemas.openxmlformats.org/officeDocument/2006/relationships/customXml" Target="../ink/ink593.xml"/><Relationship Id="rId41" Type="http://schemas.openxmlformats.org/officeDocument/2006/relationships/customXml" Target="../ink/ink604.xml"/><Relationship Id="rId62" Type="http://schemas.openxmlformats.org/officeDocument/2006/relationships/image" Target="../media/image621.png"/><Relationship Id="rId83" Type="http://schemas.openxmlformats.org/officeDocument/2006/relationships/customXml" Target="../ink/ink625.xml"/><Relationship Id="rId179" Type="http://schemas.openxmlformats.org/officeDocument/2006/relationships/customXml" Target="../ink/ink673.xml"/><Relationship Id="rId365" Type="http://schemas.openxmlformats.org/officeDocument/2006/relationships/customXml" Target="../ink/ink766.xml"/><Relationship Id="rId386" Type="http://schemas.openxmlformats.org/officeDocument/2006/relationships/image" Target="../media/image783.png"/><Relationship Id="rId190" Type="http://schemas.openxmlformats.org/officeDocument/2006/relationships/image" Target="../media/image685.png"/><Relationship Id="rId204" Type="http://schemas.openxmlformats.org/officeDocument/2006/relationships/image" Target="../media/image692.png"/><Relationship Id="rId225" Type="http://schemas.openxmlformats.org/officeDocument/2006/relationships/customXml" Target="../ink/ink696.xml"/><Relationship Id="rId246" Type="http://schemas.openxmlformats.org/officeDocument/2006/relationships/image" Target="../media/image713.png"/><Relationship Id="rId267" Type="http://schemas.openxmlformats.org/officeDocument/2006/relationships/customXml" Target="../ink/ink717.xml"/><Relationship Id="rId288" Type="http://schemas.openxmlformats.org/officeDocument/2006/relationships/image" Target="../media/image734.png"/><Relationship Id="rId411" Type="http://schemas.openxmlformats.org/officeDocument/2006/relationships/customXml" Target="../ink/ink789.xml"/><Relationship Id="rId432" Type="http://schemas.openxmlformats.org/officeDocument/2006/relationships/image" Target="../media/image806.png"/><Relationship Id="rId106" Type="http://schemas.openxmlformats.org/officeDocument/2006/relationships/image" Target="../media/image643.png"/><Relationship Id="rId127" Type="http://schemas.openxmlformats.org/officeDocument/2006/relationships/customXml" Target="../ink/ink647.xml"/><Relationship Id="rId313" Type="http://schemas.openxmlformats.org/officeDocument/2006/relationships/customXml" Target="../ink/ink740.xml"/><Relationship Id="rId10" Type="http://schemas.openxmlformats.org/officeDocument/2006/relationships/customXml" Target="../ink/ink588.xml"/><Relationship Id="rId31" Type="http://schemas.openxmlformats.org/officeDocument/2006/relationships/image" Target="../media/image606.png"/><Relationship Id="rId52" Type="http://schemas.openxmlformats.org/officeDocument/2006/relationships/image" Target="../media/image616.png"/><Relationship Id="rId73" Type="http://schemas.openxmlformats.org/officeDocument/2006/relationships/customXml" Target="../ink/ink620.xml"/><Relationship Id="rId94" Type="http://schemas.openxmlformats.org/officeDocument/2006/relationships/image" Target="../media/image637.png"/><Relationship Id="rId148" Type="http://schemas.openxmlformats.org/officeDocument/2006/relationships/image" Target="../media/image664.png"/><Relationship Id="rId169" Type="http://schemas.openxmlformats.org/officeDocument/2006/relationships/customXml" Target="../ink/ink668.xml"/><Relationship Id="rId334" Type="http://schemas.openxmlformats.org/officeDocument/2006/relationships/image" Target="../media/image757.png"/><Relationship Id="rId355" Type="http://schemas.openxmlformats.org/officeDocument/2006/relationships/customXml" Target="../ink/ink761.xml"/><Relationship Id="rId376" Type="http://schemas.openxmlformats.org/officeDocument/2006/relationships/image" Target="../media/image778.png"/><Relationship Id="rId397" Type="http://schemas.openxmlformats.org/officeDocument/2006/relationships/customXml" Target="../ink/ink782.xml"/><Relationship Id="rId4" Type="http://schemas.openxmlformats.org/officeDocument/2006/relationships/customXml" Target="../ink/ink585.xml"/><Relationship Id="rId180" Type="http://schemas.openxmlformats.org/officeDocument/2006/relationships/image" Target="../media/image680.png"/><Relationship Id="rId215" Type="http://schemas.openxmlformats.org/officeDocument/2006/relationships/customXml" Target="../ink/ink691.xml"/><Relationship Id="rId236" Type="http://schemas.openxmlformats.org/officeDocument/2006/relationships/image" Target="../media/image708.png"/><Relationship Id="rId257" Type="http://schemas.openxmlformats.org/officeDocument/2006/relationships/customXml" Target="../ink/ink712.xml"/><Relationship Id="rId278" Type="http://schemas.openxmlformats.org/officeDocument/2006/relationships/image" Target="../media/image729.png"/><Relationship Id="rId401" Type="http://schemas.openxmlformats.org/officeDocument/2006/relationships/customXml" Target="../ink/ink784.xml"/><Relationship Id="rId422" Type="http://schemas.openxmlformats.org/officeDocument/2006/relationships/image" Target="../media/image801.png"/><Relationship Id="rId303" Type="http://schemas.openxmlformats.org/officeDocument/2006/relationships/customXml" Target="../ink/ink735.xml"/><Relationship Id="rId42" Type="http://schemas.openxmlformats.org/officeDocument/2006/relationships/image" Target="../media/image611.png"/><Relationship Id="rId84" Type="http://schemas.openxmlformats.org/officeDocument/2006/relationships/image" Target="../media/image632.png"/><Relationship Id="rId138" Type="http://schemas.openxmlformats.org/officeDocument/2006/relationships/image" Target="../media/image659.png"/><Relationship Id="rId345" Type="http://schemas.openxmlformats.org/officeDocument/2006/relationships/customXml" Target="../ink/ink756.xml"/><Relationship Id="rId387" Type="http://schemas.openxmlformats.org/officeDocument/2006/relationships/customXml" Target="../ink/ink777.xml"/><Relationship Id="rId191" Type="http://schemas.openxmlformats.org/officeDocument/2006/relationships/customXml" Target="../ink/ink679.xml"/><Relationship Id="rId205" Type="http://schemas.openxmlformats.org/officeDocument/2006/relationships/customXml" Target="../ink/ink686.xml"/><Relationship Id="rId247" Type="http://schemas.openxmlformats.org/officeDocument/2006/relationships/customXml" Target="../ink/ink707.xml"/><Relationship Id="rId412" Type="http://schemas.openxmlformats.org/officeDocument/2006/relationships/image" Target="../media/image796.png"/><Relationship Id="rId107" Type="http://schemas.openxmlformats.org/officeDocument/2006/relationships/customXml" Target="../ink/ink637.xml"/><Relationship Id="rId289" Type="http://schemas.openxmlformats.org/officeDocument/2006/relationships/customXml" Target="../ink/ink728.xml"/><Relationship Id="rId11" Type="http://schemas.openxmlformats.org/officeDocument/2006/relationships/image" Target="../media/image596.png"/><Relationship Id="rId53" Type="http://schemas.openxmlformats.org/officeDocument/2006/relationships/customXml" Target="../ink/ink610.xml"/><Relationship Id="rId149" Type="http://schemas.openxmlformats.org/officeDocument/2006/relationships/customXml" Target="../ink/ink658.xml"/><Relationship Id="rId314" Type="http://schemas.openxmlformats.org/officeDocument/2006/relationships/image" Target="../media/image747.png"/><Relationship Id="rId356" Type="http://schemas.openxmlformats.org/officeDocument/2006/relationships/image" Target="../media/image768.png"/><Relationship Id="rId398" Type="http://schemas.openxmlformats.org/officeDocument/2006/relationships/image" Target="../media/image789.png"/><Relationship Id="rId95" Type="http://schemas.openxmlformats.org/officeDocument/2006/relationships/customXml" Target="../ink/ink631.xml"/><Relationship Id="rId160" Type="http://schemas.openxmlformats.org/officeDocument/2006/relationships/image" Target="../media/image670.png"/><Relationship Id="rId216" Type="http://schemas.openxmlformats.org/officeDocument/2006/relationships/image" Target="../media/image698.png"/><Relationship Id="rId423" Type="http://schemas.openxmlformats.org/officeDocument/2006/relationships/customXml" Target="../ink/ink795.xml"/><Relationship Id="rId258" Type="http://schemas.openxmlformats.org/officeDocument/2006/relationships/image" Target="../media/image719.png"/><Relationship Id="rId22" Type="http://schemas.openxmlformats.org/officeDocument/2006/relationships/customXml" Target="../ink/ink594.xml"/><Relationship Id="rId64" Type="http://schemas.openxmlformats.org/officeDocument/2006/relationships/image" Target="../media/image622.png"/><Relationship Id="rId118" Type="http://schemas.openxmlformats.org/officeDocument/2006/relationships/image" Target="../media/image649.png"/><Relationship Id="rId325" Type="http://schemas.openxmlformats.org/officeDocument/2006/relationships/customXml" Target="../ink/ink746.xml"/><Relationship Id="rId367" Type="http://schemas.openxmlformats.org/officeDocument/2006/relationships/customXml" Target="../ink/ink767.xml"/><Relationship Id="rId171" Type="http://schemas.openxmlformats.org/officeDocument/2006/relationships/customXml" Target="../ink/ink669.xml"/><Relationship Id="rId227" Type="http://schemas.openxmlformats.org/officeDocument/2006/relationships/customXml" Target="../ink/ink697.xml"/><Relationship Id="rId269" Type="http://schemas.openxmlformats.org/officeDocument/2006/relationships/customXml" Target="../ink/ink718.xml"/><Relationship Id="rId434" Type="http://schemas.openxmlformats.org/officeDocument/2006/relationships/image" Target="../media/image807.png"/><Relationship Id="rId33" Type="http://schemas.openxmlformats.org/officeDocument/2006/relationships/image" Target="../media/image607.png"/><Relationship Id="rId129" Type="http://schemas.openxmlformats.org/officeDocument/2006/relationships/customXml" Target="../ink/ink648.xml"/><Relationship Id="rId280" Type="http://schemas.openxmlformats.org/officeDocument/2006/relationships/image" Target="../media/image730.png"/><Relationship Id="rId336" Type="http://schemas.openxmlformats.org/officeDocument/2006/relationships/image" Target="../media/image758.png"/><Relationship Id="rId75" Type="http://schemas.openxmlformats.org/officeDocument/2006/relationships/customXml" Target="../ink/ink621.xml"/><Relationship Id="rId140" Type="http://schemas.openxmlformats.org/officeDocument/2006/relationships/image" Target="../media/image660.png"/><Relationship Id="rId182" Type="http://schemas.openxmlformats.org/officeDocument/2006/relationships/image" Target="../media/image681.png"/><Relationship Id="rId378" Type="http://schemas.openxmlformats.org/officeDocument/2006/relationships/image" Target="../media/image779.png"/><Relationship Id="rId403" Type="http://schemas.openxmlformats.org/officeDocument/2006/relationships/customXml" Target="../ink/ink785.xml"/><Relationship Id="rId6" Type="http://schemas.openxmlformats.org/officeDocument/2006/relationships/customXml" Target="../ink/ink586.xml"/><Relationship Id="rId238" Type="http://schemas.openxmlformats.org/officeDocument/2006/relationships/image" Target="../media/image709.png"/><Relationship Id="rId291" Type="http://schemas.openxmlformats.org/officeDocument/2006/relationships/customXml" Target="../ink/ink729.xml"/><Relationship Id="rId305" Type="http://schemas.openxmlformats.org/officeDocument/2006/relationships/customXml" Target="../ink/ink736.xml"/><Relationship Id="rId347" Type="http://schemas.openxmlformats.org/officeDocument/2006/relationships/customXml" Target="../ink/ink757.xml"/><Relationship Id="rId44" Type="http://schemas.openxmlformats.org/officeDocument/2006/relationships/image" Target="../media/image612.png"/><Relationship Id="rId86" Type="http://schemas.openxmlformats.org/officeDocument/2006/relationships/image" Target="../media/image633.png"/><Relationship Id="rId151" Type="http://schemas.openxmlformats.org/officeDocument/2006/relationships/customXml" Target="../ink/ink659.xml"/><Relationship Id="rId389" Type="http://schemas.openxmlformats.org/officeDocument/2006/relationships/customXml" Target="../ink/ink778.xml"/><Relationship Id="rId193" Type="http://schemas.openxmlformats.org/officeDocument/2006/relationships/customXml" Target="../ink/ink680.xml"/><Relationship Id="rId207" Type="http://schemas.openxmlformats.org/officeDocument/2006/relationships/customXml" Target="../ink/ink687.xml"/><Relationship Id="rId249" Type="http://schemas.openxmlformats.org/officeDocument/2006/relationships/customXml" Target="../ink/ink708.xml"/><Relationship Id="rId414" Type="http://schemas.openxmlformats.org/officeDocument/2006/relationships/image" Target="../media/image797.png"/><Relationship Id="rId13" Type="http://schemas.openxmlformats.org/officeDocument/2006/relationships/image" Target="../media/image597.png"/><Relationship Id="rId109" Type="http://schemas.openxmlformats.org/officeDocument/2006/relationships/customXml" Target="../ink/ink638.xml"/><Relationship Id="rId260" Type="http://schemas.openxmlformats.org/officeDocument/2006/relationships/image" Target="../media/image720.png"/><Relationship Id="rId316" Type="http://schemas.openxmlformats.org/officeDocument/2006/relationships/image" Target="../media/image748.png"/><Relationship Id="rId55" Type="http://schemas.openxmlformats.org/officeDocument/2006/relationships/customXml" Target="../ink/ink611.xml"/><Relationship Id="rId97" Type="http://schemas.openxmlformats.org/officeDocument/2006/relationships/customXml" Target="../ink/ink632.xml"/><Relationship Id="rId120" Type="http://schemas.openxmlformats.org/officeDocument/2006/relationships/image" Target="../media/image650.png"/><Relationship Id="rId358" Type="http://schemas.openxmlformats.org/officeDocument/2006/relationships/image" Target="../media/image769.png"/><Relationship Id="rId162" Type="http://schemas.openxmlformats.org/officeDocument/2006/relationships/image" Target="../media/image671.png"/><Relationship Id="rId218" Type="http://schemas.openxmlformats.org/officeDocument/2006/relationships/image" Target="../media/image699.png"/><Relationship Id="rId425" Type="http://schemas.openxmlformats.org/officeDocument/2006/relationships/customXml" Target="../ink/ink796.xml"/><Relationship Id="rId271" Type="http://schemas.openxmlformats.org/officeDocument/2006/relationships/customXml" Target="../ink/ink719.xml"/><Relationship Id="rId24" Type="http://schemas.openxmlformats.org/officeDocument/2006/relationships/customXml" Target="../ink/ink595.xml"/><Relationship Id="rId66" Type="http://schemas.openxmlformats.org/officeDocument/2006/relationships/image" Target="../media/image623.png"/><Relationship Id="rId131" Type="http://schemas.openxmlformats.org/officeDocument/2006/relationships/customXml" Target="../ink/ink649.xml"/><Relationship Id="rId327" Type="http://schemas.openxmlformats.org/officeDocument/2006/relationships/customXml" Target="../ink/ink747.xml"/><Relationship Id="rId369" Type="http://schemas.openxmlformats.org/officeDocument/2006/relationships/customXml" Target="../ink/ink768.xml"/><Relationship Id="rId173" Type="http://schemas.openxmlformats.org/officeDocument/2006/relationships/customXml" Target="../ink/ink670.xml"/><Relationship Id="rId229" Type="http://schemas.openxmlformats.org/officeDocument/2006/relationships/customXml" Target="../ink/ink698.xml"/><Relationship Id="rId380" Type="http://schemas.openxmlformats.org/officeDocument/2006/relationships/image" Target="../media/image780.png"/><Relationship Id="rId436" Type="http://schemas.openxmlformats.org/officeDocument/2006/relationships/image" Target="../media/image808.png"/><Relationship Id="rId240" Type="http://schemas.openxmlformats.org/officeDocument/2006/relationships/image" Target="../media/image710.png"/><Relationship Id="rId35" Type="http://schemas.openxmlformats.org/officeDocument/2006/relationships/image" Target="../media/image608.png"/><Relationship Id="rId77" Type="http://schemas.openxmlformats.org/officeDocument/2006/relationships/customXml" Target="../ink/ink622.xml"/><Relationship Id="rId100" Type="http://schemas.openxmlformats.org/officeDocument/2006/relationships/image" Target="../media/image640.png"/><Relationship Id="rId282" Type="http://schemas.openxmlformats.org/officeDocument/2006/relationships/image" Target="../media/image731.png"/><Relationship Id="rId338" Type="http://schemas.openxmlformats.org/officeDocument/2006/relationships/image" Target="../media/image759.png"/><Relationship Id="rId8" Type="http://schemas.openxmlformats.org/officeDocument/2006/relationships/customXml" Target="../ink/ink587.xml"/><Relationship Id="rId142" Type="http://schemas.openxmlformats.org/officeDocument/2006/relationships/image" Target="../media/image661.png"/><Relationship Id="rId184" Type="http://schemas.openxmlformats.org/officeDocument/2006/relationships/image" Target="../media/image682.png"/><Relationship Id="rId391" Type="http://schemas.openxmlformats.org/officeDocument/2006/relationships/customXml" Target="../ink/ink779.xml"/><Relationship Id="rId405" Type="http://schemas.openxmlformats.org/officeDocument/2006/relationships/customXml" Target="../ink/ink786.xml"/><Relationship Id="rId251" Type="http://schemas.openxmlformats.org/officeDocument/2006/relationships/customXml" Target="../ink/ink709.xml"/><Relationship Id="rId46" Type="http://schemas.openxmlformats.org/officeDocument/2006/relationships/image" Target="../media/image613.png"/><Relationship Id="rId293" Type="http://schemas.openxmlformats.org/officeDocument/2006/relationships/customXml" Target="../ink/ink730.xml"/><Relationship Id="rId307" Type="http://schemas.openxmlformats.org/officeDocument/2006/relationships/customXml" Target="../ink/ink737.xml"/><Relationship Id="rId349" Type="http://schemas.openxmlformats.org/officeDocument/2006/relationships/customXml" Target="../ink/ink758.xml"/><Relationship Id="rId88" Type="http://schemas.openxmlformats.org/officeDocument/2006/relationships/image" Target="../media/image634.png"/><Relationship Id="rId111" Type="http://schemas.openxmlformats.org/officeDocument/2006/relationships/customXml" Target="../ink/ink639.xml"/><Relationship Id="rId153" Type="http://schemas.openxmlformats.org/officeDocument/2006/relationships/customXml" Target="../ink/ink660.xml"/><Relationship Id="rId195" Type="http://schemas.openxmlformats.org/officeDocument/2006/relationships/customXml" Target="../ink/ink681.xml"/><Relationship Id="rId209" Type="http://schemas.openxmlformats.org/officeDocument/2006/relationships/customXml" Target="../ink/ink688.xml"/><Relationship Id="rId360" Type="http://schemas.openxmlformats.org/officeDocument/2006/relationships/image" Target="../media/image770.png"/><Relationship Id="rId416" Type="http://schemas.openxmlformats.org/officeDocument/2006/relationships/image" Target="../media/image798.png"/><Relationship Id="rId220" Type="http://schemas.openxmlformats.org/officeDocument/2006/relationships/image" Target="../media/image700.png"/><Relationship Id="rId15" Type="http://schemas.openxmlformats.org/officeDocument/2006/relationships/image" Target="../media/image598.png"/><Relationship Id="rId57" Type="http://schemas.openxmlformats.org/officeDocument/2006/relationships/customXml" Target="../ink/ink612.xml"/><Relationship Id="rId262" Type="http://schemas.openxmlformats.org/officeDocument/2006/relationships/image" Target="../media/image721.png"/><Relationship Id="rId318" Type="http://schemas.openxmlformats.org/officeDocument/2006/relationships/image" Target="../media/image749.png"/><Relationship Id="rId99" Type="http://schemas.openxmlformats.org/officeDocument/2006/relationships/customXml" Target="../ink/ink633.xml"/><Relationship Id="rId122" Type="http://schemas.openxmlformats.org/officeDocument/2006/relationships/image" Target="../media/image651.png"/><Relationship Id="rId164" Type="http://schemas.openxmlformats.org/officeDocument/2006/relationships/image" Target="../media/image672.png"/><Relationship Id="rId371" Type="http://schemas.openxmlformats.org/officeDocument/2006/relationships/customXml" Target="../ink/ink769.xml"/><Relationship Id="rId427" Type="http://schemas.openxmlformats.org/officeDocument/2006/relationships/customXml" Target="../ink/ink797.xml"/><Relationship Id="rId26" Type="http://schemas.openxmlformats.org/officeDocument/2006/relationships/customXml" Target="../ink/ink596.xml"/><Relationship Id="rId231" Type="http://schemas.openxmlformats.org/officeDocument/2006/relationships/customXml" Target="../ink/ink699.xml"/><Relationship Id="rId273" Type="http://schemas.openxmlformats.org/officeDocument/2006/relationships/customXml" Target="../ink/ink720.xml"/><Relationship Id="rId329" Type="http://schemas.openxmlformats.org/officeDocument/2006/relationships/customXml" Target="../ink/ink748.xml"/><Relationship Id="rId68" Type="http://schemas.openxmlformats.org/officeDocument/2006/relationships/image" Target="../media/image624.png"/><Relationship Id="rId133" Type="http://schemas.openxmlformats.org/officeDocument/2006/relationships/customXml" Target="../ink/ink650.xml"/><Relationship Id="rId175" Type="http://schemas.openxmlformats.org/officeDocument/2006/relationships/customXml" Target="../ink/ink671.xml"/><Relationship Id="rId340" Type="http://schemas.openxmlformats.org/officeDocument/2006/relationships/image" Target="../media/image760.png"/><Relationship Id="rId200" Type="http://schemas.openxmlformats.org/officeDocument/2006/relationships/image" Target="../media/image690.png"/><Relationship Id="rId382" Type="http://schemas.openxmlformats.org/officeDocument/2006/relationships/image" Target="../media/image781.png"/><Relationship Id="rId242" Type="http://schemas.openxmlformats.org/officeDocument/2006/relationships/image" Target="../media/image711.png"/><Relationship Id="rId284" Type="http://schemas.openxmlformats.org/officeDocument/2006/relationships/image" Target="../media/image732.png"/><Relationship Id="rId37" Type="http://schemas.openxmlformats.org/officeDocument/2006/relationships/image" Target="../media/image609.png"/><Relationship Id="rId79" Type="http://schemas.openxmlformats.org/officeDocument/2006/relationships/customXml" Target="../ink/ink623.xml"/><Relationship Id="rId102" Type="http://schemas.openxmlformats.org/officeDocument/2006/relationships/image" Target="../media/image641.png"/><Relationship Id="rId144" Type="http://schemas.openxmlformats.org/officeDocument/2006/relationships/image" Target="../media/image662.png"/><Relationship Id="rId90" Type="http://schemas.openxmlformats.org/officeDocument/2006/relationships/image" Target="../media/image635.png"/><Relationship Id="rId186" Type="http://schemas.openxmlformats.org/officeDocument/2006/relationships/image" Target="../media/image683.png"/><Relationship Id="rId351" Type="http://schemas.openxmlformats.org/officeDocument/2006/relationships/customXml" Target="../ink/ink759.xml"/><Relationship Id="rId393" Type="http://schemas.openxmlformats.org/officeDocument/2006/relationships/customXml" Target="../ink/ink780.xml"/><Relationship Id="rId407" Type="http://schemas.openxmlformats.org/officeDocument/2006/relationships/customXml" Target="../ink/ink787.xml"/><Relationship Id="rId211" Type="http://schemas.openxmlformats.org/officeDocument/2006/relationships/customXml" Target="../ink/ink689.xml"/><Relationship Id="rId253" Type="http://schemas.openxmlformats.org/officeDocument/2006/relationships/customXml" Target="../ink/ink710.xml"/><Relationship Id="rId295" Type="http://schemas.openxmlformats.org/officeDocument/2006/relationships/customXml" Target="../ink/ink731.xml"/><Relationship Id="rId309" Type="http://schemas.openxmlformats.org/officeDocument/2006/relationships/customXml" Target="../ink/ink738.xml"/><Relationship Id="rId48" Type="http://schemas.openxmlformats.org/officeDocument/2006/relationships/image" Target="../media/image614.png"/><Relationship Id="rId113" Type="http://schemas.openxmlformats.org/officeDocument/2006/relationships/customXml" Target="../ink/ink640.xml"/><Relationship Id="rId320" Type="http://schemas.openxmlformats.org/officeDocument/2006/relationships/image" Target="../media/image750.png"/><Relationship Id="rId155" Type="http://schemas.openxmlformats.org/officeDocument/2006/relationships/customXml" Target="../ink/ink661.xml"/><Relationship Id="rId197" Type="http://schemas.openxmlformats.org/officeDocument/2006/relationships/customXml" Target="../ink/ink682.xml"/><Relationship Id="rId362" Type="http://schemas.openxmlformats.org/officeDocument/2006/relationships/image" Target="../media/image771.png"/><Relationship Id="rId418" Type="http://schemas.openxmlformats.org/officeDocument/2006/relationships/image" Target="../media/image799.png"/><Relationship Id="rId222" Type="http://schemas.openxmlformats.org/officeDocument/2006/relationships/image" Target="../media/image701.png"/><Relationship Id="rId264" Type="http://schemas.openxmlformats.org/officeDocument/2006/relationships/image" Target="../media/image722.png"/><Relationship Id="rId17" Type="http://schemas.openxmlformats.org/officeDocument/2006/relationships/image" Target="../media/image599.png"/><Relationship Id="rId59" Type="http://schemas.openxmlformats.org/officeDocument/2006/relationships/customXml" Target="../ink/ink613.xml"/><Relationship Id="rId124" Type="http://schemas.openxmlformats.org/officeDocument/2006/relationships/image" Target="../media/image652.png"/><Relationship Id="rId70" Type="http://schemas.openxmlformats.org/officeDocument/2006/relationships/image" Target="../media/image625.png"/><Relationship Id="rId166" Type="http://schemas.openxmlformats.org/officeDocument/2006/relationships/image" Target="../media/image673.png"/><Relationship Id="rId331" Type="http://schemas.openxmlformats.org/officeDocument/2006/relationships/customXml" Target="../ink/ink749.xml"/><Relationship Id="rId373" Type="http://schemas.openxmlformats.org/officeDocument/2006/relationships/customXml" Target="../ink/ink770.xml"/><Relationship Id="rId429" Type="http://schemas.openxmlformats.org/officeDocument/2006/relationships/customXml" Target="../ink/ink798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700.xml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13.xml"/><Relationship Id="rId21" Type="http://schemas.openxmlformats.org/officeDocument/2006/relationships/image" Target="../media/image819.png"/><Relationship Id="rId42" Type="http://schemas.openxmlformats.org/officeDocument/2006/relationships/customXml" Target="../ink/ink821.xml"/><Relationship Id="rId47" Type="http://schemas.openxmlformats.org/officeDocument/2006/relationships/image" Target="../media/image832.png"/><Relationship Id="rId63" Type="http://schemas.openxmlformats.org/officeDocument/2006/relationships/image" Target="../media/image840.png"/><Relationship Id="rId68" Type="http://schemas.openxmlformats.org/officeDocument/2006/relationships/customXml" Target="../ink/ink834.xml"/><Relationship Id="rId84" Type="http://schemas.openxmlformats.org/officeDocument/2006/relationships/customXml" Target="../ink/ink842.xml"/><Relationship Id="rId89" Type="http://schemas.openxmlformats.org/officeDocument/2006/relationships/image" Target="../media/image853.png"/><Relationship Id="rId112" Type="http://schemas.openxmlformats.org/officeDocument/2006/relationships/customXml" Target="../ink/ink856.xml"/><Relationship Id="rId16" Type="http://schemas.openxmlformats.org/officeDocument/2006/relationships/customXml" Target="../ink/ink808.xml"/><Relationship Id="rId107" Type="http://schemas.openxmlformats.org/officeDocument/2006/relationships/image" Target="../media/image862.png"/><Relationship Id="rId11" Type="http://schemas.openxmlformats.org/officeDocument/2006/relationships/image" Target="../media/image814.png"/><Relationship Id="rId32" Type="http://schemas.openxmlformats.org/officeDocument/2006/relationships/customXml" Target="../ink/ink816.xml"/><Relationship Id="rId37" Type="http://schemas.openxmlformats.org/officeDocument/2006/relationships/image" Target="../media/image827.png"/><Relationship Id="rId53" Type="http://schemas.openxmlformats.org/officeDocument/2006/relationships/image" Target="../media/image835.png"/><Relationship Id="rId58" Type="http://schemas.openxmlformats.org/officeDocument/2006/relationships/customXml" Target="../ink/ink829.xml"/><Relationship Id="rId74" Type="http://schemas.openxmlformats.org/officeDocument/2006/relationships/customXml" Target="../ink/ink837.xml"/><Relationship Id="rId79" Type="http://schemas.openxmlformats.org/officeDocument/2006/relationships/image" Target="../media/image848.png"/><Relationship Id="rId102" Type="http://schemas.openxmlformats.org/officeDocument/2006/relationships/customXml" Target="../ink/ink851.xml"/><Relationship Id="rId5" Type="http://schemas.openxmlformats.org/officeDocument/2006/relationships/image" Target="../media/image811.png"/><Relationship Id="rId90" Type="http://schemas.openxmlformats.org/officeDocument/2006/relationships/customXml" Target="../ink/ink845.xml"/><Relationship Id="rId95" Type="http://schemas.openxmlformats.org/officeDocument/2006/relationships/image" Target="../media/image856.png"/><Relationship Id="rId22" Type="http://schemas.openxmlformats.org/officeDocument/2006/relationships/customXml" Target="../ink/ink811.xml"/><Relationship Id="rId27" Type="http://schemas.openxmlformats.org/officeDocument/2006/relationships/image" Target="../media/image822.png"/><Relationship Id="rId43" Type="http://schemas.openxmlformats.org/officeDocument/2006/relationships/image" Target="../media/image830.png"/><Relationship Id="rId48" Type="http://schemas.openxmlformats.org/officeDocument/2006/relationships/customXml" Target="../ink/ink824.xml"/><Relationship Id="rId64" Type="http://schemas.openxmlformats.org/officeDocument/2006/relationships/customXml" Target="../ink/ink832.xml"/><Relationship Id="rId69" Type="http://schemas.openxmlformats.org/officeDocument/2006/relationships/image" Target="../media/image843.png"/><Relationship Id="rId113" Type="http://schemas.openxmlformats.org/officeDocument/2006/relationships/image" Target="../media/image865.png"/><Relationship Id="rId80" Type="http://schemas.openxmlformats.org/officeDocument/2006/relationships/customXml" Target="../ink/ink840.xml"/><Relationship Id="rId85" Type="http://schemas.openxmlformats.org/officeDocument/2006/relationships/image" Target="../media/image851.png"/><Relationship Id="rId12" Type="http://schemas.openxmlformats.org/officeDocument/2006/relationships/customXml" Target="../ink/ink806.xml"/><Relationship Id="rId17" Type="http://schemas.openxmlformats.org/officeDocument/2006/relationships/image" Target="../media/image817.png"/><Relationship Id="rId33" Type="http://schemas.openxmlformats.org/officeDocument/2006/relationships/image" Target="../media/image825.png"/><Relationship Id="rId38" Type="http://schemas.openxmlformats.org/officeDocument/2006/relationships/customXml" Target="../ink/ink819.xml"/><Relationship Id="rId59" Type="http://schemas.openxmlformats.org/officeDocument/2006/relationships/image" Target="../media/image838.png"/><Relationship Id="rId103" Type="http://schemas.openxmlformats.org/officeDocument/2006/relationships/image" Target="../media/image860.png"/><Relationship Id="rId108" Type="http://schemas.openxmlformats.org/officeDocument/2006/relationships/customXml" Target="../ink/ink854.xml"/><Relationship Id="rId54" Type="http://schemas.openxmlformats.org/officeDocument/2006/relationships/customXml" Target="../ink/ink827.xml"/><Relationship Id="rId70" Type="http://schemas.openxmlformats.org/officeDocument/2006/relationships/customXml" Target="../ink/ink835.xml"/><Relationship Id="rId75" Type="http://schemas.openxmlformats.org/officeDocument/2006/relationships/image" Target="../media/image846.png"/><Relationship Id="rId91" Type="http://schemas.openxmlformats.org/officeDocument/2006/relationships/image" Target="../media/image854.png"/><Relationship Id="rId96" Type="http://schemas.openxmlformats.org/officeDocument/2006/relationships/customXml" Target="../ink/ink84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03.xml"/><Relationship Id="rId15" Type="http://schemas.openxmlformats.org/officeDocument/2006/relationships/image" Target="../media/image816.png"/><Relationship Id="rId23" Type="http://schemas.openxmlformats.org/officeDocument/2006/relationships/image" Target="../media/image820.png"/><Relationship Id="rId28" Type="http://schemas.openxmlformats.org/officeDocument/2006/relationships/customXml" Target="../ink/ink814.xml"/><Relationship Id="rId36" Type="http://schemas.openxmlformats.org/officeDocument/2006/relationships/customXml" Target="../ink/ink818.xml"/><Relationship Id="rId49" Type="http://schemas.openxmlformats.org/officeDocument/2006/relationships/image" Target="../media/image833.png"/><Relationship Id="rId57" Type="http://schemas.openxmlformats.org/officeDocument/2006/relationships/image" Target="../media/image837.png"/><Relationship Id="rId106" Type="http://schemas.openxmlformats.org/officeDocument/2006/relationships/customXml" Target="../ink/ink853.xml"/><Relationship Id="rId114" Type="http://schemas.openxmlformats.org/officeDocument/2006/relationships/customXml" Target="../ink/ink857.xml"/><Relationship Id="rId10" Type="http://schemas.openxmlformats.org/officeDocument/2006/relationships/customXml" Target="../ink/ink805.xml"/><Relationship Id="rId31" Type="http://schemas.openxmlformats.org/officeDocument/2006/relationships/image" Target="../media/image824.png"/><Relationship Id="rId44" Type="http://schemas.openxmlformats.org/officeDocument/2006/relationships/customXml" Target="../ink/ink822.xml"/><Relationship Id="rId52" Type="http://schemas.openxmlformats.org/officeDocument/2006/relationships/customXml" Target="../ink/ink826.xml"/><Relationship Id="rId60" Type="http://schemas.openxmlformats.org/officeDocument/2006/relationships/customXml" Target="../ink/ink830.xml"/><Relationship Id="rId65" Type="http://schemas.openxmlformats.org/officeDocument/2006/relationships/image" Target="../media/image841.png"/><Relationship Id="rId73" Type="http://schemas.openxmlformats.org/officeDocument/2006/relationships/image" Target="../media/image845.png"/><Relationship Id="rId78" Type="http://schemas.openxmlformats.org/officeDocument/2006/relationships/customXml" Target="../ink/ink839.xml"/><Relationship Id="rId81" Type="http://schemas.openxmlformats.org/officeDocument/2006/relationships/image" Target="../media/image849.png"/><Relationship Id="rId86" Type="http://schemas.openxmlformats.org/officeDocument/2006/relationships/customXml" Target="../ink/ink843.xml"/><Relationship Id="rId94" Type="http://schemas.openxmlformats.org/officeDocument/2006/relationships/customXml" Target="../ink/ink847.xml"/><Relationship Id="rId99" Type="http://schemas.openxmlformats.org/officeDocument/2006/relationships/image" Target="../media/image858.png"/><Relationship Id="rId101" Type="http://schemas.openxmlformats.org/officeDocument/2006/relationships/image" Target="../media/image859.png"/><Relationship Id="rId4" Type="http://schemas.openxmlformats.org/officeDocument/2006/relationships/customXml" Target="../ink/ink802.xml"/><Relationship Id="rId9" Type="http://schemas.openxmlformats.org/officeDocument/2006/relationships/image" Target="../media/image813.png"/><Relationship Id="rId13" Type="http://schemas.openxmlformats.org/officeDocument/2006/relationships/image" Target="../media/image815.png"/><Relationship Id="rId18" Type="http://schemas.openxmlformats.org/officeDocument/2006/relationships/customXml" Target="../ink/ink809.xml"/><Relationship Id="rId39" Type="http://schemas.openxmlformats.org/officeDocument/2006/relationships/image" Target="../media/image828.png"/><Relationship Id="rId109" Type="http://schemas.openxmlformats.org/officeDocument/2006/relationships/image" Target="../media/image863.png"/><Relationship Id="rId34" Type="http://schemas.openxmlformats.org/officeDocument/2006/relationships/customXml" Target="../ink/ink817.xml"/><Relationship Id="rId50" Type="http://schemas.openxmlformats.org/officeDocument/2006/relationships/customXml" Target="../ink/ink825.xml"/><Relationship Id="rId55" Type="http://schemas.openxmlformats.org/officeDocument/2006/relationships/image" Target="../media/image836.png"/><Relationship Id="rId76" Type="http://schemas.openxmlformats.org/officeDocument/2006/relationships/customXml" Target="../ink/ink838.xml"/><Relationship Id="rId97" Type="http://schemas.openxmlformats.org/officeDocument/2006/relationships/image" Target="../media/image857.png"/><Relationship Id="rId104" Type="http://schemas.openxmlformats.org/officeDocument/2006/relationships/customXml" Target="../ink/ink852.xml"/><Relationship Id="rId7" Type="http://schemas.openxmlformats.org/officeDocument/2006/relationships/image" Target="../media/image812.png"/><Relationship Id="rId71" Type="http://schemas.openxmlformats.org/officeDocument/2006/relationships/image" Target="../media/image844.png"/><Relationship Id="rId92" Type="http://schemas.openxmlformats.org/officeDocument/2006/relationships/customXml" Target="../ink/ink846.xml"/><Relationship Id="rId2" Type="http://schemas.openxmlformats.org/officeDocument/2006/relationships/image" Target="../media/image809.png"/><Relationship Id="rId29" Type="http://schemas.openxmlformats.org/officeDocument/2006/relationships/image" Target="../media/image823.png"/><Relationship Id="rId24" Type="http://schemas.openxmlformats.org/officeDocument/2006/relationships/customXml" Target="../ink/ink812.xml"/><Relationship Id="rId40" Type="http://schemas.openxmlformats.org/officeDocument/2006/relationships/customXml" Target="../ink/ink820.xml"/><Relationship Id="rId45" Type="http://schemas.openxmlformats.org/officeDocument/2006/relationships/image" Target="../media/image831.png"/><Relationship Id="rId66" Type="http://schemas.openxmlformats.org/officeDocument/2006/relationships/customXml" Target="../ink/ink833.xml"/><Relationship Id="rId87" Type="http://schemas.openxmlformats.org/officeDocument/2006/relationships/image" Target="../media/image852.png"/><Relationship Id="rId110" Type="http://schemas.openxmlformats.org/officeDocument/2006/relationships/customXml" Target="../ink/ink855.xml"/><Relationship Id="rId115" Type="http://schemas.openxmlformats.org/officeDocument/2006/relationships/image" Target="../media/image866.png"/><Relationship Id="rId61" Type="http://schemas.openxmlformats.org/officeDocument/2006/relationships/image" Target="../media/image839.png"/><Relationship Id="rId82" Type="http://schemas.openxmlformats.org/officeDocument/2006/relationships/customXml" Target="../ink/ink841.xml"/><Relationship Id="rId19" Type="http://schemas.openxmlformats.org/officeDocument/2006/relationships/image" Target="../media/image818.png"/><Relationship Id="rId14" Type="http://schemas.openxmlformats.org/officeDocument/2006/relationships/customXml" Target="../ink/ink807.xml"/><Relationship Id="rId30" Type="http://schemas.openxmlformats.org/officeDocument/2006/relationships/customXml" Target="../ink/ink815.xml"/><Relationship Id="rId35" Type="http://schemas.openxmlformats.org/officeDocument/2006/relationships/image" Target="../media/image826.png"/><Relationship Id="rId56" Type="http://schemas.openxmlformats.org/officeDocument/2006/relationships/customXml" Target="../ink/ink828.xml"/><Relationship Id="rId77" Type="http://schemas.openxmlformats.org/officeDocument/2006/relationships/image" Target="../media/image847.png"/><Relationship Id="rId100" Type="http://schemas.openxmlformats.org/officeDocument/2006/relationships/customXml" Target="../ink/ink850.xml"/><Relationship Id="rId105" Type="http://schemas.openxmlformats.org/officeDocument/2006/relationships/image" Target="../media/image861.png"/><Relationship Id="rId8" Type="http://schemas.openxmlformats.org/officeDocument/2006/relationships/customXml" Target="../ink/ink804.xml"/><Relationship Id="rId51" Type="http://schemas.openxmlformats.org/officeDocument/2006/relationships/image" Target="../media/image834.png"/><Relationship Id="rId72" Type="http://schemas.openxmlformats.org/officeDocument/2006/relationships/customXml" Target="../ink/ink836.xml"/><Relationship Id="rId93" Type="http://schemas.openxmlformats.org/officeDocument/2006/relationships/image" Target="../media/image855.png"/><Relationship Id="rId98" Type="http://schemas.openxmlformats.org/officeDocument/2006/relationships/customXml" Target="../ink/ink849.xml"/><Relationship Id="rId3" Type="http://schemas.openxmlformats.org/officeDocument/2006/relationships/image" Target="../media/image810.png"/><Relationship Id="rId25" Type="http://schemas.openxmlformats.org/officeDocument/2006/relationships/image" Target="../media/image821.png"/><Relationship Id="rId46" Type="http://schemas.openxmlformats.org/officeDocument/2006/relationships/customXml" Target="../ink/ink823.xml"/><Relationship Id="rId67" Type="http://schemas.openxmlformats.org/officeDocument/2006/relationships/image" Target="../media/image842.png"/><Relationship Id="rId20" Type="http://schemas.openxmlformats.org/officeDocument/2006/relationships/customXml" Target="../ink/ink810.xml"/><Relationship Id="rId41" Type="http://schemas.openxmlformats.org/officeDocument/2006/relationships/image" Target="../media/image829.png"/><Relationship Id="rId62" Type="http://schemas.openxmlformats.org/officeDocument/2006/relationships/customXml" Target="../ink/ink831.xml"/><Relationship Id="rId83" Type="http://schemas.openxmlformats.org/officeDocument/2006/relationships/image" Target="../media/image850.png"/><Relationship Id="rId88" Type="http://schemas.openxmlformats.org/officeDocument/2006/relationships/customXml" Target="../ink/ink844.xml"/><Relationship Id="rId111" Type="http://schemas.openxmlformats.org/officeDocument/2006/relationships/image" Target="../media/image864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24.png"/><Relationship Id="rId671" Type="http://schemas.openxmlformats.org/officeDocument/2006/relationships/image" Target="../media/image1201.png"/><Relationship Id="rId21" Type="http://schemas.openxmlformats.org/officeDocument/2006/relationships/image" Target="../media/image876.png"/><Relationship Id="rId324" Type="http://schemas.openxmlformats.org/officeDocument/2006/relationships/customXml" Target="../ink/ink1019.xml"/><Relationship Id="rId531" Type="http://schemas.openxmlformats.org/officeDocument/2006/relationships/image" Target="../media/image1131.png"/><Relationship Id="rId629" Type="http://schemas.openxmlformats.org/officeDocument/2006/relationships/image" Target="../media/image1180.png"/><Relationship Id="rId170" Type="http://schemas.openxmlformats.org/officeDocument/2006/relationships/customXml" Target="../ink/ink942.xml"/><Relationship Id="rId268" Type="http://schemas.openxmlformats.org/officeDocument/2006/relationships/customXml" Target="../ink/ink991.xml"/><Relationship Id="rId475" Type="http://schemas.openxmlformats.org/officeDocument/2006/relationships/image" Target="../media/image1103.png"/><Relationship Id="rId682" Type="http://schemas.openxmlformats.org/officeDocument/2006/relationships/customXml" Target="../ink/ink1198.xml"/><Relationship Id="rId32" Type="http://schemas.openxmlformats.org/officeDocument/2006/relationships/customXml" Target="../ink/ink873.xml"/><Relationship Id="rId128" Type="http://schemas.openxmlformats.org/officeDocument/2006/relationships/customXml" Target="../ink/ink921.xml"/><Relationship Id="rId335" Type="http://schemas.openxmlformats.org/officeDocument/2006/relationships/image" Target="../media/image1033.png"/><Relationship Id="rId542" Type="http://schemas.openxmlformats.org/officeDocument/2006/relationships/customXml" Target="../ink/ink1128.xml"/><Relationship Id="rId181" Type="http://schemas.openxmlformats.org/officeDocument/2006/relationships/image" Target="../media/image956.png"/><Relationship Id="rId402" Type="http://schemas.openxmlformats.org/officeDocument/2006/relationships/customXml" Target="../ink/ink1058.xml"/><Relationship Id="rId279" Type="http://schemas.openxmlformats.org/officeDocument/2006/relationships/image" Target="../media/image1005.png"/><Relationship Id="rId486" Type="http://schemas.openxmlformats.org/officeDocument/2006/relationships/customXml" Target="../ink/ink1100.xml"/><Relationship Id="rId693" Type="http://schemas.openxmlformats.org/officeDocument/2006/relationships/image" Target="../media/image1212.png"/><Relationship Id="rId707" Type="http://schemas.openxmlformats.org/officeDocument/2006/relationships/image" Target="../media/image1219.png"/><Relationship Id="rId43" Type="http://schemas.openxmlformats.org/officeDocument/2006/relationships/image" Target="../media/image887.png"/><Relationship Id="rId139" Type="http://schemas.openxmlformats.org/officeDocument/2006/relationships/image" Target="../media/image935.png"/><Relationship Id="rId346" Type="http://schemas.openxmlformats.org/officeDocument/2006/relationships/customXml" Target="../ink/ink1030.xml"/><Relationship Id="rId553" Type="http://schemas.openxmlformats.org/officeDocument/2006/relationships/image" Target="../media/image1142.png"/><Relationship Id="rId192" Type="http://schemas.openxmlformats.org/officeDocument/2006/relationships/customXml" Target="../ink/ink953.xml"/><Relationship Id="rId206" Type="http://schemas.openxmlformats.org/officeDocument/2006/relationships/customXml" Target="../ink/ink960.xml"/><Relationship Id="rId413" Type="http://schemas.openxmlformats.org/officeDocument/2006/relationships/image" Target="../media/image1072.png"/><Relationship Id="rId497" Type="http://schemas.openxmlformats.org/officeDocument/2006/relationships/image" Target="../media/image1114.png"/><Relationship Id="rId620" Type="http://schemas.openxmlformats.org/officeDocument/2006/relationships/customXml" Target="../ink/ink1167.xml"/><Relationship Id="rId718" Type="http://schemas.openxmlformats.org/officeDocument/2006/relationships/customXml" Target="../ink/ink1216.xml"/><Relationship Id="rId357" Type="http://schemas.openxmlformats.org/officeDocument/2006/relationships/image" Target="../media/image1044.png"/><Relationship Id="rId54" Type="http://schemas.openxmlformats.org/officeDocument/2006/relationships/customXml" Target="../ink/ink884.xml"/><Relationship Id="rId217" Type="http://schemas.openxmlformats.org/officeDocument/2006/relationships/image" Target="../media/image974.png"/><Relationship Id="rId564" Type="http://schemas.openxmlformats.org/officeDocument/2006/relationships/customXml" Target="../ink/ink1139.xml"/><Relationship Id="rId424" Type="http://schemas.openxmlformats.org/officeDocument/2006/relationships/customXml" Target="../ink/ink1069.xml"/><Relationship Id="rId631" Type="http://schemas.openxmlformats.org/officeDocument/2006/relationships/image" Target="../media/image1181.png"/><Relationship Id="rId729" Type="http://schemas.openxmlformats.org/officeDocument/2006/relationships/image" Target="../media/image1230.png"/><Relationship Id="rId270" Type="http://schemas.openxmlformats.org/officeDocument/2006/relationships/customXml" Target="../ink/ink992.xml"/><Relationship Id="rId65" Type="http://schemas.openxmlformats.org/officeDocument/2006/relationships/image" Target="../media/image898.png"/><Relationship Id="rId130" Type="http://schemas.openxmlformats.org/officeDocument/2006/relationships/customXml" Target="../ink/ink922.xml"/><Relationship Id="rId368" Type="http://schemas.openxmlformats.org/officeDocument/2006/relationships/customXml" Target="../ink/ink1041.xml"/><Relationship Id="rId575" Type="http://schemas.openxmlformats.org/officeDocument/2006/relationships/image" Target="../media/image1153.png"/><Relationship Id="rId228" Type="http://schemas.openxmlformats.org/officeDocument/2006/relationships/customXml" Target="../ink/ink971.xml"/><Relationship Id="rId435" Type="http://schemas.openxmlformats.org/officeDocument/2006/relationships/image" Target="../media/image1083.png"/><Relationship Id="rId642" Type="http://schemas.openxmlformats.org/officeDocument/2006/relationships/customXml" Target="../ink/ink1178.xml"/><Relationship Id="rId281" Type="http://schemas.openxmlformats.org/officeDocument/2006/relationships/image" Target="../media/image1006.png"/><Relationship Id="rId502" Type="http://schemas.openxmlformats.org/officeDocument/2006/relationships/customXml" Target="../ink/ink1108.xml"/><Relationship Id="rId76" Type="http://schemas.openxmlformats.org/officeDocument/2006/relationships/customXml" Target="../ink/ink895.xml"/><Relationship Id="rId141" Type="http://schemas.openxmlformats.org/officeDocument/2006/relationships/image" Target="../media/image936.png"/><Relationship Id="rId379" Type="http://schemas.openxmlformats.org/officeDocument/2006/relationships/image" Target="../media/image1055.png"/><Relationship Id="rId586" Type="http://schemas.openxmlformats.org/officeDocument/2006/relationships/customXml" Target="../ink/ink1150.xml"/><Relationship Id="rId7" Type="http://schemas.openxmlformats.org/officeDocument/2006/relationships/image" Target="../media/image869.png"/><Relationship Id="rId239" Type="http://schemas.openxmlformats.org/officeDocument/2006/relationships/image" Target="../media/image985.png"/><Relationship Id="rId446" Type="http://schemas.openxmlformats.org/officeDocument/2006/relationships/customXml" Target="../ink/ink1080.xml"/><Relationship Id="rId653" Type="http://schemas.openxmlformats.org/officeDocument/2006/relationships/image" Target="../media/image1192.png"/><Relationship Id="rId292" Type="http://schemas.openxmlformats.org/officeDocument/2006/relationships/customXml" Target="../ink/ink1003.xml"/><Relationship Id="rId306" Type="http://schemas.openxmlformats.org/officeDocument/2006/relationships/customXml" Target="../ink/ink1010.xml"/><Relationship Id="rId87" Type="http://schemas.openxmlformats.org/officeDocument/2006/relationships/image" Target="../media/image909.png"/><Relationship Id="rId513" Type="http://schemas.openxmlformats.org/officeDocument/2006/relationships/image" Target="../media/image1122.png"/><Relationship Id="rId597" Type="http://schemas.openxmlformats.org/officeDocument/2006/relationships/image" Target="../media/image1164.png"/><Relationship Id="rId720" Type="http://schemas.openxmlformats.org/officeDocument/2006/relationships/customXml" Target="../ink/ink1217.xml"/><Relationship Id="rId152" Type="http://schemas.openxmlformats.org/officeDocument/2006/relationships/customXml" Target="../ink/ink933.xml"/><Relationship Id="rId457" Type="http://schemas.openxmlformats.org/officeDocument/2006/relationships/image" Target="../media/image1094.png"/><Relationship Id="rId664" Type="http://schemas.openxmlformats.org/officeDocument/2006/relationships/customXml" Target="../ink/ink1189.xml"/><Relationship Id="rId14" Type="http://schemas.openxmlformats.org/officeDocument/2006/relationships/customXml" Target="../ink/ink864.xml"/><Relationship Id="rId317" Type="http://schemas.openxmlformats.org/officeDocument/2006/relationships/image" Target="../media/image1024.png"/><Relationship Id="rId524" Type="http://schemas.openxmlformats.org/officeDocument/2006/relationships/customXml" Target="../ink/ink1119.xml"/><Relationship Id="rId731" Type="http://schemas.openxmlformats.org/officeDocument/2006/relationships/image" Target="../media/image1231.png"/><Relationship Id="rId98" Type="http://schemas.openxmlformats.org/officeDocument/2006/relationships/customXml" Target="../ink/ink906.xml"/><Relationship Id="rId163" Type="http://schemas.openxmlformats.org/officeDocument/2006/relationships/image" Target="../media/image947.png"/><Relationship Id="rId370" Type="http://schemas.openxmlformats.org/officeDocument/2006/relationships/customXml" Target="../ink/ink1042.xml"/><Relationship Id="rId230" Type="http://schemas.openxmlformats.org/officeDocument/2006/relationships/customXml" Target="../ink/ink972.xml"/><Relationship Id="rId468" Type="http://schemas.openxmlformats.org/officeDocument/2006/relationships/customXml" Target="../ink/ink1091.xml"/><Relationship Id="rId675" Type="http://schemas.openxmlformats.org/officeDocument/2006/relationships/image" Target="../media/image1203.png"/><Relationship Id="rId25" Type="http://schemas.openxmlformats.org/officeDocument/2006/relationships/image" Target="../media/image878.png"/><Relationship Id="rId328" Type="http://schemas.openxmlformats.org/officeDocument/2006/relationships/customXml" Target="../ink/ink1021.xml"/><Relationship Id="rId535" Type="http://schemas.openxmlformats.org/officeDocument/2006/relationships/image" Target="../media/image1133.png"/><Relationship Id="rId174" Type="http://schemas.openxmlformats.org/officeDocument/2006/relationships/customXml" Target="../ink/ink944.xml"/><Relationship Id="rId381" Type="http://schemas.openxmlformats.org/officeDocument/2006/relationships/image" Target="../media/image1056.png"/><Relationship Id="rId602" Type="http://schemas.openxmlformats.org/officeDocument/2006/relationships/customXml" Target="../ink/ink1158.xml"/><Relationship Id="rId241" Type="http://schemas.openxmlformats.org/officeDocument/2006/relationships/image" Target="../media/image986.png"/><Relationship Id="rId479" Type="http://schemas.openxmlformats.org/officeDocument/2006/relationships/image" Target="../media/image1105.png"/><Relationship Id="rId686" Type="http://schemas.openxmlformats.org/officeDocument/2006/relationships/customXml" Target="../ink/ink1200.xml"/><Relationship Id="rId36" Type="http://schemas.openxmlformats.org/officeDocument/2006/relationships/customXml" Target="../ink/ink875.xml"/><Relationship Id="rId339" Type="http://schemas.openxmlformats.org/officeDocument/2006/relationships/image" Target="../media/image1035.png"/><Relationship Id="rId546" Type="http://schemas.openxmlformats.org/officeDocument/2006/relationships/customXml" Target="../ink/ink1130.xml"/><Relationship Id="rId101" Type="http://schemas.openxmlformats.org/officeDocument/2006/relationships/image" Target="../media/image916.png"/><Relationship Id="rId185" Type="http://schemas.openxmlformats.org/officeDocument/2006/relationships/image" Target="../media/image958.png"/><Relationship Id="rId406" Type="http://schemas.openxmlformats.org/officeDocument/2006/relationships/customXml" Target="../ink/ink1060.xml"/><Relationship Id="rId392" Type="http://schemas.openxmlformats.org/officeDocument/2006/relationships/customXml" Target="../ink/ink1053.xml"/><Relationship Id="rId613" Type="http://schemas.openxmlformats.org/officeDocument/2006/relationships/image" Target="../media/image1172.png"/><Relationship Id="rId697" Type="http://schemas.openxmlformats.org/officeDocument/2006/relationships/image" Target="../media/image1214.png"/><Relationship Id="rId252" Type="http://schemas.openxmlformats.org/officeDocument/2006/relationships/customXml" Target="../ink/ink983.xml"/><Relationship Id="rId47" Type="http://schemas.openxmlformats.org/officeDocument/2006/relationships/image" Target="../media/image889.png"/><Relationship Id="rId112" Type="http://schemas.openxmlformats.org/officeDocument/2006/relationships/customXml" Target="../ink/ink913.xml"/><Relationship Id="rId557" Type="http://schemas.openxmlformats.org/officeDocument/2006/relationships/image" Target="../media/image1144.png"/><Relationship Id="rId196" Type="http://schemas.openxmlformats.org/officeDocument/2006/relationships/customXml" Target="../ink/ink955.xml"/><Relationship Id="rId417" Type="http://schemas.openxmlformats.org/officeDocument/2006/relationships/image" Target="../media/image1074.png"/><Relationship Id="rId624" Type="http://schemas.openxmlformats.org/officeDocument/2006/relationships/customXml" Target="../ink/ink1169.xml"/><Relationship Id="rId263" Type="http://schemas.openxmlformats.org/officeDocument/2006/relationships/image" Target="../media/image997.png"/><Relationship Id="rId470" Type="http://schemas.openxmlformats.org/officeDocument/2006/relationships/customXml" Target="../ink/ink1092.xml"/><Relationship Id="rId58" Type="http://schemas.openxmlformats.org/officeDocument/2006/relationships/customXml" Target="../ink/ink886.xml"/><Relationship Id="rId123" Type="http://schemas.openxmlformats.org/officeDocument/2006/relationships/image" Target="../media/image927.png"/><Relationship Id="rId330" Type="http://schemas.openxmlformats.org/officeDocument/2006/relationships/customXml" Target="../ink/ink1022.xml"/><Relationship Id="rId568" Type="http://schemas.openxmlformats.org/officeDocument/2006/relationships/customXml" Target="../ink/ink1141.xml"/><Relationship Id="rId428" Type="http://schemas.openxmlformats.org/officeDocument/2006/relationships/customXml" Target="../ink/ink1071.xml"/><Relationship Id="rId635" Type="http://schemas.openxmlformats.org/officeDocument/2006/relationships/image" Target="../media/image1183.png"/><Relationship Id="rId274" Type="http://schemas.openxmlformats.org/officeDocument/2006/relationships/customXml" Target="../ink/ink994.xml"/><Relationship Id="rId481" Type="http://schemas.openxmlformats.org/officeDocument/2006/relationships/image" Target="../media/image1106.png"/><Relationship Id="rId702" Type="http://schemas.openxmlformats.org/officeDocument/2006/relationships/customXml" Target="../ink/ink1208.xml"/><Relationship Id="rId69" Type="http://schemas.openxmlformats.org/officeDocument/2006/relationships/image" Target="../media/image900.png"/><Relationship Id="rId134" Type="http://schemas.openxmlformats.org/officeDocument/2006/relationships/customXml" Target="../ink/ink924.xml"/><Relationship Id="rId579" Type="http://schemas.openxmlformats.org/officeDocument/2006/relationships/image" Target="../media/image1155.png"/><Relationship Id="rId341" Type="http://schemas.openxmlformats.org/officeDocument/2006/relationships/image" Target="../media/image1036.png"/><Relationship Id="rId439" Type="http://schemas.openxmlformats.org/officeDocument/2006/relationships/image" Target="../media/image1085.png"/><Relationship Id="rId646" Type="http://schemas.openxmlformats.org/officeDocument/2006/relationships/customXml" Target="../ink/ink1180.xml"/><Relationship Id="rId201" Type="http://schemas.openxmlformats.org/officeDocument/2006/relationships/image" Target="../media/image966.png"/><Relationship Id="rId285" Type="http://schemas.openxmlformats.org/officeDocument/2006/relationships/image" Target="../media/image1008.png"/><Relationship Id="rId506" Type="http://schemas.openxmlformats.org/officeDocument/2006/relationships/customXml" Target="../ink/ink1110.xml"/><Relationship Id="rId492" Type="http://schemas.openxmlformats.org/officeDocument/2006/relationships/customXml" Target="../ink/ink1103.xml"/><Relationship Id="rId713" Type="http://schemas.openxmlformats.org/officeDocument/2006/relationships/image" Target="../media/image1222.png"/><Relationship Id="rId145" Type="http://schemas.openxmlformats.org/officeDocument/2006/relationships/image" Target="../media/image938.png"/><Relationship Id="rId352" Type="http://schemas.openxmlformats.org/officeDocument/2006/relationships/customXml" Target="../ink/ink1033.xml"/><Relationship Id="rId212" Type="http://schemas.openxmlformats.org/officeDocument/2006/relationships/customXml" Target="../ink/ink963.xml"/><Relationship Id="rId657" Type="http://schemas.openxmlformats.org/officeDocument/2006/relationships/image" Target="../media/image1194.png"/><Relationship Id="rId296" Type="http://schemas.openxmlformats.org/officeDocument/2006/relationships/customXml" Target="../ink/ink1005.xml"/><Relationship Id="rId517" Type="http://schemas.openxmlformats.org/officeDocument/2006/relationships/image" Target="../media/image1124.png"/><Relationship Id="rId724" Type="http://schemas.openxmlformats.org/officeDocument/2006/relationships/customXml" Target="../ink/ink1219.xml"/><Relationship Id="rId60" Type="http://schemas.openxmlformats.org/officeDocument/2006/relationships/customXml" Target="../ink/ink887.xml"/><Relationship Id="rId156" Type="http://schemas.openxmlformats.org/officeDocument/2006/relationships/customXml" Target="../ink/ink935.xml"/><Relationship Id="rId363" Type="http://schemas.openxmlformats.org/officeDocument/2006/relationships/image" Target="../media/image1047.png"/><Relationship Id="rId570" Type="http://schemas.openxmlformats.org/officeDocument/2006/relationships/customXml" Target="../ink/ink1142.xml"/><Relationship Id="rId223" Type="http://schemas.openxmlformats.org/officeDocument/2006/relationships/image" Target="../media/image977.png"/><Relationship Id="rId430" Type="http://schemas.openxmlformats.org/officeDocument/2006/relationships/customXml" Target="../ink/ink1072.xml"/><Relationship Id="rId668" Type="http://schemas.openxmlformats.org/officeDocument/2006/relationships/customXml" Target="../ink/ink1191.xml"/><Relationship Id="rId18" Type="http://schemas.openxmlformats.org/officeDocument/2006/relationships/customXml" Target="../ink/ink866.xml"/><Relationship Id="rId528" Type="http://schemas.openxmlformats.org/officeDocument/2006/relationships/customXml" Target="../ink/ink1121.xml"/><Relationship Id="rId735" Type="http://schemas.openxmlformats.org/officeDocument/2006/relationships/image" Target="../media/image1233.png"/><Relationship Id="rId167" Type="http://schemas.openxmlformats.org/officeDocument/2006/relationships/image" Target="../media/image949.png"/><Relationship Id="rId374" Type="http://schemas.openxmlformats.org/officeDocument/2006/relationships/customXml" Target="../ink/ink1044.xml"/><Relationship Id="rId581" Type="http://schemas.openxmlformats.org/officeDocument/2006/relationships/image" Target="../media/image1156.png"/><Relationship Id="rId71" Type="http://schemas.openxmlformats.org/officeDocument/2006/relationships/image" Target="../media/image901.png"/><Relationship Id="rId234" Type="http://schemas.openxmlformats.org/officeDocument/2006/relationships/customXml" Target="../ink/ink974.xml"/><Relationship Id="rId679" Type="http://schemas.openxmlformats.org/officeDocument/2006/relationships/image" Target="../media/image1205.png"/><Relationship Id="rId2" Type="http://schemas.openxmlformats.org/officeDocument/2006/relationships/customXml" Target="../ink/ink858.xml"/><Relationship Id="rId29" Type="http://schemas.openxmlformats.org/officeDocument/2006/relationships/image" Target="../media/image880.png"/><Relationship Id="rId441" Type="http://schemas.openxmlformats.org/officeDocument/2006/relationships/image" Target="../media/image1086.png"/><Relationship Id="rId539" Type="http://schemas.openxmlformats.org/officeDocument/2006/relationships/image" Target="../media/image1135.png"/><Relationship Id="rId178" Type="http://schemas.openxmlformats.org/officeDocument/2006/relationships/customXml" Target="../ink/ink946.xml"/><Relationship Id="rId301" Type="http://schemas.openxmlformats.org/officeDocument/2006/relationships/image" Target="../media/image1016.png"/><Relationship Id="rId82" Type="http://schemas.openxmlformats.org/officeDocument/2006/relationships/customXml" Target="../ink/ink898.xml"/><Relationship Id="rId385" Type="http://schemas.openxmlformats.org/officeDocument/2006/relationships/image" Target="../media/image1058.png"/><Relationship Id="rId592" Type="http://schemas.openxmlformats.org/officeDocument/2006/relationships/customXml" Target="../ink/ink1153.xml"/><Relationship Id="rId606" Type="http://schemas.openxmlformats.org/officeDocument/2006/relationships/customXml" Target="../ink/ink1160.xml"/><Relationship Id="rId245" Type="http://schemas.openxmlformats.org/officeDocument/2006/relationships/image" Target="../media/image988.png"/><Relationship Id="rId452" Type="http://schemas.openxmlformats.org/officeDocument/2006/relationships/customXml" Target="../ink/ink1083.xml"/><Relationship Id="rId105" Type="http://schemas.openxmlformats.org/officeDocument/2006/relationships/image" Target="../media/image918.png"/><Relationship Id="rId312" Type="http://schemas.openxmlformats.org/officeDocument/2006/relationships/customXml" Target="../ink/ink1013.xml"/><Relationship Id="rId93" Type="http://schemas.openxmlformats.org/officeDocument/2006/relationships/image" Target="../media/image912.png"/><Relationship Id="rId189" Type="http://schemas.openxmlformats.org/officeDocument/2006/relationships/image" Target="../media/image960.png"/><Relationship Id="rId396" Type="http://schemas.openxmlformats.org/officeDocument/2006/relationships/customXml" Target="../ink/ink1055.xml"/><Relationship Id="rId617" Type="http://schemas.openxmlformats.org/officeDocument/2006/relationships/image" Target="../media/image1174.png"/><Relationship Id="rId256" Type="http://schemas.openxmlformats.org/officeDocument/2006/relationships/customXml" Target="../ink/ink985.xml"/><Relationship Id="rId463" Type="http://schemas.openxmlformats.org/officeDocument/2006/relationships/image" Target="../media/image1097.png"/><Relationship Id="rId670" Type="http://schemas.openxmlformats.org/officeDocument/2006/relationships/customXml" Target="../ink/ink1192.xml"/><Relationship Id="rId116" Type="http://schemas.openxmlformats.org/officeDocument/2006/relationships/customXml" Target="../ink/ink915.xml"/><Relationship Id="rId158" Type="http://schemas.openxmlformats.org/officeDocument/2006/relationships/customXml" Target="../ink/ink936.xml"/><Relationship Id="rId323" Type="http://schemas.openxmlformats.org/officeDocument/2006/relationships/image" Target="../media/image1027.png"/><Relationship Id="rId530" Type="http://schemas.openxmlformats.org/officeDocument/2006/relationships/customXml" Target="../ink/ink1122.xml"/><Relationship Id="rId726" Type="http://schemas.openxmlformats.org/officeDocument/2006/relationships/customXml" Target="../ink/ink1220.xml"/><Relationship Id="rId20" Type="http://schemas.openxmlformats.org/officeDocument/2006/relationships/customXml" Target="../ink/ink867.xml"/><Relationship Id="rId62" Type="http://schemas.openxmlformats.org/officeDocument/2006/relationships/customXml" Target="../ink/ink888.xml"/><Relationship Id="rId365" Type="http://schemas.openxmlformats.org/officeDocument/2006/relationships/image" Target="../media/image1048.png"/><Relationship Id="rId572" Type="http://schemas.openxmlformats.org/officeDocument/2006/relationships/customXml" Target="../ink/ink1143.xml"/><Relationship Id="rId628" Type="http://schemas.openxmlformats.org/officeDocument/2006/relationships/customXml" Target="../ink/ink1171.xml"/><Relationship Id="rId225" Type="http://schemas.openxmlformats.org/officeDocument/2006/relationships/image" Target="../media/image978.png"/><Relationship Id="rId267" Type="http://schemas.openxmlformats.org/officeDocument/2006/relationships/image" Target="../media/image999.png"/><Relationship Id="rId432" Type="http://schemas.openxmlformats.org/officeDocument/2006/relationships/customXml" Target="../ink/ink1073.xml"/><Relationship Id="rId474" Type="http://schemas.openxmlformats.org/officeDocument/2006/relationships/customXml" Target="../ink/ink1094.xml"/><Relationship Id="rId127" Type="http://schemas.openxmlformats.org/officeDocument/2006/relationships/image" Target="../media/image929.png"/><Relationship Id="rId681" Type="http://schemas.openxmlformats.org/officeDocument/2006/relationships/image" Target="../media/image1206.png"/><Relationship Id="rId737" Type="http://schemas.openxmlformats.org/officeDocument/2006/relationships/image" Target="../media/image1234.png"/><Relationship Id="rId31" Type="http://schemas.openxmlformats.org/officeDocument/2006/relationships/image" Target="../media/image881.png"/><Relationship Id="rId73" Type="http://schemas.openxmlformats.org/officeDocument/2006/relationships/image" Target="../media/image902.png"/><Relationship Id="rId169" Type="http://schemas.openxmlformats.org/officeDocument/2006/relationships/image" Target="../media/image950.png"/><Relationship Id="rId334" Type="http://schemas.openxmlformats.org/officeDocument/2006/relationships/customXml" Target="../ink/ink1024.xml"/><Relationship Id="rId376" Type="http://schemas.openxmlformats.org/officeDocument/2006/relationships/customXml" Target="../ink/ink1045.xml"/><Relationship Id="rId541" Type="http://schemas.openxmlformats.org/officeDocument/2006/relationships/image" Target="../media/image1136.png"/><Relationship Id="rId583" Type="http://schemas.openxmlformats.org/officeDocument/2006/relationships/image" Target="../media/image1157.png"/><Relationship Id="rId639" Type="http://schemas.openxmlformats.org/officeDocument/2006/relationships/image" Target="../media/image1185.png"/><Relationship Id="rId4" Type="http://schemas.openxmlformats.org/officeDocument/2006/relationships/customXml" Target="../ink/ink859.xml"/><Relationship Id="rId180" Type="http://schemas.openxmlformats.org/officeDocument/2006/relationships/customXml" Target="../ink/ink947.xml"/><Relationship Id="rId236" Type="http://schemas.openxmlformats.org/officeDocument/2006/relationships/customXml" Target="../ink/ink975.xml"/><Relationship Id="rId278" Type="http://schemas.openxmlformats.org/officeDocument/2006/relationships/customXml" Target="../ink/ink996.xml"/><Relationship Id="rId401" Type="http://schemas.openxmlformats.org/officeDocument/2006/relationships/image" Target="../media/image1066.png"/><Relationship Id="rId443" Type="http://schemas.openxmlformats.org/officeDocument/2006/relationships/image" Target="../media/image1087.png"/><Relationship Id="rId650" Type="http://schemas.openxmlformats.org/officeDocument/2006/relationships/customXml" Target="../ink/ink1182.xml"/><Relationship Id="rId303" Type="http://schemas.openxmlformats.org/officeDocument/2006/relationships/image" Target="../media/image1017.png"/><Relationship Id="rId485" Type="http://schemas.openxmlformats.org/officeDocument/2006/relationships/image" Target="../media/image1108.png"/><Relationship Id="rId692" Type="http://schemas.openxmlformats.org/officeDocument/2006/relationships/customXml" Target="../ink/ink1203.xml"/><Relationship Id="rId706" Type="http://schemas.openxmlformats.org/officeDocument/2006/relationships/customXml" Target="../ink/ink1210.xml"/><Relationship Id="rId42" Type="http://schemas.openxmlformats.org/officeDocument/2006/relationships/customXml" Target="../ink/ink878.xml"/><Relationship Id="rId84" Type="http://schemas.openxmlformats.org/officeDocument/2006/relationships/customXml" Target="../ink/ink899.xml"/><Relationship Id="rId138" Type="http://schemas.openxmlformats.org/officeDocument/2006/relationships/customXml" Target="../ink/ink926.xml"/><Relationship Id="rId345" Type="http://schemas.openxmlformats.org/officeDocument/2006/relationships/image" Target="../media/image1038.png"/><Relationship Id="rId387" Type="http://schemas.openxmlformats.org/officeDocument/2006/relationships/image" Target="../media/image1059.png"/><Relationship Id="rId510" Type="http://schemas.openxmlformats.org/officeDocument/2006/relationships/customXml" Target="../ink/ink1112.xml"/><Relationship Id="rId552" Type="http://schemas.openxmlformats.org/officeDocument/2006/relationships/customXml" Target="../ink/ink1133.xml"/><Relationship Id="rId594" Type="http://schemas.openxmlformats.org/officeDocument/2006/relationships/customXml" Target="../ink/ink1154.xml"/><Relationship Id="rId608" Type="http://schemas.openxmlformats.org/officeDocument/2006/relationships/customXml" Target="../ink/ink1161.xml"/><Relationship Id="rId191" Type="http://schemas.openxmlformats.org/officeDocument/2006/relationships/image" Target="../media/image961.png"/><Relationship Id="rId205" Type="http://schemas.openxmlformats.org/officeDocument/2006/relationships/image" Target="../media/image968.png"/><Relationship Id="rId247" Type="http://schemas.openxmlformats.org/officeDocument/2006/relationships/image" Target="../media/image989.png"/><Relationship Id="rId412" Type="http://schemas.openxmlformats.org/officeDocument/2006/relationships/customXml" Target="../ink/ink1063.xml"/><Relationship Id="rId107" Type="http://schemas.openxmlformats.org/officeDocument/2006/relationships/image" Target="../media/image919.png"/><Relationship Id="rId289" Type="http://schemas.openxmlformats.org/officeDocument/2006/relationships/image" Target="../media/image1010.png"/><Relationship Id="rId454" Type="http://schemas.openxmlformats.org/officeDocument/2006/relationships/customXml" Target="../ink/ink1084.xml"/><Relationship Id="rId496" Type="http://schemas.openxmlformats.org/officeDocument/2006/relationships/customXml" Target="../ink/ink1105.xml"/><Relationship Id="rId661" Type="http://schemas.openxmlformats.org/officeDocument/2006/relationships/image" Target="../media/image1196.png"/><Relationship Id="rId717" Type="http://schemas.openxmlformats.org/officeDocument/2006/relationships/image" Target="../media/image1224.png"/><Relationship Id="rId11" Type="http://schemas.openxmlformats.org/officeDocument/2006/relationships/image" Target="../media/image871.png"/><Relationship Id="rId53" Type="http://schemas.openxmlformats.org/officeDocument/2006/relationships/image" Target="../media/image892.png"/><Relationship Id="rId149" Type="http://schemas.openxmlformats.org/officeDocument/2006/relationships/image" Target="../media/image940.png"/><Relationship Id="rId314" Type="http://schemas.openxmlformats.org/officeDocument/2006/relationships/customXml" Target="../ink/ink1014.xml"/><Relationship Id="rId356" Type="http://schemas.openxmlformats.org/officeDocument/2006/relationships/customXml" Target="../ink/ink1035.xml"/><Relationship Id="rId398" Type="http://schemas.openxmlformats.org/officeDocument/2006/relationships/customXml" Target="../ink/ink1056.xml"/><Relationship Id="rId521" Type="http://schemas.openxmlformats.org/officeDocument/2006/relationships/image" Target="../media/image1126.png"/><Relationship Id="rId563" Type="http://schemas.openxmlformats.org/officeDocument/2006/relationships/image" Target="../media/image1147.png"/><Relationship Id="rId619" Type="http://schemas.openxmlformats.org/officeDocument/2006/relationships/image" Target="../media/image1175.png"/><Relationship Id="rId95" Type="http://schemas.openxmlformats.org/officeDocument/2006/relationships/image" Target="../media/image913.png"/><Relationship Id="rId160" Type="http://schemas.openxmlformats.org/officeDocument/2006/relationships/customXml" Target="../ink/ink937.xml"/><Relationship Id="rId216" Type="http://schemas.openxmlformats.org/officeDocument/2006/relationships/customXml" Target="../ink/ink965.xml"/><Relationship Id="rId423" Type="http://schemas.openxmlformats.org/officeDocument/2006/relationships/image" Target="../media/image1077.png"/><Relationship Id="rId258" Type="http://schemas.openxmlformats.org/officeDocument/2006/relationships/customXml" Target="../ink/ink986.xml"/><Relationship Id="rId465" Type="http://schemas.openxmlformats.org/officeDocument/2006/relationships/image" Target="../media/image1098.png"/><Relationship Id="rId630" Type="http://schemas.openxmlformats.org/officeDocument/2006/relationships/customXml" Target="../ink/ink1172.xml"/><Relationship Id="rId672" Type="http://schemas.openxmlformats.org/officeDocument/2006/relationships/customXml" Target="../ink/ink1193.xml"/><Relationship Id="rId728" Type="http://schemas.openxmlformats.org/officeDocument/2006/relationships/customXml" Target="../ink/ink1221.xml"/><Relationship Id="rId22" Type="http://schemas.openxmlformats.org/officeDocument/2006/relationships/customXml" Target="../ink/ink868.xml"/><Relationship Id="rId64" Type="http://schemas.openxmlformats.org/officeDocument/2006/relationships/customXml" Target="../ink/ink889.xml"/><Relationship Id="rId118" Type="http://schemas.openxmlformats.org/officeDocument/2006/relationships/customXml" Target="../ink/ink916.xml"/><Relationship Id="rId325" Type="http://schemas.openxmlformats.org/officeDocument/2006/relationships/image" Target="../media/image1028.png"/><Relationship Id="rId367" Type="http://schemas.openxmlformats.org/officeDocument/2006/relationships/image" Target="../media/image1049.png"/><Relationship Id="rId532" Type="http://schemas.openxmlformats.org/officeDocument/2006/relationships/customXml" Target="../ink/ink1123.xml"/><Relationship Id="rId574" Type="http://schemas.openxmlformats.org/officeDocument/2006/relationships/customXml" Target="../ink/ink1144.xml"/><Relationship Id="rId171" Type="http://schemas.openxmlformats.org/officeDocument/2006/relationships/image" Target="../media/image951.png"/><Relationship Id="rId227" Type="http://schemas.openxmlformats.org/officeDocument/2006/relationships/image" Target="../media/image979.png"/><Relationship Id="rId269" Type="http://schemas.openxmlformats.org/officeDocument/2006/relationships/image" Target="../media/image1000.png"/><Relationship Id="rId434" Type="http://schemas.openxmlformats.org/officeDocument/2006/relationships/customXml" Target="../ink/ink1074.xml"/><Relationship Id="rId476" Type="http://schemas.openxmlformats.org/officeDocument/2006/relationships/customXml" Target="../ink/ink1095.xml"/><Relationship Id="rId641" Type="http://schemas.openxmlformats.org/officeDocument/2006/relationships/image" Target="../media/image1186.png"/><Relationship Id="rId683" Type="http://schemas.openxmlformats.org/officeDocument/2006/relationships/image" Target="../media/image1207.png"/><Relationship Id="rId739" Type="http://schemas.openxmlformats.org/officeDocument/2006/relationships/image" Target="../media/image1235.png"/><Relationship Id="rId33" Type="http://schemas.openxmlformats.org/officeDocument/2006/relationships/image" Target="../media/image882.png"/><Relationship Id="rId129" Type="http://schemas.openxmlformats.org/officeDocument/2006/relationships/image" Target="../media/image930.png"/><Relationship Id="rId280" Type="http://schemas.openxmlformats.org/officeDocument/2006/relationships/customXml" Target="../ink/ink997.xml"/><Relationship Id="rId336" Type="http://schemas.openxmlformats.org/officeDocument/2006/relationships/customXml" Target="../ink/ink1025.xml"/><Relationship Id="rId501" Type="http://schemas.openxmlformats.org/officeDocument/2006/relationships/image" Target="../media/image1116.png"/><Relationship Id="rId543" Type="http://schemas.openxmlformats.org/officeDocument/2006/relationships/image" Target="../media/image1137.png"/><Relationship Id="rId75" Type="http://schemas.openxmlformats.org/officeDocument/2006/relationships/image" Target="../media/image903.png"/><Relationship Id="rId140" Type="http://schemas.openxmlformats.org/officeDocument/2006/relationships/customXml" Target="../ink/ink927.xml"/><Relationship Id="rId182" Type="http://schemas.openxmlformats.org/officeDocument/2006/relationships/customXml" Target="../ink/ink948.xml"/><Relationship Id="rId378" Type="http://schemas.openxmlformats.org/officeDocument/2006/relationships/customXml" Target="../ink/ink1046.xml"/><Relationship Id="rId403" Type="http://schemas.openxmlformats.org/officeDocument/2006/relationships/image" Target="../media/image1067.png"/><Relationship Id="rId585" Type="http://schemas.openxmlformats.org/officeDocument/2006/relationships/image" Target="../media/image1158.png"/><Relationship Id="rId6" Type="http://schemas.openxmlformats.org/officeDocument/2006/relationships/customXml" Target="../ink/ink860.xml"/><Relationship Id="rId238" Type="http://schemas.openxmlformats.org/officeDocument/2006/relationships/customXml" Target="../ink/ink976.xml"/><Relationship Id="rId445" Type="http://schemas.openxmlformats.org/officeDocument/2006/relationships/image" Target="../media/image1088.png"/><Relationship Id="rId487" Type="http://schemas.openxmlformats.org/officeDocument/2006/relationships/image" Target="../media/image1109.png"/><Relationship Id="rId610" Type="http://schemas.openxmlformats.org/officeDocument/2006/relationships/customXml" Target="../ink/ink1162.xml"/><Relationship Id="rId652" Type="http://schemas.openxmlformats.org/officeDocument/2006/relationships/customXml" Target="../ink/ink1183.xml"/><Relationship Id="rId694" Type="http://schemas.openxmlformats.org/officeDocument/2006/relationships/customXml" Target="../ink/ink1204.xml"/><Relationship Id="rId708" Type="http://schemas.openxmlformats.org/officeDocument/2006/relationships/customXml" Target="../ink/ink1211.xml"/><Relationship Id="rId291" Type="http://schemas.openxmlformats.org/officeDocument/2006/relationships/image" Target="../media/image1011.png"/><Relationship Id="rId305" Type="http://schemas.openxmlformats.org/officeDocument/2006/relationships/image" Target="../media/image1018.png"/><Relationship Id="rId347" Type="http://schemas.openxmlformats.org/officeDocument/2006/relationships/image" Target="../media/image1039.png"/><Relationship Id="rId512" Type="http://schemas.openxmlformats.org/officeDocument/2006/relationships/customXml" Target="../ink/ink1113.xml"/><Relationship Id="rId44" Type="http://schemas.openxmlformats.org/officeDocument/2006/relationships/customXml" Target="../ink/ink879.xml"/><Relationship Id="rId86" Type="http://schemas.openxmlformats.org/officeDocument/2006/relationships/customXml" Target="../ink/ink900.xml"/><Relationship Id="rId151" Type="http://schemas.openxmlformats.org/officeDocument/2006/relationships/image" Target="../media/image941.png"/><Relationship Id="rId389" Type="http://schemas.openxmlformats.org/officeDocument/2006/relationships/image" Target="../media/image1060.png"/><Relationship Id="rId554" Type="http://schemas.openxmlformats.org/officeDocument/2006/relationships/customXml" Target="../ink/ink1134.xml"/><Relationship Id="rId596" Type="http://schemas.openxmlformats.org/officeDocument/2006/relationships/customXml" Target="../ink/ink1155.xml"/><Relationship Id="rId193" Type="http://schemas.openxmlformats.org/officeDocument/2006/relationships/image" Target="../media/image962.png"/><Relationship Id="rId207" Type="http://schemas.openxmlformats.org/officeDocument/2006/relationships/image" Target="../media/image969.png"/><Relationship Id="rId249" Type="http://schemas.openxmlformats.org/officeDocument/2006/relationships/image" Target="../media/image990.png"/><Relationship Id="rId414" Type="http://schemas.openxmlformats.org/officeDocument/2006/relationships/customXml" Target="../ink/ink1064.xml"/><Relationship Id="rId456" Type="http://schemas.openxmlformats.org/officeDocument/2006/relationships/customXml" Target="../ink/ink1085.xml"/><Relationship Id="rId498" Type="http://schemas.openxmlformats.org/officeDocument/2006/relationships/customXml" Target="../ink/ink1106.xml"/><Relationship Id="rId621" Type="http://schemas.openxmlformats.org/officeDocument/2006/relationships/image" Target="../media/image1176.png"/><Relationship Id="rId663" Type="http://schemas.openxmlformats.org/officeDocument/2006/relationships/image" Target="../media/image1197.png"/><Relationship Id="rId13" Type="http://schemas.openxmlformats.org/officeDocument/2006/relationships/image" Target="../media/image872.png"/><Relationship Id="rId109" Type="http://schemas.openxmlformats.org/officeDocument/2006/relationships/image" Target="../media/image920.png"/><Relationship Id="rId260" Type="http://schemas.openxmlformats.org/officeDocument/2006/relationships/customXml" Target="../ink/ink987.xml"/><Relationship Id="rId316" Type="http://schemas.openxmlformats.org/officeDocument/2006/relationships/customXml" Target="../ink/ink1015.xml"/><Relationship Id="rId523" Type="http://schemas.openxmlformats.org/officeDocument/2006/relationships/image" Target="../media/image1127.png"/><Relationship Id="rId719" Type="http://schemas.openxmlformats.org/officeDocument/2006/relationships/image" Target="../media/image1225.png"/><Relationship Id="rId55" Type="http://schemas.openxmlformats.org/officeDocument/2006/relationships/image" Target="../media/image893.png"/><Relationship Id="rId97" Type="http://schemas.openxmlformats.org/officeDocument/2006/relationships/image" Target="../media/image914.png"/><Relationship Id="rId120" Type="http://schemas.openxmlformats.org/officeDocument/2006/relationships/customXml" Target="../ink/ink917.xml"/><Relationship Id="rId358" Type="http://schemas.openxmlformats.org/officeDocument/2006/relationships/customXml" Target="../ink/ink1036.xml"/><Relationship Id="rId565" Type="http://schemas.openxmlformats.org/officeDocument/2006/relationships/image" Target="../media/image1148.png"/><Relationship Id="rId730" Type="http://schemas.openxmlformats.org/officeDocument/2006/relationships/customXml" Target="../ink/ink1222.xml"/><Relationship Id="rId162" Type="http://schemas.openxmlformats.org/officeDocument/2006/relationships/customXml" Target="../ink/ink938.xml"/><Relationship Id="rId218" Type="http://schemas.openxmlformats.org/officeDocument/2006/relationships/customXml" Target="../ink/ink966.xml"/><Relationship Id="rId425" Type="http://schemas.openxmlformats.org/officeDocument/2006/relationships/image" Target="../media/image1078.png"/><Relationship Id="rId467" Type="http://schemas.openxmlformats.org/officeDocument/2006/relationships/image" Target="../media/image1099.png"/><Relationship Id="rId632" Type="http://schemas.openxmlformats.org/officeDocument/2006/relationships/customXml" Target="../ink/ink1173.xml"/><Relationship Id="rId271" Type="http://schemas.openxmlformats.org/officeDocument/2006/relationships/image" Target="../media/image1001.png"/><Relationship Id="rId674" Type="http://schemas.openxmlformats.org/officeDocument/2006/relationships/customXml" Target="../ink/ink1194.xml"/><Relationship Id="rId24" Type="http://schemas.openxmlformats.org/officeDocument/2006/relationships/customXml" Target="../ink/ink869.xml"/><Relationship Id="rId66" Type="http://schemas.openxmlformats.org/officeDocument/2006/relationships/customXml" Target="../ink/ink890.xml"/><Relationship Id="rId131" Type="http://schemas.openxmlformats.org/officeDocument/2006/relationships/image" Target="../media/image931.png"/><Relationship Id="rId327" Type="http://schemas.openxmlformats.org/officeDocument/2006/relationships/image" Target="../media/image1029.png"/><Relationship Id="rId369" Type="http://schemas.openxmlformats.org/officeDocument/2006/relationships/image" Target="../media/image1050.png"/><Relationship Id="rId534" Type="http://schemas.openxmlformats.org/officeDocument/2006/relationships/customXml" Target="../ink/ink1124.xml"/><Relationship Id="rId576" Type="http://schemas.openxmlformats.org/officeDocument/2006/relationships/customXml" Target="../ink/ink1145.xml"/><Relationship Id="rId741" Type="http://schemas.openxmlformats.org/officeDocument/2006/relationships/image" Target="../media/image1236.png"/><Relationship Id="rId173" Type="http://schemas.openxmlformats.org/officeDocument/2006/relationships/image" Target="../media/image952.png"/><Relationship Id="rId229" Type="http://schemas.openxmlformats.org/officeDocument/2006/relationships/image" Target="../media/image980.png"/><Relationship Id="rId380" Type="http://schemas.openxmlformats.org/officeDocument/2006/relationships/customXml" Target="../ink/ink1047.xml"/><Relationship Id="rId436" Type="http://schemas.openxmlformats.org/officeDocument/2006/relationships/customXml" Target="../ink/ink1075.xml"/><Relationship Id="rId601" Type="http://schemas.openxmlformats.org/officeDocument/2006/relationships/image" Target="../media/image1166.png"/><Relationship Id="rId643" Type="http://schemas.openxmlformats.org/officeDocument/2006/relationships/image" Target="../media/image1187.png"/><Relationship Id="rId240" Type="http://schemas.openxmlformats.org/officeDocument/2006/relationships/customXml" Target="../ink/ink977.xml"/><Relationship Id="rId478" Type="http://schemas.openxmlformats.org/officeDocument/2006/relationships/customXml" Target="../ink/ink1096.xml"/><Relationship Id="rId685" Type="http://schemas.openxmlformats.org/officeDocument/2006/relationships/image" Target="../media/image1208.png"/><Relationship Id="rId35" Type="http://schemas.openxmlformats.org/officeDocument/2006/relationships/image" Target="../media/image883.png"/><Relationship Id="rId77" Type="http://schemas.openxmlformats.org/officeDocument/2006/relationships/image" Target="../media/image904.png"/><Relationship Id="rId100" Type="http://schemas.openxmlformats.org/officeDocument/2006/relationships/customXml" Target="../ink/ink907.xml"/><Relationship Id="rId282" Type="http://schemas.openxmlformats.org/officeDocument/2006/relationships/customXml" Target="../ink/ink998.xml"/><Relationship Id="rId338" Type="http://schemas.openxmlformats.org/officeDocument/2006/relationships/customXml" Target="../ink/ink1026.xml"/><Relationship Id="rId503" Type="http://schemas.openxmlformats.org/officeDocument/2006/relationships/image" Target="../media/image1117.png"/><Relationship Id="rId545" Type="http://schemas.openxmlformats.org/officeDocument/2006/relationships/image" Target="../media/image1138.png"/><Relationship Id="rId587" Type="http://schemas.openxmlformats.org/officeDocument/2006/relationships/image" Target="../media/image1159.png"/><Relationship Id="rId710" Type="http://schemas.openxmlformats.org/officeDocument/2006/relationships/customXml" Target="../ink/ink1212.xml"/><Relationship Id="rId8" Type="http://schemas.openxmlformats.org/officeDocument/2006/relationships/customXml" Target="../ink/ink861.xml"/><Relationship Id="rId142" Type="http://schemas.openxmlformats.org/officeDocument/2006/relationships/customXml" Target="../ink/ink928.xml"/><Relationship Id="rId184" Type="http://schemas.openxmlformats.org/officeDocument/2006/relationships/customXml" Target="../ink/ink949.xml"/><Relationship Id="rId391" Type="http://schemas.openxmlformats.org/officeDocument/2006/relationships/image" Target="../media/image1061.png"/><Relationship Id="rId405" Type="http://schemas.openxmlformats.org/officeDocument/2006/relationships/image" Target="../media/image1068.png"/><Relationship Id="rId447" Type="http://schemas.openxmlformats.org/officeDocument/2006/relationships/image" Target="../media/image1089.png"/><Relationship Id="rId612" Type="http://schemas.openxmlformats.org/officeDocument/2006/relationships/customXml" Target="../ink/ink1163.xml"/><Relationship Id="rId251" Type="http://schemas.openxmlformats.org/officeDocument/2006/relationships/image" Target="../media/image991.png"/><Relationship Id="rId489" Type="http://schemas.openxmlformats.org/officeDocument/2006/relationships/image" Target="../media/image1110.png"/><Relationship Id="rId654" Type="http://schemas.openxmlformats.org/officeDocument/2006/relationships/customXml" Target="../ink/ink1184.xml"/><Relationship Id="rId696" Type="http://schemas.openxmlformats.org/officeDocument/2006/relationships/customXml" Target="../ink/ink1205.xml"/><Relationship Id="rId46" Type="http://schemas.openxmlformats.org/officeDocument/2006/relationships/customXml" Target="../ink/ink880.xml"/><Relationship Id="rId293" Type="http://schemas.openxmlformats.org/officeDocument/2006/relationships/image" Target="../media/image1012.png"/><Relationship Id="rId307" Type="http://schemas.openxmlformats.org/officeDocument/2006/relationships/image" Target="../media/image1019.png"/><Relationship Id="rId349" Type="http://schemas.openxmlformats.org/officeDocument/2006/relationships/image" Target="../media/image1040.png"/><Relationship Id="rId514" Type="http://schemas.openxmlformats.org/officeDocument/2006/relationships/customXml" Target="../ink/ink1114.xml"/><Relationship Id="rId556" Type="http://schemas.openxmlformats.org/officeDocument/2006/relationships/customXml" Target="../ink/ink1135.xml"/><Relationship Id="rId721" Type="http://schemas.openxmlformats.org/officeDocument/2006/relationships/image" Target="../media/image1226.png"/><Relationship Id="rId88" Type="http://schemas.openxmlformats.org/officeDocument/2006/relationships/customXml" Target="../ink/ink901.xml"/><Relationship Id="rId111" Type="http://schemas.openxmlformats.org/officeDocument/2006/relationships/image" Target="../media/image921.png"/><Relationship Id="rId153" Type="http://schemas.openxmlformats.org/officeDocument/2006/relationships/image" Target="../media/image942.png"/><Relationship Id="rId195" Type="http://schemas.openxmlformats.org/officeDocument/2006/relationships/image" Target="../media/image963.png"/><Relationship Id="rId209" Type="http://schemas.openxmlformats.org/officeDocument/2006/relationships/image" Target="../media/image970.png"/><Relationship Id="rId360" Type="http://schemas.openxmlformats.org/officeDocument/2006/relationships/customXml" Target="../ink/ink1037.xml"/><Relationship Id="rId416" Type="http://schemas.openxmlformats.org/officeDocument/2006/relationships/customXml" Target="../ink/ink1065.xml"/><Relationship Id="rId598" Type="http://schemas.openxmlformats.org/officeDocument/2006/relationships/customXml" Target="../ink/ink1156.xml"/><Relationship Id="rId220" Type="http://schemas.openxmlformats.org/officeDocument/2006/relationships/customXml" Target="../ink/ink967.xml"/><Relationship Id="rId458" Type="http://schemas.openxmlformats.org/officeDocument/2006/relationships/customXml" Target="../ink/ink1086.xml"/><Relationship Id="rId623" Type="http://schemas.openxmlformats.org/officeDocument/2006/relationships/image" Target="../media/image1177.png"/><Relationship Id="rId665" Type="http://schemas.openxmlformats.org/officeDocument/2006/relationships/image" Target="../media/image1198.png"/><Relationship Id="rId15" Type="http://schemas.openxmlformats.org/officeDocument/2006/relationships/image" Target="../media/image873.png"/><Relationship Id="rId57" Type="http://schemas.openxmlformats.org/officeDocument/2006/relationships/image" Target="../media/image894.png"/><Relationship Id="rId262" Type="http://schemas.openxmlformats.org/officeDocument/2006/relationships/customXml" Target="../ink/ink988.xml"/><Relationship Id="rId318" Type="http://schemas.openxmlformats.org/officeDocument/2006/relationships/customXml" Target="../ink/ink1016.xml"/><Relationship Id="rId525" Type="http://schemas.openxmlformats.org/officeDocument/2006/relationships/image" Target="../media/image1128.png"/><Relationship Id="rId567" Type="http://schemas.openxmlformats.org/officeDocument/2006/relationships/image" Target="../media/image1149.png"/><Relationship Id="rId732" Type="http://schemas.openxmlformats.org/officeDocument/2006/relationships/customXml" Target="../ink/ink1223.xml"/><Relationship Id="rId99" Type="http://schemas.openxmlformats.org/officeDocument/2006/relationships/image" Target="../media/image915.png"/><Relationship Id="rId122" Type="http://schemas.openxmlformats.org/officeDocument/2006/relationships/customXml" Target="../ink/ink918.xml"/><Relationship Id="rId164" Type="http://schemas.openxmlformats.org/officeDocument/2006/relationships/customXml" Target="../ink/ink939.xml"/><Relationship Id="rId371" Type="http://schemas.openxmlformats.org/officeDocument/2006/relationships/image" Target="../media/image1051.png"/><Relationship Id="rId427" Type="http://schemas.openxmlformats.org/officeDocument/2006/relationships/image" Target="../media/image1079.png"/><Relationship Id="rId469" Type="http://schemas.openxmlformats.org/officeDocument/2006/relationships/image" Target="../media/image1100.png"/><Relationship Id="rId634" Type="http://schemas.openxmlformats.org/officeDocument/2006/relationships/customXml" Target="../ink/ink1174.xml"/><Relationship Id="rId676" Type="http://schemas.openxmlformats.org/officeDocument/2006/relationships/customXml" Target="../ink/ink1195.xml"/><Relationship Id="rId26" Type="http://schemas.openxmlformats.org/officeDocument/2006/relationships/customXml" Target="../ink/ink870.xml"/><Relationship Id="rId231" Type="http://schemas.openxmlformats.org/officeDocument/2006/relationships/image" Target="../media/image981.png"/><Relationship Id="rId273" Type="http://schemas.openxmlformats.org/officeDocument/2006/relationships/image" Target="../media/image1002.png"/><Relationship Id="rId329" Type="http://schemas.openxmlformats.org/officeDocument/2006/relationships/image" Target="../media/image1030.png"/><Relationship Id="rId480" Type="http://schemas.openxmlformats.org/officeDocument/2006/relationships/customXml" Target="../ink/ink1097.xml"/><Relationship Id="rId536" Type="http://schemas.openxmlformats.org/officeDocument/2006/relationships/customXml" Target="../ink/ink1125.xml"/><Relationship Id="rId701" Type="http://schemas.openxmlformats.org/officeDocument/2006/relationships/image" Target="../media/image1216.png"/><Relationship Id="rId68" Type="http://schemas.openxmlformats.org/officeDocument/2006/relationships/customXml" Target="../ink/ink891.xml"/><Relationship Id="rId133" Type="http://schemas.openxmlformats.org/officeDocument/2006/relationships/image" Target="../media/image932.png"/><Relationship Id="rId175" Type="http://schemas.openxmlformats.org/officeDocument/2006/relationships/image" Target="../media/image953.png"/><Relationship Id="rId340" Type="http://schemas.openxmlformats.org/officeDocument/2006/relationships/customXml" Target="../ink/ink1027.xml"/><Relationship Id="rId578" Type="http://schemas.openxmlformats.org/officeDocument/2006/relationships/customXml" Target="../ink/ink1146.xml"/><Relationship Id="rId200" Type="http://schemas.openxmlformats.org/officeDocument/2006/relationships/customXml" Target="../ink/ink957.xml"/><Relationship Id="rId382" Type="http://schemas.openxmlformats.org/officeDocument/2006/relationships/customXml" Target="../ink/ink1048.xml"/><Relationship Id="rId438" Type="http://schemas.openxmlformats.org/officeDocument/2006/relationships/customXml" Target="../ink/ink1076.xml"/><Relationship Id="rId603" Type="http://schemas.openxmlformats.org/officeDocument/2006/relationships/image" Target="../media/image1167.png"/><Relationship Id="rId645" Type="http://schemas.openxmlformats.org/officeDocument/2006/relationships/image" Target="../media/image1188.png"/><Relationship Id="rId687" Type="http://schemas.openxmlformats.org/officeDocument/2006/relationships/image" Target="../media/image1209.png"/><Relationship Id="rId242" Type="http://schemas.openxmlformats.org/officeDocument/2006/relationships/customXml" Target="../ink/ink978.xml"/><Relationship Id="rId284" Type="http://schemas.openxmlformats.org/officeDocument/2006/relationships/customXml" Target="../ink/ink999.xml"/><Relationship Id="rId491" Type="http://schemas.openxmlformats.org/officeDocument/2006/relationships/image" Target="../media/image1111.png"/><Relationship Id="rId505" Type="http://schemas.openxmlformats.org/officeDocument/2006/relationships/image" Target="../media/image1118.png"/><Relationship Id="rId712" Type="http://schemas.openxmlformats.org/officeDocument/2006/relationships/customXml" Target="../ink/ink1213.xml"/><Relationship Id="rId37" Type="http://schemas.openxmlformats.org/officeDocument/2006/relationships/image" Target="../media/image884.png"/><Relationship Id="rId79" Type="http://schemas.openxmlformats.org/officeDocument/2006/relationships/image" Target="../media/image905.png"/><Relationship Id="rId102" Type="http://schemas.openxmlformats.org/officeDocument/2006/relationships/customXml" Target="../ink/ink908.xml"/><Relationship Id="rId144" Type="http://schemas.openxmlformats.org/officeDocument/2006/relationships/customXml" Target="../ink/ink929.xml"/><Relationship Id="rId547" Type="http://schemas.openxmlformats.org/officeDocument/2006/relationships/image" Target="../media/image1139.png"/><Relationship Id="rId589" Type="http://schemas.openxmlformats.org/officeDocument/2006/relationships/image" Target="../media/image1160.png"/><Relationship Id="rId90" Type="http://schemas.openxmlformats.org/officeDocument/2006/relationships/customXml" Target="../ink/ink902.xml"/><Relationship Id="rId186" Type="http://schemas.openxmlformats.org/officeDocument/2006/relationships/customXml" Target="../ink/ink950.xml"/><Relationship Id="rId351" Type="http://schemas.openxmlformats.org/officeDocument/2006/relationships/image" Target="../media/image1041.png"/><Relationship Id="rId393" Type="http://schemas.openxmlformats.org/officeDocument/2006/relationships/image" Target="../media/image1062.png"/><Relationship Id="rId407" Type="http://schemas.openxmlformats.org/officeDocument/2006/relationships/image" Target="../media/image1069.png"/><Relationship Id="rId449" Type="http://schemas.openxmlformats.org/officeDocument/2006/relationships/image" Target="../media/image1090.png"/><Relationship Id="rId614" Type="http://schemas.openxmlformats.org/officeDocument/2006/relationships/customXml" Target="../ink/ink1164.xml"/><Relationship Id="rId656" Type="http://schemas.openxmlformats.org/officeDocument/2006/relationships/customXml" Target="../ink/ink1185.xml"/><Relationship Id="rId211" Type="http://schemas.openxmlformats.org/officeDocument/2006/relationships/image" Target="../media/image971.png"/><Relationship Id="rId253" Type="http://schemas.openxmlformats.org/officeDocument/2006/relationships/image" Target="../media/image992.png"/><Relationship Id="rId295" Type="http://schemas.openxmlformats.org/officeDocument/2006/relationships/image" Target="../media/image1013.png"/><Relationship Id="rId309" Type="http://schemas.openxmlformats.org/officeDocument/2006/relationships/image" Target="../media/image1020.png"/><Relationship Id="rId460" Type="http://schemas.openxmlformats.org/officeDocument/2006/relationships/customXml" Target="../ink/ink1087.xml"/><Relationship Id="rId516" Type="http://schemas.openxmlformats.org/officeDocument/2006/relationships/customXml" Target="../ink/ink1115.xml"/><Relationship Id="rId698" Type="http://schemas.openxmlformats.org/officeDocument/2006/relationships/customXml" Target="../ink/ink1206.xml"/><Relationship Id="rId48" Type="http://schemas.openxmlformats.org/officeDocument/2006/relationships/customXml" Target="../ink/ink881.xml"/><Relationship Id="rId113" Type="http://schemas.openxmlformats.org/officeDocument/2006/relationships/image" Target="../media/image922.png"/><Relationship Id="rId320" Type="http://schemas.openxmlformats.org/officeDocument/2006/relationships/customXml" Target="../ink/ink1017.xml"/><Relationship Id="rId558" Type="http://schemas.openxmlformats.org/officeDocument/2006/relationships/customXml" Target="../ink/ink1136.xml"/><Relationship Id="rId723" Type="http://schemas.openxmlformats.org/officeDocument/2006/relationships/image" Target="../media/image1227.png"/><Relationship Id="rId155" Type="http://schemas.openxmlformats.org/officeDocument/2006/relationships/image" Target="../media/image943.png"/><Relationship Id="rId197" Type="http://schemas.openxmlformats.org/officeDocument/2006/relationships/image" Target="../media/image964.png"/><Relationship Id="rId362" Type="http://schemas.openxmlformats.org/officeDocument/2006/relationships/customXml" Target="../ink/ink1038.xml"/><Relationship Id="rId418" Type="http://schemas.openxmlformats.org/officeDocument/2006/relationships/customXml" Target="../ink/ink1066.xml"/><Relationship Id="rId625" Type="http://schemas.openxmlformats.org/officeDocument/2006/relationships/image" Target="../media/image1178.png"/><Relationship Id="rId222" Type="http://schemas.openxmlformats.org/officeDocument/2006/relationships/customXml" Target="../ink/ink968.xml"/><Relationship Id="rId264" Type="http://schemas.openxmlformats.org/officeDocument/2006/relationships/customXml" Target="../ink/ink989.xml"/><Relationship Id="rId471" Type="http://schemas.openxmlformats.org/officeDocument/2006/relationships/image" Target="../media/image1101.png"/><Relationship Id="rId667" Type="http://schemas.openxmlformats.org/officeDocument/2006/relationships/image" Target="../media/image1199.png"/><Relationship Id="rId17" Type="http://schemas.openxmlformats.org/officeDocument/2006/relationships/image" Target="../media/image874.png"/><Relationship Id="rId59" Type="http://schemas.openxmlformats.org/officeDocument/2006/relationships/image" Target="../media/image895.png"/><Relationship Id="rId124" Type="http://schemas.openxmlformats.org/officeDocument/2006/relationships/customXml" Target="../ink/ink919.xml"/><Relationship Id="rId527" Type="http://schemas.openxmlformats.org/officeDocument/2006/relationships/image" Target="../media/image1129.png"/><Relationship Id="rId569" Type="http://schemas.openxmlformats.org/officeDocument/2006/relationships/image" Target="../media/image1150.png"/><Relationship Id="rId734" Type="http://schemas.openxmlformats.org/officeDocument/2006/relationships/customXml" Target="../ink/ink1224.xml"/><Relationship Id="rId70" Type="http://schemas.openxmlformats.org/officeDocument/2006/relationships/customXml" Target="../ink/ink892.xml"/><Relationship Id="rId166" Type="http://schemas.openxmlformats.org/officeDocument/2006/relationships/customXml" Target="../ink/ink940.xml"/><Relationship Id="rId331" Type="http://schemas.openxmlformats.org/officeDocument/2006/relationships/image" Target="../media/image1031.png"/><Relationship Id="rId373" Type="http://schemas.openxmlformats.org/officeDocument/2006/relationships/image" Target="../media/image1052.png"/><Relationship Id="rId429" Type="http://schemas.openxmlformats.org/officeDocument/2006/relationships/image" Target="../media/image1080.png"/><Relationship Id="rId580" Type="http://schemas.openxmlformats.org/officeDocument/2006/relationships/customXml" Target="../ink/ink1147.xml"/><Relationship Id="rId636" Type="http://schemas.openxmlformats.org/officeDocument/2006/relationships/customXml" Target="../ink/ink1175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982.png"/><Relationship Id="rId440" Type="http://schemas.openxmlformats.org/officeDocument/2006/relationships/customXml" Target="../ink/ink1077.xml"/><Relationship Id="rId678" Type="http://schemas.openxmlformats.org/officeDocument/2006/relationships/customXml" Target="../ink/ink1196.xml"/><Relationship Id="rId28" Type="http://schemas.openxmlformats.org/officeDocument/2006/relationships/customXml" Target="../ink/ink871.xml"/><Relationship Id="rId275" Type="http://schemas.openxmlformats.org/officeDocument/2006/relationships/image" Target="../media/image1003.png"/><Relationship Id="rId300" Type="http://schemas.openxmlformats.org/officeDocument/2006/relationships/customXml" Target="../ink/ink1007.xml"/><Relationship Id="rId482" Type="http://schemas.openxmlformats.org/officeDocument/2006/relationships/customXml" Target="../ink/ink1098.xml"/><Relationship Id="rId538" Type="http://schemas.openxmlformats.org/officeDocument/2006/relationships/customXml" Target="../ink/ink1126.xml"/><Relationship Id="rId703" Type="http://schemas.openxmlformats.org/officeDocument/2006/relationships/image" Target="../media/image1217.png"/><Relationship Id="rId81" Type="http://schemas.openxmlformats.org/officeDocument/2006/relationships/image" Target="../media/image906.png"/><Relationship Id="rId135" Type="http://schemas.openxmlformats.org/officeDocument/2006/relationships/image" Target="../media/image933.png"/><Relationship Id="rId177" Type="http://schemas.openxmlformats.org/officeDocument/2006/relationships/image" Target="../media/image954.png"/><Relationship Id="rId342" Type="http://schemas.openxmlformats.org/officeDocument/2006/relationships/customXml" Target="../ink/ink1028.xml"/><Relationship Id="rId384" Type="http://schemas.openxmlformats.org/officeDocument/2006/relationships/customXml" Target="../ink/ink1049.xml"/><Relationship Id="rId591" Type="http://schemas.openxmlformats.org/officeDocument/2006/relationships/image" Target="../media/image1161.png"/><Relationship Id="rId605" Type="http://schemas.openxmlformats.org/officeDocument/2006/relationships/image" Target="../media/image1168.png"/><Relationship Id="rId202" Type="http://schemas.openxmlformats.org/officeDocument/2006/relationships/customXml" Target="../ink/ink958.xml"/><Relationship Id="rId244" Type="http://schemas.openxmlformats.org/officeDocument/2006/relationships/customXml" Target="../ink/ink979.xml"/><Relationship Id="rId647" Type="http://schemas.openxmlformats.org/officeDocument/2006/relationships/image" Target="../media/image1189.png"/><Relationship Id="rId689" Type="http://schemas.openxmlformats.org/officeDocument/2006/relationships/image" Target="../media/image1210.png"/><Relationship Id="rId39" Type="http://schemas.openxmlformats.org/officeDocument/2006/relationships/image" Target="../media/image885.png"/><Relationship Id="rId286" Type="http://schemas.openxmlformats.org/officeDocument/2006/relationships/customXml" Target="../ink/ink1000.xml"/><Relationship Id="rId451" Type="http://schemas.openxmlformats.org/officeDocument/2006/relationships/image" Target="../media/image1091.png"/><Relationship Id="rId493" Type="http://schemas.openxmlformats.org/officeDocument/2006/relationships/image" Target="../media/image1112.png"/><Relationship Id="rId507" Type="http://schemas.openxmlformats.org/officeDocument/2006/relationships/image" Target="../media/image1119.png"/><Relationship Id="rId549" Type="http://schemas.openxmlformats.org/officeDocument/2006/relationships/image" Target="../media/image1140.png"/><Relationship Id="rId714" Type="http://schemas.openxmlformats.org/officeDocument/2006/relationships/customXml" Target="../ink/ink1214.xml"/><Relationship Id="rId50" Type="http://schemas.openxmlformats.org/officeDocument/2006/relationships/customXml" Target="../ink/ink882.xml"/><Relationship Id="rId104" Type="http://schemas.openxmlformats.org/officeDocument/2006/relationships/customXml" Target="../ink/ink909.xml"/><Relationship Id="rId146" Type="http://schemas.openxmlformats.org/officeDocument/2006/relationships/customXml" Target="../ink/ink930.xml"/><Relationship Id="rId188" Type="http://schemas.openxmlformats.org/officeDocument/2006/relationships/customXml" Target="../ink/ink951.xml"/><Relationship Id="rId311" Type="http://schemas.openxmlformats.org/officeDocument/2006/relationships/image" Target="../media/image1021.png"/><Relationship Id="rId353" Type="http://schemas.openxmlformats.org/officeDocument/2006/relationships/image" Target="../media/image1042.png"/><Relationship Id="rId395" Type="http://schemas.openxmlformats.org/officeDocument/2006/relationships/image" Target="../media/image1063.png"/><Relationship Id="rId409" Type="http://schemas.openxmlformats.org/officeDocument/2006/relationships/image" Target="../media/image1070.png"/><Relationship Id="rId560" Type="http://schemas.openxmlformats.org/officeDocument/2006/relationships/customXml" Target="../ink/ink1137.xml"/><Relationship Id="rId92" Type="http://schemas.openxmlformats.org/officeDocument/2006/relationships/customXml" Target="../ink/ink903.xml"/><Relationship Id="rId213" Type="http://schemas.openxmlformats.org/officeDocument/2006/relationships/image" Target="../media/image972.png"/><Relationship Id="rId420" Type="http://schemas.openxmlformats.org/officeDocument/2006/relationships/customXml" Target="../ink/ink1067.xml"/><Relationship Id="rId616" Type="http://schemas.openxmlformats.org/officeDocument/2006/relationships/customXml" Target="../ink/ink1165.xml"/><Relationship Id="rId658" Type="http://schemas.openxmlformats.org/officeDocument/2006/relationships/customXml" Target="../ink/ink1186.xml"/><Relationship Id="rId255" Type="http://schemas.openxmlformats.org/officeDocument/2006/relationships/image" Target="../media/image993.png"/><Relationship Id="rId297" Type="http://schemas.openxmlformats.org/officeDocument/2006/relationships/image" Target="../media/image1014.png"/><Relationship Id="rId462" Type="http://schemas.openxmlformats.org/officeDocument/2006/relationships/customXml" Target="../ink/ink1088.xml"/><Relationship Id="rId518" Type="http://schemas.openxmlformats.org/officeDocument/2006/relationships/customXml" Target="../ink/ink1116.xml"/><Relationship Id="rId725" Type="http://schemas.openxmlformats.org/officeDocument/2006/relationships/image" Target="../media/image1228.png"/><Relationship Id="rId115" Type="http://schemas.openxmlformats.org/officeDocument/2006/relationships/image" Target="../media/image923.png"/><Relationship Id="rId157" Type="http://schemas.openxmlformats.org/officeDocument/2006/relationships/image" Target="../media/image944.png"/><Relationship Id="rId322" Type="http://schemas.openxmlformats.org/officeDocument/2006/relationships/customXml" Target="../ink/ink1018.xml"/><Relationship Id="rId364" Type="http://schemas.openxmlformats.org/officeDocument/2006/relationships/customXml" Target="../ink/ink1039.xml"/><Relationship Id="rId61" Type="http://schemas.openxmlformats.org/officeDocument/2006/relationships/image" Target="../media/image896.png"/><Relationship Id="rId199" Type="http://schemas.openxmlformats.org/officeDocument/2006/relationships/image" Target="../media/image965.png"/><Relationship Id="rId571" Type="http://schemas.openxmlformats.org/officeDocument/2006/relationships/image" Target="../media/image1151.png"/><Relationship Id="rId627" Type="http://schemas.openxmlformats.org/officeDocument/2006/relationships/image" Target="../media/image1179.png"/><Relationship Id="rId669" Type="http://schemas.openxmlformats.org/officeDocument/2006/relationships/image" Target="../media/image1200.png"/><Relationship Id="rId19" Type="http://schemas.openxmlformats.org/officeDocument/2006/relationships/image" Target="../media/image875.png"/><Relationship Id="rId224" Type="http://schemas.openxmlformats.org/officeDocument/2006/relationships/customXml" Target="../ink/ink969.xml"/><Relationship Id="rId266" Type="http://schemas.openxmlformats.org/officeDocument/2006/relationships/customXml" Target="../ink/ink990.xml"/><Relationship Id="rId431" Type="http://schemas.openxmlformats.org/officeDocument/2006/relationships/image" Target="../media/image1081.png"/><Relationship Id="rId473" Type="http://schemas.openxmlformats.org/officeDocument/2006/relationships/image" Target="../media/image1102.png"/><Relationship Id="rId529" Type="http://schemas.openxmlformats.org/officeDocument/2006/relationships/image" Target="../media/image1130.png"/><Relationship Id="rId680" Type="http://schemas.openxmlformats.org/officeDocument/2006/relationships/customXml" Target="../ink/ink1197.xml"/><Relationship Id="rId736" Type="http://schemas.openxmlformats.org/officeDocument/2006/relationships/customXml" Target="../ink/ink1225.xml"/><Relationship Id="rId30" Type="http://schemas.openxmlformats.org/officeDocument/2006/relationships/customXml" Target="../ink/ink872.xml"/><Relationship Id="rId126" Type="http://schemas.openxmlformats.org/officeDocument/2006/relationships/customXml" Target="../ink/ink920.xml"/><Relationship Id="rId168" Type="http://schemas.openxmlformats.org/officeDocument/2006/relationships/customXml" Target="../ink/ink941.xml"/><Relationship Id="rId333" Type="http://schemas.openxmlformats.org/officeDocument/2006/relationships/image" Target="../media/image1032.png"/><Relationship Id="rId540" Type="http://schemas.openxmlformats.org/officeDocument/2006/relationships/customXml" Target="../ink/ink1127.xml"/><Relationship Id="rId72" Type="http://schemas.openxmlformats.org/officeDocument/2006/relationships/customXml" Target="../ink/ink893.xml"/><Relationship Id="rId375" Type="http://schemas.openxmlformats.org/officeDocument/2006/relationships/image" Target="../media/image1053.png"/><Relationship Id="rId582" Type="http://schemas.openxmlformats.org/officeDocument/2006/relationships/customXml" Target="../ink/ink1148.xml"/><Relationship Id="rId638" Type="http://schemas.openxmlformats.org/officeDocument/2006/relationships/customXml" Target="../ink/ink1176.xml"/><Relationship Id="rId3" Type="http://schemas.openxmlformats.org/officeDocument/2006/relationships/image" Target="../media/image867.png"/><Relationship Id="rId235" Type="http://schemas.openxmlformats.org/officeDocument/2006/relationships/image" Target="../media/image983.png"/><Relationship Id="rId277" Type="http://schemas.openxmlformats.org/officeDocument/2006/relationships/image" Target="../media/image1004.png"/><Relationship Id="rId400" Type="http://schemas.openxmlformats.org/officeDocument/2006/relationships/customXml" Target="../ink/ink1057.xml"/><Relationship Id="rId442" Type="http://schemas.openxmlformats.org/officeDocument/2006/relationships/customXml" Target="../ink/ink1078.xml"/><Relationship Id="rId484" Type="http://schemas.openxmlformats.org/officeDocument/2006/relationships/customXml" Target="../ink/ink1099.xml"/><Relationship Id="rId705" Type="http://schemas.openxmlformats.org/officeDocument/2006/relationships/image" Target="../media/image1218.png"/><Relationship Id="rId137" Type="http://schemas.openxmlformats.org/officeDocument/2006/relationships/image" Target="../media/image934.png"/><Relationship Id="rId302" Type="http://schemas.openxmlformats.org/officeDocument/2006/relationships/customXml" Target="../ink/ink1008.xml"/><Relationship Id="rId344" Type="http://schemas.openxmlformats.org/officeDocument/2006/relationships/customXml" Target="../ink/ink1029.xml"/><Relationship Id="rId691" Type="http://schemas.openxmlformats.org/officeDocument/2006/relationships/image" Target="../media/image1211.png"/><Relationship Id="rId41" Type="http://schemas.openxmlformats.org/officeDocument/2006/relationships/image" Target="../media/image886.png"/><Relationship Id="rId83" Type="http://schemas.openxmlformats.org/officeDocument/2006/relationships/image" Target="../media/image907.png"/><Relationship Id="rId179" Type="http://schemas.openxmlformats.org/officeDocument/2006/relationships/image" Target="../media/image955.png"/><Relationship Id="rId386" Type="http://schemas.openxmlformats.org/officeDocument/2006/relationships/customXml" Target="../ink/ink1050.xml"/><Relationship Id="rId551" Type="http://schemas.openxmlformats.org/officeDocument/2006/relationships/image" Target="../media/image1141.png"/><Relationship Id="rId593" Type="http://schemas.openxmlformats.org/officeDocument/2006/relationships/image" Target="../media/image1162.png"/><Relationship Id="rId607" Type="http://schemas.openxmlformats.org/officeDocument/2006/relationships/image" Target="../media/image1169.png"/><Relationship Id="rId649" Type="http://schemas.openxmlformats.org/officeDocument/2006/relationships/image" Target="../media/image1190.png"/><Relationship Id="rId190" Type="http://schemas.openxmlformats.org/officeDocument/2006/relationships/customXml" Target="../ink/ink952.xml"/><Relationship Id="rId204" Type="http://schemas.openxmlformats.org/officeDocument/2006/relationships/customXml" Target="../ink/ink959.xml"/><Relationship Id="rId246" Type="http://schemas.openxmlformats.org/officeDocument/2006/relationships/customXml" Target="../ink/ink980.xml"/><Relationship Id="rId288" Type="http://schemas.openxmlformats.org/officeDocument/2006/relationships/customXml" Target="../ink/ink1001.xml"/><Relationship Id="rId411" Type="http://schemas.openxmlformats.org/officeDocument/2006/relationships/image" Target="../media/image1071.png"/><Relationship Id="rId453" Type="http://schemas.openxmlformats.org/officeDocument/2006/relationships/image" Target="../media/image1092.png"/><Relationship Id="rId509" Type="http://schemas.openxmlformats.org/officeDocument/2006/relationships/image" Target="../media/image1120.png"/><Relationship Id="rId660" Type="http://schemas.openxmlformats.org/officeDocument/2006/relationships/customXml" Target="../ink/ink1187.xml"/><Relationship Id="rId106" Type="http://schemas.openxmlformats.org/officeDocument/2006/relationships/customXml" Target="../ink/ink910.xml"/><Relationship Id="rId313" Type="http://schemas.openxmlformats.org/officeDocument/2006/relationships/image" Target="../media/image1022.png"/><Relationship Id="rId495" Type="http://schemas.openxmlformats.org/officeDocument/2006/relationships/image" Target="../media/image1113.png"/><Relationship Id="rId716" Type="http://schemas.openxmlformats.org/officeDocument/2006/relationships/customXml" Target="../ink/ink1215.xml"/><Relationship Id="rId10" Type="http://schemas.openxmlformats.org/officeDocument/2006/relationships/customXml" Target="../ink/ink862.xml"/><Relationship Id="rId52" Type="http://schemas.openxmlformats.org/officeDocument/2006/relationships/customXml" Target="../ink/ink883.xml"/><Relationship Id="rId94" Type="http://schemas.openxmlformats.org/officeDocument/2006/relationships/customXml" Target="../ink/ink904.xml"/><Relationship Id="rId148" Type="http://schemas.openxmlformats.org/officeDocument/2006/relationships/customXml" Target="../ink/ink931.xml"/><Relationship Id="rId355" Type="http://schemas.openxmlformats.org/officeDocument/2006/relationships/image" Target="../media/image1043.png"/><Relationship Id="rId397" Type="http://schemas.openxmlformats.org/officeDocument/2006/relationships/image" Target="../media/image1064.png"/><Relationship Id="rId520" Type="http://schemas.openxmlformats.org/officeDocument/2006/relationships/customXml" Target="../ink/ink1117.xml"/><Relationship Id="rId562" Type="http://schemas.openxmlformats.org/officeDocument/2006/relationships/customXml" Target="../ink/ink1138.xml"/><Relationship Id="rId618" Type="http://schemas.openxmlformats.org/officeDocument/2006/relationships/customXml" Target="../ink/ink1166.xml"/><Relationship Id="rId215" Type="http://schemas.openxmlformats.org/officeDocument/2006/relationships/image" Target="../media/image973.png"/><Relationship Id="rId257" Type="http://schemas.openxmlformats.org/officeDocument/2006/relationships/image" Target="../media/image994.png"/><Relationship Id="rId422" Type="http://schemas.openxmlformats.org/officeDocument/2006/relationships/customXml" Target="../ink/ink1068.xml"/><Relationship Id="rId464" Type="http://schemas.openxmlformats.org/officeDocument/2006/relationships/customXml" Target="../ink/ink1089.xml"/><Relationship Id="rId299" Type="http://schemas.openxmlformats.org/officeDocument/2006/relationships/image" Target="../media/image1015.png"/><Relationship Id="rId727" Type="http://schemas.openxmlformats.org/officeDocument/2006/relationships/image" Target="../media/image1229.png"/><Relationship Id="rId63" Type="http://schemas.openxmlformats.org/officeDocument/2006/relationships/image" Target="../media/image897.png"/><Relationship Id="rId159" Type="http://schemas.openxmlformats.org/officeDocument/2006/relationships/image" Target="../media/image945.png"/><Relationship Id="rId366" Type="http://schemas.openxmlformats.org/officeDocument/2006/relationships/customXml" Target="../ink/ink1040.xml"/><Relationship Id="rId573" Type="http://schemas.openxmlformats.org/officeDocument/2006/relationships/image" Target="../media/image1152.png"/><Relationship Id="rId226" Type="http://schemas.openxmlformats.org/officeDocument/2006/relationships/customXml" Target="../ink/ink970.xml"/><Relationship Id="rId433" Type="http://schemas.openxmlformats.org/officeDocument/2006/relationships/image" Target="../media/image1082.png"/><Relationship Id="rId640" Type="http://schemas.openxmlformats.org/officeDocument/2006/relationships/customXml" Target="../ink/ink1177.xml"/><Relationship Id="rId738" Type="http://schemas.openxmlformats.org/officeDocument/2006/relationships/customXml" Target="../ink/ink1226.xml"/><Relationship Id="rId74" Type="http://schemas.openxmlformats.org/officeDocument/2006/relationships/customXml" Target="../ink/ink894.xml"/><Relationship Id="rId377" Type="http://schemas.openxmlformats.org/officeDocument/2006/relationships/image" Target="../media/image1054.png"/><Relationship Id="rId500" Type="http://schemas.openxmlformats.org/officeDocument/2006/relationships/customXml" Target="../ink/ink1107.xml"/><Relationship Id="rId584" Type="http://schemas.openxmlformats.org/officeDocument/2006/relationships/customXml" Target="../ink/ink1149.xml"/><Relationship Id="rId5" Type="http://schemas.openxmlformats.org/officeDocument/2006/relationships/image" Target="../media/image868.png"/><Relationship Id="rId237" Type="http://schemas.openxmlformats.org/officeDocument/2006/relationships/image" Target="../media/image984.png"/><Relationship Id="rId444" Type="http://schemas.openxmlformats.org/officeDocument/2006/relationships/customXml" Target="../ink/ink1079.xml"/><Relationship Id="rId651" Type="http://schemas.openxmlformats.org/officeDocument/2006/relationships/image" Target="../media/image1191.png"/><Relationship Id="rId290" Type="http://schemas.openxmlformats.org/officeDocument/2006/relationships/customXml" Target="../ink/ink1002.xml"/><Relationship Id="rId304" Type="http://schemas.openxmlformats.org/officeDocument/2006/relationships/customXml" Target="../ink/ink1009.xml"/><Relationship Id="rId388" Type="http://schemas.openxmlformats.org/officeDocument/2006/relationships/customXml" Target="../ink/ink1051.xml"/><Relationship Id="rId511" Type="http://schemas.openxmlformats.org/officeDocument/2006/relationships/image" Target="../media/image1121.png"/><Relationship Id="rId609" Type="http://schemas.openxmlformats.org/officeDocument/2006/relationships/image" Target="../media/image1170.png"/><Relationship Id="rId85" Type="http://schemas.openxmlformats.org/officeDocument/2006/relationships/image" Target="../media/image908.png"/><Relationship Id="rId150" Type="http://schemas.openxmlformats.org/officeDocument/2006/relationships/customXml" Target="../ink/ink932.xml"/><Relationship Id="rId595" Type="http://schemas.openxmlformats.org/officeDocument/2006/relationships/image" Target="../media/image1163.png"/><Relationship Id="rId248" Type="http://schemas.openxmlformats.org/officeDocument/2006/relationships/customXml" Target="../ink/ink981.xml"/><Relationship Id="rId455" Type="http://schemas.openxmlformats.org/officeDocument/2006/relationships/image" Target="../media/image1093.png"/><Relationship Id="rId662" Type="http://schemas.openxmlformats.org/officeDocument/2006/relationships/customXml" Target="../ink/ink1188.xml"/><Relationship Id="rId12" Type="http://schemas.openxmlformats.org/officeDocument/2006/relationships/customXml" Target="../ink/ink863.xml"/><Relationship Id="rId108" Type="http://schemas.openxmlformats.org/officeDocument/2006/relationships/customXml" Target="../ink/ink911.xml"/><Relationship Id="rId315" Type="http://schemas.openxmlformats.org/officeDocument/2006/relationships/image" Target="../media/image1023.png"/><Relationship Id="rId522" Type="http://schemas.openxmlformats.org/officeDocument/2006/relationships/customXml" Target="../ink/ink1118.xml"/><Relationship Id="rId96" Type="http://schemas.openxmlformats.org/officeDocument/2006/relationships/customXml" Target="../ink/ink905.xml"/><Relationship Id="rId161" Type="http://schemas.openxmlformats.org/officeDocument/2006/relationships/image" Target="../media/image946.png"/><Relationship Id="rId399" Type="http://schemas.openxmlformats.org/officeDocument/2006/relationships/image" Target="../media/image1065.png"/><Relationship Id="rId259" Type="http://schemas.openxmlformats.org/officeDocument/2006/relationships/image" Target="../media/image995.png"/><Relationship Id="rId466" Type="http://schemas.openxmlformats.org/officeDocument/2006/relationships/customXml" Target="../ink/ink1090.xml"/><Relationship Id="rId673" Type="http://schemas.openxmlformats.org/officeDocument/2006/relationships/image" Target="../media/image1202.png"/><Relationship Id="rId23" Type="http://schemas.openxmlformats.org/officeDocument/2006/relationships/image" Target="../media/image877.png"/><Relationship Id="rId119" Type="http://schemas.openxmlformats.org/officeDocument/2006/relationships/image" Target="../media/image925.png"/><Relationship Id="rId326" Type="http://schemas.openxmlformats.org/officeDocument/2006/relationships/customXml" Target="../ink/ink1020.xml"/><Relationship Id="rId533" Type="http://schemas.openxmlformats.org/officeDocument/2006/relationships/image" Target="../media/image1132.png"/><Relationship Id="rId740" Type="http://schemas.openxmlformats.org/officeDocument/2006/relationships/customXml" Target="../ink/ink1227.xml"/><Relationship Id="rId172" Type="http://schemas.openxmlformats.org/officeDocument/2006/relationships/customXml" Target="../ink/ink943.xml"/><Relationship Id="rId477" Type="http://schemas.openxmlformats.org/officeDocument/2006/relationships/image" Target="../media/image1104.png"/><Relationship Id="rId600" Type="http://schemas.openxmlformats.org/officeDocument/2006/relationships/customXml" Target="../ink/ink1157.xml"/><Relationship Id="rId684" Type="http://schemas.openxmlformats.org/officeDocument/2006/relationships/customXml" Target="../ink/ink1199.xml"/><Relationship Id="rId337" Type="http://schemas.openxmlformats.org/officeDocument/2006/relationships/image" Target="../media/image1034.png"/><Relationship Id="rId34" Type="http://schemas.openxmlformats.org/officeDocument/2006/relationships/customXml" Target="../ink/ink874.xml"/><Relationship Id="rId544" Type="http://schemas.openxmlformats.org/officeDocument/2006/relationships/customXml" Target="../ink/ink1129.xml"/><Relationship Id="rId183" Type="http://schemas.openxmlformats.org/officeDocument/2006/relationships/image" Target="../media/image957.png"/><Relationship Id="rId390" Type="http://schemas.openxmlformats.org/officeDocument/2006/relationships/customXml" Target="../ink/ink1052.xml"/><Relationship Id="rId404" Type="http://schemas.openxmlformats.org/officeDocument/2006/relationships/customXml" Target="../ink/ink1059.xml"/><Relationship Id="rId611" Type="http://schemas.openxmlformats.org/officeDocument/2006/relationships/image" Target="../media/image1171.png"/><Relationship Id="rId250" Type="http://schemas.openxmlformats.org/officeDocument/2006/relationships/customXml" Target="../ink/ink982.xml"/><Relationship Id="rId488" Type="http://schemas.openxmlformats.org/officeDocument/2006/relationships/customXml" Target="../ink/ink1101.xml"/><Relationship Id="rId695" Type="http://schemas.openxmlformats.org/officeDocument/2006/relationships/image" Target="../media/image1213.png"/><Relationship Id="rId709" Type="http://schemas.openxmlformats.org/officeDocument/2006/relationships/image" Target="../media/image1220.png"/><Relationship Id="rId45" Type="http://schemas.openxmlformats.org/officeDocument/2006/relationships/image" Target="../media/image888.png"/><Relationship Id="rId110" Type="http://schemas.openxmlformats.org/officeDocument/2006/relationships/customXml" Target="../ink/ink912.xml"/><Relationship Id="rId348" Type="http://schemas.openxmlformats.org/officeDocument/2006/relationships/customXml" Target="../ink/ink1031.xml"/><Relationship Id="rId555" Type="http://schemas.openxmlformats.org/officeDocument/2006/relationships/image" Target="../media/image1143.png"/><Relationship Id="rId194" Type="http://schemas.openxmlformats.org/officeDocument/2006/relationships/customXml" Target="../ink/ink954.xml"/><Relationship Id="rId208" Type="http://schemas.openxmlformats.org/officeDocument/2006/relationships/customXml" Target="../ink/ink961.xml"/><Relationship Id="rId415" Type="http://schemas.openxmlformats.org/officeDocument/2006/relationships/image" Target="../media/image1073.png"/><Relationship Id="rId622" Type="http://schemas.openxmlformats.org/officeDocument/2006/relationships/customXml" Target="../ink/ink1168.xml"/><Relationship Id="rId261" Type="http://schemas.openxmlformats.org/officeDocument/2006/relationships/image" Target="../media/image996.png"/><Relationship Id="rId499" Type="http://schemas.openxmlformats.org/officeDocument/2006/relationships/image" Target="../media/image1115.png"/><Relationship Id="rId56" Type="http://schemas.openxmlformats.org/officeDocument/2006/relationships/customXml" Target="../ink/ink885.xml"/><Relationship Id="rId359" Type="http://schemas.openxmlformats.org/officeDocument/2006/relationships/image" Target="../media/image1045.png"/><Relationship Id="rId566" Type="http://schemas.openxmlformats.org/officeDocument/2006/relationships/customXml" Target="../ink/ink1140.xml"/><Relationship Id="rId121" Type="http://schemas.openxmlformats.org/officeDocument/2006/relationships/image" Target="../media/image926.png"/><Relationship Id="rId219" Type="http://schemas.openxmlformats.org/officeDocument/2006/relationships/image" Target="../media/image975.png"/><Relationship Id="rId426" Type="http://schemas.openxmlformats.org/officeDocument/2006/relationships/customXml" Target="../ink/ink1070.xml"/><Relationship Id="rId633" Type="http://schemas.openxmlformats.org/officeDocument/2006/relationships/image" Target="../media/image1182.png"/><Relationship Id="rId67" Type="http://schemas.openxmlformats.org/officeDocument/2006/relationships/image" Target="../media/image899.png"/><Relationship Id="rId272" Type="http://schemas.openxmlformats.org/officeDocument/2006/relationships/customXml" Target="../ink/ink993.xml"/><Relationship Id="rId577" Type="http://schemas.openxmlformats.org/officeDocument/2006/relationships/image" Target="../media/image1154.png"/><Relationship Id="rId700" Type="http://schemas.openxmlformats.org/officeDocument/2006/relationships/customXml" Target="../ink/ink1207.xml"/><Relationship Id="rId132" Type="http://schemas.openxmlformats.org/officeDocument/2006/relationships/customXml" Target="../ink/ink923.xml"/><Relationship Id="rId437" Type="http://schemas.openxmlformats.org/officeDocument/2006/relationships/image" Target="../media/image1084.png"/><Relationship Id="rId644" Type="http://schemas.openxmlformats.org/officeDocument/2006/relationships/customXml" Target="../ink/ink1179.xml"/><Relationship Id="rId283" Type="http://schemas.openxmlformats.org/officeDocument/2006/relationships/image" Target="../media/image1007.png"/><Relationship Id="rId490" Type="http://schemas.openxmlformats.org/officeDocument/2006/relationships/customXml" Target="../ink/ink1102.xml"/><Relationship Id="rId504" Type="http://schemas.openxmlformats.org/officeDocument/2006/relationships/customXml" Target="../ink/ink1109.xml"/><Relationship Id="rId711" Type="http://schemas.openxmlformats.org/officeDocument/2006/relationships/image" Target="../media/image1221.png"/><Relationship Id="rId78" Type="http://schemas.openxmlformats.org/officeDocument/2006/relationships/customXml" Target="../ink/ink896.xml"/><Relationship Id="rId143" Type="http://schemas.openxmlformats.org/officeDocument/2006/relationships/image" Target="../media/image937.png"/><Relationship Id="rId350" Type="http://schemas.openxmlformats.org/officeDocument/2006/relationships/customXml" Target="../ink/ink1032.xml"/><Relationship Id="rId588" Type="http://schemas.openxmlformats.org/officeDocument/2006/relationships/customXml" Target="../ink/ink1151.xml"/><Relationship Id="rId9" Type="http://schemas.openxmlformats.org/officeDocument/2006/relationships/image" Target="../media/image870.png"/><Relationship Id="rId210" Type="http://schemas.openxmlformats.org/officeDocument/2006/relationships/customXml" Target="../ink/ink962.xml"/><Relationship Id="rId448" Type="http://schemas.openxmlformats.org/officeDocument/2006/relationships/customXml" Target="../ink/ink1081.xml"/><Relationship Id="rId655" Type="http://schemas.openxmlformats.org/officeDocument/2006/relationships/image" Target="../media/image1193.png"/><Relationship Id="rId294" Type="http://schemas.openxmlformats.org/officeDocument/2006/relationships/customXml" Target="../ink/ink1004.xml"/><Relationship Id="rId308" Type="http://schemas.openxmlformats.org/officeDocument/2006/relationships/customXml" Target="../ink/ink1011.xml"/><Relationship Id="rId515" Type="http://schemas.openxmlformats.org/officeDocument/2006/relationships/image" Target="../media/image1123.png"/><Relationship Id="rId722" Type="http://schemas.openxmlformats.org/officeDocument/2006/relationships/customXml" Target="../ink/ink1218.xml"/><Relationship Id="rId89" Type="http://schemas.openxmlformats.org/officeDocument/2006/relationships/image" Target="../media/image910.png"/><Relationship Id="rId154" Type="http://schemas.openxmlformats.org/officeDocument/2006/relationships/customXml" Target="../ink/ink934.xml"/><Relationship Id="rId361" Type="http://schemas.openxmlformats.org/officeDocument/2006/relationships/image" Target="../media/image1046.png"/><Relationship Id="rId599" Type="http://schemas.openxmlformats.org/officeDocument/2006/relationships/image" Target="../media/image1165.png"/><Relationship Id="rId459" Type="http://schemas.openxmlformats.org/officeDocument/2006/relationships/image" Target="../media/image1095.png"/><Relationship Id="rId666" Type="http://schemas.openxmlformats.org/officeDocument/2006/relationships/customXml" Target="../ink/ink1190.xml"/><Relationship Id="rId16" Type="http://schemas.openxmlformats.org/officeDocument/2006/relationships/customXml" Target="../ink/ink865.xml"/><Relationship Id="rId221" Type="http://schemas.openxmlformats.org/officeDocument/2006/relationships/image" Target="../media/image976.png"/><Relationship Id="rId319" Type="http://schemas.openxmlformats.org/officeDocument/2006/relationships/image" Target="../media/image1025.png"/><Relationship Id="rId526" Type="http://schemas.openxmlformats.org/officeDocument/2006/relationships/customXml" Target="../ink/ink1120.xml"/><Relationship Id="rId733" Type="http://schemas.openxmlformats.org/officeDocument/2006/relationships/image" Target="../media/image1232.png"/><Relationship Id="rId165" Type="http://schemas.openxmlformats.org/officeDocument/2006/relationships/image" Target="../media/image948.png"/><Relationship Id="rId372" Type="http://schemas.openxmlformats.org/officeDocument/2006/relationships/customXml" Target="../ink/ink1043.xml"/><Relationship Id="rId677" Type="http://schemas.openxmlformats.org/officeDocument/2006/relationships/image" Target="../media/image1204.png"/><Relationship Id="rId232" Type="http://schemas.openxmlformats.org/officeDocument/2006/relationships/customXml" Target="../ink/ink973.xml"/><Relationship Id="rId27" Type="http://schemas.openxmlformats.org/officeDocument/2006/relationships/image" Target="../media/image879.png"/><Relationship Id="rId537" Type="http://schemas.openxmlformats.org/officeDocument/2006/relationships/image" Target="../media/image1134.png"/><Relationship Id="rId80" Type="http://schemas.openxmlformats.org/officeDocument/2006/relationships/customXml" Target="../ink/ink897.xml"/><Relationship Id="rId176" Type="http://schemas.openxmlformats.org/officeDocument/2006/relationships/customXml" Target="../ink/ink945.xml"/><Relationship Id="rId383" Type="http://schemas.openxmlformats.org/officeDocument/2006/relationships/image" Target="../media/image1057.png"/><Relationship Id="rId590" Type="http://schemas.openxmlformats.org/officeDocument/2006/relationships/customXml" Target="../ink/ink1152.xml"/><Relationship Id="rId604" Type="http://schemas.openxmlformats.org/officeDocument/2006/relationships/customXml" Target="../ink/ink1159.xml"/><Relationship Id="rId243" Type="http://schemas.openxmlformats.org/officeDocument/2006/relationships/image" Target="../media/image987.png"/><Relationship Id="rId450" Type="http://schemas.openxmlformats.org/officeDocument/2006/relationships/customXml" Target="../ink/ink1082.xml"/><Relationship Id="rId688" Type="http://schemas.openxmlformats.org/officeDocument/2006/relationships/customXml" Target="../ink/ink1201.xml"/><Relationship Id="rId38" Type="http://schemas.openxmlformats.org/officeDocument/2006/relationships/customXml" Target="../ink/ink876.xml"/><Relationship Id="rId103" Type="http://schemas.openxmlformats.org/officeDocument/2006/relationships/image" Target="../media/image917.png"/><Relationship Id="rId310" Type="http://schemas.openxmlformats.org/officeDocument/2006/relationships/customXml" Target="../ink/ink1012.xml"/><Relationship Id="rId548" Type="http://schemas.openxmlformats.org/officeDocument/2006/relationships/customXml" Target="../ink/ink1131.xml"/><Relationship Id="rId91" Type="http://schemas.openxmlformats.org/officeDocument/2006/relationships/image" Target="../media/image911.png"/><Relationship Id="rId187" Type="http://schemas.openxmlformats.org/officeDocument/2006/relationships/image" Target="../media/image959.png"/><Relationship Id="rId394" Type="http://schemas.openxmlformats.org/officeDocument/2006/relationships/customXml" Target="../ink/ink1054.xml"/><Relationship Id="rId408" Type="http://schemas.openxmlformats.org/officeDocument/2006/relationships/customXml" Target="../ink/ink1061.xml"/><Relationship Id="rId615" Type="http://schemas.openxmlformats.org/officeDocument/2006/relationships/image" Target="../media/image1173.png"/><Relationship Id="rId254" Type="http://schemas.openxmlformats.org/officeDocument/2006/relationships/customXml" Target="../ink/ink984.xml"/><Relationship Id="rId699" Type="http://schemas.openxmlformats.org/officeDocument/2006/relationships/image" Target="../media/image1215.png"/><Relationship Id="rId49" Type="http://schemas.openxmlformats.org/officeDocument/2006/relationships/image" Target="../media/image890.png"/><Relationship Id="rId114" Type="http://schemas.openxmlformats.org/officeDocument/2006/relationships/customXml" Target="../ink/ink914.xml"/><Relationship Id="rId461" Type="http://schemas.openxmlformats.org/officeDocument/2006/relationships/image" Target="../media/image1096.png"/><Relationship Id="rId559" Type="http://schemas.openxmlformats.org/officeDocument/2006/relationships/image" Target="../media/image1145.png"/><Relationship Id="rId198" Type="http://schemas.openxmlformats.org/officeDocument/2006/relationships/customXml" Target="../ink/ink956.xml"/><Relationship Id="rId321" Type="http://schemas.openxmlformats.org/officeDocument/2006/relationships/image" Target="../media/image1026.png"/><Relationship Id="rId419" Type="http://schemas.openxmlformats.org/officeDocument/2006/relationships/image" Target="../media/image1075.png"/><Relationship Id="rId626" Type="http://schemas.openxmlformats.org/officeDocument/2006/relationships/customXml" Target="../ink/ink1170.xml"/><Relationship Id="rId265" Type="http://schemas.openxmlformats.org/officeDocument/2006/relationships/image" Target="../media/image998.png"/><Relationship Id="rId472" Type="http://schemas.openxmlformats.org/officeDocument/2006/relationships/customXml" Target="../ink/ink1093.xml"/><Relationship Id="rId125" Type="http://schemas.openxmlformats.org/officeDocument/2006/relationships/image" Target="../media/image928.png"/><Relationship Id="rId332" Type="http://schemas.openxmlformats.org/officeDocument/2006/relationships/customXml" Target="../ink/ink1023.xml"/><Relationship Id="rId637" Type="http://schemas.openxmlformats.org/officeDocument/2006/relationships/image" Target="../media/image1184.png"/><Relationship Id="rId276" Type="http://schemas.openxmlformats.org/officeDocument/2006/relationships/customXml" Target="../ink/ink995.xml"/><Relationship Id="rId483" Type="http://schemas.openxmlformats.org/officeDocument/2006/relationships/image" Target="../media/image1107.png"/><Relationship Id="rId690" Type="http://schemas.openxmlformats.org/officeDocument/2006/relationships/customXml" Target="../ink/ink1202.xml"/><Relationship Id="rId704" Type="http://schemas.openxmlformats.org/officeDocument/2006/relationships/customXml" Target="../ink/ink1209.xml"/><Relationship Id="rId40" Type="http://schemas.openxmlformats.org/officeDocument/2006/relationships/customXml" Target="../ink/ink877.xml"/><Relationship Id="rId136" Type="http://schemas.openxmlformats.org/officeDocument/2006/relationships/customXml" Target="../ink/ink925.xml"/><Relationship Id="rId343" Type="http://schemas.openxmlformats.org/officeDocument/2006/relationships/image" Target="../media/image1037.png"/><Relationship Id="rId550" Type="http://schemas.openxmlformats.org/officeDocument/2006/relationships/customXml" Target="../ink/ink1132.xml"/><Relationship Id="rId203" Type="http://schemas.openxmlformats.org/officeDocument/2006/relationships/image" Target="../media/image967.png"/><Relationship Id="rId648" Type="http://schemas.openxmlformats.org/officeDocument/2006/relationships/customXml" Target="../ink/ink1181.xml"/><Relationship Id="rId287" Type="http://schemas.openxmlformats.org/officeDocument/2006/relationships/image" Target="../media/image1009.png"/><Relationship Id="rId410" Type="http://schemas.openxmlformats.org/officeDocument/2006/relationships/customXml" Target="../ink/ink1062.xml"/><Relationship Id="rId494" Type="http://schemas.openxmlformats.org/officeDocument/2006/relationships/customXml" Target="../ink/ink1104.xml"/><Relationship Id="rId508" Type="http://schemas.openxmlformats.org/officeDocument/2006/relationships/customXml" Target="../ink/ink1111.xml"/><Relationship Id="rId715" Type="http://schemas.openxmlformats.org/officeDocument/2006/relationships/image" Target="../media/image1223.png"/><Relationship Id="rId147" Type="http://schemas.openxmlformats.org/officeDocument/2006/relationships/image" Target="../media/image939.png"/><Relationship Id="rId354" Type="http://schemas.openxmlformats.org/officeDocument/2006/relationships/customXml" Target="../ink/ink1034.xml"/><Relationship Id="rId51" Type="http://schemas.openxmlformats.org/officeDocument/2006/relationships/image" Target="../media/image891.png"/><Relationship Id="rId561" Type="http://schemas.openxmlformats.org/officeDocument/2006/relationships/image" Target="../media/image1146.png"/><Relationship Id="rId659" Type="http://schemas.openxmlformats.org/officeDocument/2006/relationships/image" Target="../media/image1195.png"/><Relationship Id="rId214" Type="http://schemas.openxmlformats.org/officeDocument/2006/relationships/customXml" Target="../ink/ink964.xml"/><Relationship Id="rId298" Type="http://schemas.openxmlformats.org/officeDocument/2006/relationships/customXml" Target="../ink/ink1006.xml"/><Relationship Id="rId421" Type="http://schemas.openxmlformats.org/officeDocument/2006/relationships/image" Target="../media/image1076.png"/><Relationship Id="rId519" Type="http://schemas.openxmlformats.org/officeDocument/2006/relationships/image" Target="../media/image1125.png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60.png"/><Relationship Id="rId299" Type="http://schemas.openxmlformats.org/officeDocument/2006/relationships/image" Target="../media/image1350.png"/><Relationship Id="rId21" Type="http://schemas.openxmlformats.org/officeDocument/2006/relationships/image" Target="../media/image1194.png"/><Relationship Id="rId63" Type="http://schemas.openxmlformats.org/officeDocument/2006/relationships/image" Target="../media/image1215.png"/><Relationship Id="rId159" Type="http://schemas.openxmlformats.org/officeDocument/2006/relationships/image" Target="../media/image1280.png"/><Relationship Id="rId324" Type="http://schemas.openxmlformats.org/officeDocument/2006/relationships/customXml" Target="../ink/ink1389.xml"/><Relationship Id="rId366" Type="http://schemas.openxmlformats.org/officeDocument/2006/relationships/customXml" Target="../ink/ink1410.xml"/><Relationship Id="rId170" Type="http://schemas.openxmlformats.org/officeDocument/2006/relationships/customXml" Target="../ink/ink1312.xml"/><Relationship Id="rId226" Type="http://schemas.openxmlformats.org/officeDocument/2006/relationships/customXml" Target="../ink/ink1340.xml"/><Relationship Id="rId433" Type="http://schemas.openxmlformats.org/officeDocument/2006/relationships/image" Target="../media/image858.png"/><Relationship Id="rId268" Type="http://schemas.openxmlformats.org/officeDocument/2006/relationships/customXml" Target="../ink/ink1361.xml"/><Relationship Id="rId32" Type="http://schemas.openxmlformats.org/officeDocument/2006/relationships/customXml" Target="../ink/ink1243.xml"/><Relationship Id="rId74" Type="http://schemas.openxmlformats.org/officeDocument/2006/relationships/customXml" Target="../ink/ink1264.xml"/><Relationship Id="rId128" Type="http://schemas.openxmlformats.org/officeDocument/2006/relationships/customXml" Target="../ink/ink1291.xml"/><Relationship Id="rId335" Type="http://schemas.openxmlformats.org/officeDocument/2006/relationships/image" Target="../media/image1368.png"/><Relationship Id="rId377" Type="http://schemas.openxmlformats.org/officeDocument/2006/relationships/image" Target="../media/image830.png"/><Relationship Id="rId5" Type="http://schemas.openxmlformats.org/officeDocument/2006/relationships/image" Target="../media/image1186.png"/><Relationship Id="rId181" Type="http://schemas.openxmlformats.org/officeDocument/2006/relationships/image" Target="../media/image1291.png"/><Relationship Id="rId237" Type="http://schemas.openxmlformats.org/officeDocument/2006/relationships/image" Target="../media/image1319.png"/><Relationship Id="rId402" Type="http://schemas.openxmlformats.org/officeDocument/2006/relationships/customXml" Target="../ink/ink1428.xml"/><Relationship Id="rId279" Type="http://schemas.openxmlformats.org/officeDocument/2006/relationships/image" Target="../media/image1340.png"/><Relationship Id="rId43" Type="http://schemas.openxmlformats.org/officeDocument/2006/relationships/image" Target="../media/image1205.png"/><Relationship Id="rId139" Type="http://schemas.openxmlformats.org/officeDocument/2006/relationships/image" Target="../media/image1271.png"/><Relationship Id="rId290" Type="http://schemas.openxmlformats.org/officeDocument/2006/relationships/customXml" Target="../ink/ink1372.xml"/><Relationship Id="rId304" Type="http://schemas.openxmlformats.org/officeDocument/2006/relationships/customXml" Target="../ink/ink1379.xml"/><Relationship Id="rId346" Type="http://schemas.openxmlformats.org/officeDocument/2006/relationships/customXml" Target="../ink/ink1400.xml"/><Relationship Id="rId388" Type="http://schemas.openxmlformats.org/officeDocument/2006/relationships/customXml" Target="../ink/ink1421.xml"/><Relationship Id="rId85" Type="http://schemas.openxmlformats.org/officeDocument/2006/relationships/image" Target="../media/image1244.png"/><Relationship Id="rId150" Type="http://schemas.openxmlformats.org/officeDocument/2006/relationships/customXml" Target="../ink/ink1302.xml"/><Relationship Id="rId192" Type="http://schemas.openxmlformats.org/officeDocument/2006/relationships/customXml" Target="../ink/ink1323.xml"/><Relationship Id="rId206" Type="http://schemas.openxmlformats.org/officeDocument/2006/relationships/customXml" Target="../ink/ink1330.xml"/><Relationship Id="rId413" Type="http://schemas.openxmlformats.org/officeDocument/2006/relationships/image" Target="../media/image848.png"/><Relationship Id="rId248" Type="http://schemas.openxmlformats.org/officeDocument/2006/relationships/customXml" Target="../ink/ink1351.xml"/><Relationship Id="rId12" Type="http://schemas.openxmlformats.org/officeDocument/2006/relationships/customXml" Target="../ink/ink1233.xml"/><Relationship Id="rId108" Type="http://schemas.openxmlformats.org/officeDocument/2006/relationships/customXml" Target="../ink/ink1281.xml"/><Relationship Id="rId315" Type="http://schemas.openxmlformats.org/officeDocument/2006/relationships/image" Target="../media/image1358.png"/><Relationship Id="rId357" Type="http://schemas.openxmlformats.org/officeDocument/2006/relationships/image" Target="../media/image820.png"/><Relationship Id="rId54" Type="http://schemas.openxmlformats.org/officeDocument/2006/relationships/customXml" Target="../ink/ink1254.xml"/><Relationship Id="rId96" Type="http://schemas.openxmlformats.org/officeDocument/2006/relationships/customXml" Target="../ink/ink1275.xml"/><Relationship Id="rId161" Type="http://schemas.openxmlformats.org/officeDocument/2006/relationships/image" Target="../media/image1281.png"/><Relationship Id="rId217" Type="http://schemas.openxmlformats.org/officeDocument/2006/relationships/image" Target="../media/image1309.png"/><Relationship Id="rId399" Type="http://schemas.openxmlformats.org/officeDocument/2006/relationships/image" Target="../media/image841.png"/><Relationship Id="rId259" Type="http://schemas.openxmlformats.org/officeDocument/2006/relationships/image" Target="../media/image1330.png"/><Relationship Id="rId424" Type="http://schemas.openxmlformats.org/officeDocument/2006/relationships/customXml" Target="../ink/ink1439.xml"/><Relationship Id="rId23" Type="http://schemas.openxmlformats.org/officeDocument/2006/relationships/image" Target="../media/image1195.png"/><Relationship Id="rId119" Type="http://schemas.openxmlformats.org/officeDocument/2006/relationships/image" Target="../media/image1261.png"/><Relationship Id="rId270" Type="http://schemas.openxmlformats.org/officeDocument/2006/relationships/customXml" Target="../ink/ink1362.xml"/><Relationship Id="rId326" Type="http://schemas.openxmlformats.org/officeDocument/2006/relationships/customXml" Target="../ink/ink1390.xml"/><Relationship Id="rId65" Type="http://schemas.openxmlformats.org/officeDocument/2006/relationships/image" Target="../media/image1216.png"/><Relationship Id="rId130" Type="http://schemas.openxmlformats.org/officeDocument/2006/relationships/customXml" Target="../ink/ink1292.xml"/><Relationship Id="rId368" Type="http://schemas.openxmlformats.org/officeDocument/2006/relationships/customXml" Target="../ink/ink1411.xml"/><Relationship Id="rId172" Type="http://schemas.openxmlformats.org/officeDocument/2006/relationships/customXml" Target="../ink/ink1313.xml"/><Relationship Id="rId228" Type="http://schemas.openxmlformats.org/officeDocument/2006/relationships/customXml" Target="../ink/ink1341.xml"/><Relationship Id="rId435" Type="http://schemas.openxmlformats.org/officeDocument/2006/relationships/image" Target="../media/image859.png"/><Relationship Id="rId281" Type="http://schemas.openxmlformats.org/officeDocument/2006/relationships/image" Target="../media/image1341.png"/><Relationship Id="rId337" Type="http://schemas.openxmlformats.org/officeDocument/2006/relationships/image" Target="../media/image1369.png"/><Relationship Id="rId34" Type="http://schemas.openxmlformats.org/officeDocument/2006/relationships/customXml" Target="../ink/ink1244.xml"/><Relationship Id="rId76" Type="http://schemas.openxmlformats.org/officeDocument/2006/relationships/customXml" Target="../ink/ink1265.xml"/><Relationship Id="rId141" Type="http://schemas.openxmlformats.org/officeDocument/2006/relationships/image" Target="../media/image1272.png"/><Relationship Id="rId379" Type="http://schemas.openxmlformats.org/officeDocument/2006/relationships/image" Target="../media/image831.png"/><Relationship Id="rId7" Type="http://schemas.openxmlformats.org/officeDocument/2006/relationships/image" Target="../media/image1187.png"/><Relationship Id="rId183" Type="http://schemas.openxmlformats.org/officeDocument/2006/relationships/image" Target="../media/image1292.png"/><Relationship Id="rId239" Type="http://schemas.openxmlformats.org/officeDocument/2006/relationships/image" Target="../media/image1320.png"/><Relationship Id="rId390" Type="http://schemas.openxmlformats.org/officeDocument/2006/relationships/customXml" Target="../ink/ink1422.xml"/><Relationship Id="rId404" Type="http://schemas.openxmlformats.org/officeDocument/2006/relationships/customXml" Target="../ink/ink1429.xml"/><Relationship Id="rId250" Type="http://schemas.openxmlformats.org/officeDocument/2006/relationships/customXml" Target="../ink/ink1352.xml"/><Relationship Id="rId292" Type="http://schemas.openxmlformats.org/officeDocument/2006/relationships/customXml" Target="../ink/ink1373.xml"/><Relationship Id="rId306" Type="http://schemas.openxmlformats.org/officeDocument/2006/relationships/customXml" Target="../ink/ink1380.xml"/><Relationship Id="rId45" Type="http://schemas.openxmlformats.org/officeDocument/2006/relationships/image" Target="../media/image1206.png"/><Relationship Id="rId87" Type="http://schemas.openxmlformats.org/officeDocument/2006/relationships/image" Target="../media/image1245.png"/><Relationship Id="rId110" Type="http://schemas.openxmlformats.org/officeDocument/2006/relationships/customXml" Target="../ink/ink1282.xml"/><Relationship Id="rId348" Type="http://schemas.openxmlformats.org/officeDocument/2006/relationships/customXml" Target="../ink/ink1401.xml"/><Relationship Id="rId152" Type="http://schemas.openxmlformats.org/officeDocument/2006/relationships/customXml" Target="../ink/ink1303.xml"/><Relationship Id="rId194" Type="http://schemas.openxmlformats.org/officeDocument/2006/relationships/customXml" Target="../ink/ink1324.xml"/><Relationship Id="rId208" Type="http://schemas.openxmlformats.org/officeDocument/2006/relationships/customXml" Target="../ink/ink1331.xml"/><Relationship Id="rId415" Type="http://schemas.openxmlformats.org/officeDocument/2006/relationships/image" Target="../media/image849.png"/><Relationship Id="rId261" Type="http://schemas.openxmlformats.org/officeDocument/2006/relationships/image" Target="../media/image1331.png"/><Relationship Id="rId14" Type="http://schemas.openxmlformats.org/officeDocument/2006/relationships/customXml" Target="../ink/ink1234.xml"/><Relationship Id="rId56" Type="http://schemas.openxmlformats.org/officeDocument/2006/relationships/customXml" Target="../ink/ink1255.xml"/><Relationship Id="rId317" Type="http://schemas.openxmlformats.org/officeDocument/2006/relationships/image" Target="../media/image1359.png"/><Relationship Id="rId359" Type="http://schemas.openxmlformats.org/officeDocument/2006/relationships/image" Target="../media/image821.png"/><Relationship Id="rId98" Type="http://schemas.openxmlformats.org/officeDocument/2006/relationships/customXml" Target="../ink/ink1276.xml"/><Relationship Id="rId121" Type="http://schemas.openxmlformats.org/officeDocument/2006/relationships/image" Target="../media/image1262.png"/><Relationship Id="rId163" Type="http://schemas.openxmlformats.org/officeDocument/2006/relationships/image" Target="../media/image1282.png"/><Relationship Id="rId219" Type="http://schemas.openxmlformats.org/officeDocument/2006/relationships/image" Target="../media/image1310.png"/><Relationship Id="rId370" Type="http://schemas.openxmlformats.org/officeDocument/2006/relationships/customXml" Target="../ink/ink1412.xml"/><Relationship Id="rId426" Type="http://schemas.openxmlformats.org/officeDocument/2006/relationships/customXml" Target="../ink/ink1440.xml"/><Relationship Id="rId230" Type="http://schemas.openxmlformats.org/officeDocument/2006/relationships/customXml" Target="../ink/ink1342.xml"/><Relationship Id="rId25" Type="http://schemas.openxmlformats.org/officeDocument/2006/relationships/image" Target="../media/image1196.png"/><Relationship Id="rId67" Type="http://schemas.openxmlformats.org/officeDocument/2006/relationships/image" Target="../media/image1217.png"/><Relationship Id="rId272" Type="http://schemas.openxmlformats.org/officeDocument/2006/relationships/customXml" Target="../ink/ink1363.xml"/><Relationship Id="rId328" Type="http://schemas.openxmlformats.org/officeDocument/2006/relationships/customXml" Target="../ink/ink1391.xml"/><Relationship Id="rId132" Type="http://schemas.openxmlformats.org/officeDocument/2006/relationships/customXml" Target="../ink/ink1293.xml"/><Relationship Id="rId174" Type="http://schemas.openxmlformats.org/officeDocument/2006/relationships/customXml" Target="../ink/ink1314.xml"/><Relationship Id="rId381" Type="http://schemas.openxmlformats.org/officeDocument/2006/relationships/image" Target="../media/image832.png"/><Relationship Id="rId241" Type="http://schemas.openxmlformats.org/officeDocument/2006/relationships/image" Target="../media/image1321.png"/><Relationship Id="rId437" Type="http://schemas.openxmlformats.org/officeDocument/2006/relationships/image" Target="../media/image860.png"/><Relationship Id="rId36" Type="http://schemas.openxmlformats.org/officeDocument/2006/relationships/customXml" Target="../ink/ink1245.xml"/><Relationship Id="rId283" Type="http://schemas.openxmlformats.org/officeDocument/2006/relationships/image" Target="../media/image1342.png"/><Relationship Id="rId339" Type="http://schemas.openxmlformats.org/officeDocument/2006/relationships/image" Target="../media/image811.png"/><Relationship Id="rId78" Type="http://schemas.openxmlformats.org/officeDocument/2006/relationships/customXml" Target="../ink/ink1266.xml"/><Relationship Id="rId101" Type="http://schemas.openxmlformats.org/officeDocument/2006/relationships/image" Target="../media/image1252.png"/><Relationship Id="rId143" Type="http://schemas.openxmlformats.org/officeDocument/2006/relationships/image" Target="../media/image1273.png"/><Relationship Id="rId185" Type="http://schemas.openxmlformats.org/officeDocument/2006/relationships/image" Target="../media/image1293.png"/><Relationship Id="rId350" Type="http://schemas.openxmlformats.org/officeDocument/2006/relationships/customXml" Target="../ink/ink1402.xml"/><Relationship Id="rId406" Type="http://schemas.openxmlformats.org/officeDocument/2006/relationships/customXml" Target="../ink/ink1430.xml"/><Relationship Id="rId9" Type="http://schemas.openxmlformats.org/officeDocument/2006/relationships/image" Target="../media/image1188.png"/><Relationship Id="rId210" Type="http://schemas.openxmlformats.org/officeDocument/2006/relationships/customXml" Target="../ink/ink1332.xml"/><Relationship Id="rId392" Type="http://schemas.openxmlformats.org/officeDocument/2006/relationships/customXml" Target="../ink/ink1423.xml"/><Relationship Id="rId252" Type="http://schemas.openxmlformats.org/officeDocument/2006/relationships/customXml" Target="../ink/ink1353.xml"/><Relationship Id="rId294" Type="http://schemas.openxmlformats.org/officeDocument/2006/relationships/customXml" Target="../ink/ink1374.xml"/><Relationship Id="rId308" Type="http://schemas.openxmlformats.org/officeDocument/2006/relationships/customXml" Target="../ink/ink1381.xml"/><Relationship Id="rId47" Type="http://schemas.openxmlformats.org/officeDocument/2006/relationships/image" Target="../media/image1207.png"/><Relationship Id="rId89" Type="http://schemas.openxmlformats.org/officeDocument/2006/relationships/image" Target="../media/image1246.png"/><Relationship Id="rId112" Type="http://schemas.openxmlformats.org/officeDocument/2006/relationships/customXml" Target="../ink/ink1283.xml"/><Relationship Id="rId154" Type="http://schemas.openxmlformats.org/officeDocument/2006/relationships/customXml" Target="../ink/ink1304.xml"/><Relationship Id="rId361" Type="http://schemas.openxmlformats.org/officeDocument/2006/relationships/image" Target="../media/image822.png"/><Relationship Id="rId196" Type="http://schemas.openxmlformats.org/officeDocument/2006/relationships/customXml" Target="../ink/ink1325.xml"/><Relationship Id="rId417" Type="http://schemas.openxmlformats.org/officeDocument/2006/relationships/image" Target="../media/image850.png"/><Relationship Id="rId16" Type="http://schemas.openxmlformats.org/officeDocument/2006/relationships/customXml" Target="../ink/ink1235.xml"/><Relationship Id="rId221" Type="http://schemas.openxmlformats.org/officeDocument/2006/relationships/image" Target="../media/image1311.png"/><Relationship Id="rId263" Type="http://schemas.openxmlformats.org/officeDocument/2006/relationships/image" Target="../media/image1332.png"/><Relationship Id="rId319" Type="http://schemas.openxmlformats.org/officeDocument/2006/relationships/image" Target="../media/image1360.png"/><Relationship Id="rId58" Type="http://schemas.openxmlformats.org/officeDocument/2006/relationships/customXml" Target="../ink/ink1256.xml"/><Relationship Id="rId123" Type="http://schemas.openxmlformats.org/officeDocument/2006/relationships/image" Target="../media/image1263.png"/><Relationship Id="rId330" Type="http://schemas.openxmlformats.org/officeDocument/2006/relationships/customXml" Target="../ink/ink1392.xml"/><Relationship Id="rId165" Type="http://schemas.openxmlformats.org/officeDocument/2006/relationships/image" Target="../media/image1283.png"/><Relationship Id="rId372" Type="http://schemas.openxmlformats.org/officeDocument/2006/relationships/customXml" Target="../ink/ink1413.xml"/><Relationship Id="rId428" Type="http://schemas.openxmlformats.org/officeDocument/2006/relationships/customXml" Target="../ink/ink1441.xml"/><Relationship Id="rId232" Type="http://schemas.openxmlformats.org/officeDocument/2006/relationships/customXml" Target="../ink/ink1343.xml"/><Relationship Id="rId274" Type="http://schemas.openxmlformats.org/officeDocument/2006/relationships/customXml" Target="../ink/ink1364.xml"/><Relationship Id="rId27" Type="http://schemas.openxmlformats.org/officeDocument/2006/relationships/image" Target="../media/image1197.png"/><Relationship Id="rId69" Type="http://schemas.openxmlformats.org/officeDocument/2006/relationships/image" Target="../media/image1218.png"/><Relationship Id="rId134" Type="http://schemas.openxmlformats.org/officeDocument/2006/relationships/customXml" Target="../ink/ink1294.xml"/><Relationship Id="rId80" Type="http://schemas.openxmlformats.org/officeDocument/2006/relationships/customXml" Target="../ink/ink1267.xml"/><Relationship Id="rId176" Type="http://schemas.openxmlformats.org/officeDocument/2006/relationships/customXml" Target="../ink/ink1315.xml"/><Relationship Id="rId341" Type="http://schemas.openxmlformats.org/officeDocument/2006/relationships/image" Target="../media/image812.png"/><Relationship Id="rId383" Type="http://schemas.openxmlformats.org/officeDocument/2006/relationships/image" Target="../media/image833.png"/><Relationship Id="rId439" Type="http://schemas.openxmlformats.org/officeDocument/2006/relationships/image" Target="../media/image861.png"/><Relationship Id="rId201" Type="http://schemas.openxmlformats.org/officeDocument/2006/relationships/image" Target="../media/image1301.png"/><Relationship Id="rId243" Type="http://schemas.openxmlformats.org/officeDocument/2006/relationships/image" Target="../media/image1322.png"/><Relationship Id="rId285" Type="http://schemas.openxmlformats.org/officeDocument/2006/relationships/image" Target="../media/image1343.png"/><Relationship Id="rId38" Type="http://schemas.openxmlformats.org/officeDocument/2006/relationships/customXml" Target="../ink/ink1246.xml"/><Relationship Id="rId103" Type="http://schemas.openxmlformats.org/officeDocument/2006/relationships/image" Target="../media/image1253.png"/><Relationship Id="rId310" Type="http://schemas.openxmlformats.org/officeDocument/2006/relationships/customXml" Target="../ink/ink1382.xml"/><Relationship Id="rId91" Type="http://schemas.openxmlformats.org/officeDocument/2006/relationships/image" Target="../media/image1247.png"/><Relationship Id="rId145" Type="http://schemas.openxmlformats.org/officeDocument/2006/relationships/image" Target="../media/image1274.png"/><Relationship Id="rId187" Type="http://schemas.openxmlformats.org/officeDocument/2006/relationships/image" Target="../media/image1294.png"/><Relationship Id="rId352" Type="http://schemas.openxmlformats.org/officeDocument/2006/relationships/customXml" Target="../ink/ink1403.xml"/><Relationship Id="rId394" Type="http://schemas.openxmlformats.org/officeDocument/2006/relationships/customXml" Target="../ink/ink1424.xml"/><Relationship Id="rId408" Type="http://schemas.openxmlformats.org/officeDocument/2006/relationships/customXml" Target="../ink/ink1431.xml"/><Relationship Id="rId212" Type="http://schemas.openxmlformats.org/officeDocument/2006/relationships/customXml" Target="../ink/ink1333.xml"/><Relationship Id="rId254" Type="http://schemas.openxmlformats.org/officeDocument/2006/relationships/customXml" Target="../ink/ink1354.xml"/><Relationship Id="rId49" Type="http://schemas.openxmlformats.org/officeDocument/2006/relationships/image" Target="../media/image1208.png"/><Relationship Id="rId114" Type="http://schemas.openxmlformats.org/officeDocument/2006/relationships/customXml" Target="../ink/ink1284.xml"/><Relationship Id="rId296" Type="http://schemas.openxmlformats.org/officeDocument/2006/relationships/customXml" Target="../ink/ink1375.xml"/><Relationship Id="rId60" Type="http://schemas.openxmlformats.org/officeDocument/2006/relationships/customXml" Target="../ink/ink1257.xml"/><Relationship Id="rId156" Type="http://schemas.openxmlformats.org/officeDocument/2006/relationships/customXml" Target="../ink/ink1305.xml"/><Relationship Id="rId198" Type="http://schemas.openxmlformats.org/officeDocument/2006/relationships/customXml" Target="../ink/ink1326.xml"/><Relationship Id="rId321" Type="http://schemas.openxmlformats.org/officeDocument/2006/relationships/image" Target="../media/image1361.png"/><Relationship Id="rId363" Type="http://schemas.openxmlformats.org/officeDocument/2006/relationships/image" Target="../media/image823.png"/><Relationship Id="rId419" Type="http://schemas.openxmlformats.org/officeDocument/2006/relationships/image" Target="../media/image851.png"/><Relationship Id="rId202" Type="http://schemas.openxmlformats.org/officeDocument/2006/relationships/customXml" Target="../ink/ink1328.xml"/><Relationship Id="rId223" Type="http://schemas.openxmlformats.org/officeDocument/2006/relationships/image" Target="../media/image1312.png"/><Relationship Id="rId244" Type="http://schemas.openxmlformats.org/officeDocument/2006/relationships/customXml" Target="../ink/ink1349.xml"/><Relationship Id="rId430" Type="http://schemas.openxmlformats.org/officeDocument/2006/relationships/customXml" Target="../ink/ink1442.xml"/><Relationship Id="rId18" Type="http://schemas.openxmlformats.org/officeDocument/2006/relationships/customXml" Target="../ink/ink1236.xml"/><Relationship Id="rId39" Type="http://schemas.openxmlformats.org/officeDocument/2006/relationships/image" Target="../media/image1203.png"/><Relationship Id="rId265" Type="http://schemas.openxmlformats.org/officeDocument/2006/relationships/image" Target="../media/image1333.png"/><Relationship Id="rId286" Type="http://schemas.openxmlformats.org/officeDocument/2006/relationships/customXml" Target="../ink/ink1370.xml"/><Relationship Id="rId50" Type="http://schemas.openxmlformats.org/officeDocument/2006/relationships/customXml" Target="../ink/ink1252.xml"/><Relationship Id="rId104" Type="http://schemas.openxmlformats.org/officeDocument/2006/relationships/customXml" Target="../ink/ink1279.xml"/><Relationship Id="rId125" Type="http://schemas.openxmlformats.org/officeDocument/2006/relationships/image" Target="../media/image1264.png"/><Relationship Id="rId146" Type="http://schemas.openxmlformats.org/officeDocument/2006/relationships/customXml" Target="../ink/ink1300.xml"/><Relationship Id="rId167" Type="http://schemas.openxmlformats.org/officeDocument/2006/relationships/image" Target="../media/image1284.png"/><Relationship Id="rId188" Type="http://schemas.openxmlformats.org/officeDocument/2006/relationships/customXml" Target="../ink/ink1321.xml"/><Relationship Id="rId311" Type="http://schemas.openxmlformats.org/officeDocument/2006/relationships/image" Target="../media/image1356.png"/><Relationship Id="rId332" Type="http://schemas.openxmlformats.org/officeDocument/2006/relationships/customXml" Target="../ink/ink1393.xml"/><Relationship Id="rId353" Type="http://schemas.openxmlformats.org/officeDocument/2006/relationships/image" Target="../media/image818.png"/><Relationship Id="rId374" Type="http://schemas.openxmlformats.org/officeDocument/2006/relationships/customXml" Target="../ink/ink1414.xml"/><Relationship Id="rId395" Type="http://schemas.openxmlformats.org/officeDocument/2006/relationships/image" Target="../media/image839.png"/><Relationship Id="rId409" Type="http://schemas.openxmlformats.org/officeDocument/2006/relationships/image" Target="../media/image846.png"/><Relationship Id="rId71" Type="http://schemas.openxmlformats.org/officeDocument/2006/relationships/image" Target="../media/image1237.png"/><Relationship Id="rId92" Type="http://schemas.openxmlformats.org/officeDocument/2006/relationships/customXml" Target="../ink/ink1273.xml"/><Relationship Id="rId213" Type="http://schemas.openxmlformats.org/officeDocument/2006/relationships/image" Target="../media/image1307.png"/><Relationship Id="rId234" Type="http://schemas.openxmlformats.org/officeDocument/2006/relationships/customXml" Target="../ink/ink1344.xml"/><Relationship Id="rId420" Type="http://schemas.openxmlformats.org/officeDocument/2006/relationships/customXml" Target="../ink/ink1437.xml"/><Relationship Id="rId2" Type="http://schemas.openxmlformats.org/officeDocument/2006/relationships/customXml" Target="../ink/ink1228.xml"/><Relationship Id="rId29" Type="http://schemas.openxmlformats.org/officeDocument/2006/relationships/image" Target="../media/image1198.png"/><Relationship Id="rId255" Type="http://schemas.openxmlformats.org/officeDocument/2006/relationships/image" Target="../media/image1328.png"/><Relationship Id="rId276" Type="http://schemas.openxmlformats.org/officeDocument/2006/relationships/customXml" Target="../ink/ink1365.xml"/><Relationship Id="rId297" Type="http://schemas.openxmlformats.org/officeDocument/2006/relationships/image" Target="../media/image1349.png"/><Relationship Id="rId441" Type="http://schemas.openxmlformats.org/officeDocument/2006/relationships/image" Target="../media/image862.png"/><Relationship Id="rId40" Type="http://schemas.openxmlformats.org/officeDocument/2006/relationships/customXml" Target="../ink/ink1247.xml"/><Relationship Id="rId115" Type="http://schemas.openxmlformats.org/officeDocument/2006/relationships/image" Target="../media/image1259.png"/><Relationship Id="rId136" Type="http://schemas.openxmlformats.org/officeDocument/2006/relationships/customXml" Target="../ink/ink1295.xml"/><Relationship Id="rId157" Type="http://schemas.openxmlformats.org/officeDocument/2006/relationships/image" Target="../media/image1279.png"/><Relationship Id="rId178" Type="http://schemas.openxmlformats.org/officeDocument/2006/relationships/customXml" Target="../ink/ink1316.xml"/><Relationship Id="rId301" Type="http://schemas.openxmlformats.org/officeDocument/2006/relationships/image" Target="../media/image1351.png"/><Relationship Id="rId322" Type="http://schemas.openxmlformats.org/officeDocument/2006/relationships/customXml" Target="../ink/ink1388.xml"/><Relationship Id="rId343" Type="http://schemas.openxmlformats.org/officeDocument/2006/relationships/image" Target="../media/image813.png"/><Relationship Id="rId364" Type="http://schemas.openxmlformats.org/officeDocument/2006/relationships/customXml" Target="../ink/ink1409.xml"/><Relationship Id="rId61" Type="http://schemas.openxmlformats.org/officeDocument/2006/relationships/image" Target="../media/image1214.png"/><Relationship Id="rId82" Type="http://schemas.openxmlformats.org/officeDocument/2006/relationships/customXml" Target="../ink/ink1268.xml"/><Relationship Id="rId199" Type="http://schemas.openxmlformats.org/officeDocument/2006/relationships/image" Target="../media/image1300.png"/><Relationship Id="rId203" Type="http://schemas.openxmlformats.org/officeDocument/2006/relationships/image" Target="../media/image1302.png"/><Relationship Id="rId385" Type="http://schemas.openxmlformats.org/officeDocument/2006/relationships/image" Target="../media/image834.png"/><Relationship Id="rId19" Type="http://schemas.openxmlformats.org/officeDocument/2006/relationships/image" Target="../media/image1193.png"/><Relationship Id="rId224" Type="http://schemas.openxmlformats.org/officeDocument/2006/relationships/customXml" Target="../ink/ink1339.xml"/><Relationship Id="rId245" Type="http://schemas.openxmlformats.org/officeDocument/2006/relationships/image" Target="../media/image1323.png"/><Relationship Id="rId266" Type="http://schemas.openxmlformats.org/officeDocument/2006/relationships/customXml" Target="../ink/ink1360.xml"/><Relationship Id="rId287" Type="http://schemas.openxmlformats.org/officeDocument/2006/relationships/image" Target="../media/image1344.png"/><Relationship Id="rId410" Type="http://schemas.openxmlformats.org/officeDocument/2006/relationships/customXml" Target="../ink/ink1432.xml"/><Relationship Id="rId431" Type="http://schemas.openxmlformats.org/officeDocument/2006/relationships/image" Target="../media/image857.png"/><Relationship Id="rId30" Type="http://schemas.openxmlformats.org/officeDocument/2006/relationships/customXml" Target="../ink/ink1242.xml"/><Relationship Id="rId105" Type="http://schemas.openxmlformats.org/officeDocument/2006/relationships/image" Target="../media/image1254.png"/><Relationship Id="rId126" Type="http://schemas.openxmlformats.org/officeDocument/2006/relationships/customXml" Target="../ink/ink1290.xml"/><Relationship Id="rId147" Type="http://schemas.openxmlformats.org/officeDocument/2006/relationships/image" Target="../media/image1275.png"/><Relationship Id="rId168" Type="http://schemas.openxmlformats.org/officeDocument/2006/relationships/customXml" Target="../ink/ink1311.xml"/><Relationship Id="rId312" Type="http://schemas.openxmlformats.org/officeDocument/2006/relationships/customXml" Target="../ink/ink1383.xml"/><Relationship Id="rId333" Type="http://schemas.openxmlformats.org/officeDocument/2006/relationships/image" Target="../media/image1367.png"/><Relationship Id="rId354" Type="http://schemas.openxmlformats.org/officeDocument/2006/relationships/customXml" Target="../ink/ink1404.xml"/><Relationship Id="rId51" Type="http://schemas.openxmlformats.org/officeDocument/2006/relationships/image" Target="../media/image1209.png"/><Relationship Id="rId72" Type="http://schemas.openxmlformats.org/officeDocument/2006/relationships/customXml" Target="../ink/ink1263.xml"/><Relationship Id="rId93" Type="http://schemas.openxmlformats.org/officeDocument/2006/relationships/image" Target="../media/image1248.png"/><Relationship Id="rId189" Type="http://schemas.openxmlformats.org/officeDocument/2006/relationships/image" Target="../media/image1295.png"/><Relationship Id="rId375" Type="http://schemas.openxmlformats.org/officeDocument/2006/relationships/image" Target="../media/image829.png"/><Relationship Id="rId396" Type="http://schemas.openxmlformats.org/officeDocument/2006/relationships/customXml" Target="../ink/ink1425.xml"/><Relationship Id="rId3" Type="http://schemas.openxmlformats.org/officeDocument/2006/relationships/image" Target="../media/image1185.png"/><Relationship Id="rId214" Type="http://schemas.openxmlformats.org/officeDocument/2006/relationships/customXml" Target="../ink/ink1334.xml"/><Relationship Id="rId235" Type="http://schemas.openxmlformats.org/officeDocument/2006/relationships/image" Target="../media/image1318.png"/><Relationship Id="rId256" Type="http://schemas.openxmlformats.org/officeDocument/2006/relationships/customXml" Target="../ink/ink1355.xml"/><Relationship Id="rId277" Type="http://schemas.openxmlformats.org/officeDocument/2006/relationships/image" Target="../media/image1339.png"/><Relationship Id="rId298" Type="http://schemas.openxmlformats.org/officeDocument/2006/relationships/customXml" Target="../ink/ink1376.xml"/><Relationship Id="rId400" Type="http://schemas.openxmlformats.org/officeDocument/2006/relationships/customXml" Target="../ink/ink1427.xml"/><Relationship Id="rId421" Type="http://schemas.openxmlformats.org/officeDocument/2006/relationships/image" Target="../media/image852.png"/><Relationship Id="rId116" Type="http://schemas.openxmlformats.org/officeDocument/2006/relationships/customXml" Target="../ink/ink1285.xml"/><Relationship Id="rId137" Type="http://schemas.openxmlformats.org/officeDocument/2006/relationships/image" Target="../media/image1270.png"/><Relationship Id="rId158" Type="http://schemas.openxmlformats.org/officeDocument/2006/relationships/customXml" Target="../ink/ink1306.xml"/><Relationship Id="rId302" Type="http://schemas.openxmlformats.org/officeDocument/2006/relationships/customXml" Target="../ink/ink1378.xml"/><Relationship Id="rId323" Type="http://schemas.openxmlformats.org/officeDocument/2006/relationships/image" Target="../media/image1362.png"/><Relationship Id="rId344" Type="http://schemas.openxmlformats.org/officeDocument/2006/relationships/customXml" Target="../ink/ink1399.xml"/><Relationship Id="rId20" Type="http://schemas.openxmlformats.org/officeDocument/2006/relationships/customXml" Target="../ink/ink1237.xml"/><Relationship Id="rId41" Type="http://schemas.openxmlformats.org/officeDocument/2006/relationships/image" Target="../media/image1204.png"/><Relationship Id="rId62" Type="http://schemas.openxmlformats.org/officeDocument/2006/relationships/customXml" Target="../ink/ink1258.xml"/><Relationship Id="rId83" Type="http://schemas.openxmlformats.org/officeDocument/2006/relationships/image" Target="../media/image1243.png"/><Relationship Id="rId179" Type="http://schemas.openxmlformats.org/officeDocument/2006/relationships/image" Target="../media/image1290.png"/><Relationship Id="rId365" Type="http://schemas.openxmlformats.org/officeDocument/2006/relationships/image" Target="../media/image824.png"/><Relationship Id="rId386" Type="http://schemas.openxmlformats.org/officeDocument/2006/relationships/customXml" Target="../ink/ink1420.xml"/><Relationship Id="rId190" Type="http://schemas.openxmlformats.org/officeDocument/2006/relationships/customXml" Target="../ink/ink1322.xml"/><Relationship Id="rId204" Type="http://schemas.openxmlformats.org/officeDocument/2006/relationships/customXml" Target="../ink/ink1329.xml"/><Relationship Id="rId225" Type="http://schemas.openxmlformats.org/officeDocument/2006/relationships/image" Target="../media/image1313.png"/><Relationship Id="rId246" Type="http://schemas.openxmlformats.org/officeDocument/2006/relationships/customXml" Target="../ink/ink1350.xml"/><Relationship Id="rId267" Type="http://schemas.openxmlformats.org/officeDocument/2006/relationships/image" Target="../media/image1334.png"/><Relationship Id="rId288" Type="http://schemas.openxmlformats.org/officeDocument/2006/relationships/customXml" Target="../ink/ink1371.xml"/><Relationship Id="rId411" Type="http://schemas.openxmlformats.org/officeDocument/2006/relationships/image" Target="../media/image847.png"/><Relationship Id="rId432" Type="http://schemas.openxmlformats.org/officeDocument/2006/relationships/customXml" Target="../ink/ink1443.xml"/><Relationship Id="rId106" Type="http://schemas.openxmlformats.org/officeDocument/2006/relationships/customXml" Target="../ink/ink1280.xml"/><Relationship Id="rId127" Type="http://schemas.openxmlformats.org/officeDocument/2006/relationships/image" Target="../media/image1265.png"/><Relationship Id="rId313" Type="http://schemas.openxmlformats.org/officeDocument/2006/relationships/image" Target="../media/image1357.png"/><Relationship Id="rId10" Type="http://schemas.openxmlformats.org/officeDocument/2006/relationships/customXml" Target="../ink/ink1232.xml"/><Relationship Id="rId31" Type="http://schemas.openxmlformats.org/officeDocument/2006/relationships/image" Target="../media/image1199.png"/><Relationship Id="rId52" Type="http://schemas.openxmlformats.org/officeDocument/2006/relationships/customXml" Target="../ink/ink1253.xml"/><Relationship Id="rId73" Type="http://schemas.openxmlformats.org/officeDocument/2006/relationships/image" Target="../media/image1238.png"/><Relationship Id="rId94" Type="http://schemas.openxmlformats.org/officeDocument/2006/relationships/customXml" Target="../ink/ink1274.xml"/><Relationship Id="rId148" Type="http://schemas.openxmlformats.org/officeDocument/2006/relationships/customXml" Target="../ink/ink1301.xml"/><Relationship Id="rId169" Type="http://schemas.openxmlformats.org/officeDocument/2006/relationships/image" Target="../media/image1285.png"/><Relationship Id="rId334" Type="http://schemas.openxmlformats.org/officeDocument/2006/relationships/customXml" Target="../ink/ink1394.xml"/><Relationship Id="rId355" Type="http://schemas.openxmlformats.org/officeDocument/2006/relationships/image" Target="../media/image819.png"/><Relationship Id="rId376" Type="http://schemas.openxmlformats.org/officeDocument/2006/relationships/customXml" Target="../ink/ink1415.xml"/><Relationship Id="rId397" Type="http://schemas.openxmlformats.org/officeDocument/2006/relationships/image" Target="../media/image840.png"/><Relationship Id="rId4" Type="http://schemas.openxmlformats.org/officeDocument/2006/relationships/customXml" Target="../ink/ink1229.xml"/><Relationship Id="rId180" Type="http://schemas.openxmlformats.org/officeDocument/2006/relationships/customXml" Target="../ink/ink1317.xml"/><Relationship Id="rId215" Type="http://schemas.openxmlformats.org/officeDocument/2006/relationships/image" Target="../media/image1308.png"/><Relationship Id="rId236" Type="http://schemas.openxmlformats.org/officeDocument/2006/relationships/customXml" Target="../ink/ink1345.xml"/><Relationship Id="rId257" Type="http://schemas.openxmlformats.org/officeDocument/2006/relationships/image" Target="../media/image1329.png"/><Relationship Id="rId278" Type="http://schemas.openxmlformats.org/officeDocument/2006/relationships/customXml" Target="../ink/ink1366.xml"/><Relationship Id="rId401" Type="http://schemas.openxmlformats.org/officeDocument/2006/relationships/image" Target="../media/image842.png"/><Relationship Id="rId422" Type="http://schemas.openxmlformats.org/officeDocument/2006/relationships/customXml" Target="../ink/ink1438.xml"/><Relationship Id="rId303" Type="http://schemas.openxmlformats.org/officeDocument/2006/relationships/image" Target="../media/image1352.png"/><Relationship Id="rId42" Type="http://schemas.openxmlformats.org/officeDocument/2006/relationships/customXml" Target="../ink/ink1248.xml"/><Relationship Id="rId84" Type="http://schemas.openxmlformats.org/officeDocument/2006/relationships/customXml" Target="../ink/ink1269.xml"/><Relationship Id="rId138" Type="http://schemas.openxmlformats.org/officeDocument/2006/relationships/customXml" Target="../ink/ink1296.xml"/><Relationship Id="rId345" Type="http://schemas.openxmlformats.org/officeDocument/2006/relationships/image" Target="../media/image814.png"/><Relationship Id="rId387" Type="http://schemas.openxmlformats.org/officeDocument/2006/relationships/image" Target="../media/image835.png"/><Relationship Id="rId191" Type="http://schemas.openxmlformats.org/officeDocument/2006/relationships/image" Target="../media/image1296.png"/><Relationship Id="rId205" Type="http://schemas.openxmlformats.org/officeDocument/2006/relationships/image" Target="../media/image1303.png"/><Relationship Id="rId247" Type="http://schemas.openxmlformats.org/officeDocument/2006/relationships/image" Target="../media/image1324.png"/><Relationship Id="rId412" Type="http://schemas.openxmlformats.org/officeDocument/2006/relationships/customXml" Target="../ink/ink1433.xml"/><Relationship Id="rId107" Type="http://schemas.openxmlformats.org/officeDocument/2006/relationships/image" Target="../media/image1255.png"/><Relationship Id="rId289" Type="http://schemas.openxmlformats.org/officeDocument/2006/relationships/image" Target="../media/image1345.png"/><Relationship Id="rId11" Type="http://schemas.openxmlformats.org/officeDocument/2006/relationships/image" Target="../media/image1189.png"/><Relationship Id="rId53" Type="http://schemas.openxmlformats.org/officeDocument/2006/relationships/image" Target="../media/image1210.png"/><Relationship Id="rId149" Type="http://schemas.openxmlformats.org/officeDocument/2006/relationships/image" Target="../media/image1276.png"/><Relationship Id="rId314" Type="http://schemas.openxmlformats.org/officeDocument/2006/relationships/customXml" Target="../ink/ink1384.xml"/><Relationship Id="rId356" Type="http://schemas.openxmlformats.org/officeDocument/2006/relationships/customXml" Target="../ink/ink1405.xml"/><Relationship Id="rId398" Type="http://schemas.openxmlformats.org/officeDocument/2006/relationships/customXml" Target="../ink/ink1426.xml"/><Relationship Id="rId95" Type="http://schemas.openxmlformats.org/officeDocument/2006/relationships/image" Target="../media/image1249.png"/><Relationship Id="rId160" Type="http://schemas.openxmlformats.org/officeDocument/2006/relationships/customXml" Target="../ink/ink1307.xml"/><Relationship Id="rId216" Type="http://schemas.openxmlformats.org/officeDocument/2006/relationships/customXml" Target="../ink/ink1335.xml"/><Relationship Id="rId423" Type="http://schemas.openxmlformats.org/officeDocument/2006/relationships/image" Target="../media/image853.png"/><Relationship Id="rId258" Type="http://schemas.openxmlformats.org/officeDocument/2006/relationships/customXml" Target="../ink/ink1356.xml"/><Relationship Id="rId22" Type="http://schemas.openxmlformats.org/officeDocument/2006/relationships/customXml" Target="../ink/ink1238.xml"/><Relationship Id="rId64" Type="http://schemas.openxmlformats.org/officeDocument/2006/relationships/customXml" Target="../ink/ink1259.xml"/><Relationship Id="rId118" Type="http://schemas.openxmlformats.org/officeDocument/2006/relationships/customXml" Target="../ink/ink1286.xml"/><Relationship Id="rId325" Type="http://schemas.openxmlformats.org/officeDocument/2006/relationships/image" Target="../media/image1363.png"/><Relationship Id="rId367" Type="http://schemas.openxmlformats.org/officeDocument/2006/relationships/image" Target="../media/image825.png"/><Relationship Id="rId171" Type="http://schemas.openxmlformats.org/officeDocument/2006/relationships/image" Target="../media/image1286.png"/><Relationship Id="rId227" Type="http://schemas.openxmlformats.org/officeDocument/2006/relationships/image" Target="../media/image1314.png"/><Relationship Id="rId269" Type="http://schemas.openxmlformats.org/officeDocument/2006/relationships/image" Target="../media/image1335.png"/><Relationship Id="rId434" Type="http://schemas.openxmlformats.org/officeDocument/2006/relationships/customXml" Target="../ink/ink1444.xml"/><Relationship Id="rId33" Type="http://schemas.openxmlformats.org/officeDocument/2006/relationships/image" Target="../media/image1200.png"/><Relationship Id="rId129" Type="http://schemas.openxmlformats.org/officeDocument/2006/relationships/image" Target="../media/image1266.png"/><Relationship Id="rId280" Type="http://schemas.openxmlformats.org/officeDocument/2006/relationships/customXml" Target="../ink/ink1367.xml"/><Relationship Id="rId336" Type="http://schemas.openxmlformats.org/officeDocument/2006/relationships/customXml" Target="../ink/ink1395.xml"/><Relationship Id="rId75" Type="http://schemas.openxmlformats.org/officeDocument/2006/relationships/image" Target="../media/image1239.png"/><Relationship Id="rId140" Type="http://schemas.openxmlformats.org/officeDocument/2006/relationships/customXml" Target="../ink/ink1297.xml"/><Relationship Id="rId182" Type="http://schemas.openxmlformats.org/officeDocument/2006/relationships/customXml" Target="../ink/ink1318.xml"/><Relationship Id="rId378" Type="http://schemas.openxmlformats.org/officeDocument/2006/relationships/customXml" Target="../ink/ink1416.xml"/><Relationship Id="rId403" Type="http://schemas.openxmlformats.org/officeDocument/2006/relationships/image" Target="../media/image843.png"/><Relationship Id="rId6" Type="http://schemas.openxmlformats.org/officeDocument/2006/relationships/customXml" Target="../ink/ink1230.xml"/><Relationship Id="rId238" Type="http://schemas.openxmlformats.org/officeDocument/2006/relationships/customXml" Target="../ink/ink1346.xml"/><Relationship Id="rId291" Type="http://schemas.openxmlformats.org/officeDocument/2006/relationships/image" Target="../media/image1346.png"/><Relationship Id="rId305" Type="http://schemas.openxmlformats.org/officeDocument/2006/relationships/image" Target="../media/image1353.png"/><Relationship Id="rId347" Type="http://schemas.openxmlformats.org/officeDocument/2006/relationships/image" Target="../media/image815.png"/><Relationship Id="rId44" Type="http://schemas.openxmlformats.org/officeDocument/2006/relationships/customXml" Target="../ink/ink1249.xml"/><Relationship Id="rId86" Type="http://schemas.openxmlformats.org/officeDocument/2006/relationships/customXml" Target="../ink/ink1270.xml"/><Relationship Id="rId151" Type="http://schemas.openxmlformats.org/officeDocument/2006/relationships/image" Target="../media/image1277.png"/><Relationship Id="rId389" Type="http://schemas.openxmlformats.org/officeDocument/2006/relationships/image" Target="../media/image836.png"/><Relationship Id="rId193" Type="http://schemas.openxmlformats.org/officeDocument/2006/relationships/image" Target="../media/image1297.png"/><Relationship Id="rId207" Type="http://schemas.openxmlformats.org/officeDocument/2006/relationships/image" Target="../media/image1304.png"/><Relationship Id="rId249" Type="http://schemas.openxmlformats.org/officeDocument/2006/relationships/image" Target="../media/image1325.png"/><Relationship Id="rId414" Type="http://schemas.openxmlformats.org/officeDocument/2006/relationships/customXml" Target="../ink/ink1434.xml"/><Relationship Id="rId13" Type="http://schemas.openxmlformats.org/officeDocument/2006/relationships/image" Target="../media/image1190.png"/><Relationship Id="rId109" Type="http://schemas.openxmlformats.org/officeDocument/2006/relationships/image" Target="../media/image1256.png"/><Relationship Id="rId260" Type="http://schemas.openxmlformats.org/officeDocument/2006/relationships/customXml" Target="../ink/ink1357.xml"/><Relationship Id="rId316" Type="http://schemas.openxmlformats.org/officeDocument/2006/relationships/customXml" Target="../ink/ink1385.xml"/><Relationship Id="rId55" Type="http://schemas.openxmlformats.org/officeDocument/2006/relationships/image" Target="../media/image1211.png"/><Relationship Id="rId97" Type="http://schemas.openxmlformats.org/officeDocument/2006/relationships/image" Target="../media/image1250.png"/><Relationship Id="rId120" Type="http://schemas.openxmlformats.org/officeDocument/2006/relationships/customXml" Target="../ink/ink1287.xml"/><Relationship Id="rId358" Type="http://schemas.openxmlformats.org/officeDocument/2006/relationships/customXml" Target="../ink/ink1406.xml"/><Relationship Id="rId162" Type="http://schemas.openxmlformats.org/officeDocument/2006/relationships/customXml" Target="../ink/ink1308.xml"/><Relationship Id="rId218" Type="http://schemas.openxmlformats.org/officeDocument/2006/relationships/customXml" Target="../ink/ink1336.xml"/><Relationship Id="rId425" Type="http://schemas.openxmlformats.org/officeDocument/2006/relationships/image" Target="../media/image854.png"/><Relationship Id="rId271" Type="http://schemas.openxmlformats.org/officeDocument/2006/relationships/image" Target="../media/image1336.png"/><Relationship Id="rId24" Type="http://schemas.openxmlformats.org/officeDocument/2006/relationships/customXml" Target="../ink/ink1239.xml"/><Relationship Id="rId66" Type="http://schemas.openxmlformats.org/officeDocument/2006/relationships/customXml" Target="../ink/ink1260.xml"/><Relationship Id="rId131" Type="http://schemas.openxmlformats.org/officeDocument/2006/relationships/image" Target="../media/image1267.png"/><Relationship Id="rId327" Type="http://schemas.openxmlformats.org/officeDocument/2006/relationships/image" Target="../media/image1364.png"/><Relationship Id="rId369" Type="http://schemas.openxmlformats.org/officeDocument/2006/relationships/image" Target="../media/image826.png"/><Relationship Id="rId173" Type="http://schemas.openxmlformats.org/officeDocument/2006/relationships/image" Target="../media/image1287.png"/><Relationship Id="rId229" Type="http://schemas.openxmlformats.org/officeDocument/2006/relationships/image" Target="../media/image1315.png"/><Relationship Id="rId380" Type="http://schemas.openxmlformats.org/officeDocument/2006/relationships/customXml" Target="../ink/ink1417.xml"/><Relationship Id="rId436" Type="http://schemas.openxmlformats.org/officeDocument/2006/relationships/customXml" Target="../ink/ink1445.xml"/><Relationship Id="rId240" Type="http://schemas.openxmlformats.org/officeDocument/2006/relationships/customXml" Target="../ink/ink1347.xml"/><Relationship Id="rId35" Type="http://schemas.openxmlformats.org/officeDocument/2006/relationships/image" Target="../media/image1201.png"/><Relationship Id="rId77" Type="http://schemas.openxmlformats.org/officeDocument/2006/relationships/image" Target="../media/image1240.png"/><Relationship Id="rId100" Type="http://schemas.openxmlformats.org/officeDocument/2006/relationships/customXml" Target="../ink/ink1277.xml"/><Relationship Id="rId282" Type="http://schemas.openxmlformats.org/officeDocument/2006/relationships/customXml" Target="../ink/ink1368.xml"/><Relationship Id="rId338" Type="http://schemas.openxmlformats.org/officeDocument/2006/relationships/customXml" Target="../ink/ink1396.xml"/><Relationship Id="rId8" Type="http://schemas.openxmlformats.org/officeDocument/2006/relationships/customXml" Target="../ink/ink1231.xml"/><Relationship Id="rId142" Type="http://schemas.openxmlformats.org/officeDocument/2006/relationships/customXml" Target="../ink/ink1298.xml"/><Relationship Id="rId184" Type="http://schemas.openxmlformats.org/officeDocument/2006/relationships/customXml" Target="../ink/ink1319.xml"/><Relationship Id="rId391" Type="http://schemas.openxmlformats.org/officeDocument/2006/relationships/image" Target="../media/image837.png"/><Relationship Id="rId405" Type="http://schemas.openxmlformats.org/officeDocument/2006/relationships/image" Target="../media/image844.png"/><Relationship Id="rId251" Type="http://schemas.openxmlformats.org/officeDocument/2006/relationships/image" Target="../media/image1326.png"/><Relationship Id="rId46" Type="http://schemas.openxmlformats.org/officeDocument/2006/relationships/customXml" Target="../ink/ink1250.xml"/><Relationship Id="rId293" Type="http://schemas.openxmlformats.org/officeDocument/2006/relationships/image" Target="../media/image1347.png"/><Relationship Id="rId307" Type="http://schemas.openxmlformats.org/officeDocument/2006/relationships/image" Target="../media/image1354.png"/><Relationship Id="rId349" Type="http://schemas.openxmlformats.org/officeDocument/2006/relationships/image" Target="../media/image816.png"/><Relationship Id="rId88" Type="http://schemas.openxmlformats.org/officeDocument/2006/relationships/customXml" Target="../ink/ink1271.xml"/><Relationship Id="rId111" Type="http://schemas.openxmlformats.org/officeDocument/2006/relationships/image" Target="../media/image1257.png"/><Relationship Id="rId153" Type="http://schemas.openxmlformats.org/officeDocument/2006/relationships/image" Target="../media/image1278.png"/><Relationship Id="rId195" Type="http://schemas.openxmlformats.org/officeDocument/2006/relationships/image" Target="../media/image1298.png"/><Relationship Id="rId209" Type="http://schemas.openxmlformats.org/officeDocument/2006/relationships/image" Target="../media/image1305.png"/><Relationship Id="rId360" Type="http://schemas.openxmlformats.org/officeDocument/2006/relationships/customXml" Target="../ink/ink1407.xml"/><Relationship Id="rId416" Type="http://schemas.openxmlformats.org/officeDocument/2006/relationships/customXml" Target="../ink/ink1435.xml"/><Relationship Id="rId220" Type="http://schemas.openxmlformats.org/officeDocument/2006/relationships/customXml" Target="../ink/ink1337.xml"/><Relationship Id="rId15" Type="http://schemas.openxmlformats.org/officeDocument/2006/relationships/image" Target="../media/image1191.png"/><Relationship Id="rId57" Type="http://schemas.openxmlformats.org/officeDocument/2006/relationships/image" Target="../media/image1212.png"/><Relationship Id="rId262" Type="http://schemas.openxmlformats.org/officeDocument/2006/relationships/customXml" Target="../ink/ink1358.xml"/><Relationship Id="rId318" Type="http://schemas.openxmlformats.org/officeDocument/2006/relationships/customXml" Target="../ink/ink1386.xml"/><Relationship Id="rId99" Type="http://schemas.openxmlformats.org/officeDocument/2006/relationships/image" Target="../media/image1251.png"/><Relationship Id="rId122" Type="http://schemas.openxmlformats.org/officeDocument/2006/relationships/customXml" Target="../ink/ink1288.xml"/><Relationship Id="rId164" Type="http://schemas.openxmlformats.org/officeDocument/2006/relationships/customXml" Target="../ink/ink1309.xml"/><Relationship Id="rId371" Type="http://schemas.openxmlformats.org/officeDocument/2006/relationships/image" Target="../media/image827.png"/><Relationship Id="rId427" Type="http://schemas.openxmlformats.org/officeDocument/2006/relationships/image" Target="../media/image855.png"/><Relationship Id="rId26" Type="http://schemas.openxmlformats.org/officeDocument/2006/relationships/customXml" Target="../ink/ink1240.xml"/><Relationship Id="rId231" Type="http://schemas.openxmlformats.org/officeDocument/2006/relationships/image" Target="../media/image1316.png"/><Relationship Id="rId273" Type="http://schemas.openxmlformats.org/officeDocument/2006/relationships/image" Target="../media/image1337.png"/><Relationship Id="rId329" Type="http://schemas.openxmlformats.org/officeDocument/2006/relationships/image" Target="../media/image1365.png"/><Relationship Id="rId68" Type="http://schemas.openxmlformats.org/officeDocument/2006/relationships/customXml" Target="../ink/ink1261.xml"/><Relationship Id="rId133" Type="http://schemas.openxmlformats.org/officeDocument/2006/relationships/image" Target="../media/image1268.png"/><Relationship Id="rId175" Type="http://schemas.openxmlformats.org/officeDocument/2006/relationships/image" Target="../media/image1288.png"/><Relationship Id="rId340" Type="http://schemas.openxmlformats.org/officeDocument/2006/relationships/customXml" Target="../ink/ink1397.xml"/><Relationship Id="rId200" Type="http://schemas.openxmlformats.org/officeDocument/2006/relationships/customXml" Target="../ink/ink1327.xml"/><Relationship Id="rId382" Type="http://schemas.openxmlformats.org/officeDocument/2006/relationships/customXml" Target="../ink/ink1418.xml"/><Relationship Id="rId438" Type="http://schemas.openxmlformats.org/officeDocument/2006/relationships/customXml" Target="../ink/ink1446.xml"/><Relationship Id="rId242" Type="http://schemas.openxmlformats.org/officeDocument/2006/relationships/customXml" Target="../ink/ink1348.xml"/><Relationship Id="rId284" Type="http://schemas.openxmlformats.org/officeDocument/2006/relationships/customXml" Target="../ink/ink1369.xml"/><Relationship Id="rId37" Type="http://schemas.openxmlformats.org/officeDocument/2006/relationships/image" Target="../media/image1202.png"/><Relationship Id="rId79" Type="http://schemas.openxmlformats.org/officeDocument/2006/relationships/image" Target="../media/image1241.png"/><Relationship Id="rId102" Type="http://schemas.openxmlformats.org/officeDocument/2006/relationships/customXml" Target="../ink/ink1278.xml"/><Relationship Id="rId144" Type="http://schemas.openxmlformats.org/officeDocument/2006/relationships/customXml" Target="../ink/ink1299.xml"/><Relationship Id="rId90" Type="http://schemas.openxmlformats.org/officeDocument/2006/relationships/customXml" Target="../ink/ink1272.xml"/><Relationship Id="rId186" Type="http://schemas.openxmlformats.org/officeDocument/2006/relationships/customXml" Target="../ink/ink1320.xml"/><Relationship Id="rId351" Type="http://schemas.openxmlformats.org/officeDocument/2006/relationships/image" Target="../media/image817.png"/><Relationship Id="rId393" Type="http://schemas.openxmlformats.org/officeDocument/2006/relationships/image" Target="../media/image838.png"/><Relationship Id="rId407" Type="http://schemas.openxmlformats.org/officeDocument/2006/relationships/image" Target="../media/image845.png"/><Relationship Id="rId211" Type="http://schemas.openxmlformats.org/officeDocument/2006/relationships/image" Target="../media/image1306.png"/><Relationship Id="rId253" Type="http://schemas.openxmlformats.org/officeDocument/2006/relationships/image" Target="../media/image1327.png"/><Relationship Id="rId295" Type="http://schemas.openxmlformats.org/officeDocument/2006/relationships/image" Target="../media/image1348.png"/><Relationship Id="rId309" Type="http://schemas.openxmlformats.org/officeDocument/2006/relationships/image" Target="../media/image1355.png"/><Relationship Id="rId48" Type="http://schemas.openxmlformats.org/officeDocument/2006/relationships/customXml" Target="../ink/ink1251.xml"/><Relationship Id="rId113" Type="http://schemas.openxmlformats.org/officeDocument/2006/relationships/image" Target="../media/image1258.png"/><Relationship Id="rId320" Type="http://schemas.openxmlformats.org/officeDocument/2006/relationships/customXml" Target="../ink/ink1387.xml"/><Relationship Id="rId155" Type="http://schemas.openxmlformats.org/officeDocument/2006/relationships/image" Target="../media/image893.png"/><Relationship Id="rId197" Type="http://schemas.openxmlformats.org/officeDocument/2006/relationships/image" Target="../media/image1299.png"/><Relationship Id="rId362" Type="http://schemas.openxmlformats.org/officeDocument/2006/relationships/customXml" Target="../ink/ink1408.xml"/><Relationship Id="rId418" Type="http://schemas.openxmlformats.org/officeDocument/2006/relationships/customXml" Target="../ink/ink1436.xml"/><Relationship Id="rId222" Type="http://schemas.openxmlformats.org/officeDocument/2006/relationships/customXml" Target="../ink/ink1338.xml"/><Relationship Id="rId264" Type="http://schemas.openxmlformats.org/officeDocument/2006/relationships/customXml" Target="../ink/ink1359.xml"/><Relationship Id="rId17" Type="http://schemas.openxmlformats.org/officeDocument/2006/relationships/image" Target="../media/image1192.png"/><Relationship Id="rId59" Type="http://schemas.openxmlformats.org/officeDocument/2006/relationships/image" Target="../media/image1213.png"/><Relationship Id="rId124" Type="http://schemas.openxmlformats.org/officeDocument/2006/relationships/customXml" Target="../ink/ink1289.xml"/><Relationship Id="rId70" Type="http://schemas.openxmlformats.org/officeDocument/2006/relationships/customXml" Target="../ink/ink1262.xml"/><Relationship Id="rId166" Type="http://schemas.openxmlformats.org/officeDocument/2006/relationships/customXml" Target="../ink/ink1310.xml"/><Relationship Id="rId331" Type="http://schemas.openxmlformats.org/officeDocument/2006/relationships/image" Target="../media/image1366.png"/><Relationship Id="rId373" Type="http://schemas.openxmlformats.org/officeDocument/2006/relationships/image" Target="../media/image828.png"/><Relationship Id="rId429" Type="http://schemas.openxmlformats.org/officeDocument/2006/relationships/image" Target="../media/image856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317.png"/><Relationship Id="rId440" Type="http://schemas.openxmlformats.org/officeDocument/2006/relationships/customXml" Target="../ink/ink1447.xml"/><Relationship Id="rId28" Type="http://schemas.openxmlformats.org/officeDocument/2006/relationships/customXml" Target="../ink/ink1241.xml"/><Relationship Id="rId275" Type="http://schemas.openxmlformats.org/officeDocument/2006/relationships/image" Target="../media/image1338.png"/><Relationship Id="rId300" Type="http://schemas.openxmlformats.org/officeDocument/2006/relationships/customXml" Target="../ink/ink1377.xml"/><Relationship Id="rId81" Type="http://schemas.openxmlformats.org/officeDocument/2006/relationships/image" Target="../media/image1242.png"/><Relationship Id="rId135" Type="http://schemas.openxmlformats.org/officeDocument/2006/relationships/image" Target="../media/image1269.png"/><Relationship Id="rId177" Type="http://schemas.openxmlformats.org/officeDocument/2006/relationships/image" Target="../media/image1289.png"/><Relationship Id="rId342" Type="http://schemas.openxmlformats.org/officeDocument/2006/relationships/customXml" Target="../ink/ink1398.xml"/><Relationship Id="rId384" Type="http://schemas.openxmlformats.org/officeDocument/2006/relationships/customXml" Target="../ink/ink1419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504.xml"/><Relationship Id="rId21" Type="http://schemas.openxmlformats.org/officeDocument/2006/relationships/customXml" Target="../ink/ink1456.xml"/><Relationship Id="rId42" Type="http://schemas.openxmlformats.org/officeDocument/2006/relationships/image" Target="../media/image1391.png"/><Relationship Id="rId63" Type="http://schemas.openxmlformats.org/officeDocument/2006/relationships/customXml" Target="../ink/ink1477.xml"/><Relationship Id="rId84" Type="http://schemas.openxmlformats.org/officeDocument/2006/relationships/image" Target="../media/image1412.png"/><Relationship Id="rId138" Type="http://schemas.openxmlformats.org/officeDocument/2006/relationships/image" Target="../media/image1439.png"/><Relationship Id="rId159" Type="http://schemas.openxmlformats.org/officeDocument/2006/relationships/customXml" Target="../ink/ink1525.xml"/><Relationship Id="rId170" Type="http://schemas.openxmlformats.org/officeDocument/2006/relationships/image" Target="../media/image1454.png"/><Relationship Id="rId107" Type="http://schemas.openxmlformats.org/officeDocument/2006/relationships/customXml" Target="../ink/ink1499.xml"/><Relationship Id="rId11" Type="http://schemas.openxmlformats.org/officeDocument/2006/relationships/customXml" Target="../ink/ink1451.xml"/><Relationship Id="rId32" Type="http://schemas.openxmlformats.org/officeDocument/2006/relationships/image" Target="../media/image1386.png"/><Relationship Id="rId53" Type="http://schemas.openxmlformats.org/officeDocument/2006/relationships/customXml" Target="../ink/ink1472.xml"/><Relationship Id="rId74" Type="http://schemas.openxmlformats.org/officeDocument/2006/relationships/image" Target="../media/image1407.png"/><Relationship Id="rId128" Type="http://schemas.openxmlformats.org/officeDocument/2006/relationships/image" Target="../media/image1434.png"/><Relationship Id="rId149" Type="http://schemas.openxmlformats.org/officeDocument/2006/relationships/customXml" Target="../ink/ink1520.xml"/><Relationship Id="rId5" Type="http://schemas.openxmlformats.org/officeDocument/2006/relationships/customXml" Target="../ink/ink1448.xml"/><Relationship Id="rId95" Type="http://schemas.openxmlformats.org/officeDocument/2006/relationships/customXml" Target="../ink/ink1493.xml"/><Relationship Id="rId160" Type="http://schemas.openxmlformats.org/officeDocument/2006/relationships/image" Target="../media/image1450.png"/><Relationship Id="rId22" Type="http://schemas.openxmlformats.org/officeDocument/2006/relationships/image" Target="../media/image1381.png"/><Relationship Id="rId43" Type="http://schemas.openxmlformats.org/officeDocument/2006/relationships/customXml" Target="../ink/ink1467.xml"/><Relationship Id="rId64" Type="http://schemas.openxmlformats.org/officeDocument/2006/relationships/image" Target="../media/image1402.png"/><Relationship Id="rId118" Type="http://schemas.openxmlformats.org/officeDocument/2006/relationships/image" Target="../media/image1429.png"/><Relationship Id="rId139" Type="http://schemas.openxmlformats.org/officeDocument/2006/relationships/customXml" Target="../ink/ink1515.xml"/><Relationship Id="rId85" Type="http://schemas.openxmlformats.org/officeDocument/2006/relationships/customXml" Target="../ink/ink1488.xml"/><Relationship Id="rId150" Type="http://schemas.openxmlformats.org/officeDocument/2006/relationships/image" Target="../media/image1445.png"/><Relationship Id="rId171" Type="http://schemas.openxmlformats.org/officeDocument/2006/relationships/customXml" Target="../ink/ink1531.xml"/><Relationship Id="rId12" Type="http://schemas.openxmlformats.org/officeDocument/2006/relationships/image" Target="../media/image1376.png"/><Relationship Id="rId33" Type="http://schemas.openxmlformats.org/officeDocument/2006/relationships/customXml" Target="../ink/ink1462.xml"/><Relationship Id="rId108" Type="http://schemas.openxmlformats.org/officeDocument/2006/relationships/image" Target="../media/image1424.png"/><Relationship Id="rId129" Type="http://schemas.openxmlformats.org/officeDocument/2006/relationships/customXml" Target="../ink/ink1510.xml"/><Relationship Id="rId54" Type="http://schemas.openxmlformats.org/officeDocument/2006/relationships/image" Target="../media/image1397.png"/><Relationship Id="rId75" Type="http://schemas.openxmlformats.org/officeDocument/2006/relationships/customXml" Target="../ink/ink1483.xml"/><Relationship Id="rId96" Type="http://schemas.openxmlformats.org/officeDocument/2006/relationships/image" Target="../media/image1418.png"/><Relationship Id="rId140" Type="http://schemas.openxmlformats.org/officeDocument/2006/relationships/image" Target="../media/image1440.png"/><Relationship Id="rId161" Type="http://schemas.openxmlformats.org/officeDocument/2006/relationships/customXml" Target="../ink/ink15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73.png"/><Relationship Id="rId23" Type="http://schemas.openxmlformats.org/officeDocument/2006/relationships/customXml" Target="../ink/ink1457.xml"/><Relationship Id="rId28" Type="http://schemas.openxmlformats.org/officeDocument/2006/relationships/image" Target="../media/image1384.png"/><Relationship Id="rId49" Type="http://schemas.openxmlformats.org/officeDocument/2006/relationships/customXml" Target="../ink/ink1470.xml"/><Relationship Id="rId114" Type="http://schemas.openxmlformats.org/officeDocument/2006/relationships/image" Target="../media/image1427.png"/><Relationship Id="rId119" Type="http://schemas.openxmlformats.org/officeDocument/2006/relationships/customXml" Target="../ink/ink1505.xml"/><Relationship Id="rId44" Type="http://schemas.openxmlformats.org/officeDocument/2006/relationships/image" Target="../media/image1392.png"/><Relationship Id="rId60" Type="http://schemas.openxmlformats.org/officeDocument/2006/relationships/image" Target="../media/image1400.png"/><Relationship Id="rId65" Type="http://schemas.openxmlformats.org/officeDocument/2006/relationships/customXml" Target="../ink/ink1478.xml"/><Relationship Id="rId81" Type="http://schemas.openxmlformats.org/officeDocument/2006/relationships/customXml" Target="../ink/ink1486.xml"/><Relationship Id="rId86" Type="http://schemas.openxmlformats.org/officeDocument/2006/relationships/image" Target="../media/image1413.png"/><Relationship Id="rId130" Type="http://schemas.openxmlformats.org/officeDocument/2006/relationships/image" Target="../media/image1435.png"/><Relationship Id="rId135" Type="http://schemas.openxmlformats.org/officeDocument/2006/relationships/customXml" Target="../ink/ink1513.xml"/><Relationship Id="rId151" Type="http://schemas.openxmlformats.org/officeDocument/2006/relationships/customXml" Target="../ink/ink1521.xml"/><Relationship Id="rId156" Type="http://schemas.openxmlformats.org/officeDocument/2006/relationships/image" Target="../media/image1448.png"/><Relationship Id="rId172" Type="http://schemas.openxmlformats.org/officeDocument/2006/relationships/image" Target="../media/image1455.png"/><Relationship Id="rId13" Type="http://schemas.openxmlformats.org/officeDocument/2006/relationships/customXml" Target="../ink/ink1452.xml"/><Relationship Id="rId18" Type="http://schemas.openxmlformats.org/officeDocument/2006/relationships/image" Target="../media/image1379.png"/><Relationship Id="rId39" Type="http://schemas.openxmlformats.org/officeDocument/2006/relationships/customXml" Target="../ink/ink1465.xml"/><Relationship Id="rId109" Type="http://schemas.openxmlformats.org/officeDocument/2006/relationships/customXml" Target="../ink/ink1500.xml"/><Relationship Id="rId34" Type="http://schemas.openxmlformats.org/officeDocument/2006/relationships/image" Target="../media/image1387.png"/><Relationship Id="rId50" Type="http://schemas.openxmlformats.org/officeDocument/2006/relationships/image" Target="../media/image1395.png"/><Relationship Id="rId55" Type="http://schemas.openxmlformats.org/officeDocument/2006/relationships/customXml" Target="../ink/ink1473.xml"/><Relationship Id="rId76" Type="http://schemas.openxmlformats.org/officeDocument/2006/relationships/image" Target="../media/image1408.png"/><Relationship Id="rId97" Type="http://schemas.openxmlformats.org/officeDocument/2006/relationships/customXml" Target="../ink/ink1494.xml"/><Relationship Id="rId104" Type="http://schemas.openxmlformats.org/officeDocument/2006/relationships/image" Target="../media/image1422.png"/><Relationship Id="rId120" Type="http://schemas.openxmlformats.org/officeDocument/2006/relationships/image" Target="../media/image1430.png"/><Relationship Id="rId125" Type="http://schemas.openxmlformats.org/officeDocument/2006/relationships/customXml" Target="../ink/ink1508.xml"/><Relationship Id="rId141" Type="http://schemas.openxmlformats.org/officeDocument/2006/relationships/customXml" Target="../ink/ink1516.xml"/><Relationship Id="rId146" Type="http://schemas.openxmlformats.org/officeDocument/2006/relationships/image" Target="../media/image1443.png"/><Relationship Id="rId167" Type="http://schemas.openxmlformats.org/officeDocument/2006/relationships/customXml" Target="../ink/ink1529.xml"/><Relationship Id="rId7" Type="http://schemas.openxmlformats.org/officeDocument/2006/relationships/customXml" Target="../ink/ink1449.xml"/><Relationship Id="rId71" Type="http://schemas.openxmlformats.org/officeDocument/2006/relationships/customXml" Target="../ink/ink1481.xml"/><Relationship Id="rId92" Type="http://schemas.openxmlformats.org/officeDocument/2006/relationships/image" Target="../media/image1416.png"/><Relationship Id="rId162" Type="http://schemas.openxmlformats.org/officeDocument/2006/relationships/image" Target="../media/image278.png"/><Relationship Id="rId2" Type="http://schemas.openxmlformats.org/officeDocument/2006/relationships/image" Target="../media/image1370.png"/><Relationship Id="rId29" Type="http://schemas.openxmlformats.org/officeDocument/2006/relationships/customXml" Target="../ink/ink1460.xml"/><Relationship Id="rId24" Type="http://schemas.openxmlformats.org/officeDocument/2006/relationships/image" Target="../media/image1382.png"/><Relationship Id="rId40" Type="http://schemas.openxmlformats.org/officeDocument/2006/relationships/image" Target="../media/image1390.png"/><Relationship Id="rId45" Type="http://schemas.openxmlformats.org/officeDocument/2006/relationships/customXml" Target="../ink/ink1468.xml"/><Relationship Id="rId66" Type="http://schemas.openxmlformats.org/officeDocument/2006/relationships/image" Target="../media/image1403.png"/><Relationship Id="rId87" Type="http://schemas.openxmlformats.org/officeDocument/2006/relationships/customXml" Target="../ink/ink1489.xml"/><Relationship Id="rId110" Type="http://schemas.openxmlformats.org/officeDocument/2006/relationships/image" Target="../media/image1425.png"/><Relationship Id="rId115" Type="http://schemas.openxmlformats.org/officeDocument/2006/relationships/customXml" Target="../ink/ink1503.xml"/><Relationship Id="rId131" Type="http://schemas.openxmlformats.org/officeDocument/2006/relationships/customXml" Target="../ink/ink1511.xml"/><Relationship Id="rId136" Type="http://schemas.openxmlformats.org/officeDocument/2006/relationships/image" Target="../media/image1438.png"/><Relationship Id="rId157" Type="http://schemas.openxmlformats.org/officeDocument/2006/relationships/customXml" Target="../ink/ink1524.xml"/><Relationship Id="rId61" Type="http://schemas.openxmlformats.org/officeDocument/2006/relationships/customXml" Target="../ink/ink1476.xml"/><Relationship Id="rId82" Type="http://schemas.openxmlformats.org/officeDocument/2006/relationships/image" Target="../media/image1411.png"/><Relationship Id="rId152" Type="http://schemas.openxmlformats.org/officeDocument/2006/relationships/image" Target="../media/image1446.png"/><Relationship Id="rId173" Type="http://schemas.openxmlformats.org/officeDocument/2006/relationships/customXml" Target="../ink/ink1532.xml"/><Relationship Id="rId19" Type="http://schemas.openxmlformats.org/officeDocument/2006/relationships/customXml" Target="../ink/ink1455.xml"/><Relationship Id="rId14" Type="http://schemas.openxmlformats.org/officeDocument/2006/relationships/image" Target="../media/image1377.png"/><Relationship Id="rId30" Type="http://schemas.openxmlformats.org/officeDocument/2006/relationships/image" Target="../media/image1385.png"/><Relationship Id="rId35" Type="http://schemas.openxmlformats.org/officeDocument/2006/relationships/customXml" Target="../ink/ink1463.xml"/><Relationship Id="rId56" Type="http://schemas.openxmlformats.org/officeDocument/2006/relationships/image" Target="../media/image1398.png"/><Relationship Id="rId77" Type="http://schemas.openxmlformats.org/officeDocument/2006/relationships/customXml" Target="../ink/ink1484.xml"/><Relationship Id="rId100" Type="http://schemas.openxmlformats.org/officeDocument/2006/relationships/image" Target="../media/image1420.png"/><Relationship Id="rId105" Type="http://schemas.openxmlformats.org/officeDocument/2006/relationships/customXml" Target="../ink/ink1498.xml"/><Relationship Id="rId126" Type="http://schemas.openxmlformats.org/officeDocument/2006/relationships/image" Target="../media/image1433.png"/><Relationship Id="rId147" Type="http://schemas.openxmlformats.org/officeDocument/2006/relationships/customXml" Target="../ink/ink1519.xml"/><Relationship Id="rId168" Type="http://schemas.openxmlformats.org/officeDocument/2006/relationships/image" Target="../media/image1453.png"/><Relationship Id="rId8" Type="http://schemas.openxmlformats.org/officeDocument/2006/relationships/image" Target="../media/image1374.png"/><Relationship Id="rId51" Type="http://schemas.openxmlformats.org/officeDocument/2006/relationships/customXml" Target="../ink/ink1471.xml"/><Relationship Id="rId72" Type="http://schemas.openxmlformats.org/officeDocument/2006/relationships/image" Target="../media/image1406.png"/><Relationship Id="rId93" Type="http://schemas.openxmlformats.org/officeDocument/2006/relationships/customXml" Target="../ink/ink1492.xml"/><Relationship Id="rId98" Type="http://schemas.openxmlformats.org/officeDocument/2006/relationships/image" Target="../media/image1419.png"/><Relationship Id="rId121" Type="http://schemas.openxmlformats.org/officeDocument/2006/relationships/customXml" Target="../ink/ink1506.xml"/><Relationship Id="rId142" Type="http://schemas.openxmlformats.org/officeDocument/2006/relationships/image" Target="../media/image1441.png"/><Relationship Id="rId163" Type="http://schemas.openxmlformats.org/officeDocument/2006/relationships/customXml" Target="../ink/ink1527.xml"/><Relationship Id="rId3" Type="http://schemas.openxmlformats.org/officeDocument/2006/relationships/image" Target="../media/image1371.png"/><Relationship Id="rId25" Type="http://schemas.openxmlformats.org/officeDocument/2006/relationships/customXml" Target="../ink/ink1458.xml"/><Relationship Id="rId46" Type="http://schemas.openxmlformats.org/officeDocument/2006/relationships/image" Target="../media/image1393.png"/><Relationship Id="rId67" Type="http://schemas.openxmlformats.org/officeDocument/2006/relationships/customXml" Target="../ink/ink1479.xml"/><Relationship Id="rId116" Type="http://schemas.openxmlformats.org/officeDocument/2006/relationships/image" Target="../media/image1428.png"/><Relationship Id="rId137" Type="http://schemas.openxmlformats.org/officeDocument/2006/relationships/customXml" Target="../ink/ink1514.xml"/><Relationship Id="rId158" Type="http://schemas.openxmlformats.org/officeDocument/2006/relationships/image" Target="../media/image1449.png"/><Relationship Id="rId20" Type="http://schemas.openxmlformats.org/officeDocument/2006/relationships/image" Target="../media/image1380.png"/><Relationship Id="rId41" Type="http://schemas.openxmlformats.org/officeDocument/2006/relationships/customXml" Target="../ink/ink1466.xml"/><Relationship Id="rId62" Type="http://schemas.openxmlformats.org/officeDocument/2006/relationships/image" Target="../media/image1401.png"/><Relationship Id="rId83" Type="http://schemas.openxmlformats.org/officeDocument/2006/relationships/customXml" Target="../ink/ink1487.xml"/><Relationship Id="rId88" Type="http://schemas.openxmlformats.org/officeDocument/2006/relationships/image" Target="../media/image1414.png"/><Relationship Id="rId111" Type="http://schemas.openxmlformats.org/officeDocument/2006/relationships/customXml" Target="../ink/ink1501.xml"/><Relationship Id="rId132" Type="http://schemas.openxmlformats.org/officeDocument/2006/relationships/image" Target="../media/image1436.png"/><Relationship Id="rId153" Type="http://schemas.openxmlformats.org/officeDocument/2006/relationships/customXml" Target="../ink/ink1522.xml"/><Relationship Id="rId174" Type="http://schemas.openxmlformats.org/officeDocument/2006/relationships/image" Target="../media/image1456.png"/><Relationship Id="rId15" Type="http://schemas.openxmlformats.org/officeDocument/2006/relationships/customXml" Target="../ink/ink1453.xml"/><Relationship Id="rId36" Type="http://schemas.openxmlformats.org/officeDocument/2006/relationships/image" Target="../media/image1388.png"/><Relationship Id="rId57" Type="http://schemas.openxmlformats.org/officeDocument/2006/relationships/customXml" Target="../ink/ink1474.xml"/><Relationship Id="rId106" Type="http://schemas.openxmlformats.org/officeDocument/2006/relationships/image" Target="../media/image1423.png"/><Relationship Id="rId127" Type="http://schemas.openxmlformats.org/officeDocument/2006/relationships/customXml" Target="../ink/ink1509.xml"/><Relationship Id="rId10" Type="http://schemas.openxmlformats.org/officeDocument/2006/relationships/image" Target="../media/image1375.png"/><Relationship Id="rId31" Type="http://schemas.openxmlformats.org/officeDocument/2006/relationships/customXml" Target="../ink/ink1461.xml"/><Relationship Id="rId52" Type="http://schemas.openxmlformats.org/officeDocument/2006/relationships/image" Target="../media/image1396.png"/><Relationship Id="rId73" Type="http://schemas.openxmlformats.org/officeDocument/2006/relationships/customXml" Target="../ink/ink1482.xml"/><Relationship Id="rId78" Type="http://schemas.openxmlformats.org/officeDocument/2006/relationships/image" Target="../media/image1409.png"/><Relationship Id="rId94" Type="http://schemas.openxmlformats.org/officeDocument/2006/relationships/image" Target="../media/image1417.png"/><Relationship Id="rId99" Type="http://schemas.openxmlformats.org/officeDocument/2006/relationships/customXml" Target="../ink/ink1495.xml"/><Relationship Id="rId101" Type="http://schemas.openxmlformats.org/officeDocument/2006/relationships/customXml" Target="../ink/ink1496.xml"/><Relationship Id="rId122" Type="http://schemas.openxmlformats.org/officeDocument/2006/relationships/image" Target="../media/image1431.png"/><Relationship Id="rId143" Type="http://schemas.openxmlformats.org/officeDocument/2006/relationships/customXml" Target="../ink/ink1517.xml"/><Relationship Id="rId148" Type="http://schemas.openxmlformats.org/officeDocument/2006/relationships/image" Target="../media/image1444.png"/><Relationship Id="rId164" Type="http://schemas.openxmlformats.org/officeDocument/2006/relationships/image" Target="../media/image1451.png"/><Relationship Id="rId169" Type="http://schemas.openxmlformats.org/officeDocument/2006/relationships/customXml" Target="../ink/ink1530.xml"/><Relationship Id="rId4" Type="http://schemas.openxmlformats.org/officeDocument/2006/relationships/image" Target="../media/image1372.png"/><Relationship Id="rId9" Type="http://schemas.openxmlformats.org/officeDocument/2006/relationships/customXml" Target="../ink/ink1450.xml"/><Relationship Id="rId26" Type="http://schemas.openxmlformats.org/officeDocument/2006/relationships/image" Target="../media/image1383.png"/><Relationship Id="rId47" Type="http://schemas.openxmlformats.org/officeDocument/2006/relationships/customXml" Target="../ink/ink1469.xml"/><Relationship Id="rId68" Type="http://schemas.openxmlformats.org/officeDocument/2006/relationships/image" Target="../media/image1404.png"/><Relationship Id="rId89" Type="http://schemas.openxmlformats.org/officeDocument/2006/relationships/customXml" Target="../ink/ink1490.xml"/><Relationship Id="rId112" Type="http://schemas.openxmlformats.org/officeDocument/2006/relationships/image" Target="../media/image1426.png"/><Relationship Id="rId133" Type="http://schemas.openxmlformats.org/officeDocument/2006/relationships/customXml" Target="../ink/ink1512.xml"/><Relationship Id="rId154" Type="http://schemas.openxmlformats.org/officeDocument/2006/relationships/image" Target="../media/image1447.png"/><Relationship Id="rId16" Type="http://schemas.openxmlformats.org/officeDocument/2006/relationships/image" Target="../media/image1378.png"/><Relationship Id="rId37" Type="http://schemas.openxmlformats.org/officeDocument/2006/relationships/customXml" Target="../ink/ink1464.xml"/><Relationship Id="rId58" Type="http://schemas.openxmlformats.org/officeDocument/2006/relationships/image" Target="../media/image1399.png"/><Relationship Id="rId79" Type="http://schemas.openxmlformats.org/officeDocument/2006/relationships/customXml" Target="../ink/ink1485.xml"/><Relationship Id="rId102" Type="http://schemas.openxmlformats.org/officeDocument/2006/relationships/image" Target="../media/image1421.png"/><Relationship Id="rId123" Type="http://schemas.openxmlformats.org/officeDocument/2006/relationships/customXml" Target="../ink/ink1507.xml"/><Relationship Id="rId144" Type="http://schemas.openxmlformats.org/officeDocument/2006/relationships/image" Target="../media/image1442.png"/><Relationship Id="rId90" Type="http://schemas.openxmlformats.org/officeDocument/2006/relationships/image" Target="../media/image1415.png"/><Relationship Id="rId165" Type="http://schemas.openxmlformats.org/officeDocument/2006/relationships/customXml" Target="../ink/ink1528.xml"/><Relationship Id="rId27" Type="http://schemas.openxmlformats.org/officeDocument/2006/relationships/customXml" Target="../ink/ink1459.xml"/><Relationship Id="rId48" Type="http://schemas.openxmlformats.org/officeDocument/2006/relationships/image" Target="../media/image1394.png"/><Relationship Id="rId69" Type="http://schemas.openxmlformats.org/officeDocument/2006/relationships/customXml" Target="../ink/ink1480.xml"/><Relationship Id="rId113" Type="http://schemas.openxmlformats.org/officeDocument/2006/relationships/customXml" Target="../ink/ink1502.xml"/><Relationship Id="rId134" Type="http://schemas.openxmlformats.org/officeDocument/2006/relationships/image" Target="../media/image1437.png"/><Relationship Id="rId80" Type="http://schemas.openxmlformats.org/officeDocument/2006/relationships/image" Target="../media/image1410.png"/><Relationship Id="rId155" Type="http://schemas.openxmlformats.org/officeDocument/2006/relationships/customXml" Target="../ink/ink1523.xml"/><Relationship Id="rId17" Type="http://schemas.openxmlformats.org/officeDocument/2006/relationships/customXml" Target="../ink/ink1454.xml"/><Relationship Id="rId38" Type="http://schemas.openxmlformats.org/officeDocument/2006/relationships/image" Target="../media/image1389.png"/><Relationship Id="rId59" Type="http://schemas.openxmlformats.org/officeDocument/2006/relationships/customXml" Target="../ink/ink1475.xml"/><Relationship Id="rId103" Type="http://schemas.openxmlformats.org/officeDocument/2006/relationships/customXml" Target="../ink/ink1497.xml"/><Relationship Id="rId124" Type="http://schemas.openxmlformats.org/officeDocument/2006/relationships/image" Target="../media/image1432.png"/><Relationship Id="rId70" Type="http://schemas.openxmlformats.org/officeDocument/2006/relationships/image" Target="../media/image1405.png"/><Relationship Id="rId91" Type="http://schemas.openxmlformats.org/officeDocument/2006/relationships/customXml" Target="../ink/ink1491.xml"/><Relationship Id="rId145" Type="http://schemas.openxmlformats.org/officeDocument/2006/relationships/customXml" Target="../ink/ink1518.xml"/><Relationship Id="rId166" Type="http://schemas.openxmlformats.org/officeDocument/2006/relationships/image" Target="../media/image145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589.xml"/><Relationship Id="rId299" Type="http://schemas.openxmlformats.org/officeDocument/2006/relationships/customXml" Target="../ink/ink1680.xml"/><Relationship Id="rId21" Type="http://schemas.openxmlformats.org/officeDocument/2006/relationships/customXml" Target="../ink/ink1541.xml"/><Relationship Id="rId63" Type="http://schemas.openxmlformats.org/officeDocument/2006/relationships/customXml" Target="../ink/ink1562.xml"/><Relationship Id="rId159" Type="http://schemas.openxmlformats.org/officeDocument/2006/relationships/customXml" Target="../ink/ink1610.xml"/><Relationship Id="rId324" Type="http://schemas.openxmlformats.org/officeDocument/2006/relationships/image" Target="../media/image1619.png"/><Relationship Id="rId366" Type="http://schemas.openxmlformats.org/officeDocument/2006/relationships/image" Target="../media/image1640.png"/><Relationship Id="rId170" Type="http://schemas.openxmlformats.org/officeDocument/2006/relationships/image" Target="../media/image1543.png"/><Relationship Id="rId226" Type="http://schemas.openxmlformats.org/officeDocument/2006/relationships/image" Target="../media/image1571.png"/><Relationship Id="rId268" Type="http://schemas.openxmlformats.org/officeDocument/2006/relationships/image" Target="../media/image1591.png"/><Relationship Id="rId32" Type="http://schemas.openxmlformats.org/officeDocument/2006/relationships/image" Target="../media/image1474.png"/><Relationship Id="rId74" Type="http://schemas.openxmlformats.org/officeDocument/2006/relationships/image" Target="../media/image1495.png"/><Relationship Id="rId128" Type="http://schemas.openxmlformats.org/officeDocument/2006/relationships/image" Target="../media/image1522.png"/><Relationship Id="rId335" Type="http://schemas.openxmlformats.org/officeDocument/2006/relationships/customXml" Target="../ink/ink1698.xml"/><Relationship Id="rId377" Type="http://schemas.openxmlformats.org/officeDocument/2006/relationships/customXml" Target="../ink/ink1719.xml"/><Relationship Id="rId5" Type="http://schemas.openxmlformats.org/officeDocument/2006/relationships/customXml" Target="../ink/ink1533.xml"/><Relationship Id="rId181" Type="http://schemas.openxmlformats.org/officeDocument/2006/relationships/customXml" Target="../ink/ink1621.xml"/><Relationship Id="rId237" Type="http://schemas.openxmlformats.org/officeDocument/2006/relationships/customXml" Target="../ink/ink1649.xml"/><Relationship Id="rId402" Type="http://schemas.openxmlformats.org/officeDocument/2006/relationships/image" Target="../media/image1658.png"/><Relationship Id="rId279" Type="http://schemas.openxmlformats.org/officeDocument/2006/relationships/customXml" Target="../ink/ink1670.xml"/><Relationship Id="rId43" Type="http://schemas.openxmlformats.org/officeDocument/2006/relationships/customXml" Target="../ink/ink1552.xml"/><Relationship Id="rId139" Type="http://schemas.openxmlformats.org/officeDocument/2006/relationships/customXml" Target="../ink/ink1600.xml"/><Relationship Id="rId290" Type="http://schemas.openxmlformats.org/officeDocument/2006/relationships/image" Target="../media/image1602.png"/><Relationship Id="rId304" Type="http://schemas.openxmlformats.org/officeDocument/2006/relationships/image" Target="../media/image1609.png"/><Relationship Id="rId346" Type="http://schemas.openxmlformats.org/officeDocument/2006/relationships/image" Target="../media/image1630.png"/><Relationship Id="rId388" Type="http://schemas.openxmlformats.org/officeDocument/2006/relationships/image" Target="../media/image1651.png"/><Relationship Id="rId85" Type="http://schemas.openxmlformats.org/officeDocument/2006/relationships/customXml" Target="../ink/ink1573.xml"/><Relationship Id="rId150" Type="http://schemas.openxmlformats.org/officeDocument/2006/relationships/image" Target="../media/image1533.png"/><Relationship Id="rId192" Type="http://schemas.openxmlformats.org/officeDocument/2006/relationships/image" Target="../media/image1554.png"/><Relationship Id="rId206" Type="http://schemas.openxmlformats.org/officeDocument/2006/relationships/image" Target="../media/image1561.png"/><Relationship Id="rId248" Type="http://schemas.openxmlformats.org/officeDocument/2006/relationships/image" Target="../media/image1582.png"/><Relationship Id="rId12" Type="http://schemas.openxmlformats.org/officeDocument/2006/relationships/image" Target="../media/image1464.png"/><Relationship Id="rId108" Type="http://schemas.openxmlformats.org/officeDocument/2006/relationships/image" Target="../media/image1512.png"/><Relationship Id="rId315" Type="http://schemas.openxmlformats.org/officeDocument/2006/relationships/customXml" Target="../ink/ink1688.xml"/><Relationship Id="rId357" Type="http://schemas.openxmlformats.org/officeDocument/2006/relationships/customXml" Target="../ink/ink1709.xml"/><Relationship Id="rId54" Type="http://schemas.openxmlformats.org/officeDocument/2006/relationships/image" Target="../media/image1485.png"/><Relationship Id="rId96" Type="http://schemas.openxmlformats.org/officeDocument/2006/relationships/image" Target="../media/image1506.png"/><Relationship Id="rId161" Type="http://schemas.openxmlformats.org/officeDocument/2006/relationships/customXml" Target="../ink/ink1611.xml"/><Relationship Id="rId217" Type="http://schemas.openxmlformats.org/officeDocument/2006/relationships/customXml" Target="../ink/ink1639.xml"/><Relationship Id="rId399" Type="http://schemas.openxmlformats.org/officeDocument/2006/relationships/customXml" Target="../ink/ink1730.xml"/><Relationship Id="rId259" Type="http://schemas.openxmlformats.org/officeDocument/2006/relationships/customXml" Target="../ink/ink1660.xml"/><Relationship Id="rId23" Type="http://schemas.openxmlformats.org/officeDocument/2006/relationships/customXml" Target="../ink/ink1542.xml"/><Relationship Id="rId119" Type="http://schemas.openxmlformats.org/officeDocument/2006/relationships/customXml" Target="../ink/ink1590.xml"/><Relationship Id="rId270" Type="http://schemas.openxmlformats.org/officeDocument/2006/relationships/image" Target="../media/image1592.png"/><Relationship Id="rId326" Type="http://schemas.openxmlformats.org/officeDocument/2006/relationships/image" Target="../media/image1620.png"/><Relationship Id="rId65" Type="http://schemas.openxmlformats.org/officeDocument/2006/relationships/customXml" Target="../ink/ink1563.xml"/><Relationship Id="rId130" Type="http://schemas.openxmlformats.org/officeDocument/2006/relationships/image" Target="../media/image1523.png"/><Relationship Id="rId368" Type="http://schemas.openxmlformats.org/officeDocument/2006/relationships/image" Target="../media/image1641.png"/><Relationship Id="rId172" Type="http://schemas.openxmlformats.org/officeDocument/2006/relationships/image" Target="../media/image1544.png"/><Relationship Id="rId228" Type="http://schemas.openxmlformats.org/officeDocument/2006/relationships/image" Target="../media/image1572.png"/><Relationship Id="rId281" Type="http://schemas.openxmlformats.org/officeDocument/2006/relationships/customXml" Target="../ink/ink1671.xml"/><Relationship Id="rId337" Type="http://schemas.openxmlformats.org/officeDocument/2006/relationships/customXml" Target="../ink/ink1699.xml"/><Relationship Id="rId34" Type="http://schemas.openxmlformats.org/officeDocument/2006/relationships/image" Target="../media/image1475.png"/><Relationship Id="rId76" Type="http://schemas.openxmlformats.org/officeDocument/2006/relationships/image" Target="../media/image1496.png"/><Relationship Id="rId141" Type="http://schemas.openxmlformats.org/officeDocument/2006/relationships/customXml" Target="../ink/ink1601.xml"/><Relationship Id="rId379" Type="http://schemas.openxmlformats.org/officeDocument/2006/relationships/customXml" Target="../ink/ink1720.xml"/><Relationship Id="rId7" Type="http://schemas.openxmlformats.org/officeDocument/2006/relationships/customXml" Target="../ink/ink1534.xml"/><Relationship Id="rId183" Type="http://schemas.openxmlformats.org/officeDocument/2006/relationships/customXml" Target="../ink/ink1622.xml"/><Relationship Id="rId239" Type="http://schemas.openxmlformats.org/officeDocument/2006/relationships/customXml" Target="../ink/ink1650.xml"/><Relationship Id="rId390" Type="http://schemas.openxmlformats.org/officeDocument/2006/relationships/image" Target="../media/image1652.png"/><Relationship Id="rId250" Type="http://schemas.openxmlformats.org/officeDocument/2006/relationships/image" Target="../media/image1583.png"/><Relationship Id="rId292" Type="http://schemas.openxmlformats.org/officeDocument/2006/relationships/image" Target="../media/image1603.png"/><Relationship Id="rId306" Type="http://schemas.openxmlformats.org/officeDocument/2006/relationships/image" Target="../media/image1610.png"/><Relationship Id="rId45" Type="http://schemas.openxmlformats.org/officeDocument/2006/relationships/customXml" Target="../ink/ink1553.xml"/><Relationship Id="rId87" Type="http://schemas.openxmlformats.org/officeDocument/2006/relationships/customXml" Target="../ink/ink1574.xml"/><Relationship Id="rId110" Type="http://schemas.openxmlformats.org/officeDocument/2006/relationships/image" Target="../media/image1513.png"/><Relationship Id="rId348" Type="http://schemas.openxmlformats.org/officeDocument/2006/relationships/image" Target="../media/image1631.png"/><Relationship Id="rId152" Type="http://schemas.openxmlformats.org/officeDocument/2006/relationships/image" Target="../media/image1534.png"/><Relationship Id="rId194" Type="http://schemas.openxmlformats.org/officeDocument/2006/relationships/image" Target="../media/image1555.png"/><Relationship Id="rId208" Type="http://schemas.openxmlformats.org/officeDocument/2006/relationships/image" Target="../media/image1562.png"/><Relationship Id="rId261" Type="http://schemas.openxmlformats.org/officeDocument/2006/relationships/customXml" Target="../ink/ink1661.xml"/><Relationship Id="rId14" Type="http://schemas.openxmlformats.org/officeDocument/2006/relationships/image" Target="../media/image1465.png"/><Relationship Id="rId56" Type="http://schemas.openxmlformats.org/officeDocument/2006/relationships/image" Target="../media/image1486.png"/><Relationship Id="rId317" Type="http://schemas.openxmlformats.org/officeDocument/2006/relationships/customXml" Target="../ink/ink1689.xml"/><Relationship Id="rId359" Type="http://schemas.openxmlformats.org/officeDocument/2006/relationships/customXml" Target="../ink/ink1710.xml"/><Relationship Id="rId98" Type="http://schemas.openxmlformats.org/officeDocument/2006/relationships/image" Target="../media/image1507.png"/><Relationship Id="rId121" Type="http://schemas.openxmlformats.org/officeDocument/2006/relationships/customXml" Target="../ink/ink1591.xml"/><Relationship Id="rId163" Type="http://schemas.openxmlformats.org/officeDocument/2006/relationships/customXml" Target="../ink/ink1612.xml"/><Relationship Id="rId219" Type="http://schemas.openxmlformats.org/officeDocument/2006/relationships/customXml" Target="../ink/ink1640.xml"/><Relationship Id="rId370" Type="http://schemas.openxmlformats.org/officeDocument/2006/relationships/image" Target="../media/image1642.png"/><Relationship Id="rId230" Type="http://schemas.openxmlformats.org/officeDocument/2006/relationships/image" Target="../media/image1573.png"/><Relationship Id="rId25" Type="http://schemas.openxmlformats.org/officeDocument/2006/relationships/customXml" Target="../ink/ink1543.xml"/><Relationship Id="rId67" Type="http://schemas.openxmlformats.org/officeDocument/2006/relationships/customXml" Target="../ink/ink1564.xml"/><Relationship Id="rId272" Type="http://schemas.openxmlformats.org/officeDocument/2006/relationships/image" Target="../media/image1593.png"/><Relationship Id="rId328" Type="http://schemas.openxmlformats.org/officeDocument/2006/relationships/image" Target="../media/image1621.png"/><Relationship Id="rId132" Type="http://schemas.openxmlformats.org/officeDocument/2006/relationships/image" Target="../media/image1524.png"/><Relationship Id="rId174" Type="http://schemas.openxmlformats.org/officeDocument/2006/relationships/image" Target="../media/image1545.png"/><Relationship Id="rId381" Type="http://schemas.openxmlformats.org/officeDocument/2006/relationships/customXml" Target="../ink/ink1721.xml"/><Relationship Id="rId241" Type="http://schemas.openxmlformats.org/officeDocument/2006/relationships/customXml" Target="../ink/ink1651.xml"/><Relationship Id="rId36" Type="http://schemas.openxmlformats.org/officeDocument/2006/relationships/image" Target="../media/image1476.png"/><Relationship Id="rId283" Type="http://schemas.openxmlformats.org/officeDocument/2006/relationships/customXml" Target="../ink/ink1672.xml"/><Relationship Id="rId339" Type="http://schemas.openxmlformats.org/officeDocument/2006/relationships/customXml" Target="../ink/ink1700.xml"/><Relationship Id="rId78" Type="http://schemas.openxmlformats.org/officeDocument/2006/relationships/image" Target="../media/image1497.png"/><Relationship Id="rId101" Type="http://schemas.openxmlformats.org/officeDocument/2006/relationships/customXml" Target="../ink/ink1581.xml"/><Relationship Id="rId143" Type="http://schemas.openxmlformats.org/officeDocument/2006/relationships/customXml" Target="../ink/ink1602.xml"/><Relationship Id="rId185" Type="http://schemas.openxmlformats.org/officeDocument/2006/relationships/customXml" Target="../ink/ink1623.xml"/><Relationship Id="rId350" Type="http://schemas.openxmlformats.org/officeDocument/2006/relationships/image" Target="../media/image1632.png"/><Relationship Id="rId9" Type="http://schemas.openxmlformats.org/officeDocument/2006/relationships/customXml" Target="../ink/ink1535.xml"/><Relationship Id="rId210" Type="http://schemas.openxmlformats.org/officeDocument/2006/relationships/image" Target="../media/image1563.png"/><Relationship Id="rId392" Type="http://schemas.openxmlformats.org/officeDocument/2006/relationships/image" Target="../media/image1653.png"/><Relationship Id="rId252" Type="http://schemas.openxmlformats.org/officeDocument/2006/relationships/image" Target="../media/image1584.png"/><Relationship Id="rId294" Type="http://schemas.openxmlformats.org/officeDocument/2006/relationships/image" Target="../media/image1604.png"/><Relationship Id="rId308" Type="http://schemas.openxmlformats.org/officeDocument/2006/relationships/image" Target="../media/image1611.png"/><Relationship Id="rId47" Type="http://schemas.openxmlformats.org/officeDocument/2006/relationships/customXml" Target="../ink/ink1554.xml"/><Relationship Id="rId89" Type="http://schemas.openxmlformats.org/officeDocument/2006/relationships/customXml" Target="../ink/ink1575.xml"/><Relationship Id="rId112" Type="http://schemas.openxmlformats.org/officeDocument/2006/relationships/image" Target="../media/image1514.png"/><Relationship Id="rId154" Type="http://schemas.openxmlformats.org/officeDocument/2006/relationships/image" Target="../media/image1535.png"/><Relationship Id="rId361" Type="http://schemas.openxmlformats.org/officeDocument/2006/relationships/customXml" Target="../ink/ink1711.xml"/><Relationship Id="rId196" Type="http://schemas.openxmlformats.org/officeDocument/2006/relationships/image" Target="../media/image1556.png"/><Relationship Id="rId16" Type="http://schemas.openxmlformats.org/officeDocument/2006/relationships/image" Target="../media/image1466.png"/><Relationship Id="rId221" Type="http://schemas.openxmlformats.org/officeDocument/2006/relationships/customXml" Target="../ink/ink1641.xml"/><Relationship Id="rId263" Type="http://schemas.openxmlformats.org/officeDocument/2006/relationships/customXml" Target="../ink/ink1662.xml"/><Relationship Id="rId319" Type="http://schemas.openxmlformats.org/officeDocument/2006/relationships/customXml" Target="../ink/ink1690.xml"/><Relationship Id="rId58" Type="http://schemas.openxmlformats.org/officeDocument/2006/relationships/image" Target="../media/image1487.png"/><Relationship Id="rId123" Type="http://schemas.openxmlformats.org/officeDocument/2006/relationships/customXml" Target="../ink/ink1592.xml"/><Relationship Id="rId330" Type="http://schemas.openxmlformats.org/officeDocument/2006/relationships/image" Target="../media/image1622.png"/><Relationship Id="rId90" Type="http://schemas.openxmlformats.org/officeDocument/2006/relationships/image" Target="../media/image1503.png"/><Relationship Id="rId165" Type="http://schemas.openxmlformats.org/officeDocument/2006/relationships/customXml" Target="../ink/ink1613.xml"/><Relationship Id="rId186" Type="http://schemas.openxmlformats.org/officeDocument/2006/relationships/image" Target="../media/image1551.png"/><Relationship Id="rId351" Type="http://schemas.openxmlformats.org/officeDocument/2006/relationships/customXml" Target="../ink/ink1706.xml"/><Relationship Id="rId372" Type="http://schemas.openxmlformats.org/officeDocument/2006/relationships/image" Target="../media/image1643.png"/><Relationship Id="rId393" Type="http://schemas.openxmlformats.org/officeDocument/2006/relationships/customXml" Target="../ink/ink1727.xml"/><Relationship Id="rId211" Type="http://schemas.openxmlformats.org/officeDocument/2006/relationships/customXml" Target="../ink/ink1636.xml"/><Relationship Id="rId232" Type="http://schemas.openxmlformats.org/officeDocument/2006/relationships/image" Target="../media/image1574.png"/><Relationship Id="rId253" Type="http://schemas.openxmlformats.org/officeDocument/2006/relationships/customXml" Target="../ink/ink1657.xml"/><Relationship Id="rId274" Type="http://schemas.openxmlformats.org/officeDocument/2006/relationships/image" Target="../media/image1594.png"/><Relationship Id="rId295" Type="http://schemas.openxmlformats.org/officeDocument/2006/relationships/customXml" Target="../ink/ink1678.xml"/><Relationship Id="rId309" Type="http://schemas.openxmlformats.org/officeDocument/2006/relationships/customXml" Target="../ink/ink1685.xml"/><Relationship Id="rId27" Type="http://schemas.openxmlformats.org/officeDocument/2006/relationships/customXml" Target="../ink/ink1544.xml"/><Relationship Id="rId48" Type="http://schemas.openxmlformats.org/officeDocument/2006/relationships/image" Target="../media/image1482.png"/><Relationship Id="rId69" Type="http://schemas.openxmlformats.org/officeDocument/2006/relationships/customXml" Target="../ink/ink1565.xml"/><Relationship Id="rId113" Type="http://schemas.openxmlformats.org/officeDocument/2006/relationships/customXml" Target="../ink/ink1587.xml"/><Relationship Id="rId134" Type="http://schemas.openxmlformats.org/officeDocument/2006/relationships/image" Target="../media/image1525.png"/><Relationship Id="rId320" Type="http://schemas.openxmlformats.org/officeDocument/2006/relationships/image" Target="../media/image1617.png"/><Relationship Id="rId80" Type="http://schemas.openxmlformats.org/officeDocument/2006/relationships/image" Target="../media/image1498.png"/><Relationship Id="rId155" Type="http://schemas.openxmlformats.org/officeDocument/2006/relationships/customXml" Target="../ink/ink1608.xml"/><Relationship Id="rId176" Type="http://schemas.openxmlformats.org/officeDocument/2006/relationships/image" Target="../media/image1546.png"/><Relationship Id="rId197" Type="http://schemas.openxmlformats.org/officeDocument/2006/relationships/customXml" Target="../ink/ink1629.xml"/><Relationship Id="rId341" Type="http://schemas.openxmlformats.org/officeDocument/2006/relationships/customXml" Target="../ink/ink1701.xml"/><Relationship Id="rId362" Type="http://schemas.openxmlformats.org/officeDocument/2006/relationships/image" Target="../media/image1638.png"/><Relationship Id="rId383" Type="http://schemas.openxmlformats.org/officeDocument/2006/relationships/customXml" Target="../ink/ink1722.xml"/><Relationship Id="rId201" Type="http://schemas.openxmlformats.org/officeDocument/2006/relationships/customXml" Target="../ink/ink1631.xml"/><Relationship Id="rId222" Type="http://schemas.openxmlformats.org/officeDocument/2006/relationships/image" Target="../media/image1569.png"/><Relationship Id="rId243" Type="http://schemas.openxmlformats.org/officeDocument/2006/relationships/customXml" Target="../ink/ink1652.xml"/><Relationship Id="rId264" Type="http://schemas.openxmlformats.org/officeDocument/2006/relationships/image" Target="../media/image239.png"/><Relationship Id="rId285" Type="http://schemas.openxmlformats.org/officeDocument/2006/relationships/customXml" Target="../ink/ink1673.xml"/><Relationship Id="rId17" Type="http://schemas.openxmlformats.org/officeDocument/2006/relationships/customXml" Target="../ink/ink1539.xml"/><Relationship Id="rId38" Type="http://schemas.openxmlformats.org/officeDocument/2006/relationships/image" Target="../media/image1477.png"/><Relationship Id="rId59" Type="http://schemas.openxmlformats.org/officeDocument/2006/relationships/customXml" Target="../ink/ink1560.xml"/><Relationship Id="rId103" Type="http://schemas.openxmlformats.org/officeDocument/2006/relationships/customXml" Target="../ink/ink1582.xml"/><Relationship Id="rId124" Type="http://schemas.openxmlformats.org/officeDocument/2006/relationships/image" Target="../media/image1520.png"/><Relationship Id="rId310" Type="http://schemas.openxmlformats.org/officeDocument/2006/relationships/image" Target="../media/image1612.png"/><Relationship Id="rId70" Type="http://schemas.openxmlformats.org/officeDocument/2006/relationships/image" Target="../media/image1493.png"/><Relationship Id="rId91" Type="http://schemas.openxmlformats.org/officeDocument/2006/relationships/customXml" Target="../ink/ink1576.xml"/><Relationship Id="rId145" Type="http://schemas.openxmlformats.org/officeDocument/2006/relationships/customXml" Target="../ink/ink1603.xml"/><Relationship Id="rId166" Type="http://schemas.openxmlformats.org/officeDocument/2006/relationships/image" Target="../media/image1541.png"/><Relationship Id="rId187" Type="http://schemas.openxmlformats.org/officeDocument/2006/relationships/customXml" Target="../ink/ink1624.xml"/><Relationship Id="rId331" Type="http://schemas.openxmlformats.org/officeDocument/2006/relationships/customXml" Target="../ink/ink1696.xml"/><Relationship Id="rId352" Type="http://schemas.openxmlformats.org/officeDocument/2006/relationships/image" Target="../media/image1633.png"/><Relationship Id="rId373" Type="http://schemas.openxmlformats.org/officeDocument/2006/relationships/customXml" Target="../ink/ink1717.xml"/><Relationship Id="rId394" Type="http://schemas.openxmlformats.org/officeDocument/2006/relationships/image" Target="../media/image1654.png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564.png"/><Relationship Id="rId233" Type="http://schemas.openxmlformats.org/officeDocument/2006/relationships/customXml" Target="../ink/ink1647.xml"/><Relationship Id="rId254" Type="http://schemas.openxmlformats.org/officeDocument/2006/relationships/image" Target="../media/image1585.png"/><Relationship Id="rId28" Type="http://schemas.openxmlformats.org/officeDocument/2006/relationships/image" Target="../media/image1472.png"/><Relationship Id="rId49" Type="http://schemas.openxmlformats.org/officeDocument/2006/relationships/customXml" Target="../ink/ink1555.xml"/><Relationship Id="rId114" Type="http://schemas.openxmlformats.org/officeDocument/2006/relationships/image" Target="../media/image1515.png"/><Relationship Id="rId275" Type="http://schemas.openxmlformats.org/officeDocument/2006/relationships/customXml" Target="../ink/ink1668.xml"/><Relationship Id="rId296" Type="http://schemas.openxmlformats.org/officeDocument/2006/relationships/image" Target="../media/image1605.png"/><Relationship Id="rId300" Type="http://schemas.openxmlformats.org/officeDocument/2006/relationships/image" Target="../media/image1607.png"/><Relationship Id="rId60" Type="http://schemas.openxmlformats.org/officeDocument/2006/relationships/image" Target="../media/image1488.png"/><Relationship Id="rId81" Type="http://schemas.openxmlformats.org/officeDocument/2006/relationships/customXml" Target="../ink/ink1571.xml"/><Relationship Id="rId135" Type="http://schemas.openxmlformats.org/officeDocument/2006/relationships/customXml" Target="../ink/ink1598.xml"/><Relationship Id="rId156" Type="http://schemas.openxmlformats.org/officeDocument/2006/relationships/image" Target="../media/image1536.png"/><Relationship Id="rId177" Type="http://schemas.openxmlformats.org/officeDocument/2006/relationships/customXml" Target="../ink/ink1619.xml"/><Relationship Id="rId198" Type="http://schemas.openxmlformats.org/officeDocument/2006/relationships/image" Target="../media/image1557.png"/><Relationship Id="rId321" Type="http://schemas.openxmlformats.org/officeDocument/2006/relationships/customXml" Target="../ink/ink1691.xml"/><Relationship Id="rId342" Type="http://schemas.openxmlformats.org/officeDocument/2006/relationships/image" Target="../media/image1628.png"/><Relationship Id="rId363" Type="http://schemas.openxmlformats.org/officeDocument/2006/relationships/customXml" Target="../ink/ink1712.xml"/><Relationship Id="rId384" Type="http://schemas.openxmlformats.org/officeDocument/2006/relationships/image" Target="../media/image1649.png"/><Relationship Id="rId202" Type="http://schemas.openxmlformats.org/officeDocument/2006/relationships/image" Target="../media/image1559.png"/><Relationship Id="rId223" Type="http://schemas.openxmlformats.org/officeDocument/2006/relationships/customXml" Target="../ink/ink1642.xml"/><Relationship Id="rId244" Type="http://schemas.openxmlformats.org/officeDocument/2006/relationships/image" Target="../media/image1580.png"/><Relationship Id="rId18" Type="http://schemas.openxmlformats.org/officeDocument/2006/relationships/image" Target="../media/image1467.png"/><Relationship Id="rId39" Type="http://schemas.openxmlformats.org/officeDocument/2006/relationships/customXml" Target="../ink/ink1550.xml"/><Relationship Id="rId265" Type="http://schemas.openxmlformats.org/officeDocument/2006/relationships/customXml" Target="../ink/ink1663.xml"/><Relationship Id="rId286" Type="http://schemas.openxmlformats.org/officeDocument/2006/relationships/image" Target="../media/image1600.png"/><Relationship Id="rId50" Type="http://schemas.openxmlformats.org/officeDocument/2006/relationships/image" Target="../media/image1483.png"/><Relationship Id="rId104" Type="http://schemas.openxmlformats.org/officeDocument/2006/relationships/image" Target="../media/image1510.png"/><Relationship Id="rId125" Type="http://schemas.openxmlformats.org/officeDocument/2006/relationships/customXml" Target="../ink/ink1593.xml"/><Relationship Id="rId146" Type="http://schemas.openxmlformats.org/officeDocument/2006/relationships/image" Target="../media/image1531.png"/><Relationship Id="rId167" Type="http://schemas.openxmlformats.org/officeDocument/2006/relationships/customXml" Target="../ink/ink1614.xml"/><Relationship Id="rId188" Type="http://schemas.openxmlformats.org/officeDocument/2006/relationships/image" Target="../media/image1552.png"/><Relationship Id="rId311" Type="http://schemas.openxmlformats.org/officeDocument/2006/relationships/customXml" Target="../ink/ink1686.xml"/><Relationship Id="rId332" Type="http://schemas.openxmlformats.org/officeDocument/2006/relationships/image" Target="../media/image1623.png"/><Relationship Id="rId353" Type="http://schemas.openxmlformats.org/officeDocument/2006/relationships/customXml" Target="../ink/ink1707.xml"/><Relationship Id="rId374" Type="http://schemas.openxmlformats.org/officeDocument/2006/relationships/image" Target="../media/image1644.png"/><Relationship Id="rId395" Type="http://schemas.openxmlformats.org/officeDocument/2006/relationships/customXml" Target="../ink/ink1728.xml"/><Relationship Id="rId71" Type="http://schemas.openxmlformats.org/officeDocument/2006/relationships/customXml" Target="../ink/ink1566.xml"/><Relationship Id="rId92" Type="http://schemas.openxmlformats.org/officeDocument/2006/relationships/image" Target="../media/image1504.png"/><Relationship Id="rId213" Type="http://schemas.openxmlformats.org/officeDocument/2006/relationships/customXml" Target="../ink/ink1637.xml"/><Relationship Id="rId234" Type="http://schemas.openxmlformats.org/officeDocument/2006/relationships/image" Target="../media/image1575.png"/><Relationship Id="rId2" Type="http://schemas.openxmlformats.org/officeDocument/2006/relationships/image" Target="../media/image1458.png"/><Relationship Id="rId29" Type="http://schemas.openxmlformats.org/officeDocument/2006/relationships/customXml" Target="../ink/ink1545.xml"/><Relationship Id="rId255" Type="http://schemas.openxmlformats.org/officeDocument/2006/relationships/customXml" Target="../ink/ink1658.xml"/><Relationship Id="rId276" Type="http://schemas.openxmlformats.org/officeDocument/2006/relationships/image" Target="../media/image1595.png"/><Relationship Id="rId297" Type="http://schemas.openxmlformats.org/officeDocument/2006/relationships/customXml" Target="../ink/ink1679.xml"/><Relationship Id="rId40" Type="http://schemas.openxmlformats.org/officeDocument/2006/relationships/image" Target="../media/image1478.png"/><Relationship Id="rId115" Type="http://schemas.openxmlformats.org/officeDocument/2006/relationships/customXml" Target="../ink/ink1588.xml"/><Relationship Id="rId136" Type="http://schemas.openxmlformats.org/officeDocument/2006/relationships/image" Target="../media/image1526.png"/><Relationship Id="rId157" Type="http://schemas.openxmlformats.org/officeDocument/2006/relationships/customXml" Target="../ink/ink1609.xml"/><Relationship Id="rId178" Type="http://schemas.openxmlformats.org/officeDocument/2006/relationships/image" Target="../media/image1547.png"/><Relationship Id="rId301" Type="http://schemas.openxmlformats.org/officeDocument/2006/relationships/customXml" Target="../ink/ink1681.xml"/><Relationship Id="rId322" Type="http://schemas.openxmlformats.org/officeDocument/2006/relationships/image" Target="../media/image1618.png"/><Relationship Id="rId343" Type="http://schemas.openxmlformats.org/officeDocument/2006/relationships/customXml" Target="../ink/ink1702.xml"/><Relationship Id="rId364" Type="http://schemas.openxmlformats.org/officeDocument/2006/relationships/image" Target="../media/image1639.png"/><Relationship Id="rId61" Type="http://schemas.openxmlformats.org/officeDocument/2006/relationships/customXml" Target="../ink/ink1561.xml"/><Relationship Id="rId82" Type="http://schemas.openxmlformats.org/officeDocument/2006/relationships/image" Target="../media/image1499.png"/><Relationship Id="rId199" Type="http://schemas.openxmlformats.org/officeDocument/2006/relationships/customXml" Target="../ink/ink1630.xml"/><Relationship Id="rId203" Type="http://schemas.openxmlformats.org/officeDocument/2006/relationships/customXml" Target="../ink/ink1632.xml"/><Relationship Id="rId385" Type="http://schemas.openxmlformats.org/officeDocument/2006/relationships/customXml" Target="../ink/ink1723.xml"/><Relationship Id="rId19" Type="http://schemas.openxmlformats.org/officeDocument/2006/relationships/customXml" Target="../ink/ink1540.xml"/><Relationship Id="rId224" Type="http://schemas.openxmlformats.org/officeDocument/2006/relationships/image" Target="../media/image1570.png"/><Relationship Id="rId245" Type="http://schemas.openxmlformats.org/officeDocument/2006/relationships/customXml" Target="../ink/ink1653.xml"/><Relationship Id="rId266" Type="http://schemas.openxmlformats.org/officeDocument/2006/relationships/image" Target="../media/image1590.png"/><Relationship Id="rId287" Type="http://schemas.openxmlformats.org/officeDocument/2006/relationships/customXml" Target="../ink/ink1674.xml"/><Relationship Id="rId30" Type="http://schemas.openxmlformats.org/officeDocument/2006/relationships/image" Target="../media/image1473.png"/><Relationship Id="rId105" Type="http://schemas.openxmlformats.org/officeDocument/2006/relationships/customXml" Target="../ink/ink1583.xml"/><Relationship Id="rId126" Type="http://schemas.openxmlformats.org/officeDocument/2006/relationships/image" Target="../media/image1521.png"/><Relationship Id="rId147" Type="http://schemas.openxmlformats.org/officeDocument/2006/relationships/customXml" Target="../ink/ink1604.xml"/><Relationship Id="rId168" Type="http://schemas.openxmlformats.org/officeDocument/2006/relationships/image" Target="../media/image1542.png"/><Relationship Id="rId312" Type="http://schemas.openxmlformats.org/officeDocument/2006/relationships/image" Target="../media/image1613.png"/><Relationship Id="rId333" Type="http://schemas.openxmlformats.org/officeDocument/2006/relationships/customXml" Target="../ink/ink1697.xml"/><Relationship Id="rId354" Type="http://schemas.openxmlformats.org/officeDocument/2006/relationships/image" Target="../media/image1634.png"/><Relationship Id="rId51" Type="http://schemas.openxmlformats.org/officeDocument/2006/relationships/customXml" Target="../ink/ink1556.xml"/><Relationship Id="rId72" Type="http://schemas.openxmlformats.org/officeDocument/2006/relationships/image" Target="../media/image1494.png"/><Relationship Id="rId93" Type="http://schemas.openxmlformats.org/officeDocument/2006/relationships/customXml" Target="../ink/ink1577.xml"/><Relationship Id="rId189" Type="http://schemas.openxmlformats.org/officeDocument/2006/relationships/customXml" Target="../ink/ink1625.xml"/><Relationship Id="rId375" Type="http://schemas.openxmlformats.org/officeDocument/2006/relationships/customXml" Target="../ink/ink1718.xml"/><Relationship Id="rId396" Type="http://schemas.openxmlformats.org/officeDocument/2006/relationships/image" Target="../media/image1655.png"/><Relationship Id="rId3" Type="http://schemas.openxmlformats.org/officeDocument/2006/relationships/image" Target="../media/image1459.png"/><Relationship Id="rId214" Type="http://schemas.openxmlformats.org/officeDocument/2006/relationships/image" Target="../media/image1565.png"/><Relationship Id="rId235" Type="http://schemas.openxmlformats.org/officeDocument/2006/relationships/customXml" Target="../ink/ink1648.xml"/><Relationship Id="rId256" Type="http://schemas.openxmlformats.org/officeDocument/2006/relationships/image" Target="../media/image1586.png"/><Relationship Id="rId277" Type="http://schemas.openxmlformats.org/officeDocument/2006/relationships/customXml" Target="../ink/ink1669.xml"/><Relationship Id="rId298" Type="http://schemas.openxmlformats.org/officeDocument/2006/relationships/image" Target="../media/image1606.png"/><Relationship Id="rId400" Type="http://schemas.openxmlformats.org/officeDocument/2006/relationships/image" Target="../media/image1657.png"/><Relationship Id="rId116" Type="http://schemas.openxmlformats.org/officeDocument/2006/relationships/image" Target="../media/image1516.png"/><Relationship Id="rId137" Type="http://schemas.openxmlformats.org/officeDocument/2006/relationships/customXml" Target="../ink/ink1599.xml"/><Relationship Id="rId158" Type="http://schemas.openxmlformats.org/officeDocument/2006/relationships/image" Target="../media/image1537.png"/><Relationship Id="rId302" Type="http://schemas.openxmlformats.org/officeDocument/2006/relationships/image" Target="../media/image1608.png"/><Relationship Id="rId323" Type="http://schemas.openxmlformats.org/officeDocument/2006/relationships/customXml" Target="../ink/ink1692.xml"/><Relationship Id="rId344" Type="http://schemas.openxmlformats.org/officeDocument/2006/relationships/image" Target="../media/image1629.png"/><Relationship Id="rId20" Type="http://schemas.openxmlformats.org/officeDocument/2006/relationships/image" Target="../media/image1468.png"/><Relationship Id="rId41" Type="http://schemas.openxmlformats.org/officeDocument/2006/relationships/customXml" Target="../ink/ink1551.xml"/><Relationship Id="rId62" Type="http://schemas.openxmlformats.org/officeDocument/2006/relationships/image" Target="../media/image1489.png"/><Relationship Id="rId83" Type="http://schemas.openxmlformats.org/officeDocument/2006/relationships/customXml" Target="../ink/ink1572.xml"/><Relationship Id="rId179" Type="http://schemas.openxmlformats.org/officeDocument/2006/relationships/customXml" Target="../ink/ink1620.xml"/><Relationship Id="rId365" Type="http://schemas.openxmlformats.org/officeDocument/2006/relationships/customXml" Target="../ink/ink1713.xml"/><Relationship Id="rId386" Type="http://schemas.openxmlformats.org/officeDocument/2006/relationships/image" Target="../media/image1650.png"/><Relationship Id="rId190" Type="http://schemas.openxmlformats.org/officeDocument/2006/relationships/image" Target="../media/image1553.png"/><Relationship Id="rId204" Type="http://schemas.openxmlformats.org/officeDocument/2006/relationships/image" Target="../media/image1560.png"/><Relationship Id="rId225" Type="http://schemas.openxmlformats.org/officeDocument/2006/relationships/customXml" Target="../ink/ink1643.xml"/><Relationship Id="rId246" Type="http://schemas.openxmlformats.org/officeDocument/2006/relationships/image" Target="../media/image1581.png"/><Relationship Id="rId267" Type="http://schemas.openxmlformats.org/officeDocument/2006/relationships/customXml" Target="../ink/ink1664.xml"/><Relationship Id="rId288" Type="http://schemas.openxmlformats.org/officeDocument/2006/relationships/image" Target="../media/image1601.png"/><Relationship Id="rId106" Type="http://schemas.openxmlformats.org/officeDocument/2006/relationships/image" Target="../media/image1511.png"/><Relationship Id="rId127" Type="http://schemas.openxmlformats.org/officeDocument/2006/relationships/customXml" Target="../ink/ink1594.xml"/><Relationship Id="rId313" Type="http://schemas.openxmlformats.org/officeDocument/2006/relationships/customXml" Target="../ink/ink1687.xml"/><Relationship Id="rId10" Type="http://schemas.openxmlformats.org/officeDocument/2006/relationships/image" Target="../media/image1463.png"/><Relationship Id="rId31" Type="http://schemas.openxmlformats.org/officeDocument/2006/relationships/customXml" Target="../ink/ink1546.xml"/><Relationship Id="rId52" Type="http://schemas.openxmlformats.org/officeDocument/2006/relationships/image" Target="../media/image1484.png"/><Relationship Id="rId73" Type="http://schemas.openxmlformats.org/officeDocument/2006/relationships/customXml" Target="../ink/ink1567.xml"/><Relationship Id="rId94" Type="http://schemas.openxmlformats.org/officeDocument/2006/relationships/image" Target="../media/image1505.png"/><Relationship Id="rId148" Type="http://schemas.openxmlformats.org/officeDocument/2006/relationships/image" Target="../media/image1532.png"/><Relationship Id="rId169" Type="http://schemas.openxmlformats.org/officeDocument/2006/relationships/customXml" Target="../ink/ink1615.xml"/><Relationship Id="rId334" Type="http://schemas.openxmlformats.org/officeDocument/2006/relationships/image" Target="../media/image1624.png"/><Relationship Id="rId355" Type="http://schemas.openxmlformats.org/officeDocument/2006/relationships/customXml" Target="../ink/ink1708.xml"/><Relationship Id="rId376" Type="http://schemas.openxmlformats.org/officeDocument/2006/relationships/image" Target="../media/image1645.png"/><Relationship Id="rId397" Type="http://schemas.openxmlformats.org/officeDocument/2006/relationships/customXml" Target="../ink/ink1729.xml"/><Relationship Id="rId4" Type="http://schemas.openxmlformats.org/officeDocument/2006/relationships/image" Target="../media/image1460.png"/><Relationship Id="rId180" Type="http://schemas.openxmlformats.org/officeDocument/2006/relationships/image" Target="../media/image1548.png"/><Relationship Id="rId215" Type="http://schemas.openxmlformats.org/officeDocument/2006/relationships/customXml" Target="../ink/ink1638.xml"/><Relationship Id="rId236" Type="http://schemas.openxmlformats.org/officeDocument/2006/relationships/image" Target="../media/image1576.png"/><Relationship Id="rId257" Type="http://schemas.openxmlformats.org/officeDocument/2006/relationships/customXml" Target="../ink/ink1659.xml"/><Relationship Id="rId278" Type="http://schemas.openxmlformats.org/officeDocument/2006/relationships/image" Target="../media/image1596.png"/><Relationship Id="rId401" Type="http://schemas.openxmlformats.org/officeDocument/2006/relationships/customXml" Target="../ink/ink1731.xml"/><Relationship Id="rId303" Type="http://schemas.openxmlformats.org/officeDocument/2006/relationships/customXml" Target="../ink/ink1682.xml"/><Relationship Id="rId42" Type="http://schemas.openxmlformats.org/officeDocument/2006/relationships/image" Target="../media/image1479.png"/><Relationship Id="rId84" Type="http://schemas.openxmlformats.org/officeDocument/2006/relationships/image" Target="../media/image1500.png"/><Relationship Id="rId138" Type="http://schemas.openxmlformats.org/officeDocument/2006/relationships/image" Target="../media/image1527.png"/><Relationship Id="rId345" Type="http://schemas.openxmlformats.org/officeDocument/2006/relationships/customXml" Target="../ink/ink1703.xml"/><Relationship Id="rId387" Type="http://schemas.openxmlformats.org/officeDocument/2006/relationships/customXml" Target="../ink/ink1724.xml"/><Relationship Id="rId191" Type="http://schemas.openxmlformats.org/officeDocument/2006/relationships/customXml" Target="../ink/ink1626.xml"/><Relationship Id="rId205" Type="http://schemas.openxmlformats.org/officeDocument/2006/relationships/customXml" Target="../ink/ink1633.xml"/><Relationship Id="rId247" Type="http://schemas.openxmlformats.org/officeDocument/2006/relationships/customXml" Target="../ink/ink1654.xml"/><Relationship Id="rId107" Type="http://schemas.openxmlformats.org/officeDocument/2006/relationships/customXml" Target="../ink/ink1584.xml"/><Relationship Id="rId289" Type="http://schemas.openxmlformats.org/officeDocument/2006/relationships/customXml" Target="../ink/ink1675.xml"/><Relationship Id="rId11" Type="http://schemas.openxmlformats.org/officeDocument/2006/relationships/customXml" Target="../ink/ink1536.xml"/><Relationship Id="rId53" Type="http://schemas.openxmlformats.org/officeDocument/2006/relationships/customXml" Target="../ink/ink1557.xml"/><Relationship Id="rId149" Type="http://schemas.openxmlformats.org/officeDocument/2006/relationships/customXml" Target="../ink/ink1605.xml"/><Relationship Id="rId314" Type="http://schemas.openxmlformats.org/officeDocument/2006/relationships/image" Target="../media/image1614.png"/><Relationship Id="rId356" Type="http://schemas.openxmlformats.org/officeDocument/2006/relationships/image" Target="../media/image1635.png"/><Relationship Id="rId398" Type="http://schemas.openxmlformats.org/officeDocument/2006/relationships/image" Target="../media/image1656.png"/><Relationship Id="rId95" Type="http://schemas.openxmlformats.org/officeDocument/2006/relationships/customXml" Target="../ink/ink1578.xml"/><Relationship Id="rId160" Type="http://schemas.openxmlformats.org/officeDocument/2006/relationships/image" Target="../media/image1538.png"/><Relationship Id="rId216" Type="http://schemas.openxmlformats.org/officeDocument/2006/relationships/image" Target="../media/image1566.png"/><Relationship Id="rId258" Type="http://schemas.openxmlformats.org/officeDocument/2006/relationships/image" Target="../media/image1587.png"/><Relationship Id="rId22" Type="http://schemas.openxmlformats.org/officeDocument/2006/relationships/image" Target="../media/image1469.png"/><Relationship Id="rId64" Type="http://schemas.openxmlformats.org/officeDocument/2006/relationships/image" Target="../media/image1490.png"/><Relationship Id="rId118" Type="http://schemas.openxmlformats.org/officeDocument/2006/relationships/image" Target="../media/image1517.png"/><Relationship Id="rId325" Type="http://schemas.openxmlformats.org/officeDocument/2006/relationships/customXml" Target="../ink/ink1693.xml"/><Relationship Id="rId367" Type="http://schemas.openxmlformats.org/officeDocument/2006/relationships/customXml" Target="../ink/ink1714.xml"/><Relationship Id="rId171" Type="http://schemas.openxmlformats.org/officeDocument/2006/relationships/customXml" Target="../ink/ink1616.xml"/><Relationship Id="rId227" Type="http://schemas.openxmlformats.org/officeDocument/2006/relationships/customXml" Target="../ink/ink1644.xml"/><Relationship Id="rId269" Type="http://schemas.openxmlformats.org/officeDocument/2006/relationships/customXml" Target="../ink/ink1665.xml"/><Relationship Id="rId33" Type="http://schemas.openxmlformats.org/officeDocument/2006/relationships/customXml" Target="../ink/ink1547.xml"/><Relationship Id="rId129" Type="http://schemas.openxmlformats.org/officeDocument/2006/relationships/customXml" Target="../ink/ink1595.xml"/><Relationship Id="rId280" Type="http://schemas.openxmlformats.org/officeDocument/2006/relationships/image" Target="../media/image1597.png"/><Relationship Id="rId336" Type="http://schemas.openxmlformats.org/officeDocument/2006/relationships/image" Target="../media/image1625.png"/><Relationship Id="rId75" Type="http://schemas.openxmlformats.org/officeDocument/2006/relationships/customXml" Target="../ink/ink1568.xml"/><Relationship Id="rId140" Type="http://schemas.openxmlformats.org/officeDocument/2006/relationships/image" Target="../media/image1528.png"/><Relationship Id="rId182" Type="http://schemas.openxmlformats.org/officeDocument/2006/relationships/image" Target="../media/image1549.png"/><Relationship Id="rId378" Type="http://schemas.openxmlformats.org/officeDocument/2006/relationships/image" Target="../media/image1646.png"/><Relationship Id="rId6" Type="http://schemas.openxmlformats.org/officeDocument/2006/relationships/image" Target="../media/image1461.png"/><Relationship Id="rId238" Type="http://schemas.openxmlformats.org/officeDocument/2006/relationships/image" Target="../media/image1577.png"/><Relationship Id="rId291" Type="http://schemas.openxmlformats.org/officeDocument/2006/relationships/customXml" Target="../ink/ink1676.xml"/><Relationship Id="rId305" Type="http://schemas.openxmlformats.org/officeDocument/2006/relationships/customXml" Target="../ink/ink1683.xml"/><Relationship Id="rId347" Type="http://schemas.openxmlformats.org/officeDocument/2006/relationships/customXml" Target="../ink/ink1704.xml"/><Relationship Id="rId44" Type="http://schemas.openxmlformats.org/officeDocument/2006/relationships/image" Target="../media/image1480.png"/><Relationship Id="rId86" Type="http://schemas.openxmlformats.org/officeDocument/2006/relationships/image" Target="../media/image1501.png"/><Relationship Id="rId151" Type="http://schemas.openxmlformats.org/officeDocument/2006/relationships/customXml" Target="../ink/ink1606.xml"/><Relationship Id="rId389" Type="http://schemas.openxmlformats.org/officeDocument/2006/relationships/customXml" Target="../ink/ink1725.xml"/><Relationship Id="rId193" Type="http://schemas.openxmlformats.org/officeDocument/2006/relationships/customXml" Target="../ink/ink1627.xml"/><Relationship Id="rId207" Type="http://schemas.openxmlformats.org/officeDocument/2006/relationships/customXml" Target="../ink/ink1634.xml"/><Relationship Id="rId249" Type="http://schemas.openxmlformats.org/officeDocument/2006/relationships/customXml" Target="../ink/ink1655.xml"/><Relationship Id="rId13" Type="http://schemas.openxmlformats.org/officeDocument/2006/relationships/customXml" Target="../ink/ink1537.xml"/><Relationship Id="rId109" Type="http://schemas.openxmlformats.org/officeDocument/2006/relationships/customXml" Target="../ink/ink1585.xml"/><Relationship Id="rId260" Type="http://schemas.openxmlformats.org/officeDocument/2006/relationships/image" Target="../media/image1588.png"/><Relationship Id="rId316" Type="http://schemas.openxmlformats.org/officeDocument/2006/relationships/image" Target="../media/image1615.png"/><Relationship Id="rId55" Type="http://schemas.openxmlformats.org/officeDocument/2006/relationships/customXml" Target="../ink/ink1558.xml"/><Relationship Id="rId97" Type="http://schemas.openxmlformats.org/officeDocument/2006/relationships/customXml" Target="../ink/ink1579.xml"/><Relationship Id="rId120" Type="http://schemas.openxmlformats.org/officeDocument/2006/relationships/image" Target="../media/image1518.png"/><Relationship Id="rId358" Type="http://schemas.openxmlformats.org/officeDocument/2006/relationships/image" Target="../media/image1636.png"/><Relationship Id="rId162" Type="http://schemas.openxmlformats.org/officeDocument/2006/relationships/image" Target="../media/image1539.png"/><Relationship Id="rId218" Type="http://schemas.openxmlformats.org/officeDocument/2006/relationships/image" Target="../media/image1567.png"/><Relationship Id="rId271" Type="http://schemas.openxmlformats.org/officeDocument/2006/relationships/customXml" Target="../ink/ink1666.xml"/><Relationship Id="rId24" Type="http://schemas.openxmlformats.org/officeDocument/2006/relationships/image" Target="../media/image1470.png"/><Relationship Id="rId66" Type="http://schemas.openxmlformats.org/officeDocument/2006/relationships/image" Target="../media/image1491.png"/><Relationship Id="rId131" Type="http://schemas.openxmlformats.org/officeDocument/2006/relationships/customXml" Target="../ink/ink1596.xml"/><Relationship Id="rId327" Type="http://schemas.openxmlformats.org/officeDocument/2006/relationships/customXml" Target="../ink/ink1694.xml"/><Relationship Id="rId369" Type="http://schemas.openxmlformats.org/officeDocument/2006/relationships/customXml" Target="../ink/ink1715.xml"/><Relationship Id="rId173" Type="http://schemas.openxmlformats.org/officeDocument/2006/relationships/customXml" Target="../ink/ink1617.xml"/><Relationship Id="rId229" Type="http://schemas.openxmlformats.org/officeDocument/2006/relationships/customXml" Target="../ink/ink1645.xml"/><Relationship Id="rId380" Type="http://schemas.openxmlformats.org/officeDocument/2006/relationships/image" Target="../media/image1647.png"/><Relationship Id="rId240" Type="http://schemas.openxmlformats.org/officeDocument/2006/relationships/image" Target="../media/image1578.png"/><Relationship Id="rId35" Type="http://schemas.openxmlformats.org/officeDocument/2006/relationships/customXml" Target="../ink/ink1548.xml"/><Relationship Id="rId77" Type="http://schemas.openxmlformats.org/officeDocument/2006/relationships/customXml" Target="../ink/ink1569.xml"/><Relationship Id="rId100" Type="http://schemas.openxmlformats.org/officeDocument/2006/relationships/image" Target="../media/image1508.png"/><Relationship Id="rId282" Type="http://schemas.openxmlformats.org/officeDocument/2006/relationships/image" Target="../media/image1598.png"/><Relationship Id="rId338" Type="http://schemas.openxmlformats.org/officeDocument/2006/relationships/image" Target="../media/image1626.png"/><Relationship Id="rId8" Type="http://schemas.openxmlformats.org/officeDocument/2006/relationships/image" Target="../media/image1462.png"/><Relationship Id="rId142" Type="http://schemas.openxmlformats.org/officeDocument/2006/relationships/image" Target="../media/image1529.png"/><Relationship Id="rId184" Type="http://schemas.openxmlformats.org/officeDocument/2006/relationships/image" Target="../media/image1550.png"/><Relationship Id="rId391" Type="http://schemas.openxmlformats.org/officeDocument/2006/relationships/customXml" Target="../ink/ink1726.xml"/><Relationship Id="rId251" Type="http://schemas.openxmlformats.org/officeDocument/2006/relationships/customXml" Target="../ink/ink1656.xml"/><Relationship Id="rId46" Type="http://schemas.openxmlformats.org/officeDocument/2006/relationships/image" Target="../media/image1481.png"/><Relationship Id="rId293" Type="http://schemas.openxmlformats.org/officeDocument/2006/relationships/customXml" Target="../ink/ink1677.xml"/><Relationship Id="rId307" Type="http://schemas.openxmlformats.org/officeDocument/2006/relationships/customXml" Target="../ink/ink1684.xml"/><Relationship Id="rId349" Type="http://schemas.openxmlformats.org/officeDocument/2006/relationships/customXml" Target="../ink/ink1705.xml"/><Relationship Id="rId88" Type="http://schemas.openxmlformats.org/officeDocument/2006/relationships/image" Target="../media/image1502.png"/><Relationship Id="rId111" Type="http://schemas.openxmlformats.org/officeDocument/2006/relationships/customXml" Target="../ink/ink1586.xml"/><Relationship Id="rId153" Type="http://schemas.openxmlformats.org/officeDocument/2006/relationships/customXml" Target="../ink/ink1607.xml"/><Relationship Id="rId195" Type="http://schemas.openxmlformats.org/officeDocument/2006/relationships/customXml" Target="../ink/ink1628.xml"/><Relationship Id="rId209" Type="http://schemas.openxmlformats.org/officeDocument/2006/relationships/customXml" Target="../ink/ink1635.xml"/><Relationship Id="rId360" Type="http://schemas.openxmlformats.org/officeDocument/2006/relationships/image" Target="../media/image1637.png"/><Relationship Id="rId220" Type="http://schemas.openxmlformats.org/officeDocument/2006/relationships/image" Target="../media/image1568.png"/><Relationship Id="rId15" Type="http://schemas.openxmlformats.org/officeDocument/2006/relationships/customXml" Target="../ink/ink1538.xml"/><Relationship Id="rId57" Type="http://schemas.openxmlformats.org/officeDocument/2006/relationships/customXml" Target="../ink/ink1559.xml"/><Relationship Id="rId262" Type="http://schemas.openxmlformats.org/officeDocument/2006/relationships/image" Target="../media/image1589.png"/><Relationship Id="rId318" Type="http://schemas.openxmlformats.org/officeDocument/2006/relationships/image" Target="../media/image1616.png"/><Relationship Id="rId99" Type="http://schemas.openxmlformats.org/officeDocument/2006/relationships/customXml" Target="../ink/ink1580.xml"/><Relationship Id="rId122" Type="http://schemas.openxmlformats.org/officeDocument/2006/relationships/image" Target="../media/image1519.png"/><Relationship Id="rId164" Type="http://schemas.openxmlformats.org/officeDocument/2006/relationships/image" Target="../media/image1540.png"/><Relationship Id="rId371" Type="http://schemas.openxmlformats.org/officeDocument/2006/relationships/customXml" Target="../ink/ink1716.xml"/><Relationship Id="rId26" Type="http://schemas.openxmlformats.org/officeDocument/2006/relationships/image" Target="../media/image1471.png"/><Relationship Id="rId231" Type="http://schemas.openxmlformats.org/officeDocument/2006/relationships/customXml" Target="../ink/ink1646.xml"/><Relationship Id="rId273" Type="http://schemas.openxmlformats.org/officeDocument/2006/relationships/customXml" Target="../ink/ink1667.xml"/><Relationship Id="rId329" Type="http://schemas.openxmlformats.org/officeDocument/2006/relationships/customXml" Target="../ink/ink1695.xml"/><Relationship Id="rId68" Type="http://schemas.openxmlformats.org/officeDocument/2006/relationships/image" Target="../media/image1492.png"/><Relationship Id="rId133" Type="http://schemas.openxmlformats.org/officeDocument/2006/relationships/customXml" Target="../ink/ink1597.xml"/><Relationship Id="rId175" Type="http://schemas.openxmlformats.org/officeDocument/2006/relationships/customXml" Target="../ink/ink1618.xml"/><Relationship Id="rId340" Type="http://schemas.openxmlformats.org/officeDocument/2006/relationships/image" Target="../media/image1627.png"/><Relationship Id="rId200" Type="http://schemas.openxmlformats.org/officeDocument/2006/relationships/image" Target="../media/image1558.png"/><Relationship Id="rId382" Type="http://schemas.openxmlformats.org/officeDocument/2006/relationships/image" Target="../media/image1648.png"/><Relationship Id="rId242" Type="http://schemas.openxmlformats.org/officeDocument/2006/relationships/image" Target="../media/image1579.png"/><Relationship Id="rId284" Type="http://schemas.openxmlformats.org/officeDocument/2006/relationships/image" Target="../media/image1599.png"/><Relationship Id="rId37" Type="http://schemas.openxmlformats.org/officeDocument/2006/relationships/customXml" Target="../ink/ink1549.xml"/><Relationship Id="rId79" Type="http://schemas.openxmlformats.org/officeDocument/2006/relationships/customXml" Target="../ink/ink1570.xml"/><Relationship Id="rId102" Type="http://schemas.openxmlformats.org/officeDocument/2006/relationships/image" Target="../media/image1509.png"/><Relationship Id="rId144" Type="http://schemas.openxmlformats.org/officeDocument/2006/relationships/image" Target="../media/image1530.png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00.png"/><Relationship Id="rId299" Type="http://schemas.openxmlformats.org/officeDocument/2006/relationships/image" Target="../media/image1791.png"/><Relationship Id="rId21" Type="http://schemas.openxmlformats.org/officeDocument/2006/relationships/image" Target="../media/image1642.png"/><Relationship Id="rId63" Type="http://schemas.openxmlformats.org/officeDocument/2006/relationships/image" Target="../media/image1673.png"/><Relationship Id="rId159" Type="http://schemas.openxmlformats.org/officeDocument/2006/relationships/image" Target="../media/image1721.png"/><Relationship Id="rId324" Type="http://schemas.openxmlformats.org/officeDocument/2006/relationships/customXml" Target="../ink/ink1892.xml"/><Relationship Id="rId170" Type="http://schemas.openxmlformats.org/officeDocument/2006/relationships/customXml" Target="../ink/ink1815.xml"/><Relationship Id="rId226" Type="http://schemas.openxmlformats.org/officeDocument/2006/relationships/customXml" Target="../ink/ink1843.xml"/><Relationship Id="rId268" Type="http://schemas.openxmlformats.org/officeDocument/2006/relationships/customXml" Target="../ink/ink1864.xml"/><Relationship Id="rId32" Type="http://schemas.openxmlformats.org/officeDocument/2006/relationships/customXml" Target="../ink/ink1746.xml"/><Relationship Id="rId74" Type="http://schemas.openxmlformats.org/officeDocument/2006/relationships/customXml" Target="../ink/ink1767.xml"/><Relationship Id="rId128" Type="http://schemas.openxmlformats.org/officeDocument/2006/relationships/customXml" Target="../ink/ink1794.xml"/><Relationship Id="rId335" Type="http://schemas.openxmlformats.org/officeDocument/2006/relationships/image" Target="../media/image1808.png"/><Relationship Id="rId5" Type="http://schemas.openxmlformats.org/officeDocument/2006/relationships/image" Target="../media/image1634.png"/><Relationship Id="rId181" Type="http://schemas.openxmlformats.org/officeDocument/2006/relationships/image" Target="../media/image1732.png"/><Relationship Id="rId237" Type="http://schemas.openxmlformats.org/officeDocument/2006/relationships/image" Target="../media/image1760.png"/><Relationship Id="rId279" Type="http://schemas.openxmlformats.org/officeDocument/2006/relationships/image" Target="../media/image1781.png"/><Relationship Id="rId43" Type="http://schemas.openxmlformats.org/officeDocument/2006/relationships/image" Target="../media/image1663.png"/><Relationship Id="rId139" Type="http://schemas.openxmlformats.org/officeDocument/2006/relationships/image" Target="../media/image1711.png"/><Relationship Id="rId290" Type="http://schemas.openxmlformats.org/officeDocument/2006/relationships/customXml" Target="../ink/ink1875.xml"/><Relationship Id="rId304" Type="http://schemas.openxmlformats.org/officeDocument/2006/relationships/customXml" Target="../ink/ink1882.xml"/><Relationship Id="rId85" Type="http://schemas.openxmlformats.org/officeDocument/2006/relationships/image" Target="../media/image1684.png"/><Relationship Id="rId150" Type="http://schemas.openxmlformats.org/officeDocument/2006/relationships/customXml" Target="../ink/ink1805.xml"/><Relationship Id="rId192" Type="http://schemas.openxmlformats.org/officeDocument/2006/relationships/customXml" Target="../ink/ink1826.xml"/><Relationship Id="rId206" Type="http://schemas.openxmlformats.org/officeDocument/2006/relationships/customXml" Target="../ink/ink1833.xml"/><Relationship Id="rId248" Type="http://schemas.openxmlformats.org/officeDocument/2006/relationships/customXml" Target="../ink/ink1854.xml"/><Relationship Id="rId12" Type="http://schemas.openxmlformats.org/officeDocument/2006/relationships/customXml" Target="../ink/ink1736.xml"/><Relationship Id="rId108" Type="http://schemas.openxmlformats.org/officeDocument/2006/relationships/customXml" Target="../ink/ink1784.xml"/><Relationship Id="rId315" Type="http://schemas.openxmlformats.org/officeDocument/2006/relationships/image" Target="../media/image1799.png"/><Relationship Id="rId54" Type="http://schemas.openxmlformats.org/officeDocument/2006/relationships/customXml" Target="../ink/ink1757.xml"/><Relationship Id="rId96" Type="http://schemas.openxmlformats.org/officeDocument/2006/relationships/customXml" Target="../ink/ink1778.xml"/><Relationship Id="rId161" Type="http://schemas.openxmlformats.org/officeDocument/2006/relationships/image" Target="../media/image1722.png"/><Relationship Id="rId217" Type="http://schemas.openxmlformats.org/officeDocument/2006/relationships/image" Target="../media/image1750.png"/><Relationship Id="rId259" Type="http://schemas.openxmlformats.org/officeDocument/2006/relationships/image" Target="../media/image1771.png"/><Relationship Id="rId23" Type="http://schemas.openxmlformats.org/officeDocument/2006/relationships/image" Target="../media/image1643.png"/><Relationship Id="rId119" Type="http://schemas.openxmlformats.org/officeDocument/2006/relationships/image" Target="../media/image1701.png"/><Relationship Id="rId270" Type="http://schemas.openxmlformats.org/officeDocument/2006/relationships/customXml" Target="../ink/ink1865.xml"/><Relationship Id="rId326" Type="http://schemas.openxmlformats.org/officeDocument/2006/relationships/customXml" Target="../ink/ink1893.xml"/><Relationship Id="rId65" Type="http://schemas.openxmlformats.org/officeDocument/2006/relationships/image" Target="../media/image1674.png"/><Relationship Id="rId130" Type="http://schemas.openxmlformats.org/officeDocument/2006/relationships/customXml" Target="../ink/ink1795.xml"/><Relationship Id="rId172" Type="http://schemas.openxmlformats.org/officeDocument/2006/relationships/customXml" Target="../ink/ink1816.xml"/><Relationship Id="rId228" Type="http://schemas.openxmlformats.org/officeDocument/2006/relationships/customXml" Target="../ink/ink1844.xml"/><Relationship Id="rId281" Type="http://schemas.openxmlformats.org/officeDocument/2006/relationships/image" Target="../media/image1782.png"/><Relationship Id="rId337" Type="http://schemas.openxmlformats.org/officeDocument/2006/relationships/image" Target="../media/image1809.png"/><Relationship Id="rId34" Type="http://schemas.openxmlformats.org/officeDocument/2006/relationships/customXml" Target="../ink/ink1747.xml"/><Relationship Id="rId76" Type="http://schemas.openxmlformats.org/officeDocument/2006/relationships/customXml" Target="../ink/ink1768.xml"/><Relationship Id="rId141" Type="http://schemas.openxmlformats.org/officeDocument/2006/relationships/image" Target="../media/image1712.png"/><Relationship Id="rId7" Type="http://schemas.openxmlformats.org/officeDocument/2006/relationships/image" Target="../media/image1635.png"/><Relationship Id="rId183" Type="http://schemas.openxmlformats.org/officeDocument/2006/relationships/image" Target="../media/image1733.png"/><Relationship Id="rId239" Type="http://schemas.openxmlformats.org/officeDocument/2006/relationships/image" Target="../media/image1761.png"/><Relationship Id="rId250" Type="http://schemas.openxmlformats.org/officeDocument/2006/relationships/customXml" Target="../ink/ink1855.xml"/><Relationship Id="rId292" Type="http://schemas.openxmlformats.org/officeDocument/2006/relationships/customXml" Target="../ink/ink1876.xml"/><Relationship Id="rId306" Type="http://schemas.openxmlformats.org/officeDocument/2006/relationships/customXml" Target="../ink/ink1883.xml"/><Relationship Id="rId45" Type="http://schemas.openxmlformats.org/officeDocument/2006/relationships/image" Target="../media/image1664.png"/><Relationship Id="rId87" Type="http://schemas.openxmlformats.org/officeDocument/2006/relationships/image" Target="../media/image1685.png"/><Relationship Id="rId110" Type="http://schemas.openxmlformats.org/officeDocument/2006/relationships/customXml" Target="../ink/ink1785.xml"/><Relationship Id="rId152" Type="http://schemas.openxmlformats.org/officeDocument/2006/relationships/customXml" Target="../ink/ink1806.xml"/><Relationship Id="rId194" Type="http://schemas.openxmlformats.org/officeDocument/2006/relationships/customXml" Target="../ink/ink1827.xml"/><Relationship Id="rId208" Type="http://schemas.openxmlformats.org/officeDocument/2006/relationships/customXml" Target="../ink/ink1834.xml"/><Relationship Id="rId240" Type="http://schemas.openxmlformats.org/officeDocument/2006/relationships/customXml" Target="../ink/ink1850.xml"/><Relationship Id="rId261" Type="http://schemas.openxmlformats.org/officeDocument/2006/relationships/image" Target="../media/image1772.png"/><Relationship Id="rId14" Type="http://schemas.openxmlformats.org/officeDocument/2006/relationships/customXml" Target="../ink/ink1737.xml"/><Relationship Id="rId35" Type="http://schemas.openxmlformats.org/officeDocument/2006/relationships/image" Target="../media/image1649.png"/><Relationship Id="rId56" Type="http://schemas.openxmlformats.org/officeDocument/2006/relationships/customXml" Target="../ink/ink1758.xml"/><Relationship Id="rId77" Type="http://schemas.openxmlformats.org/officeDocument/2006/relationships/image" Target="../media/image1680.png"/><Relationship Id="rId100" Type="http://schemas.openxmlformats.org/officeDocument/2006/relationships/customXml" Target="../ink/ink1780.xml"/><Relationship Id="rId282" Type="http://schemas.openxmlformats.org/officeDocument/2006/relationships/customXml" Target="../ink/ink1871.xml"/><Relationship Id="rId317" Type="http://schemas.openxmlformats.org/officeDocument/2006/relationships/image" Target="../media/image1800.png"/><Relationship Id="rId338" Type="http://schemas.openxmlformats.org/officeDocument/2006/relationships/customXml" Target="../ink/ink1899.xml"/><Relationship Id="rId8" Type="http://schemas.openxmlformats.org/officeDocument/2006/relationships/customXml" Target="../ink/ink1734.xml"/><Relationship Id="rId98" Type="http://schemas.openxmlformats.org/officeDocument/2006/relationships/customXml" Target="../ink/ink1779.xml"/><Relationship Id="rId121" Type="http://schemas.openxmlformats.org/officeDocument/2006/relationships/image" Target="../media/image1702.png"/><Relationship Id="rId142" Type="http://schemas.openxmlformats.org/officeDocument/2006/relationships/customXml" Target="../ink/ink1801.xml"/><Relationship Id="rId163" Type="http://schemas.openxmlformats.org/officeDocument/2006/relationships/image" Target="../media/image1723.png"/><Relationship Id="rId184" Type="http://schemas.openxmlformats.org/officeDocument/2006/relationships/customXml" Target="../ink/ink1822.xml"/><Relationship Id="rId219" Type="http://schemas.openxmlformats.org/officeDocument/2006/relationships/image" Target="../media/image1751.png"/><Relationship Id="rId230" Type="http://schemas.openxmlformats.org/officeDocument/2006/relationships/customXml" Target="../ink/ink1845.xml"/><Relationship Id="rId251" Type="http://schemas.openxmlformats.org/officeDocument/2006/relationships/image" Target="../media/image1767.png"/><Relationship Id="rId25" Type="http://schemas.openxmlformats.org/officeDocument/2006/relationships/image" Target="../media/image1644.png"/><Relationship Id="rId46" Type="http://schemas.openxmlformats.org/officeDocument/2006/relationships/customXml" Target="../ink/ink1753.xml"/><Relationship Id="rId67" Type="http://schemas.openxmlformats.org/officeDocument/2006/relationships/image" Target="../media/image1675.png"/><Relationship Id="rId272" Type="http://schemas.openxmlformats.org/officeDocument/2006/relationships/customXml" Target="../ink/ink1866.xml"/><Relationship Id="rId293" Type="http://schemas.openxmlformats.org/officeDocument/2006/relationships/image" Target="../media/image1788.png"/><Relationship Id="rId307" Type="http://schemas.openxmlformats.org/officeDocument/2006/relationships/image" Target="../media/image1795.png"/><Relationship Id="rId328" Type="http://schemas.openxmlformats.org/officeDocument/2006/relationships/customXml" Target="../ink/ink1894.xml"/><Relationship Id="rId88" Type="http://schemas.openxmlformats.org/officeDocument/2006/relationships/customXml" Target="../ink/ink1774.xml"/><Relationship Id="rId111" Type="http://schemas.openxmlformats.org/officeDocument/2006/relationships/image" Target="../media/image1697.png"/><Relationship Id="rId132" Type="http://schemas.openxmlformats.org/officeDocument/2006/relationships/customXml" Target="../ink/ink1796.xml"/><Relationship Id="rId153" Type="http://schemas.openxmlformats.org/officeDocument/2006/relationships/image" Target="../media/image1718.png"/><Relationship Id="rId174" Type="http://schemas.openxmlformats.org/officeDocument/2006/relationships/customXml" Target="../ink/ink1817.xml"/><Relationship Id="rId195" Type="http://schemas.openxmlformats.org/officeDocument/2006/relationships/image" Target="../media/image1739.png"/><Relationship Id="rId209" Type="http://schemas.openxmlformats.org/officeDocument/2006/relationships/image" Target="../media/image1746.png"/><Relationship Id="rId220" Type="http://schemas.openxmlformats.org/officeDocument/2006/relationships/customXml" Target="../ink/ink1840.xml"/><Relationship Id="rId241" Type="http://schemas.openxmlformats.org/officeDocument/2006/relationships/image" Target="../media/image1762.png"/><Relationship Id="rId15" Type="http://schemas.openxmlformats.org/officeDocument/2006/relationships/image" Target="../media/image1639.png"/><Relationship Id="rId36" Type="http://schemas.openxmlformats.org/officeDocument/2006/relationships/customXml" Target="../ink/ink1748.xml"/><Relationship Id="rId57" Type="http://schemas.openxmlformats.org/officeDocument/2006/relationships/image" Target="../media/image1670.png"/><Relationship Id="rId262" Type="http://schemas.openxmlformats.org/officeDocument/2006/relationships/customXml" Target="../ink/ink1861.xml"/><Relationship Id="rId283" Type="http://schemas.openxmlformats.org/officeDocument/2006/relationships/image" Target="../media/image1783.png"/><Relationship Id="rId318" Type="http://schemas.openxmlformats.org/officeDocument/2006/relationships/customXml" Target="../ink/ink1889.xml"/><Relationship Id="rId339" Type="http://schemas.openxmlformats.org/officeDocument/2006/relationships/image" Target="../media/image1810.png"/><Relationship Id="rId78" Type="http://schemas.openxmlformats.org/officeDocument/2006/relationships/customXml" Target="../ink/ink1769.xml"/><Relationship Id="rId99" Type="http://schemas.openxmlformats.org/officeDocument/2006/relationships/image" Target="../media/image1691.png"/><Relationship Id="rId101" Type="http://schemas.openxmlformats.org/officeDocument/2006/relationships/image" Target="../media/image1692.png"/><Relationship Id="rId122" Type="http://schemas.openxmlformats.org/officeDocument/2006/relationships/customXml" Target="../ink/ink1791.xml"/><Relationship Id="rId143" Type="http://schemas.openxmlformats.org/officeDocument/2006/relationships/image" Target="../media/image1713.png"/><Relationship Id="rId164" Type="http://schemas.openxmlformats.org/officeDocument/2006/relationships/customXml" Target="../ink/ink1812.xml"/><Relationship Id="rId185" Type="http://schemas.openxmlformats.org/officeDocument/2006/relationships/image" Target="../media/image1734.png"/><Relationship Id="rId9" Type="http://schemas.openxmlformats.org/officeDocument/2006/relationships/image" Target="../media/image1636.png"/><Relationship Id="rId210" Type="http://schemas.openxmlformats.org/officeDocument/2006/relationships/customXml" Target="../ink/ink1835.xml"/><Relationship Id="rId26" Type="http://schemas.openxmlformats.org/officeDocument/2006/relationships/customXml" Target="../ink/ink1743.xml"/><Relationship Id="rId231" Type="http://schemas.openxmlformats.org/officeDocument/2006/relationships/image" Target="../media/image1757.png"/><Relationship Id="rId252" Type="http://schemas.openxmlformats.org/officeDocument/2006/relationships/customXml" Target="../ink/ink1856.xml"/><Relationship Id="rId273" Type="http://schemas.openxmlformats.org/officeDocument/2006/relationships/image" Target="../media/image1778.png"/><Relationship Id="rId294" Type="http://schemas.openxmlformats.org/officeDocument/2006/relationships/customXml" Target="../ink/ink1877.xml"/><Relationship Id="rId308" Type="http://schemas.openxmlformats.org/officeDocument/2006/relationships/customXml" Target="../ink/ink1884.xml"/><Relationship Id="rId329" Type="http://schemas.openxmlformats.org/officeDocument/2006/relationships/image" Target="../media/image1805.png"/><Relationship Id="rId47" Type="http://schemas.openxmlformats.org/officeDocument/2006/relationships/image" Target="../media/image1665.png"/><Relationship Id="rId68" Type="http://schemas.openxmlformats.org/officeDocument/2006/relationships/customXml" Target="../ink/ink1764.xml"/><Relationship Id="rId89" Type="http://schemas.openxmlformats.org/officeDocument/2006/relationships/image" Target="../media/image1686.png"/><Relationship Id="rId112" Type="http://schemas.openxmlformats.org/officeDocument/2006/relationships/customXml" Target="../ink/ink1786.xml"/><Relationship Id="rId133" Type="http://schemas.openxmlformats.org/officeDocument/2006/relationships/image" Target="../media/image1708.png"/><Relationship Id="rId154" Type="http://schemas.openxmlformats.org/officeDocument/2006/relationships/customXml" Target="../ink/ink1807.xml"/><Relationship Id="rId175" Type="http://schemas.openxmlformats.org/officeDocument/2006/relationships/image" Target="../media/image1729.png"/><Relationship Id="rId340" Type="http://schemas.openxmlformats.org/officeDocument/2006/relationships/customXml" Target="../ink/ink1900.xml"/><Relationship Id="rId196" Type="http://schemas.openxmlformats.org/officeDocument/2006/relationships/customXml" Target="../ink/ink1828.xml"/><Relationship Id="rId200" Type="http://schemas.openxmlformats.org/officeDocument/2006/relationships/customXml" Target="../ink/ink1830.xml"/><Relationship Id="rId16" Type="http://schemas.openxmlformats.org/officeDocument/2006/relationships/customXml" Target="../ink/ink1738.xml"/><Relationship Id="rId221" Type="http://schemas.openxmlformats.org/officeDocument/2006/relationships/image" Target="../media/image1752.png"/><Relationship Id="rId242" Type="http://schemas.openxmlformats.org/officeDocument/2006/relationships/customXml" Target="../ink/ink1851.xml"/><Relationship Id="rId263" Type="http://schemas.openxmlformats.org/officeDocument/2006/relationships/image" Target="../media/image1773.png"/><Relationship Id="rId284" Type="http://schemas.openxmlformats.org/officeDocument/2006/relationships/customXml" Target="../ink/ink1872.xml"/><Relationship Id="rId319" Type="http://schemas.openxmlformats.org/officeDocument/2006/relationships/image" Target="../media/image621.png"/><Relationship Id="rId37" Type="http://schemas.openxmlformats.org/officeDocument/2006/relationships/image" Target="../media/image1650.png"/><Relationship Id="rId58" Type="http://schemas.openxmlformats.org/officeDocument/2006/relationships/customXml" Target="../ink/ink1759.xml"/><Relationship Id="rId79" Type="http://schemas.openxmlformats.org/officeDocument/2006/relationships/image" Target="../media/image1681.png"/><Relationship Id="rId102" Type="http://schemas.openxmlformats.org/officeDocument/2006/relationships/customXml" Target="../ink/ink1781.xml"/><Relationship Id="rId123" Type="http://schemas.openxmlformats.org/officeDocument/2006/relationships/image" Target="../media/image1703.png"/><Relationship Id="rId144" Type="http://schemas.openxmlformats.org/officeDocument/2006/relationships/customXml" Target="../ink/ink1802.xml"/><Relationship Id="rId330" Type="http://schemas.openxmlformats.org/officeDocument/2006/relationships/customXml" Target="../ink/ink1895.xml"/><Relationship Id="rId90" Type="http://schemas.openxmlformats.org/officeDocument/2006/relationships/customXml" Target="../ink/ink1775.xml"/><Relationship Id="rId165" Type="http://schemas.openxmlformats.org/officeDocument/2006/relationships/image" Target="../media/image1724.png"/><Relationship Id="rId186" Type="http://schemas.openxmlformats.org/officeDocument/2006/relationships/customXml" Target="../ink/ink1823.xml"/><Relationship Id="rId211" Type="http://schemas.openxmlformats.org/officeDocument/2006/relationships/image" Target="../media/image1747.png"/><Relationship Id="rId232" Type="http://schemas.openxmlformats.org/officeDocument/2006/relationships/customXml" Target="../ink/ink1846.xml"/><Relationship Id="rId253" Type="http://schemas.openxmlformats.org/officeDocument/2006/relationships/image" Target="../media/image1768.png"/><Relationship Id="rId274" Type="http://schemas.openxmlformats.org/officeDocument/2006/relationships/customXml" Target="../ink/ink1867.xml"/><Relationship Id="rId295" Type="http://schemas.openxmlformats.org/officeDocument/2006/relationships/image" Target="../media/image1789.png"/><Relationship Id="rId309" Type="http://schemas.openxmlformats.org/officeDocument/2006/relationships/image" Target="../media/image1796.png"/><Relationship Id="rId27" Type="http://schemas.openxmlformats.org/officeDocument/2006/relationships/image" Target="../media/image1645.png"/><Relationship Id="rId48" Type="http://schemas.openxmlformats.org/officeDocument/2006/relationships/customXml" Target="../ink/ink1754.xml"/><Relationship Id="rId69" Type="http://schemas.openxmlformats.org/officeDocument/2006/relationships/image" Target="../media/image1676.png"/><Relationship Id="rId113" Type="http://schemas.openxmlformats.org/officeDocument/2006/relationships/image" Target="../media/image1698.png"/><Relationship Id="rId134" Type="http://schemas.openxmlformats.org/officeDocument/2006/relationships/customXml" Target="../ink/ink1797.xml"/><Relationship Id="rId320" Type="http://schemas.openxmlformats.org/officeDocument/2006/relationships/customXml" Target="../ink/ink1890.xml"/><Relationship Id="rId80" Type="http://schemas.openxmlformats.org/officeDocument/2006/relationships/customXml" Target="../ink/ink1770.xml"/><Relationship Id="rId155" Type="http://schemas.openxmlformats.org/officeDocument/2006/relationships/image" Target="../media/image1719.png"/><Relationship Id="rId176" Type="http://schemas.openxmlformats.org/officeDocument/2006/relationships/customXml" Target="../ink/ink1818.xml"/><Relationship Id="rId197" Type="http://schemas.openxmlformats.org/officeDocument/2006/relationships/image" Target="../media/image1740.png"/><Relationship Id="rId341" Type="http://schemas.openxmlformats.org/officeDocument/2006/relationships/image" Target="../media/image1811.png"/><Relationship Id="rId201" Type="http://schemas.openxmlformats.org/officeDocument/2006/relationships/image" Target="../media/image1742.png"/><Relationship Id="rId222" Type="http://schemas.openxmlformats.org/officeDocument/2006/relationships/customXml" Target="../ink/ink1841.xml"/><Relationship Id="rId243" Type="http://schemas.openxmlformats.org/officeDocument/2006/relationships/image" Target="../media/image1763.png"/><Relationship Id="rId264" Type="http://schemas.openxmlformats.org/officeDocument/2006/relationships/customXml" Target="../ink/ink1862.xml"/><Relationship Id="rId285" Type="http://schemas.openxmlformats.org/officeDocument/2006/relationships/image" Target="../media/image1784.png"/><Relationship Id="rId17" Type="http://schemas.openxmlformats.org/officeDocument/2006/relationships/image" Target="../media/image1640.png"/><Relationship Id="rId38" Type="http://schemas.openxmlformats.org/officeDocument/2006/relationships/customXml" Target="../ink/ink1749.xml"/><Relationship Id="rId59" Type="http://schemas.openxmlformats.org/officeDocument/2006/relationships/image" Target="../media/image1671.png"/><Relationship Id="rId103" Type="http://schemas.openxmlformats.org/officeDocument/2006/relationships/image" Target="../media/image1693.png"/><Relationship Id="rId124" Type="http://schemas.openxmlformats.org/officeDocument/2006/relationships/customXml" Target="../ink/ink1792.xml"/><Relationship Id="rId310" Type="http://schemas.openxmlformats.org/officeDocument/2006/relationships/customXml" Target="../ink/ink1885.xml"/><Relationship Id="rId70" Type="http://schemas.openxmlformats.org/officeDocument/2006/relationships/customXml" Target="../ink/ink1765.xml"/><Relationship Id="rId91" Type="http://schemas.openxmlformats.org/officeDocument/2006/relationships/image" Target="../media/image1687.png"/><Relationship Id="rId145" Type="http://schemas.openxmlformats.org/officeDocument/2006/relationships/image" Target="../media/image1714.png"/><Relationship Id="rId166" Type="http://schemas.openxmlformats.org/officeDocument/2006/relationships/customXml" Target="../ink/ink1813.xml"/><Relationship Id="rId187" Type="http://schemas.openxmlformats.org/officeDocument/2006/relationships/image" Target="../media/image1735.png"/><Relationship Id="rId331" Type="http://schemas.openxmlformats.org/officeDocument/2006/relationships/image" Target="../media/image1806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836.xml"/><Relationship Id="rId233" Type="http://schemas.openxmlformats.org/officeDocument/2006/relationships/image" Target="../media/image1758.png"/><Relationship Id="rId254" Type="http://schemas.openxmlformats.org/officeDocument/2006/relationships/customXml" Target="../ink/ink1857.xml"/><Relationship Id="rId28" Type="http://schemas.openxmlformats.org/officeDocument/2006/relationships/customXml" Target="../ink/ink1744.xml"/><Relationship Id="rId49" Type="http://schemas.openxmlformats.org/officeDocument/2006/relationships/image" Target="../media/image1666.png"/><Relationship Id="rId114" Type="http://schemas.openxmlformats.org/officeDocument/2006/relationships/customXml" Target="../ink/ink1787.xml"/><Relationship Id="rId275" Type="http://schemas.openxmlformats.org/officeDocument/2006/relationships/image" Target="../media/image1779.png"/><Relationship Id="rId296" Type="http://schemas.openxmlformats.org/officeDocument/2006/relationships/customXml" Target="../ink/ink1878.xml"/><Relationship Id="rId300" Type="http://schemas.openxmlformats.org/officeDocument/2006/relationships/customXml" Target="../ink/ink1880.xml"/><Relationship Id="rId60" Type="http://schemas.openxmlformats.org/officeDocument/2006/relationships/customXml" Target="../ink/ink1760.xml"/><Relationship Id="rId81" Type="http://schemas.openxmlformats.org/officeDocument/2006/relationships/image" Target="../media/image1682.png"/><Relationship Id="rId135" Type="http://schemas.openxmlformats.org/officeDocument/2006/relationships/image" Target="../media/image1709.png"/><Relationship Id="rId156" Type="http://schemas.openxmlformats.org/officeDocument/2006/relationships/customXml" Target="../ink/ink1808.xml"/><Relationship Id="rId177" Type="http://schemas.openxmlformats.org/officeDocument/2006/relationships/image" Target="../media/image1730.png"/><Relationship Id="rId198" Type="http://schemas.openxmlformats.org/officeDocument/2006/relationships/customXml" Target="../ink/ink1829.xml"/><Relationship Id="rId321" Type="http://schemas.openxmlformats.org/officeDocument/2006/relationships/image" Target="../media/image1801.png"/><Relationship Id="rId342" Type="http://schemas.openxmlformats.org/officeDocument/2006/relationships/customXml" Target="../ink/ink1901.xml"/><Relationship Id="rId202" Type="http://schemas.openxmlformats.org/officeDocument/2006/relationships/customXml" Target="../ink/ink1831.xml"/><Relationship Id="rId223" Type="http://schemas.openxmlformats.org/officeDocument/2006/relationships/image" Target="../media/image1753.png"/><Relationship Id="rId244" Type="http://schemas.openxmlformats.org/officeDocument/2006/relationships/customXml" Target="../ink/ink1852.xml"/><Relationship Id="rId18" Type="http://schemas.openxmlformats.org/officeDocument/2006/relationships/customXml" Target="../ink/ink1739.xml"/><Relationship Id="rId39" Type="http://schemas.openxmlformats.org/officeDocument/2006/relationships/image" Target="../media/image1661.png"/><Relationship Id="rId265" Type="http://schemas.openxmlformats.org/officeDocument/2006/relationships/image" Target="../media/image1774.png"/><Relationship Id="rId286" Type="http://schemas.openxmlformats.org/officeDocument/2006/relationships/customXml" Target="../ink/ink1873.xml"/><Relationship Id="rId50" Type="http://schemas.openxmlformats.org/officeDocument/2006/relationships/customXml" Target="../ink/ink1755.xml"/><Relationship Id="rId104" Type="http://schemas.openxmlformats.org/officeDocument/2006/relationships/customXml" Target="../ink/ink1782.xml"/><Relationship Id="rId125" Type="http://schemas.openxmlformats.org/officeDocument/2006/relationships/image" Target="../media/image1704.png"/><Relationship Id="rId146" Type="http://schemas.openxmlformats.org/officeDocument/2006/relationships/customXml" Target="../ink/ink1803.xml"/><Relationship Id="rId167" Type="http://schemas.openxmlformats.org/officeDocument/2006/relationships/image" Target="../media/image1725.png"/><Relationship Id="rId188" Type="http://schemas.openxmlformats.org/officeDocument/2006/relationships/customXml" Target="../ink/ink1824.xml"/><Relationship Id="rId311" Type="http://schemas.openxmlformats.org/officeDocument/2006/relationships/image" Target="../media/image1797.png"/><Relationship Id="rId332" Type="http://schemas.openxmlformats.org/officeDocument/2006/relationships/customXml" Target="../ink/ink1896.xml"/><Relationship Id="rId71" Type="http://schemas.openxmlformats.org/officeDocument/2006/relationships/image" Target="../media/image1677.png"/><Relationship Id="rId92" Type="http://schemas.openxmlformats.org/officeDocument/2006/relationships/customXml" Target="../ink/ink1776.xml"/><Relationship Id="rId213" Type="http://schemas.openxmlformats.org/officeDocument/2006/relationships/image" Target="../media/image1748.png"/><Relationship Id="rId234" Type="http://schemas.openxmlformats.org/officeDocument/2006/relationships/customXml" Target="../ink/ink1847.xml"/><Relationship Id="rId2" Type="http://schemas.openxmlformats.org/officeDocument/2006/relationships/image" Target="../media/image1659.png"/><Relationship Id="rId29" Type="http://schemas.openxmlformats.org/officeDocument/2006/relationships/image" Target="../media/image1646.png"/><Relationship Id="rId255" Type="http://schemas.openxmlformats.org/officeDocument/2006/relationships/image" Target="../media/image1769.png"/><Relationship Id="rId276" Type="http://schemas.openxmlformats.org/officeDocument/2006/relationships/customXml" Target="../ink/ink1868.xml"/><Relationship Id="rId297" Type="http://schemas.openxmlformats.org/officeDocument/2006/relationships/image" Target="../media/image1790.png"/><Relationship Id="rId40" Type="http://schemas.openxmlformats.org/officeDocument/2006/relationships/customXml" Target="../ink/ink1750.xml"/><Relationship Id="rId115" Type="http://schemas.openxmlformats.org/officeDocument/2006/relationships/image" Target="../media/image1699.png"/><Relationship Id="rId136" Type="http://schemas.openxmlformats.org/officeDocument/2006/relationships/customXml" Target="../ink/ink1798.xml"/><Relationship Id="rId157" Type="http://schemas.openxmlformats.org/officeDocument/2006/relationships/image" Target="../media/image1720.png"/><Relationship Id="rId178" Type="http://schemas.openxmlformats.org/officeDocument/2006/relationships/customXml" Target="../ink/ink1819.xml"/><Relationship Id="rId301" Type="http://schemas.openxmlformats.org/officeDocument/2006/relationships/image" Target="../media/image1792.png"/><Relationship Id="rId322" Type="http://schemas.openxmlformats.org/officeDocument/2006/relationships/customXml" Target="../ink/ink1891.xml"/><Relationship Id="rId343" Type="http://schemas.openxmlformats.org/officeDocument/2006/relationships/image" Target="../media/image1812.png"/><Relationship Id="rId61" Type="http://schemas.openxmlformats.org/officeDocument/2006/relationships/image" Target="../media/image1672.png"/><Relationship Id="rId82" Type="http://schemas.openxmlformats.org/officeDocument/2006/relationships/customXml" Target="../ink/ink1771.xml"/><Relationship Id="rId199" Type="http://schemas.openxmlformats.org/officeDocument/2006/relationships/image" Target="../media/image1741.png"/><Relationship Id="rId203" Type="http://schemas.openxmlformats.org/officeDocument/2006/relationships/image" Target="../media/image1743.png"/><Relationship Id="rId19" Type="http://schemas.openxmlformats.org/officeDocument/2006/relationships/image" Target="../media/image1641.png"/><Relationship Id="rId224" Type="http://schemas.openxmlformats.org/officeDocument/2006/relationships/customXml" Target="../ink/ink1842.xml"/><Relationship Id="rId245" Type="http://schemas.openxmlformats.org/officeDocument/2006/relationships/image" Target="../media/image1764.png"/><Relationship Id="rId266" Type="http://schemas.openxmlformats.org/officeDocument/2006/relationships/customXml" Target="../ink/ink1863.xml"/><Relationship Id="rId287" Type="http://schemas.openxmlformats.org/officeDocument/2006/relationships/image" Target="../media/image1785.png"/><Relationship Id="rId30" Type="http://schemas.openxmlformats.org/officeDocument/2006/relationships/customXml" Target="../ink/ink1745.xml"/><Relationship Id="rId105" Type="http://schemas.openxmlformats.org/officeDocument/2006/relationships/image" Target="../media/image1694.png"/><Relationship Id="rId126" Type="http://schemas.openxmlformats.org/officeDocument/2006/relationships/customXml" Target="../ink/ink1793.xml"/><Relationship Id="rId147" Type="http://schemas.openxmlformats.org/officeDocument/2006/relationships/image" Target="../media/image1715.png"/><Relationship Id="rId168" Type="http://schemas.openxmlformats.org/officeDocument/2006/relationships/customXml" Target="../ink/ink1814.xml"/><Relationship Id="rId312" Type="http://schemas.openxmlformats.org/officeDocument/2006/relationships/customXml" Target="../ink/ink1886.xml"/><Relationship Id="rId333" Type="http://schemas.openxmlformats.org/officeDocument/2006/relationships/image" Target="../media/image1807.png"/><Relationship Id="rId51" Type="http://schemas.openxmlformats.org/officeDocument/2006/relationships/image" Target="../media/image1667.png"/><Relationship Id="rId72" Type="http://schemas.openxmlformats.org/officeDocument/2006/relationships/customXml" Target="../ink/ink1766.xml"/><Relationship Id="rId93" Type="http://schemas.openxmlformats.org/officeDocument/2006/relationships/image" Target="../media/image1688.png"/><Relationship Id="rId189" Type="http://schemas.openxmlformats.org/officeDocument/2006/relationships/image" Target="../media/image1736.png"/><Relationship Id="rId3" Type="http://schemas.openxmlformats.org/officeDocument/2006/relationships/image" Target="../media/image1660.png"/><Relationship Id="rId214" Type="http://schemas.openxmlformats.org/officeDocument/2006/relationships/customXml" Target="../ink/ink1837.xml"/><Relationship Id="rId235" Type="http://schemas.openxmlformats.org/officeDocument/2006/relationships/image" Target="../media/image1759.png"/><Relationship Id="rId256" Type="http://schemas.openxmlformats.org/officeDocument/2006/relationships/customXml" Target="../ink/ink1858.xml"/><Relationship Id="rId277" Type="http://schemas.openxmlformats.org/officeDocument/2006/relationships/image" Target="../media/image1780.png"/><Relationship Id="rId298" Type="http://schemas.openxmlformats.org/officeDocument/2006/relationships/customXml" Target="../ink/ink1879.xml"/><Relationship Id="rId116" Type="http://schemas.openxmlformats.org/officeDocument/2006/relationships/customXml" Target="../ink/ink1788.xml"/><Relationship Id="rId137" Type="http://schemas.openxmlformats.org/officeDocument/2006/relationships/image" Target="../media/image1710.png"/><Relationship Id="rId158" Type="http://schemas.openxmlformats.org/officeDocument/2006/relationships/customXml" Target="../ink/ink1809.xml"/><Relationship Id="rId302" Type="http://schemas.openxmlformats.org/officeDocument/2006/relationships/customXml" Target="../ink/ink1881.xml"/><Relationship Id="rId323" Type="http://schemas.openxmlformats.org/officeDocument/2006/relationships/image" Target="../media/image1802.png"/><Relationship Id="rId20" Type="http://schemas.openxmlformats.org/officeDocument/2006/relationships/customXml" Target="../ink/ink1740.xml"/><Relationship Id="rId41" Type="http://schemas.openxmlformats.org/officeDocument/2006/relationships/image" Target="../media/image1662.png"/><Relationship Id="rId62" Type="http://schemas.openxmlformats.org/officeDocument/2006/relationships/customXml" Target="../ink/ink1761.xml"/><Relationship Id="rId83" Type="http://schemas.openxmlformats.org/officeDocument/2006/relationships/image" Target="../media/image1683.png"/><Relationship Id="rId179" Type="http://schemas.openxmlformats.org/officeDocument/2006/relationships/image" Target="../media/image1731.png"/><Relationship Id="rId190" Type="http://schemas.openxmlformats.org/officeDocument/2006/relationships/customXml" Target="../ink/ink1825.xml"/><Relationship Id="rId204" Type="http://schemas.openxmlformats.org/officeDocument/2006/relationships/customXml" Target="../ink/ink1832.xml"/><Relationship Id="rId225" Type="http://schemas.openxmlformats.org/officeDocument/2006/relationships/image" Target="../media/image1754.png"/><Relationship Id="rId246" Type="http://schemas.openxmlformats.org/officeDocument/2006/relationships/customXml" Target="../ink/ink1853.xml"/><Relationship Id="rId267" Type="http://schemas.openxmlformats.org/officeDocument/2006/relationships/image" Target="../media/image1775.png"/><Relationship Id="rId288" Type="http://schemas.openxmlformats.org/officeDocument/2006/relationships/customXml" Target="../ink/ink1874.xml"/><Relationship Id="rId106" Type="http://schemas.openxmlformats.org/officeDocument/2006/relationships/customXml" Target="../ink/ink1783.xml"/><Relationship Id="rId127" Type="http://schemas.openxmlformats.org/officeDocument/2006/relationships/image" Target="../media/image1705.png"/><Relationship Id="rId313" Type="http://schemas.openxmlformats.org/officeDocument/2006/relationships/image" Target="../media/image1798.png"/><Relationship Id="rId10" Type="http://schemas.openxmlformats.org/officeDocument/2006/relationships/customXml" Target="../ink/ink1735.xml"/><Relationship Id="rId31" Type="http://schemas.openxmlformats.org/officeDocument/2006/relationships/image" Target="../media/image1647.png"/><Relationship Id="rId52" Type="http://schemas.openxmlformats.org/officeDocument/2006/relationships/customXml" Target="../ink/ink1756.xml"/><Relationship Id="rId73" Type="http://schemas.openxmlformats.org/officeDocument/2006/relationships/image" Target="../media/image1678.png"/><Relationship Id="rId94" Type="http://schemas.openxmlformats.org/officeDocument/2006/relationships/customXml" Target="../ink/ink1777.xml"/><Relationship Id="rId148" Type="http://schemas.openxmlformats.org/officeDocument/2006/relationships/customXml" Target="../ink/ink1804.xml"/><Relationship Id="rId169" Type="http://schemas.openxmlformats.org/officeDocument/2006/relationships/image" Target="../media/image1726.png"/><Relationship Id="rId334" Type="http://schemas.openxmlformats.org/officeDocument/2006/relationships/customXml" Target="../ink/ink1897.xml"/><Relationship Id="rId4" Type="http://schemas.openxmlformats.org/officeDocument/2006/relationships/customXml" Target="../ink/ink1732.xml"/><Relationship Id="rId180" Type="http://schemas.openxmlformats.org/officeDocument/2006/relationships/customXml" Target="../ink/ink1820.xml"/><Relationship Id="rId215" Type="http://schemas.openxmlformats.org/officeDocument/2006/relationships/image" Target="../media/image1749.png"/><Relationship Id="rId236" Type="http://schemas.openxmlformats.org/officeDocument/2006/relationships/customXml" Target="../ink/ink1848.xml"/><Relationship Id="rId257" Type="http://schemas.openxmlformats.org/officeDocument/2006/relationships/image" Target="../media/image1770.png"/><Relationship Id="rId278" Type="http://schemas.openxmlformats.org/officeDocument/2006/relationships/customXml" Target="../ink/ink1869.xml"/><Relationship Id="rId303" Type="http://schemas.openxmlformats.org/officeDocument/2006/relationships/image" Target="../media/image1793.png"/><Relationship Id="rId42" Type="http://schemas.openxmlformats.org/officeDocument/2006/relationships/customXml" Target="../ink/ink1751.xml"/><Relationship Id="rId84" Type="http://schemas.openxmlformats.org/officeDocument/2006/relationships/customXml" Target="../ink/ink1772.xml"/><Relationship Id="rId138" Type="http://schemas.openxmlformats.org/officeDocument/2006/relationships/customXml" Target="../ink/ink1799.xml"/><Relationship Id="rId191" Type="http://schemas.openxmlformats.org/officeDocument/2006/relationships/image" Target="../media/image1737.png"/><Relationship Id="rId205" Type="http://schemas.openxmlformats.org/officeDocument/2006/relationships/image" Target="../media/image1744.png"/><Relationship Id="rId247" Type="http://schemas.openxmlformats.org/officeDocument/2006/relationships/image" Target="../media/image1765.png"/><Relationship Id="rId107" Type="http://schemas.openxmlformats.org/officeDocument/2006/relationships/image" Target="../media/image1695.png"/><Relationship Id="rId289" Type="http://schemas.openxmlformats.org/officeDocument/2006/relationships/image" Target="../media/image1786.png"/><Relationship Id="rId11" Type="http://schemas.openxmlformats.org/officeDocument/2006/relationships/image" Target="../media/image1637.png"/><Relationship Id="rId53" Type="http://schemas.openxmlformats.org/officeDocument/2006/relationships/image" Target="../media/image1668.png"/><Relationship Id="rId149" Type="http://schemas.openxmlformats.org/officeDocument/2006/relationships/image" Target="../media/image1716.png"/><Relationship Id="rId314" Type="http://schemas.openxmlformats.org/officeDocument/2006/relationships/customXml" Target="../ink/ink1887.xml"/><Relationship Id="rId95" Type="http://schemas.openxmlformats.org/officeDocument/2006/relationships/image" Target="../media/image1689.png"/><Relationship Id="rId160" Type="http://schemas.openxmlformats.org/officeDocument/2006/relationships/customXml" Target="../ink/ink1810.xml"/><Relationship Id="rId216" Type="http://schemas.openxmlformats.org/officeDocument/2006/relationships/customXml" Target="../ink/ink1838.xml"/><Relationship Id="rId258" Type="http://schemas.openxmlformats.org/officeDocument/2006/relationships/customXml" Target="../ink/ink1859.xml"/><Relationship Id="rId22" Type="http://schemas.openxmlformats.org/officeDocument/2006/relationships/customXml" Target="../ink/ink1741.xml"/><Relationship Id="rId64" Type="http://schemas.openxmlformats.org/officeDocument/2006/relationships/customXml" Target="../ink/ink1762.xml"/><Relationship Id="rId118" Type="http://schemas.openxmlformats.org/officeDocument/2006/relationships/customXml" Target="../ink/ink1789.xml"/><Relationship Id="rId325" Type="http://schemas.openxmlformats.org/officeDocument/2006/relationships/image" Target="../media/image1803.png"/><Relationship Id="rId171" Type="http://schemas.openxmlformats.org/officeDocument/2006/relationships/image" Target="../media/image1727.png"/><Relationship Id="rId227" Type="http://schemas.openxmlformats.org/officeDocument/2006/relationships/image" Target="../media/image1755.png"/><Relationship Id="rId269" Type="http://schemas.openxmlformats.org/officeDocument/2006/relationships/image" Target="../media/image1776.png"/><Relationship Id="rId33" Type="http://schemas.openxmlformats.org/officeDocument/2006/relationships/image" Target="../media/image1648.png"/><Relationship Id="rId129" Type="http://schemas.openxmlformats.org/officeDocument/2006/relationships/image" Target="../media/image1706.png"/><Relationship Id="rId280" Type="http://schemas.openxmlformats.org/officeDocument/2006/relationships/customXml" Target="../ink/ink1870.xml"/><Relationship Id="rId336" Type="http://schemas.openxmlformats.org/officeDocument/2006/relationships/customXml" Target="../ink/ink1898.xml"/><Relationship Id="rId75" Type="http://schemas.openxmlformats.org/officeDocument/2006/relationships/image" Target="../media/image1679.png"/><Relationship Id="rId140" Type="http://schemas.openxmlformats.org/officeDocument/2006/relationships/customXml" Target="../ink/ink1800.xml"/><Relationship Id="rId182" Type="http://schemas.openxmlformats.org/officeDocument/2006/relationships/customXml" Target="../ink/ink1821.xml"/><Relationship Id="rId6" Type="http://schemas.openxmlformats.org/officeDocument/2006/relationships/customXml" Target="../ink/ink1733.xml"/><Relationship Id="rId238" Type="http://schemas.openxmlformats.org/officeDocument/2006/relationships/customXml" Target="../ink/ink1849.xml"/><Relationship Id="rId291" Type="http://schemas.openxmlformats.org/officeDocument/2006/relationships/image" Target="../media/image1787.png"/><Relationship Id="rId305" Type="http://schemas.openxmlformats.org/officeDocument/2006/relationships/image" Target="../media/image1794.png"/><Relationship Id="rId44" Type="http://schemas.openxmlformats.org/officeDocument/2006/relationships/customXml" Target="../ink/ink1752.xml"/><Relationship Id="rId86" Type="http://schemas.openxmlformats.org/officeDocument/2006/relationships/customXml" Target="../ink/ink1773.xml"/><Relationship Id="rId151" Type="http://schemas.openxmlformats.org/officeDocument/2006/relationships/image" Target="../media/image1717.png"/><Relationship Id="rId193" Type="http://schemas.openxmlformats.org/officeDocument/2006/relationships/image" Target="../media/image1738.png"/><Relationship Id="rId207" Type="http://schemas.openxmlformats.org/officeDocument/2006/relationships/image" Target="../media/image1745.png"/><Relationship Id="rId249" Type="http://schemas.openxmlformats.org/officeDocument/2006/relationships/image" Target="../media/image1766.png"/><Relationship Id="rId13" Type="http://schemas.openxmlformats.org/officeDocument/2006/relationships/image" Target="../media/image1638.png"/><Relationship Id="rId109" Type="http://schemas.openxmlformats.org/officeDocument/2006/relationships/image" Target="../media/image1696.png"/><Relationship Id="rId260" Type="http://schemas.openxmlformats.org/officeDocument/2006/relationships/customXml" Target="../ink/ink1860.xml"/><Relationship Id="rId316" Type="http://schemas.openxmlformats.org/officeDocument/2006/relationships/customXml" Target="../ink/ink1888.xml"/><Relationship Id="rId55" Type="http://schemas.openxmlformats.org/officeDocument/2006/relationships/image" Target="../media/image1669.png"/><Relationship Id="rId97" Type="http://schemas.openxmlformats.org/officeDocument/2006/relationships/image" Target="../media/image1690.png"/><Relationship Id="rId120" Type="http://schemas.openxmlformats.org/officeDocument/2006/relationships/customXml" Target="../ink/ink1790.xml"/><Relationship Id="rId162" Type="http://schemas.openxmlformats.org/officeDocument/2006/relationships/customXml" Target="../ink/ink1811.xml"/><Relationship Id="rId218" Type="http://schemas.openxmlformats.org/officeDocument/2006/relationships/customXml" Target="../ink/ink1839.xml"/><Relationship Id="rId271" Type="http://schemas.openxmlformats.org/officeDocument/2006/relationships/image" Target="../media/image1777.png"/><Relationship Id="rId24" Type="http://schemas.openxmlformats.org/officeDocument/2006/relationships/customXml" Target="../ink/ink1742.xml"/><Relationship Id="rId66" Type="http://schemas.openxmlformats.org/officeDocument/2006/relationships/customXml" Target="../ink/ink1763.xml"/><Relationship Id="rId131" Type="http://schemas.openxmlformats.org/officeDocument/2006/relationships/image" Target="../media/image1707.png"/><Relationship Id="rId327" Type="http://schemas.openxmlformats.org/officeDocument/2006/relationships/image" Target="../media/image1804.png"/><Relationship Id="rId173" Type="http://schemas.openxmlformats.org/officeDocument/2006/relationships/image" Target="../media/image1728.png"/><Relationship Id="rId229" Type="http://schemas.openxmlformats.org/officeDocument/2006/relationships/image" Target="../media/image1756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907.xml"/><Relationship Id="rId18" Type="http://schemas.openxmlformats.org/officeDocument/2006/relationships/image" Target="../media/image1821.png"/><Relationship Id="rId26" Type="http://schemas.openxmlformats.org/officeDocument/2006/relationships/image" Target="../media/image1825.png"/><Relationship Id="rId39" Type="http://schemas.openxmlformats.org/officeDocument/2006/relationships/customXml" Target="../ink/ink1920.xml"/><Relationship Id="rId21" Type="http://schemas.openxmlformats.org/officeDocument/2006/relationships/customXml" Target="../ink/ink1911.xml"/><Relationship Id="rId34" Type="http://schemas.openxmlformats.org/officeDocument/2006/relationships/image" Target="../media/image1829.png"/><Relationship Id="rId42" Type="http://schemas.openxmlformats.org/officeDocument/2006/relationships/image" Target="../media/image1833.png"/><Relationship Id="rId47" Type="http://schemas.openxmlformats.org/officeDocument/2006/relationships/customXml" Target="../ink/ink1924.xml"/><Relationship Id="rId50" Type="http://schemas.openxmlformats.org/officeDocument/2006/relationships/image" Target="../media/image1837.png"/><Relationship Id="rId55" Type="http://schemas.openxmlformats.org/officeDocument/2006/relationships/customXml" Target="../ink/ink1928.xml"/><Relationship Id="rId7" Type="http://schemas.openxmlformats.org/officeDocument/2006/relationships/customXml" Target="../ink/ink1904.xml"/><Relationship Id="rId2" Type="http://schemas.openxmlformats.org/officeDocument/2006/relationships/image" Target="../media/image1813.png"/><Relationship Id="rId16" Type="http://schemas.openxmlformats.org/officeDocument/2006/relationships/image" Target="../media/image1820.png"/><Relationship Id="rId29" Type="http://schemas.openxmlformats.org/officeDocument/2006/relationships/customXml" Target="../ink/ink1915.xml"/><Relationship Id="rId11" Type="http://schemas.openxmlformats.org/officeDocument/2006/relationships/customXml" Target="../ink/ink1906.xml"/><Relationship Id="rId24" Type="http://schemas.openxmlformats.org/officeDocument/2006/relationships/image" Target="../media/image1824.png"/><Relationship Id="rId32" Type="http://schemas.openxmlformats.org/officeDocument/2006/relationships/image" Target="../media/image1828.png"/><Relationship Id="rId37" Type="http://schemas.openxmlformats.org/officeDocument/2006/relationships/customXml" Target="../ink/ink1919.xml"/><Relationship Id="rId40" Type="http://schemas.openxmlformats.org/officeDocument/2006/relationships/image" Target="../media/image1832.png"/><Relationship Id="rId45" Type="http://schemas.openxmlformats.org/officeDocument/2006/relationships/customXml" Target="../ink/ink1923.xml"/><Relationship Id="rId53" Type="http://schemas.openxmlformats.org/officeDocument/2006/relationships/customXml" Target="../ink/ink1927.xml"/><Relationship Id="rId58" Type="http://schemas.openxmlformats.org/officeDocument/2006/relationships/image" Target="../media/image1841.png"/><Relationship Id="rId5" Type="http://schemas.openxmlformats.org/officeDocument/2006/relationships/customXml" Target="../ink/ink1903.xml"/><Relationship Id="rId19" Type="http://schemas.openxmlformats.org/officeDocument/2006/relationships/customXml" Target="../ink/ink1910.xml"/><Relationship Id="rId4" Type="http://schemas.openxmlformats.org/officeDocument/2006/relationships/image" Target="../media/image1814.png"/><Relationship Id="rId9" Type="http://schemas.openxmlformats.org/officeDocument/2006/relationships/customXml" Target="../ink/ink1905.xml"/><Relationship Id="rId14" Type="http://schemas.openxmlformats.org/officeDocument/2006/relationships/image" Target="../media/image1819.png"/><Relationship Id="rId22" Type="http://schemas.openxmlformats.org/officeDocument/2006/relationships/image" Target="../media/image1823.png"/><Relationship Id="rId27" Type="http://schemas.openxmlformats.org/officeDocument/2006/relationships/customXml" Target="../ink/ink1914.xml"/><Relationship Id="rId30" Type="http://schemas.openxmlformats.org/officeDocument/2006/relationships/image" Target="../media/image1827.png"/><Relationship Id="rId35" Type="http://schemas.openxmlformats.org/officeDocument/2006/relationships/customXml" Target="../ink/ink1918.xml"/><Relationship Id="rId43" Type="http://schemas.openxmlformats.org/officeDocument/2006/relationships/customXml" Target="../ink/ink1922.xml"/><Relationship Id="rId48" Type="http://schemas.openxmlformats.org/officeDocument/2006/relationships/image" Target="../media/image1836.png"/><Relationship Id="rId56" Type="http://schemas.openxmlformats.org/officeDocument/2006/relationships/image" Target="../media/image1840.png"/><Relationship Id="rId8" Type="http://schemas.openxmlformats.org/officeDocument/2006/relationships/image" Target="../media/image1816.png"/><Relationship Id="rId51" Type="http://schemas.openxmlformats.org/officeDocument/2006/relationships/customXml" Target="../ink/ink1926.xml"/><Relationship Id="rId3" Type="http://schemas.openxmlformats.org/officeDocument/2006/relationships/customXml" Target="../ink/ink1902.xml"/><Relationship Id="rId12" Type="http://schemas.openxmlformats.org/officeDocument/2006/relationships/image" Target="../media/image1818.png"/><Relationship Id="rId17" Type="http://schemas.openxmlformats.org/officeDocument/2006/relationships/customXml" Target="../ink/ink1909.xml"/><Relationship Id="rId25" Type="http://schemas.openxmlformats.org/officeDocument/2006/relationships/customXml" Target="../ink/ink1913.xml"/><Relationship Id="rId33" Type="http://schemas.openxmlformats.org/officeDocument/2006/relationships/customXml" Target="../ink/ink1917.xml"/><Relationship Id="rId38" Type="http://schemas.openxmlformats.org/officeDocument/2006/relationships/image" Target="../media/image1831.png"/><Relationship Id="rId46" Type="http://schemas.openxmlformats.org/officeDocument/2006/relationships/image" Target="../media/image1835.png"/><Relationship Id="rId59" Type="http://schemas.openxmlformats.org/officeDocument/2006/relationships/customXml" Target="../ink/ink1930.xml"/><Relationship Id="rId20" Type="http://schemas.openxmlformats.org/officeDocument/2006/relationships/image" Target="../media/image1822.png"/><Relationship Id="rId41" Type="http://schemas.openxmlformats.org/officeDocument/2006/relationships/customXml" Target="../ink/ink1921.xml"/><Relationship Id="rId54" Type="http://schemas.openxmlformats.org/officeDocument/2006/relationships/image" Target="../media/image18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15.png"/><Relationship Id="rId15" Type="http://schemas.openxmlformats.org/officeDocument/2006/relationships/customXml" Target="../ink/ink1908.xml"/><Relationship Id="rId23" Type="http://schemas.openxmlformats.org/officeDocument/2006/relationships/customXml" Target="../ink/ink1912.xml"/><Relationship Id="rId28" Type="http://schemas.openxmlformats.org/officeDocument/2006/relationships/image" Target="../media/image1826.png"/><Relationship Id="rId36" Type="http://schemas.openxmlformats.org/officeDocument/2006/relationships/image" Target="../media/image1830.png"/><Relationship Id="rId49" Type="http://schemas.openxmlformats.org/officeDocument/2006/relationships/customXml" Target="../ink/ink1925.xml"/><Relationship Id="rId57" Type="http://schemas.openxmlformats.org/officeDocument/2006/relationships/customXml" Target="../ink/ink1929.xml"/><Relationship Id="rId10" Type="http://schemas.openxmlformats.org/officeDocument/2006/relationships/image" Target="../media/image1817.png"/><Relationship Id="rId31" Type="http://schemas.openxmlformats.org/officeDocument/2006/relationships/customXml" Target="../ink/ink1916.xml"/><Relationship Id="rId44" Type="http://schemas.openxmlformats.org/officeDocument/2006/relationships/image" Target="../media/image1834.png"/><Relationship Id="rId52" Type="http://schemas.openxmlformats.org/officeDocument/2006/relationships/image" Target="../media/image1838.png"/><Relationship Id="rId60" Type="http://schemas.openxmlformats.org/officeDocument/2006/relationships/image" Target="../media/image184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4.png"/><Relationship Id="rId7" Type="http://schemas.openxmlformats.org/officeDocument/2006/relationships/image" Target="../media/image184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47.png"/><Relationship Id="rId5" Type="http://schemas.openxmlformats.org/officeDocument/2006/relationships/image" Target="../media/image1846.png"/><Relationship Id="rId4" Type="http://schemas.openxmlformats.org/officeDocument/2006/relationships/image" Target="../media/image18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0.png"/><Relationship Id="rId2" Type="http://schemas.openxmlformats.org/officeDocument/2006/relationships/image" Target="../media/image184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7.png"/><Relationship Id="rId2" Type="http://schemas.openxmlformats.org/officeDocument/2006/relationships/image" Target="../media/image185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58.png"/></Relationships>
</file>

<file path=ppt/slides/_rels/slide3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916.png"/><Relationship Id="rId671" Type="http://schemas.openxmlformats.org/officeDocument/2006/relationships/customXml" Target="../ink/ink2266.xml"/><Relationship Id="rId21" Type="http://schemas.openxmlformats.org/officeDocument/2006/relationships/image" Target="../media/image1869.png"/><Relationship Id="rId324" Type="http://schemas.openxmlformats.org/officeDocument/2006/relationships/customXml" Target="../ink/ink2092.xml"/><Relationship Id="rId531" Type="http://schemas.openxmlformats.org/officeDocument/2006/relationships/customXml" Target="../ink/ink2196.xml"/><Relationship Id="rId629" Type="http://schemas.openxmlformats.org/officeDocument/2006/relationships/customXml" Target="../ink/ink2245.xml"/><Relationship Id="rId170" Type="http://schemas.openxmlformats.org/officeDocument/2006/relationships/customXml" Target="../ink/ink2015.xml"/><Relationship Id="rId268" Type="http://schemas.openxmlformats.org/officeDocument/2006/relationships/customXml" Target="../ink/ink2064.xml"/><Relationship Id="rId475" Type="http://schemas.openxmlformats.org/officeDocument/2006/relationships/customXml" Target="../ink/ink2168.xml"/><Relationship Id="rId682" Type="http://schemas.openxmlformats.org/officeDocument/2006/relationships/image" Target="../media/image2198.png"/><Relationship Id="rId32" Type="http://schemas.openxmlformats.org/officeDocument/2006/relationships/customXml" Target="../ink/ink1945.xml"/><Relationship Id="rId128" Type="http://schemas.openxmlformats.org/officeDocument/2006/relationships/customXml" Target="../ink/ink1994.xml"/><Relationship Id="rId335" Type="http://schemas.openxmlformats.org/officeDocument/2006/relationships/image" Target="../media/image2025.png"/><Relationship Id="rId542" Type="http://schemas.openxmlformats.org/officeDocument/2006/relationships/image" Target="../media/image2128.png"/><Relationship Id="rId181" Type="http://schemas.openxmlformats.org/officeDocument/2006/relationships/image" Target="../media/image1948.png"/><Relationship Id="rId402" Type="http://schemas.openxmlformats.org/officeDocument/2006/relationships/image" Target="../media/image2058.png"/><Relationship Id="rId279" Type="http://schemas.openxmlformats.org/officeDocument/2006/relationships/image" Target="../media/image1997.png"/><Relationship Id="rId486" Type="http://schemas.openxmlformats.org/officeDocument/2006/relationships/image" Target="../media/image2100.png"/><Relationship Id="rId693" Type="http://schemas.openxmlformats.org/officeDocument/2006/relationships/customXml" Target="../ink/ink2277.xml"/><Relationship Id="rId707" Type="http://schemas.openxmlformats.org/officeDocument/2006/relationships/customXml" Target="../ink/ink2284.xml"/><Relationship Id="rId43" Type="http://schemas.openxmlformats.org/officeDocument/2006/relationships/image" Target="../media/image1880.png"/><Relationship Id="rId139" Type="http://schemas.openxmlformats.org/officeDocument/2006/relationships/image" Target="../media/image1927.png"/><Relationship Id="rId346" Type="http://schemas.openxmlformats.org/officeDocument/2006/relationships/image" Target="../media/image2030.png"/><Relationship Id="rId553" Type="http://schemas.openxmlformats.org/officeDocument/2006/relationships/customXml" Target="../ink/ink2207.xml"/><Relationship Id="rId192" Type="http://schemas.openxmlformats.org/officeDocument/2006/relationships/customXml" Target="../ink/ink2026.xml"/><Relationship Id="rId206" Type="http://schemas.openxmlformats.org/officeDocument/2006/relationships/customXml" Target="../ink/ink2033.xml"/><Relationship Id="rId413" Type="http://schemas.openxmlformats.org/officeDocument/2006/relationships/customXml" Target="../ink/ink2137.xml"/><Relationship Id="rId497" Type="http://schemas.openxmlformats.org/officeDocument/2006/relationships/customXml" Target="../ink/ink2179.xml"/><Relationship Id="rId620" Type="http://schemas.openxmlformats.org/officeDocument/2006/relationships/image" Target="../media/image2167.png"/><Relationship Id="rId357" Type="http://schemas.openxmlformats.org/officeDocument/2006/relationships/customXml" Target="../ink/ink2109.xml"/><Relationship Id="rId54" Type="http://schemas.openxmlformats.org/officeDocument/2006/relationships/image" Target="../media/image1885.png"/><Relationship Id="rId217" Type="http://schemas.openxmlformats.org/officeDocument/2006/relationships/image" Target="../media/image1966.png"/><Relationship Id="rId564" Type="http://schemas.openxmlformats.org/officeDocument/2006/relationships/image" Target="../media/image2139.png"/><Relationship Id="rId424" Type="http://schemas.openxmlformats.org/officeDocument/2006/relationships/image" Target="../media/image2069.png"/><Relationship Id="rId631" Type="http://schemas.openxmlformats.org/officeDocument/2006/relationships/customXml" Target="../ink/ink2246.xml"/><Relationship Id="rId270" Type="http://schemas.openxmlformats.org/officeDocument/2006/relationships/customXml" Target="../ink/ink2065.xml"/><Relationship Id="rId65" Type="http://schemas.openxmlformats.org/officeDocument/2006/relationships/customXml" Target="../ink/ink1962.xml"/><Relationship Id="rId130" Type="http://schemas.openxmlformats.org/officeDocument/2006/relationships/customXml" Target="../ink/ink1995.xml"/><Relationship Id="rId368" Type="http://schemas.openxmlformats.org/officeDocument/2006/relationships/image" Target="../media/image2041.png"/><Relationship Id="rId575" Type="http://schemas.openxmlformats.org/officeDocument/2006/relationships/customXml" Target="../ink/ink2218.xml"/><Relationship Id="rId228" Type="http://schemas.openxmlformats.org/officeDocument/2006/relationships/customXml" Target="../ink/ink2044.xml"/><Relationship Id="rId435" Type="http://schemas.openxmlformats.org/officeDocument/2006/relationships/customXml" Target="../ink/ink2148.xml"/><Relationship Id="rId642" Type="http://schemas.openxmlformats.org/officeDocument/2006/relationships/image" Target="../media/image2178.png"/><Relationship Id="rId281" Type="http://schemas.openxmlformats.org/officeDocument/2006/relationships/image" Target="../media/image1998.png"/><Relationship Id="rId502" Type="http://schemas.openxmlformats.org/officeDocument/2006/relationships/image" Target="../media/image2108.png"/><Relationship Id="rId76" Type="http://schemas.openxmlformats.org/officeDocument/2006/relationships/image" Target="../media/image1896.png"/><Relationship Id="rId141" Type="http://schemas.openxmlformats.org/officeDocument/2006/relationships/image" Target="../media/image1928.png"/><Relationship Id="rId379" Type="http://schemas.openxmlformats.org/officeDocument/2006/relationships/customXml" Target="../ink/ink2120.xml"/><Relationship Id="rId586" Type="http://schemas.openxmlformats.org/officeDocument/2006/relationships/image" Target="../media/image2150.png"/><Relationship Id="rId7" Type="http://schemas.openxmlformats.org/officeDocument/2006/relationships/image" Target="../media/image1862.png"/><Relationship Id="rId239" Type="http://schemas.openxmlformats.org/officeDocument/2006/relationships/image" Target="../media/image1977.png"/><Relationship Id="rId446" Type="http://schemas.openxmlformats.org/officeDocument/2006/relationships/image" Target="../media/image2080.png"/><Relationship Id="rId653" Type="http://schemas.openxmlformats.org/officeDocument/2006/relationships/customXml" Target="../ink/ink2257.xml"/><Relationship Id="rId292" Type="http://schemas.openxmlformats.org/officeDocument/2006/relationships/customXml" Target="../ink/ink2076.xml"/><Relationship Id="rId306" Type="http://schemas.openxmlformats.org/officeDocument/2006/relationships/customXml" Target="../ink/ink2083.xml"/><Relationship Id="rId87" Type="http://schemas.openxmlformats.org/officeDocument/2006/relationships/customXml" Target="../ink/ink1973.xml"/><Relationship Id="rId513" Type="http://schemas.openxmlformats.org/officeDocument/2006/relationships/customXml" Target="../ink/ink2187.xml"/><Relationship Id="rId597" Type="http://schemas.openxmlformats.org/officeDocument/2006/relationships/customXml" Target="../ink/ink2229.xml"/><Relationship Id="rId152" Type="http://schemas.openxmlformats.org/officeDocument/2006/relationships/customXml" Target="../ink/ink2006.xml"/><Relationship Id="rId457" Type="http://schemas.openxmlformats.org/officeDocument/2006/relationships/customXml" Target="../ink/ink2159.xml"/><Relationship Id="rId664" Type="http://schemas.openxmlformats.org/officeDocument/2006/relationships/image" Target="../media/image2189.png"/><Relationship Id="rId14" Type="http://schemas.openxmlformats.org/officeDocument/2006/relationships/customXml" Target="../ink/ink1936.xml"/><Relationship Id="rId317" Type="http://schemas.openxmlformats.org/officeDocument/2006/relationships/image" Target="../media/image2016.png"/><Relationship Id="rId524" Type="http://schemas.openxmlformats.org/officeDocument/2006/relationships/image" Target="../media/image2119.png"/><Relationship Id="rId98" Type="http://schemas.openxmlformats.org/officeDocument/2006/relationships/image" Target="../media/image1907.png"/><Relationship Id="rId163" Type="http://schemas.openxmlformats.org/officeDocument/2006/relationships/image" Target="../media/image1939.png"/><Relationship Id="rId370" Type="http://schemas.openxmlformats.org/officeDocument/2006/relationships/image" Target="../media/image2042.png"/><Relationship Id="rId230" Type="http://schemas.openxmlformats.org/officeDocument/2006/relationships/customXml" Target="../ink/ink2045.xml"/><Relationship Id="rId468" Type="http://schemas.openxmlformats.org/officeDocument/2006/relationships/image" Target="../media/image2091.png"/><Relationship Id="rId675" Type="http://schemas.openxmlformats.org/officeDocument/2006/relationships/customXml" Target="../ink/ink2268.xml"/><Relationship Id="rId25" Type="http://schemas.openxmlformats.org/officeDocument/2006/relationships/image" Target="../media/image1871.png"/><Relationship Id="rId328" Type="http://schemas.openxmlformats.org/officeDocument/2006/relationships/customXml" Target="../ink/ink2094.xml"/><Relationship Id="rId535" Type="http://schemas.openxmlformats.org/officeDocument/2006/relationships/customXml" Target="../ink/ink2198.xml"/><Relationship Id="rId174" Type="http://schemas.openxmlformats.org/officeDocument/2006/relationships/customXml" Target="../ink/ink2017.xml"/><Relationship Id="rId381" Type="http://schemas.openxmlformats.org/officeDocument/2006/relationships/customXml" Target="../ink/ink2121.xml"/><Relationship Id="rId602" Type="http://schemas.openxmlformats.org/officeDocument/2006/relationships/image" Target="../media/image2158.png"/><Relationship Id="rId241" Type="http://schemas.openxmlformats.org/officeDocument/2006/relationships/image" Target="../media/image1978.png"/><Relationship Id="rId479" Type="http://schemas.openxmlformats.org/officeDocument/2006/relationships/customXml" Target="../ink/ink2170.xml"/><Relationship Id="rId686" Type="http://schemas.openxmlformats.org/officeDocument/2006/relationships/image" Target="../media/image2200.png"/><Relationship Id="rId36" Type="http://schemas.openxmlformats.org/officeDocument/2006/relationships/customXml" Target="../ink/ink1947.xml"/><Relationship Id="rId339" Type="http://schemas.openxmlformats.org/officeDocument/2006/relationships/image" Target="../media/image2027.png"/><Relationship Id="rId546" Type="http://schemas.openxmlformats.org/officeDocument/2006/relationships/image" Target="../media/image2130.png"/><Relationship Id="rId101" Type="http://schemas.openxmlformats.org/officeDocument/2006/relationships/customXml" Target="../ink/ink1980.xml"/><Relationship Id="rId185" Type="http://schemas.openxmlformats.org/officeDocument/2006/relationships/image" Target="../media/image1950.png"/><Relationship Id="rId406" Type="http://schemas.openxmlformats.org/officeDocument/2006/relationships/image" Target="../media/image2060.png"/><Relationship Id="rId392" Type="http://schemas.openxmlformats.org/officeDocument/2006/relationships/image" Target="../media/image2053.png"/><Relationship Id="rId613" Type="http://schemas.openxmlformats.org/officeDocument/2006/relationships/customXml" Target="../ink/ink2237.xml"/><Relationship Id="rId697" Type="http://schemas.openxmlformats.org/officeDocument/2006/relationships/customXml" Target="../ink/ink2279.xml"/><Relationship Id="rId252" Type="http://schemas.openxmlformats.org/officeDocument/2006/relationships/customXml" Target="../ink/ink2056.xml"/><Relationship Id="rId47" Type="http://schemas.openxmlformats.org/officeDocument/2006/relationships/customXml" Target="../ink/ink1953.xml"/><Relationship Id="rId112" Type="http://schemas.openxmlformats.org/officeDocument/2006/relationships/customXml" Target="../ink/ink1986.xml"/><Relationship Id="rId557" Type="http://schemas.openxmlformats.org/officeDocument/2006/relationships/customXml" Target="../ink/ink2209.xml"/><Relationship Id="rId196" Type="http://schemas.openxmlformats.org/officeDocument/2006/relationships/customXml" Target="../ink/ink2028.xml"/><Relationship Id="rId417" Type="http://schemas.openxmlformats.org/officeDocument/2006/relationships/customXml" Target="../ink/ink2139.xml"/><Relationship Id="rId624" Type="http://schemas.openxmlformats.org/officeDocument/2006/relationships/image" Target="../media/image2169.png"/><Relationship Id="rId263" Type="http://schemas.openxmlformats.org/officeDocument/2006/relationships/image" Target="../media/image1989.png"/><Relationship Id="rId470" Type="http://schemas.openxmlformats.org/officeDocument/2006/relationships/image" Target="../media/image2092.png"/><Relationship Id="rId58" Type="http://schemas.openxmlformats.org/officeDocument/2006/relationships/image" Target="../media/image1887.png"/><Relationship Id="rId123" Type="http://schemas.openxmlformats.org/officeDocument/2006/relationships/image" Target="../media/image1919.png"/><Relationship Id="rId330" Type="http://schemas.openxmlformats.org/officeDocument/2006/relationships/customXml" Target="../ink/ink2095.xml"/><Relationship Id="rId568" Type="http://schemas.openxmlformats.org/officeDocument/2006/relationships/image" Target="../media/image2141.png"/><Relationship Id="rId428" Type="http://schemas.openxmlformats.org/officeDocument/2006/relationships/image" Target="../media/image2071.png"/><Relationship Id="rId635" Type="http://schemas.openxmlformats.org/officeDocument/2006/relationships/customXml" Target="../ink/ink2248.xml"/><Relationship Id="rId274" Type="http://schemas.openxmlformats.org/officeDocument/2006/relationships/customXml" Target="../ink/ink2067.xml"/><Relationship Id="rId481" Type="http://schemas.openxmlformats.org/officeDocument/2006/relationships/customXml" Target="../ink/ink2171.xml"/><Relationship Id="rId702" Type="http://schemas.openxmlformats.org/officeDocument/2006/relationships/image" Target="../media/image2208.png"/><Relationship Id="rId69" Type="http://schemas.openxmlformats.org/officeDocument/2006/relationships/customXml" Target="../ink/ink1964.xml"/><Relationship Id="rId134" Type="http://schemas.openxmlformats.org/officeDocument/2006/relationships/customXml" Target="../ink/ink1997.xml"/><Relationship Id="rId579" Type="http://schemas.openxmlformats.org/officeDocument/2006/relationships/customXml" Target="../ink/ink2220.xml"/><Relationship Id="rId341" Type="http://schemas.openxmlformats.org/officeDocument/2006/relationships/image" Target="../media/image2028.png"/><Relationship Id="rId439" Type="http://schemas.openxmlformats.org/officeDocument/2006/relationships/customXml" Target="../ink/ink2150.xml"/><Relationship Id="rId646" Type="http://schemas.openxmlformats.org/officeDocument/2006/relationships/image" Target="../media/image2180.png"/><Relationship Id="rId201" Type="http://schemas.openxmlformats.org/officeDocument/2006/relationships/image" Target="../media/image1958.png"/><Relationship Id="rId285" Type="http://schemas.openxmlformats.org/officeDocument/2006/relationships/image" Target="../media/image2000.png"/><Relationship Id="rId506" Type="http://schemas.openxmlformats.org/officeDocument/2006/relationships/image" Target="../media/image2110.png"/><Relationship Id="rId492" Type="http://schemas.openxmlformats.org/officeDocument/2006/relationships/image" Target="../media/image2103.png"/><Relationship Id="rId145" Type="http://schemas.openxmlformats.org/officeDocument/2006/relationships/image" Target="../media/image1930.png"/><Relationship Id="rId352" Type="http://schemas.openxmlformats.org/officeDocument/2006/relationships/image" Target="../media/image2033.png"/><Relationship Id="rId212" Type="http://schemas.openxmlformats.org/officeDocument/2006/relationships/customXml" Target="../ink/ink2036.xml"/><Relationship Id="rId657" Type="http://schemas.openxmlformats.org/officeDocument/2006/relationships/customXml" Target="../ink/ink2259.xml"/><Relationship Id="rId296" Type="http://schemas.openxmlformats.org/officeDocument/2006/relationships/customXml" Target="../ink/ink2078.xml"/><Relationship Id="rId517" Type="http://schemas.openxmlformats.org/officeDocument/2006/relationships/customXml" Target="../ink/ink2189.xml"/><Relationship Id="rId60" Type="http://schemas.openxmlformats.org/officeDocument/2006/relationships/image" Target="../media/image1888.png"/><Relationship Id="rId156" Type="http://schemas.openxmlformats.org/officeDocument/2006/relationships/customXml" Target="../ink/ink2008.xml"/><Relationship Id="rId363" Type="http://schemas.openxmlformats.org/officeDocument/2006/relationships/customXml" Target="../ink/ink2112.xml"/><Relationship Id="rId570" Type="http://schemas.openxmlformats.org/officeDocument/2006/relationships/image" Target="../media/image2142.png"/><Relationship Id="rId223" Type="http://schemas.openxmlformats.org/officeDocument/2006/relationships/image" Target="../media/image1969.png"/><Relationship Id="rId430" Type="http://schemas.openxmlformats.org/officeDocument/2006/relationships/image" Target="../media/image2072.png"/><Relationship Id="rId668" Type="http://schemas.openxmlformats.org/officeDocument/2006/relationships/image" Target="../media/image2191.png"/><Relationship Id="rId18" Type="http://schemas.openxmlformats.org/officeDocument/2006/relationships/customXml" Target="../ink/ink1938.xml"/><Relationship Id="rId528" Type="http://schemas.openxmlformats.org/officeDocument/2006/relationships/image" Target="../media/image2121.png"/><Relationship Id="rId125" Type="http://schemas.openxmlformats.org/officeDocument/2006/relationships/image" Target="../media/image1920.png"/><Relationship Id="rId167" Type="http://schemas.openxmlformats.org/officeDocument/2006/relationships/image" Target="../media/image1941.png"/><Relationship Id="rId332" Type="http://schemas.openxmlformats.org/officeDocument/2006/relationships/customXml" Target="../ink/ink2096.xml"/><Relationship Id="rId374" Type="http://schemas.openxmlformats.org/officeDocument/2006/relationships/image" Target="../media/image2044.png"/><Relationship Id="rId581" Type="http://schemas.openxmlformats.org/officeDocument/2006/relationships/customXml" Target="../ink/ink2221.xml"/><Relationship Id="rId71" Type="http://schemas.openxmlformats.org/officeDocument/2006/relationships/customXml" Target="../ink/ink1965.xml"/><Relationship Id="rId234" Type="http://schemas.openxmlformats.org/officeDocument/2006/relationships/customXml" Target="../ink/ink2047.xml"/><Relationship Id="rId637" Type="http://schemas.openxmlformats.org/officeDocument/2006/relationships/customXml" Target="../ink/ink2249.xml"/><Relationship Id="rId679" Type="http://schemas.openxmlformats.org/officeDocument/2006/relationships/customXml" Target="../ink/ink2270.xml"/><Relationship Id="rId2" Type="http://schemas.openxmlformats.org/officeDocument/2006/relationships/image" Target="../media/image1859.png"/><Relationship Id="rId29" Type="http://schemas.openxmlformats.org/officeDocument/2006/relationships/image" Target="../media/image1873.png"/><Relationship Id="rId276" Type="http://schemas.openxmlformats.org/officeDocument/2006/relationships/customXml" Target="../ink/ink2068.xml"/><Relationship Id="rId441" Type="http://schemas.openxmlformats.org/officeDocument/2006/relationships/customXml" Target="../ink/ink2151.xml"/><Relationship Id="rId483" Type="http://schemas.openxmlformats.org/officeDocument/2006/relationships/customXml" Target="../ink/ink2172.xml"/><Relationship Id="rId539" Type="http://schemas.openxmlformats.org/officeDocument/2006/relationships/customXml" Target="../ink/ink2200.xml"/><Relationship Id="rId690" Type="http://schemas.openxmlformats.org/officeDocument/2006/relationships/image" Target="../media/image2202.png"/><Relationship Id="rId704" Type="http://schemas.openxmlformats.org/officeDocument/2006/relationships/image" Target="../media/image2209.png"/><Relationship Id="rId40" Type="http://schemas.openxmlformats.org/officeDocument/2006/relationships/customXml" Target="../ink/ink1949.xml"/><Relationship Id="rId136" Type="http://schemas.openxmlformats.org/officeDocument/2006/relationships/customXml" Target="../ink/ink1998.xml"/><Relationship Id="rId178" Type="http://schemas.openxmlformats.org/officeDocument/2006/relationships/customXml" Target="../ink/ink2019.xml"/><Relationship Id="rId301" Type="http://schemas.openxmlformats.org/officeDocument/2006/relationships/image" Target="../media/image2008.png"/><Relationship Id="rId343" Type="http://schemas.openxmlformats.org/officeDocument/2006/relationships/customXml" Target="../ink/ink2102.xml"/><Relationship Id="rId550" Type="http://schemas.openxmlformats.org/officeDocument/2006/relationships/image" Target="../media/image2132.png"/><Relationship Id="rId82" Type="http://schemas.openxmlformats.org/officeDocument/2006/relationships/image" Target="../media/image1899.png"/><Relationship Id="rId203" Type="http://schemas.openxmlformats.org/officeDocument/2006/relationships/image" Target="../media/image1959.png"/><Relationship Id="rId385" Type="http://schemas.openxmlformats.org/officeDocument/2006/relationships/customXml" Target="../ink/ink2123.xml"/><Relationship Id="rId592" Type="http://schemas.openxmlformats.org/officeDocument/2006/relationships/image" Target="../media/image2153.png"/><Relationship Id="rId606" Type="http://schemas.openxmlformats.org/officeDocument/2006/relationships/image" Target="../media/image2160.png"/><Relationship Id="rId648" Type="http://schemas.openxmlformats.org/officeDocument/2006/relationships/image" Target="../media/image2181.png"/><Relationship Id="rId245" Type="http://schemas.openxmlformats.org/officeDocument/2006/relationships/image" Target="../media/image1980.png"/><Relationship Id="rId287" Type="http://schemas.openxmlformats.org/officeDocument/2006/relationships/image" Target="../media/image2001.png"/><Relationship Id="rId410" Type="http://schemas.openxmlformats.org/officeDocument/2006/relationships/image" Target="../media/image2062.png"/><Relationship Id="rId452" Type="http://schemas.openxmlformats.org/officeDocument/2006/relationships/image" Target="../media/image2083.png"/><Relationship Id="rId494" Type="http://schemas.openxmlformats.org/officeDocument/2006/relationships/image" Target="../media/image2104.png"/><Relationship Id="rId508" Type="http://schemas.openxmlformats.org/officeDocument/2006/relationships/image" Target="../media/image2111.png"/><Relationship Id="rId105" Type="http://schemas.openxmlformats.org/officeDocument/2006/relationships/customXml" Target="../ink/ink1982.xml"/><Relationship Id="rId147" Type="http://schemas.openxmlformats.org/officeDocument/2006/relationships/image" Target="../media/image1931.png"/><Relationship Id="rId312" Type="http://schemas.openxmlformats.org/officeDocument/2006/relationships/customXml" Target="../ink/ink2086.xml"/><Relationship Id="rId354" Type="http://schemas.openxmlformats.org/officeDocument/2006/relationships/image" Target="../media/image2034.png"/><Relationship Id="rId51" Type="http://schemas.openxmlformats.org/officeDocument/2006/relationships/customXml" Target="../ink/ink1955.xml"/><Relationship Id="rId93" Type="http://schemas.openxmlformats.org/officeDocument/2006/relationships/customXml" Target="../ink/ink1976.xml"/><Relationship Id="rId189" Type="http://schemas.openxmlformats.org/officeDocument/2006/relationships/image" Target="../media/image1952.png"/><Relationship Id="rId396" Type="http://schemas.openxmlformats.org/officeDocument/2006/relationships/image" Target="../media/image2055.png"/><Relationship Id="rId561" Type="http://schemas.openxmlformats.org/officeDocument/2006/relationships/customXml" Target="../ink/ink2211.xml"/><Relationship Id="rId617" Type="http://schemas.openxmlformats.org/officeDocument/2006/relationships/customXml" Target="../ink/ink2239.xml"/><Relationship Id="rId659" Type="http://schemas.openxmlformats.org/officeDocument/2006/relationships/customXml" Target="../ink/ink2260.xml"/><Relationship Id="rId214" Type="http://schemas.openxmlformats.org/officeDocument/2006/relationships/customXml" Target="../ink/ink2037.xml"/><Relationship Id="rId256" Type="http://schemas.openxmlformats.org/officeDocument/2006/relationships/customXml" Target="../ink/ink2058.xml"/><Relationship Id="rId298" Type="http://schemas.openxmlformats.org/officeDocument/2006/relationships/customXml" Target="../ink/ink2079.xml"/><Relationship Id="rId421" Type="http://schemas.openxmlformats.org/officeDocument/2006/relationships/customXml" Target="../ink/ink2141.xml"/><Relationship Id="rId463" Type="http://schemas.openxmlformats.org/officeDocument/2006/relationships/customXml" Target="../ink/ink2162.xml"/><Relationship Id="rId519" Type="http://schemas.openxmlformats.org/officeDocument/2006/relationships/customXml" Target="../ink/ink2190.xml"/><Relationship Id="rId670" Type="http://schemas.openxmlformats.org/officeDocument/2006/relationships/image" Target="../media/image2192.png"/><Relationship Id="rId116" Type="http://schemas.openxmlformats.org/officeDocument/2006/relationships/customXml" Target="../ink/ink1988.xml"/><Relationship Id="rId158" Type="http://schemas.openxmlformats.org/officeDocument/2006/relationships/customXml" Target="../ink/ink2009.xml"/><Relationship Id="rId323" Type="http://schemas.openxmlformats.org/officeDocument/2006/relationships/image" Target="../media/image2019.png"/><Relationship Id="rId530" Type="http://schemas.openxmlformats.org/officeDocument/2006/relationships/image" Target="../media/image2122.png"/><Relationship Id="rId20" Type="http://schemas.openxmlformats.org/officeDocument/2006/relationships/customXml" Target="../ink/ink1939.xml"/><Relationship Id="rId62" Type="http://schemas.openxmlformats.org/officeDocument/2006/relationships/image" Target="../media/image1889.png"/><Relationship Id="rId365" Type="http://schemas.openxmlformats.org/officeDocument/2006/relationships/customXml" Target="../ink/ink2113.xml"/><Relationship Id="rId572" Type="http://schemas.openxmlformats.org/officeDocument/2006/relationships/image" Target="../media/image2143.png"/><Relationship Id="rId628" Type="http://schemas.openxmlformats.org/officeDocument/2006/relationships/image" Target="../media/image2171.png"/><Relationship Id="rId225" Type="http://schemas.openxmlformats.org/officeDocument/2006/relationships/image" Target="../media/image1970.png"/><Relationship Id="rId267" Type="http://schemas.openxmlformats.org/officeDocument/2006/relationships/image" Target="../media/image1991.png"/><Relationship Id="rId432" Type="http://schemas.openxmlformats.org/officeDocument/2006/relationships/image" Target="../media/image2073.png"/><Relationship Id="rId474" Type="http://schemas.openxmlformats.org/officeDocument/2006/relationships/image" Target="../media/image2094.png"/><Relationship Id="rId127" Type="http://schemas.openxmlformats.org/officeDocument/2006/relationships/image" Target="../media/image1921.png"/><Relationship Id="rId681" Type="http://schemas.openxmlformats.org/officeDocument/2006/relationships/customXml" Target="../ink/ink2271.xml"/><Relationship Id="rId31" Type="http://schemas.openxmlformats.org/officeDocument/2006/relationships/image" Target="../media/image1874.png"/><Relationship Id="rId73" Type="http://schemas.openxmlformats.org/officeDocument/2006/relationships/customXml" Target="../ink/ink1966.xml"/><Relationship Id="rId169" Type="http://schemas.openxmlformats.org/officeDocument/2006/relationships/image" Target="../media/image1942.png"/><Relationship Id="rId334" Type="http://schemas.openxmlformats.org/officeDocument/2006/relationships/customXml" Target="../ink/ink2097.xml"/><Relationship Id="rId376" Type="http://schemas.openxmlformats.org/officeDocument/2006/relationships/image" Target="../media/image2045.png"/><Relationship Id="rId541" Type="http://schemas.openxmlformats.org/officeDocument/2006/relationships/customXml" Target="../ink/ink2201.xml"/><Relationship Id="rId583" Type="http://schemas.openxmlformats.org/officeDocument/2006/relationships/customXml" Target="../ink/ink2222.xml"/><Relationship Id="rId639" Type="http://schemas.openxmlformats.org/officeDocument/2006/relationships/customXml" Target="../ink/ink2250.xml"/><Relationship Id="rId4" Type="http://schemas.openxmlformats.org/officeDocument/2006/relationships/customXml" Target="../ink/ink1931.xml"/><Relationship Id="rId180" Type="http://schemas.openxmlformats.org/officeDocument/2006/relationships/customXml" Target="../ink/ink2020.xml"/><Relationship Id="rId236" Type="http://schemas.openxmlformats.org/officeDocument/2006/relationships/customXml" Target="../ink/ink2048.xml"/><Relationship Id="rId278" Type="http://schemas.openxmlformats.org/officeDocument/2006/relationships/customXml" Target="../ink/ink2069.xml"/><Relationship Id="rId401" Type="http://schemas.openxmlformats.org/officeDocument/2006/relationships/customXml" Target="../ink/ink2131.xml"/><Relationship Id="rId443" Type="http://schemas.openxmlformats.org/officeDocument/2006/relationships/customXml" Target="../ink/ink2152.xml"/><Relationship Id="rId650" Type="http://schemas.openxmlformats.org/officeDocument/2006/relationships/image" Target="../media/image2182.png"/><Relationship Id="rId303" Type="http://schemas.openxmlformats.org/officeDocument/2006/relationships/image" Target="../media/image2009.png"/><Relationship Id="rId485" Type="http://schemas.openxmlformats.org/officeDocument/2006/relationships/customXml" Target="../ink/ink2173.xml"/><Relationship Id="rId692" Type="http://schemas.openxmlformats.org/officeDocument/2006/relationships/image" Target="../media/image2203.png"/><Relationship Id="rId706" Type="http://schemas.openxmlformats.org/officeDocument/2006/relationships/image" Target="../media/image2210.png"/><Relationship Id="rId42" Type="http://schemas.openxmlformats.org/officeDocument/2006/relationships/customXml" Target="../ink/ink1950.xml"/><Relationship Id="rId84" Type="http://schemas.openxmlformats.org/officeDocument/2006/relationships/image" Target="../media/image1900.png"/><Relationship Id="rId138" Type="http://schemas.openxmlformats.org/officeDocument/2006/relationships/customXml" Target="../ink/ink1999.xml"/><Relationship Id="rId345" Type="http://schemas.openxmlformats.org/officeDocument/2006/relationships/customXml" Target="../ink/ink2103.xml"/><Relationship Id="rId387" Type="http://schemas.openxmlformats.org/officeDocument/2006/relationships/customXml" Target="../ink/ink2124.xml"/><Relationship Id="rId510" Type="http://schemas.openxmlformats.org/officeDocument/2006/relationships/image" Target="../media/image2112.png"/><Relationship Id="rId552" Type="http://schemas.openxmlformats.org/officeDocument/2006/relationships/image" Target="../media/image2133.png"/><Relationship Id="rId594" Type="http://schemas.openxmlformats.org/officeDocument/2006/relationships/image" Target="../media/image2154.png"/><Relationship Id="rId608" Type="http://schemas.openxmlformats.org/officeDocument/2006/relationships/image" Target="../media/image2161.png"/><Relationship Id="rId191" Type="http://schemas.openxmlformats.org/officeDocument/2006/relationships/image" Target="../media/image1953.png"/><Relationship Id="rId205" Type="http://schemas.openxmlformats.org/officeDocument/2006/relationships/image" Target="../media/image1960.png"/><Relationship Id="rId247" Type="http://schemas.openxmlformats.org/officeDocument/2006/relationships/image" Target="../media/image1981.png"/><Relationship Id="rId412" Type="http://schemas.openxmlformats.org/officeDocument/2006/relationships/image" Target="../media/image2063.png"/><Relationship Id="rId107" Type="http://schemas.openxmlformats.org/officeDocument/2006/relationships/customXml" Target="../ink/ink1983.xml"/><Relationship Id="rId289" Type="http://schemas.openxmlformats.org/officeDocument/2006/relationships/image" Target="../media/image2002.png"/><Relationship Id="rId454" Type="http://schemas.openxmlformats.org/officeDocument/2006/relationships/image" Target="../media/image2084.png"/><Relationship Id="rId496" Type="http://schemas.openxmlformats.org/officeDocument/2006/relationships/image" Target="../media/image2105.png"/><Relationship Id="rId661" Type="http://schemas.openxmlformats.org/officeDocument/2006/relationships/customXml" Target="../ink/ink2261.xml"/><Relationship Id="rId11" Type="http://schemas.openxmlformats.org/officeDocument/2006/relationships/image" Target="../media/image1864.png"/><Relationship Id="rId53" Type="http://schemas.openxmlformats.org/officeDocument/2006/relationships/customXml" Target="../ink/ink1956.xml"/><Relationship Id="rId149" Type="http://schemas.openxmlformats.org/officeDocument/2006/relationships/image" Target="../media/image1932.png"/><Relationship Id="rId314" Type="http://schemas.openxmlformats.org/officeDocument/2006/relationships/customXml" Target="../ink/ink2087.xml"/><Relationship Id="rId356" Type="http://schemas.openxmlformats.org/officeDocument/2006/relationships/image" Target="../media/image2035.png"/><Relationship Id="rId398" Type="http://schemas.openxmlformats.org/officeDocument/2006/relationships/image" Target="../media/image2056.png"/><Relationship Id="rId521" Type="http://schemas.openxmlformats.org/officeDocument/2006/relationships/customXml" Target="../ink/ink2191.xml"/><Relationship Id="rId563" Type="http://schemas.openxmlformats.org/officeDocument/2006/relationships/customXml" Target="../ink/ink2212.xml"/><Relationship Id="rId619" Type="http://schemas.openxmlformats.org/officeDocument/2006/relationships/customXml" Target="../ink/ink2240.xml"/><Relationship Id="rId95" Type="http://schemas.openxmlformats.org/officeDocument/2006/relationships/customXml" Target="../ink/ink1977.xml"/><Relationship Id="rId160" Type="http://schemas.openxmlformats.org/officeDocument/2006/relationships/customXml" Target="../ink/ink2010.xml"/><Relationship Id="rId216" Type="http://schemas.openxmlformats.org/officeDocument/2006/relationships/customXml" Target="../ink/ink2038.xml"/><Relationship Id="rId423" Type="http://schemas.openxmlformats.org/officeDocument/2006/relationships/customXml" Target="../ink/ink2142.xml"/><Relationship Id="rId258" Type="http://schemas.openxmlformats.org/officeDocument/2006/relationships/customXml" Target="../ink/ink2059.xml"/><Relationship Id="rId465" Type="http://schemas.openxmlformats.org/officeDocument/2006/relationships/customXml" Target="../ink/ink2163.xml"/><Relationship Id="rId630" Type="http://schemas.openxmlformats.org/officeDocument/2006/relationships/image" Target="../media/image2172.png"/><Relationship Id="rId672" Type="http://schemas.openxmlformats.org/officeDocument/2006/relationships/image" Target="../media/image2193.png"/><Relationship Id="rId22" Type="http://schemas.openxmlformats.org/officeDocument/2006/relationships/customXml" Target="../ink/ink1940.xml"/><Relationship Id="rId64" Type="http://schemas.openxmlformats.org/officeDocument/2006/relationships/image" Target="../media/image1890.png"/><Relationship Id="rId118" Type="http://schemas.openxmlformats.org/officeDocument/2006/relationships/customXml" Target="../ink/ink1989.xml"/><Relationship Id="rId325" Type="http://schemas.openxmlformats.org/officeDocument/2006/relationships/image" Target="../media/image2020.png"/><Relationship Id="rId367" Type="http://schemas.openxmlformats.org/officeDocument/2006/relationships/customXml" Target="../ink/ink2114.xml"/><Relationship Id="rId532" Type="http://schemas.openxmlformats.org/officeDocument/2006/relationships/image" Target="../media/image2123.png"/><Relationship Id="rId574" Type="http://schemas.openxmlformats.org/officeDocument/2006/relationships/image" Target="../media/image2144.png"/><Relationship Id="rId171" Type="http://schemas.openxmlformats.org/officeDocument/2006/relationships/image" Target="../media/image1943.png"/><Relationship Id="rId227" Type="http://schemas.openxmlformats.org/officeDocument/2006/relationships/image" Target="../media/image1971.png"/><Relationship Id="rId269" Type="http://schemas.openxmlformats.org/officeDocument/2006/relationships/image" Target="../media/image1992.png"/><Relationship Id="rId434" Type="http://schemas.openxmlformats.org/officeDocument/2006/relationships/image" Target="../media/image2074.png"/><Relationship Id="rId476" Type="http://schemas.openxmlformats.org/officeDocument/2006/relationships/image" Target="../media/image2095.png"/><Relationship Id="rId641" Type="http://schemas.openxmlformats.org/officeDocument/2006/relationships/customXml" Target="../ink/ink2251.xml"/><Relationship Id="rId683" Type="http://schemas.openxmlformats.org/officeDocument/2006/relationships/customXml" Target="../ink/ink2272.xml"/><Relationship Id="rId33" Type="http://schemas.openxmlformats.org/officeDocument/2006/relationships/image" Target="../media/image1875.png"/><Relationship Id="rId129" Type="http://schemas.openxmlformats.org/officeDocument/2006/relationships/image" Target="../media/image1922.png"/><Relationship Id="rId280" Type="http://schemas.openxmlformats.org/officeDocument/2006/relationships/customXml" Target="../ink/ink2070.xml"/><Relationship Id="rId336" Type="http://schemas.openxmlformats.org/officeDocument/2006/relationships/customXml" Target="../ink/ink2098.xml"/><Relationship Id="rId501" Type="http://schemas.openxmlformats.org/officeDocument/2006/relationships/customXml" Target="../ink/ink2181.xml"/><Relationship Id="rId543" Type="http://schemas.openxmlformats.org/officeDocument/2006/relationships/customXml" Target="../ink/ink2202.xml"/><Relationship Id="rId75" Type="http://schemas.openxmlformats.org/officeDocument/2006/relationships/customXml" Target="../ink/ink1967.xml"/><Relationship Id="rId140" Type="http://schemas.openxmlformats.org/officeDocument/2006/relationships/customXml" Target="../ink/ink2000.xml"/><Relationship Id="rId182" Type="http://schemas.openxmlformats.org/officeDocument/2006/relationships/customXml" Target="../ink/ink2021.xml"/><Relationship Id="rId378" Type="http://schemas.openxmlformats.org/officeDocument/2006/relationships/image" Target="../media/image2046.png"/><Relationship Id="rId403" Type="http://schemas.openxmlformats.org/officeDocument/2006/relationships/customXml" Target="../ink/ink2132.xml"/><Relationship Id="rId585" Type="http://schemas.openxmlformats.org/officeDocument/2006/relationships/customXml" Target="../ink/ink2223.xml"/><Relationship Id="rId6" Type="http://schemas.openxmlformats.org/officeDocument/2006/relationships/customXml" Target="../ink/ink1932.xml"/><Relationship Id="rId238" Type="http://schemas.openxmlformats.org/officeDocument/2006/relationships/customXml" Target="../ink/ink2049.xml"/><Relationship Id="rId445" Type="http://schemas.openxmlformats.org/officeDocument/2006/relationships/customXml" Target="../ink/ink2153.xml"/><Relationship Id="rId487" Type="http://schemas.openxmlformats.org/officeDocument/2006/relationships/customXml" Target="../ink/ink2174.xml"/><Relationship Id="rId610" Type="http://schemas.openxmlformats.org/officeDocument/2006/relationships/image" Target="../media/image2162.png"/><Relationship Id="rId652" Type="http://schemas.openxmlformats.org/officeDocument/2006/relationships/image" Target="../media/image2183.png"/><Relationship Id="rId694" Type="http://schemas.openxmlformats.org/officeDocument/2006/relationships/image" Target="../media/image2204.png"/><Relationship Id="rId708" Type="http://schemas.openxmlformats.org/officeDocument/2006/relationships/image" Target="../media/image2211.png"/><Relationship Id="rId291" Type="http://schemas.openxmlformats.org/officeDocument/2006/relationships/image" Target="../media/image2003.png"/><Relationship Id="rId305" Type="http://schemas.openxmlformats.org/officeDocument/2006/relationships/image" Target="../media/image2010.png"/><Relationship Id="rId347" Type="http://schemas.openxmlformats.org/officeDocument/2006/relationships/customXml" Target="../ink/ink2104.xml"/><Relationship Id="rId512" Type="http://schemas.openxmlformats.org/officeDocument/2006/relationships/image" Target="../media/image2113.png"/><Relationship Id="rId44" Type="http://schemas.openxmlformats.org/officeDocument/2006/relationships/customXml" Target="../ink/ink1951.xml"/><Relationship Id="rId86" Type="http://schemas.openxmlformats.org/officeDocument/2006/relationships/image" Target="../media/image1901.png"/><Relationship Id="rId151" Type="http://schemas.openxmlformats.org/officeDocument/2006/relationships/image" Target="../media/image1933.png"/><Relationship Id="rId389" Type="http://schemas.openxmlformats.org/officeDocument/2006/relationships/customXml" Target="../ink/ink2125.xml"/><Relationship Id="rId554" Type="http://schemas.openxmlformats.org/officeDocument/2006/relationships/image" Target="../media/image2134.png"/><Relationship Id="rId596" Type="http://schemas.openxmlformats.org/officeDocument/2006/relationships/image" Target="../media/image2155.png"/><Relationship Id="rId193" Type="http://schemas.openxmlformats.org/officeDocument/2006/relationships/image" Target="../media/image1954.png"/><Relationship Id="rId207" Type="http://schemas.openxmlformats.org/officeDocument/2006/relationships/image" Target="../media/image1961.png"/><Relationship Id="rId249" Type="http://schemas.openxmlformats.org/officeDocument/2006/relationships/image" Target="../media/image1982.png"/><Relationship Id="rId414" Type="http://schemas.openxmlformats.org/officeDocument/2006/relationships/image" Target="../media/image2064.png"/><Relationship Id="rId456" Type="http://schemas.openxmlformats.org/officeDocument/2006/relationships/image" Target="../media/image2085.png"/><Relationship Id="rId498" Type="http://schemas.openxmlformats.org/officeDocument/2006/relationships/image" Target="../media/image2106.png"/><Relationship Id="rId621" Type="http://schemas.openxmlformats.org/officeDocument/2006/relationships/customXml" Target="../ink/ink2241.xml"/><Relationship Id="rId663" Type="http://schemas.openxmlformats.org/officeDocument/2006/relationships/customXml" Target="../ink/ink2262.xml"/><Relationship Id="rId13" Type="http://schemas.openxmlformats.org/officeDocument/2006/relationships/image" Target="../media/image1865.png"/><Relationship Id="rId109" Type="http://schemas.openxmlformats.org/officeDocument/2006/relationships/customXml" Target="../ink/ink1984.xml"/><Relationship Id="rId260" Type="http://schemas.openxmlformats.org/officeDocument/2006/relationships/customXml" Target="../ink/ink2060.xml"/><Relationship Id="rId316" Type="http://schemas.openxmlformats.org/officeDocument/2006/relationships/customXml" Target="../ink/ink2088.xml"/><Relationship Id="rId523" Type="http://schemas.openxmlformats.org/officeDocument/2006/relationships/customXml" Target="../ink/ink2192.xml"/><Relationship Id="rId55" Type="http://schemas.openxmlformats.org/officeDocument/2006/relationships/customXml" Target="../ink/ink1957.xml"/><Relationship Id="rId97" Type="http://schemas.openxmlformats.org/officeDocument/2006/relationships/customXml" Target="../ink/ink1978.xml"/><Relationship Id="rId120" Type="http://schemas.openxmlformats.org/officeDocument/2006/relationships/customXml" Target="../ink/ink1990.xml"/><Relationship Id="rId358" Type="http://schemas.openxmlformats.org/officeDocument/2006/relationships/image" Target="../media/image2036.png"/><Relationship Id="rId565" Type="http://schemas.openxmlformats.org/officeDocument/2006/relationships/customXml" Target="../ink/ink2213.xml"/><Relationship Id="rId162" Type="http://schemas.openxmlformats.org/officeDocument/2006/relationships/customXml" Target="../ink/ink2011.xml"/><Relationship Id="rId218" Type="http://schemas.openxmlformats.org/officeDocument/2006/relationships/customXml" Target="../ink/ink2039.xml"/><Relationship Id="rId425" Type="http://schemas.openxmlformats.org/officeDocument/2006/relationships/customXml" Target="../ink/ink2143.xml"/><Relationship Id="rId467" Type="http://schemas.openxmlformats.org/officeDocument/2006/relationships/customXml" Target="../ink/ink2164.xml"/><Relationship Id="rId632" Type="http://schemas.openxmlformats.org/officeDocument/2006/relationships/image" Target="../media/image2173.png"/><Relationship Id="rId271" Type="http://schemas.openxmlformats.org/officeDocument/2006/relationships/image" Target="../media/image1993.png"/><Relationship Id="rId674" Type="http://schemas.openxmlformats.org/officeDocument/2006/relationships/image" Target="../media/image2194.png"/><Relationship Id="rId24" Type="http://schemas.openxmlformats.org/officeDocument/2006/relationships/customXml" Target="../ink/ink1941.xml"/><Relationship Id="rId66" Type="http://schemas.openxmlformats.org/officeDocument/2006/relationships/image" Target="../media/image1891.png"/><Relationship Id="rId131" Type="http://schemas.openxmlformats.org/officeDocument/2006/relationships/image" Target="../media/image1923.png"/><Relationship Id="rId327" Type="http://schemas.openxmlformats.org/officeDocument/2006/relationships/image" Target="../media/image2021.png"/><Relationship Id="rId369" Type="http://schemas.openxmlformats.org/officeDocument/2006/relationships/customXml" Target="../ink/ink2115.xml"/><Relationship Id="rId534" Type="http://schemas.openxmlformats.org/officeDocument/2006/relationships/image" Target="../media/image2124.png"/><Relationship Id="rId576" Type="http://schemas.openxmlformats.org/officeDocument/2006/relationships/image" Target="../media/image2145.png"/><Relationship Id="rId173" Type="http://schemas.openxmlformats.org/officeDocument/2006/relationships/image" Target="../media/image1944.png"/><Relationship Id="rId229" Type="http://schemas.openxmlformats.org/officeDocument/2006/relationships/image" Target="../media/image1972.png"/><Relationship Id="rId380" Type="http://schemas.openxmlformats.org/officeDocument/2006/relationships/image" Target="../media/image2047.png"/><Relationship Id="rId436" Type="http://schemas.openxmlformats.org/officeDocument/2006/relationships/image" Target="../media/image2075.png"/><Relationship Id="rId601" Type="http://schemas.openxmlformats.org/officeDocument/2006/relationships/customXml" Target="../ink/ink2231.xml"/><Relationship Id="rId643" Type="http://schemas.openxmlformats.org/officeDocument/2006/relationships/customXml" Target="../ink/ink2252.xml"/><Relationship Id="rId240" Type="http://schemas.openxmlformats.org/officeDocument/2006/relationships/customXml" Target="../ink/ink2050.xml"/><Relationship Id="rId478" Type="http://schemas.openxmlformats.org/officeDocument/2006/relationships/image" Target="../media/image2096.png"/><Relationship Id="rId685" Type="http://schemas.openxmlformats.org/officeDocument/2006/relationships/customXml" Target="../ink/ink2273.xml"/><Relationship Id="rId35" Type="http://schemas.openxmlformats.org/officeDocument/2006/relationships/image" Target="../media/image1876.png"/><Relationship Id="rId77" Type="http://schemas.openxmlformats.org/officeDocument/2006/relationships/customXml" Target="../ink/ink1968.xml"/><Relationship Id="rId100" Type="http://schemas.openxmlformats.org/officeDocument/2006/relationships/image" Target="../media/image1908.png"/><Relationship Id="rId282" Type="http://schemas.openxmlformats.org/officeDocument/2006/relationships/customXml" Target="../ink/ink2071.xml"/><Relationship Id="rId338" Type="http://schemas.openxmlformats.org/officeDocument/2006/relationships/customXml" Target="../ink/ink2099.xml"/><Relationship Id="rId503" Type="http://schemas.openxmlformats.org/officeDocument/2006/relationships/customXml" Target="../ink/ink2182.xml"/><Relationship Id="rId545" Type="http://schemas.openxmlformats.org/officeDocument/2006/relationships/customXml" Target="../ink/ink2203.xml"/><Relationship Id="rId587" Type="http://schemas.openxmlformats.org/officeDocument/2006/relationships/customXml" Target="../ink/ink2224.xml"/><Relationship Id="rId8" Type="http://schemas.openxmlformats.org/officeDocument/2006/relationships/customXml" Target="../ink/ink1933.xml"/><Relationship Id="rId142" Type="http://schemas.openxmlformats.org/officeDocument/2006/relationships/customXml" Target="../ink/ink2001.xml"/><Relationship Id="rId184" Type="http://schemas.openxmlformats.org/officeDocument/2006/relationships/customXml" Target="../ink/ink2022.xml"/><Relationship Id="rId391" Type="http://schemas.openxmlformats.org/officeDocument/2006/relationships/customXml" Target="../ink/ink2126.xml"/><Relationship Id="rId405" Type="http://schemas.openxmlformats.org/officeDocument/2006/relationships/customXml" Target="../ink/ink2133.xml"/><Relationship Id="rId447" Type="http://schemas.openxmlformats.org/officeDocument/2006/relationships/customXml" Target="../ink/ink2154.xml"/><Relationship Id="rId612" Type="http://schemas.openxmlformats.org/officeDocument/2006/relationships/image" Target="../media/image2163.png"/><Relationship Id="rId251" Type="http://schemas.openxmlformats.org/officeDocument/2006/relationships/image" Target="../media/image1983.png"/><Relationship Id="rId489" Type="http://schemas.openxmlformats.org/officeDocument/2006/relationships/customXml" Target="../ink/ink2175.xml"/><Relationship Id="rId654" Type="http://schemas.openxmlformats.org/officeDocument/2006/relationships/image" Target="../media/image2184.png"/><Relationship Id="rId696" Type="http://schemas.openxmlformats.org/officeDocument/2006/relationships/image" Target="../media/image2205.png"/><Relationship Id="rId46" Type="http://schemas.openxmlformats.org/officeDocument/2006/relationships/customXml" Target="../ink/ink1952.xml"/><Relationship Id="rId293" Type="http://schemas.openxmlformats.org/officeDocument/2006/relationships/image" Target="../media/image2004.png"/><Relationship Id="rId307" Type="http://schemas.openxmlformats.org/officeDocument/2006/relationships/image" Target="../media/image2011.png"/><Relationship Id="rId349" Type="http://schemas.openxmlformats.org/officeDocument/2006/relationships/customXml" Target="../ink/ink2105.xml"/><Relationship Id="rId514" Type="http://schemas.openxmlformats.org/officeDocument/2006/relationships/image" Target="../media/image2114.png"/><Relationship Id="rId556" Type="http://schemas.openxmlformats.org/officeDocument/2006/relationships/image" Target="../media/image2135.png"/><Relationship Id="rId88" Type="http://schemas.openxmlformats.org/officeDocument/2006/relationships/image" Target="../media/image1902.png"/><Relationship Id="rId111" Type="http://schemas.openxmlformats.org/officeDocument/2006/relationships/image" Target="../media/image1913.png"/><Relationship Id="rId153" Type="http://schemas.openxmlformats.org/officeDocument/2006/relationships/image" Target="../media/image1934.png"/><Relationship Id="rId195" Type="http://schemas.openxmlformats.org/officeDocument/2006/relationships/image" Target="../media/image1955.png"/><Relationship Id="rId209" Type="http://schemas.openxmlformats.org/officeDocument/2006/relationships/image" Target="../media/image1962.png"/><Relationship Id="rId360" Type="http://schemas.openxmlformats.org/officeDocument/2006/relationships/image" Target="../media/image2037.png"/><Relationship Id="rId416" Type="http://schemas.openxmlformats.org/officeDocument/2006/relationships/image" Target="../media/image2065.png"/><Relationship Id="rId598" Type="http://schemas.openxmlformats.org/officeDocument/2006/relationships/image" Target="../media/image2156.png"/><Relationship Id="rId220" Type="http://schemas.openxmlformats.org/officeDocument/2006/relationships/customXml" Target="../ink/ink2040.xml"/><Relationship Id="rId458" Type="http://schemas.openxmlformats.org/officeDocument/2006/relationships/image" Target="../media/image2086.png"/><Relationship Id="rId623" Type="http://schemas.openxmlformats.org/officeDocument/2006/relationships/customXml" Target="../ink/ink2242.xml"/><Relationship Id="rId665" Type="http://schemas.openxmlformats.org/officeDocument/2006/relationships/customXml" Target="../ink/ink2263.xml"/><Relationship Id="rId15" Type="http://schemas.openxmlformats.org/officeDocument/2006/relationships/image" Target="../media/image1866.png"/><Relationship Id="rId57" Type="http://schemas.openxmlformats.org/officeDocument/2006/relationships/customXml" Target="../ink/ink1958.xml"/><Relationship Id="rId262" Type="http://schemas.openxmlformats.org/officeDocument/2006/relationships/customXml" Target="../ink/ink2061.xml"/><Relationship Id="rId318" Type="http://schemas.openxmlformats.org/officeDocument/2006/relationships/customXml" Target="../ink/ink2089.xml"/><Relationship Id="rId525" Type="http://schemas.openxmlformats.org/officeDocument/2006/relationships/customXml" Target="../ink/ink2193.xml"/><Relationship Id="rId567" Type="http://schemas.openxmlformats.org/officeDocument/2006/relationships/customXml" Target="../ink/ink2214.xml"/><Relationship Id="rId99" Type="http://schemas.openxmlformats.org/officeDocument/2006/relationships/customXml" Target="../ink/ink1979.xml"/><Relationship Id="rId122" Type="http://schemas.openxmlformats.org/officeDocument/2006/relationships/customXml" Target="../ink/ink1991.xml"/><Relationship Id="rId164" Type="http://schemas.openxmlformats.org/officeDocument/2006/relationships/customXml" Target="../ink/ink2012.xml"/><Relationship Id="rId371" Type="http://schemas.openxmlformats.org/officeDocument/2006/relationships/customXml" Target="../ink/ink2116.xml"/><Relationship Id="rId427" Type="http://schemas.openxmlformats.org/officeDocument/2006/relationships/customXml" Target="../ink/ink2144.xml"/><Relationship Id="rId469" Type="http://schemas.openxmlformats.org/officeDocument/2006/relationships/customXml" Target="../ink/ink2165.xml"/><Relationship Id="rId634" Type="http://schemas.openxmlformats.org/officeDocument/2006/relationships/image" Target="../media/image2174.png"/><Relationship Id="rId676" Type="http://schemas.openxmlformats.org/officeDocument/2006/relationships/image" Target="../media/image2195.png"/><Relationship Id="rId26" Type="http://schemas.openxmlformats.org/officeDocument/2006/relationships/customXml" Target="../ink/ink1942.xml"/><Relationship Id="rId231" Type="http://schemas.openxmlformats.org/officeDocument/2006/relationships/image" Target="../media/image1973.png"/><Relationship Id="rId273" Type="http://schemas.openxmlformats.org/officeDocument/2006/relationships/image" Target="../media/image1994.png"/><Relationship Id="rId329" Type="http://schemas.openxmlformats.org/officeDocument/2006/relationships/image" Target="../media/image2022.png"/><Relationship Id="rId480" Type="http://schemas.openxmlformats.org/officeDocument/2006/relationships/image" Target="../media/image2097.png"/><Relationship Id="rId536" Type="http://schemas.openxmlformats.org/officeDocument/2006/relationships/image" Target="../media/image2125.png"/><Relationship Id="rId701" Type="http://schemas.openxmlformats.org/officeDocument/2006/relationships/customXml" Target="../ink/ink2281.xml"/><Relationship Id="rId68" Type="http://schemas.openxmlformats.org/officeDocument/2006/relationships/image" Target="../media/image1892.png"/><Relationship Id="rId133" Type="http://schemas.openxmlformats.org/officeDocument/2006/relationships/image" Target="../media/image1924.png"/><Relationship Id="rId175" Type="http://schemas.openxmlformats.org/officeDocument/2006/relationships/image" Target="../media/image1945.png"/><Relationship Id="rId340" Type="http://schemas.openxmlformats.org/officeDocument/2006/relationships/customXml" Target="../ink/ink2100.xml"/><Relationship Id="rId578" Type="http://schemas.openxmlformats.org/officeDocument/2006/relationships/image" Target="../media/image2146.png"/><Relationship Id="rId200" Type="http://schemas.openxmlformats.org/officeDocument/2006/relationships/customXml" Target="../ink/ink2030.xml"/><Relationship Id="rId382" Type="http://schemas.openxmlformats.org/officeDocument/2006/relationships/image" Target="../media/image2048.png"/><Relationship Id="rId438" Type="http://schemas.openxmlformats.org/officeDocument/2006/relationships/image" Target="../media/image2076.png"/><Relationship Id="rId603" Type="http://schemas.openxmlformats.org/officeDocument/2006/relationships/customXml" Target="../ink/ink2232.xml"/><Relationship Id="rId645" Type="http://schemas.openxmlformats.org/officeDocument/2006/relationships/customXml" Target="../ink/ink2253.xml"/><Relationship Id="rId687" Type="http://schemas.openxmlformats.org/officeDocument/2006/relationships/customXml" Target="../ink/ink2274.xml"/><Relationship Id="rId242" Type="http://schemas.openxmlformats.org/officeDocument/2006/relationships/customXml" Target="../ink/ink2051.xml"/><Relationship Id="rId284" Type="http://schemas.openxmlformats.org/officeDocument/2006/relationships/customXml" Target="../ink/ink2072.xml"/><Relationship Id="rId491" Type="http://schemas.openxmlformats.org/officeDocument/2006/relationships/customXml" Target="../ink/ink2176.xml"/><Relationship Id="rId505" Type="http://schemas.openxmlformats.org/officeDocument/2006/relationships/customXml" Target="../ink/ink2183.xml"/><Relationship Id="rId37" Type="http://schemas.openxmlformats.org/officeDocument/2006/relationships/image" Target="../media/image1877.png"/><Relationship Id="rId79" Type="http://schemas.openxmlformats.org/officeDocument/2006/relationships/customXml" Target="../ink/ink1969.xml"/><Relationship Id="rId102" Type="http://schemas.openxmlformats.org/officeDocument/2006/relationships/image" Target="../media/image1909.png"/><Relationship Id="rId144" Type="http://schemas.openxmlformats.org/officeDocument/2006/relationships/customXml" Target="../ink/ink2002.xml"/><Relationship Id="rId547" Type="http://schemas.openxmlformats.org/officeDocument/2006/relationships/customXml" Target="../ink/ink2204.xml"/><Relationship Id="rId589" Type="http://schemas.openxmlformats.org/officeDocument/2006/relationships/customXml" Target="../ink/ink2225.xml"/><Relationship Id="rId90" Type="http://schemas.openxmlformats.org/officeDocument/2006/relationships/image" Target="../media/image1903.png"/><Relationship Id="rId186" Type="http://schemas.openxmlformats.org/officeDocument/2006/relationships/customXml" Target="../ink/ink2023.xml"/><Relationship Id="rId351" Type="http://schemas.openxmlformats.org/officeDocument/2006/relationships/customXml" Target="../ink/ink2106.xml"/><Relationship Id="rId393" Type="http://schemas.openxmlformats.org/officeDocument/2006/relationships/customXml" Target="../ink/ink2127.xml"/><Relationship Id="rId407" Type="http://schemas.openxmlformats.org/officeDocument/2006/relationships/customXml" Target="../ink/ink2134.xml"/><Relationship Id="rId449" Type="http://schemas.openxmlformats.org/officeDocument/2006/relationships/customXml" Target="../ink/ink2155.xml"/><Relationship Id="rId614" Type="http://schemas.openxmlformats.org/officeDocument/2006/relationships/image" Target="../media/image2164.png"/><Relationship Id="rId656" Type="http://schemas.openxmlformats.org/officeDocument/2006/relationships/image" Target="../media/image2185.png"/><Relationship Id="rId211" Type="http://schemas.openxmlformats.org/officeDocument/2006/relationships/image" Target="../media/image1963.png"/><Relationship Id="rId253" Type="http://schemas.openxmlformats.org/officeDocument/2006/relationships/image" Target="../media/image1984.png"/><Relationship Id="rId295" Type="http://schemas.openxmlformats.org/officeDocument/2006/relationships/image" Target="../media/image2005.png"/><Relationship Id="rId309" Type="http://schemas.openxmlformats.org/officeDocument/2006/relationships/image" Target="../media/image2012.png"/><Relationship Id="rId460" Type="http://schemas.openxmlformats.org/officeDocument/2006/relationships/image" Target="../media/image2087.png"/><Relationship Id="rId516" Type="http://schemas.openxmlformats.org/officeDocument/2006/relationships/image" Target="../media/image2115.png"/><Relationship Id="rId698" Type="http://schemas.openxmlformats.org/officeDocument/2006/relationships/image" Target="../media/image2206.png"/><Relationship Id="rId48" Type="http://schemas.openxmlformats.org/officeDocument/2006/relationships/image" Target="../media/image1882.png"/><Relationship Id="rId113" Type="http://schemas.openxmlformats.org/officeDocument/2006/relationships/image" Target="../media/image1914.png"/><Relationship Id="rId320" Type="http://schemas.openxmlformats.org/officeDocument/2006/relationships/customXml" Target="../ink/ink2090.xml"/><Relationship Id="rId558" Type="http://schemas.openxmlformats.org/officeDocument/2006/relationships/image" Target="../media/image2136.png"/><Relationship Id="rId155" Type="http://schemas.openxmlformats.org/officeDocument/2006/relationships/image" Target="../media/image1935.png"/><Relationship Id="rId197" Type="http://schemas.openxmlformats.org/officeDocument/2006/relationships/image" Target="../media/image1956.png"/><Relationship Id="rId362" Type="http://schemas.openxmlformats.org/officeDocument/2006/relationships/image" Target="../media/image2038.png"/><Relationship Id="rId418" Type="http://schemas.openxmlformats.org/officeDocument/2006/relationships/image" Target="../media/image2066.png"/><Relationship Id="rId625" Type="http://schemas.openxmlformats.org/officeDocument/2006/relationships/customXml" Target="../ink/ink2243.xml"/><Relationship Id="rId222" Type="http://schemas.openxmlformats.org/officeDocument/2006/relationships/customXml" Target="../ink/ink2041.xml"/><Relationship Id="rId264" Type="http://schemas.openxmlformats.org/officeDocument/2006/relationships/customXml" Target="../ink/ink2062.xml"/><Relationship Id="rId471" Type="http://schemas.openxmlformats.org/officeDocument/2006/relationships/customXml" Target="../ink/ink2166.xml"/><Relationship Id="rId667" Type="http://schemas.openxmlformats.org/officeDocument/2006/relationships/customXml" Target="../ink/ink2264.xml"/><Relationship Id="rId17" Type="http://schemas.openxmlformats.org/officeDocument/2006/relationships/image" Target="../media/image1867.png"/><Relationship Id="rId59" Type="http://schemas.openxmlformats.org/officeDocument/2006/relationships/customXml" Target="../ink/ink1959.xml"/><Relationship Id="rId124" Type="http://schemas.openxmlformats.org/officeDocument/2006/relationships/customXml" Target="../ink/ink1992.xml"/><Relationship Id="rId527" Type="http://schemas.openxmlformats.org/officeDocument/2006/relationships/customXml" Target="../ink/ink2194.xml"/><Relationship Id="rId569" Type="http://schemas.openxmlformats.org/officeDocument/2006/relationships/customXml" Target="../ink/ink2215.xml"/><Relationship Id="rId70" Type="http://schemas.openxmlformats.org/officeDocument/2006/relationships/image" Target="../media/image1893.png"/><Relationship Id="rId166" Type="http://schemas.openxmlformats.org/officeDocument/2006/relationships/customXml" Target="../ink/ink2013.xml"/><Relationship Id="rId331" Type="http://schemas.openxmlformats.org/officeDocument/2006/relationships/image" Target="../media/image2023.png"/><Relationship Id="rId373" Type="http://schemas.openxmlformats.org/officeDocument/2006/relationships/customXml" Target="../ink/ink2117.xml"/><Relationship Id="rId429" Type="http://schemas.openxmlformats.org/officeDocument/2006/relationships/customXml" Target="../ink/ink2145.xml"/><Relationship Id="rId580" Type="http://schemas.openxmlformats.org/officeDocument/2006/relationships/image" Target="../media/image2147.png"/><Relationship Id="rId636" Type="http://schemas.openxmlformats.org/officeDocument/2006/relationships/image" Target="../media/image2175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974.png"/><Relationship Id="rId440" Type="http://schemas.openxmlformats.org/officeDocument/2006/relationships/image" Target="../media/image2077.png"/><Relationship Id="rId678" Type="http://schemas.openxmlformats.org/officeDocument/2006/relationships/image" Target="../media/image2196.png"/><Relationship Id="rId28" Type="http://schemas.openxmlformats.org/officeDocument/2006/relationships/customXml" Target="../ink/ink1943.xml"/><Relationship Id="rId275" Type="http://schemas.openxmlformats.org/officeDocument/2006/relationships/image" Target="../media/image1995.png"/><Relationship Id="rId300" Type="http://schemas.openxmlformats.org/officeDocument/2006/relationships/customXml" Target="../ink/ink2080.xml"/><Relationship Id="rId482" Type="http://schemas.openxmlformats.org/officeDocument/2006/relationships/image" Target="../media/image2098.png"/><Relationship Id="rId538" Type="http://schemas.openxmlformats.org/officeDocument/2006/relationships/image" Target="../media/image2126.png"/><Relationship Id="rId703" Type="http://schemas.openxmlformats.org/officeDocument/2006/relationships/customXml" Target="../ink/ink2282.xml"/><Relationship Id="rId81" Type="http://schemas.openxmlformats.org/officeDocument/2006/relationships/customXml" Target="../ink/ink1970.xml"/><Relationship Id="rId135" Type="http://schemas.openxmlformats.org/officeDocument/2006/relationships/image" Target="../media/image1925.png"/><Relationship Id="rId177" Type="http://schemas.openxmlformats.org/officeDocument/2006/relationships/image" Target="../media/image1946.png"/><Relationship Id="rId342" Type="http://schemas.openxmlformats.org/officeDocument/2006/relationships/customXml" Target="../ink/ink2101.xml"/><Relationship Id="rId384" Type="http://schemas.openxmlformats.org/officeDocument/2006/relationships/image" Target="../media/image2049.png"/><Relationship Id="rId591" Type="http://schemas.openxmlformats.org/officeDocument/2006/relationships/customXml" Target="../ink/ink2226.xml"/><Relationship Id="rId605" Type="http://schemas.openxmlformats.org/officeDocument/2006/relationships/customXml" Target="../ink/ink2233.xml"/><Relationship Id="rId202" Type="http://schemas.openxmlformats.org/officeDocument/2006/relationships/customXml" Target="../ink/ink2031.xml"/><Relationship Id="rId244" Type="http://schemas.openxmlformats.org/officeDocument/2006/relationships/customXml" Target="../ink/ink2052.xml"/><Relationship Id="rId647" Type="http://schemas.openxmlformats.org/officeDocument/2006/relationships/customXml" Target="../ink/ink2254.xml"/><Relationship Id="rId689" Type="http://schemas.openxmlformats.org/officeDocument/2006/relationships/customXml" Target="../ink/ink2275.xml"/><Relationship Id="rId39" Type="http://schemas.openxmlformats.org/officeDocument/2006/relationships/image" Target="../media/image1878.png"/><Relationship Id="rId286" Type="http://schemas.openxmlformats.org/officeDocument/2006/relationships/customXml" Target="../ink/ink2073.xml"/><Relationship Id="rId451" Type="http://schemas.openxmlformats.org/officeDocument/2006/relationships/customXml" Target="../ink/ink2156.xml"/><Relationship Id="rId493" Type="http://schemas.openxmlformats.org/officeDocument/2006/relationships/customXml" Target="../ink/ink2177.xml"/><Relationship Id="rId507" Type="http://schemas.openxmlformats.org/officeDocument/2006/relationships/customXml" Target="../ink/ink2184.xml"/><Relationship Id="rId549" Type="http://schemas.openxmlformats.org/officeDocument/2006/relationships/customXml" Target="../ink/ink2205.xml"/><Relationship Id="rId50" Type="http://schemas.openxmlformats.org/officeDocument/2006/relationships/image" Target="../media/image1883.png"/><Relationship Id="rId104" Type="http://schemas.openxmlformats.org/officeDocument/2006/relationships/image" Target="../media/image1910.png"/><Relationship Id="rId146" Type="http://schemas.openxmlformats.org/officeDocument/2006/relationships/customXml" Target="../ink/ink2003.xml"/><Relationship Id="rId188" Type="http://schemas.openxmlformats.org/officeDocument/2006/relationships/customXml" Target="../ink/ink2024.xml"/><Relationship Id="rId311" Type="http://schemas.openxmlformats.org/officeDocument/2006/relationships/image" Target="../media/image2013.png"/><Relationship Id="rId353" Type="http://schemas.openxmlformats.org/officeDocument/2006/relationships/customXml" Target="../ink/ink2107.xml"/><Relationship Id="rId395" Type="http://schemas.openxmlformats.org/officeDocument/2006/relationships/customXml" Target="../ink/ink2128.xml"/><Relationship Id="rId409" Type="http://schemas.openxmlformats.org/officeDocument/2006/relationships/customXml" Target="../ink/ink2135.xml"/><Relationship Id="rId560" Type="http://schemas.openxmlformats.org/officeDocument/2006/relationships/image" Target="../media/image2137.png"/><Relationship Id="rId92" Type="http://schemas.openxmlformats.org/officeDocument/2006/relationships/image" Target="../media/image1904.png"/><Relationship Id="rId213" Type="http://schemas.openxmlformats.org/officeDocument/2006/relationships/image" Target="../media/image1964.png"/><Relationship Id="rId420" Type="http://schemas.openxmlformats.org/officeDocument/2006/relationships/image" Target="../media/image2067.png"/><Relationship Id="rId616" Type="http://schemas.openxmlformats.org/officeDocument/2006/relationships/image" Target="../media/image2165.png"/><Relationship Id="rId658" Type="http://schemas.openxmlformats.org/officeDocument/2006/relationships/image" Target="../media/image2186.png"/><Relationship Id="rId255" Type="http://schemas.openxmlformats.org/officeDocument/2006/relationships/image" Target="../media/image1985.png"/><Relationship Id="rId297" Type="http://schemas.openxmlformats.org/officeDocument/2006/relationships/image" Target="../media/image2006.png"/><Relationship Id="rId462" Type="http://schemas.openxmlformats.org/officeDocument/2006/relationships/image" Target="../media/image2088.png"/><Relationship Id="rId518" Type="http://schemas.openxmlformats.org/officeDocument/2006/relationships/image" Target="../media/image2116.png"/><Relationship Id="rId115" Type="http://schemas.openxmlformats.org/officeDocument/2006/relationships/image" Target="../media/image1915.png"/><Relationship Id="rId157" Type="http://schemas.openxmlformats.org/officeDocument/2006/relationships/image" Target="../media/image1936.png"/><Relationship Id="rId322" Type="http://schemas.openxmlformats.org/officeDocument/2006/relationships/customXml" Target="../ink/ink2091.xml"/><Relationship Id="rId364" Type="http://schemas.openxmlformats.org/officeDocument/2006/relationships/image" Target="../media/image2039.png"/><Relationship Id="rId61" Type="http://schemas.openxmlformats.org/officeDocument/2006/relationships/customXml" Target="../ink/ink1960.xml"/><Relationship Id="rId199" Type="http://schemas.openxmlformats.org/officeDocument/2006/relationships/image" Target="../media/image1957.png"/><Relationship Id="rId571" Type="http://schemas.openxmlformats.org/officeDocument/2006/relationships/customXml" Target="../ink/ink2216.xml"/><Relationship Id="rId627" Type="http://schemas.openxmlformats.org/officeDocument/2006/relationships/customXml" Target="../ink/ink2244.xml"/><Relationship Id="rId669" Type="http://schemas.openxmlformats.org/officeDocument/2006/relationships/customXml" Target="../ink/ink2265.xml"/><Relationship Id="rId19" Type="http://schemas.openxmlformats.org/officeDocument/2006/relationships/image" Target="../media/image1868.png"/><Relationship Id="rId224" Type="http://schemas.openxmlformats.org/officeDocument/2006/relationships/customXml" Target="../ink/ink2042.xml"/><Relationship Id="rId266" Type="http://schemas.openxmlformats.org/officeDocument/2006/relationships/customXml" Target="../ink/ink2063.xml"/><Relationship Id="rId431" Type="http://schemas.openxmlformats.org/officeDocument/2006/relationships/customXml" Target="../ink/ink2146.xml"/><Relationship Id="rId473" Type="http://schemas.openxmlformats.org/officeDocument/2006/relationships/customXml" Target="../ink/ink2167.xml"/><Relationship Id="rId529" Type="http://schemas.openxmlformats.org/officeDocument/2006/relationships/customXml" Target="../ink/ink2195.xml"/><Relationship Id="rId680" Type="http://schemas.openxmlformats.org/officeDocument/2006/relationships/image" Target="../media/image2197.png"/><Relationship Id="rId30" Type="http://schemas.openxmlformats.org/officeDocument/2006/relationships/customXml" Target="../ink/ink1944.xml"/><Relationship Id="rId126" Type="http://schemas.openxmlformats.org/officeDocument/2006/relationships/customXml" Target="../ink/ink1993.xml"/><Relationship Id="rId168" Type="http://schemas.openxmlformats.org/officeDocument/2006/relationships/customXml" Target="../ink/ink2014.xml"/><Relationship Id="rId333" Type="http://schemas.openxmlformats.org/officeDocument/2006/relationships/image" Target="../media/image2024.png"/><Relationship Id="rId540" Type="http://schemas.openxmlformats.org/officeDocument/2006/relationships/image" Target="../media/image2127.png"/><Relationship Id="rId72" Type="http://schemas.openxmlformats.org/officeDocument/2006/relationships/image" Target="../media/image1894.png"/><Relationship Id="rId375" Type="http://schemas.openxmlformats.org/officeDocument/2006/relationships/customXml" Target="../ink/ink2118.xml"/><Relationship Id="rId582" Type="http://schemas.openxmlformats.org/officeDocument/2006/relationships/image" Target="../media/image2148.png"/><Relationship Id="rId638" Type="http://schemas.openxmlformats.org/officeDocument/2006/relationships/image" Target="../media/image2176.png"/><Relationship Id="rId3" Type="http://schemas.openxmlformats.org/officeDocument/2006/relationships/image" Target="../media/image1860.png"/><Relationship Id="rId235" Type="http://schemas.openxmlformats.org/officeDocument/2006/relationships/image" Target="../media/image1975.png"/><Relationship Id="rId277" Type="http://schemas.openxmlformats.org/officeDocument/2006/relationships/image" Target="../media/image1996.png"/><Relationship Id="rId400" Type="http://schemas.openxmlformats.org/officeDocument/2006/relationships/image" Target="../media/image2057.png"/><Relationship Id="rId442" Type="http://schemas.openxmlformats.org/officeDocument/2006/relationships/image" Target="../media/image2078.png"/><Relationship Id="rId484" Type="http://schemas.openxmlformats.org/officeDocument/2006/relationships/image" Target="../media/image2099.png"/><Relationship Id="rId705" Type="http://schemas.openxmlformats.org/officeDocument/2006/relationships/customXml" Target="../ink/ink2283.xml"/><Relationship Id="rId137" Type="http://schemas.openxmlformats.org/officeDocument/2006/relationships/image" Target="../media/image1926.png"/><Relationship Id="rId302" Type="http://schemas.openxmlformats.org/officeDocument/2006/relationships/customXml" Target="../ink/ink2081.xml"/><Relationship Id="rId344" Type="http://schemas.openxmlformats.org/officeDocument/2006/relationships/image" Target="../media/image2029.png"/><Relationship Id="rId691" Type="http://schemas.openxmlformats.org/officeDocument/2006/relationships/customXml" Target="../ink/ink2276.xml"/><Relationship Id="rId41" Type="http://schemas.openxmlformats.org/officeDocument/2006/relationships/image" Target="../media/image1879.png"/><Relationship Id="rId83" Type="http://schemas.openxmlformats.org/officeDocument/2006/relationships/customXml" Target="../ink/ink1971.xml"/><Relationship Id="rId179" Type="http://schemas.openxmlformats.org/officeDocument/2006/relationships/image" Target="../media/image1947.png"/><Relationship Id="rId386" Type="http://schemas.openxmlformats.org/officeDocument/2006/relationships/image" Target="../media/image2050.png"/><Relationship Id="rId551" Type="http://schemas.openxmlformats.org/officeDocument/2006/relationships/customXml" Target="../ink/ink2206.xml"/><Relationship Id="rId593" Type="http://schemas.openxmlformats.org/officeDocument/2006/relationships/customXml" Target="../ink/ink2227.xml"/><Relationship Id="rId607" Type="http://schemas.openxmlformats.org/officeDocument/2006/relationships/customXml" Target="../ink/ink2234.xml"/><Relationship Id="rId649" Type="http://schemas.openxmlformats.org/officeDocument/2006/relationships/customXml" Target="../ink/ink2255.xml"/><Relationship Id="rId190" Type="http://schemas.openxmlformats.org/officeDocument/2006/relationships/customXml" Target="../ink/ink2025.xml"/><Relationship Id="rId204" Type="http://schemas.openxmlformats.org/officeDocument/2006/relationships/customXml" Target="../ink/ink2032.xml"/><Relationship Id="rId246" Type="http://schemas.openxmlformats.org/officeDocument/2006/relationships/customXml" Target="../ink/ink2053.xml"/><Relationship Id="rId288" Type="http://schemas.openxmlformats.org/officeDocument/2006/relationships/customXml" Target="../ink/ink2074.xml"/><Relationship Id="rId411" Type="http://schemas.openxmlformats.org/officeDocument/2006/relationships/customXml" Target="../ink/ink2136.xml"/><Relationship Id="rId453" Type="http://schemas.openxmlformats.org/officeDocument/2006/relationships/customXml" Target="../ink/ink2157.xml"/><Relationship Id="rId509" Type="http://schemas.openxmlformats.org/officeDocument/2006/relationships/customXml" Target="../ink/ink2185.xml"/><Relationship Id="rId660" Type="http://schemas.openxmlformats.org/officeDocument/2006/relationships/image" Target="../media/image2187.png"/><Relationship Id="rId106" Type="http://schemas.openxmlformats.org/officeDocument/2006/relationships/image" Target="../media/image1911.png"/><Relationship Id="rId313" Type="http://schemas.openxmlformats.org/officeDocument/2006/relationships/image" Target="../media/image2014.png"/><Relationship Id="rId495" Type="http://schemas.openxmlformats.org/officeDocument/2006/relationships/customXml" Target="../ink/ink2178.xml"/><Relationship Id="rId10" Type="http://schemas.openxmlformats.org/officeDocument/2006/relationships/customXml" Target="../ink/ink1934.xml"/><Relationship Id="rId52" Type="http://schemas.openxmlformats.org/officeDocument/2006/relationships/image" Target="../media/image1884.png"/><Relationship Id="rId94" Type="http://schemas.openxmlformats.org/officeDocument/2006/relationships/image" Target="../media/image1905.png"/><Relationship Id="rId148" Type="http://schemas.openxmlformats.org/officeDocument/2006/relationships/customXml" Target="../ink/ink2004.xml"/><Relationship Id="rId355" Type="http://schemas.openxmlformats.org/officeDocument/2006/relationships/customXml" Target="../ink/ink2108.xml"/><Relationship Id="rId397" Type="http://schemas.openxmlformats.org/officeDocument/2006/relationships/customXml" Target="../ink/ink2129.xml"/><Relationship Id="rId520" Type="http://schemas.openxmlformats.org/officeDocument/2006/relationships/image" Target="../media/image2117.png"/><Relationship Id="rId562" Type="http://schemas.openxmlformats.org/officeDocument/2006/relationships/image" Target="../media/image2138.png"/><Relationship Id="rId618" Type="http://schemas.openxmlformats.org/officeDocument/2006/relationships/image" Target="../media/image2166.png"/><Relationship Id="rId215" Type="http://schemas.openxmlformats.org/officeDocument/2006/relationships/image" Target="../media/image1965.png"/><Relationship Id="rId257" Type="http://schemas.openxmlformats.org/officeDocument/2006/relationships/image" Target="../media/image1986.png"/><Relationship Id="rId422" Type="http://schemas.openxmlformats.org/officeDocument/2006/relationships/image" Target="../media/image2068.png"/><Relationship Id="rId464" Type="http://schemas.openxmlformats.org/officeDocument/2006/relationships/image" Target="../media/image2089.png"/><Relationship Id="rId299" Type="http://schemas.openxmlformats.org/officeDocument/2006/relationships/image" Target="../media/image2007.png"/><Relationship Id="rId63" Type="http://schemas.openxmlformats.org/officeDocument/2006/relationships/customXml" Target="../ink/ink1961.xml"/><Relationship Id="rId159" Type="http://schemas.openxmlformats.org/officeDocument/2006/relationships/image" Target="../media/image1937.png"/><Relationship Id="rId366" Type="http://schemas.openxmlformats.org/officeDocument/2006/relationships/image" Target="../media/image2040.png"/><Relationship Id="rId573" Type="http://schemas.openxmlformats.org/officeDocument/2006/relationships/customXml" Target="../ink/ink2217.xml"/><Relationship Id="rId226" Type="http://schemas.openxmlformats.org/officeDocument/2006/relationships/customXml" Target="../ink/ink2043.xml"/><Relationship Id="rId433" Type="http://schemas.openxmlformats.org/officeDocument/2006/relationships/customXml" Target="../ink/ink2147.xml"/><Relationship Id="rId640" Type="http://schemas.openxmlformats.org/officeDocument/2006/relationships/image" Target="../media/image2177.png"/><Relationship Id="rId74" Type="http://schemas.openxmlformats.org/officeDocument/2006/relationships/image" Target="../media/image1895.png"/><Relationship Id="rId377" Type="http://schemas.openxmlformats.org/officeDocument/2006/relationships/customXml" Target="../ink/ink2119.xml"/><Relationship Id="rId500" Type="http://schemas.openxmlformats.org/officeDocument/2006/relationships/image" Target="../media/image2107.png"/><Relationship Id="rId584" Type="http://schemas.openxmlformats.org/officeDocument/2006/relationships/image" Target="../media/image2149.png"/><Relationship Id="rId5" Type="http://schemas.openxmlformats.org/officeDocument/2006/relationships/image" Target="../media/image1861.png"/><Relationship Id="rId237" Type="http://schemas.openxmlformats.org/officeDocument/2006/relationships/image" Target="../media/image1976.png"/><Relationship Id="rId444" Type="http://schemas.openxmlformats.org/officeDocument/2006/relationships/image" Target="../media/image2079.png"/><Relationship Id="rId651" Type="http://schemas.openxmlformats.org/officeDocument/2006/relationships/customXml" Target="../ink/ink2256.xml"/><Relationship Id="rId290" Type="http://schemas.openxmlformats.org/officeDocument/2006/relationships/customXml" Target="../ink/ink2075.xml"/><Relationship Id="rId304" Type="http://schemas.openxmlformats.org/officeDocument/2006/relationships/customXml" Target="../ink/ink2082.xml"/><Relationship Id="rId388" Type="http://schemas.openxmlformats.org/officeDocument/2006/relationships/image" Target="../media/image2051.png"/><Relationship Id="rId511" Type="http://schemas.openxmlformats.org/officeDocument/2006/relationships/customXml" Target="../ink/ink2186.xml"/><Relationship Id="rId609" Type="http://schemas.openxmlformats.org/officeDocument/2006/relationships/customXml" Target="../ink/ink2235.xml"/><Relationship Id="rId85" Type="http://schemas.openxmlformats.org/officeDocument/2006/relationships/customXml" Target="../ink/ink1972.xml"/><Relationship Id="rId150" Type="http://schemas.openxmlformats.org/officeDocument/2006/relationships/customXml" Target="../ink/ink2005.xml"/><Relationship Id="rId595" Type="http://schemas.openxmlformats.org/officeDocument/2006/relationships/customXml" Target="../ink/ink2228.xml"/><Relationship Id="rId248" Type="http://schemas.openxmlformats.org/officeDocument/2006/relationships/customXml" Target="../ink/ink2054.xml"/><Relationship Id="rId455" Type="http://schemas.openxmlformats.org/officeDocument/2006/relationships/customXml" Target="../ink/ink2158.xml"/><Relationship Id="rId662" Type="http://schemas.openxmlformats.org/officeDocument/2006/relationships/image" Target="../media/image2188.png"/><Relationship Id="rId12" Type="http://schemas.openxmlformats.org/officeDocument/2006/relationships/customXml" Target="../ink/ink1935.xml"/><Relationship Id="rId108" Type="http://schemas.openxmlformats.org/officeDocument/2006/relationships/image" Target="../media/image1912.png"/><Relationship Id="rId315" Type="http://schemas.openxmlformats.org/officeDocument/2006/relationships/image" Target="../media/image2015.png"/><Relationship Id="rId522" Type="http://schemas.openxmlformats.org/officeDocument/2006/relationships/image" Target="../media/image2118.png"/><Relationship Id="rId96" Type="http://schemas.openxmlformats.org/officeDocument/2006/relationships/image" Target="../media/image1906.png"/><Relationship Id="rId161" Type="http://schemas.openxmlformats.org/officeDocument/2006/relationships/image" Target="../media/image1938.png"/><Relationship Id="rId399" Type="http://schemas.openxmlformats.org/officeDocument/2006/relationships/customXml" Target="../ink/ink2130.xml"/><Relationship Id="rId259" Type="http://schemas.openxmlformats.org/officeDocument/2006/relationships/image" Target="../media/image1987.png"/><Relationship Id="rId466" Type="http://schemas.openxmlformats.org/officeDocument/2006/relationships/image" Target="../media/image2090.png"/><Relationship Id="rId673" Type="http://schemas.openxmlformats.org/officeDocument/2006/relationships/customXml" Target="../ink/ink2267.xml"/><Relationship Id="rId23" Type="http://schemas.openxmlformats.org/officeDocument/2006/relationships/image" Target="../media/image1870.png"/><Relationship Id="rId119" Type="http://schemas.openxmlformats.org/officeDocument/2006/relationships/image" Target="../media/image1917.png"/><Relationship Id="rId326" Type="http://schemas.openxmlformats.org/officeDocument/2006/relationships/customXml" Target="../ink/ink2093.xml"/><Relationship Id="rId533" Type="http://schemas.openxmlformats.org/officeDocument/2006/relationships/customXml" Target="../ink/ink2197.xml"/><Relationship Id="rId172" Type="http://schemas.openxmlformats.org/officeDocument/2006/relationships/customXml" Target="../ink/ink2016.xml"/><Relationship Id="rId477" Type="http://schemas.openxmlformats.org/officeDocument/2006/relationships/customXml" Target="../ink/ink2169.xml"/><Relationship Id="rId600" Type="http://schemas.openxmlformats.org/officeDocument/2006/relationships/image" Target="../media/image2157.png"/><Relationship Id="rId684" Type="http://schemas.openxmlformats.org/officeDocument/2006/relationships/image" Target="../media/image2199.png"/><Relationship Id="rId337" Type="http://schemas.openxmlformats.org/officeDocument/2006/relationships/image" Target="../media/image2026.png"/><Relationship Id="rId34" Type="http://schemas.openxmlformats.org/officeDocument/2006/relationships/customXml" Target="../ink/ink1946.xml"/><Relationship Id="rId544" Type="http://schemas.openxmlformats.org/officeDocument/2006/relationships/image" Target="../media/image2129.png"/><Relationship Id="rId183" Type="http://schemas.openxmlformats.org/officeDocument/2006/relationships/image" Target="../media/image1949.png"/><Relationship Id="rId390" Type="http://schemas.openxmlformats.org/officeDocument/2006/relationships/image" Target="../media/image2052.png"/><Relationship Id="rId404" Type="http://schemas.openxmlformats.org/officeDocument/2006/relationships/image" Target="../media/image2059.png"/><Relationship Id="rId611" Type="http://schemas.openxmlformats.org/officeDocument/2006/relationships/customXml" Target="../ink/ink2236.xml"/><Relationship Id="rId250" Type="http://schemas.openxmlformats.org/officeDocument/2006/relationships/customXml" Target="../ink/ink2055.xml"/><Relationship Id="rId488" Type="http://schemas.openxmlformats.org/officeDocument/2006/relationships/image" Target="../media/image2101.png"/><Relationship Id="rId695" Type="http://schemas.openxmlformats.org/officeDocument/2006/relationships/customXml" Target="../ink/ink2278.xml"/><Relationship Id="rId45" Type="http://schemas.openxmlformats.org/officeDocument/2006/relationships/image" Target="../media/image1881.png"/><Relationship Id="rId110" Type="http://schemas.openxmlformats.org/officeDocument/2006/relationships/customXml" Target="../ink/ink1985.xml"/><Relationship Id="rId348" Type="http://schemas.openxmlformats.org/officeDocument/2006/relationships/image" Target="../media/image2031.png"/><Relationship Id="rId555" Type="http://schemas.openxmlformats.org/officeDocument/2006/relationships/customXml" Target="../ink/ink2208.xml"/><Relationship Id="rId194" Type="http://schemas.openxmlformats.org/officeDocument/2006/relationships/customXml" Target="../ink/ink2027.xml"/><Relationship Id="rId208" Type="http://schemas.openxmlformats.org/officeDocument/2006/relationships/customXml" Target="../ink/ink2034.xml"/><Relationship Id="rId415" Type="http://schemas.openxmlformats.org/officeDocument/2006/relationships/customXml" Target="../ink/ink2138.xml"/><Relationship Id="rId622" Type="http://schemas.openxmlformats.org/officeDocument/2006/relationships/image" Target="../media/image2168.png"/><Relationship Id="rId261" Type="http://schemas.openxmlformats.org/officeDocument/2006/relationships/image" Target="../media/image1988.png"/><Relationship Id="rId499" Type="http://schemas.openxmlformats.org/officeDocument/2006/relationships/customXml" Target="../ink/ink2180.xml"/><Relationship Id="rId56" Type="http://schemas.openxmlformats.org/officeDocument/2006/relationships/image" Target="../media/image1886.png"/><Relationship Id="rId359" Type="http://schemas.openxmlformats.org/officeDocument/2006/relationships/customXml" Target="../ink/ink2110.xml"/><Relationship Id="rId566" Type="http://schemas.openxmlformats.org/officeDocument/2006/relationships/image" Target="../media/image2140.png"/><Relationship Id="rId121" Type="http://schemas.openxmlformats.org/officeDocument/2006/relationships/image" Target="../media/image1918.png"/><Relationship Id="rId219" Type="http://schemas.openxmlformats.org/officeDocument/2006/relationships/image" Target="../media/image1967.png"/><Relationship Id="rId426" Type="http://schemas.openxmlformats.org/officeDocument/2006/relationships/image" Target="../media/image2070.png"/><Relationship Id="rId633" Type="http://schemas.openxmlformats.org/officeDocument/2006/relationships/customXml" Target="../ink/ink2247.xml"/><Relationship Id="rId67" Type="http://schemas.openxmlformats.org/officeDocument/2006/relationships/customXml" Target="../ink/ink1963.xml"/><Relationship Id="rId272" Type="http://schemas.openxmlformats.org/officeDocument/2006/relationships/customXml" Target="../ink/ink2066.xml"/><Relationship Id="rId577" Type="http://schemas.openxmlformats.org/officeDocument/2006/relationships/customXml" Target="../ink/ink2219.xml"/><Relationship Id="rId700" Type="http://schemas.openxmlformats.org/officeDocument/2006/relationships/image" Target="../media/image2207.png"/><Relationship Id="rId132" Type="http://schemas.openxmlformats.org/officeDocument/2006/relationships/customXml" Target="../ink/ink1996.xml"/><Relationship Id="rId437" Type="http://schemas.openxmlformats.org/officeDocument/2006/relationships/customXml" Target="../ink/ink2149.xml"/><Relationship Id="rId644" Type="http://schemas.openxmlformats.org/officeDocument/2006/relationships/image" Target="../media/image2179.png"/><Relationship Id="rId283" Type="http://schemas.openxmlformats.org/officeDocument/2006/relationships/image" Target="../media/image1999.png"/><Relationship Id="rId490" Type="http://schemas.openxmlformats.org/officeDocument/2006/relationships/image" Target="../media/image2102.png"/><Relationship Id="rId504" Type="http://schemas.openxmlformats.org/officeDocument/2006/relationships/image" Target="../media/image2109.png"/><Relationship Id="rId78" Type="http://schemas.openxmlformats.org/officeDocument/2006/relationships/image" Target="../media/image1897.png"/><Relationship Id="rId143" Type="http://schemas.openxmlformats.org/officeDocument/2006/relationships/image" Target="../media/image1929.png"/><Relationship Id="rId350" Type="http://schemas.openxmlformats.org/officeDocument/2006/relationships/image" Target="../media/image2032.png"/><Relationship Id="rId588" Type="http://schemas.openxmlformats.org/officeDocument/2006/relationships/image" Target="../media/image2151.png"/><Relationship Id="rId9" Type="http://schemas.openxmlformats.org/officeDocument/2006/relationships/image" Target="../media/image1863.png"/><Relationship Id="rId210" Type="http://schemas.openxmlformats.org/officeDocument/2006/relationships/customXml" Target="../ink/ink2035.xml"/><Relationship Id="rId448" Type="http://schemas.openxmlformats.org/officeDocument/2006/relationships/image" Target="../media/image2081.png"/><Relationship Id="rId655" Type="http://schemas.openxmlformats.org/officeDocument/2006/relationships/customXml" Target="../ink/ink2258.xml"/><Relationship Id="rId294" Type="http://schemas.openxmlformats.org/officeDocument/2006/relationships/customXml" Target="../ink/ink2077.xml"/><Relationship Id="rId308" Type="http://schemas.openxmlformats.org/officeDocument/2006/relationships/customXml" Target="../ink/ink2084.xml"/><Relationship Id="rId515" Type="http://schemas.openxmlformats.org/officeDocument/2006/relationships/customXml" Target="../ink/ink2188.xml"/><Relationship Id="rId89" Type="http://schemas.openxmlformats.org/officeDocument/2006/relationships/customXml" Target="../ink/ink1974.xml"/><Relationship Id="rId154" Type="http://schemas.openxmlformats.org/officeDocument/2006/relationships/customXml" Target="../ink/ink2007.xml"/><Relationship Id="rId361" Type="http://schemas.openxmlformats.org/officeDocument/2006/relationships/customXml" Target="../ink/ink2111.xml"/><Relationship Id="rId599" Type="http://schemas.openxmlformats.org/officeDocument/2006/relationships/customXml" Target="../ink/ink2230.xml"/><Relationship Id="rId459" Type="http://schemas.openxmlformats.org/officeDocument/2006/relationships/customXml" Target="../ink/ink2160.xml"/><Relationship Id="rId666" Type="http://schemas.openxmlformats.org/officeDocument/2006/relationships/image" Target="../media/image2190.png"/><Relationship Id="rId16" Type="http://schemas.openxmlformats.org/officeDocument/2006/relationships/customXml" Target="../ink/ink1937.xml"/><Relationship Id="rId221" Type="http://schemas.openxmlformats.org/officeDocument/2006/relationships/image" Target="../media/image1968.png"/><Relationship Id="rId319" Type="http://schemas.openxmlformats.org/officeDocument/2006/relationships/image" Target="../media/image2017.png"/><Relationship Id="rId526" Type="http://schemas.openxmlformats.org/officeDocument/2006/relationships/image" Target="../media/image2120.png"/><Relationship Id="rId165" Type="http://schemas.openxmlformats.org/officeDocument/2006/relationships/image" Target="../media/image1940.png"/><Relationship Id="rId372" Type="http://schemas.openxmlformats.org/officeDocument/2006/relationships/image" Target="../media/image2043.png"/><Relationship Id="rId677" Type="http://schemas.openxmlformats.org/officeDocument/2006/relationships/customXml" Target="../ink/ink2269.xml"/><Relationship Id="rId232" Type="http://schemas.openxmlformats.org/officeDocument/2006/relationships/customXml" Target="../ink/ink2046.xml"/><Relationship Id="rId27" Type="http://schemas.openxmlformats.org/officeDocument/2006/relationships/image" Target="../media/image1872.png"/><Relationship Id="rId537" Type="http://schemas.openxmlformats.org/officeDocument/2006/relationships/customXml" Target="../ink/ink2199.xml"/><Relationship Id="rId80" Type="http://schemas.openxmlformats.org/officeDocument/2006/relationships/image" Target="../media/image1898.png"/><Relationship Id="rId176" Type="http://schemas.openxmlformats.org/officeDocument/2006/relationships/customXml" Target="../ink/ink2018.xml"/><Relationship Id="rId383" Type="http://schemas.openxmlformats.org/officeDocument/2006/relationships/customXml" Target="../ink/ink2122.xml"/><Relationship Id="rId590" Type="http://schemas.openxmlformats.org/officeDocument/2006/relationships/image" Target="../media/image2152.png"/><Relationship Id="rId604" Type="http://schemas.openxmlformats.org/officeDocument/2006/relationships/image" Target="../media/image2159.png"/><Relationship Id="rId243" Type="http://schemas.openxmlformats.org/officeDocument/2006/relationships/image" Target="../media/image1979.png"/><Relationship Id="rId450" Type="http://schemas.openxmlformats.org/officeDocument/2006/relationships/image" Target="../media/image2082.png"/><Relationship Id="rId688" Type="http://schemas.openxmlformats.org/officeDocument/2006/relationships/image" Target="../media/image2201.png"/><Relationship Id="rId38" Type="http://schemas.openxmlformats.org/officeDocument/2006/relationships/customXml" Target="../ink/ink1948.xml"/><Relationship Id="rId103" Type="http://schemas.openxmlformats.org/officeDocument/2006/relationships/customXml" Target="../ink/ink1981.xml"/><Relationship Id="rId310" Type="http://schemas.openxmlformats.org/officeDocument/2006/relationships/customXml" Target="../ink/ink2085.xml"/><Relationship Id="rId548" Type="http://schemas.openxmlformats.org/officeDocument/2006/relationships/image" Target="../media/image2131.png"/><Relationship Id="rId91" Type="http://schemas.openxmlformats.org/officeDocument/2006/relationships/customXml" Target="../ink/ink1975.xml"/><Relationship Id="rId187" Type="http://schemas.openxmlformats.org/officeDocument/2006/relationships/image" Target="../media/image1951.png"/><Relationship Id="rId394" Type="http://schemas.openxmlformats.org/officeDocument/2006/relationships/image" Target="../media/image2054.png"/><Relationship Id="rId408" Type="http://schemas.openxmlformats.org/officeDocument/2006/relationships/image" Target="../media/image2061.png"/><Relationship Id="rId615" Type="http://schemas.openxmlformats.org/officeDocument/2006/relationships/customXml" Target="../ink/ink2238.xml"/><Relationship Id="rId254" Type="http://schemas.openxmlformats.org/officeDocument/2006/relationships/customXml" Target="../ink/ink2057.xml"/><Relationship Id="rId699" Type="http://schemas.openxmlformats.org/officeDocument/2006/relationships/customXml" Target="../ink/ink2280.xml"/><Relationship Id="rId49" Type="http://schemas.openxmlformats.org/officeDocument/2006/relationships/customXml" Target="../ink/ink1954.xml"/><Relationship Id="rId114" Type="http://schemas.openxmlformats.org/officeDocument/2006/relationships/customXml" Target="../ink/ink1987.xml"/><Relationship Id="rId461" Type="http://schemas.openxmlformats.org/officeDocument/2006/relationships/customXml" Target="../ink/ink2161.xml"/><Relationship Id="rId559" Type="http://schemas.openxmlformats.org/officeDocument/2006/relationships/customXml" Target="../ink/ink2210.xml"/><Relationship Id="rId198" Type="http://schemas.openxmlformats.org/officeDocument/2006/relationships/customXml" Target="../ink/ink2029.xml"/><Relationship Id="rId321" Type="http://schemas.openxmlformats.org/officeDocument/2006/relationships/image" Target="../media/image2018.png"/><Relationship Id="rId419" Type="http://schemas.openxmlformats.org/officeDocument/2006/relationships/customXml" Target="../ink/ink2140.xml"/><Relationship Id="rId626" Type="http://schemas.openxmlformats.org/officeDocument/2006/relationships/image" Target="../media/image2170.png"/><Relationship Id="rId265" Type="http://schemas.openxmlformats.org/officeDocument/2006/relationships/image" Target="../media/image1990.png"/><Relationship Id="rId472" Type="http://schemas.openxmlformats.org/officeDocument/2006/relationships/image" Target="../media/image2093.png"/></Relationships>
</file>

<file path=ppt/slides/_rels/slide3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267.png"/><Relationship Id="rId671" Type="http://schemas.openxmlformats.org/officeDocument/2006/relationships/customXml" Target="../ink/ink2621.xml"/><Relationship Id="rId21" Type="http://schemas.openxmlformats.org/officeDocument/2006/relationships/image" Target="../media/image2220.png"/><Relationship Id="rId324" Type="http://schemas.openxmlformats.org/officeDocument/2006/relationships/image" Target="../media/image2370.png"/><Relationship Id="rId531" Type="http://schemas.openxmlformats.org/officeDocument/2006/relationships/customXml" Target="../ink/ink2551.xml"/><Relationship Id="rId629" Type="http://schemas.openxmlformats.org/officeDocument/2006/relationships/customXml" Target="../ink/ink2600.xml"/><Relationship Id="rId170" Type="http://schemas.openxmlformats.org/officeDocument/2006/relationships/customXml" Target="../ink/ink2369.xml"/><Relationship Id="rId268" Type="http://schemas.openxmlformats.org/officeDocument/2006/relationships/customXml" Target="../ink/ink2418.xml"/><Relationship Id="rId475" Type="http://schemas.openxmlformats.org/officeDocument/2006/relationships/customXml" Target="../ink/ink2523.xml"/><Relationship Id="rId682" Type="http://schemas.openxmlformats.org/officeDocument/2006/relationships/image" Target="../media/image2548.png"/><Relationship Id="rId32" Type="http://schemas.openxmlformats.org/officeDocument/2006/relationships/customXml" Target="../ink/ink2300.xml"/><Relationship Id="rId128" Type="http://schemas.openxmlformats.org/officeDocument/2006/relationships/customXml" Target="../ink/ink2348.xml"/><Relationship Id="rId335" Type="http://schemas.openxmlformats.org/officeDocument/2006/relationships/customXml" Target="../ink/ink2452.xml"/><Relationship Id="rId542" Type="http://schemas.openxmlformats.org/officeDocument/2006/relationships/image" Target="../media/image2478.png"/><Relationship Id="rId181" Type="http://schemas.openxmlformats.org/officeDocument/2006/relationships/image" Target="../media/image2299.png"/><Relationship Id="rId402" Type="http://schemas.openxmlformats.org/officeDocument/2006/relationships/customXml" Target="../ink/ink2486.xml"/><Relationship Id="rId279" Type="http://schemas.openxmlformats.org/officeDocument/2006/relationships/customXml" Target="../ink/ink2424.xml"/><Relationship Id="rId486" Type="http://schemas.openxmlformats.org/officeDocument/2006/relationships/image" Target="../media/image2450.png"/><Relationship Id="rId693" Type="http://schemas.openxmlformats.org/officeDocument/2006/relationships/customXml" Target="../ink/ink2632.xml"/><Relationship Id="rId707" Type="http://schemas.openxmlformats.org/officeDocument/2006/relationships/customXml" Target="../ink/ink2639.xml"/><Relationship Id="rId43" Type="http://schemas.openxmlformats.org/officeDocument/2006/relationships/image" Target="../media/image2231.png"/><Relationship Id="rId139" Type="http://schemas.openxmlformats.org/officeDocument/2006/relationships/image" Target="../media/image2278.png"/><Relationship Id="rId346" Type="http://schemas.openxmlformats.org/officeDocument/2006/relationships/image" Target="../media/image2381.png"/><Relationship Id="rId553" Type="http://schemas.openxmlformats.org/officeDocument/2006/relationships/customXml" Target="../ink/ink2562.xml"/><Relationship Id="rId760" Type="http://schemas.openxmlformats.org/officeDocument/2006/relationships/image" Target="../media/image2587.png"/><Relationship Id="rId192" Type="http://schemas.openxmlformats.org/officeDocument/2006/relationships/customXml" Target="../ink/ink2380.xml"/><Relationship Id="rId206" Type="http://schemas.openxmlformats.org/officeDocument/2006/relationships/customXml" Target="../ink/ink2387.xml"/><Relationship Id="rId413" Type="http://schemas.openxmlformats.org/officeDocument/2006/relationships/image" Target="../media/image2414.png"/><Relationship Id="rId497" Type="http://schemas.openxmlformats.org/officeDocument/2006/relationships/customXml" Target="../ink/ink2534.xml"/><Relationship Id="rId620" Type="http://schemas.openxmlformats.org/officeDocument/2006/relationships/image" Target="../media/image2517.png"/><Relationship Id="rId718" Type="http://schemas.openxmlformats.org/officeDocument/2006/relationships/image" Target="../media/image2566.png"/><Relationship Id="rId357" Type="http://schemas.openxmlformats.org/officeDocument/2006/relationships/customXml" Target="../ink/ink2463.xml"/><Relationship Id="rId54" Type="http://schemas.openxmlformats.org/officeDocument/2006/relationships/customXml" Target="../ink/ink2311.xml"/><Relationship Id="rId217" Type="http://schemas.openxmlformats.org/officeDocument/2006/relationships/image" Target="../media/image2317.png"/><Relationship Id="rId564" Type="http://schemas.openxmlformats.org/officeDocument/2006/relationships/image" Target="../media/image2489.png"/><Relationship Id="rId424" Type="http://schemas.openxmlformats.org/officeDocument/2006/relationships/customXml" Target="../ink/ink2497.xml"/><Relationship Id="rId631" Type="http://schemas.openxmlformats.org/officeDocument/2006/relationships/customXml" Target="../ink/ink2601.xml"/><Relationship Id="rId729" Type="http://schemas.openxmlformats.org/officeDocument/2006/relationships/customXml" Target="../ink/ink2650.xml"/><Relationship Id="rId270" Type="http://schemas.openxmlformats.org/officeDocument/2006/relationships/customXml" Target="../ink/ink2419.xml"/><Relationship Id="rId65" Type="http://schemas.openxmlformats.org/officeDocument/2006/relationships/image" Target="../media/image2241.png"/><Relationship Id="rId130" Type="http://schemas.openxmlformats.org/officeDocument/2006/relationships/customXml" Target="../ink/ink2349.xml"/><Relationship Id="rId368" Type="http://schemas.openxmlformats.org/officeDocument/2006/relationships/image" Target="../media/image2392.png"/><Relationship Id="rId575" Type="http://schemas.openxmlformats.org/officeDocument/2006/relationships/customXml" Target="../ink/ink2573.xml"/><Relationship Id="rId228" Type="http://schemas.openxmlformats.org/officeDocument/2006/relationships/customXml" Target="../ink/ink2398.xml"/><Relationship Id="rId435" Type="http://schemas.openxmlformats.org/officeDocument/2006/relationships/customXml" Target="../ink/ink2503.xml"/><Relationship Id="rId642" Type="http://schemas.openxmlformats.org/officeDocument/2006/relationships/image" Target="../media/image2528.png"/><Relationship Id="rId281" Type="http://schemas.openxmlformats.org/officeDocument/2006/relationships/customXml" Target="../ink/ink2425.xml"/><Relationship Id="rId502" Type="http://schemas.openxmlformats.org/officeDocument/2006/relationships/image" Target="../media/image2458.png"/><Relationship Id="rId76" Type="http://schemas.openxmlformats.org/officeDocument/2006/relationships/customXml" Target="../ink/ink2322.xml"/><Relationship Id="rId141" Type="http://schemas.openxmlformats.org/officeDocument/2006/relationships/image" Target="../media/image2279.png"/><Relationship Id="rId379" Type="http://schemas.openxmlformats.org/officeDocument/2006/relationships/customXml" Target="../ink/ink2474.xml"/><Relationship Id="rId586" Type="http://schemas.openxmlformats.org/officeDocument/2006/relationships/image" Target="../media/image2500.png"/><Relationship Id="rId7" Type="http://schemas.openxmlformats.org/officeDocument/2006/relationships/image" Target="../media/image2214.png"/><Relationship Id="rId239" Type="http://schemas.openxmlformats.org/officeDocument/2006/relationships/image" Target="../media/image2328.png"/><Relationship Id="rId446" Type="http://schemas.openxmlformats.org/officeDocument/2006/relationships/image" Target="../media/image2430.png"/><Relationship Id="rId653" Type="http://schemas.openxmlformats.org/officeDocument/2006/relationships/customXml" Target="../ink/ink2612.xml"/><Relationship Id="rId292" Type="http://schemas.openxmlformats.org/officeDocument/2006/relationships/image" Target="../media/image2354.png"/><Relationship Id="rId306" Type="http://schemas.openxmlformats.org/officeDocument/2006/relationships/image" Target="../media/image2361.png"/><Relationship Id="rId87" Type="http://schemas.openxmlformats.org/officeDocument/2006/relationships/image" Target="../media/image2252.png"/><Relationship Id="rId513" Type="http://schemas.openxmlformats.org/officeDocument/2006/relationships/customXml" Target="../ink/ink2542.xml"/><Relationship Id="rId597" Type="http://schemas.openxmlformats.org/officeDocument/2006/relationships/customXml" Target="../ink/ink2584.xml"/><Relationship Id="rId720" Type="http://schemas.openxmlformats.org/officeDocument/2006/relationships/image" Target="../media/image2567.png"/><Relationship Id="rId152" Type="http://schemas.openxmlformats.org/officeDocument/2006/relationships/customXml" Target="../ink/ink2360.xml"/><Relationship Id="rId457" Type="http://schemas.openxmlformats.org/officeDocument/2006/relationships/customXml" Target="../ink/ink2514.xml"/><Relationship Id="rId664" Type="http://schemas.openxmlformats.org/officeDocument/2006/relationships/image" Target="../media/image2539.png"/><Relationship Id="rId14" Type="http://schemas.openxmlformats.org/officeDocument/2006/relationships/customXml" Target="../ink/ink2291.xml"/><Relationship Id="rId317" Type="http://schemas.openxmlformats.org/officeDocument/2006/relationships/customXml" Target="../ink/ink2443.xml"/><Relationship Id="rId524" Type="http://schemas.openxmlformats.org/officeDocument/2006/relationships/image" Target="../media/image2469.png"/><Relationship Id="rId731" Type="http://schemas.openxmlformats.org/officeDocument/2006/relationships/customXml" Target="../ink/ink2651.xml"/><Relationship Id="rId98" Type="http://schemas.openxmlformats.org/officeDocument/2006/relationships/customXml" Target="../ink/ink2333.xml"/><Relationship Id="rId163" Type="http://schemas.openxmlformats.org/officeDocument/2006/relationships/image" Target="../media/image2290.png"/><Relationship Id="rId370" Type="http://schemas.openxmlformats.org/officeDocument/2006/relationships/image" Target="../media/image2393.png"/><Relationship Id="rId230" Type="http://schemas.openxmlformats.org/officeDocument/2006/relationships/customXml" Target="../ink/ink2399.xml"/><Relationship Id="rId468" Type="http://schemas.openxmlformats.org/officeDocument/2006/relationships/image" Target="../media/image2441.png"/><Relationship Id="rId675" Type="http://schemas.openxmlformats.org/officeDocument/2006/relationships/customXml" Target="../ink/ink2623.xml"/><Relationship Id="rId25" Type="http://schemas.openxmlformats.org/officeDocument/2006/relationships/image" Target="../media/image2222.png"/><Relationship Id="rId328" Type="http://schemas.openxmlformats.org/officeDocument/2006/relationships/image" Target="../media/image2372.png"/><Relationship Id="rId535" Type="http://schemas.openxmlformats.org/officeDocument/2006/relationships/customXml" Target="../ink/ink2553.xml"/><Relationship Id="rId742" Type="http://schemas.openxmlformats.org/officeDocument/2006/relationships/image" Target="../media/image2578.png"/><Relationship Id="rId174" Type="http://schemas.openxmlformats.org/officeDocument/2006/relationships/customXml" Target="../ink/ink2371.xml"/><Relationship Id="rId381" Type="http://schemas.openxmlformats.org/officeDocument/2006/relationships/customXml" Target="../ink/ink2475.xml"/><Relationship Id="rId602" Type="http://schemas.openxmlformats.org/officeDocument/2006/relationships/image" Target="../media/image2508.png"/><Relationship Id="rId241" Type="http://schemas.openxmlformats.org/officeDocument/2006/relationships/image" Target="../media/image2329.png"/><Relationship Id="rId479" Type="http://schemas.openxmlformats.org/officeDocument/2006/relationships/customXml" Target="../ink/ink2525.xml"/><Relationship Id="rId686" Type="http://schemas.openxmlformats.org/officeDocument/2006/relationships/image" Target="../media/image2550.png"/><Relationship Id="rId36" Type="http://schemas.openxmlformats.org/officeDocument/2006/relationships/customXml" Target="../ink/ink2302.xml"/><Relationship Id="rId339" Type="http://schemas.openxmlformats.org/officeDocument/2006/relationships/customXml" Target="../ink/ink2454.xml"/><Relationship Id="rId546" Type="http://schemas.openxmlformats.org/officeDocument/2006/relationships/image" Target="../media/image2480.png"/><Relationship Id="rId753" Type="http://schemas.openxmlformats.org/officeDocument/2006/relationships/customXml" Target="../ink/ink2662.xml"/><Relationship Id="rId101" Type="http://schemas.openxmlformats.org/officeDocument/2006/relationships/image" Target="../media/image2259.png"/><Relationship Id="rId185" Type="http://schemas.openxmlformats.org/officeDocument/2006/relationships/image" Target="../media/image2301.png"/><Relationship Id="rId406" Type="http://schemas.openxmlformats.org/officeDocument/2006/relationships/customXml" Target="../ink/ink2488.xml"/><Relationship Id="rId392" Type="http://schemas.openxmlformats.org/officeDocument/2006/relationships/customXml" Target="../ink/ink2481.xml"/><Relationship Id="rId613" Type="http://schemas.openxmlformats.org/officeDocument/2006/relationships/customXml" Target="../ink/ink2592.xml"/><Relationship Id="rId697" Type="http://schemas.openxmlformats.org/officeDocument/2006/relationships/customXml" Target="../ink/ink2634.xml"/><Relationship Id="rId252" Type="http://schemas.openxmlformats.org/officeDocument/2006/relationships/customXml" Target="../ink/ink2410.xml"/><Relationship Id="rId47" Type="http://schemas.openxmlformats.org/officeDocument/2006/relationships/image" Target="../media/image2233.png"/><Relationship Id="rId112" Type="http://schemas.openxmlformats.org/officeDocument/2006/relationships/customXml" Target="../ink/ink2340.xml"/><Relationship Id="rId557" Type="http://schemas.openxmlformats.org/officeDocument/2006/relationships/customXml" Target="../ink/ink2564.xml"/><Relationship Id="rId196" Type="http://schemas.openxmlformats.org/officeDocument/2006/relationships/customXml" Target="../ink/ink2382.xml"/><Relationship Id="rId417" Type="http://schemas.openxmlformats.org/officeDocument/2006/relationships/image" Target="../media/image2416.png"/><Relationship Id="rId624" Type="http://schemas.openxmlformats.org/officeDocument/2006/relationships/image" Target="../media/image2519.png"/><Relationship Id="rId263" Type="http://schemas.openxmlformats.org/officeDocument/2006/relationships/image" Target="../media/image2340.png"/><Relationship Id="rId470" Type="http://schemas.openxmlformats.org/officeDocument/2006/relationships/image" Target="../media/image2442.png"/><Relationship Id="rId58" Type="http://schemas.openxmlformats.org/officeDocument/2006/relationships/customXml" Target="../ink/ink2313.xml"/><Relationship Id="rId123" Type="http://schemas.openxmlformats.org/officeDocument/2006/relationships/image" Target="../media/image2270.png"/><Relationship Id="rId330" Type="http://schemas.openxmlformats.org/officeDocument/2006/relationships/image" Target="../media/image2373.png"/><Relationship Id="rId568" Type="http://schemas.openxmlformats.org/officeDocument/2006/relationships/image" Target="../media/image2491.png"/><Relationship Id="rId428" Type="http://schemas.openxmlformats.org/officeDocument/2006/relationships/image" Target="../media/image2421.png"/><Relationship Id="rId635" Type="http://schemas.openxmlformats.org/officeDocument/2006/relationships/customXml" Target="../ink/ink2603.xml"/><Relationship Id="rId274" Type="http://schemas.openxmlformats.org/officeDocument/2006/relationships/image" Target="../media/image2345.png"/><Relationship Id="rId481" Type="http://schemas.openxmlformats.org/officeDocument/2006/relationships/customXml" Target="../ink/ink2526.xml"/><Relationship Id="rId702" Type="http://schemas.openxmlformats.org/officeDocument/2006/relationships/image" Target="../media/image2558.png"/><Relationship Id="rId69" Type="http://schemas.openxmlformats.org/officeDocument/2006/relationships/image" Target="../media/image2243.png"/><Relationship Id="rId134" Type="http://schemas.openxmlformats.org/officeDocument/2006/relationships/customXml" Target="../ink/ink2351.xml"/><Relationship Id="rId579" Type="http://schemas.openxmlformats.org/officeDocument/2006/relationships/customXml" Target="../ink/ink2575.xml"/><Relationship Id="rId341" Type="http://schemas.openxmlformats.org/officeDocument/2006/relationships/customXml" Target="../ink/ink2455.xml"/><Relationship Id="rId439" Type="http://schemas.openxmlformats.org/officeDocument/2006/relationships/customXml" Target="../ink/ink2505.xml"/><Relationship Id="rId646" Type="http://schemas.openxmlformats.org/officeDocument/2006/relationships/image" Target="../media/image2530.png"/><Relationship Id="rId201" Type="http://schemas.openxmlformats.org/officeDocument/2006/relationships/image" Target="../media/image2309.png"/><Relationship Id="rId285" Type="http://schemas.openxmlformats.org/officeDocument/2006/relationships/customXml" Target="../ink/ink2427.xml"/><Relationship Id="rId506" Type="http://schemas.openxmlformats.org/officeDocument/2006/relationships/image" Target="../media/image2460.png"/><Relationship Id="rId492" Type="http://schemas.openxmlformats.org/officeDocument/2006/relationships/image" Target="../media/image2453.png"/><Relationship Id="rId713" Type="http://schemas.openxmlformats.org/officeDocument/2006/relationships/customXml" Target="../ink/ink2642.xml"/><Relationship Id="rId145" Type="http://schemas.openxmlformats.org/officeDocument/2006/relationships/image" Target="../media/image2281.png"/><Relationship Id="rId352" Type="http://schemas.openxmlformats.org/officeDocument/2006/relationships/image" Target="../media/image2384.png"/><Relationship Id="rId212" Type="http://schemas.openxmlformats.org/officeDocument/2006/relationships/customXml" Target="../ink/ink2390.xml"/><Relationship Id="rId657" Type="http://schemas.openxmlformats.org/officeDocument/2006/relationships/customXml" Target="../ink/ink2614.xml"/><Relationship Id="rId296" Type="http://schemas.openxmlformats.org/officeDocument/2006/relationships/image" Target="../media/image2356.png"/><Relationship Id="rId517" Type="http://schemas.openxmlformats.org/officeDocument/2006/relationships/customXml" Target="../ink/ink2544.xml"/><Relationship Id="rId724" Type="http://schemas.openxmlformats.org/officeDocument/2006/relationships/image" Target="../media/image2569.png"/><Relationship Id="rId60" Type="http://schemas.openxmlformats.org/officeDocument/2006/relationships/customXml" Target="../ink/ink2314.xml"/><Relationship Id="rId156" Type="http://schemas.openxmlformats.org/officeDocument/2006/relationships/customXml" Target="../ink/ink2362.xml"/><Relationship Id="rId363" Type="http://schemas.openxmlformats.org/officeDocument/2006/relationships/customXml" Target="../ink/ink2466.xml"/><Relationship Id="rId570" Type="http://schemas.openxmlformats.org/officeDocument/2006/relationships/image" Target="../media/image2492.png"/><Relationship Id="rId223" Type="http://schemas.openxmlformats.org/officeDocument/2006/relationships/image" Target="../media/image2320.png"/><Relationship Id="rId430" Type="http://schemas.openxmlformats.org/officeDocument/2006/relationships/image" Target="../media/image2422.png"/><Relationship Id="rId668" Type="http://schemas.openxmlformats.org/officeDocument/2006/relationships/image" Target="../media/image2541.png"/><Relationship Id="rId18" Type="http://schemas.openxmlformats.org/officeDocument/2006/relationships/customXml" Target="../ink/ink2293.xml"/><Relationship Id="rId528" Type="http://schemas.openxmlformats.org/officeDocument/2006/relationships/image" Target="../media/image2471.png"/><Relationship Id="rId735" Type="http://schemas.openxmlformats.org/officeDocument/2006/relationships/customXml" Target="../ink/ink2653.xml"/><Relationship Id="rId167" Type="http://schemas.openxmlformats.org/officeDocument/2006/relationships/image" Target="../media/image2292.png"/><Relationship Id="rId374" Type="http://schemas.openxmlformats.org/officeDocument/2006/relationships/image" Target="../media/image2395.png"/><Relationship Id="rId581" Type="http://schemas.openxmlformats.org/officeDocument/2006/relationships/customXml" Target="../ink/ink2576.xml"/><Relationship Id="rId71" Type="http://schemas.openxmlformats.org/officeDocument/2006/relationships/image" Target="../media/image2244.png"/><Relationship Id="rId234" Type="http://schemas.openxmlformats.org/officeDocument/2006/relationships/customXml" Target="../ink/ink2401.xml"/><Relationship Id="rId679" Type="http://schemas.openxmlformats.org/officeDocument/2006/relationships/customXml" Target="../ink/ink2625.xml"/><Relationship Id="rId2" Type="http://schemas.openxmlformats.org/officeDocument/2006/relationships/customXml" Target="../ink/ink2285.xml"/><Relationship Id="rId29" Type="http://schemas.openxmlformats.org/officeDocument/2006/relationships/image" Target="../media/image2224.png"/><Relationship Id="rId441" Type="http://schemas.openxmlformats.org/officeDocument/2006/relationships/customXml" Target="../ink/ink2506.xml"/><Relationship Id="rId539" Type="http://schemas.openxmlformats.org/officeDocument/2006/relationships/customXml" Target="../ink/ink2555.xml"/><Relationship Id="rId746" Type="http://schemas.openxmlformats.org/officeDocument/2006/relationships/image" Target="../media/image2580.png"/><Relationship Id="rId178" Type="http://schemas.openxmlformats.org/officeDocument/2006/relationships/customXml" Target="../ink/ink2373.xml"/><Relationship Id="rId301" Type="http://schemas.openxmlformats.org/officeDocument/2006/relationships/customXml" Target="../ink/ink2435.xml"/><Relationship Id="rId82" Type="http://schemas.openxmlformats.org/officeDocument/2006/relationships/customXml" Target="../ink/ink2325.xml"/><Relationship Id="rId385" Type="http://schemas.openxmlformats.org/officeDocument/2006/relationships/customXml" Target="../ink/ink2477.xml"/><Relationship Id="rId592" Type="http://schemas.openxmlformats.org/officeDocument/2006/relationships/image" Target="../media/image2503.png"/><Relationship Id="rId606" Type="http://schemas.openxmlformats.org/officeDocument/2006/relationships/image" Target="../media/image2510.png"/><Relationship Id="rId245" Type="http://schemas.openxmlformats.org/officeDocument/2006/relationships/image" Target="../media/image2331.png"/><Relationship Id="rId452" Type="http://schemas.openxmlformats.org/officeDocument/2006/relationships/image" Target="../media/image2433.png"/><Relationship Id="rId105" Type="http://schemas.openxmlformats.org/officeDocument/2006/relationships/image" Target="../media/image2261.png"/><Relationship Id="rId312" Type="http://schemas.openxmlformats.org/officeDocument/2006/relationships/image" Target="../media/image2364.png"/><Relationship Id="rId757" Type="http://schemas.openxmlformats.org/officeDocument/2006/relationships/customXml" Target="../ink/ink2664.xml"/><Relationship Id="rId93" Type="http://schemas.openxmlformats.org/officeDocument/2006/relationships/image" Target="../media/image2255.png"/><Relationship Id="rId189" Type="http://schemas.openxmlformats.org/officeDocument/2006/relationships/image" Target="../media/image2303.png"/><Relationship Id="rId396" Type="http://schemas.openxmlformats.org/officeDocument/2006/relationships/customXml" Target="../ink/ink2483.xml"/><Relationship Id="rId617" Type="http://schemas.openxmlformats.org/officeDocument/2006/relationships/customXml" Target="../ink/ink2594.xml"/><Relationship Id="rId256" Type="http://schemas.openxmlformats.org/officeDocument/2006/relationships/customXml" Target="../ink/ink2412.xml"/><Relationship Id="rId463" Type="http://schemas.openxmlformats.org/officeDocument/2006/relationships/customXml" Target="../ink/ink2517.xml"/><Relationship Id="rId670" Type="http://schemas.openxmlformats.org/officeDocument/2006/relationships/image" Target="../media/image2542.png"/><Relationship Id="rId116" Type="http://schemas.openxmlformats.org/officeDocument/2006/relationships/customXml" Target="../ink/ink2342.xml"/><Relationship Id="rId323" Type="http://schemas.openxmlformats.org/officeDocument/2006/relationships/customXml" Target="../ink/ink2446.xml"/><Relationship Id="rId530" Type="http://schemas.openxmlformats.org/officeDocument/2006/relationships/image" Target="../media/image2472.png"/><Relationship Id="rId20" Type="http://schemas.openxmlformats.org/officeDocument/2006/relationships/customXml" Target="../ink/ink2294.xml"/><Relationship Id="rId628" Type="http://schemas.openxmlformats.org/officeDocument/2006/relationships/image" Target="../media/image2521.png"/><Relationship Id="rId267" Type="http://schemas.openxmlformats.org/officeDocument/2006/relationships/image" Target="../media/image2342.png"/><Relationship Id="rId474" Type="http://schemas.openxmlformats.org/officeDocument/2006/relationships/image" Target="../media/image2444.png"/><Relationship Id="rId127" Type="http://schemas.openxmlformats.org/officeDocument/2006/relationships/image" Target="../media/image2272.png"/><Relationship Id="rId681" Type="http://schemas.openxmlformats.org/officeDocument/2006/relationships/customXml" Target="../ink/ink2626.xml"/><Relationship Id="rId31" Type="http://schemas.openxmlformats.org/officeDocument/2006/relationships/image" Target="../media/image2225.png"/><Relationship Id="rId334" Type="http://schemas.openxmlformats.org/officeDocument/2006/relationships/image" Target="../media/image2375.png"/><Relationship Id="rId541" Type="http://schemas.openxmlformats.org/officeDocument/2006/relationships/customXml" Target="../ink/ink2556.xml"/><Relationship Id="rId639" Type="http://schemas.openxmlformats.org/officeDocument/2006/relationships/customXml" Target="../ink/ink2605.xml"/><Relationship Id="rId4" Type="http://schemas.openxmlformats.org/officeDocument/2006/relationships/customXml" Target="../ink/ink2286.xml"/><Relationship Id="rId180" Type="http://schemas.openxmlformats.org/officeDocument/2006/relationships/customXml" Target="../ink/ink2374.xml"/><Relationship Id="rId236" Type="http://schemas.openxmlformats.org/officeDocument/2006/relationships/customXml" Target="../ink/ink2402.xml"/><Relationship Id="rId278" Type="http://schemas.openxmlformats.org/officeDocument/2006/relationships/image" Target="../media/image2347.png"/><Relationship Id="rId401" Type="http://schemas.openxmlformats.org/officeDocument/2006/relationships/image" Target="../media/image2408.png"/><Relationship Id="rId443" Type="http://schemas.openxmlformats.org/officeDocument/2006/relationships/customXml" Target="../ink/ink2507.xml"/><Relationship Id="rId650" Type="http://schemas.openxmlformats.org/officeDocument/2006/relationships/image" Target="../media/image2532.png"/><Relationship Id="rId303" Type="http://schemas.openxmlformats.org/officeDocument/2006/relationships/customXml" Target="../ink/ink2436.xml"/><Relationship Id="rId485" Type="http://schemas.openxmlformats.org/officeDocument/2006/relationships/customXml" Target="../ink/ink2528.xml"/><Relationship Id="rId692" Type="http://schemas.openxmlformats.org/officeDocument/2006/relationships/image" Target="../media/image2553.png"/><Relationship Id="rId706" Type="http://schemas.openxmlformats.org/officeDocument/2006/relationships/image" Target="../media/image2560.png"/><Relationship Id="rId748" Type="http://schemas.openxmlformats.org/officeDocument/2006/relationships/image" Target="../media/image2581.png"/><Relationship Id="rId42" Type="http://schemas.openxmlformats.org/officeDocument/2006/relationships/customXml" Target="../ink/ink2305.xml"/><Relationship Id="rId84" Type="http://schemas.openxmlformats.org/officeDocument/2006/relationships/customXml" Target="../ink/ink2326.xml"/><Relationship Id="rId138" Type="http://schemas.openxmlformats.org/officeDocument/2006/relationships/customXml" Target="../ink/ink2353.xml"/><Relationship Id="rId345" Type="http://schemas.openxmlformats.org/officeDocument/2006/relationships/customXml" Target="../ink/ink2457.xml"/><Relationship Id="rId387" Type="http://schemas.openxmlformats.org/officeDocument/2006/relationships/customXml" Target="../ink/ink2478.xml"/><Relationship Id="rId510" Type="http://schemas.openxmlformats.org/officeDocument/2006/relationships/image" Target="../media/image2462.png"/><Relationship Id="rId552" Type="http://schemas.openxmlformats.org/officeDocument/2006/relationships/image" Target="../media/image2483.png"/><Relationship Id="rId594" Type="http://schemas.openxmlformats.org/officeDocument/2006/relationships/image" Target="../media/image2504.png"/><Relationship Id="rId608" Type="http://schemas.openxmlformats.org/officeDocument/2006/relationships/image" Target="../media/image2511.png"/><Relationship Id="rId191" Type="http://schemas.openxmlformats.org/officeDocument/2006/relationships/image" Target="../media/image2304.png"/><Relationship Id="rId205" Type="http://schemas.openxmlformats.org/officeDocument/2006/relationships/image" Target="../media/image2311.png"/><Relationship Id="rId247" Type="http://schemas.openxmlformats.org/officeDocument/2006/relationships/image" Target="../media/image2332.png"/><Relationship Id="rId412" Type="http://schemas.openxmlformats.org/officeDocument/2006/relationships/customXml" Target="../ink/ink2491.xml"/><Relationship Id="rId107" Type="http://schemas.openxmlformats.org/officeDocument/2006/relationships/image" Target="../media/image2262.png"/><Relationship Id="rId289" Type="http://schemas.openxmlformats.org/officeDocument/2006/relationships/customXml" Target="../ink/ink2429.xml"/><Relationship Id="rId454" Type="http://schemas.openxmlformats.org/officeDocument/2006/relationships/image" Target="../media/image2434.png"/><Relationship Id="rId496" Type="http://schemas.openxmlformats.org/officeDocument/2006/relationships/image" Target="../media/image2455.png"/><Relationship Id="rId661" Type="http://schemas.openxmlformats.org/officeDocument/2006/relationships/customXml" Target="../ink/ink2616.xml"/><Relationship Id="rId717" Type="http://schemas.openxmlformats.org/officeDocument/2006/relationships/customXml" Target="../ink/ink2644.xml"/><Relationship Id="rId759" Type="http://schemas.openxmlformats.org/officeDocument/2006/relationships/customXml" Target="../ink/ink2665.xml"/><Relationship Id="rId11" Type="http://schemas.openxmlformats.org/officeDocument/2006/relationships/image" Target="../media/image2216.png"/><Relationship Id="rId53" Type="http://schemas.openxmlformats.org/officeDocument/2006/relationships/image" Target="../media/image1875.png"/><Relationship Id="rId149" Type="http://schemas.openxmlformats.org/officeDocument/2006/relationships/image" Target="../media/image2283.png"/><Relationship Id="rId314" Type="http://schemas.openxmlformats.org/officeDocument/2006/relationships/image" Target="../media/image2365.png"/><Relationship Id="rId356" Type="http://schemas.openxmlformats.org/officeDocument/2006/relationships/image" Target="../media/image2386.png"/><Relationship Id="rId398" Type="http://schemas.openxmlformats.org/officeDocument/2006/relationships/customXml" Target="../ink/ink2484.xml"/><Relationship Id="rId521" Type="http://schemas.openxmlformats.org/officeDocument/2006/relationships/customXml" Target="../ink/ink2546.xml"/><Relationship Id="rId563" Type="http://schemas.openxmlformats.org/officeDocument/2006/relationships/customXml" Target="../ink/ink2567.xml"/><Relationship Id="rId619" Type="http://schemas.openxmlformats.org/officeDocument/2006/relationships/customXml" Target="../ink/ink2595.xml"/><Relationship Id="rId95" Type="http://schemas.openxmlformats.org/officeDocument/2006/relationships/image" Target="../media/image2256.png"/><Relationship Id="rId160" Type="http://schemas.openxmlformats.org/officeDocument/2006/relationships/customXml" Target="../ink/ink2364.xml"/><Relationship Id="rId216" Type="http://schemas.openxmlformats.org/officeDocument/2006/relationships/customXml" Target="../ink/ink2392.xml"/><Relationship Id="rId423" Type="http://schemas.openxmlformats.org/officeDocument/2006/relationships/image" Target="../media/image2419.png"/><Relationship Id="rId258" Type="http://schemas.openxmlformats.org/officeDocument/2006/relationships/customXml" Target="../ink/ink2413.xml"/><Relationship Id="rId465" Type="http://schemas.openxmlformats.org/officeDocument/2006/relationships/customXml" Target="../ink/ink2518.xml"/><Relationship Id="rId630" Type="http://schemas.openxmlformats.org/officeDocument/2006/relationships/image" Target="../media/image2522.png"/><Relationship Id="rId672" Type="http://schemas.openxmlformats.org/officeDocument/2006/relationships/image" Target="../media/image2543.png"/><Relationship Id="rId728" Type="http://schemas.openxmlformats.org/officeDocument/2006/relationships/image" Target="../media/image2571.png"/><Relationship Id="rId22" Type="http://schemas.openxmlformats.org/officeDocument/2006/relationships/customXml" Target="../ink/ink2295.xml"/><Relationship Id="rId64" Type="http://schemas.openxmlformats.org/officeDocument/2006/relationships/customXml" Target="../ink/ink2316.xml"/><Relationship Id="rId118" Type="http://schemas.openxmlformats.org/officeDocument/2006/relationships/customXml" Target="../ink/ink2343.xml"/><Relationship Id="rId325" Type="http://schemas.openxmlformats.org/officeDocument/2006/relationships/customXml" Target="../ink/ink2447.xml"/><Relationship Id="rId367" Type="http://schemas.openxmlformats.org/officeDocument/2006/relationships/customXml" Target="../ink/ink2468.xml"/><Relationship Id="rId532" Type="http://schemas.openxmlformats.org/officeDocument/2006/relationships/image" Target="../media/image2473.png"/><Relationship Id="rId574" Type="http://schemas.openxmlformats.org/officeDocument/2006/relationships/image" Target="../media/image2494.png"/><Relationship Id="rId171" Type="http://schemas.openxmlformats.org/officeDocument/2006/relationships/image" Target="../media/image2294.png"/><Relationship Id="rId227" Type="http://schemas.openxmlformats.org/officeDocument/2006/relationships/image" Target="../media/image2322.png"/><Relationship Id="rId269" Type="http://schemas.openxmlformats.org/officeDocument/2006/relationships/image" Target="../media/image2343.png"/><Relationship Id="rId434" Type="http://schemas.openxmlformats.org/officeDocument/2006/relationships/image" Target="../media/image2424.png"/><Relationship Id="rId476" Type="http://schemas.openxmlformats.org/officeDocument/2006/relationships/image" Target="../media/image2445.png"/><Relationship Id="rId641" Type="http://schemas.openxmlformats.org/officeDocument/2006/relationships/customXml" Target="../ink/ink2606.xml"/><Relationship Id="rId683" Type="http://schemas.openxmlformats.org/officeDocument/2006/relationships/customXml" Target="../ink/ink2627.xml"/><Relationship Id="rId739" Type="http://schemas.openxmlformats.org/officeDocument/2006/relationships/customXml" Target="../ink/ink2655.xml"/><Relationship Id="rId33" Type="http://schemas.openxmlformats.org/officeDocument/2006/relationships/image" Target="../media/image2226.png"/><Relationship Id="rId129" Type="http://schemas.openxmlformats.org/officeDocument/2006/relationships/image" Target="../media/image2273.png"/><Relationship Id="rId280" Type="http://schemas.openxmlformats.org/officeDocument/2006/relationships/image" Target="../media/image2348.png"/><Relationship Id="rId336" Type="http://schemas.openxmlformats.org/officeDocument/2006/relationships/image" Target="../media/image2376.png"/><Relationship Id="rId501" Type="http://schemas.openxmlformats.org/officeDocument/2006/relationships/customXml" Target="../ink/ink2536.xml"/><Relationship Id="rId543" Type="http://schemas.openxmlformats.org/officeDocument/2006/relationships/customXml" Target="../ink/ink2557.xml"/><Relationship Id="rId75" Type="http://schemas.openxmlformats.org/officeDocument/2006/relationships/image" Target="../media/image2246.png"/><Relationship Id="rId140" Type="http://schemas.openxmlformats.org/officeDocument/2006/relationships/customXml" Target="../ink/ink2354.xml"/><Relationship Id="rId182" Type="http://schemas.openxmlformats.org/officeDocument/2006/relationships/customXml" Target="../ink/ink2375.xml"/><Relationship Id="rId378" Type="http://schemas.openxmlformats.org/officeDocument/2006/relationships/image" Target="../media/image2397.png"/><Relationship Id="rId403" Type="http://schemas.openxmlformats.org/officeDocument/2006/relationships/image" Target="../media/image2409.png"/><Relationship Id="rId585" Type="http://schemas.openxmlformats.org/officeDocument/2006/relationships/customXml" Target="../ink/ink2578.xml"/><Relationship Id="rId750" Type="http://schemas.openxmlformats.org/officeDocument/2006/relationships/image" Target="../media/image2582.png"/><Relationship Id="rId6" Type="http://schemas.openxmlformats.org/officeDocument/2006/relationships/customXml" Target="../ink/ink2287.xml"/><Relationship Id="rId238" Type="http://schemas.openxmlformats.org/officeDocument/2006/relationships/customXml" Target="../ink/ink2403.xml"/><Relationship Id="rId445" Type="http://schemas.openxmlformats.org/officeDocument/2006/relationships/customXml" Target="../ink/ink2508.xml"/><Relationship Id="rId487" Type="http://schemas.openxmlformats.org/officeDocument/2006/relationships/customXml" Target="../ink/ink2529.xml"/><Relationship Id="rId610" Type="http://schemas.openxmlformats.org/officeDocument/2006/relationships/image" Target="../media/image2512.png"/><Relationship Id="rId652" Type="http://schemas.openxmlformats.org/officeDocument/2006/relationships/image" Target="../media/image2533.png"/><Relationship Id="rId694" Type="http://schemas.openxmlformats.org/officeDocument/2006/relationships/image" Target="../media/image2554.png"/><Relationship Id="rId708" Type="http://schemas.openxmlformats.org/officeDocument/2006/relationships/image" Target="../media/image2561.png"/><Relationship Id="rId291" Type="http://schemas.openxmlformats.org/officeDocument/2006/relationships/customXml" Target="../ink/ink2430.xml"/><Relationship Id="rId305" Type="http://schemas.openxmlformats.org/officeDocument/2006/relationships/customXml" Target="../ink/ink2437.xml"/><Relationship Id="rId347" Type="http://schemas.openxmlformats.org/officeDocument/2006/relationships/customXml" Target="../ink/ink2458.xml"/><Relationship Id="rId512" Type="http://schemas.openxmlformats.org/officeDocument/2006/relationships/image" Target="../media/image2463.png"/><Relationship Id="rId44" Type="http://schemas.openxmlformats.org/officeDocument/2006/relationships/customXml" Target="../ink/ink2306.xml"/><Relationship Id="rId86" Type="http://schemas.openxmlformats.org/officeDocument/2006/relationships/customXml" Target="../ink/ink2327.xml"/><Relationship Id="rId151" Type="http://schemas.openxmlformats.org/officeDocument/2006/relationships/image" Target="../media/image2284.png"/><Relationship Id="rId389" Type="http://schemas.openxmlformats.org/officeDocument/2006/relationships/customXml" Target="../ink/ink2479.xml"/><Relationship Id="rId554" Type="http://schemas.openxmlformats.org/officeDocument/2006/relationships/image" Target="../media/image2484.png"/><Relationship Id="rId596" Type="http://schemas.openxmlformats.org/officeDocument/2006/relationships/image" Target="../media/image2505.png"/><Relationship Id="rId761" Type="http://schemas.openxmlformats.org/officeDocument/2006/relationships/customXml" Target="../ink/ink2666.xml"/><Relationship Id="rId193" Type="http://schemas.openxmlformats.org/officeDocument/2006/relationships/image" Target="../media/image2305.png"/><Relationship Id="rId207" Type="http://schemas.openxmlformats.org/officeDocument/2006/relationships/image" Target="../media/image2312.png"/><Relationship Id="rId249" Type="http://schemas.openxmlformats.org/officeDocument/2006/relationships/image" Target="../media/image2333.png"/><Relationship Id="rId414" Type="http://schemas.openxmlformats.org/officeDocument/2006/relationships/customXml" Target="../ink/ink2492.xml"/><Relationship Id="rId456" Type="http://schemas.openxmlformats.org/officeDocument/2006/relationships/image" Target="../media/image2435.png"/><Relationship Id="rId498" Type="http://schemas.openxmlformats.org/officeDocument/2006/relationships/image" Target="../media/image2456.png"/><Relationship Id="rId621" Type="http://schemas.openxmlformats.org/officeDocument/2006/relationships/customXml" Target="../ink/ink2596.xml"/><Relationship Id="rId663" Type="http://schemas.openxmlformats.org/officeDocument/2006/relationships/customXml" Target="../ink/ink2617.xml"/><Relationship Id="rId13" Type="http://schemas.openxmlformats.org/officeDocument/2006/relationships/image" Target="../media/image2217.png"/><Relationship Id="rId109" Type="http://schemas.openxmlformats.org/officeDocument/2006/relationships/image" Target="../media/image2263.png"/><Relationship Id="rId260" Type="http://schemas.openxmlformats.org/officeDocument/2006/relationships/customXml" Target="../ink/ink2414.xml"/><Relationship Id="rId316" Type="http://schemas.openxmlformats.org/officeDocument/2006/relationships/image" Target="../media/image2366.png"/><Relationship Id="rId523" Type="http://schemas.openxmlformats.org/officeDocument/2006/relationships/customXml" Target="../ink/ink2547.xml"/><Relationship Id="rId719" Type="http://schemas.openxmlformats.org/officeDocument/2006/relationships/customXml" Target="../ink/ink2645.xml"/><Relationship Id="rId55" Type="http://schemas.openxmlformats.org/officeDocument/2006/relationships/image" Target="../media/image2236.png"/><Relationship Id="rId97" Type="http://schemas.openxmlformats.org/officeDocument/2006/relationships/image" Target="../media/image2257.png"/><Relationship Id="rId120" Type="http://schemas.openxmlformats.org/officeDocument/2006/relationships/customXml" Target="../ink/ink2344.xml"/><Relationship Id="rId358" Type="http://schemas.openxmlformats.org/officeDocument/2006/relationships/image" Target="../media/image2387.png"/><Relationship Id="rId565" Type="http://schemas.openxmlformats.org/officeDocument/2006/relationships/customXml" Target="../ink/ink2568.xml"/><Relationship Id="rId730" Type="http://schemas.openxmlformats.org/officeDocument/2006/relationships/image" Target="../media/image2572.png"/><Relationship Id="rId162" Type="http://schemas.openxmlformats.org/officeDocument/2006/relationships/customXml" Target="../ink/ink2365.xml"/><Relationship Id="rId218" Type="http://schemas.openxmlformats.org/officeDocument/2006/relationships/customXml" Target="../ink/ink2393.xml"/><Relationship Id="rId425" Type="http://schemas.openxmlformats.org/officeDocument/2006/relationships/image" Target="../media/image2420.png"/><Relationship Id="rId467" Type="http://schemas.openxmlformats.org/officeDocument/2006/relationships/customXml" Target="../ink/ink2519.xml"/><Relationship Id="rId632" Type="http://schemas.openxmlformats.org/officeDocument/2006/relationships/image" Target="../media/image2523.png"/><Relationship Id="rId271" Type="http://schemas.openxmlformats.org/officeDocument/2006/relationships/customXml" Target="../ink/ink2420.xml"/><Relationship Id="rId674" Type="http://schemas.openxmlformats.org/officeDocument/2006/relationships/image" Target="../media/image2544.png"/><Relationship Id="rId24" Type="http://schemas.openxmlformats.org/officeDocument/2006/relationships/customXml" Target="../ink/ink2296.xml"/><Relationship Id="rId66" Type="http://schemas.openxmlformats.org/officeDocument/2006/relationships/customXml" Target="../ink/ink2317.xml"/><Relationship Id="rId131" Type="http://schemas.openxmlformats.org/officeDocument/2006/relationships/image" Target="../media/image2274.png"/><Relationship Id="rId327" Type="http://schemas.openxmlformats.org/officeDocument/2006/relationships/customXml" Target="../ink/ink2448.xml"/><Relationship Id="rId369" Type="http://schemas.openxmlformats.org/officeDocument/2006/relationships/customXml" Target="../ink/ink2469.xml"/><Relationship Id="rId534" Type="http://schemas.openxmlformats.org/officeDocument/2006/relationships/image" Target="../media/image2474.png"/><Relationship Id="rId576" Type="http://schemas.openxmlformats.org/officeDocument/2006/relationships/image" Target="../media/image2495.png"/><Relationship Id="rId741" Type="http://schemas.openxmlformats.org/officeDocument/2006/relationships/customXml" Target="../ink/ink2656.xml"/><Relationship Id="rId173" Type="http://schemas.openxmlformats.org/officeDocument/2006/relationships/image" Target="../media/image2295.png"/><Relationship Id="rId229" Type="http://schemas.openxmlformats.org/officeDocument/2006/relationships/image" Target="../media/image2323.png"/><Relationship Id="rId380" Type="http://schemas.openxmlformats.org/officeDocument/2006/relationships/image" Target="../media/image2398.png"/><Relationship Id="rId436" Type="http://schemas.openxmlformats.org/officeDocument/2006/relationships/image" Target="../media/image2425.png"/><Relationship Id="rId601" Type="http://schemas.openxmlformats.org/officeDocument/2006/relationships/customXml" Target="../ink/ink2586.xml"/><Relationship Id="rId643" Type="http://schemas.openxmlformats.org/officeDocument/2006/relationships/customXml" Target="../ink/ink2607.xml"/><Relationship Id="rId240" Type="http://schemas.openxmlformats.org/officeDocument/2006/relationships/customXml" Target="../ink/ink2404.xml"/><Relationship Id="rId478" Type="http://schemas.openxmlformats.org/officeDocument/2006/relationships/image" Target="../media/image2446.png"/><Relationship Id="rId685" Type="http://schemas.openxmlformats.org/officeDocument/2006/relationships/customXml" Target="../ink/ink2628.xml"/><Relationship Id="rId35" Type="http://schemas.openxmlformats.org/officeDocument/2006/relationships/image" Target="../media/image2227.png"/><Relationship Id="rId77" Type="http://schemas.openxmlformats.org/officeDocument/2006/relationships/image" Target="../media/image2247.png"/><Relationship Id="rId100" Type="http://schemas.openxmlformats.org/officeDocument/2006/relationships/customXml" Target="../ink/ink2334.xml"/><Relationship Id="rId282" Type="http://schemas.openxmlformats.org/officeDocument/2006/relationships/image" Target="../media/image2349.png"/><Relationship Id="rId338" Type="http://schemas.openxmlformats.org/officeDocument/2006/relationships/image" Target="../media/image2377.png"/><Relationship Id="rId503" Type="http://schemas.openxmlformats.org/officeDocument/2006/relationships/customXml" Target="../ink/ink2537.xml"/><Relationship Id="rId545" Type="http://schemas.openxmlformats.org/officeDocument/2006/relationships/customXml" Target="../ink/ink2558.xml"/><Relationship Id="rId587" Type="http://schemas.openxmlformats.org/officeDocument/2006/relationships/customXml" Target="../ink/ink2579.xml"/><Relationship Id="rId710" Type="http://schemas.openxmlformats.org/officeDocument/2006/relationships/image" Target="../media/image2562.png"/><Relationship Id="rId752" Type="http://schemas.openxmlformats.org/officeDocument/2006/relationships/image" Target="../media/image2583.png"/><Relationship Id="rId8" Type="http://schemas.openxmlformats.org/officeDocument/2006/relationships/customXml" Target="../ink/ink2288.xml"/><Relationship Id="rId142" Type="http://schemas.openxmlformats.org/officeDocument/2006/relationships/customXml" Target="../ink/ink2355.xml"/><Relationship Id="rId184" Type="http://schemas.openxmlformats.org/officeDocument/2006/relationships/customXml" Target="../ink/ink2376.xml"/><Relationship Id="rId391" Type="http://schemas.openxmlformats.org/officeDocument/2006/relationships/image" Target="../media/image2403.png"/><Relationship Id="rId405" Type="http://schemas.openxmlformats.org/officeDocument/2006/relationships/image" Target="../media/image2410.png"/><Relationship Id="rId447" Type="http://schemas.openxmlformats.org/officeDocument/2006/relationships/customXml" Target="../ink/ink2509.xml"/><Relationship Id="rId612" Type="http://schemas.openxmlformats.org/officeDocument/2006/relationships/image" Target="../media/image2513.png"/><Relationship Id="rId251" Type="http://schemas.openxmlformats.org/officeDocument/2006/relationships/image" Target="../media/image2334.png"/><Relationship Id="rId489" Type="http://schemas.openxmlformats.org/officeDocument/2006/relationships/customXml" Target="../ink/ink2530.xml"/><Relationship Id="rId654" Type="http://schemas.openxmlformats.org/officeDocument/2006/relationships/image" Target="../media/image2534.png"/><Relationship Id="rId696" Type="http://schemas.openxmlformats.org/officeDocument/2006/relationships/image" Target="../media/image2555.png"/><Relationship Id="rId46" Type="http://schemas.openxmlformats.org/officeDocument/2006/relationships/customXml" Target="../ink/ink2307.xml"/><Relationship Id="rId293" Type="http://schemas.openxmlformats.org/officeDocument/2006/relationships/customXml" Target="../ink/ink2431.xml"/><Relationship Id="rId307" Type="http://schemas.openxmlformats.org/officeDocument/2006/relationships/customXml" Target="../ink/ink2438.xml"/><Relationship Id="rId349" Type="http://schemas.openxmlformats.org/officeDocument/2006/relationships/customXml" Target="../ink/ink2459.xml"/><Relationship Id="rId514" Type="http://schemas.openxmlformats.org/officeDocument/2006/relationships/image" Target="../media/image2464.png"/><Relationship Id="rId556" Type="http://schemas.openxmlformats.org/officeDocument/2006/relationships/image" Target="../media/image2485.png"/><Relationship Id="rId721" Type="http://schemas.openxmlformats.org/officeDocument/2006/relationships/customXml" Target="../ink/ink2646.xml"/><Relationship Id="rId88" Type="http://schemas.openxmlformats.org/officeDocument/2006/relationships/customXml" Target="../ink/ink2328.xml"/><Relationship Id="rId111" Type="http://schemas.openxmlformats.org/officeDocument/2006/relationships/image" Target="../media/image2264.png"/><Relationship Id="rId153" Type="http://schemas.openxmlformats.org/officeDocument/2006/relationships/image" Target="../media/image2285.png"/><Relationship Id="rId195" Type="http://schemas.openxmlformats.org/officeDocument/2006/relationships/image" Target="../media/image2306.png"/><Relationship Id="rId209" Type="http://schemas.openxmlformats.org/officeDocument/2006/relationships/image" Target="../media/image2313.png"/><Relationship Id="rId360" Type="http://schemas.openxmlformats.org/officeDocument/2006/relationships/image" Target="../media/image2388.png"/><Relationship Id="rId416" Type="http://schemas.openxmlformats.org/officeDocument/2006/relationships/customXml" Target="../ink/ink2493.xml"/><Relationship Id="rId598" Type="http://schemas.openxmlformats.org/officeDocument/2006/relationships/image" Target="../media/image2506.png"/><Relationship Id="rId220" Type="http://schemas.openxmlformats.org/officeDocument/2006/relationships/customXml" Target="../ink/ink2394.xml"/><Relationship Id="rId458" Type="http://schemas.openxmlformats.org/officeDocument/2006/relationships/image" Target="../media/image2436.png"/><Relationship Id="rId623" Type="http://schemas.openxmlformats.org/officeDocument/2006/relationships/customXml" Target="../ink/ink2597.xml"/><Relationship Id="rId665" Type="http://schemas.openxmlformats.org/officeDocument/2006/relationships/customXml" Target="../ink/ink2618.xml"/><Relationship Id="rId15" Type="http://schemas.openxmlformats.org/officeDocument/2006/relationships/image" Target="../media/image2218.png"/><Relationship Id="rId57" Type="http://schemas.openxmlformats.org/officeDocument/2006/relationships/image" Target="../media/image2237.png"/><Relationship Id="rId262" Type="http://schemas.openxmlformats.org/officeDocument/2006/relationships/customXml" Target="../ink/ink2415.xml"/><Relationship Id="rId318" Type="http://schemas.openxmlformats.org/officeDocument/2006/relationships/image" Target="../media/image2367.png"/><Relationship Id="rId525" Type="http://schemas.openxmlformats.org/officeDocument/2006/relationships/customXml" Target="../ink/ink2548.xml"/><Relationship Id="rId567" Type="http://schemas.openxmlformats.org/officeDocument/2006/relationships/customXml" Target="../ink/ink2569.xml"/><Relationship Id="rId732" Type="http://schemas.openxmlformats.org/officeDocument/2006/relationships/image" Target="../media/image2573.png"/><Relationship Id="rId99" Type="http://schemas.openxmlformats.org/officeDocument/2006/relationships/image" Target="../media/image2258.png"/><Relationship Id="rId122" Type="http://schemas.openxmlformats.org/officeDocument/2006/relationships/customXml" Target="../ink/ink2345.xml"/><Relationship Id="rId164" Type="http://schemas.openxmlformats.org/officeDocument/2006/relationships/customXml" Target="../ink/ink2366.xml"/><Relationship Id="rId371" Type="http://schemas.openxmlformats.org/officeDocument/2006/relationships/customXml" Target="../ink/ink2470.xml"/><Relationship Id="rId427" Type="http://schemas.openxmlformats.org/officeDocument/2006/relationships/customXml" Target="../ink/ink2499.xml"/><Relationship Id="rId469" Type="http://schemas.openxmlformats.org/officeDocument/2006/relationships/customXml" Target="../ink/ink2520.xml"/><Relationship Id="rId634" Type="http://schemas.openxmlformats.org/officeDocument/2006/relationships/image" Target="../media/image2524.png"/><Relationship Id="rId676" Type="http://schemas.openxmlformats.org/officeDocument/2006/relationships/image" Target="../media/image2545.png"/><Relationship Id="rId26" Type="http://schemas.openxmlformats.org/officeDocument/2006/relationships/customXml" Target="../ink/ink2297.xml"/><Relationship Id="rId231" Type="http://schemas.openxmlformats.org/officeDocument/2006/relationships/image" Target="../media/image2324.png"/><Relationship Id="rId273" Type="http://schemas.openxmlformats.org/officeDocument/2006/relationships/customXml" Target="../ink/ink2421.xml"/><Relationship Id="rId329" Type="http://schemas.openxmlformats.org/officeDocument/2006/relationships/customXml" Target="../ink/ink2449.xml"/><Relationship Id="rId480" Type="http://schemas.openxmlformats.org/officeDocument/2006/relationships/image" Target="../media/image2447.png"/><Relationship Id="rId536" Type="http://schemas.openxmlformats.org/officeDocument/2006/relationships/image" Target="../media/image2475.png"/><Relationship Id="rId701" Type="http://schemas.openxmlformats.org/officeDocument/2006/relationships/customXml" Target="../ink/ink2636.xml"/><Relationship Id="rId68" Type="http://schemas.openxmlformats.org/officeDocument/2006/relationships/customXml" Target="../ink/ink2318.xml"/><Relationship Id="rId133" Type="http://schemas.openxmlformats.org/officeDocument/2006/relationships/image" Target="../media/image2275.png"/><Relationship Id="rId175" Type="http://schemas.openxmlformats.org/officeDocument/2006/relationships/image" Target="../media/image2296.png"/><Relationship Id="rId340" Type="http://schemas.openxmlformats.org/officeDocument/2006/relationships/image" Target="../media/image2378.png"/><Relationship Id="rId578" Type="http://schemas.openxmlformats.org/officeDocument/2006/relationships/image" Target="../media/image2496.png"/><Relationship Id="rId743" Type="http://schemas.openxmlformats.org/officeDocument/2006/relationships/customXml" Target="../ink/ink2657.xml"/><Relationship Id="rId200" Type="http://schemas.openxmlformats.org/officeDocument/2006/relationships/customXml" Target="../ink/ink2384.xml"/><Relationship Id="rId382" Type="http://schemas.openxmlformats.org/officeDocument/2006/relationships/image" Target="../media/image2399.png"/><Relationship Id="rId438" Type="http://schemas.openxmlformats.org/officeDocument/2006/relationships/image" Target="../media/image2426.png"/><Relationship Id="rId603" Type="http://schemas.openxmlformats.org/officeDocument/2006/relationships/customXml" Target="../ink/ink2587.xml"/><Relationship Id="rId645" Type="http://schemas.openxmlformats.org/officeDocument/2006/relationships/customXml" Target="../ink/ink2608.xml"/><Relationship Id="rId687" Type="http://schemas.openxmlformats.org/officeDocument/2006/relationships/customXml" Target="../ink/ink2629.xml"/><Relationship Id="rId242" Type="http://schemas.openxmlformats.org/officeDocument/2006/relationships/customXml" Target="../ink/ink2405.xml"/><Relationship Id="rId284" Type="http://schemas.openxmlformats.org/officeDocument/2006/relationships/image" Target="../media/image2350.png"/><Relationship Id="rId491" Type="http://schemas.openxmlformats.org/officeDocument/2006/relationships/customXml" Target="../ink/ink2531.xml"/><Relationship Id="rId505" Type="http://schemas.openxmlformats.org/officeDocument/2006/relationships/customXml" Target="../ink/ink2538.xml"/><Relationship Id="rId712" Type="http://schemas.openxmlformats.org/officeDocument/2006/relationships/image" Target="../media/image2563.png"/><Relationship Id="rId37" Type="http://schemas.openxmlformats.org/officeDocument/2006/relationships/image" Target="../media/image2228.png"/><Relationship Id="rId79" Type="http://schemas.openxmlformats.org/officeDocument/2006/relationships/image" Target="../media/image2248.png"/><Relationship Id="rId102" Type="http://schemas.openxmlformats.org/officeDocument/2006/relationships/customXml" Target="../ink/ink2335.xml"/><Relationship Id="rId144" Type="http://schemas.openxmlformats.org/officeDocument/2006/relationships/customXml" Target="../ink/ink2356.xml"/><Relationship Id="rId547" Type="http://schemas.openxmlformats.org/officeDocument/2006/relationships/customXml" Target="../ink/ink2559.xml"/><Relationship Id="rId589" Type="http://schemas.openxmlformats.org/officeDocument/2006/relationships/customXml" Target="../ink/ink2580.xml"/><Relationship Id="rId754" Type="http://schemas.openxmlformats.org/officeDocument/2006/relationships/image" Target="../media/image2584.png"/><Relationship Id="rId90" Type="http://schemas.openxmlformats.org/officeDocument/2006/relationships/customXml" Target="../ink/ink2329.xml"/><Relationship Id="rId186" Type="http://schemas.openxmlformats.org/officeDocument/2006/relationships/customXml" Target="../ink/ink2377.xml"/><Relationship Id="rId351" Type="http://schemas.openxmlformats.org/officeDocument/2006/relationships/customXml" Target="../ink/ink2460.xml"/><Relationship Id="rId393" Type="http://schemas.openxmlformats.org/officeDocument/2006/relationships/image" Target="../media/image2404.png"/><Relationship Id="rId407" Type="http://schemas.openxmlformats.org/officeDocument/2006/relationships/image" Target="../media/image2411.png"/><Relationship Id="rId449" Type="http://schemas.openxmlformats.org/officeDocument/2006/relationships/customXml" Target="../ink/ink2510.xml"/><Relationship Id="rId614" Type="http://schemas.openxmlformats.org/officeDocument/2006/relationships/image" Target="../media/image2514.png"/><Relationship Id="rId656" Type="http://schemas.openxmlformats.org/officeDocument/2006/relationships/image" Target="../media/image2535.png"/><Relationship Id="rId211" Type="http://schemas.openxmlformats.org/officeDocument/2006/relationships/image" Target="../media/image2314.png"/><Relationship Id="rId253" Type="http://schemas.openxmlformats.org/officeDocument/2006/relationships/image" Target="../media/image2335.png"/><Relationship Id="rId295" Type="http://schemas.openxmlformats.org/officeDocument/2006/relationships/customXml" Target="../ink/ink2432.xml"/><Relationship Id="rId309" Type="http://schemas.openxmlformats.org/officeDocument/2006/relationships/customXml" Target="../ink/ink2439.xml"/><Relationship Id="rId460" Type="http://schemas.openxmlformats.org/officeDocument/2006/relationships/image" Target="../media/image2437.png"/><Relationship Id="rId516" Type="http://schemas.openxmlformats.org/officeDocument/2006/relationships/image" Target="../media/image2465.png"/><Relationship Id="rId698" Type="http://schemas.openxmlformats.org/officeDocument/2006/relationships/image" Target="../media/image2556.png"/><Relationship Id="rId48" Type="http://schemas.openxmlformats.org/officeDocument/2006/relationships/customXml" Target="../ink/ink2308.xml"/><Relationship Id="rId113" Type="http://schemas.openxmlformats.org/officeDocument/2006/relationships/image" Target="../media/image2265.png"/><Relationship Id="rId320" Type="http://schemas.openxmlformats.org/officeDocument/2006/relationships/image" Target="../media/image2368.png"/><Relationship Id="rId558" Type="http://schemas.openxmlformats.org/officeDocument/2006/relationships/image" Target="../media/image2486.png"/><Relationship Id="rId723" Type="http://schemas.openxmlformats.org/officeDocument/2006/relationships/customXml" Target="../ink/ink2647.xml"/><Relationship Id="rId155" Type="http://schemas.openxmlformats.org/officeDocument/2006/relationships/image" Target="../media/image2286.png"/><Relationship Id="rId197" Type="http://schemas.openxmlformats.org/officeDocument/2006/relationships/image" Target="../media/image2307.png"/><Relationship Id="rId362" Type="http://schemas.openxmlformats.org/officeDocument/2006/relationships/image" Target="../media/image2389.png"/><Relationship Id="rId418" Type="http://schemas.openxmlformats.org/officeDocument/2006/relationships/customXml" Target="../ink/ink2494.xml"/><Relationship Id="rId625" Type="http://schemas.openxmlformats.org/officeDocument/2006/relationships/customXml" Target="../ink/ink2598.xml"/><Relationship Id="rId222" Type="http://schemas.openxmlformats.org/officeDocument/2006/relationships/customXml" Target="../ink/ink2395.xml"/><Relationship Id="rId264" Type="http://schemas.openxmlformats.org/officeDocument/2006/relationships/customXml" Target="../ink/ink2416.xml"/><Relationship Id="rId471" Type="http://schemas.openxmlformats.org/officeDocument/2006/relationships/customXml" Target="../ink/ink2521.xml"/><Relationship Id="rId667" Type="http://schemas.openxmlformats.org/officeDocument/2006/relationships/customXml" Target="../ink/ink2619.xml"/><Relationship Id="rId17" Type="http://schemas.openxmlformats.org/officeDocument/2006/relationships/image" Target="../media/image1939.png"/><Relationship Id="rId59" Type="http://schemas.openxmlformats.org/officeDocument/2006/relationships/image" Target="../media/image2238.png"/><Relationship Id="rId124" Type="http://schemas.openxmlformats.org/officeDocument/2006/relationships/customXml" Target="../ink/ink2346.xml"/><Relationship Id="rId527" Type="http://schemas.openxmlformats.org/officeDocument/2006/relationships/customXml" Target="../ink/ink2549.xml"/><Relationship Id="rId569" Type="http://schemas.openxmlformats.org/officeDocument/2006/relationships/customXml" Target="../ink/ink2570.xml"/><Relationship Id="rId734" Type="http://schemas.openxmlformats.org/officeDocument/2006/relationships/image" Target="../media/image2574.png"/><Relationship Id="rId70" Type="http://schemas.openxmlformats.org/officeDocument/2006/relationships/customXml" Target="../ink/ink2319.xml"/><Relationship Id="rId166" Type="http://schemas.openxmlformats.org/officeDocument/2006/relationships/customXml" Target="../ink/ink2367.xml"/><Relationship Id="rId331" Type="http://schemas.openxmlformats.org/officeDocument/2006/relationships/customXml" Target="../ink/ink2450.xml"/><Relationship Id="rId373" Type="http://schemas.openxmlformats.org/officeDocument/2006/relationships/customXml" Target="../ink/ink2471.xml"/><Relationship Id="rId429" Type="http://schemas.openxmlformats.org/officeDocument/2006/relationships/customXml" Target="../ink/ink2500.xml"/><Relationship Id="rId580" Type="http://schemas.openxmlformats.org/officeDocument/2006/relationships/image" Target="../media/image2497.png"/><Relationship Id="rId636" Type="http://schemas.openxmlformats.org/officeDocument/2006/relationships/image" Target="../media/image2525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2325.png"/><Relationship Id="rId440" Type="http://schemas.openxmlformats.org/officeDocument/2006/relationships/image" Target="../media/image2427.png"/><Relationship Id="rId678" Type="http://schemas.openxmlformats.org/officeDocument/2006/relationships/image" Target="../media/image2546.png"/><Relationship Id="rId28" Type="http://schemas.openxmlformats.org/officeDocument/2006/relationships/customXml" Target="../ink/ink2298.xml"/><Relationship Id="rId275" Type="http://schemas.openxmlformats.org/officeDocument/2006/relationships/customXml" Target="../ink/ink2422.xml"/><Relationship Id="rId300" Type="http://schemas.openxmlformats.org/officeDocument/2006/relationships/image" Target="../media/image2358.png"/><Relationship Id="rId482" Type="http://schemas.openxmlformats.org/officeDocument/2006/relationships/image" Target="../media/image2448.png"/><Relationship Id="rId538" Type="http://schemas.openxmlformats.org/officeDocument/2006/relationships/image" Target="../media/image2476.png"/><Relationship Id="rId703" Type="http://schemas.openxmlformats.org/officeDocument/2006/relationships/customXml" Target="../ink/ink2637.xml"/><Relationship Id="rId745" Type="http://schemas.openxmlformats.org/officeDocument/2006/relationships/customXml" Target="../ink/ink2658.xml"/><Relationship Id="rId81" Type="http://schemas.openxmlformats.org/officeDocument/2006/relationships/image" Target="../media/image2249.png"/><Relationship Id="rId135" Type="http://schemas.openxmlformats.org/officeDocument/2006/relationships/image" Target="../media/image2276.png"/><Relationship Id="rId177" Type="http://schemas.openxmlformats.org/officeDocument/2006/relationships/image" Target="../media/image2297.png"/><Relationship Id="rId342" Type="http://schemas.openxmlformats.org/officeDocument/2006/relationships/image" Target="../media/image2379.png"/><Relationship Id="rId384" Type="http://schemas.openxmlformats.org/officeDocument/2006/relationships/image" Target="../media/image2400.png"/><Relationship Id="rId591" Type="http://schemas.openxmlformats.org/officeDocument/2006/relationships/customXml" Target="../ink/ink2581.xml"/><Relationship Id="rId605" Type="http://schemas.openxmlformats.org/officeDocument/2006/relationships/customXml" Target="../ink/ink2588.xml"/><Relationship Id="rId202" Type="http://schemas.openxmlformats.org/officeDocument/2006/relationships/customXml" Target="../ink/ink2385.xml"/><Relationship Id="rId244" Type="http://schemas.openxmlformats.org/officeDocument/2006/relationships/customXml" Target="../ink/ink2406.xml"/><Relationship Id="rId647" Type="http://schemas.openxmlformats.org/officeDocument/2006/relationships/customXml" Target="../ink/ink2609.xml"/><Relationship Id="rId689" Type="http://schemas.openxmlformats.org/officeDocument/2006/relationships/customXml" Target="../ink/ink2630.xml"/><Relationship Id="rId39" Type="http://schemas.openxmlformats.org/officeDocument/2006/relationships/image" Target="../media/image2229.png"/><Relationship Id="rId286" Type="http://schemas.openxmlformats.org/officeDocument/2006/relationships/image" Target="../media/image2351.png"/><Relationship Id="rId451" Type="http://schemas.openxmlformats.org/officeDocument/2006/relationships/customXml" Target="../ink/ink2511.xml"/><Relationship Id="rId493" Type="http://schemas.openxmlformats.org/officeDocument/2006/relationships/customXml" Target="../ink/ink2532.xml"/><Relationship Id="rId507" Type="http://schemas.openxmlformats.org/officeDocument/2006/relationships/customXml" Target="../ink/ink2539.xml"/><Relationship Id="rId549" Type="http://schemas.openxmlformats.org/officeDocument/2006/relationships/customXml" Target="../ink/ink2560.xml"/><Relationship Id="rId714" Type="http://schemas.openxmlformats.org/officeDocument/2006/relationships/image" Target="../media/image2564.png"/><Relationship Id="rId756" Type="http://schemas.openxmlformats.org/officeDocument/2006/relationships/image" Target="../media/image2585.png"/><Relationship Id="rId50" Type="http://schemas.openxmlformats.org/officeDocument/2006/relationships/customXml" Target="../ink/ink2309.xml"/><Relationship Id="rId104" Type="http://schemas.openxmlformats.org/officeDocument/2006/relationships/customXml" Target="../ink/ink2336.xml"/><Relationship Id="rId146" Type="http://schemas.openxmlformats.org/officeDocument/2006/relationships/customXml" Target="../ink/ink2357.xml"/><Relationship Id="rId188" Type="http://schemas.openxmlformats.org/officeDocument/2006/relationships/customXml" Target="../ink/ink2378.xml"/><Relationship Id="rId311" Type="http://schemas.openxmlformats.org/officeDocument/2006/relationships/customXml" Target="../ink/ink2440.xml"/><Relationship Id="rId353" Type="http://schemas.openxmlformats.org/officeDocument/2006/relationships/customXml" Target="../ink/ink2461.xml"/><Relationship Id="rId395" Type="http://schemas.openxmlformats.org/officeDocument/2006/relationships/image" Target="../media/image2405.png"/><Relationship Id="rId409" Type="http://schemas.openxmlformats.org/officeDocument/2006/relationships/image" Target="../media/image2412.png"/><Relationship Id="rId560" Type="http://schemas.openxmlformats.org/officeDocument/2006/relationships/image" Target="../media/image2487.png"/><Relationship Id="rId92" Type="http://schemas.openxmlformats.org/officeDocument/2006/relationships/customXml" Target="../ink/ink2330.xml"/><Relationship Id="rId213" Type="http://schemas.openxmlformats.org/officeDocument/2006/relationships/image" Target="../media/image2315.png"/><Relationship Id="rId420" Type="http://schemas.openxmlformats.org/officeDocument/2006/relationships/customXml" Target="../ink/ink2495.xml"/><Relationship Id="rId616" Type="http://schemas.openxmlformats.org/officeDocument/2006/relationships/image" Target="../media/image2515.png"/><Relationship Id="rId658" Type="http://schemas.openxmlformats.org/officeDocument/2006/relationships/image" Target="../media/image2536.png"/><Relationship Id="rId255" Type="http://schemas.openxmlformats.org/officeDocument/2006/relationships/image" Target="../media/image2336.png"/><Relationship Id="rId297" Type="http://schemas.openxmlformats.org/officeDocument/2006/relationships/customXml" Target="../ink/ink2433.xml"/><Relationship Id="rId462" Type="http://schemas.openxmlformats.org/officeDocument/2006/relationships/image" Target="../media/image2438.png"/><Relationship Id="rId518" Type="http://schemas.openxmlformats.org/officeDocument/2006/relationships/image" Target="../media/image2466.png"/><Relationship Id="rId725" Type="http://schemas.openxmlformats.org/officeDocument/2006/relationships/customXml" Target="../ink/ink2648.xml"/><Relationship Id="rId115" Type="http://schemas.openxmlformats.org/officeDocument/2006/relationships/image" Target="../media/image2266.png"/><Relationship Id="rId157" Type="http://schemas.openxmlformats.org/officeDocument/2006/relationships/image" Target="../media/image2287.png"/><Relationship Id="rId322" Type="http://schemas.openxmlformats.org/officeDocument/2006/relationships/image" Target="../media/image2369.png"/><Relationship Id="rId364" Type="http://schemas.openxmlformats.org/officeDocument/2006/relationships/image" Target="../media/image2390.png"/><Relationship Id="rId61" Type="http://schemas.openxmlformats.org/officeDocument/2006/relationships/image" Target="../media/image2239.png"/><Relationship Id="rId199" Type="http://schemas.openxmlformats.org/officeDocument/2006/relationships/image" Target="../media/image2308.png"/><Relationship Id="rId571" Type="http://schemas.openxmlformats.org/officeDocument/2006/relationships/customXml" Target="../ink/ink2571.xml"/><Relationship Id="rId627" Type="http://schemas.openxmlformats.org/officeDocument/2006/relationships/customXml" Target="../ink/ink2599.xml"/><Relationship Id="rId669" Type="http://schemas.openxmlformats.org/officeDocument/2006/relationships/customXml" Target="../ink/ink2620.xml"/><Relationship Id="rId19" Type="http://schemas.openxmlformats.org/officeDocument/2006/relationships/image" Target="../media/image2219.png"/><Relationship Id="rId224" Type="http://schemas.openxmlformats.org/officeDocument/2006/relationships/customXml" Target="../ink/ink2396.xml"/><Relationship Id="rId266" Type="http://schemas.openxmlformats.org/officeDocument/2006/relationships/customXml" Target="../ink/ink2417.xml"/><Relationship Id="rId431" Type="http://schemas.openxmlformats.org/officeDocument/2006/relationships/customXml" Target="../ink/ink2501.xml"/><Relationship Id="rId473" Type="http://schemas.openxmlformats.org/officeDocument/2006/relationships/customXml" Target="../ink/ink2522.xml"/><Relationship Id="rId529" Type="http://schemas.openxmlformats.org/officeDocument/2006/relationships/customXml" Target="../ink/ink2550.xml"/><Relationship Id="rId680" Type="http://schemas.openxmlformats.org/officeDocument/2006/relationships/image" Target="../media/image2547.png"/><Relationship Id="rId736" Type="http://schemas.openxmlformats.org/officeDocument/2006/relationships/image" Target="../media/image2575.png"/><Relationship Id="rId30" Type="http://schemas.openxmlformats.org/officeDocument/2006/relationships/customXml" Target="../ink/ink2299.xml"/><Relationship Id="rId126" Type="http://schemas.openxmlformats.org/officeDocument/2006/relationships/customXml" Target="../ink/ink2347.xml"/><Relationship Id="rId168" Type="http://schemas.openxmlformats.org/officeDocument/2006/relationships/customXml" Target="../ink/ink2368.xml"/><Relationship Id="rId333" Type="http://schemas.openxmlformats.org/officeDocument/2006/relationships/customXml" Target="../ink/ink2451.xml"/><Relationship Id="rId540" Type="http://schemas.openxmlformats.org/officeDocument/2006/relationships/image" Target="../media/image2477.png"/><Relationship Id="rId72" Type="http://schemas.openxmlformats.org/officeDocument/2006/relationships/customXml" Target="../ink/ink2320.xml"/><Relationship Id="rId375" Type="http://schemas.openxmlformats.org/officeDocument/2006/relationships/customXml" Target="../ink/ink2472.xml"/><Relationship Id="rId582" Type="http://schemas.openxmlformats.org/officeDocument/2006/relationships/image" Target="../media/image2498.png"/><Relationship Id="rId638" Type="http://schemas.openxmlformats.org/officeDocument/2006/relationships/image" Target="../media/image2526.png"/><Relationship Id="rId3" Type="http://schemas.openxmlformats.org/officeDocument/2006/relationships/image" Target="../media/image2212.png"/><Relationship Id="rId235" Type="http://schemas.openxmlformats.org/officeDocument/2006/relationships/image" Target="../media/image2326.png"/><Relationship Id="rId277" Type="http://schemas.openxmlformats.org/officeDocument/2006/relationships/customXml" Target="../ink/ink2423.xml"/><Relationship Id="rId400" Type="http://schemas.openxmlformats.org/officeDocument/2006/relationships/customXml" Target="../ink/ink2485.xml"/><Relationship Id="rId442" Type="http://schemas.openxmlformats.org/officeDocument/2006/relationships/image" Target="../media/image2428.png"/><Relationship Id="rId484" Type="http://schemas.openxmlformats.org/officeDocument/2006/relationships/image" Target="../media/image2449.png"/><Relationship Id="rId705" Type="http://schemas.openxmlformats.org/officeDocument/2006/relationships/customXml" Target="../ink/ink2638.xml"/><Relationship Id="rId137" Type="http://schemas.openxmlformats.org/officeDocument/2006/relationships/image" Target="../media/image2277.png"/><Relationship Id="rId302" Type="http://schemas.openxmlformats.org/officeDocument/2006/relationships/image" Target="../media/image2359.png"/><Relationship Id="rId344" Type="http://schemas.openxmlformats.org/officeDocument/2006/relationships/image" Target="../media/image2380.png"/><Relationship Id="rId691" Type="http://schemas.openxmlformats.org/officeDocument/2006/relationships/customXml" Target="../ink/ink2631.xml"/><Relationship Id="rId747" Type="http://schemas.openxmlformats.org/officeDocument/2006/relationships/customXml" Target="../ink/ink2659.xml"/><Relationship Id="rId41" Type="http://schemas.openxmlformats.org/officeDocument/2006/relationships/image" Target="../media/image2230.png"/><Relationship Id="rId83" Type="http://schemas.openxmlformats.org/officeDocument/2006/relationships/image" Target="../media/image2250.png"/><Relationship Id="rId179" Type="http://schemas.openxmlformats.org/officeDocument/2006/relationships/image" Target="../media/image2298.png"/><Relationship Id="rId386" Type="http://schemas.openxmlformats.org/officeDocument/2006/relationships/image" Target="../media/image2401.png"/><Relationship Id="rId551" Type="http://schemas.openxmlformats.org/officeDocument/2006/relationships/customXml" Target="../ink/ink2561.xml"/><Relationship Id="rId593" Type="http://schemas.openxmlformats.org/officeDocument/2006/relationships/customXml" Target="../ink/ink2582.xml"/><Relationship Id="rId607" Type="http://schemas.openxmlformats.org/officeDocument/2006/relationships/customXml" Target="../ink/ink2589.xml"/><Relationship Id="rId649" Type="http://schemas.openxmlformats.org/officeDocument/2006/relationships/customXml" Target="../ink/ink2610.xml"/><Relationship Id="rId190" Type="http://schemas.openxmlformats.org/officeDocument/2006/relationships/customXml" Target="../ink/ink2379.xml"/><Relationship Id="rId204" Type="http://schemas.openxmlformats.org/officeDocument/2006/relationships/customXml" Target="../ink/ink2386.xml"/><Relationship Id="rId246" Type="http://schemas.openxmlformats.org/officeDocument/2006/relationships/customXml" Target="../ink/ink2407.xml"/><Relationship Id="rId288" Type="http://schemas.openxmlformats.org/officeDocument/2006/relationships/image" Target="../media/image2352.png"/><Relationship Id="rId411" Type="http://schemas.openxmlformats.org/officeDocument/2006/relationships/image" Target="../media/image2413.png"/><Relationship Id="rId453" Type="http://schemas.openxmlformats.org/officeDocument/2006/relationships/customXml" Target="../ink/ink2512.xml"/><Relationship Id="rId509" Type="http://schemas.openxmlformats.org/officeDocument/2006/relationships/customXml" Target="../ink/ink2540.xml"/><Relationship Id="rId660" Type="http://schemas.openxmlformats.org/officeDocument/2006/relationships/image" Target="../media/image2537.png"/><Relationship Id="rId106" Type="http://schemas.openxmlformats.org/officeDocument/2006/relationships/customXml" Target="../ink/ink2337.xml"/><Relationship Id="rId313" Type="http://schemas.openxmlformats.org/officeDocument/2006/relationships/customXml" Target="../ink/ink2441.xml"/><Relationship Id="rId495" Type="http://schemas.openxmlformats.org/officeDocument/2006/relationships/customXml" Target="../ink/ink2533.xml"/><Relationship Id="rId716" Type="http://schemas.openxmlformats.org/officeDocument/2006/relationships/image" Target="../media/image2565.png"/><Relationship Id="rId758" Type="http://schemas.openxmlformats.org/officeDocument/2006/relationships/image" Target="../media/image2586.png"/><Relationship Id="rId10" Type="http://schemas.openxmlformats.org/officeDocument/2006/relationships/customXml" Target="../ink/ink2289.xml"/><Relationship Id="rId52" Type="http://schemas.openxmlformats.org/officeDocument/2006/relationships/customXml" Target="../ink/ink2310.xml"/><Relationship Id="rId94" Type="http://schemas.openxmlformats.org/officeDocument/2006/relationships/customXml" Target="../ink/ink2331.xml"/><Relationship Id="rId148" Type="http://schemas.openxmlformats.org/officeDocument/2006/relationships/customXml" Target="../ink/ink2358.xml"/><Relationship Id="rId355" Type="http://schemas.openxmlformats.org/officeDocument/2006/relationships/customXml" Target="../ink/ink2462.xml"/><Relationship Id="rId397" Type="http://schemas.openxmlformats.org/officeDocument/2006/relationships/image" Target="../media/image2406.png"/><Relationship Id="rId520" Type="http://schemas.openxmlformats.org/officeDocument/2006/relationships/image" Target="../media/image2467.png"/><Relationship Id="rId562" Type="http://schemas.openxmlformats.org/officeDocument/2006/relationships/image" Target="../media/image2488.png"/><Relationship Id="rId618" Type="http://schemas.openxmlformats.org/officeDocument/2006/relationships/image" Target="../media/image2516.png"/><Relationship Id="rId215" Type="http://schemas.openxmlformats.org/officeDocument/2006/relationships/image" Target="../media/image2316.png"/><Relationship Id="rId257" Type="http://schemas.openxmlformats.org/officeDocument/2006/relationships/image" Target="../media/image2337.png"/><Relationship Id="rId422" Type="http://schemas.openxmlformats.org/officeDocument/2006/relationships/customXml" Target="../ink/ink2496.xml"/><Relationship Id="rId464" Type="http://schemas.openxmlformats.org/officeDocument/2006/relationships/image" Target="../media/image2439.png"/><Relationship Id="rId299" Type="http://schemas.openxmlformats.org/officeDocument/2006/relationships/customXml" Target="../ink/ink2434.xml"/><Relationship Id="rId727" Type="http://schemas.openxmlformats.org/officeDocument/2006/relationships/customXml" Target="../ink/ink2649.xml"/><Relationship Id="rId63" Type="http://schemas.openxmlformats.org/officeDocument/2006/relationships/image" Target="../media/image2240.png"/><Relationship Id="rId159" Type="http://schemas.openxmlformats.org/officeDocument/2006/relationships/image" Target="../media/image2288.png"/><Relationship Id="rId366" Type="http://schemas.openxmlformats.org/officeDocument/2006/relationships/image" Target="../media/image2391.png"/><Relationship Id="rId573" Type="http://schemas.openxmlformats.org/officeDocument/2006/relationships/customXml" Target="../ink/ink2572.xml"/><Relationship Id="rId226" Type="http://schemas.openxmlformats.org/officeDocument/2006/relationships/customXml" Target="../ink/ink2397.xml"/><Relationship Id="rId433" Type="http://schemas.openxmlformats.org/officeDocument/2006/relationships/customXml" Target="../ink/ink2502.xml"/><Relationship Id="rId640" Type="http://schemas.openxmlformats.org/officeDocument/2006/relationships/image" Target="../media/image2527.png"/><Relationship Id="rId738" Type="http://schemas.openxmlformats.org/officeDocument/2006/relationships/image" Target="../media/image2576.png"/><Relationship Id="rId74" Type="http://schemas.openxmlformats.org/officeDocument/2006/relationships/customXml" Target="../ink/ink2321.xml"/><Relationship Id="rId377" Type="http://schemas.openxmlformats.org/officeDocument/2006/relationships/customXml" Target="../ink/ink2473.xml"/><Relationship Id="rId500" Type="http://schemas.openxmlformats.org/officeDocument/2006/relationships/image" Target="../media/image2457.png"/><Relationship Id="rId584" Type="http://schemas.openxmlformats.org/officeDocument/2006/relationships/image" Target="../media/image2499.png"/><Relationship Id="rId5" Type="http://schemas.openxmlformats.org/officeDocument/2006/relationships/image" Target="../media/image2213.png"/><Relationship Id="rId237" Type="http://schemas.openxmlformats.org/officeDocument/2006/relationships/image" Target="../media/image2327.png"/><Relationship Id="rId444" Type="http://schemas.openxmlformats.org/officeDocument/2006/relationships/image" Target="../media/image2429.png"/><Relationship Id="rId651" Type="http://schemas.openxmlformats.org/officeDocument/2006/relationships/customXml" Target="../ink/ink2611.xml"/><Relationship Id="rId749" Type="http://schemas.openxmlformats.org/officeDocument/2006/relationships/customXml" Target="../ink/ink2660.xml"/><Relationship Id="rId290" Type="http://schemas.openxmlformats.org/officeDocument/2006/relationships/image" Target="../media/image2353.png"/><Relationship Id="rId304" Type="http://schemas.openxmlformats.org/officeDocument/2006/relationships/image" Target="../media/image2360.png"/><Relationship Id="rId388" Type="http://schemas.openxmlformats.org/officeDocument/2006/relationships/image" Target="../media/image2402.png"/><Relationship Id="rId511" Type="http://schemas.openxmlformats.org/officeDocument/2006/relationships/customXml" Target="../ink/ink2541.xml"/><Relationship Id="rId609" Type="http://schemas.openxmlformats.org/officeDocument/2006/relationships/customXml" Target="../ink/ink2590.xml"/><Relationship Id="rId85" Type="http://schemas.openxmlformats.org/officeDocument/2006/relationships/image" Target="../media/image2251.png"/><Relationship Id="rId150" Type="http://schemas.openxmlformats.org/officeDocument/2006/relationships/customXml" Target="../ink/ink2359.xml"/><Relationship Id="rId595" Type="http://schemas.openxmlformats.org/officeDocument/2006/relationships/customXml" Target="../ink/ink2583.xml"/><Relationship Id="rId248" Type="http://schemas.openxmlformats.org/officeDocument/2006/relationships/customXml" Target="../ink/ink2408.xml"/><Relationship Id="rId455" Type="http://schemas.openxmlformats.org/officeDocument/2006/relationships/customXml" Target="../ink/ink2513.xml"/><Relationship Id="rId662" Type="http://schemas.openxmlformats.org/officeDocument/2006/relationships/image" Target="../media/image2538.png"/><Relationship Id="rId12" Type="http://schemas.openxmlformats.org/officeDocument/2006/relationships/customXml" Target="../ink/ink2290.xml"/><Relationship Id="rId108" Type="http://schemas.openxmlformats.org/officeDocument/2006/relationships/customXml" Target="../ink/ink2338.xml"/><Relationship Id="rId315" Type="http://schemas.openxmlformats.org/officeDocument/2006/relationships/customXml" Target="../ink/ink2442.xml"/><Relationship Id="rId522" Type="http://schemas.openxmlformats.org/officeDocument/2006/relationships/image" Target="../media/image2468.png"/><Relationship Id="rId96" Type="http://schemas.openxmlformats.org/officeDocument/2006/relationships/customXml" Target="../ink/ink2332.xml"/><Relationship Id="rId161" Type="http://schemas.openxmlformats.org/officeDocument/2006/relationships/image" Target="../media/image2289.png"/><Relationship Id="rId399" Type="http://schemas.openxmlformats.org/officeDocument/2006/relationships/image" Target="../media/image2407.png"/><Relationship Id="rId259" Type="http://schemas.openxmlformats.org/officeDocument/2006/relationships/image" Target="../media/image2338.png"/><Relationship Id="rId466" Type="http://schemas.openxmlformats.org/officeDocument/2006/relationships/image" Target="../media/image2440.png"/><Relationship Id="rId673" Type="http://schemas.openxmlformats.org/officeDocument/2006/relationships/customXml" Target="../ink/ink2622.xml"/><Relationship Id="rId23" Type="http://schemas.openxmlformats.org/officeDocument/2006/relationships/image" Target="../media/image2221.png"/><Relationship Id="rId119" Type="http://schemas.openxmlformats.org/officeDocument/2006/relationships/image" Target="../media/image2268.png"/><Relationship Id="rId326" Type="http://schemas.openxmlformats.org/officeDocument/2006/relationships/image" Target="../media/image2371.png"/><Relationship Id="rId533" Type="http://schemas.openxmlformats.org/officeDocument/2006/relationships/customXml" Target="../ink/ink2552.xml"/><Relationship Id="rId740" Type="http://schemas.openxmlformats.org/officeDocument/2006/relationships/image" Target="../media/image2577.png"/><Relationship Id="rId172" Type="http://schemas.openxmlformats.org/officeDocument/2006/relationships/customXml" Target="../ink/ink2370.xml"/><Relationship Id="rId477" Type="http://schemas.openxmlformats.org/officeDocument/2006/relationships/customXml" Target="../ink/ink2524.xml"/><Relationship Id="rId600" Type="http://schemas.openxmlformats.org/officeDocument/2006/relationships/image" Target="../media/image2507.png"/><Relationship Id="rId684" Type="http://schemas.openxmlformats.org/officeDocument/2006/relationships/image" Target="../media/image2549.png"/><Relationship Id="rId337" Type="http://schemas.openxmlformats.org/officeDocument/2006/relationships/customXml" Target="../ink/ink2453.xml"/><Relationship Id="rId34" Type="http://schemas.openxmlformats.org/officeDocument/2006/relationships/customXml" Target="../ink/ink2301.xml"/><Relationship Id="rId544" Type="http://schemas.openxmlformats.org/officeDocument/2006/relationships/image" Target="../media/image2479.png"/><Relationship Id="rId751" Type="http://schemas.openxmlformats.org/officeDocument/2006/relationships/customXml" Target="../ink/ink2661.xml"/><Relationship Id="rId183" Type="http://schemas.openxmlformats.org/officeDocument/2006/relationships/image" Target="../media/image2300.png"/><Relationship Id="rId390" Type="http://schemas.openxmlformats.org/officeDocument/2006/relationships/customXml" Target="../ink/ink2480.xml"/><Relationship Id="rId404" Type="http://schemas.openxmlformats.org/officeDocument/2006/relationships/customXml" Target="../ink/ink2487.xml"/><Relationship Id="rId611" Type="http://schemas.openxmlformats.org/officeDocument/2006/relationships/customXml" Target="../ink/ink2591.xml"/><Relationship Id="rId250" Type="http://schemas.openxmlformats.org/officeDocument/2006/relationships/customXml" Target="../ink/ink2409.xml"/><Relationship Id="rId488" Type="http://schemas.openxmlformats.org/officeDocument/2006/relationships/image" Target="../media/image2451.png"/><Relationship Id="rId695" Type="http://schemas.openxmlformats.org/officeDocument/2006/relationships/customXml" Target="../ink/ink2633.xml"/><Relationship Id="rId709" Type="http://schemas.openxmlformats.org/officeDocument/2006/relationships/customXml" Target="../ink/ink2640.xml"/><Relationship Id="rId45" Type="http://schemas.openxmlformats.org/officeDocument/2006/relationships/image" Target="../media/image2232.png"/><Relationship Id="rId110" Type="http://schemas.openxmlformats.org/officeDocument/2006/relationships/customXml" Target="../ink/ink2339.xml"/><Relationship Id="rId348" Type="http://schemas.openxmlformats.org/officeDocument/2006/relationships/image" Target="../media/image2382.png"/><Relationship Id="rId555" Type="http://schemas.openxmlformats.org/officeDocument/2006/relationships/customXml" Target="../ink/ink2563.xml"/><Relationship Id="rId762" Type="http://schemas.openxmlformats.org/officeDocument/2006/relationships/image" Target="../media/image2588.png"/><Relationship Id="rId194" Type="http://schemas.openxmlformats.org/officeDocument/2006/relationships/customXml" Target="../ink/ink2381.xml"/><Relationship Id="rId208" Type="http://schemas.openxmlformats.org/officeDocument/2006/relationships/customXml" Target="../ink/ink2388.xml"/><Relationship Id="rId415" Type="http://schemas.openxmlformats.org/officeDocument/2006/relationships/image" Target="../media/image2415.png"/><Relationship Id="rId622" Type="http://schemas.openxmlformats.org/officeDocument/2006/relationships/image" Target="../media/image2518.png"/><Relationship Id="rId261" Type="http://schemas.openxmlformats.org/officeDocument/2006/relationships/image" Target="../media/image2339.png"/><Relationship Id="rId499" Type="http://schemas.openxmlformats.org/officeDocument/2006/relationships/customXml" Target="../ink/ink2535.xml"/><Relationship Id="rId56" Type="http://schemas.openxmlformats.org/officeDocument/2006/relationships/customXml" Target="../ink/ink2312.xml"/><Relationship Id="rId359" Type="http://schemas.openxmlformats.org/officeDocument/2006/relationships/customXml" Target="../ink/ink2464.xml"/><Relationship Id="rId566" Type="http://schemas.openxmlformats.org/officeDocument/2006/relationships/image" Target="../media/image2490.png"/><Relationship Id="rId121" Type="http://schemas.openxmlformats.org/officeDocument/2006/relationships/image" Target="../media/image2269.png"/><Relationship Id="rId219" Type="http://schemas.openxmlformats.org/officeDocument/2006/relationships/image" Target="../media/image2318.png"/><Relationship Id="rId426" Type="http://schemas.openxmlformats.org/officeDocument/2006/relationships/customXml" Target="../ink/ink2498.xml"/><Relationship Id="rId633" Type="http://schemas.openxmlformats.org/officeDocument/2006/relationships/customXml" Target="../ink/ink2602.xml"/><Relationship Id="rId67" Type="http://schemas.openxmlformats.org/officeDocument/2006/relationships/image" Target="../media/image2242.png"/><Relationship Id="rId272" Type="http://schemas.openxmlformats.org/officeDocument/2006/relationships/image" Target="../media/image2344.png"/><Relationship Id="rId577" Type="http://schemas.openxmlformats.org/officeDocument/2006/relationships/customXml" Target="../ink/ink2574.xml"/><Relationship Id="rId700" Type="http://schemas.openxmlformats.org/officeDocument/2006/relationships/image" Target="../media/image2557.png"/><Relationship Id="rId132" Type="http://schemas.openxmlformats.org/officeDocument/2006/relationships/customXml" Target="../ink/ink2350.xml"/><Relationship Id="rId437" Type="http://schemas.openxmlformats.org/officeDocument/2006/relationships/customXml" Target="../ink/ink2504.xml"/><Relationship Id="rId644" Type="http://schemas.openxmlformats.org/officeDocument/2006/relationships/image" Target="../media/image2529.png"/><Relationship Id="rId283" Type="http://schemas.openxmlformats.org/officeDocument/2006/relationships/customXml" Target="../ink/ink2426.xml"/><Relationship Id="rId490" Type="http://schemas.openxmlformats.org/officeDocument/2006/relationships/image" Target="../media/image2452.png"/><Relationship Id="rId504" Type="http://schemas.openxmlformats.org/officeDocument/2006/relationships/image" Target="../media/image2459.png"/><Relationship Id="rId711" Type="http://schemas.openxmlformats.org/officeDocument/2006/relationships/customXml" Target="../ink/ink2641.xml"/><Relationship Id="rId78" Type="http://schemas.openxmlformats.org/officeDocument/2006/relationships/customXml" Target="../ink/ink2323.xml"/><Relationship Id="rId143" Type="http://schemas.openxmlformats.org/officeDocument/2006/relationships/image" Target="../media/image2280.png"/><Relationship Id="rId350" Type="http://schemas.openxmlformats.org/officeDocument/2006/relationships/image" Target="../media/image2383.png"/><Relationship Id="rId588" Type="http://schemas.openxmlformats.org/officeDocument/2006/relationships/image" Target="../media/image2501.png"/><Relationship Id="rId9" Type="http://schemas.openxmlformats.org/officeDocument/2006/relationships/image" Target="../media/image2215.png"/><Relationship Id="rId210" Type="http://schemas.openxmlformats.org/officeDocument/2006/relationships/customXml" Target="../ink/ink2389.xml"/><Relationship Id="rId448" Type="http://schemas.openxmlformats.org/officeDocument/2006/relationships/image" Target="../media/image2431.png"/><Relationship Id="rId655" Type="http://schemas.openxmlformats.org/officeDocument/2006/relationships/customXml" Target="../ink/ink2613.xml"/><Relationship Id="rId294" Type="http://schemas.openxmlformats.org/officeDocument/2006/relationships/image" Target="../media/image2355.png"/><Relationship Id="rId308" Type="http://schemas.openxmlformats.org/officeDocument/2006/relationships/image" Target="../media/image2362.png"/><Relationship Id="rId515" Type="http://schemas.openxmlformats.org/officeDocument/2006/relationships/customXml" Target="../ink/ink2543.xml"/><Relationship Id="rId722" Type="http://schemas.openxmlformats.org/officeDocument/2006/relationships/image" Target="../media/image2568.png"/><Relationship Id="rId89" Type="http://schemas.openxmlformats.org/officeDocument/2006/relationships/image" Target="../media/image2253.png"/><Relationship Id="rId154" Type="http://schemas.openxmlformats.org/officeDocument/2006/relationships/customXml" Target="../ink/ink2361.xml"/><Relationship Id="rId361" Type="http://schemas.openxmlformats.org/officeDocument/2006/relationships/customXml" Target="../ink/ink2465.xml"/><Relationship Id="rId599" Type="http://schemas.openxmlformats.org/officeDocument/2006/relationships/customXml" Target="../ink/ink2585.xml"/><Relationship Id="rId459" Type="http://schemas.openxmlformats.org/officeDocument/2006/relationships/customXml" Target="../ink/ink2515.xml"/><Relationship Id="rId666" Type="http://schemas.openxmlformats.org/officeDocument/2006/relationships/image" Target="../media/image2540.png"/><Relationship Id="rId16" Type="http://schemas.openxmlformats.org/officeDocument/2006/relationships/customXml" Target="../ink/ink2292.xml"/><Relationship Id="rId221" Type="http://schemas.openxmlformats.org/officeDocument/2006/relationships/image" Target="../media/image2319.png"/><Relationship Id="rId319" Type="http://schemas.openxmlformats.org/officeDocument/2006/relationships/customXml" Target="../ink/ink2444.xml"/><Relationship Id="rId526" Type="http://schemas.openxmlformats.org/officeDocument/2006/relationships/image" Target="../media/image2470.png"/><Relationship Id="rId733" Type="http://schemas.openxmlformats.org/officeDocument/2006/relationships/customXml" Target="../ink/ink2652.xml"/><Relationship Id="rId165" Type="http://schemas.openxmlformats.org/officeDocument/2006/relationships/image" Target="../media/image2291.png"/><Relationship Id="rId372" Type="http://schemas.openxmlformats.org/officeDocument/2006/relationships/image" Target="../media/image2394.png"/><Relationship Id="rId677" Type="http://schemas.openxmlformats.org/officeDocument/2006/relationships/customXml" Target="../ink/ink2624.xml"/><Relationship Id="rId232" Type="http://schemas.openxmlformats.org/officeDocument/2006/relationships/customXml" Target="../ink/ink2400.xml"/><Relationship Id="rId27" Type="http://schemas.openxmlformats.org/officeDocument/2006/relationships/image" Target="../media/image2223.png"/><Relationship Id="rId537" Type="http://schemas.openxmlformats.org/officeDocument/2006/relationships/customXml" Target="../ink/ink2554.xml"/><Relationship Id="rId744" Type="http://schemas.openxmlformats.org/officeDocument/2006/relationships/image" Target="../media/image2579.png"/><Relationship Id="rId80" Type="http://schemas.openxmlformats.org/officeDocument/2006/relationships/customXml" Target="../ink/ink2324.xml"/><Relationship Id="rId176" Type="http://schemas.openxmlformats.org/officeDocument/2006/relationships/customXml" Target="../ink/ink2372.xml"/><Relationship Id="rId383" Type="http://schemas.openxmlformats.org/officeDocument/2006/relationships/customXml" Target="../ink/ink2476.xml"/><Relationship Id="rId590" Type="http://schemas.openxmlformats.org/officeDocument/2006/relationships/image" Target="../media/image2502.png"/><Relationship Id="rId604" Type="http://schemas.openxmlformats.org/officeDocument/2006/relationships/image" Target="../media/image2509.png"/><Relationship Id="rId243" Type="http://schemas.openxmlformats.org/officeDocument/2006/relationships/image" Target="../media/image2330.png"/><Relationship Id="rId450" Type="http://schemas.openxmlformats.org/officeDocument/2006/relationships/image" Target="../media/image2432.png"/><Relationship Id="rId688" Type="http://schemas.openxmlformats.org/officeDocument/2006/relationships/image" Target="../media/image2551.png"/><Relationship Id="rId38" Type="http://schemas.openxmlformats.org/officeDocument/2006/relationships/customXml" Target="../ink/ink2303.xml"/><Relationship Id="rId103" Type="http://schemas.openxmlformats.org/officeDocument/2006/relationships/image" Target="../media/image2260.png"/><Relationship Id="rId310" Type="http://schemas.openxmlformats.org/officeDocument/2006/relationships/image" Target="../media/image2363.png"/><Relationship Id="rId548" Type="http://schemas.openxmlformats.org/officeDocument/2006/relationships/image" Target="../media/image2481.png"/><Relationship Id="rId755" Type="http://schemas.openxmlformats.org/officeDocument/2006/relationships/customXml" Target="../ink/ink2663.xml"/><Relationship Id="rId91" Type="http://schemas.openxmlformats.org/officeDocument/2006/relationships/image" Target="../media/image2254.png"/><Relationship Id="rId187" Type="http://schemas.openxmlformats.org/officeDocument/2006/relationships/image" Target="../media/image2302.png"/><Relationship Id="rId394" Type="http://schemas.openxmlformats.org/officeDocument/2006/relationships/customXml" Target="../ink/ink2482.xml"/><Relationship Id="rId408" Type="http://schemas.openxmlformats.org/officeDocument/2006/relationships/customXml" Target="../ink/ink2489.xml"/><Relationship Id="rId615" Type="http://schemas.openxmlformats.org/officeDocument/2006/relationships/customXml" Target="../ink/ink2593.xml"/><Relationship Id="rId254" Type="http://schemas.openxmlformats.org/officeDocument/2006/relationships/customXml" Target="../ink/ink2411.xml"/><Relationship Id="rId699" Type="http://schemas.openxmlformats.org/officeDocument/2006/relationships/customXml" Target="../ink/ink2635.xml"/><Relationship Id="rId49" Type="http://schemas.openxmlformats.org/officeDocument/2006/relationships/image" Target="../media/image2234.png"/><Relationship Id="rId114" Type="http://schemas.openxmlformats.org/officeDocument/2006/relationships/customXml" Target="../ink/ink2341.xml"/><Relationship Id="rId461" Type="http://schemas.openxmlformats.org/officeDocument/2006/relationships/customXml" Target="../ink/ink2516.xml"/><Relationship Id="rId559" Type="http://schemas.openxmlformats.org/officeDocument/2006/relationships/customXml" Target="../ink/ink2565.xml"/><Relationship Id="rId198" Type="http://schemas.openxmlformats.org/officeDocument/2006/relationships/customXml" Target="../ink/ink2383.xml"/><Relationship Id="rId321" Type="http://schemas.openxmlformats.org/officeDocument/2006/relationships/customXml" Target="../ink/ink2445.xml"/><Relationship Id="rId419" Type="http://schemas.openxmlformats.org/officeDocument/2006/relationships/image" Target="../media/image2417.png"/><Relationship Id="rId626" Type="http://schemas.openxmlformats.org/officeDocument/2006/relationships/image" Target="../media/image2520.png"/><Relationship Id="rId265" Type="http://schemas.openxmlformats.org/officeDocument/2006/relationships/image" Target="../media/image2341.png"/><Relationship Id="rId472" Type="http://schemas.openxmlformats.org/officeDocument/2006/relationships/image" Target="../media/image2443.png"/><Relationship Id="rId125" Type="http://schemas.openxmlformats.org/officeDocument/2006/relationships/image" Target="../media/image2271.png"/><Relationship Id="rId332" Type="http://schemas.openxmlformats.org/officeDocument/2006/relationships/image" Target="../media/image2374.png"/><Relationship Id="rId637" Type="http://schemas.openxmlformats.org/officeDocument/2006/relationships/customXml" Target="../ink/ink2604.xml"/><Relationship Id="rId276" Type="http://schemas.openxmlformats.org/officeDocument/2006/relationships/image" Target="../media/image2346.png"/><Relationship Id="rId483" Type="http://schemas.openxmlformats.org/officeDocument/2006/relationships/customXml" Target="../ink/ink2527.xml"/><Relationship Id="rId690" Type="http://schemas.openxmlformats.org/officeDocument/2006/relationships/image" Target="../media/image2552.png"/><Relationship Id="rId704" Type="http://schemas.openxmlformats.org/officeDocument/2006/relationships/image" Target="../media/image2559.png"/><Relationship Id="rId40" Type="http://schemas.openxmlformats.org/officeDocument/2006/relationships/customXml" Target="../ink/ink2304.xml"/><Relationship Id="rId136" Type="http://schemas.openxmlformats.org/officeDocument/2006/relationships/customXml" Target="../ink/ink2352.xml"/><Relationship Id="rId343" Type="http://schemas.openxmlformats.org/officeDocument/2006/relationships/customXml" Target="../ink/ink2456.xml"/><Relationship Id="rId550" Type="http://schemas.openxmlformats.org/officeDocument/2006/relationships/image" Target="../media/image2482.png"/><Relationship Id="rId203" Type="http://schemas.openxmlformats.org/officeDocument/2006/relationships/image" Target="../media/image2310.png"/><Relationship Id="rId648" Type="http://schemas.openxmlformats.org/officeDocument/2006/relationships/image" Target="../media/image2531.png"/><Relationship Id="rId287" Type="http://schemas.openxmlformats.org/officeDocument/2006/relationships/customXml" Target="../ink/ink2428.xml"/><Relationship Id="rId410" Type="http://schemas.openxmlformats.org/officeDocument/2006/relationships/customXml" Target="../ink/ink2490.xml"/><Relationship Id="rId494" Type="http://schemas.openxmlformats.org/officeDocument/2006/relationships/image" Target="../media/image2454.png"/><Relationship Id="rId508" Type="http://schemas.openxmlformats.org/officeDocument/2006/relationships/image" Target="../media/image2461.png"/><Relationship Id="rId715" Type="http://schemas.openxmlformats.org/officeDocument/2006/relationships/customXml" Target="../ink/ink2643.xml"/><Relationship Id="rId147" Type="http://schemas.openxmlformats.org/officeDocument/2006/relationships/image" Target="../media/image2282.png"/><Relationship Id="rId354" Type="http://schemas.openxmlformats.org/officeDocument/2006/relationships/image" Target="../media/image2385.png"/><Relationship Id="rId51" Type="http://schemas.openxmlformats.org/officeDocument/2006/relationships/image" Target="../media/image2235.png"/><Relationship Id="rId561" Type="http://schemas.openxmlformats.org/officeDocument/2006/relationships/customXml" Target="../ink/ink2566.xml"/><Relationship Id="rId659" Type="http://schemas.openxmlformats.org/officeDocument/2006/relationships/customXml" Target="../ink/ink2615.xml"/><Relationship Id="rId214" Type="http://schemas.openxmlformats.org/officeDocument/2006/relationships/customXml" Target="../ink/ink2391.xml"/><Relationship Id="rId298" Type="http://schemas.openxmlformats.org/officeDocument/2006/relationships/image" Target="../media/image2357.png"/><Relationship Id="rId421" Type="http://schemas.openxmlformats.org/officeDocument/2006/relationships/image" Target="../media/image2418.png"/><Relationship Id="rId519" Type="http://schemas.openxmlformats.org/officeDocument/2006/relationships/customXml" Target="../ink/ink2545.xml"/><Relationship Id="rId158" Type="http://schemas.openxmlformats.org/officeDocument/2006/relationships/customXml" Target="../ink/ink2363.xml"/><Relationship Id="rId726" Type="http://schemas.openxmlformats.org/officeDocument/2006/relationships/image" Target="../media/image2570.png"/><Relationship Id="rId62" Type="http://schemas.openxmlformats.org/officeDocument/2006/relationships/customXml" Target="../ink/ink2315.xml"/><Relationship Id="rId365" Type="http://schemas.openxmlformats.org/officeDocument/2006/relationships/customXml" Target="../ink/ink2467.xml"/><Relationship Id="rId572" Type="http://schemas.openxmlformats.org/officeDocument/2006/relationships/image" Target="../media/image2493.png"/><Relationship Id="rId225" Type="http://schemas.openxmlformats.org/officeDocument/2006/relationships/image" Target="../media/image2321.png"/><Relationship Id="rId432" Type="http://schemas.openxmlformats.org/officeDocument/2006/relationships/image" Target="../media/image2423.png"/><Relationship Id="rId737" Type="http://schemas.openxmlformats.org/officeDocument/2006/relationships/customXml" Target="../ink/ink2654.xml"/><Relationship Id="rId73" Type="http://schemas.openxmlformats.org/officeDocument/2006/relationships/image" Target="../media/image2245.png"/><Relationship Id="rId169" Type="http://schemas.openxmlformats.org/officeDocument/2006/relationships/image" Target="../media/image2293.png"/><Relationship Id="rId376" Type="http://schemas.openxmlformats.org/officeDocument/2006/relationships/image" Target="../media/image2396.png"/><Relationship Id="rId583" Type="http://schemas.openxmlformats.org/officeDocument/2006/relationships/customXml" Target="../ink/ink257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8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9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449760" y="444212"/>
            <a:ext cx="92924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8, 9-17-26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91C22C-D3ED-B9BA-40C1-08EE993CFADF}"/>
              </a:ext>
            </a:extLst>
          </p:cNvPr>
          <p:cNvSpPr txBox="1"/>
          <p:nvPr/>
        </p:nvSpPr>
        <p:spPr>
          <a:xfrm>
            <a:off x="1004776" y="671255"/>
            <a:ext cx="26513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Midterm Exam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8359E-99B2-3DE8-8463-C61C3CA88C5E}"/>
              </a:ext>
            </a:extLst>
          </p:cNvPr>
          <p:cNvSpPr txBox="1"/>
          <p:nvPr/>
        </p:nvSpPr>
        <p:spPr>
          <a:xfrm>
            <a:off x="1004776" y="1679944"/>
            <a:ext cx="937878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Thursday September 24, 9:30 – 10:45 am, ECCR 131  for in-class students.</a:t>
            </a:r>
          </a:p>
          <a:p>
            <a:r>
              <a:rPr lang="en-US" dirty="0"/>
              <a:t>Between Sep. 24 and Sep. 30 for on-line students who must supply email address of exam proctor.</a:t>
            </a:r>
          </a:p>
          <a:p>
            <a:endParaRPr lang="en-US" dirty="0"/>
          </a:p>
          <a:p>
            <a:r>
              <a:rPr lang="en-US" dirty="0"/>
              <a:t>Covers Lectures 1 through 8 and Problem Sets 1 through 4</a:t>
            </a:r>
          </a:p>
          <a:p>
            <a:r>
              <a:rPr lang="en-US" dirty="0"/>
              <a:t>Exam problems will be similar to Problem Set questions</a:t>
            </a:r>
          </a:p>
          <a:p>
            <a:endParaRPr lang="en-US" dirty="0"/>
          </a:p>
          <a:p>
            <a:r>
              <a:rPr lang="en-US" dirty="0"/>
              <a:t>Closed book, notes, no cheat sheets. Reference formulas will be printed on exam.</a:t>
            </a:r>
          </a:p>
          <a:p>
            <a:r>
              <a:rPr lang="en-US" dirty="0"/>
              <a:t>No laptops, tablets, phones, basic scientific calculator o.k.</a:t>
            </a:r>
          </a:p>
        </p:txBody>
      </p:sp>
    </p:spTree>
    <p:extLst>
      <p:ext uri="{BB962C8B-B14F-4D97-AF65-F5344CB8AC3E}">
        <p14:creationId xmlns:p14="http://schemas.microsoft.com/office/powerpoint/2010/main" val="2667378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02920"/>
            <a:ext cx="18288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US" sz="900" b="1" i="0" dirty="0">
                <a:solidFill>
                  <a:srgbClr val="E87E37"/>
                </a:solidFill>
                <a:latin typeface="Arial"/>
              </a:rPr>
              <a:t>WEEK 4 ● </a:t>
            </a:r>
            <a:r>
              <a:rPr sz="900" b="1" i="0" dirty="0">
                <a:solidFill>
                  <a:srgbClr val="E87E37"/>
                </a:solidFill>
                <a:latin typeface="Arial"/>
              </a:rPr>
              <a:t>LECTURE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97280"/>
            <a:ext cx="7772400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rial"/>
              </a:rPr>
              <a:t>IIR Design, Bilinear Transformation,
&amp; 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514600"/>
            <a:ext cx="81381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D2DCE8"/>
                </a:solidFill>
                <a:latin typeface="Arial"/>
              </a:rPr>
              <a:t>From analog prototypes to stable digital filters—and the phase choices hidden in ML preprocessing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4800600"/>
            <a:ext cx="2057400" cy="548640"/>
          </a:xfrm>
          <a:prstGeom prst="roundRect">
            <a:avLst/>
          </a:prstGeom>
          <a:solidFill>
            <a:srgbClr val="1D919C"/>
          </a:solidFill>
          <a:ln w="12700">
            <a:solidFill>
              <a:srgbClr val="1D9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analog prototypes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4800600"/>
            <a:ext cx="2057400" cy="548640"/>
          </a:xfrm>
          <a:prstGeom prst="roundRect">
            <a:avLst/>
          </a:prstGeom>
          <a:solidFill>
            <a:srgbClr val="4575B0"/>
          </a:solidFill>
          <a:ln w="12700">
            <a:solidFill>
              <a:srgbClr val="45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9864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bilinear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7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0368" y="4800600"/>
            <a:ext cx="2057400" cy="548640"/>
          </a:xfrm>
          <a:prstGeom prst="roundRect">
            <a:avLst/>
          </a:prstGeom>
          <a:solidFill>
            <a:srgbClr val="E87E37"/>
          </a:solidFill>
          <a:ln w="12700">
            <a:solidFill>
              <a:srgbClr val="E8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3036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prewarping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62088" y="4800600"/>
            <a:ext cx="2057400" cy="548640"/>
          </a:xfrm>
          <a:prstGeom prst="roundRect">
            <a:avLst/>
          </a:prstGeom>
          <a:solidFill>
            <a:srgbClr val="48915B"/>
          </a:solidFill>
          <a:ln w="12700">
            <a:solidFill>
              <a:srgbClr val="48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6208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offline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806440"/>
            <a:ext cx="4754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BECBDB"/>
                </a:solidFill>
                <a:latin typeface="Arial"/>
              </a:rPr>
              <a:t>75 minutes • senior + first-year graduate ECE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5806440"/>
            <a:ext cx="3931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BECBDB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Where this 75-minute lecture is going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0–15 min • Analog prototypes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Butterworth, Chebyshev I/II, and elliptic tradeoffs.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141732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21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15–40 min • Bilinear transform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Map the analog LHP into the digital unit disk while preserving stability.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5566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40–60 min • Warping + prewarp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Derive Ω(ω) and hit the desired digital critical frequencies.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0" y="141732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903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60–75 min • ML preprocessing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Causal IIR versus forward-backward zero-phase filtering and deployment implications.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977639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50" b="1" i="0">
                <a:solidFill>
                  <a:srgbClr val="122B4A"/>
                </a:solidFill>
                <a:latin typeface="Arial"/>
              </a:rPr>
              <a:t>DSP bridge: IIR design gives efficient recursive filters; ML preprocessing must also account for phase, causality, and train/deployment consistency.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617720"/>
            <a:ext cx="99669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0" i="0">
                <a:solidFill>
                  <a:srgbClr val="2A323D"/>
                </a:solidFill>
                <a:latin typeface="Arial"/>
              </a:rPr>
              <a:t>Classical DSP supplies structure and constraints; machine learning either reuses that structure or learns parameters inside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IIR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Why accept feedback and nonlinear phase?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8328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1828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Efficiency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315468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Sharp magnitude selectivity can often be obtained with far fewer coefficients than an FIR meeting comparable magnitude specifications.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417320"/>
            <a:ext cx="338328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07408" y="1417320"/>
            <a:ext cx="50292" cy="18288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Tradeoff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901952"/>
            <a:ext cx="315468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recursive denominator introduces poles and typically nonlinear phase / frequency-dependent group delay.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1417320"/>
            <a:ext cx="338328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29016" y="1417320"/>
            <a:ext cx="50292" cy="18288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preprocessing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901952"/>
            <a:ext cx="315468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offline denoising or smoothing, compact IIR filters are attractive—but preprocessing must match the temporal assumptions of deployment.</a:t>
            </a:r>
          </a:p>
        </p:txBody>
      </p:sp>
      <p:pic>
        <p:nvPicPr>
          <p:cNvPr id="18" name="Picture 17" descr="eq_454b281a1511f2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4069080"/>
            <a:ext cx="7040880" cy="14690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0BE918F-5ECD-0A50-9BFA-2D85532AC610}"/>
              </a:ext>
            </a:extLst>
          </p:cNvPr>
          <p:cNvGrpSpPr/>
          <p:nvPr/>
        </p:nvGrpSpPr>
        <p:grpSpPr>
          <a:xfrm>
            <a:off x="5199982" y="3670376"/>
            <a:ext cx="4103640" cy="1223640"/>
            <a:chOff x="5199982" y="3670376"/>
            <a:chExt cx="4103640" cy="122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D6E0A19-B2FF-C041-5B61-7440EB2DD34A}"/>
                    </a:ext>
                  </a:extLst>
                </p14:cNvPr>
                <p14:cNvContentPartPr/>
                <p14:nvPr/>
              </p14:nvContentPartPr>
              <p14:xfrm>
                <a:off x="5199982" y="3821576"/>
                <a:ext cx="3304800" cy="1072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D6E0A19-B2FF-C041-5B61-7440EB2DD34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190982" y="3812936"/>
                  <a:ext cx="3322440" cy="10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E67DC69-2605-3243-2FB6-4968C6FE723B}"/>
                    </a:ext>
                  </a:extLst>
                </p14:cNvPr>
                <p14:cNvContentPartPr/>
                <p14:nvPr/>
              </p14:nvContentPartPr>
              <p14:xfrm>
                <a:off x="8649862" y="3790976"/>
                <a:ext cx="79560" cy="152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E67DC69-2605-3243-2FB6-4968C6FE723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640862" y="3781976"/>
                  <a:ext cx="972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7DFA3C3-DC3C-0966-7D9E-E9D9175EB0CB}"/>
                    </a:ext>
                  </a:extLst>
                </p14:cNvPr>
                <p14:cNvContentPartPr/>
                <p14:nvPr/>
              </p14:nvContentPartPr>
              <p14:xfrm>
                <a:off x="8630062" y="3706736"/>
                <a:ext cx="128880" cy="73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7DFA3C3-DC3C-0966-7D9E-E9D9175EB0C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621062" y="3697736"/>
                  <a:ext cx="1465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0F8A710-8DCF-07AB-BEDF-9E8BCF0E75CA}"/>
                    </a:ext>
                  </a:extLst>
                </p14:cNvPr>
                <p14:cNvContentPartPr/>
                <p14:nvPr/>
              </p14:nvContentPartPr>
              <p14:xfrm>
                <a:off x="8712142" y="3832016"/>
                <a:ext cx="99000" cy="28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0F8A710-8DCF-07AB-BEDF-9E8BCF0E75C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703142" y="3823016"/>
                  <a:ext cx="1166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F53D6D6-53AA-B9A3-CFD4-82DAB4E3ED55}"/>
                    </a:ext>
                  </a:extLst>
                </p14:cNvPr>
                <p14:cNvContentPartPr/>
                <p14:nvPr/>
              </p14:nvContentPartPr>
              <p14:xfrm>
                <a:off x="8913742" y="3771896"/>
                <a:ext cx="74160" cy="130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F53D6D6-53AA-B9A3-CFD4-82DAB4E3ED5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905102" y="3762896"/>
                  <a:ext cx="918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AF070F0-D38E-7BC2-9BF4-409B67A09085}"/>
                    </a:ext>
                  </a:extLst>
                </p14:cNvPr>
                <p14:cNvContentPartPr/>
                <p14:nvPr/>
              </p14:nvContentPartPr>
              <p14:xfrm>
                <a:off x="9015622" y="3670376"/>
                <a:ext cx="288000" cy="216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AF070F0-D38E-7BC2-9BF4-409B67A0908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006622" y="3661376"/>
                  <a:ext cx="305640" cy="23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96ADC12-FA97-4D58-3802-DF92EBFDF4C7}"/>
              </a:ext>
            </a:extLst>
          </p:cNvPr>
          <p:cNvGrpSpPr/>
          <p:nvPr/>
        </p:nvGrpSpPr>
        <p:grpSpPr>
          <a:xfrm>
            <a:off x="9906622" y="3677216"/>
            <a:ext cx="1025640" cy="227520"/>
            <a:chOff x="9906622" y="3677216"/>
            <a:chExt cx="1025640" cy="22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1E35679-7809-9D12-8D3E-CC80B6476AB6}"/>
                    </a:ext>
                  </a:extLst>
                </p14:cNvPr>
                <p14:cNvContentPartPr/>
                <p14:nvPr/>
              </p14:nvContentPartPr>
              <p14:xfrm>
                <a:off x="9906622" y="3746696"/>
                <a:ext cx="185400" cy="158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1E35679-7809-9D12-8D3E-CC80B6476AB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897982" y="3737696"/>
                  <a:ext cx="2030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C8034E7-B247-7216-2AD0-AC474F175C3E}"/>
                    </a:ext>
                  </a:extLst>
                </p14:cNvPr>
                <p14:cNvContentPartPr/>
                <p14:nvPr/>
              </p14:nvContentPartPr>
              <p14:xfrm>
                <a:off x="9982582" y="3848216"/>
                <a:ext cx="61200" cy="10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C8034E7-B247-7216-2AD0-AC474F175C3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973582" y="3839216"/>
                  <a:ext cx="788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A0E3CC8-6D19-76E2-E372-6F7F417B8AD5}"/>
                    </a:ext>
                  </a:extLst>
                </p14:cNvPr>
                <p14:cNvContentPartPr/>
                <p14:nvPr/>
              </p14:nvContentPartPr>
              <p14:xfrm>
                <a:off x="10166182" y="3757136"/>
                <a:ext cx="299160" cy="123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A0E3CC8-6D19-76E2-E372-6F7F417B8AD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157182" y="3748496"/>
                  <a:ext cx="3168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D785561-2B78-576E-19D2-3ADECD047BB2}"/>
                    </a:ext>
                  </a:extLst>
                </p14:cNvPr>
                <p14:cNvContentPartPr/>
                <p14:nvPr/>
              </p14:nvContentPartPr>
              <p14:xfrm>
                <a:off x="10513942" y="3739856"/>
                <a:ext cx="133200" cy="101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D785561-2B78-576E-19D2-3ADECD047BB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505302" y="3731216"/>
                  <a:ext cx="1508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CC61F4F-6C1F-0FD8-3882-51E4C5F2242B}"/>
                    </a:ext>
                  </a:extLst>
                </p14:cNvPr>
                <p14:cNvContentPartPr/>
                <p14:nvPr/>
              </p14:nvContentPartPr>
              <p14:xfrm>
                <a:off x="10700782" y="3679376"/>
                <a:ext cx="165960" cy="176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CC61F4F-6C1F-0FD8-3882-51E4C5F2242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692142" y="3670376"/>
                  <a:ext cx="1836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2CC9302-D550-93F7-A650-39EBC54B078F}"/>
                    </a:ext>
                  </a:extLst>
                </p14:cNvPr>
                <p14:cNvContentPartPr/>
                <p14:nvPr/>
              </p14:nvContentPartPr>
              <p14:xfrm>
                <a:off x="10863142" y="3677216"/>
                <a:ext cx="69120" cy="54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2CC9302-D550-93F7-A650-39EBC54B078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854502" y="3668216"/>
                  <a:ext cx="8676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47E986D-74CC-9AD4-54C5-D50DBE5F53F8}"/>
              </a:ext>
            </a:extLst>
          </p:cNvPr>
          <p:cNvGrpSpPr/>
          <p:nvPr/>
        </p:nvGrpSpPr>
        <p:grpSpPr>
          <a:xfrm>
            <a:off x="10320622" y="3994736"/>
            <a:ext cx="1353240" cy="321480"/>
            <a:chOff x="10320622" y="3994736"/>
            <a:chExt cx="1353240" cy="32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1B777BA-8A0F-DF75-4002-92AF42F5C952}"/>
                    </a:ext>
                  </a:extLst>
                </p14:cNvPr>
                <p14:cNvContentPartPr/>
                <p14:nvPr/>
              </p14:nvContentPartPr>
              <p14:xfrm>
                <a:off x="10320622" y="4139456"/>
                <a:ext cx="159480" cy="1620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1B777BA-8A0F-DF75-4002-92AF42F5C95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311622" y="4130816"/>
                  <a:ext cx="1771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7C3D860-A797-1E72-FFA3-1DC4F8CADC7E}"/>
                    </a:ext>
                  </a:extLst>
                </p14:cNvPr>
                <p14:cNvContentPartPr/>
                <p14:nvPr/>
              </p14:nvContentPartPr>
              <p14:xfrm>
                <a:off x="10414942" y="4235936"/>
                <a:ext cx="118440" cy="7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7C3D860-A797-1E72-FFA3-1DC4F8CADC7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405942" y="4227296"/>
                  <a:ext cx="1360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35A2D4A-0C5A-C026-BF3F-8F02CAF88279}"/>
                    </a:ext>
                  </a:extLst>
                </p14:cNvPr>
                <p14:cNvContentPartPr/>
                <p14:nvPr/>
              </p14:nvContentPartPr>
              <p14:xfrm>
                <a:off x="10705102" y="4206056"/>
                <a:ext cx="91080" cy="6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35A2D4A-0C5A-C026-BF3F-8F02CAF8827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696102" y="4197056"/>
                  <a:ext cx="1087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FB04573-B80E-4832-9E86-F9FACE2D7147}"/>
                    </a:ext>
                  </a:extLst>
                </p14:cNvPr>
                <p14:cNvContentPartPr/>
                <p14:nvPr/>
              </p14:nvContentPartPr>
              <p14:xfrm>
                <a:off x="10881142" y="4091216"/>
                <a:ext cx="140400" cy="225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FB04573-B80E-4832-9E86-F9FACE2D714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872502" y="4082576"/>
                  <a:ext cx="1580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2FF0652-CA16-54A0-4A6E-0CB00BB484BD}"/>
                    </a:ext>
                  </a:extLst>
                </p14:cNvPr>
                <p14:cNvContentPartPr/>
                <p14:nvPr/>
              </p14:nvContentPartPr>
              <p14:xfrm>
                <a:off x="11055022" y="3994736"/>
                <a:ext cx="95760" cy="2019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2FF0652-CA16-54A0-4A6E-0CB00BB484B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046382" y="3985736"/>
                  <a:ext cx="1134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8DA9B54-3C6E-7C43-D280-14A589730B94}"/>
                    </a:ext>
                  </a:extLst>
                </p14:cNvPr>
                <p14:cNvContentPartPr/>
                <p14:nvPr/>
              </p14:nvContentPartPr>
              <p14:xfrm>
                <a:off x="11197222" y="4100216"/>
                <a:ext cx="139680" cy="95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8DA9B54-3C6E-7C43-D280-14A589730B9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188582" y="4091576"/>
                  <a:ext cx="1573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4A2C136-6808-6676-FC2C-0A7077CE35C9}"/>
                    </a:ext>
                  </a:extLst>
                </p14:cNvPr>
                <p14:cNvContentPartPr/>
                <p14:nvPr/>
              </p14:nvContentPartPr>
              <p14:xfrm>
                <a:off x="11349502" y="4021736"/>
                <a:ext cx="324360" cy="138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4A2C136-6808-6676-FC2C-0A7077CE35C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340862" y="4012736"/>
                  <a:ext cx="342000" cy="15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10F5A2FB-E761-F3B5-A6C5-AF49647CAEFD}"/>
                  </a:ext>
                </a:extLst>
              </p14:cNvPr>
              <p14:cNvContentPartPr/>
              <p14:nvPr/>
            </p14:nvContentPartPr>
            <p14:xfrm>
              <a:off x="4817302" y="4871336"/>
              <a:ext cx="4232520" cy="10260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10F5A2FB-E761-F3B5-A6C5-AF49647CAEF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808302" y="4862336"/>
                <a:ext cx="4250160" cy="104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9403BC8A-0F02-7829-F3D9-D958709DB3EA}"/>
              </a:ext>
            </a:extLst>
          </p:cNvPr>
          <p:cNvGrpSpPr/>
          <p:nvPr/>
        </p:nvGrpSpPr>
        <p:grpSpPr>
          <a:xfrm>
            <a:off x="9426022" y="5176256"/>
            <a:ext cx="519480" cy="235440"/>
            <a:chOff x="9426022" y="5176256"/>
            <a:chExt cx="519480" cy="23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D9B1742-1E7B-D37B-ADD5-556368D1A8E0}"/>
                    </a:ext>
                  </a:extLst>
                </p14:cNvPr>
                <p14:cNvContentPartPr/>
                <p14:nvPr/>
              </p14:nvContentPartPr>
              <p14:xfrm>
                <a:off x="9426022" y="5198936"/>
                <a:ext cx="47520" cy="170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D9B1742-1E7B-D37B-ADD5-556368D1A8E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417022" y="5189936"/>
                  <a:ext cx="651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9F486DB-621F-E5D0-8C59-483E05E4609A}"/>
                    </a:ext>
                  </a:extLst>
                </p14:cNvPr>
                <p14:cNvContentPartPr/>
                <p14:nvPr/>
              </p14:nvContentPartPr>
              <p14:xfrm>
                <a:off x="9547342" y="5233496"/>
                <a:ext cx="37800" cy="146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9F486DB-621F-E5D0-8C59-483E05E4609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538342" y="5224856"/>
                  <a:ext cx="554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8C44DEC-00B5-B516-2437-16BD60F38A2B}"/>
                    </a:ext>
                  </a:extLst>
                </p14:cNvPr>
                <p14:cNvContentPartPr/>
                <p14:nvPr/>
              </p14:nvContentPartPr>
              <p14:xfrm>
                <a:off x="9676222" y="5176256"/>
                <a:ext cx="269280" cy="235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8C44DEC-00B5-B516-2437-16BD60F38A2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667222" y="5167616"/>
                  <a:ext cx="286920" cy="25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40D33D6-F981-2F49-8B4D-EA8EE2CE1CEF}"/>
              </a:ext>
            </a:extLst>
          </p:cNvPr>
          <p:cNvGrpSpPr/>
          <p:nvPr/>
        </p:nvGrpSpPr>
        <p:grpSpPr>
          <a:xfrm>
            <a:off x="10392262" y="5168696"/>
            <a:ext cx="866880" cy="437040"/>
            <a:chOff x="10392262" y="5168696"/>
            <a:chExt cx="866880" cy="43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99E616F-1B3C-B018-9B5C-A319BB6BC046}"/>
                    </a:ext>
                  </a:extLst>
                </p14:cNvPr>
                <p14:cNvContentPartPr/>
                <p14:nvPr/>
              </p14:nvContentPartPr>
              <p14:xfrm>
                <a:off x="10392262" y="5369936"/>
                <a:ext cx="111240" cy="235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99E616F-1B3C-B018-9B5C-A319BB6BC04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383262" y="5360936"/>
                  <a:ext cx="1288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5DA2D7A-BF9D-BAAF-96F1-45BA9B1C77A9}"/>
                    </a:ext>
                  </a:extLst>
                </p14:cNvPr>
                <p14:cNvContentPartPr/>
                <p14:nvPr/>
              </p14:nvContentPartPr>
              <p14:xfrm>
                <a:off x="10632022" y="5385776"/>
                <a:ext cx="111240" cy="71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5DA2D7A-BF9D-BAAF-96F1-45BA9B1C77A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623382" y="5377136"/>
                  <a:ext cx="1288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E27B6A5-F4E5-B92B-316E-0D4A082E9240}"/>
                    </a:ext>
                  </a:extLst>
                </p14:cNvPr>
                <p14:cNvContentPartPr/>
                <p14:nvPr/>
              </p14:nvContentPartPr>
              <p14:xfrm>
                <a:off x="10827502" y="5168696"/>
                <a:ext cx="302040" cy="301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E27B6A5-F4E5-B92B-316E-0D4A082E924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818502" y="5159696"/>
                  <a:ext cx="3196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C4EFE2D-27A1-10B9-5B05-DE50AC2AD14F}"/>
                    </a:ext>
                  </a:extLst>
                </p14:cNvPr>
                <p14:cNvContentPartPr/>
                <p14:nvPr/>
              </p14:nvContentPartPr>
              <p14:xfrm>
                <a:off x="11159782" y="5282096"/>
                <a:ext cx="99360" cy="1771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C4EFE2D-27A1-10B9-5B05-DE50AC2AD14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151142" y="5273456"/>
                  <a:ext cx="11700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2295B44-1127-F757-661B-D6A86994F9BA}"/>
              </a:ext>
            </a:extLst>
          </p:cNvPr>
          <p:cNvGrpSpPr/>
          <p:nvPr/>
        </p:nvGrpSpPr>
        <p:grpSpPr>
          <a:xfrm>
            <a:off x="10189942" y="5781776"/>
            <a:ext cx="1376280" cy="352080"/>
            <a:chOff x="10189942" y="5781776"/>
            <a:chExt cx="1376280" cy="35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5E4A686-1D15-1E67-3C7F-CC482E9390C5}"/>
                    </a:ext>
                  </a:extLst>
                </p14:cNvPr>
                <p14:cNvContentPartPr/>
                <p14:nvPr/>
              </p14:nvContentPartPr>
              <p14:xfrm>
                <a:off x="10189942" y="5862056"/>
                <a:ext cx="198720" cy="204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5E4A686-1D15-1E67-3C7F-CC482E9390C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181302" y="5853056"/>
                  <a:ext cx="2163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C4ACE64-8CAC-6591-A77A-76C1BB5795B3}"/>
                    </a:ext>
                  </a:extLst>
                </p14:cNvPr>
                <p14:cNvContentPartPr/>
                <p14:nvPr/>
              </p14:nvContentPartPr>
              <p14:xfrm>
                <a:off x="10303342" y="5994176"/>
                <a:ext cx="98640" cy="187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C4ACE64-8CAC-6591-A77A-76C1BB5795B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294342" y="5985176"/>
                  <a:ext cx="1162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CB7FDA4-91CD-3279-B9CC-B3B7CC11A977}"/>
                    </a:ext>
                  </a:extLst>
                </p14:cNvPr>
                <p14:cNvContentPartPr/>
                <p14:nvPr/>
              </p14:nvContentPartPr>
              <p14:xfrm>
                <a:off x="10567222" y="5991656"/>
                <a:ext cx="92880" cy="19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CB7FDA4-91CD-3279-B9CC-B3B7CC11A97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558582" y="5983016"/>
                  <a:ext cx="1105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E61D752-DE7A-DE35-5086-885C46095C3F}"/>
                    </a:ext>
                  </a:extLst>
                </p14:cNvPr>
                <p14:cNvContentPartPr/>
                <p14:nvPr/>
              </p14:nvContentPartPr>
              <p14:xfrm>
                <a:off x="10736782" y="5938376"/>
                <a:ext cx="161640" cy="1954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E61D752-DE7A-DE35-5086-885C46095C3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727782" y="5929736"/>
                  <a:ext cx="1792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7ECDADD-3F1B-2DA2-F13F-FC216E6B4083}"/>
                    </a:ext>
                  </a:extLst>
                </p14:cNvPr>
                <p14:cNvContentPartPr/>
                <p14:nvPr/>
              </p14:nvContentPartPr>
              <p14:xfrm>
                <a:off x="10946662" y="5781776"/>
                <a:ext cx="62640" cy="248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7ECDADD-3F1B-2DA2-F13F-FC216E6B408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937662" y="5772776"/>
                  <a:ext cx="802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DBB1993-8936-64DF-ED29-8FABF8DF304F}"/>
                    </a:ext>
                  </a:extLst>
                </p14:cNvPr>
                <p14:cNvContentPartPr/>
                <p14:nvPr/>
              </p14:nvContentPartPr>
              <p14:xfrm>
                <a:off x="11068702" y="5928296"/>
                <a:ext cx="140040" cy="101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DBB1993-8936-64DF-ED29-8FABF8DF304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060062" y="5919296"/>
                  <a:ext cx="1576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FC422C1-C857-69F3-6B14-D14456E5438C}"/>
                    </a:ext>
                  </a:extLst>
                </p14:cNvPr>
                <p14:cNvContentPartPr/>
                <p14:nvPr/>
              </p14:nvContentPartPr>
              <p14:xfrm>
                <a:off x="11246902" y="5953136"/>
                <a:ext cx="126000" cy="619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FC422C1-C857-69F3-6B14-D14456E5438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237902" y="5944136"/>
                  <a:ext cx="1436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34B7ECE-F49E-2449-8C5B-F85854FF4301}"/>
                    </a:ext>
                  </a:extLst>
                </p14:cNvPr>
                <p14:cNvContentPartPr/>
                <p14:nvPr/>
              </p14:nvContentPartPr>
              <p14:xfrm>
                <a:off x="11416462" y="5853776"/>
                <a:ext cx="149760" cy="137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34B7ECE-F49E-2449-8C5B-F85854FF430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407462" y="5844776"/>
                  <a:ext cx="167400" cy="15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7AC1FE8-AE74-7559-1C8F-7CFEDEAD8010}"/>
              </a:ext>
            </a:extLst>
          </p:cNvPr>
          <p:cNvGrpSpPr/>
          <p:nvPr/>
        </p:nvGrpSpPr>
        <p:grpSpPr>
          <a:xfrm>
            <a:off x="4555942" y="1705136"/>
            <a:ext cx="740160" cy="90360"/>
            <a:chOff x="4555942" y="1705136"/>
            <a:chExt cx="740160" cy="9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E296967-A3F0-2CA4-9890-35EDA1DAFD77}"/>
                    </a:ext>
                  </a:extLst>
                </p14:cNvPr>
                <p14:cNvContentPartPr/>
                <p14:nvPr/>
              </p14:nvContentPartPr>
              <p14:xfrm>
                <a:off x="4596982" y="1705136"/>
                <a:ext cx="659520" cy="29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E296967-A3F0-2CA4-9890-35EDA1DAFD7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588342" y="1696136"/>
                  <a:ext cx="6771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8327245-675E-2672-EEBA-429E0A18CC0B}"/>
                    </a:ext>
                  </a:extLst>
                </p14:cNvPr>
                <p14:cNvContentPartPr/>
                <p14:nvPr/>
              </p14:nvContentPartPr>
              <p14:xfrm>
                <a:off x="4555942" y="1757696"/>
                <a:ext cx="740160" cy="37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8327245-675E-2672-EEBA-429E0A18CC0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546942" y="1749056"/>
                  <a:ext cx="757800" cy="55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ANALOG PROTOTYPES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Four classical ways to spend ripple and transition width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4</a:t>
            </a:r>
          </a:p>
        </p:txBody>
      </p:sp>
      <p:pic>
        <p:nvPicPr>
          <p:cNvPr id="6" name="Picture 5" descr="iir_analog_proto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7589520" cy="43122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46304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12480" y="1463040"/>
            <a:ext cx="50292" cy="9144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58784" y="157276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Butterworth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58784" y="194767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Maximally flat magnitude in the passband; monotonic.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65176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12480" y="265176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58784" y="276148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Chebyshev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8784" y="313639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Spend ripple in one band to sharpen the transition.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3840480"/>
            <a:ext cx="2834640" cy="10515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12480" y="3840480"/>
            <a:ext cx="50292" cy="10515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8784" y="39502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Elliptic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4325112"/>
            <a:ext cx="2606040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Ripple in both bands; steepest transition for a given order/specification.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DA75E8F-1EEA-CAEE-8171-CDBC2BA709AA}"/>
                  </a:ext>
                </a:extLst>
              </p14:cNvPr>
              <p14:cNvContentPartPr/>
              <p14:nvPr/>
            </p14:nvContentPartPr>
            <p14:xfrm>
              <a:off x="8713222" y="4260776"/>
              <a:ext cx="532080" cy="547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DA75E8F-1EEA-CAEE-8171-CDBC2BA709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04582" y="4252136"/>
                <a:ext cx="549720" cy="7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2F126B9F-7FEB-CA78-484A-5FBB6637C902}"/>
              </a:ext>
            </a:extLst>
          </p:cNvPr>
          <p:cNvGrpSpPr/>
          <p:nvPr/>
        </p:nvGrpSpPr>
        <p:grpSpPr>
          <a:xfrm>
            <a:off x="9748222" y="4000856"/>
            <a:ext cx="927720" cy="212040"/>
            <a:chOff x="9748222" y="4000856"/>
            <a:chExt cx="927720" cy="21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86E5180-CB70-A692-7DAA-7393B4A5BFD9}"/>
                    </a:ext>
                  </a:extLst>
                </p14:cNvPr>
                <p14:cNvContentPartPr/>
                <p14:nvPr/>
              </p14:nvContentPartPr>
              <p14:xfrm>
                <a:off x="9748222" y="4000856"/>
                <a:ext cx="165240" cy="203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86E5180-CB70-A692-7DAA-7393B4A5BFD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739222" y="3992216"/>
                  <a:ext cx="1828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03305F9-C55A-A707-C28B-FA75F83D966C}"/>
                    </a:ext>
                  </a:extLst>
                </p14:cNvPr>
                <p14:cNvContentPartPr/>
                <p14:nvPr/>
              </p14:nvContentPartPr>
              <p14:xfrm>
                <a:off x="10008502" y="4109936"/>
                <a:ext cx="150480" cy="102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03305F9-C55A-A707-C28B-FA75F83D966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999502" y="4101296"/>
                  <a:ext cx="1681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0D96635-8ACF-EF62-AEEB-5BFDF8BC55C0}"/>
                    </a:ext>
                  </a:extLst>
                </p14:cNvPr>
                <p14:cNvContentPartPr/>
                <p14:nvPr/>
              </p14:nvContentPartPr>
              <p14:xfrm>
                <a:off x="10220182" y="4116416"/>
                <a:ext cx="161640" cy="66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0D96635-8ACF-EF62-AEEB-5BFDF8BC55C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211182" y="4107416"/>
                  <a:ext cx="1792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836F5D8-28D1-59EB-B224-9E121D58BD08}"/>
                    </a:ext>
                  </a:extLst>
                </p14:cNvPr>
                <p14:cNvContentPartPr/>
                <p14:nvPr/>
              </p14:nvContentPartPr>
              <p14:xfrm>
                <a:off x="10423582" y="4080416"/>
                <a:ext cx="252360" cy="1080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836F5D8-28D1-59EB-B224-9E121D58BD0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414582" y="4071416"/>
                  <a:ext cx="2700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E98A80A-A9CC-5E69-46E9-F9754C052CBD}"/>
                    </a:ext>
                  </a:extLst>
                </p14:cNvPr>
                <p14:cNvContentPartPr/>
                <p14:nvPr/>
              </p14:nvContentPartPr>
              <p14:xfrm>
                <a:off x="10114702" y="4136576"/>
                <a:ext cx="58680" cy="38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E98A80A-A9CC-5E69-46E9-F9754C052CB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106062" y="4127576"/>
                  <a:ext cx="763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ECA74EC-21E6-0096-CA10-6B1C505E0952}"/>
                    </a:ext>
                  </a:extLst>
                </p14:cNvPr>
                <p14:cNvContentPartPr/>
                <p14:nvPr/>
              </p14:nvContentPartPr>
              <p14:xfrm>
                <a:off x="10096342" y="4087616"/>
                <a:ext cx="69840" cy="63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ECA74EC-21E6-0096-CA10-6B1C505E095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087342" y="4078976"/>
                  <a:ext cx="87480" cy="806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isplays a comparison of magnitude responses for different analog lowpass filter prototypes (Butterworth, Chebyshev I, Chebyshev II, and Elliptic) with a cutoff frequency of 10 Hz and a sampling frequency of 100 Hz.&#10;&#10;AI-generated content may be incorrect.">
            <a:extLst>
              <a:ext uri="{FF2B5EF4-FFF2-40B4-BE49-F238E27FC236}">
                <a16:creationId xmlns:a16="http://schemas.microsoft.com/office/drawing/2014/main" id="{A3000023-C7A0-3B1E-02C4-743EBBFAF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106" y="0"/>
            <a:ext cx="674331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8FD4F7-6936-3A8B-4B46-862B5FD6DC95}"/>
              </a:ext>
            </a:extLst>
          </p:cNvPr>
          <p:cNvSpPr txBox="1"/>
          <p:nvPr/>
        </p:nvSpPr>
        <p:spPr>
          <a:xfrm>
            <a:off x="414669" y="413813"/>
            <a:ext cx="37267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Magnitude and Phase of Analog Lowpass Prototypes</a:t>
            </a:r>
          </a:p>
        </p:txBody>
      </p:sp>
    </p:spTree>
    <p:extLst>
      <p:ext uri="{BB962C8B-B14F-4D97-AF65-F5344CB8AC3E}">
        <p14:creationId xmlns:p14="http://schemas.microsoft.com/office/powerpoint/2010/main" val="2995921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BUTTERWORTH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Maximally flat magnitude response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5</a:t>
            </a:r>
          </a:p>
        </p:txBody>
      </p:sp>
      <p:pic>
        <p:nvPicPr>
          <p:cNvPr id="6" name="Picture 5" descr="eq_62a8c3eaef3b8c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400800" cy="1534026"/>
          </a:xfrm>
          <a:prstGeom prst="rect">
            <a:avLst/>
          </a:prstGeom>
        </p:spPr>
      </p:pic>
      <p:pic>
        <p:nvPicPr>
          <p:cNvPr id="7" name="Picture 6" descr="eq_e5c940fa22db2d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81130"/>
            <a:ext cx="6217920" cy="92918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463040"/>
            <a:ext cx="36576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89520" y="146304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35824" y="157276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Order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35824" y="1947672"/>
            <a:ext cx="34290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Higher N steepens the transition around Ω_c.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834640"/>
            <a:ext cx="365760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520" y="2834640"/>
            <a:ext cx="50292" cy="12801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35824" y="294436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 passband ripple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24" y="3319272"/>
            <a:ext cx="342900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Butterworth is attractive when smooth magnitude behavior matters more than the narrowest possible transition.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4480560"/>
            <a:ext cx="365760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9520" y="448056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35824" y="459028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4965192"/>
            <a:ext cx="34290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At the cutoff, the squared magnitude is 1/2 regardless of 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9140D85-70CA-C6FA-60F2-C13900FD3592}"/>
              </a:ext>
            </a:extLst>
          </p:cNvPr>
          <p:cNvGrpSpPr/>
          <p:nvPr/>
        </p:nvGrpSpPr>
        <p:grpSpPr>
          <a:xfrm>
            <a:off x="6624502" y="135896"/>
            <a:ext cx="2344680" cy="342720"/>
            <a:chOff x="6624502" y="135896"/>
            <a:chExt cx="2344680" cy="34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2B581EA-21F0-7C8F-B602-F71B9728D89B}"/>
                    </a:ext>
                  </a:extLst>
                </p14:cNvPr>
                <p14:cNvContentPartPr/>
                <p14:nvPr/>
              </p14:nvContentPartPr>
              <p14:xfrm>
                <a:off x="6766702" y="292496"/>
                <a:ext cx="41400" cy="162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2B581EA-21F0-7C8F-B602-F71B9728D89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57702" y="283856"/>
                  <a:ext cx="590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34D63BD-FC9E-615B-2A7F-B857BE27E710}"/>
                    </a:ext>
                  </a:extLst>
                </p14:cNvPr>
                <p14:cNvContentPartPr/>
                <p14:nvPr/>
              </p14:nvContentPartPr>
              <p14:xfrm>
                <a:off x="6624502" y="242456"/>
                <a:ext cx="363600" cy="236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34D63BD-FC9E-615B-2A7F-B857BE27E71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15502" y="233456"/>
                  <a:ext cx="3812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65C74DB-CE06-9806-D2D3-217F3A8B68A9}"/>
                    </a:ext>
                  </a:extLst>
                </p14:cNvPr>
                <p14:cNvContentPartPr/>
                <p14:nvPr/>
              </p14:nvContentPartPr>
              <p14:xfrm>
                <a:off x="7045342" y="390776"/>
                <a:ext cx="157320" cy="60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65C74DB-CE06-9806-D2D3-217F3A8B68A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036702" y="381776"/>
                  <a:ext cx="1749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AEB47B5-5795-8814-B69D-721DAD02BC90}"/>
                    </a:ext>
                  </a:extLst>
                </p14:cNvPr>
                <p14:cNvContentPartPr/>
                <p14:nvPr/>
              </p14:nvContentPartPr>
              <p14:xfrm>
                <a:off x="7304902" y="262976"/>
                <a:ext cx="71280" cy="1796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AEB47B5-5795-8814-B69D-721DAD02BC9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96262" y="254336"/>
                  <a:ext cx="889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904251E-7D64-66A5-2AE2-5FBB95D3F77C}"/>
                    </a:ext>
                  </a:extLst>
                </p14:cNvPr>
                <p14:cNvContentPartPr/>
                <p14:nvPr/>
              </p14:nvContentPartPr>
              <p14:xfrm>
                <a:off x="7389502" y="241376"/>
                <a:ext cx="69840" cy="181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904251E-7D64-66A5-2AE2-5FBB95D3F77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380862" y="232736"/>
                  <a:ext cx="874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B65DBF0-2141-2961-0005-48D6DD48A8BA}"/>
                    </a:ext>
                  </a:extLst>
                </p14:cNvPr>
                <p14:cNvContentPartPr/>
                <p14:nvPr/>
              </p14:nvContentPartPr>
              <p14:xfrm>
                <a:off x="7243342" y="307976"/>
                <a:ext cx="232920" cy="25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B65DBF0-2141-2961-0005-48D6DD48A8B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234342" y="299336"/>
                  <a:ext cx="2505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309C3B8-1E81-A426-5DDA-EE6D33B6BF89}"/>
                    </a:ext>
                  </a:extLst>
                </p14:cNvPr>
                <p14:cNvContentPartPr/>
                <p14:nvPr/>
              </p14:nvContentPartPr>
              <p14:xfrm>
                <a:off x="7552222" y="295376"/>
                <a:ext cx="178200" cy="108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309C3B8-1E81-A426-5DDA-EE6D33B6BF8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543222" y="286736"/>
                  <a:ext cx="1958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5229C5E-7D90-EE29-87B8-14E25DFE02BD}"/>
                    </a:ext>
                  </a:extLst>
                </p14:cNvPr>
                <p14:cNvContentPartPr/>
                <p14:nvPr/>
              </p14:nvContentPartPr>
              <p14:xfrm>
                <a:off x="7910422" y="298976"/>
                <a:ext cx="193320" cy="132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5229C5E-7D90-EE29-87B8-14E25DFE02B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901782" y="290336"/>
                  <a:ext cx="2109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F698DF0-4802-83B4-A4D2-AFDFF552F36A}"/>
                    </a:ext>
                  </a:extLst>
                </p14:cNvPr>
                <p14:cNvContentPartPr/>
                <p14:nvPr/>
              </p14:nvContentPartPr>
              <p14:xfrm>
                <a:off x="8240182" y="348656"/>
                <a:ext cx="72360" cy="126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F698DF0-4802-83B4-A4D2-AFDFF552F36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231182" y="340016"/>
                  <a:ext cx="900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3E5F527-0889-6C23-202D-E304B67CC889}"/>
                    </a:ext>
                  </a:extLst>
                </p14:cNvPr>
                <p14:cNvContentPartPr/>
                <p14:nvPr/>
              </p14:nvContentPartPr>
              <p14:xfrm>
                <a:off x="8384902" y="299336"/>
                <a:ext cx="135000" cy="1371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3E5F527-0889-6C23-202D-E304B67CC88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376262" y="290696"/>
                  <a:ext cx="1526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6994DE8-0125-E0FC-D35F-BCC27989E239}"/>
                    </a:ext>
                  </a:extLst>
                </p14:cNvPr>
                <p14:cNvContentPartPr/>
                <p14:nvPr/>
              </p14:nvContentPartPr>
              <p14:xfrm>
                <a:off x="8545102" y="144536"/>
                <a:ext cx="114840" cy="321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6994DE8-0125-E0FC-D35F-BCC27989E23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536102" y="135536"/>
                  <a:ext cx="13248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17D421C-2FB7-A8F8-18F7-E445433EE83F}"/>
                    </a:ext>
                  </a:extLst>
                </p14:cNvPr>
                <p14:cNvContentPartPr/>
                <p14:nvPr/>
              </p14:nvContentPartPr>
              <p14:xfrm>
                <a:off x="8598382" y="255776"/>
                <a:ext cx="111960" cy="187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17D421C-2FB7-A8F8-18F7-E445433EE83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589382" y="246776"/>
                  <a:ext cx="1296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897956F-0B0F-34D1-CEFC-FCB30553D57C}"/>
                    </a:ext>
                  </a:extLst>
                </p14:cNvPr>
                <p14:cNvContentPartPr/>
                <p14:nvPr/>
              </p14:nvContentPartPr>
              <p14:xfrm>
                <a:off x="8746342" y="135896"/>
                <a:ext cx="222840" cy="2631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897956F-0B0F-34D1-CEFC-FCB30553D57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37342" y="127256"/>
                  <a:ext cx="240480" cy="28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84173A27-F5D2-BA43-3C1A-489E8D7D5C09}"/>
                  </a:ext>
                </a:extLst>
              </p14:cNvPr>
              <p14:cNvContentPartPr/>
              <p14:nvPr/>
            </p14:nvContentPartPr>
            <p14:xfrm>
              <a:off x="6713422" y="580136"/>
              <a:ext cx="2235600" cy="817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84173A27-F5D2-BA43-3C1A-489E8D7D5C0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704782" y="571136"/>
                <a:ext cx="225324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27A763C-3A1A-CF72-5E05-73E3743F12B9}"/>
                  </a:ext>
                </a:extLst>
              </p14:cNvPr>
              <p14:cNvContentPartPr/>
              <p14:nvPr/>
            </p14:nvContentPartPr>
            <p14:xfrm>
              <a:off x="1755142" y="2371856"/>
              <a:ext cx="1428120" cy="669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27A763C-3A1A-CF72-5E05-73E3743F12B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746502" y="2363216"/>
                <a:ext cx="144576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65B7EED-FC31-58EE-DA01-885632E49E53}"/>
                  </a:ext>
                </a:extLst>
              </p14:cNvPr>
              <p14:cNvContentPartPr/>
              <p14:nvPr/>
            </p14:nvContentPartPr>
            <p14:xfrm>
              <a:off x="4128982" y="2984576"/>
              <a:ext cx="1621800" cy="568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65B7EED-FC31-58EE-DA01-885632E49E5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119982" y="2975936"/>
                <a:ext cx="163944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8607967-4088-63EA-0F63-3132D7C3A56C}"/>
                  </a:ext>
                </a:extLst>
              </p14:cNvPr>
              <p14:cNvContentPartPr/>
              <p14:nvPr/>
            </p14:nvContentPartPr>
            <p14:xfrm>
              <a:off x="1008862" y="2382296"/>
              <a:ext cx="415440" cy="1767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8607967-4088-63EA-0F63-3132D7C3A56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99862" y="2373656"/>
                <a:ext cx="433080" cy="19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D5DAE586-FB2C-16D8-0539-D0AEF1F27C54}"/>
              </a:ext>
            </a:extLst>
          </p:cNvPr>
          <p:cNvGrpSpPr/>
          <p:nvPr/>
        </p:nvGrpSpPr>
        <p:grpSpPr>
          <a:xfrm>
            <a:off x="376702" y="2685416"/>
            <a:ext cx="2684160" cy="863640"/>
            <a:chOff x="376702" y="2685416"/>
            <a:chExt cx="2684160" cy="86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7ABD996-EC1E-D781-A368-35BEAD6B00C9}"/>
                    </a:ext>
                  </a:extLst>
                </p14:cNvPr>
                <p14:cNvContentPartPr/>
                <p14:nvPr/>
              </p14:nvContentPartPr>
              <p14:xfrm>
                <a:off x="390022" y="2763536"/>
                <a:ext cx="148320" cy="370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7ABD996-EC1E-D781-A368-35BEAD6B00C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1382" y="2754536"/>
                  <a:ext cx="16596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A386BC6-5707-093E-A6DF-59B522CD3F48}"/>
                    </a:ext>
                  </a:extLst>
                </p14:cNvPr>
                <p14:cNvContentPartPr/>
                <p14:nvPr/>
              </p14:nvContentPartPr>
              <p14:xfrm>
                <a:off x="376702" y="3010496"/>
                <a:ext cx="153000" cy="154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A386BC6-5707-093E-A6DF-59B522CD3F4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67702" y="3001856"/>
                  <a:ext cx="1706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23CA25D-8D83-12EC-BE5C-B2263A7629DF}"/>
                    </a:ext>
                  </a:extLst>
                </p14:cNvPr>
                <p14:cNvContentPartPr/>
                <p14:nvPr/>
              </p14:nvContentPartPr>
              <p14:xfrm>
                <a:off x="522142" y="2986736"/>
                <a:ext cx="62640" cy="88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23CA25D-8D83-12EC-BE5C-B2263A7629D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13142" y="2978096"/>
                  <a:ext cx="802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1E25824-CE21-EC4C-AFFB-D046DCB16B67}"/>
                    </a:ext>
                  </a:extLst>
                </p14:cNvPr>
                <p14:cNvContentPartPr/>
                <p14:nvPr/>
              </p14:nvContentPartPr>
              <p14:xfrm>
                <a:off x="479302" y="2884136"/>
                <a:ext cx="5400" cy="10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1E25824-CE21-EC4C-AFFB-D046DCB16B6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0302" y="2875136"/>
                  <a:ext cx="230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3E2A5BF-4757-8994-0059-AC981C3D4732}"/>
                    </a:ext>
                  </a:extLst>
                </p14:cNvPr>
                <p14:cNvContentPartPr/>
                <p14:nvPr/>
              </p14:nvContentPartPr>
              <p14:xfrm>
                <a:off x="601342" y="2991416"/>
                <a:ext cx="173520" cy="60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3E2A5BF-4757-8994-0059-AC981C3D473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2702" y="2982776"/>
                  <a:ext cx="1911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287171B-7C45-BF50-05CA-43D1A58C40F9}"/>
                    </a:ext>
                  </a:extLst>
                </p14:cNvPr>
                <p14:cNvContentPartPr/>
                <p14:nvPr/>
              </p14:nvContentPartPr>
              <p14:xfrm>
                <a:off x="833902" y="2761376"/>
                <a:ext cx="153720" cy="2739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287171B-7C45-BF50-05CA-43D1A58C40F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25262" y="2752376"/>
                  <a:ext cx="1713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A827685-28EA-460D-81B2-E4C2669EB557}"/>
                    </a:ext>
                  </a:extLst>
                </p14:cNvPr>
                <p14:cNvContentPartPr/>
                <p14:nvPr/>
              </p14:nvContentPartPr>
              <p14:xfrm>
                <a:off x="1092742" y="2851736"/>
                <a:ext cx="152280" cy="2059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A827685-28EA-460D-81B2-E4C2669EB55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84102" y="2842736"/>
                  <a:ext cx="1699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5863313-73DF-E1DC-C1B0-61479F67D949}"/>
                    </a:ext>
                  </a:extLst>
                </p14:cNvPr>
                <p14:cNvContentPartPr/>
                <p14:nvPr/>
              </p14:nvContentPartPr>
              <p14:xfrm>
                <a:off x="1254742" y="2846696"/>
                <a:ext cx="121680" cy="1245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5863313-73DF-E1DC-C1B0-61479F67D94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245742" y="2837696"/>
                  <a:ext cx="1393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2E6E66E-7ADE-3B2D-258F-A6CED1CF1B86}"/>
                    </a:ext>
                  </a:extLst>
                </p14:cNvPr>
                <p14:cNvContentPartPr/>
                <p14:nvPr/>
              </p14:nvContentPartPr>
              <p14:xfrm>
                <a:off x="1341502" y="2685416"/>
                <a:ext cx="302040" cy="235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2E6E66E-7ADE-3B2D-258F-A6CED1CF1B8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332862" y="2676776"/>
                  <a:ext cx="3196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4FA463B-E960-01B1-5F82-7F5187E6B7DD}"/>
                    </a:ext>
                  </a:extLst>
                </p14:cNvPr>
                <p14:cNvContentPartPr/>
                <p14:nvPr/>
              </p14:nvContentPartPr>
              <p14:xfrm>
                <a:off x="1590262" y="2710976"/>
                <a:ext cx="120240" cy="1954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4FA463B-E960-01B1-5F82-7F5187E6B7D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581622" y="2702336"/>
                  <a:ext cx="1378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FC8CC76-4681-4E50-C6FC-CD5899572C81}"/>
                    </a:ext>
                  </a:extLst>
                </p14:cNvPr>
                <p14:cNvContentPartPr/>
                <p14:nvPr/>
              </p14:nvContentPartPr>
              <p14:xfrm>
                <a:off x="414862" y="3456896"/>
                <a:ext cx="62280" cy="92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FC8CC76-4681-4E50-C6FC-CD5899572C8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05862" y="3447896"/>
                  <a:ext cx="799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C1B741E-29F5-A91C-690D-208942A905AC}"/>
                    </a:ext>
                  </a:extLst>
                </p14:cNvPr>
                <p14:cNvContentPartPr/>
                <p14:nvPr/>
              </p14:nvContentPartPr>
              <p14:xfrm>
                <a:off x="376702" y="3342416"/>
                <a:ext cx="21240" cy="47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C1B741E-29F5-A91C-690D-208942A905A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67702" y="3333416"/>
                  <a:ext cx="388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F68D07F-C3C3-486A-1F5D-A9556A0CAF4D}"/>
                    </a:ext>
                  </a:extLst>
                </p14:cNvPr>
                <p14:cNvContentPartPr/>
                <p14:nvPr/>
              </p14:nvContentPartPr>
              <p14:xfrm>
                <a:off x="474982" y="3429176"/>
                <a:ext cx="183240" cy="77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F68D07F-C3C3-486A-1F5D-A9556A0CAF4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65982" y="3420176"/>
                  <a:ext cx="2008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6208AFF-A047-C34F-459A-0DE14E62D07B}"/>
                    </a:ext>
                  </a:extLst>
                </p14:cNvPr>
                <p14:cNvContentPartPr/>
                <p14:nvPr/>
              </p14:nvContentPartPr>
              <p14:xfrm>
                <a:off x="810502" y="3338456"/>
                <a:ext cx="163800" cy="122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6208AFF-A047-C34F-459A-0DE14E62D07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01502" y="3329816"/>
                  <a:ext cx="1814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F0637C1-7FC8-A6C9-FD6F-C2B93A6FA14E}"/>
                    </a:ext>
                  </a:extLst>
                </p14:cNvPr>
                <p14:cNvContentPartPr/>
                <p14:nvPr/>
              </p14:nvContentPartPr>
              <p14:xfrm>
                <a:off x="993382" y="3279416"/>
                <a:ext cx="119160" cy="2026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F0637C1-7FC8-A6C9-FD6F-C2B93A6FA14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84742" y="3270776"/>
                  <a:ext cx="1368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0C7EF15-F929-69E4-A6AF-893F62725A45}"/>
                    </a:ext>
                  </a:extLst>
                </p14:cNvPr>
                <p14:cNvContentPartPr/>
                <p14:nvPr/>
              </p14:nvContentPartPr>
              <p14:xfrm>
                <a:off x="1066822" y="3124976"/>
                <a:ext cx="114840" cy="2012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0C7EF15-F929-69E4-A6AF-893F62725A4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57822" y="3116336"/>
                  <a:ext cx="1324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3B67A97-E052-554D-7490-AC38C4C7DC7F}"/>
                    </a:ext>
                  </a:extLst>
                </p14:cNvPr>
                <p14:cNvContentPartPr/>
                <p14:nvPr/>
              </p14:nvContentPartPr>
              <p14:xfrm>
                <a:off x="1197142" y="3212096"/>
                <a:ext cx="145440" cy="93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3B67A97-E052-554D-7490-AC38C4C7DC7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88502" y="3203456"/>
                  <a:ext cx="1630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C21F926-C254-40D9-DE04-BEEE11E8FC89}"/>
                    </a:ext>
                  </a:extLst>
                </p14:cNvPr>
                <p14:cNvContentPartPr/>
                <p14:nvPr/>
              </p14:nvContentPartPr>
              <p14:xfrm>
                <a:off x="1348342" y="3114896"/>
                <a:ext cx="321120" cy="1472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C21F926-C254-40D9-DE04-BEEE11E8FC8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339342" y="3105896"/>
                  <a:ext cx="3387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9B754F9-A352-FD74-7BB4-71F5A17C0A2B}"/>
                    </a:ext>
                  </a:extLst>
                </p14:cNvPr>
                <p14:cNvContentPartPr/>
                <p14:nvPr/>
              </p14:nvContentPartPr>
              <p14:xfrm>
                <a:off x="1840102" y="2921216"/>
                <a:ext cx="227880" cy="3279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9B754F9-A352-FD74-7BB4-71F5A17C0A2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831102" y="2912576"/>
                  <a:ext cx="24552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EA3F596-2B8F-A528-FF49-FE79A203895C}"/>
                    </a:ext>
                  </a:extLst>
                </p14:cNvPr>
                <p14:cNvContentPartPr/>
                <p14:nvPr/>
              </p14:nvContentPartPr>
              <p14:xfrm>
                <a:off x="1880062" y="3019496"/>
                <a:ext cx="257040" cy="1342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EA3F596-2B8F-A528-FF49-FE79A203895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871422" y="3010496"/>
                  <a:ext cx="2746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0C470FF-5248-D702-B219-5A9DB0F91FBB}"/>
                    </a:ext>
                  </a:extLst>
                </p14:cNvPr>
                <p14:cNvContentPartPr/>
                <p14:nvPr/>
              </p14:nvContentPartPr>
              <p14:xfrm>
                <a:off x="2141782" y="3016976"/>
                <a:ext cx="107640" cy="792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0C470FF-5248-D702-B219-5A9DB0F91FB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133142" y="3007976"/>
                  <a:ext cx="1252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7F18B98-D8E6-4D38-7D66-B29A48B0906E}"/>
                    </a:ext>
                  </a:extLst>
                </p14:cNvPr>
                <p14:cNvContentPartPr/>
                <p14:nvPr/>
              </p14:nvContentPartPr>
              <p14:xfrm>
                <a:off x="2265982" y="2997176"/>
                <a:ext cx="201600" cy="52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7F18B98-D8E6-4D38-7D66-B29A48B0906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257342" y="2988536"/>
                  <a:ext cx="2192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D7FD160-9FA5-6B34-0275-40F6693B170F}"/>
                    </a:ext>
                  </a:extLst>
                </p14:cNvPr>
                <p14:cNvContentPartPr/>
                <p14:nvPr/>
              </p14:nvContentPartPr>
              <p14:xfrm>
                <a:off x="2507182" y="2820056"/>
                <a:ext cx="149400" cy="177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D7FD160-9FA5-6B34-0275-40F6693B170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498182" y="2811056"/>
                  <a:ext cx="1670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C846EFF-BC0E-91EF-D9B9-F3F78FDC24A6}"/>
                    </a:ext>
                  </a:extLst>
                </p14:cNvPr>
                <p14:cNvContentPartPr/>
                <p14:nvPr/>
              </p14:nvContentPartPr>
              <p14:xfrm>
                <a:off x="2493142" y="2915096"/>
                <a:ext cx="159480" cy="313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C846EFF-BC0E-91EF-D9B9-F3F78FDC24A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484142" y="2906096"/>
                  <a:ext cx="1771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C7F2F26-4549-01F8-D7D3-F3B85FBB96FC}"/>
                    </a:ext>
                  </a:extLst>
                </p14:cNvPr>
                <p14:cNvContentPartPr/>
                <p14:nvPr/>
              </p14:nvContentPartPr>
              <p14:xfrm>
                <a:off x="2566582" y="2782976"/>
                <a:ext cx="365760" cy="1782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C7F2F26-4549-01F8-D7D3-F3B85FBB96F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557942" y="2773976"/>
                  <a:ext cx="3834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F9070EF-E163-85D3-642C-C1411E7A3DAA}"/>
                    </a:ext>
                  </a:extLst>
                </p14:cNvPr>
                <p14:cNvContentPartPr/>
                <p14:nvPr/>
              </p14:nvContentPartPr>
              <p14:xfrm>
                <a:off x="2782222" y="2732576"/>
                <a:ext cx="22320" cy="471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F9070EF-E163-85D3-642C-C1411E7A3DA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773222" y="2723936"/>
                  <a:ext cx="399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C72B892-8516-EF84-D14D-2C5CBE0A336F}"/>
                    </a:ext>
                  </a:extLst>
                </p14:cNvPr>
                <p14:cNvContentPartPr/>
                <p14:nvPr/>
              </p14:nvContentPartPr>
              <p14:xfrm>
                <a:off x="2940622" y="2760656"/>
                <a:ext cx="120240" cy="1983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C72B892-8516-EF84-D14D-2C5CBE0A336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931982" y="2751656"/>
                  <a:ext cx="137880" cy="21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5F4FB0FA-0300-36F5-D579-45C2176F9630}"/>
              </a:ext>
            </a:extLst>
          </p:cNvPr>
          <p:cNvGrpSpPr/>
          <p:nvPr/>
        </p:nvGrpSpPr>
        <p:grpSpPr>
          <a:xfrm>
            <a:off x="697822" y="4624376"/>
            <a:ext cx="1239480" cy="439200"/>
            <a:chOff x="697822" y="4624376"/>
            <a:chExt cx="1239480" cy="43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BE91146-C3D1-AFEF-6F1A-8CB1AD039C13}"/>
                    </a:ext>
                  </a:extLst>
                </p14:cNvPr>
                <p14:cNvContentPartPr/>
                <p14:nvPr/>
              </p14:nvContentPartPr>
              <p14:xfrm>
                <a:off x="697822" y="4690976"/>
                <a:ext cx="67320" cy="2448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BE91146-C3D1-AFEF-6F1A-8CB1AD039C1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89182" y="4682336"/>
                  <a:ext cx="8496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2E69D7A-4734-DCFC-08D6-65F8DD4A8CF9}"/>
                    </a:ext>
                  </a:extLst>
                </p14:cNvPr>
                <p14:cNvContentPartPr/>
                <p14:nvPr/>
              </p14:nvContentPartPr>
              <p14:xfrm>
                <a:off x="706102" y="4847576"/>
                <a:ext cx="114840" cy="169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2E69D7A-4734-DCFC-08D6-65F8DD4A8CF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97462" y="4838576"/>
                  <a:ext cx="1324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32F1B07-5961-FFE1-6B7D-98366A269E2B}"/>
                    </a:ext>
                  </a:extLst>
                </p14:cNvPr>
                <p14:cNvContentPartPr/>
                <p14:nvPr/>
              </p14:nvContentPartPr>
              <p14:xfrm>
                <a:off x="754702" y="4733096"/>
                <a:ext cx="74520" cy="2296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32F1B07-5961-FFE1-6B7D-98366A269E2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45702" y="4724096"/>
                  <a:ext cx="921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92C6C09-36AB-4103-EA12-9158E4353FF4}"/>
                    </a:ext>
                  </a:extLst>
                </p14:cNvPr>
                <p14:cNvContentPartPr/>
                <p14:nvPr/>
              </p14:nvContentPartPr>
              <p14:xfrm>
                <a:off x="973582" y="4896536"/>
                <a:ext cx="32760" cy="234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92C6C09-36AB-4103-EA12-9158E4353FF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64942" y="4887896"/>
                  <a:ext cx="504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9085B55-5579-F502-3130-324C9EF42B86}"/>
                    </a:ext>
                  </a:extLst>
                </p14:cNvPr>
                <p14:cNvContentPartPr/>
                <p14:nvPr/>
              </p14:nvContentPartPr>
              <p14:xfrm>
                <a:off x="879262" y="4624376"/>
                <a:ext cx="140040" cy="3585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9085B55-5579-F502-3130-324C9EF42B8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70262" y="4615736"/>
                  <a:ext cx="15768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FCC3C06-7234-BD2B-CFFA-A4009346C9B7}"/>
                    </a:ext>
                  </a:extLst>
                </p14:cNvPr>
                <p14:cNvContentPartPr/>
                <p14:nvPr/>
              </p14:nvContentPartPr>
              <p14:xfrm>
                <a:off x="1017502" y="4889696"/>
                <a:ext cx="156240" cy="1738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FCC3C06-7234-BD2B-CFFA-A4009346C9B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08502" y="4880696"/>
                  <a:ext cx="1738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18462C7-2586-A90E-14DF-752D91ED5933}"/>
                    </a:ext>
                  </a:extLst>
                </p14:cNvPr>
                <p14:cNvContentPartPr/>
                <p14:nvPr/>
              </p14:nvContentPartPr>
              <p14:xfrm>
                <a:off x="999862" y="4696376"/>
                <a:ext cx="11880" cy="378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18462C7-2586-A90E-14DF-752D91ED593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90862" y="4687736"/>
                  <a:ext cx="295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36EBD28-B3FC-276F-E0E9-9DDAA920FBB2}"/>
                    </a:ext>
                  </a:extLst>
                </p14:cNvPr>
                <p14:cNvContentPartPr/>
                <p14:nvPr/>
              </p14:nvContentPartPr>
              <p14:xfrm>
                <a:off x="1155742" y="4723736"/>
                <a:ext cx="286200" cy="180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36EBD28-B3FC-276F-E0E9-9DDAA920FBB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47102" y="4714736"/>
                  <a:ext cx="3038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810FC1A-A3A4-6734-1E43-C8672386F84E}"/>
                    </a:ext>
                  </a:extLst>
                </p14:cNvPr>
                <p14:cNvContentPartPr/>
                <p14:nvPr/>
              </p14:nvContentPartPr>
              <p14:xfrm>
                <a:off x="1394062" y="4657136"/>
                <a:ext cx="191880" cy="360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810FC1A-A3A4-6734-1E43-C8672386F84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385062" y="4648136"/>
                  <a:ext cx="20952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E4C06FA-C60C-6F11-AC48-30D167C5D098}"/>
                    </a:ext>
                  </a:extLst>
                </p14:cNvPr>
                <p14:cNvContentPartPr/>
                <p14:nvPr/>
              </p14:nvContentPartPr>
              <p14:xfrm>
                <a:off x="1770982" y="4932896"/>
                <a:ext cx="166320" cy="338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E4C06FA-C60C-6F11-AC48-30D167C5D09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762342" y="4923896"/>
                  <a:ext cx="1839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1E9922E-6DC2-A6B1-3FC7-05DA5C496D16}"/>
                    </a:ext>
                  </a:extLst>
                </p14:cNvPr>
                <p14:cNvContentPartPr/>
                <p14:nvPr/>
              </p14:nvContentPartPr>
              <p14:xfrm>
                <a:off x="1751182" y="4854776"/>
                <a:ext cx="141840" cy="10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1E9922E-6DC2-A6B1-3FC7-05DA5C496D1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742182" y="4846136"/>
                  <a:ext cx="15948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87B354D-C84D-134A-0EB6-AB222C5F2DF2}"/>
              </a:ext>
            </a:extLst>
          </p:cNvPr>
          <p:cNvGrpSpPr/>
          <p:nvPr/>
        </p:nvGrpSpPr>
        <p:grpSpPr>
          <a:xfrm>
            <a:off x="638782" y="5493056"/>
            <a:ext cx="780840" cy="491040"/>
            <a:chOff x="638782" y="5493056"/>
            <a:chExt cx="780840" cy="49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331D725-3F01-AF8F-7979-8D05B0DD4608}"/>
                    </a:ext>
                  </a:extLst>
                </p14:cNvPr>
                <p14:cNvContentPartPr/>
                <p14:nvPr/>
              </p14:nvContentPartPr>
              <p14:xfrm>
                <a:off x="638782" y="5627336"/>
                <a:ext cx="63720" cy="2530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331D725-3F01-AF8F-7979-8D05B0DD460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30142" y="5618696"/>
                  <a:ext cx="813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A2CC0F7-0EDE-7055-088B-D2214202E0C3}"/>
                    </a:ext>
                  </a:extLst>
                </p14:cNvPr>
                <p14:cNvContentPartPr/>
                <p14:nvPr/>
              </p14:nvContentPartPr>
              <p14:xfrm>
                <a:off x="662902" y="5782136"/>
                <a:ext cx="100800" cy="381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A2CC0F7-0EDE-7055-088B-D2214202E0C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53902" y="5773136"/>
                  <a:ext cx="1184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BC4498D-2D77-C9F2-05D0-1CBDCA4FA850}"/>
                    </a:ext>
                  </a:extLst>
                </p14:cNvPr>
                <p14:cNvContentPartPr/>
                <p14:nvPr/>
              </p14:nvContentPartPr>
              <p14:xfrm>
                <a:off x="712582" y="5689256"/>
                <a:ext cx="89280" cy="200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BC4498D-2D77-C9F2-05D0-1CBDCA4FA85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03582" y="5680256"/>
                  <a:ext cx="1069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51433DA-51A3-636A-B5E8-1A1C9BDCBC42}"/>
                    </a:ext>
                  </a:extLst>
                </p14:cNvPr>
                <p14:cNvContentPartPr/>
                <p14:nvPr/>
              </p14:nvContentPartPr>
              <p14:xfrm>
                <a:off x="692422" y="5496296"/>
                <a:ext cx="81360" cy="756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51433DA-51A3-636A-B5E8-1A1C9BDCBC4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83782" y="5487656"/>
                  <a:ext cx="990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9FB4DB1-3EF8-918D-7574-E1EB563E2E70}"/>
                    </a:ext>
                  </a:extLst>
                </p14:cNvPr>
                <p14:cNvContentPartPr/>
                <p14:nvPr/>
              </p14:nvContentPartPr>
              <p14:xfrm>
                <a:off x="713662" y="5493056"/>
                <a:ext cx="49680" cy="1126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9FB4DB1-3EF8-918D-7574-E1EB563E2E7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04662" y="5484056"/>
                  <a:ext cx="673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EDB2B14-2374-3414-B71B-81C33FC06C1B}"/>
                    </a:ext>
                  </a:extLst>
                </p14:cNvPr>
                <p14:cNvContentPartPr/>
                <p14:nvPr/>
              </p14:nvContentPartPr>
              <p14:xfrm>
                <a:off x="654622" y="5523656"/>
                <a:ext cx="147240" cy="237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EDB2B14-2374-3414-B71B-81C33FC06C1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45622" y="5515016"/>
                  <a:ext cx="1648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9FC0409-1922-F41C-4087-A52AB0DA4CF2}"/>
                    </a:ext>
                  </a:extLst>
                </p14:cNvPr>
                <p14:cNvContentPartPr/>
                <p14:nvPr/>
              </p14:nvContentPartPr>
              <p14:xfrm>
                <a:off x="870262" y="5545256"/>
                <a:ext cx="98640" cy="3114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9FC0409-1922-F41C-4087-A52AB0DA4CF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61622" y="5536256"/>
                  <a:ext cx="11628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E720681-4E36-50C3-58FA-75A11CE414E7}"/>
                    </a:ext>
                  </a:extLst>
                </p14:cNvPr>
                <p14:cNvContentPartPr/>
                <p14:nvPr/>
              </p14:nvContentPartPr>
              <p14:xfrm>
                <a:off x="1029382" y="5771696"/>
                <a:ext cx="78480" cy="212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E720681-4E36-50C3-58FA-75A11CE414E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20382" y="5762696"/>
                  <a:ext cx="961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04B7DD6-6CB2-BCF0-A70B-E48EC508DFF3}"/>
                    </a:ext>
                  </a:extLst>
                </p14:cNvPr>
                <p14:cNvContentPartPr/>
                <p14:nvPr/>
              </p14:nvContentPartPr>
              <p14:xfrm>
                <a:off x="973222" y="5642096"/>
                <a:ext cx="23400" cy="19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04B7DD6-6CB2-BCF0-A70B-E48EC508DFF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64222" y="5633456"/>
                  <a:ext cx="410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D727753-8854-E7C1-7734-CB645F5C28BD}"/>
                    </a:ext>
                  </a:extLst>
                </p14:cNvPr>
                <p14:cNvContentPartPr/>
                <p14:nvPr/>
              </p14:nvContentPartPr>
              <p14:xfrm>
                <a:off x="1065742" y="5617616"/>
                <a:ext cx="310680" cy="1918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D727753-8854-E7C1-7734-CB645F5C28B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56742" y="5608616"/>
                  <a:ext cx="3283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40E3213-3320-EC09-4029-AAD505012D23}"/>
                    </a:ext>
                  </a:extLst>
                </p14:cNvPr>
                <p14:cNvContentPartPr/>
                <p14:nvPr/>
              </p14:nvContentPartPr>
              <p14:xfrm>
                <a:off x="1254022" y="5540576"/>
                <a:ext cx="165600" cy="3326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40E3213-3320-EC09-4029-AAD505012D2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245382" y="5531576"/>
                  <a:ext cx="183240" cy="35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23119355-1EC6-ACC8-7798-8F0304E1FFC9}"/>
              </a:ext>
            </a:extLst>
          </p:cNvPr>
          <p:cNvGrpSpPr/>
          <p:nvPr/>
        </p:nvGrpSpPr>
        <p:grpSpPr>
          <a:xfrm>
            <a:off x="1624462" y="5725616"/>
            <a:ext cx="126720" cy="94320"/>
            <a:chOff x="1624462" y="5725616"/>
            <a:chExt cx="126720" cy="9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3FED174-4F47-E7C3-F72F-1B208340C592}"/>
                    </a:ext>
                  </a:extLst>
                </p14:cNvPr>
                <p14:cNvContentPartPr/>
                <p14:nvPr/>
              </p14:nvContentPartPr>
              <p14:xfrm>
                <a:off x="1638862" y="5794016"/>
                <a:ext cx="112320" cy="259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3FED174-4F47-E7C3-F72F-1B208340C59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630222" y="5785376"/>
                  <a:ext cx="1299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B793425-7C45-CCA3-380F-D4235D39CD70}"/>
                    </a:ext>
                  </a:extLst>
                </p14:cNvPr>
                <p14:cNvContentPartPr/>
                <p14:nvPr/>
              </p14:nvContentPartPr>
              <p14:xfrm>
                <a:off x="1624462" y="5725616"/>
                <a:ext cx="98640" cy="234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B793425-7C45-CCA3-380F-D4235D39CD7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615822" y="5716616"/>
                  <a:ext cx="116280" cy="4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45A0624B-25CF-92E1-1E40-7C2CBF2061FD}"/>
                  </a:ext>
                </a:extLst>
              </p14:cNvPr>
              <p14:cNvContentPartPr/>
              <p14:nvPr/>
            </p14:nvContentPartPr>
            <p14:xfrm>
              <a:off x="2023342" y="5500616"/>
              <a:ext cx="147600" cy="50364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45A0624B-25CF-92E1-1E40-7C2CBF2061FD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014342" y="5491616"/>
                <a:ext cx="165240" cy="52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D9EB21F4-9F58-D802-BE8D-D9E40D250492}"/>
              </a:ext>
            </a:extLst>
          </p:cNvPr>
          <p:cNvGrpSpPr/>
          <p:nvPr/>
        </p:nvGrpSpPr>
        <p:grpSpPr>
          <a:xfrm>
            <a:off x="2234302" y="5466056"/>
            <a:ext cx="603360" cy="424800"/>
            <a:chOff x="2234302" y="5466056"/>
            <a:chExt cx="60336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300B303-12A2-4F1F-C6F4-106F630C8EEB}"/>
                    </a:ext>
                  </a:extLst>
                </p14:cNvPr>
                <p14:cNvContentPartPr/>
                <p14:nvPr/>
              </p14:nvContentPartPr>
              <p14:xfrm>
                <a:off x="2281462" y="5606816"/>
                <a:ext cx="191880" cy="2815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300B303-12A2-4F1F-C6F4-106F630C8EE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272822" y="5597816"/>
                  <a:ext cx="2095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5CABFDF-B35C-BE1E-C1AD-6BD1579B8A13}"/>
                    </a:ext>
                  </a:extLst>
                </p14:cNvPr>
                <p14:cNvContentPartPr/>
                <p14:nvPr/>
              </p14:nvContentPartPr>
              <p14:xfrm>
                <a:off x="2534542" y="5560736"/>
                <a:ext cx="92160" cy="2977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5CABFDF-B35C-BE1E-C1AD-6BD1579B8A1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525902" y="5552096"/>
                  <a:ext cx="1098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365FB8F-2AA8-B64A-910A-0D786197AEFA}"/>
                    </a:ext>
                  </a:extLst>
                </p14:cNvPr>
                <p14:cNvContentPartPr/>
                <p14:nvPr/>
              </p14:nvContentPartPr>
              <p14:xfrm>
                <a:off x="2653702" y="5583776"/>
                <a:ext cx="112680" cy="2440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365FB8F-2AA8-B64A-910A-0D786197AEF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645062" y="5575136"/>
                  <a:ext cx="1303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268A57D-A416-7D55-E247-C1E5E78E5CD1}"/>
                    </a:ext>
                  </a:extLst>
                </p14:cNvPr>
                <p14:cNvContentPartPr/>
                <p14:nvPr/>
              </p14:nvContentPartPr>
              <p14:xfrm>
                <a:off x="2613022" y="5725616"/>
                <a:ext cx="131400" cy="421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268A57D-A416-7D55-E247-C1E5E78E5CD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604022" y="5716976"/>
                  <a:ext cx="1490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D494085-F30F-4C03-426B-8589272FD71C}"/>
                    </a:ext>
                  </a:extLst>
                </p14:cNvPr>
                <p14:cNvContentPartPr/>
                <p14:nvPr/>
              </p14:nvContentPartPr>
              <p14:xfrm>
                <a:off x="2718142" y="5577296"/>
                <a:ext cx="119520" cy="3135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D494085-F30F-4C03-426B-8589272FD71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709142" y="5568656"/>
                  <a:ext cx="13716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59A0D22-5B9B-E675-1032-57374A24C53E}"/>
                    </a:ext>
                  </a:extLst>
                </p14:cNvPr>
                <p14:cNvContentPartPr/>
                <p14:nvPr/>
              </p14:nvContentPartPr>
              <p14:xfrm>
                <a:off x="2310622" y="5466056"/>
                <a:ext cx="99720" cy="993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59A0D22-5B9B-E675-1032-57374A24C53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301982" y="5457056"/>
                  <a:ext cx="1173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CB41E72-DCD7-9FF2-38B2-DE08FAA55A07}"/>
                    </a:ext>
                  </a:extLst>
                </p14:cNvPr>
                <p14:cNvContentPartPr/>
                <p14:nvPr/>
              </p14:nvContentPartPr>
              <p14:xfrm>
                <a:off x="2368942" y="5472896"/>
                <a:ext cx="14040" cy="936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CB41E72-DCD7-9FF2-38B2-DE08FAA55A0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360302" y="5463896"/>
                  <a:ext cx="316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FF1CAA8-849B-E296-862F-F2E539229231}"/>
                    </a:ext>
                  </a:extLst>
                </p14:cNvPr>
                <p14:cNvContentPartPr/>
                <p14:nvPr/>
              </p14:nvContentPartPr>
              <p14:xfrm>
                <a:off x="2234302" y="5490176"/>
                <a:ext cx="172440" cy="176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FF1CAA8-849B-E296-862F-F2E53922923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225302" y="5481176"/>
                  <a:ext cx="190080" cy="3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05D7BD93-3B38-898B-7BB0-D3B55947B9C7}"/>
                  </a:ext>
                </a:extLst>
              </p14:cNvPr>
              <p14:cNvContentPartPr/>
              <p14:nvPr/>
            </p14:nvContentPartPr>
            <p14:xfrm>
              <a:off x="3003982" y="5727056"/>
              <a:ext cx="182880" cy="14652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05D7BD93-3B38-898B-7BB0-D3B55947B9C7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2995342" y="5718416"/>
                <a:ext cx="20052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7ABECB2C-3379-4AA2-A9F7-6CD207A4335B}"/>
                  </a:ext>
                </a:extLst>
              </p14:cNvPr>
              <p14:cNvContentPartPr/>
              <p14:nvPr/>
            </p14:nvContentPartPr>
            <p14:xfrm>
              <a:off x="3764662" y="5593136"/>
              <a:ext cx="126360" cy="23760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7ABECB2C-3379-4AA2-A9F7-6CD207A4335B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3755662" y="5584136"/>
                <a:ext cx="14400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F200BF71-156B-CF76-EAA3-6E35581DFCD2}"/>
                  </a:ext>
                </a:extLst>
              </p14:cNvPr>
              <p14:cNvContentPartPr/>
              <p14:nvPr/>
            </p14:nvContentPartPr>
            <p14:xfrm>
              <a:off x="3948622" y="5580896"/>
              <a:ext cx="135360" cy="26604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F200BF71-156B-CF76-EAA3-6E35581DFCD2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3939622" y="5571896"/>
                <a:ext cx="15300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C1CB7001-608E-9D2F-BAC8-8395EB162764}"/>
                  </a:ext>
                </a:extLst>
              </p14:cNvPr>
              <p14:cNvContentPartPr/>
              <p14:nvPr/>
            </p14:nvContentPartPr>
            <p14:xfrm>
              <a:off x="3907582" y="5725256"/>
              <a:ext cx="137160" cy="2052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C1CB7001-608E-9D2F-BAC8-8395EB162764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3898582" y="5716616"/>
                <a:ext cx="154800" cy="3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8" name="Group 137">
            <a:extLst>
              <a:ext uri="{FF2B5EF4-FFF2-40B4-BE49-F238E27FC236}">
                <a16:creationId xmlns:a16="http://schemas.microsoft.com/office/drawing/2014/main" id="{F6297EB5-BAE6-9A94-994E-9BF662B4241F}"/>
              </a:ext>
            </a:extLst>
          </p:cNvPr>
          <p:cNvGrpSpPr/>
          <p:nvPr/>
        </p:nvGrpSpPr>
        <p:grpSpPr>
          <a:xfrm>
            <a:off x="4389982" y="5764496"/>
            <a:ext cx="175320" cy="66240"/>
            <a:chOff x="4389982" y="5764496"/>
            <a:chExt cx="175320" cy="6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40B06D4-1D31-99E7-9880-BFF5D42DC15C}"/>
                    </a:ext>
                  </a:extLst>
                </p14:cNvPr>
                <p14:cNvContentPartPr/>
                <p14:nvPr/>
              </p14:nvContentPartPr>
              <p14:xfrm>
                <a:off x="4434622" y="5826776"/>
                <a:ext cx="130680" cy="39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40B06D4-1D31-99E7-9880-BFF5D42DC15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425982" y="5818136"/>
                  <a:ext cx="1483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2EABDAC-ADEA-7D00-478B-A3C22DF03CAA}"/>
                    </a:ext>
                  </a:extLst>
                </p14:cNvPr>
                <p14:cNvContentPartPr/>
                <p14:nvPr/>
              </p14:nvContentPartPr>
              <p14:xfrm>
                <a:off x="4389982" y="5764496"/>
                <a:ext cx="139320" cy="97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2EABDAC-ADEA-7D00-478B-A3C22DF03CA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381342" y="5755496"/>
                  <a:ext cx="156960" cy="2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6FA4D003-6541-773A-BFF8-A4B6F5F4F829}"/>
                  </a:ext>
                </a:extLst>
              </p14:cNvPr>
              <p14:cNvContentPartPr/>
              <p14:nvPr/>
            </p14:nvContentPartPr>
            <p14:xfrm>
              <a:off x="6252622" y="5637056"/>
              <a:ext cx="92520" cy="24228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6FA4D003-6541-773A-BFF8-A4B6F5F4F829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6243622" y="5628416"/>
                <a:ext cx="1101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6497C2C0-A2FB-8A59-E1E3-BF83E1D08396}"/>
                  </a:ext>
                </a:extLst>
              </p14:cNvPr>
              <p14:cNvContentPartPr/>
              <p14:nvPr/>
            </p14:nvContentPartPr>
            <p14:xfrm>
              <a:off x="6410302" y="5570096"/>
              <a:ext cx="136080" cy="29592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6497C2C0-A2FB-8A59-E1E3-BF83E1D08396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6401302" y="5561096"/>
                <a:ext cx="15372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67464FBF-190C-1EF4-2B38-DB221C18A1F8}"/>
                  </a:ext>
                </a:extLst>
              </p14:cNvPr>
              <p14:cNvContentPartPr/>
              <p14:nvPr/>
            </p14:nvContentPartPr>
            <p14:xfrm>
              <a:off x="6380062" y="5719136"/>
              <a:ext cx="133920" cy="3024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67464FBF-190C-1EF4-2B38-DB221C18A1F8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6371062" y="5710136"/>
                <a:ext cx="151560" cy="4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3" name="Group 172">
            <a:extLst>
              <a:ext uri="{FF2B5EF4-FFF2-40B4-BE49-F238E27FC236}">
                <a16:creationId xmlns:a16="http://schemas.microsoft.com/office/drawing/2014/main" id="{82C48E8F-A8FA-11C9-ADB7-FD88DC5C6F5A}"/>
              </a:ext>
            </a:extLst>
          </p:cNvPr>
          <p:cNvGrpSpPr/>
          <p:nvPr/>
        </p:nvGrpSpPr>
        <p:grpSpPr>
          <a:xfrm>
            <a:off x="3813982" y="6061136"/>
            <a:ext cx="2211120" cy="731520"/>
            <a:chOff x="3813982" y="6061136"/>
            <a:chExt cx="2211120" cy="73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E47160F-9B04-2558-F9FD-6DE8410123A6}"/>
                    </a:ext>
                  </a:extLst>
                </p14:cNvPr>
                <p14:cNvContentPartPr/>
                <p14:nvPr/>
              </p14:nvContentPartPr>
              <p14:xfrm>
                <a:off x="4497262" y="6118016"/>
                <a:ext cx="23400" cy="1904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E47160F-9B04-2558-F9FD-6DE8410123A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488262" y="6109016"/>
                  <a:ext cx="410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9C44C36-492A-4EE9-52EC-0DB67236D697}"/>
                    </a:ext>
                  </a:extLst>
                </p14:cNvPr>
                <p14:cNvContentPartPr/>
                <p14:nvPr/>
              </p14:nvContentPartPr>
              <p14:xfrm>
                <a:off x="4402942" y="6061136"/>
                <a:ext cx="158400" cy="817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9C44C36-492A-4EE9-52EC-0DB67236D69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393942" y="6052496"/>
                  <a:ext cx="176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CD32DB1-D04B-99F0-EE47-77A9A7AB8535}"/>
                    </a:ext>
                  </a:extLst>
                </p14:cNvPr>
                <p14:cNvContentPartPr/>
                <p14:nvPr/>
              </p14:nvContentPartPr>
              <p14:xfrm>
                <a:off x="3868342" y="6620576"/>
                <a:ext cx="47520" cy="900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CD32DB1-D04B-99F0-EE47-77A9A7AB853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859342" y="6611936"/>
                  <a:ext cx="651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F13988E-1A57-C032-816E-1B578C1B4523}"/>
                    </a:ext>
                  </a:extLst>
                </p14:cNvPr>
                <p14:cNvContentPartPr/>
                <p14:nvPr/>
              </p14:nvContentPartPr>
              <p14:xfrm>
                <a:off x="3813982" y="6490256"/>
                <a:ext cx="3600" cy="255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F13988E-1A57-C032-816E-1B578C1B452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804982" y="6481616"/>
                  <a:ext cx="212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47E1C3E-24D8-EA3A-6F41-2559E3DA9E32}"/>
                    </a:ext>
                  </a:extLst>
                </p14:cNvPr>
                <p14:cNvContentPartPr/>
                <p14:nvPr/>
              </p14:nvContentPartPr>
              <p14:xfrm>
                <a:off x="3933502" y="6435176"/>
                <a:ext cx="123840" cy="3574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47E1C3E-24D8-EA3A-6F41-2559E3DA9E3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924502" y="6426536"/>
                  <a:ext cx="14148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58F0684-0A47-CD92-F7C6-17E3C33F4382}"/>
                    </a:ext>
                  </a:extLst>
                </p14:cNvPr>
                <p14:cNvContentPartPr/>
                <p14:nvPr/>
              </p14:nvContentPartPr>
              <p14:xfrm>
                <a:off x="3912262" y="6627416"/>
                <a:ext cx="173880" cy="212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58F0684-0A47-CD92-F7C6-17E3C33F438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903262" y="6618416"/>
                  <a:ext cx="1915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713ABF2-C056-9A1E-A26C-DA62C76DEE1A}"/>
                    </a:ext>
                  </a:extLst>
                </p14:cNvPr>
                <p14:cNvContentPartPr/>
                <p14:nvPr/>
              </p14:nvContentPartPr>
              <p14:xfrm>
                <a:off x="4245982" y="6525896"/>
                <a:ext cx="230760" cy="1666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713ABF2-C056-9A1E-A26C-DA62C76DEE1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236982" y="6516896"/>
                  <a:ext cx="2484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353C54F-F809-EF32-F94A-9F7764D3648A}"/>
                    </a:ext>
                  </a:extLst>
                </p14:cNvPr>
                <p14:cNvContentPartPr/>
                <p14:nvPr/>
              </p14:nvContentPartPr>
              <p14:xfrm>
                <a:off x="4522462" y="6428696"/>
                <a:ext cx="101520" cy="2239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353C54F-F809-EF32-F94A-9F7764D3648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513462" y="6420056"/>
                  <a:ext cx="1191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4F35FB0-11F6-2DDE-4E6F-BE9522071A51}"/>
                    </a:ext>
                  </a:extLst>
                </p14:cNvPr>
                <p14:cNvContentPartPr/>
                <p14:nvPr/>
              </p14:nvContentPartPr>
              <p14:xfrm>
                <a:off x="4611022" y="6408176"/>
                <a:ext cx="136800" cy="2523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4F35FB0-11F6-2DDE-4E6F-BE9522071A5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602022" y="6399176"/>
                  <a:ext cx="1544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7B49154D-0F24-1F1C-35E1-657781117E56}"/>
                    </a:ext>
                  </a:extLst>
                </p14:cNvPr>
                <p14:cNvContentPartPr/>
                <p14:nvPr/>
              </p14:nvContentPartPr>
              <p14:xfrm>
                <a:off x="4618942" y="6533816"/>
                <a:ext cx="119880" cy="421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7B49154D-0F24-1F1C-35E1-657781117E5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610302" y="6525176"/>
                  <a:ext cx="1375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F311DD4-2666-9DE7-C8A9-BEA28914CB90}"/>
                    </a:ext>
                  </a:extLst>
                </p14:cNvPr>
                <p14:cNvContentPartPr/>
                <p14:nvPr/>
              </p14:nvContentPartPr>
              <p14:xfrm>
                <a:off x="4721182" y="6396296"/>
                <a:ext cx="155160" cy="3196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F311DD4-2666-9DE7-C8A9-BEA28914CB9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712542" y="6387296"/>
                  <a:ext cx="17280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5B588A7-21CD-D4E2-E44E-D7B6196A8EA9}"/>
                    </a:ext>
                  </a:extLst>
                </p14:cNvPr>
                <p14:cNvContentPartPr/>
                <p14:nvPr/>
              </p14:nvContentPartPr>
              <p14:xfrm>
                <a:off x="5107462" y="6584216"/>
                <a:ext cx="33480" cy="662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5B588A7-21CD-D4E2-E44E-D7B6196A8EA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098822" y="6575216"/>
                  <a:ext cx="511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15C4D14-A975-CC86-1821-47F3052BDC94}"/>
                    </a:ext>
                  </a:extLst>
                </p14:cNvPr>
                <p14:cNvContentPartPr/>
                <p14:nvPr/>
              </p14:nvContentPartPr>
              <p14:xfrm>
                <a:off x="5037622" y="6414656"/>
                <a:ext cx="11880" cy="399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15C4D14-A975-CC86-1821-47F3052BDC9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028622" y="6405656"/>
                  <a:ext cx="295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5E66C20-FBE8-ACF1-3B91-F24B7DF8D3B9}"/>
                    </a:ext>
                  </a:extLst>
                </p14:cNvPr>
                <p14:cNvContentPartPr/>
                <p14:nvPr/>
              </p14:nvContentPartPr>
              <p14:xfrm>
                <a:off x="5215462" y="6511856"/>
                <a:ext cx="115560" cy="1602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5E66C20-FBE8-ACF1-3B91-F24B7DF8D3B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206462" y="6503216"/>
                  <a:ext cx="1332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CA64E97-5B04-BCCF-1469-5112A9C4C12C}"/>
                    </a:ext>
                  </a:extLst>
                </p14:cNvPr>
                <p14:cNvContentPartPr/>
                <p14:nvPr/>
              </p14:nvContentPartPr>
              <p14:xfrm>
                <a:off x="5454862" y="6493856"/>
                <a:ext cx="280440" cy="1926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CA64E97-5B04-BCCF-1469-5112A9C4C12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445862" y="6484856"/>
                  <a:ext cx="2980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B896C0A-E322-9179-4649-EC03C1ACF720}"/>
                    </a:ext>
                  </a:extLst>
                </p14:cNvPr>
                <p14:cNvContentPartPr/>
                <p14:nvPr/>
              </p14:nvContentPartPr>
              <p14:xfrm>
                <a:off x="5757622" y="6322136"/>
                <a:ext cx="267480" cy="3340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B896C0A-E322-9179-4649-EC03C1ACF72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748622" y="6313136"/>
                  <a:ext cx="285120" cy="35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5168CDE8-79BE-F7DE-B006-84A32DBE9CDC}"/>
              </a:ext>
            </a:extLst>
          </p:cNvPr>
          <p:cNvGrpSpPr/>
          <p:nvPr/>
        </p:nvGrpSpPr>
        <p:grpSpPr>
          <a:xfrm>
            <a:off x="6883342" y="5803376"/>
            <a:ext cx="153000" cy="84240"/>
            <a:chOff x="6883342" y="5803376"/>
            <a:chExt cx="153000" cy="8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14B69C2-BBA3-8572-A679-C42655E4DA09}"/>
                    </a:ext>
                  </a:extLst>
                </p14:cNvPr>
                <p14:cNvContentPartPr/>
                <p14:nvPr/>
              </p14:nvContentPartPr>
              <p14:xfrm>
                <a:off x="6897742" y="5863856"/>
                <a:ext cx="138600" cy="237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14B69C2-BBA3-8572-A679-C42655E4DA0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889102" y="5854856"/>
                  <a:ext cx="1562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5D8E7AA-43FD-DE34-51B2-BF56C938B527}"/>
                    </a:ext>
                  </a:extLst>
                </p14:cNvPr>
                <p14:cNvContentPartPr/>
                <p14:nvPr/>
              </p14:nvContentPartPr>
              <p14:xfrm>
                <a:off x="6883342" y="5803376"/>
                <a:ext cx="151200" cy="162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5D8E7AA-43FD-DE34-51B2-BF56C938B52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874702" y="5794376"/>
                  <a:ext cx="16884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22654E8B-994B-173B-0FB7-E4AFBE253F11}"/>
              </a:ext>
            </a:extLst>
          </p:cNvPr>
          <p:cNvGrpSpPr/>
          <p:nvPr/>
        </p:nvGrpSpPr>
        <p:grpSpPr>
          <a:xfrm>
            <a:off x="2170569" y="4546735"/>
            <a:ext cx="1960920" cy="685800"/>
            <a:chOff x="2170569" y="4546735"/>
            <a:chExt cx="1960920" cy="68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A8E56FA-E266-D5F0-0F14-27F0DC36ABDF}"/>
                    </a:ext>
                  </a:extLst>
                </p14:cNvPr>
                <p14:cNvContentPartPr/>
                <p14:nvPr/>
              </p14:nvContentPartPr>
              <p14:xfrm>
                <a:off x="2170569" y="4694695"/>
                <a:ext cx="140400" cy="5378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A8E56FA-E266-D5F0-0F14-27F0DC36ABD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161569" y="4685695"/>
                  <a:ext cx="15804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4AECC29-71CD-670E-96AC-743B68C427CC}"/>
                    </a:ext>
                  </a:extLst>
                </p14:cNvPr>
                <p14:cNvContentPartPr/>
                <p14:nvPr/>
              </p14:nvContentPartPr>
              <p14:xfrm>
                <a:off x="2375769" y="4792615"/>
                <a:ext cx="193680" cy="277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4AECC29-71CD-670E-96AC-743B68C427C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366769" y="4783615"/>
                  <a:ext cx="2113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351FBD9-AFD0-86F1-FCF2-90E58D3B2B0E}"/>
                    </a:ext>
                  </a:extLst>
                </p14:cNvPr>
                <p14:cNvContentPartPr/>
                <p14:nvPr/>
              </p14:nvContentPartPr>
              <p14:xfrm>
                <a:off x="2583489" y="4816735"/>
                <a:ext cx="101880" cy="2566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351FBD9-AFD0-86F1-FCF2-90E58D3B2B0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574849" y="4807735"/>
                  <a:ext cx="1195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7D1CC18-A6CE-9C10-8532-9AFF49753C65}"/>
                    </a:ext>
                  </a:extLst>
                </p14:cNvPr>
                <p14:cNvContentPartPr/>
                <p14:nvPr/>
              </p14:nvContentPartPr>
              <p14:xfrm>
                <a:off x="2727489" y="4780735"/>
                <a:ext cx="92880" cy="2646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7D1CC18-A6CE-9C10-8532-9AFF49753C6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718849" y="4772095"/>
                  <a:ext cx="1105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BF35BFA-2A41-80F3-005E-25163A18F90D}"/>
                    </a:ext>
                  </a:extLst>
                </p14:cNvPr>
                <p14:cNvContentPartPr/>
                <p14:nvPr/>
              </p14:nvContentPartPr>
              <p14:xfrm>
                <a:off x="2684649" y="4939495"/>
                <a:ext cx="156240" cy="129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BF35BFA-2A41-80F3-005E-25163A18F90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675649" y="4930855"/>
                  <a:ext cx="1738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9506E3C-C2A4-993A-E4E8-20E66F1EDFA0}"/>
                    </a:ext>
                  </a:extLst>
                </p14:cNvPr>
                <p14:cNvContentPartPr/>
                <p14:nvPr/>
              </p14:nvContentPartPr>
              <p14:xfrm>
                <a:off x="2789409" y="4749775"/>
                <a:ext cx="181080" cy="3675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9506E3C-C2A4-993A-E4E8-20E66F1EDFA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780769" y="4741135"/>
                  <a:ext cx="19872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9728571-6143-32A8-CA71-F7149A19D2D1}"/>
                    </a:ext>
                  </a:extLst>
                </p14:cNvPr>
                <p14:cNvContentPartPr/>
                <p14:nvPr/>
              </p14:nvContentPartPr>
              <p14:xfrm>
                <a:off x="3072009" y="4921495"/>
                <a:ext cx="216360" cy="1684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9728571-6143-32A8-CA71-F7149A19D2D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063369" y="4912855"/>
                  <a:ext cx="2340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03BA48D-281F-BC77-BF3E-6A016A8FD3F5}"/>
                    </a:ext>
                  </a:extLst>
                </p14:cNvPr>
                <p14:cNvContentPartPr/>
                <p14:nvPr/>
              </p14:nvContentPartPr>
              <p14:xfrm>
                <a:off x="3212049" y="4778575"/>
                <a:ext cx="136440" cy="19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03BA48D-281F-BC77-BF3E-6A016A8FD3F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203049" y="4769575"/>
                  <a:ext cx="1540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81A0C80-93F8-B4B5-7C31-EC122C5D53CA}"/>
                    </a:ext>
                  </a:extLst>
                </p14:cNvPr>
                <p14:cNvContentPartPr/>
                <p14:nvPr/>
              </p14:nvContentPartPr>
              <p14:xfrm>
                <a:off x="3559809" y="4546735"/>
                <a:ext cx="92160" cy="2322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81A0C80-93F8-B4B5-7C31-EC122C5D53C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551169" y="4538095"/>
                  <a:ext cx="1098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875977F-B0AF-16B5-AA42-45679BFCF375}"/>
                    </a:ext>
                  </a:extLst>
                </p14:cNvPr>
                <p14:cNvContentPartPr/>
                <p14:nvPr/>
              </p14:nvContentPartPr>
              <p14:xfrm>
                <a:off x="3480609" y="4677775"/>
                <a:ext cx="158760" cy="108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875977F-B0AF-16B5-AA42-45679BFCF37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471969" y="4669135"/>
                  <a:ext cx="1764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54253F6-FF9D-2761-7F20-8C08018702D1}"/>
                    </a:ext>
                  </a:extLst>
                </p14:cNvPr>
                <p14:cNvContentPartPr/>
                <p14:nvPr/>
              </p14:nvContentPartPr>
              <p14:xfrm>
                <a:off x="3780129" y="4799095"/>
                <a:ext cx="142560" cy="2419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54253F6-FF9D-2761-7F20-8C08018702D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771489" y="4790455"/>
                  <a:ext cx="1602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F346CE1-5BBB-D4E7-0B00-AC26BD9DDA92}"/>
                    </a:ext>
                  </a:extLst>
                </p14:cNvPr>
                <p14:cNvContentPartPr/>
                <p14:nvPr/>
              </p14:nvContentPartPr>
              <p14:xfrm>
                <a:off x="3982809" y="4718455"/>
                <a:ext cx="148680" cy="2566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F346CE1-5BBB-D4E7-0B00-AC26BD9DDA9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973809" y="4709815"/>
                  <a:ext cx="1663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E51A355-9D4A-3DF6-50DD-48651E2E017C}"/>
                    </a:ext>
                  </a:extLst>
                </p14:cNvPr>
                <p14:cNvContentPartPr/>
                <p14:nvPr/>
              </p14:nvContentPartPr>
              <p14:xfrm>
                <a:off x="3964449" y="4859215"/>
                <a:ext cx="122400" cy="176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E51A355-9D4A-3DF6-50DD-48651E2E017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955809" y="4850575"/>
                  <a:ext cx="1400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D0C1D61-7F55-9B3C-C3D1-8DDAC2FF56CD}"/>
                    </a:ext>
                  </a:extLst>
                </p14:cNvPr>
                <p14:cNvContentPartPr/>
                <p14:nvPr/>
              </p14:nvContentPartPr>
              <p14:xfrm>
                <a:off x="3364342" y="4715456"/>
                <a:ext cx="86400" cy="2030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D0C1D61-7F55-9B3C-C3D1-8DDAC2FF56C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355702" y="4706456"/>
                  <a:ext cx="1040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19D3B9E-25DA-FEA9-7C7F-4FC714C0304D}"/>
                    </a:ext>
                  </a:extLst>
                </p14:cNvPr>
                <p14:cNvContentPartPr/>
                <p14:nvPr/>
              </p14:nvContentPartPr>
              <p14:xfrm>
                <a:off x="3306382" y="4608896"/>
                <a:ext cx="3600" cy="32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19D3B9E-25DA-FEA9-7C7F-4FC714C0304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297742" y="4600256"/>
                  <a:ext cx="212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BC4C436-6BB7-EF63-69EC-11C7514BB3C7}"/>
                    </a:ext>
                  </a:extLst>
                </p14:cNvPr>
                <p14:cNvContentPartPr/>
                <p14:nvPr/>
              </p14:nvContentPartPr>
              <p14:xfrm>
                <a:off x="3419062" y="4637336"/>
                <a:ext cx="113760" cy="1350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BC4C436-6BB7-EF63-69EC-11C7514BB3C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410062" y="4628336"/>
                  <a:ext cx="13140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5706C865-EB64-5DDF-8471-E0638DF9A1EA}"/>
              </a:ext>
            </a:extLst>
          </p:cNvPr>
          <p:cNvGrpSpPr/>
          <p:nvPr/>
        </p:nvGrpSpPr>
        <p:grpSpPr>
          <a:xfrm>
            <a:off x="3046102" y="5404136"/>
            <a:ext cx="519840" cy="269280"/>
            <a:chOff x="3046102" y="5404136"/>
            <a:chExt cx="519840" cy="26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210832A-2E63-0214-6F96-3912E91905CE}"/>
                    </a:ext>
                  </a:extLst>
                </p14:cNvPr>
                <p14:cNvContentPartPr/>
                <p14:nvPr/>
              </p14:nvContentPartPr>
              <p14:xfrm>
                <a:off x="3424462" y="5404136"/>
                <a:ext cx="141480" cy="2455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210832A-2E63-0214-6F96-3912E91905C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415462" y="5395136"/>
                  <a:ext cx="1591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D26E12A-479A-0FC6-BA67-B76439628CF8}"/>
                    </a:ext>
                  </a:extLst>
                </p14:cNvPr>
                <p14:cNvContentPartPr/>
                <p14:nvPr/>
              </p14:nvContentPartPr>
              <p14:xfrm>
                <a:off x="3374782" y="5519696"/>
                <a:ext cx="144360" cy="280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D26E12A-479A-0FC6-BA67-B76439628CF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365782" y="5510696"/>
                  <a:ext cx="1620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BD45593-2CDB-5612-DF17-F27CAB605BC7}"/>
                    </a:ext>
                  </a:extLst>
                </p14:cNvPr>
                <p14:cNvContentPartPr/>
                <p14:nvPr/>
              </p14:nvContentPartPr>
              <p14:xfrm>
                <a:off x="3079222" y="5523296"/>
                <a:ext cx="76320" cy="1501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BD45593-2CDB-5612-DF17-F27CAB605BC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070582" y="5514656"/>
                  <a:ext cx="939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484E676-2215-BACC-8723-9BBA3AB090C8}"/>
                    </a:ext>
                  </a:extLst>
                </p14:cNvPr>
                <p14:cNvContentPartPr/>
                <p14:nvPr/>
              </p14:nvContentPartPr>
              <p14:xfrm>
                <a:off x="3046102" y="5409536"/>
                <a:ext cx="1440" cy="28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484E676-2215-BACC-8723-9BBA3AB090C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037102" y="5400536"/>
                  <a:ext cx="190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5AEAF5E6-6C70-D0B7-8F18-3182F6301196}"/>
                    </a:ext>
                  </a:extLst>
                </p14:cNvPr>
                <p14:cNvContentPartPr/>
                <p14:nvPr/>
              </p14:nvContentPartPr>
              <p14:xfrm>
                <a:off x="3183622" y="5436896"/>
                <a:ext cx="176040" cy="1562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5AEAF5E6-6C70-D0B7-8F18-3182F630119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174622" y="5427896"/>
                  <a:ext cx="193680" cy="17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D3B8912F-2516-789E-55FA-1CA6A85AB554}"/>
              </a:ext>
            </a:extLst>
          </p:cNvPr>
          <p:cNvGrpSpPr/>
          <p:nvPr/>
        </p:nvGrpSpPr>
        <p:grpSpPr>
          <a:xfrm>
            <a:off x="4785262" y="5375336"/>
            <a:ext cx="1283040" cy="608760"/>
            <a:chOff x="4785262" y="5375336"/>
            <a:chExt cx="1283040" cy="60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3291D7D-026D-81E3-AC1E-49A11656D3E7}"/>
                    </a:ext>
                  </a:extLst>
                </p14:cNvPr>
                <p14:cNvContentPartPr/>
                <p14:nvPr/>
              </p14:nvContentPartPr>
              <p14:xfrm>
                <a:off x="4785262" y="5471816"/>
                <a:ext cx="139680" cy="5122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3291D7D-026D-81E3-AC1E-49A11656D3E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776622" y="5463176"/>
                  <a:ext cx="15732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A0E8C37-7C99-C099-FFB2-540D58D3D19F}"/>
                    </a:ext>
                  </a:extLst>
                </p14:cNvPr>
                <p14:cNvContentPartPr/>
                <p14:nvPr/>
              </p14:nvContentPartPr>
              <p14:xfrm>
                <a:off x="4955902" y="5614376"/>
                <a:ext cx="170640" cy="2631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A0E8C37-7C99-C099-FFB2-540D58D3D19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946902" y="5605736"/>
                  <a:ext cx="18828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64B985A-E0E1-BF1E-924C-66EE6AAF4AB5}"/>
                    </a:ext>
                  </a:extLst>
                </p14:cNvPr>
                <p14:cNvContentPartPr/>
                <p14:nvPr/>
              </p14:nvContentPartPr>
              <p14:xfrm>
                <a:off x="5194582" y="5585936"/>
                <a:ext cx="75240" cy="2793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64B985A-E0E1-BF1E-924C-66EE6AAF4AB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185942" y="5577296"/>
                  <a:ext cx="928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EB2C7A1-305A-6667-9BCC-B5910F7496C0}"/>
                    </a:ext>
                  </a:extLst>
                </p14:cNvPr>
                <p14:cNvContentPartPr/>
                <p14:nvPr/>
              </p14:nvContentPartPr>
              <p14:xfrm>
                <a:off x="5319142" y="5584856"/>
                <a:ext cx="117720" cy="2851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EB2C7A1-305A-6667-9BCC-B5910F7496C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310142" y="5575856"/>
                  <a:ext cx="13536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FAA2EC1-2631-9E87-F927-E7F49740B7CA}"/>
                    </a:ext>
                  </a:extLst>
                </p14:cNvPr>
                <p14:cNvContentPartPr/>
                <p14:nvPr/>
              </p14:nvContentPartPr>
              <p14:xfrm>
                <a:off x="5293222" y="5760536"/>
                <a:ext cx="115200" cy="241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FAA2EC1-2631-9E87-F927-E7F49740B7CA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284222" y="5751896"/>
                  <a:ext cx="1328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66604FD-A5FE-AB5E-DBB1-B17585AF04B5}"/>
                    </a:ext>
                  </a:extLst>
                </p14:cNvPr>
                <p14:cNvContentPartPr/>
                <p14:nvPr/>
              </p14:nvContentPartPr>
              <p14:xfrm>
                <a:off x="5392942" y="5552096"/>
                <a:ext cx="159120" cy="3463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66604FD-A5FE-AB5E-DBB1-B17585AF04B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383942" y="5543096"/>
                  <a:ext cx="17676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1D3E274-E304-F316-14F3-4A5DF5532677}"/>
                    </a:ext>
                  </a:extLst>
                </p14:cNvPr>
                <p14:cNvContentPartPr/>
                <p14:nvPr/>
              </p14:nvContentPartPr>
              <p14:xfrm>
                <a:off x="5687782" y="5719496"/>
                <a:ext cx="154440" cy="1638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1D3E274-E304-F316-14F3-4A5DF553267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678782" y="5710856"/>
                  <a:ext cx="1720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6985DD9-BD2F-2F0A-6271-329FFEDA5199}"/>
                    </a:ext>
                  </a:extLst>
                </p14:cNvPr>
                <p14:cNvContentPartPr/>
                <p14:nvPr/>
              </p14:nvContentPartPr>
              <p14:xfrm>
                <a:off x="5970022" y="5375336"/>
                <a:ext cx="98280" cy="2552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6985DD9-BD2F-2F0A-6271-329FFEDA519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961022" y="5366336"/>
                  <a:ext cx="1159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05846B7-2F9B-2FFF-2DF9-89AEFCD917BF}"/>
                    </a:ext>
                  </a:extLst>
                </p14:cNvPr>
                <p14:cNvContentPartPr/>
                <p14:nvPr/>
              </p14:nvContentPartPr>
              <p14:xfrm>
                <a:off x="5955262" y="5504576"/>
                <a:ext cx="111960" cy="270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05846B7-2F9B-2FFF-2DF9-89AEFCD917B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946262" y="5495576"/>
                  <a:ext cx="1296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1FFD404-B7FE-11A7-7CB3-294A9C460C16}"/>
                    </a:ext>
                  </a:extLst>
                </p14:cNvPr>
                <p14:cNvContentPartPr/>
                <p14:nvPr/>
              </p14:nvContentPartPr>
              <p14:xfrm>
                <a:off x="5711542" y="5544536"/>
                <a:ext cx="78120" cy="1476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1FFD404-B7FE-11A7-7CB3-294A9C460C16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702542" y="5535896"/>
                  <a:ext cx="957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E11E6E13-3624-9672-0508-A48E28A9348B}"/>
                    </a:ext>
                  </a:extLst>
                </p14:cNvPr>
                <p14:cNvContentPartPr/>
                <p14:nvPr/>
              </p14:nvContentPartPr>
              <p14:xfrm>
                <a:off x="5702542" y="5468576"/>
                <a:ext cx="2160" cy="21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E11E6E13-3624-9672-0508-A48E28A9348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693542" y="5459576"/>
                  <a:ext cx="198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86067FC9-0FAD-E110-C452-2762193FE93A}"/>
                    </a:ext>
                  </a:extLst>
                </p14:cNvPr>
                <p14:cNvContentPartPr/>
                <p14:nvPr/>
              </p14:nvContentPartPr>
              <p14:xfrm>
                <a:off x="5803342" y="5439056"/>
                <a:ext cx="150840" cy="1274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86067FC9-0FAD-E110-C452-2762193FE93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794702" y="5430416"/>
                  <a:ext cx="16848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D5702CAC-C4E4-F59E-3203-7CD449E6A29C}"/>
              </a:ext>
            </a:extLst>
          </p:cNvPr>
          <p:cNvGrpSpPr/>
          <p:nvPr/>
        </p:nvGrpSpPr>
        <p:grpSpPr>
          <a:xfrm>
            <a:off x="7356382" y="5618336"/>
            <a:ext cx="1188720" cy="427320"/>
            <a:chOff x="7356382" y="5618336"/>
            <a:chExt cx="1188720" cy="42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BD10D4D-7357-ECF8-942E-FA038D4AED9B}"/>
                    </a:ext>
                  </a:extLst>
                </p14:cNvPr>
                <p14:cNvContentPartPr/>
                <p14:nvPr/>
              </p14:nvContentPartPr>
              <p14:xfrm>
                <a:off x="7356382" y="5677736"/>
                <a:ext cx="49680" cy="2646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BD10D4D-7357-ECF8-942E-FA038D4AED9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347742" y="5668736"/>
                  <a:ext cx="673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B146A426-6067-6FCE-EE78-051C08AAC0CE}"/>
                    </a:ext>
                  </a:extLst>
                </p14:cNvPr>
                <p14:cNvContentPartPr/>
                <p14:nvPr/>
              </p14:nvContentPartPr>
              <p14:xfrm>
                <a:off x="7384102" y="5821376"/>
                <a:ext cx="113760" cy="374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B146A426-6067-6FCE-EE78-051C08AAC0C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375462" y="5812376"/>
                  <a:ext cx="1314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3B511D9-A860-19AC-673E-22693E0F06A0}"/>
                    </a:ext>
                  </a:extLst>
                </p14:cNvPr>
                <p14:cNvContentPartPr/>
                <p14:nvPr/>
              </p14:nvContentPartPr>
              <p14:xfrm>
                <a:off x="7472662" y="5700776"/>
                <a:ext cx="36360" cy="2415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3B511D9-A860-19AC-673E-22693E0F06A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463662" y="5691776"/>
                  <a:ext cx="540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6FA3BF10-29C0-71E2-E9D7-4A77F4B52275}"/>
                    </a:ext>
                  </a:extLst>
                </p14:cNvPr>
                <p14:cNvContentPartPr/>
                <p14:nvPr/>
              </p14:nvContentPartPr>
              <p14:xfrm>
                <a:off x="7638262" y="5633816"/>
                <a:ext cx="117720" cy="3416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6FA3BF10-29C0-71E2-E9D7-4A77F4B52275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629622" y="5625176"/>
                  <a:ext cx="13536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8A22382-F245-8D6A-EA85-9A8F95C41B0E}"/>
                    </a:ext>
                  </a:extLst>
                </p14:cNvPr>
                <p14:cNvContentPartPr/>
                <p14:nvPr/>
              </p14:nvContentPartPr>
              <p14:xfrm>
                <a:off x="7767502" y="5833256"/>
                <a:ext cx="95760" cy="147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8A22382-F245-8D6A-EA85-9A8F95C41B0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758502" y="5824256"/>
                  <a:ext cx="1134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B850E1A5-B529-B777-534D-95D0EB31059C}"/>
                    </a:ext>
                  </a:extLst>
                </p14:cNvPr>
                <p14:cNvContentPartPr/>
                <p14:nvPr/>
              </p14:nvContentPartPr>
              <p14:xfrm>
                <a:off x="7974142" y="5799776"/>
                <a:ext cx="80640" cy="2458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B850E1A5-B529-B777-534D-95D0EB31059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965502" y="5791136"/>
                  <a:ext cx="982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ABB50BD-E38E-3F63-6B75-48E1AA854AA8}"/>
                    </a:ext>
                  </a:extLst>
                </p14:cNvPr>
                <p14:cNvContentPartPr/>
                <p14:nvPr/>
              </p14:nvContentPartPr>
              <p14:xfrm>
                <a:off x="7979542" y="5694296"/>
                <a:ext cx="5760" cy="46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ABB50BD-E38E-3F63-6B75-48E1AA854AA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970542" y="5685656"/>
                  <a:ext cx="234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F10B5EBE-D28C-73A3-F430-4E8BDDBA015B}"/>
                    </a:ext>
                  </a:extLst>
                </p14:cNvPr>
                <p14:cNvContentPartPr/>
                <p14:nvPr/>
              </p14:nvContentPartPr>
              <p14:xfrm>
                <a:off x="8080702" y="5691776"/>
                <a:ext cx="276480" cy="1616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F10B5EBE-D28C-73A3-F430-4E8BDDBA015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071702" y="5683136"/>
                  <a:ext cx="2941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A96DA9B-0D5D-FBEF-8806-DED285AAA660}"/>
                    </a:ext>
                  </a:extLst>
                </p14:cNvPr>
                <p14:cNvContentPartPr/>
                <p14:nvPr/>
              </p14:nvContentPartPr>
              <p14:xfrm>
                <a:off x="8309302" y="5618336"/>
                <a:ext cx="235800" cy="3636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A96DA9B-0D5D-FBEF-8806-DED285AAA66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300302" y="5609696"/>
                  <a:ext cx="253440" cy="38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0DD8BADE-42EB-F245-48EB-B21ECAFB0C3F}"/>
                  </a:ext>
                </a:extLst>
              </p14:cNvPr>
              <p14:cNvContentPartPr/>
              <p14:nvPr/>
            </p14:nvContentPartPr>
            <p14:xfrm>
              <a:off x="6676702" y="6291536"/>
              <a:ext cx="16560" cy="22644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0DD8BADE-42EB-F245-48EB-B21ECAFB0C3F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6668062" y="6282536"/>
                <a:ext cx="34200" cy="24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6" name="Group 215">
            <a:extLst>
              <a:ext uri="{FF2B5EF4-FFF2-40B4-BE49-F238E27FC236}">
                <a16:creationId xmlns:a16="http://schemas.microsoft.com/office/drawing/2014/main" id="{D702453E-1CED-402E-615F-809F6B6F4D3B}"/>
              </a:ext>
            </a:extLst>
          </p:cNvPr>
          <p:cNvGrpSpPr/>
          <p:nvPr/>
        </p:nvGrpSpPr>
        <p:grpSpPr>
          <a:xfrm>
            <a:off x="6857782" y="6159416"/>
            <a:ext cx="1393200" cy="428760"/>
            <a:chOff x="6857782" y="6159416"/>
            <a:chExt cx="1393200" cy="42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5DCDF96-800F-2708-3656-E7FBF4E4E25A}"/>
                    </a:ext>
                  </a:extLst>
                </p14:cNvPr>
                <p14:cNvContentPartPr/>
                <p14:nvPr/>
              </p14:nvContentPartPr>
              <p14:xfrm>
                <a:off x="6857782" y="6355976"/>
                <a:ext cx="61920" cy="2008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5DCDF96-800F-2708-3656-E7FBF4E4E25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849142" y="6347336"/>
                  <a:ext cx="795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B176BF2-B931-4D64-A4EB-701C3E0630D9}"/>
                    </a:ext>
                  </a:extLst>
                </p14:cNvPr>
                <p14:cNvContentPartPr/>
                <p14:nvPr/>
              </p14:nvContentPartPr>
              <p14:xfrm>
                <a:off x="6857782" y="6417536"/>
                <a:ext cx="123120" cy="846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B176BF2-B931-4D64-A4EB-701C3E0630D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849142" y="6408536"/>
                  <a:ext cx="1407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0C25EEDF-50AC-8639-BB5F-97D03D62B8F7}"/>
                    </a:ext>
                  </a:extLst>
                </p14:cNvPr>
                <p14:cNvContentPartPr/>
                <p14:nvPr/>
              </p14:nvContentPartPr>
              <p14:xfrm>
                <a:off x="6963982" y="6373976"/>
                <a:ext cx="54000" cy="1540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0C25EEDF-50AC-8639-BB5F-97D03D62B8F7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955342" y="6365336"/>
                  <a:ext cx="716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5B73C8A1-7BF7-8A19-1EA6-9DB02DEB62EF}"/>
                    </a:ext>
                  </a:extLst>
                </p14:cNvPr>
                <p14:cNvContentPartPr/>
                <p14:nvPr/>
              </p14:nvContentPartPr>
              <p14:xfrm>
                <a:off x="7106542" y="6256256"/>
                <a:ext cx="80280" cy="2937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5B73C8A1-7BF7-8A19-1EA6-9DB02DEB62E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097902" y="6247616"/>
                  <a:ext cx="9792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23329DBA-F356-A627-F5E8-5A567603C71A}"/>
                    </a:ext>
                  </a:extLst>
                </p14:cNvPr>
                <p14:cNvContentPartPr/>
                <p14:nvPr/>
              </p14:nvContentPartPr>
              <p14:xfrm>
                <a:off x="7266742" y="6442376"/>
                <a:ext cx="95040" cy="1458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23329DBA-F356-A627-F5E8-5A567603C71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257742" y="6433736"/>
                  <a:ext cx="1126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883261F3-9BDB-8224-AB90-8670A3EC2B1C}"/>
                    </a:ext>
                  </a:extLst>
                </p14:cNvPr>
                <p14:cNvContentPartPr/>
                <p14:nvPr/>
              </p14:nvContentPartPr>
              <p14:xfrm>
                <a:off x="7240462" y="6311336"/>
                <a:ext cx="16560" cy="97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883261F3-9BDB-8224-AB90-8670A3EC2B1C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231462" y="6302696"/>
                  <a:ext cx="342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846AB6A-7CE8-2B77-77A0-9CE6C8D81147}"/>
                    </a:ext>
                  </a:extLst>
                </p14:cNvPr>
                <p14:cNvContentPartPr/>
                <p14:nvPr/>
              </p14:nvContentPartPr>
              <p14:xfrm>
                <a:off x="7426582" y="6277496"/>
                <a:ext cx="154080" cy="1605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846AB6A-7CE8-2B77-77A0-9CE6C8D8114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417942" y="6268856"/>
                  <a:ext cx="1717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6BCC603-A5F0-A7F9-AAFE-5B77CF0282AA}"/>
                    </a:ext>
                  </a:extLst>
                </p14:cNvPr>
                <p14:cNvContentPartPr/>
                <p14:nvPr/>
              </p14:nvContentPartPr>
              <p14:xfrm>
                <a:off x="7649782" y="6256976"/>
                <a:ext cx="98280" cy="2127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6BCC603-A5F0-A7F9-AAFE-5B77CF0282AA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641142" y="6248336"/>
                  <a:ext cx="1159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AE1033E-FA79-D420-5982-0EDDD8352E4C}"/>
                    </a:ext>
                  </a:extLst>
                </p14:cNvPr>
                <p14:cNvContentPartPr/>
                <p14:nvPr/>
              </p14:nvContentPartPr>
              <p14:xfrm>
                <a:off x="7853542" y="6262376"/>
                <a:ext cx="35280" cy="2109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AE1033E-FA79-D420-5982-0EDDD8352E4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844902" y="6253736"/>
                  <a:ext cx="529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8E1B65B5-E9D7-B121-1879-63844B1B882B}"/>
                    </a:ext>
                  </a:extLst>
                </p14:cNvPr>
                <p14:cNvContentPartPr/>
                <p14:nvPr/>
              </p14:nvContentPartPr>
              <p14:xfrm>
                <a:off x="7974142" y="6159416"/>
                <a:ext cx="117000" cy="828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8E1B65B5-E9D7-B121-1879-63844B1B882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965502" y="6150776"/>
                  <a:ext cx="1346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1281BDA-E621-F3BB-70EF-3BC5799CF3A6}"/>
                    </a:ext>
                  </a:extLst>
                </p14:cNvPr>
                <p14:cNvContentPartPr/>
                <p14:nvPr/>
              </p14:nvContentPartPr>
              <p14:xfrm>
                <a:off x="8150182" y="6400256"/>
                <a:ext cx="100800" cy="57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1281BDA-E621-F3BB-70EF-3BC5799CF3A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141542" y="6391616"/>
                  <a:ext cx="118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1ECD0E8-AC00-94D3-CF93-A6CDE9EC6F8F}"/>
                    </a:ext>
                  </a:extLst>
                </p14:cNvPr>
                <p14:cNvContentPartPr/>
                <p14:nvPr/>
              </p14:nvContentPartPr>
              <p14:xfrm>
                <a:off x="8137582" y="6353816"/>
                <a:ext cx="92160" cy="100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1ECD0E8-AC00-94D3-CF93-A6CDE9EC6F8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128582" y="6345176"/>
                  <a:ext cx="10980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DC1A3FCE-8AAD-69F5-3EFC-7228F3C4897F}"/>
              </a:ext>
            </a:extLst>
          </p:cNvPr>
          <p:cNvGrpSpPr/>
          <p:nvPr/>
        </p:nvGrpSpPr>
        <p:grpSpPr>
          <a:xfrm>
            <a:off x="8438902" y="6017576"/>
            <a:ext cx="2108160" cy="479880"/>
            <a:chOff x="8438902" y="6017576"/>
            <a:chExt cx="2108160" cy="47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22E00649-ABD7-B87E-ED62-2F9895F50435}"/>
                    </a:ext>
                  </a:extLst>
                </p14:cNvPr>
                <p14:cNvContentPartPr/>
                <p14:nvPr/>
              </p14:nvContentPartPr>
              <p14:xfrm>
                <a:off x="8438902" y="6188936"/>
                <a:ext cx="69840" cy="2311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22E00649-ABD7-B87E-ED62-2F9895F50435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429902" y="6180296"/>
                  <a:ext cx="874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542C1C7E-ED43-A18D-6987-4A66B002F6FB}"/>
                    </a:ext>
                  </a:extLst>
                </p14:cNvPr>
                <p14:cNvContentPartPr/>
                <p14:nvPr/>
              </p14:nvContentPartPr>
              <p14:xfrm>
                <a:off x="8490022" y="6361016"/>
                <a:ext cx="112320" cy="792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542C1C7E-ED43-A18D-6987-4A66B002F6F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481022" y="6352376"/>
                  <a:ext cx="1299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33B6FFD4-E80A-A6A2-73EE-8B52762E5834}"/>
                    </a:ext>
                  </a:extLst>
                </p14:cNvPr>
                <p14:cNvContentPartPr/>
                <p14:nvPr/>
              </p14:nvContentPartPr>
              <p14:xfrm>
                <a:off x="8564182" y="6235736"/>
                <a:ext cx="68760" cy="1706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33B6FFD4-E80A-A6A2-73EE-8B52762E5834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555542" y="6227096"/>
                  <a:ext cx="864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77C39A2E-4EB7-3E44-CF37-AF26B8E4F36C}"/>
                    </a:ext>
                  </a:extLst>
                </p14:cNvPr>
                <p14:cNvContentPartPr/>
                <p14:nvPr/>
              </p14:nvContentPartPr>
              <p14:xfrm>
                <a:off x="8691262" y="6161216"/>
                <a:ext cx="69480" cy="2412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77C39A2E-4EB7-3E44-CF37-AF26B8E4F36C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682262" y="6152576"/>
                  <a:ext cx="871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3ED42A91-2099-5DC5-90C1-E01A7F7ACEC6}"/>
                    </a:ext>
                  </a:extLst>
                </p14:cNvPr>
                <p14:cNvContentPartPr/>
                <p14:nvPr/>
              </p14:nvContentPartPr>
              <p14:xfrm>
                <a:off x="8807542" y="6331496"/>
                <a:ext cx="74880" cy="1659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3ED42A91-2099-5DC5-90C1-E01A7F7ACEC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8798902" y="6322856"/>
                  <a:ext cx="925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7B54411F-5032-8AF6-E58B-00BC498631E3}"/>
                    </a:ext>
                  </a:extLst>
                </p14:cNvPr>
                <p14:cNvContentPartPr/>
                <p14:nvPr/>
              </p14:nvContentPartPr>
              <p14:xfrm>
                <a:off x="8778382" y="6207656"/>
                <a:ext cx="14760" cy="72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7B54411F-5032-8AF6-E58B-00BC498631E3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769742" y="6199016"/>
                  <a:ext cx="324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576A0A53-8795-48CF-7CE2-881DE4C84088}"/>
                    </a:ext>
                  </a:extLst>
                </p14:cNvPr>
                <p14:cNvContentPartPr/>
                <p14:nvPr/>
              </p14:nvContentPartPr>
              <p14:xfrm>
                <a:off x="8915182" y="6193256"/>
                <a:ext cx="216000" cy="1756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576A0A53-8795-48CF-7CE2-881DE4C84088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906542" y="6184616"/>
                  <a:ext cx="2336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B31AE7E4-C2F6-225E-883E-3D3F18FB83E0}"/>
                    </a:ext>
                  </a:extLst>
                </p14:cNvPr>
                <p14:cNvContentPartPr/>
                <p14:nvPr/>
              </p14:nvContentPartPr>
              <p14:xfrm>
                <a:off x="9064222" y="6108296"/>
                <a:ext cx="166320" cy="2800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B31AE7E4-C2F6-225E-883E-3D3F18FB83E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055222" y="6099296"/>
                  <a:ext cx="1839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F418347B-05C9-D50F-D619-5BD4354F2923}"/>
                    </a:ext>
                  </a:extLst>
                </p14:cNvPr>
                <p14:cNvContentPartPr/>
                <p14:nvPr/>
              </p14:nvContentPartPr>
              <p14:xfrm>
                <a:off x="9356542" y="6256976"/>
                <a:ext cx="33480" cy="183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F418347B-05C9-D50F-D619-5BD4354F2923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347542" y="6248336"/>
                  <a:ext cx="511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280E648E-24D2-521F-41D1-0902F935A836}"/>
                    </a:ext>
                  </a:extLst>
                </p14:cNvPr>
                <p14:cNvContentPartPr/>
                <p14:nvPr/>
              </p14:nvContentPartPr>
              <p14:xfrm>
                <a:off x="9468142" y="6113696"/>
                <a:ext cx="69480" cy="2001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280E648E-24D2-521F-41D1-0902F935A83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459142" y="6104696"/>
                  <a:ext cx="871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963D3FF9-E10F-6F32-D733-9D11F7AF38BF}"/>
                    </a:ext>
                  </a:extLst>
                </p14:cNvPr>
                <p14:cNvContentPartPr/>
                <p14:nvPr/>
              </p14:nvContentPartPr>
              <p14:xfrm>
                <a:off x="9505222" y="6117296"/>
                <a:ext cx="151200" cy="1774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963D3FF9-E10F-6F32-D733-9D11F7AF38BF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496582" y="6108656"/>
                  <a:ext cx="1688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186B44A8-F684-F782-7413-24EC5B20FA8F}"/>
                    </a:ext>
                  </a:extLst>
                </p14:cNvPr>
                <p14:cNvContentPartPr/>
                <p14:nvPr/>
              </p14:nvContentPartPr>
              <p14:xfrm>
                <a:off x="9702142" y="6037376"/>
                <a:ext cx="133920" cy="2887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186B44A8-F684-F782-7413-24EC5B20FA8F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693142" y="6028736"/>
                  <a:ext cx="1515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4AA14069-EAAF-4616-BF33-6EA32D757986}"/>
                    </a:ext>
                  </a:extLst>
                </p14:cNvPr>
                <p14:cNvContentPartPr/>
                <p14:nvPr/>
              </p14:nvContentPartPr>
              <p14:xfrm>
                <a:off x="9835342" y="6173096"/>
                <a:ext cx="106560" cy="151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4AA14069-EAAF-4616-BF33-6EA32D75798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826342" y="6164456"/>
                  <a:ext cx="1242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6BD4FE1F-20A7-A10A-FD40-40C93253DA61}"/>
                    </a:ext>
                  </a:extLst>
                </p14:cNvPr>
                <p14:cNvContentPartPr/>
                <p14:nvPr/>
              </p14:nvContentPartPr>
              <p14:xfrm>
                <a:off x="10003102" y="6139976"/>
                <a:ext cx="92160" cy="2196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6BD4FE1F-20A7-A10A-FD40-40C93253DA61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994102" y="6131336"/>
                  <a:ext cx="1098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6C03C58A-7CC0-4D57-0ABE-E9AB930E07F7}"/>
                    </a:ext>
                  </a:extLst>
                </p14:cNvPr>
                <p14:cNvContentPartPr/>
                <p14:nvPr/>
              </p14:nvContentPartPr>
              <p14:xfrm>
                <a:off x="9999862" y="6040976"/>
                <a:ext cx="11160" cy="280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6C03C58A-7CC0-4D57-0ABE-E9AB930E07F7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990862" y="6031976"/>
                  <a:ext cx="288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A133A9D0-B99F-9F91-F065-91B7E201D99C}"/>
                    </a:ext>
                  </a:extLst>
                </p14:cNvPr>
                <p14:cNvContentPartPr/>
                <p14:nvPr/>
              </p14:nvContentPartPr>
              <p14:xfrm>
                <a:off x="10159342" y="6096056"/>
                <a:ext cx="231840" cy="1670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A133A9D0-B99F-9F91-F065-91B7E201D99C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150342" y="6087056"/>
                  <a:ext cx="2494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3672268-0BFB-D80A-8264-BD71E2CB4A55}"/>
                    </a:ext>
                  </a:extLst>
                </p14:cNvPr>
                <p14:cNvContentPartPr/>
                <p14:nvPr/>
              </p14:nvContentPartPr>
              <p14:xfrm>
                <a:off x="10361302" y="6017576"/>
                <a:ext cx="185760" cy="3024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3672268-0BFB-D80A-8264-BD71E2CB4A55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352302" y="6008576"/>
                  <a:ext cx="203400" cy="32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6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025026D6-E8ED-3C18-D1E6-F923D3A77A7B}"/>
                  </a:ext>
                </a:extLst>
              </p14:cNvPr>
              <p14:cNvContentPartPr/>
              <p14:nvPr/>
            </p14:nvContentPartPr>
            <p14:xfrm>
              <a:off x="1116862" y="1729616"/>
              <a:ext cx="446400" cy="21096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025026D6-E8ED-3C18-D1E6-F923D3A77A7B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1107862" y="1720616"/>
                <a:ext cx="464040" cy="22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3" name="Group 262">
            <a:extLst>
              <a:ext uri="{FF2B5EF4-FFF2-40B4-BE49-F238E27FC236}">
                <a16:creationId xmlns:a16="http://schemas.microsoft.com/office/drawing/2014/main" id="{D7857086-EB8F-C2AD-A4E3-A7B9407B5DCD}"/>
              </a:ext>
            </a:extLst>
          </p:cNvPr>
          <p:cNvGrpSpPr/>
          <p:nvPr/>
        </p:nvGrpSpPr>
        <p:grpSpPr>
          <a:xfrm>
            <a:off x="341422" y="1132016"/>
            <a:ext cx="2386080" cy="384480"/>
            <a:chOff x="341422" y="1132016"/>
            <a:chExt cx="2386080" cy="38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07AE474D-4786-FFF3-CF78-052A36323091}"/>
                    </a:ext>
                  </a:extLst>
                </p14:cNvPr>
                <p14:cNvContentPartPr/>
                <p14:nvPr/>
              </p14:nvContentPartPr>
              <p14:xfrm>
                <a:off x="355462" y="1403456"/>
                <a:ext cx="77760" cy="1188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07AE474D-4786-FFF3-CF78-052A36323091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46462" y="1394456"/>
                  <a:ext cx="954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34900A6C-8EDE-F80D-FCD4-651F471E80C6}"/>
                    </a:ext>
                  </a:extLst>
                </p14:cNvPr>
                <p14:cNvContentPartPr/>
                <p14:nvPr/>
              </p14:nvContentPartPr>
              <p14:xfrm>
                <a:off x="341422" y="1326776"/>
                <a:ext cx="78480" cy="79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34900A6C-8EDE-F80D-FCD4-651F471E80C6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32782" y="1317776"/>
                  <a:ext cx="961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EDCE07FF-B1A8-2260-CAA3-04E4EE71D238}"/>
                    </a:ext>
                  </a:extLst>
                </p14:cNvPr>
                <p14:cNvContentPartPr/>
                <p14:nvPr/>
              </p14:nvContentPartPr>
              <p14:xfrm>
                <a:off x="616462" y="1217336"/>
                <a:ext cx="64440" cy="19692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EDCE07FF-B1A8-2260-CAA3-04E4EE71D238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07822" y="1208336"/>
                  <a:ext cx="820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DDF37FE8-1757-D870-ED18-D6D0BF5AB7E1}"/>
                    </a:ext>
                  </a:extLst>
                </p14:cNvPr>
                <p14:cNvContentPartPr/>
                <p14:nvPr/>
              </p14:nvContentPartPr>
              <p14:xfrm>
                <a:off x="669742" y="1337936"/>
                <a:ext cx="74880" cy="2304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DDF37FE8-1757-D870-ED18-D6D0BF5AB7E1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60742" y="1329296"/>
                  <a:ext cx="925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B33B0914-50CE-2DDD-8EC3-9FF9291F7D69}"/>
                    </a:ext>
                  </a:extLst>
                </p14:cNvPr>
                <p14:cNvContentPartPr/>
                <p14:nvPr/>
              </p14:nvContentPartPr>
              <p14:xfrm>
                <a:off x="712222" y="1217336"/>
                <a:ext cx="64800" cy="1490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B33B0914-50CE-2DDD-8EC3-9FF9291F7D69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703222" y="1208336"/>
                  <a:ext cx="824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563DBFB3-16E7-E5BA-0FE7-C846CD9AB1E7}"/>
                    </a:ext>
                  </a:extLst>
                </p14:cNvPr>
                <p14:cNvContentPartPr/>
                <p14:nvPr/>
              </p14:nvContentPartPr>
              <p14:xfrm>
                <a:off x="844702" y="1164056"/>
                <a:ext cx="85320" cy="2487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563DBFB3-16E7-E5BA-0FE7-C846CD9AB1E7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36062" y="1155416"/>
                  <a:ext cx="1029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B3A8A3A5-0C2C-9989-60A8-2DB610B2A905}"/>
                    </a:ext>
                  </a:extLst>
                </p14:cNvPr>
                <p14:cNvContentPartPr/>
                <p14:nvPr/>
              </p14:nvContentPartPr>
              <p14:xfrm>
                <a:off x="782782" y="1403456"/>
                <a:ext cx="88920" cy="644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B3A8A3A5-0C2C-9989-60A8-2DB610B2A905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773782" y="1394456"/>
                  <a:ext cx="1065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C0D1BDB3-B415-B093-5C62-2E9BC307D093}"/>
                    </a:ext>
                  </a:extLst>
                </p14:cNvPr>
                <p14:cNvContentPartPr/>
                <p14:nvPr/>
              </p14:nvContentPartPr>
              <p14:xfrm>
                <a:off x="1003822" y="1328936"/>
                <a:ext cx="85680" cy="1875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C0D1BDB3-B415-B093-5C62-2E9BC307D09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94822" y="1319936"/>
                  <a:ext cx="1033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2B8C1793-BD40-6082-DF91-AA204D1D0AFA}"/>
                    </a:ext>
                  </a:extLst>
                </p14:cNvPr>
                <p14:cNvContentPartPr/>
                <p14:nvPr/>
              </p14:nvContentPartPr>
              <p14:xfrm>
                <a:off x="951262" y="1190696"/>
                <a:ext cx="4680" cy="2628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2B8C1793-BD40-6082-DF91-AA204D1D0AFA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42622" y="1181696"/>
                  <a:ext cx="223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C6D28661-8FE3-2232-8E08-6F45A7EA749B}"/>
                    </a:ext>
                  </a:extLst>
                </p14:cNvPr>
                <p14:cNvContentPartPr/>
                <p14:nvPr/>
              </p14:nvContentPartPr>
              <p14:xfrm>
                <a:off x="1094902" y="1215896"/>
                <a:ext cx="186480" cy="1504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C6D28661-8FE3-2232-8E08-6F45A7EA749B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86262" y="1207256"/>
                  <a:ext cx="2041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44D420A7-D6EC-0F20-F3AE-CD47B8DF1B04}"/>
                    </a:ext>
                  </a:extLst>
                </p14:cNvPr>
                <p14:cNvContentPartPr/>
                <p14:nvPr/>
              </p14:nvContentPartPr>
              <p14:xfrm>
                <a:off x="1270582" y="1174856"/>
                <a:ext cx="139680" cy="21816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44D420A7-D6EC-0F20-F3AE-CD47B8DF1B04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261582" y="1165856"/>
                  <a:ext cx="1573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C1DB039-1EA4-6B1C-3168-CF7FEED2F240}"/>
                    </a:ext>
                  </a:extLst>
                </p14:cNvPr>
                <p14:cNvContentPartPr/>
                <p14:nvPr/>
              </p14:nvContentPartPr>
              <p14:xfrm>
                <a:off x="1546702" y="1296896"/>
                <a:ext cx="360" cy="14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9C1DB039-1EA4-6B1C-3168-CF7FEED2F240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538062" y="1288256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B5CBBCA-B08E-A235-9644-56F599EB693A}"/>
                    </a:ext>
                  </a:extLst>
                </p14:cNvPr>
                <p14:cNvContentPartPr/>
                <p14:nvPr/>
              </p14:nvContentPartPr>
              <p14:xfrm>
                <a:off x="1647862" y="1174856"/>
                <a:ext cx="86400" cy="1915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EB5CBBCA-B08E-A235-9644-56F599EB693A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639222" y="1165856"/>
                  <a:ext cx="1040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9926A966-43DD-7BFF-69BD-B9130C4633B9}"/>
                    </a:ext>
                  </a:extLst>
                </p14:cNvPr>
                <p14:cNvContentPartPr/>
                <p14:nvPr/>
              </p14:nvContentPartPr>
              <p14:xfrm>
                <a:off x="1684942" y="1315976"/>
                <a:ext cx="95400" cy="25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9926A966-43DD-7BFF-69BD-B9130C4633B9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676302" y="1307336"/>
                  <a:ext cx="1130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166F13EB-14DD-4169-73D0-55F13A620A78}"/>
                    </a:ext>
                  </a:extLst>
                </p14:cNvPr>
                <p14:cNvContentPartPr/>
                <p14:nvPr/>
              </p14:nvContentPartPr>
              <p14:xfrm>
                <a:off x="1743622" y="1185296"/>
                <a:ext cx="72720" cy="1544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166F13EB-14DD-4169-73D0-55F13A620A78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734622" y="1176656"/>
                  <a:ext cx="903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2F74A58B-CE4B-36B2-7973-161CF6F90B65}"/>
                    </a:ext>
                  </a:extLst>
                </p14:cNvPr>
                <p14:cNvContentPartPr/>
                <p14:nvPr/>
              </p14:nvContentPartPr>
              <p14:xfrm>
                <a:off x="1892302" y="1323536"/>
                <a:ext cx="69120" cy="799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2F74A58B-CE4B-36B2-7973-161CF6F90B65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883302" y="1314896"/>
                  <a:ext cx="867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86C379C9-6BBA-036F-CC16-FC08D02E36D7}"/>
                    </a:ext>
                  </a:extLst>
                </p14:cNvPr>
                <p14:cNvContentPartPr/>
                <p14:nvPr/>
              </p14:nvContentPartPr>
              <p14:xfrm>
                <a:off x="1988422" y="1141376"/>
                <a:ext cx="91440" cy="2300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86C379C9-6BBA-036F-CC16-FC08D02E36D7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979422" y="1132736"/>
                  <a:ext cx="1090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4CDBA75B-7687-7897-BFA1-681917D1A326}"/>
                    </a:ext>
                  </a:extLst>
                </p14:cNvPr>
                <p14:cNvContentPartPr/>
                <p14:nvPr/>
              </p14:nvContentPartPr>
              <p14:xfrm>
                <a:off x="2132782" y="1296896"/>
                <a:ext cx="46800" cy="64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4CDBA75B-7687-7897-BFA1-681917D1A326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2124142" y="1288256"/>
                  <a:ext cx="644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85AFBAF0-FA19-908F-23B9-4057F211A714}"/>
                    </a:ext>
                  </a:extLst>
                </p14:cNvPr>
                <p14:cNvContentPartPr/>
                <p14:nvPr/>
              </p14:nvContentPartPr>
              <p14:xfrm>
                <a:off x="2249422" y="1291856"/>
                <a:ext cx="51120" cy="1864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85AFBAF0-FA19-908F-23B9-4057F211A714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2240782" y="1282856"/>
                  <a:ext cx="687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55DE1B98-4F45-5617-5848-BC0936C16647}"/>
                    </a:ext>
                  </a:extLst>
                </p14:cNvPr>
                <p14:cNvContentPartPr/>
                <p14:nvPr/>
              </p14:nvContentPartPr>
              <p14:xfrm>
                <a:off x="2216662" y="1186736"/>
                <a:ext cx="360" cy="1512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55DE1B98-4F45-5617-5848-BC0936C16647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208022" y="1177736"/>
                  <a:ext cx="180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79DF6AAF-2E31-F174-8295-906424A63794}"/>
                    </a:ext>
                  </a:extLst>
                </p14:cNvPr>
                <p14:cNvContentPartPr/>
                <p14:nvPr/>
              </p14:nvContentPartPr>
              <p14:xfrm>
                <a:off x="2348422" y="1185656"/>
                <a:ext cx="213480" cy="1656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79DF6AAF-2E31-F174-8295-906424A63794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339782" y="1177016"/>
                  <a:ext cx="2311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980E4717-5158-F7F1-D9F5-9966DD78E04D}"/>
                    </a:ext>
                  </a:extLst>
                </p14:cNvPr>
                <p14:cNvContentPartPr/>
                <p14:nvPr/>
              </p14:nvContentPartPr>
              <p14:xfrm>
                <a:off x="2551462" y="1132016"/>
                <a:ext cx="176040" cy="2707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980E4717-5158-F7F1-D9F5-9966DD78E04D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2542822" y="1123376"/>
                  <a:ext cx="193680" cy="28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C54A05B1-417C-7638-56CC-1238122563B1}"/>
              </a:ext>
            </a:extLst>
          </p:cNvPr>
          <p:cNvGrpSpPr/>
          <p:nvPr/>
        </p:nvGrpSpPr>
        <p:grpSpPr>
          <a:xfrm>
            <a:off x="2961142" y="811616"/>
            <a:ext cx="3048120" cy="597960"/>
            <a:chOff x="2961142" y="811616"/>
            <a:chExt cx="3048120" cy="59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7D95CE33-027D-4695-E001-8B867172A08C}"/>
                    </a:ext>
                  </a:extLst>
                </p14:cNvPr>
                <p14:cNvContentPartPr/>
                <p14:nvPr/>
              </p14:nvContentPartPr>
              <p14:xfrm>
                <a:off x="3237982" y="931496"/>
                <a:ext cx="159120" cy="8280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7D95CE33-027D-4695-E001-8B867172A08C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3229342" y="922496"/>
                  <a:ext cx="1767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05E137FC-38A6-D392-B6CB-2EB4EE6D1BBD}"/>
                    </a:ext>
                  </a:extLst>
                </p14:cNvPr>
                <p14:cNvContentPartPr/>
                <p14:nvPr/>
              </p14:nvContentPartPr>
              <p14:xfrm>
                <a:off x="3434182" y="956696"/>
                <a:ext cx="127440" cy="532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05E137FC-38A6-D392-B6CB-2EB4EE6D1BBD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3425182" y="948056"/>
                  <a:ext cx="1450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F4124ABA-4524-EFE3-79F3-EDA0003356D1}"/>
                    </a:ext>
                  </a:extLst>
                </p14:cNvPr>
                <p14:cNvContentPartPr/>
                <p14:nvPr/>
              </p14:nvContentPartPr>
              <p14:xfrm>
                <a:off x="3614542" y="811616"/>
                <a:ext cx="337320" cy="3049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F4124ABA-4524-EFE3-79F3-EDA0003356D1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3605542" y="802616"/>
                  <a:ext cx="3549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6B961F66-BEC3-6474-FD4C-B5265EB517B9}"/>
                    </a:ext>
                  </a:extLst>
                </p14:cNvPr>
                <p14:cNvContentPartPr/>
                <p14:nvPr/>
              </p14:nvContentPartPr>
              <p14:xfrm>
                <a:off x="3939262" y="845816"/>
                <a:ext cx="197640" cy="17784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6B961F66-BEC3-6474-FD4C-B5265EB517B9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3930262" y="836816"/>
                  <a:ext cx="2152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70F586C3-E73F-9B58-C974-868C7843F4C9}"/>
                    </a:ext>
                  </a:extLst>
                </p14:cNvPr>
                <p14:cNvContentPartPr/>
                <p14:nvPr/>
              </p14:nvContentPartPr>
              <p14:xfrm>
                <a:off x="4093342" y="834656"/>
                <a:ext cx="13320" cy="4608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70F586C3-E73F-9B58-C974-868C7843F4C9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4084702" y="825656"/>
                  <a:ext cx="309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21877919-1536-F97A-39DA-7A0FAA7534DA}"/>
                    </a:ext>
                  </a:extLst>
                </p14:cNvPr>
                <p14:cNvContentPartPr/>
                <p14:nvPr/>
              </p14:nvContentPartPr>
              <p14:xfrm>
                <a:off x="4178662" y="946256"/>
                <a:ext cx="117000" cy="752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21877919-1536-F97A-39DA-7A0FAA7534DA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4170022" y="937256"/>
                  <a:ext cx="1346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825522A8-5130-0098-3F74-D110F413248F}"/>
                    </a:ext>
                  </a:extLst>
                </p14:cNvPr>
                <p14:cNvContentPartPr/>
                <p14:nvPr/>
              </p14:nvContentPartPr>
              <p14:xfrm>
                <a:off x="4402222" y="909176"/>
                <a:ext cx="106200" cy="8136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825522A8-5130-0098-3F74-D110F413248F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4393222" y="900536"/>
                  <a:ext cx="1238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2836FD40-8D26-C8C7-7776-45C06EC80FBB}"/>
                    </a:ext>
                  </a:extLst>
                </p14:cNvPr>
                <p14:cNvContentPartPr/>
                <p14:nvPr/>
              </p14:nvContentPartPr>
              <p14:xfrm>
                <a:off x="4577182" y="935096"/>
                <a:ext cx="81000" cy="5796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2836FD40-8D26-C8C7-7776-45C06EC80FBB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4568182" y="926096"/>
                  <a:ext cx="986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D700587B-369F-946D-0373-4022DA39F3D3}"/>
                    </a:ext>
                  </a:extLst>
                </p14:cNvPr>
                <p14:cNvContentPartPr/>
                <p14:nvPr/>
              </p14:nvContentPartPr>
              <p14:xfrm>
                <a:off x="4667542" y="930056"/>
                <a:ext cx="120600" cy="4896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D700587B-369F-946D-0373-4022DA39F3D3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4658542" y="921416"/>
                  <a:ext cx="1382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7D3CF511-E8B4-F299-80FC-BFA1A987944A}"/>
                    </a:ext>
                  </a:extLst>
                </p14:cNvPr>
                <p14:cNvContentPartPr/>
                <p14:nvPr/>
              </p14:nvContentPartPr>
              <p14:xfrm>
                <a:off x="4848262" y="845096"/>
                <a:ext cx="59400" cy="15768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7D3CF511-E8B4-F299-80FC-BFA1A987944A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839622" y="836456"/>
                  <a:ext cx="770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C772463B-8AD7-6504-3A2E-830DB1EF5843}"/>
                    </a:ext>
                  </a:extLst>
                </p14:cNvPr>
                <p14:cNvContentPartPr/>
                <p14:nvPr/>
              </p14:nvContentPartPr>
              <p14:xfrm>
                <a:off x="4837462" y="935096"/>
                <a:ext cx="151200" cy="3672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C772463B-8AD7-6504-3A2E-830DB1EF5843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828822" y="926456"/>
                  <a:ext cx="1688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94B5D44B-FE6A-E8D5-DFA4-41FA649BF7A7}"/>
                    </a:ext>
                  </a:extLst>
                </p14:cNvPr>
                <p14:cNvContentPartPr/>
                <p14:nvPr/>
              </p14:nvContentPartPr>
              <p14:xfrm>
                <a:off x="4953742" y="846896"/>
                <a:ext cx="6480" cy="39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94B5D44B-FE6A-E8D5-DFA4-41FA649BF7A7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944742" y="838256"/>
                  <a:ext cx="241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3710D0C1-FB90-DDD8-0FAF-5258D4E88E61}"/>
                    </a:ext>
                  </a:extLst>
                </p14:cNvPr>
                <p14:cNvContentPartPr/>
                <p14:nvPr/>
              </p14:nvContentPartPr>
              <p14:xfrm>
                <a:off x="5023582" y="903416"/>
                <a:ext cx="138600" cy="9540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3710D0C1-FB90-DDD8-0FAF-5258D4E88E61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5014942" y="894776"/>
                  <a:ext cx="1562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DC572354-4FED-94DB-0C6D-A1ED72DDB3CF}"/>
                    </a:ext>
                  </a:extLst>
                </p14:cNvPr>
                <p14:cNvContentPartPr/>
                <p14:nvPr/>
              </p14:nvContentPartPr>
              <p14:xfrm>
                <a:off x="5233822" y="940856"/>
                <a:ext cx="109080" cy="4176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DC572354-4FED-94DB-0C6D-A1ED72DDB3CF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5225182" y="931856"/>
                  <a:ext cx="1267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3559DBD1-18F4-1E3A-AB01-11CAC72020B0}"/>
                    </a:ext>
                  </a:extLst>
                </p14:cNvPr>
                <p14:cNvContentPartPr/>
                <p14:nvPr/>
              </p14:nvContentPartPr>
              <p14:xfrm>
                <a:off x="5389342" y="906296"/>
                <a:ext cx="86400" cy="7272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3559DBD1-18F4-1E3A-AB01-11CAC72020B0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380342" y="897296"/>
                  <a:ext cx="1040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155A23C0-0A4E-85E5-AF6F-3F65BA90C063}"/>
                    </a:ext>
                  </a:extLst>
                </p14:cNvPr>
                <p14:cNvContentPartPr/>
                <p14:nvPr/>
              </p14:nvContentPartPr>
              <p14:xfrm>
                <a:off x="5496982" y="828536"/>
                <a:ext cx="150480" cy="17172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155A23C0-0A4E-85E5-AF6F-3F65BA90C063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5487982" y="819536"/>
                  <a:ext cx="1681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BC17C2DB-6D6E-6589-E509-D28BD7795EBE}"/>
                    </a:ext>
                  </a:extLst>
                </p14:cNvPr>
                <p14:cNvContentPartPr/>
                <p14:nvPr/>
              </p14:nvContentPartPr>
              <p14:xfrm>
                <a:off x="5615782" y="827816"/>
                <a:ext cx="10080" cy="1800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BC17C2DB-6D6E-6589-E509-D28BD7795EBE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5607142" y="818816"/>
                  <a:ext cx="277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5F6D86B1-4DF5-77D3-746E-9B98ABAD30E7}"/>
                    </a:ext>
                  </a:extLst>
                </p14:cNvPr>
                <p14:cNvContentPartPr/>
                <p14:nvPr/>
              </p14:nvContentPartPr>
              <p14:xfrm>
                <a:off x="5698582" y="904496"/>
                <a:ext cx="310680" cy="759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5F6D86B1-4DF5-77D3-746E-9B98ABAD30E7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5689582" y="895856"/>
                  <a:ext cx="3283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240C8E29-905C-BFE9-04FD-B2AAABC9EBB9}"/>
                    </a:ext>
                  </a:extLst>
                </p14:cNvPr>
                <p14:cNvContentPartPr/>
                <p14:nvPr/>
              </p14:nvContentPartPr>
              <p14:xfrm>
                <a:off x="2977702" y="1256216"/>
                <a:ext cx="227160" cy="97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240C8E29-905C-BFE9-04FD-B2AAABC9EBB9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2968702" y="1247576"/>
                  <a:ext cx="2448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241DEBB9-999E-9F41-D186-ACB95792226E}"/>
                    </a:ext>
                  </a:extLst>
                </p14:cNvPr>
                <p14:cNvContentPartPr/>
                <p14:nvPr/>
              </p14:nvContentPartPr>
              <p14:xfrm>
                <a:off x="2961142" y="1216976"/>
                <a:ext cx="212760" cy="1152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241DEBB9-999E-9F41-D186-ACB95792226E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2952142" y="1207976"/>
                  <a:ext cx="230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8FDA700A-0209-1100-D136-6FD468D274D5}"/>
                    </a:ext>
                  </a:extLst>
                </p14:cNvPr>
                <p14:cNvContentPartPr/>
                <p14:nvPr/>
              </p14:nvContentPartPr>
              <p14:xfrm>
                <a:off x="3175342" y="1148216"/>
                <a:ext cx="155160" cy="17388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8FDA700A-0209-1100-D136-6FD468D274D5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3166342" y="1139216"/>
                  <a:ext cx="1728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476461DD-B0CE-01CD-B192-5D653DCBBAFC}"/>
                    </a:ext>
                  </a:extLst>
                </p14:cNvPr>
                <p14:cNvContentPartPr/>
                <p14:nvPr/>
              </p14:nvContentPartPr>
              <p14:xfrm>
                <a:off x="3726502" y="1172696"/>
                <a:ext cx="65520" cy="16344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476461DD-B0CE-01CD-B192-5D653DCBBAFC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3717502" y="1163696"/>
                  <a:ext cx="831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3E9CA563-9E18-DEA1-5909-E4856D5CB7BC}"/>
                    </a:ext>
                  </a:extLst>
                </p14:cNvPr>
                <p14:cNvContentPartPr/>
                <p14:nvPr/>
              </p14:nvContentPartPr>
              <p14:xfrm>
                <a:off x="3758542" y="1272416"/>
                <a:ext cx="110160" cy="140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3E9CA563-9E18-DEA1-5909-E4856D5CB7BC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3749542" y="1263776"/>
                  <a:ext cx="1278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2E8D4486-0415-6F55-7E80-043FA93B3B0E}"/>
                    </a:ext>
                  </a:extLst>
                </p14:cNvPr>
                <p14:cNvContentPartPr/>
                <p14:nvPr/>
              </p14:nvContentPartPr>
              <p14:xfrm>
                <a:off x="3816862" y="1179896"/>
                <a:ext cx="88200" cy="16632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2E8D4486-0415-6F55-7E80-043FA93B3B0E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3808222" y="1171256"/>
                  <a:ext cx="1058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2DD455EA-321E-BA4B-730D-589AD5428E3E}"/>
                    </a:ext>
                  </a:extLst>
                </p14:cNvPr>
                <p14:cNvContentPartPr/>
                <p14:nvPr/>
              </p14:nvContentPartPr>
              <p14:xfrm>
                <a:off x="3969862" y="1312736"/>
                <a:ext cx="105120" cy="9684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2DD455EA-321E-BA4B-730D-589AD5428E3E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3961222" y="1304096"/>
                  <a:ext cx="1227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FD3EC41C-194F-308F-AF8E-332E4AE5CCA5}"/>
                    </a:ext>
                  </a:extLst>
                </p14:cNvPr>
                <p14:cNvContentPartPr/>
                <p14:nvPr/>
              </p14:nvContentPartPr>
              <p14:xfrm>
                <a:off x="4056262" y="1126976"/>
                <a:ext cx="88200" cy="18432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FD3EC41C-194F-308F-AF8E-332E4AE5CCA5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4047262" y="1117976"/>
                  <a:ext cx="1058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CFC53EDF-883E-FC09-8FA4-E2C39D6F7783}"/>
                    </a:ext>
                  </a:extLst>
                </p14:cNvPr>
                <p14:cNvContentPartPr/>
                <p14:nvPr/>
              </p14:nvContentPartPr>
              <p14:xfrm>
                <a:off x="4177222" y="1201136"/>
                <a:ext cx="99720" cy="13428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CFC53EDF-883E-FC09-8FA4-E2C39D6F7783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4168222" y="1192496"/>
                  <a:ext cx="1173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43B3EC11-B3CC-4B77-E97B-29671420A434}"/>
                    </a:ext>
                  </a:extLst>
                </p14:cNvPr>
                <p14:cNvContentPartPr/>
                <p14:nvPr/>
              </p14:nvContentPartPr>
              <p14:xfrm>
                <a:off x="4189102" y="1094936"/>
                <a:ext cx="192240" cy="27216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43B3EC11-B3CC-4B77-E97B-29671420A434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4180102" y="1086296"/>
                  <a:ext cx="20988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13978345-CD22-F1E6-8C91-57C951A96818}"/>
                    </a:ext>
                  </a:extLst>
                </p14:cNvPr>
                <p14:cNvContentPartPr/>
                <p14:nvPr/>
              </p14:nvContentPartPr>
              <p14:xfrm>
                <a:off x="4497262" y="1270256"/>
                <a:ext cx="360" cy="3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13978345-CD22-F1E6-8C91-57C951A96818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4488622" y="12616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4D6831D9-9EAE-9E8E-DECF-1A7F9F0441CD}"/>
                    </a:ext>
                  </a:extLst>
                </p14:cNvPr>
                <p14:cNvContentPartPr/>
                <p14:nvPr/>
              </p14:nvContentPartPr>
              <p14:xfrm>
                <a:off x="4593022" y="1101416"/>
                <a:ext cx="92520" cy="2005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4D6831D9-9EAE-9E8E-DECF-1A7F9F0441CD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4584382" y="1092416"/>
                  <a:ext cx="1101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BD2BA7D1-D910-9C67-5B12-73931A564124}"/>
                    </a:ext>
                  </a:extLst>
                </p14:cNvPr>
                <p14:cNvContentPartPr/>
                <p14:nvPr/>
              </p14:nvContentPartPr>
              <p14:xfrm>
                <a:off x="4619662" y="1109336"/>
                <a:ext cx="180720" cy="1933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BD2BA7D1-D910-9C67-5B12-73931A564124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4611022" y="1100336"/>
                  <a:ext cx="1983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2AADFEEC-FF96-8B5E-F83A-65F208F8D199}"/>
                    </a:ext>
                  </a:extLst>
                </p14:cNvPr>
                <p14:cNvContentPartPr/>
                <p14:nvPr/>
              </p14:nvContentPartPr>
              <p14:xfrm>
                <a:off x="4832062" y="1259816"/>
                <a:ext cx="101160" cy="11268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2AADFEEC-FF96-8B5E-F83A-65F208F8D199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4823422" y="1250816"/>
                  <a:ext cx="1188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48BC5382-9B1C-A1F7-834D-CFCA9BA10A2A}"/>
                    </a:ext>
                  </a:extLst>
                </p14:cNvPr>
                <p14:cNvContentPartPr/>
                <p14:nvPr/>
              </p14:nvContentPartPr>
              <p14:xfrm>
                <a:off x="4981462" y="1072976"/>
                <a:ext cx="111600" cy="23004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48BC5382-9B1C-A1F7-834D-CFCA9BA10A2A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4972462" y="1064336"/>
                  <a:ext cx="1292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30C5D6E4-FA58-B03B-5A71-744FC7156317}"/>
                    </a:ext>
                  </a:extLst>
                </p14:cNvPr>
                <p14:cNvContentPartPr/>
                <p14:nvPr/>
              </p14:nvContentPartPr>
              <p14:xfrm>
                <a:off x="5092702" y="1206176"/>
                <a:ext cx="74880" cy="1116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30C5D6E4-FA58-B03B-5A71-744FC7156317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5084062" y="1197536"/>
                  <a:ext cx="925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B08E7A10-F502-D060-5110-929F4DD829C9}"/>
                    </a:ext>
                  </a:extLst>
                </p14:cNvPr>
                <p14:cNvContentPartPr/>
                <p14:nvPr/>
              </p14:nvContentPartPr>
              <p14:xfrm>
                <a:off x="5254702" y="1157936"/>
                <a:ext cx="86040" cy="11952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B08E7A10-F502-D060-5110-929F4DD829C9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5246062" y="1149296"/>
                  <a:ext cx="1036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1D4F8196-11A5-D45A-A0EC-29E50415D2BE}"/>
                    </a:ext>
                  </a:extLst>
                </p14:cNvPr>
                <p14:cNvContentPartPr/>
                <p14:nvPr/>
              </p14:nvContentPartPr>
              <p14:xfrm>
                <a:off x="5342542" y="1068296"/>
                <a:ext cx="151200" cy="25524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1D4F8196-11A5-D45A-A0EC-29E50415D2BE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5333902" y="1059656"/>
                  <a:ext cx="168840" cy="27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6CD0D30B-63D0-07F6-5EFC-C2E74B789852}"/>
              </a:ext>
            </a:extLst>
          </p:cNvPr>
          <p:cNvGrpSpPr/>
          <p:nvPr/>
        </p:nvGrpSpPr>
        <p:grpSpPr>
          <a:xfrm>
            <a:off x="5734582" y="1179896"/>
            <a:ext cx="140040" cy="64800"/>
            <a:chOff x="5734582" y="1179896"/>
            <a:chExt cx="140040" cy="6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F412F5E5-821D-6BB4-569B-A2F8486120DF}"/>
                    </a:ext>
                  </a:extLst>
                </p14:cNvPr>
                <p14:cNvContentPartPr/>
                <p14:nvPr/>
              </p14:nvContentPartPr>
              <p14:xfrm>
                <a:off x="5742862" y="1236416"/>
                <a:ext cx="131760" cy="828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F412F5E5-821D-6BB4-569B-A2F8486120DF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5733862" y="1227776"/>
                  <a:ext cx="1494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DC851C6F-0034-0DCB-38D4-13CF50172402}"/>
                    </a:ext>
                  </a:extLst>
                </p14:cNvPr>
                <p14:cNvContentPartPr/>
                <p14:nvPr/>
              </p14:nvContentPartPr>
              <p14:xfrm>
                <a:off x="5734582" y="1179896"/>
                <a:ext cx="97560" cy="576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DC851C6F-0034-0DCB-38D4-13CF50172402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5725582" y="1170896"/>
                  <a:ext cx="115200" cy="2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78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F61D43A7-3F18-C795-AFAA-FCDBBF956D2E}"/>
                  </a:ext>
                </a:extLst>
              </p14:cNvPr>
              <p14:cNvContentPartPr/>
              <p14:nvPr/>
            </p14:nvContentPartPr>
            <p14:xfrm>
              <a:off x="6719182" y="820976"/>
              <a:ext cx="59040" cy="162000"/>
            </p14:xfrm>
          </p:contentPart>
        </mc:Choice>
        <mc:Fallback xmlns=""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F61D43A7-3F18-C795-AFAA-FCDBBF956D2E}"/>
                  </a:ext>
                </a:extLst>
              </p:cNvPr>
              <p:cNvPicPr/>
              <p:nvPr/>
            </p:nvPicPr>
            <p:blipFill>
              <a:blip r:embed="rId479"/>
              <a:stretch>
                <a:fillRect/>
              </a:stretch>
            </p:blipFill>
            <p:spPr>
              <a:xfrm>
                <a:off x="6710542" y="811976"/>
                <a:ext cx="7668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0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E249B9A2-61BE-B691-4296-DC60064C9D5A}"/>
                  </a:ext>
                </a:extLst>
              </p14:cNvPr>
              <p14:cNvContentPartPr/>
              <p14:nvPr/>
            </p14:nvContentPartPr>
            <p14:xfrm>
              <a:off x="6178102" y="1158296"/>
              <a:ext cx="1041840" cy="17280"/>
            </p14:xfrm>
          </p:contentPart>
        </mc:Choice>
        <mc:Fallback xmlns=""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E249B9A2-61BE-B691-4296-DC60064C9D5A}"/>
                  </a:ext>
                </a:extLst>
              </p:cNvPr>
              <p:cNvPicPr/>
              <p:nvPr/>
            </p:nvPicPr>
            <p:blipFill>
              <a:blip r:embed="rId481"/>
              <a:stretch>
                <a:fillRect/>
              </a:stretch>
            </p:blipFill>
            <p:spPr>
              <a:xfrm>
                <a:off x="6169102" y="1149296"/>
                <a:ext cx="1059480" cy="3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5" name="Group 314">
            <a:extLst>
              <a:ext uri="{FF2B5EF4-FFF2-40B4-BE49-F238E27FC236}">
                <a16:creationId xmlns:a16="http://schemas.microsoft.com/office/drawing/2014/main" id="{5CE89E50-0FC0-47A1-57DC-6406E39630E4}"/>
              </a:ext>
            </a:extLst>
          </p:cNvPr>
          <p:cNvGrpSpPr/>
          <p:nvPr/>
        </p:nvGrpSpPr>
        <p:grpSpPr>
          <a:xfrm>
            <a:off x="3099382" y="143456"/>
            <a:ext cx="784080" cy="331200"/>
            <a:chOff x="3099382" y="143456"/>
            <a:chExt cx="784080" cy="33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DB9C3837-F21F-B5DB-630D-357B3A05739B}"/>
                    </a:ext>
                  </a:extLst>
                </p14:cNvPr>
                <p14:cNvContentPartPr/>
                <p14:nvPr/>
              </p14:nvContentPartPr>
              <p14:xfrm>
                <a:off x="3099382" y="239576"/>
                <a:ext cx="154440" cy="14328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DB9C3837-F21F-B5DB-630D-357B3A05739B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3090382" y="230576"/>
                  <a:ext cx="1720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35B044A4-9B27-BD4B-A204-A00252F918A3}"/>
                    </a:ext>
                  </a:extLst>
                </p14:cNvPr>
                <p14:cNvContentPartPr/>
                <p14:nvPr/>
              </p14:nvContentPartPr>
              <p14:xfrm>
                <a:off x="3361102" y="313376"/>
                <a:ext cx="73080" cy="576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35B044A4-9B27-BD4B-A204-A00252F918A3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3352462" y="304736"/>
                  <a:ext cx="907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446B743C-A51F-A594-A872-951D905260BB}"/>
                    </a:ext>
                  </a:extLst>
                </p14:cNvPr>
                <p14:cNvContentPartPr/>
                <p14:nvPr/>
              </p14:nvContentPartPr>
              <p14:xfrm>
                <a:off x="3355342" y="248216"/>
                <a:ext cx="73800" cy="1044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446B743C-A51F-A594-A872-951D905260BB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3346702" y="239576"/>
                  <a:ext cx="914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F1F9BB3E-6C67-F927-E88B-1947254F8610}"/>
                    </a:ext>
                  </a:extLst>
                </p14:cNvPr>
                <p14:cNvContentPartPr/>
                <p14:nvPr/>
              </p14:nvContentPartPr>
              <p14:xfrm>
                <a:off x="3527062" y="249656"/>
                <a:ext cx="87480" cy="22500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F1F9BB3E-6C67-F927-E88B-1947254F8610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3518422" y="241016"/>
                  <a:ext cx="1051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770A345D-1FDF-39E8-6162-CA16DE216227}"/>
                    </a:ext>
                  </a:extLst>
                </p14:cNvPr>
                <p14:cNvContentPartPr/>
                <p14:nvPr/>
              </p14:nvContentPartPr>
              <p14:xfrm>
                <a:off x="3522382" y="143456"/>
                <a:ext cx="2520" cy="648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770A345D-1FDF-39E8-6162-CA16DE216227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3513742" y="134456"/>
                  <a:ext cx="201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7D928976-C258-DAD0-9FE4-0AC396DDBC11}"/>
                    </a:ext>
                  </a:extLst>
                </p14:cNvPr>
                <p14:cNvContentPartPr/>
                <p14:nvPr/>
              </p14:nvContentPartPr>
              <p14:xfrm>
                <a:off x="3678622" y="173696"/>
                <a:ext cx="204840" cy="15084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7D928976-C258-DAD0-9FE4-0AC396DDBC11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3669982" y="164696"/>
                  <a:ext cx="22248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C65C3444-C130-E6B5-F5AC-9A8060A61E6E}"/>
              </a:ext>
            </a:extLst>
          </p:cNvPr>
          <p:cNvGrpSpPr/>
          <p:nvPr/>
        </p:nvGrpSpPr>
        <p:grpSpPr>
          <a:xfrm>
            <a:off x="4109902" y="212576"/>
            <a:ext cx="241920" cy="131040"/>
            <a:chOff x="4109902" y="212576"/>
            <a:chExt cx="241920" cy="13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A1ED70F7-5773-84FD-50CA-0931AB73C4E9}"/>
                    </a:ext>
                  </a:extLst>
                </p14:cNvPr>
                <p14:cNvContentPartPr/>
                <p14:nvPr/>
              </p14:nvContentPartPr>
              <p14:xfrm>
                <a:off x="4109902" y="295016"/>
                <a:ext cx="180720" cy="828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A1ED70F7-5773-84FD-50CA-0931AB73C4E9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4100902" y="286376"/>
                  <a:ext cx="1983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F4BEA597-47D9-4DA0-9EA3-29E1B13D524D}"/>
                    </a:ext>
                  </a:extLst>
                </p14:cNvPr>
                <p14:cNvContentPartPr/>
                <p14:nvPr/>
              </p14:nvContentPartPr>
              <p14:xfrm>
                <a:off x="4131502" y="233456"/>
                <a:ext cx="111240" cy="165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F4BEA597-47D9-4DA0-9EA3-29E1B13D524D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4122502" y="224816"/>
                  <a:ext cx="1288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61982D41-066B-9CE5-C74A-084202D0A4D6}"/>
                    </a:ext>
                  </a:extLst>
                </p14:cNvPr>
                <p14:cNvContentPartPr/>
                <p14:nvPr/>
              </p14:nvContentPartPr>
              <p14:xfrm>
                <a:off x="4236982" y="212576"/>
                <a:ext cx="114840" cy="13104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61982D41-066B-9CE5-C74A-084202D0A4D6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4227982" y="203576"/>
                  <a:ext cx="13248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95CD932E-8B4B-A6B9-C7B8-64CAB140C6F7}"/>
              </a:ext>
            </a:extLst>
          </p:cNvPr>
          <p:cNvGrpSpPr/>
          <p:nvPr/>
        </p:nvGrpSpPr>
        <p:grpSpPr>
          <a:xfrm>
            <a:off x="4587622" y="68576"/>
            <a:ext cx="835200" cy="427680"/>
            <a:chOff x="4587622" y="68576"/>
            <a:chExt cx="835200" cy="42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780CEC84-27D4-D185-4542-AF6300284713}"/>
                    </a:ext>
                  </a:extLst>
                </p14:cNvPr>
                <p14:cNvContentPartPr/>
                <p14:nvPr/>
              </p14:nvContentPartPr>
              <p14:xfrm>
                <a:off x="4587622" y="165416"/>
                <a:ext cx="199800" cy="14832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780CEC84-27D4-D185-4542-AF6300284713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4578982" y="156776"/>
                  <a:ext cx="2174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11298B6B-8EE4-5D15-0619-3B24EFFB4F83}"/>
                    </a:ext>
                  </a:extLst>
                </p14:cNvPr>
                <p14:cNvContentPartPr/>
                <p14:nvPr/>
              </p14:nvContentPartPr>
              <p14:xfrm>
                <a:off x="4943662" y="280616"/>
                <a:ext cx="106920" cy="684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11298B6B-8EE4-5D15-0619-3B24EFFB4F83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4934662" y="271616"/>
                  <a:ext cx="1245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173C27BB-D36D-019A-9C17-19BF51B3EEC8}"/>
                    </a:ext>
                  </a:extLst>
                </p14:cNvPr>
                <p14:cNvContentPartPr/>
                <p14:nvPr/>
              </p14:nvContentPartPr>
              <p14:xfrm>
                <a:off x="4954822" y="215816"/>
                <a:ext cx="79920" cy="2340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173C27BB-D36D-019A-9C17-19BF51B3EEC8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4945822" y="207176"/>
                  <a:ext cx="9756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F7037F6F-707B-3D4E-CFF2-9C40BCCA6063}"/>
                    </a:ext>
                  </a:extLst>
                </p14:cNvPr>
                <p14:cNvContentPartPr/>
                <p14:nvPr/>
              </p14:nvContentPartPr>
              <p14:xfrm>
                <a:off x="5273422" y="68576"/>
                <a:ext cx="125640" cy="11268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F7037F6F-707B-3D4E-CFF2-9C40BCCA6063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5264422" y="59576"/>
                  <a:ext cx="1432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F600D3AE-ECC8-810B-4A63-B566076D7162}"/>
                    </a:ext>
                  </a:extLst>
                </p14:cNvPr>
                <p14:cNvContentPartPr/>
                <p14:nvPr/>
              </p14:nvContentPartPr>
              <p14:xfrm>
                <a:off x="5233462" y="228416"/>
                <a:ext cx="189360" cy="72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F600D3AE-ECC8-810B-4A63-B566076D7162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5224822" y="219776"/>
                  <a:ext cx="2070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D4B41D82-9FD1-3B1F-5991-0BD2B67B89FF}"/>
                    </a:ext>
                  </a:extLst>
                </p14:cNvPr>
                <p14:cNvContentPartPr/>
                <p14:nvPr/>
              </p14:nvContentPartPr>
              <p14:xfrm>
                <a:off x="5281702" y="377456"/>
                <a:ext cx="98640" cy="11880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D4B41D82-9FD1-3B1F-5991-0BD2B67B89FF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5273062" y="368456"/>
                  <a:ext cx="1162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50FE8981-653A-4E4E-F777-A719118F824C}"/>
                    </a:ext>
                  </a:extLst>
                </p14:cNvPr>
                <p14:cNvContentPartPr/>
                <p14:nvPr/>
              </p14:nvContentPartPr>
              <p14:xfrm>
                <a:off x="5252182" y="295376"/>
                <a:ext cx="1440" cy="25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50FE8981-653A-4E4E-F777-A719118F824C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5243542" y="286736"/>
                  <a:ext cx="1908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C1260974-24B1-6E33-5B9D-B9C4BFA4805C}"/>
              </a:ext>
            </a:extLst>
          </p:cNvPr>
          <p:cNvGrpSpPr/>
          <p:nvPr/>
        </p:nvGrpSpPr>
        <p:grpSpPr>
          <a:xfrm>
            <a:off x="6321022" y="1150376"/>
            <a:ext cx="1256040" cy="689400"/>
            <a:chOff x="6321022" y="1150376"/>
            <a:chExt cx="1256040" cy="68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4D4CB1F4-D950-5196-7CC1-DA31B5558BFE}"/>
                    </a:ext>
                  </a:extLst>
                </p14:cNvPr>
                <p14:cNvContentPartPr/>
                <p14:nvPr/>
              </p14:nvContentPartPr>
              <p14:xfrm>
                <a:off x="7108342" y="1150376"/>
                <a:ext cx="439200" cy="2484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4D4CB1F4-D950-5196-7CC1-DA31B5558BFE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7099702" y="1141736"/>
                  <a:ext cx="4568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D14E458C-C823-0BB9-72F5-7FD0333E434C}"/>
                    </a:ext>
                  </a:extLst>
                </p14:cNvPr>
                <p14:cNvContentPartPr/>
                <p14:nvPr/>
              </p14:nvContentPartPr>
              <p14:xfrm>
                <a:off x="6321022" y="1413896"/>
                <a:ext cx="44280" cy="18540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D14E458C-C823-0BB9-72F5-7FD0333E434C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6312022" y="1405256"/>
                  <a:ext cx="619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D5D6B315-0629-ED00-A80A-B812107C9653}"/>
                    </a:ext>
                  </a:extLst>
                </p14:cNvPr>
                <p14:cNvContentPartPr/>
                <p14:nvPr/>
              </p14:nvContentPartPr>
              <p14:xfrm>
                <a:off x="6475102" y="1429736"/>
                <a:ext cx="57240" cy="15444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D5D6B315-0629-ED00-A80A-B812107C9653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6466102" y="1421096"/>
                  <a:ext cx="748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698AC102-BE8A-7CB8-E6A9-F70EE83B11CE}"/>
                    </a:ext>
                  </a:extLst>
                </p14:cNvPr>
                <p14:cNvContentPartPr/>
                <p14:nvPr/>
              </p14:nvContentPartPr>
              <p14:xfrm>
                <a:off x="6459262" y="1520096"/>
                <a:ext cx="127800" cy="576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698AC102-BE8A-7CB8-E6A9-F70EE83B11CE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6450262" y="1511096"/>
                  <a:ext cx="145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0BB7C0BD-9F14-8FA4-9444-4E0FBDB41B2F}"/>
                    </a:ext>
                  </a:extLst>
                </p14:cNvPr>
                <p14:cNvContentPartPr/>
                <p14:nvPr/>
              </p14:nvContentPartPr>
              <p14:xfrm>
                <a:off x="6916822" y="1323536"/>
                <a:ext cx="122040" cy="871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0BB7C0BD-9F14-8FA4-9444-4E0FBDB41B2F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6908182" y="1314536"/>
                  <a:ext cx="1396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1F317BFE-DE91-0F80-3F83-54B2693E0818}"/>
                    </a:ext>
                  </a:extLst>
                </p14:cNvPr>
                <p14:cNvContentPartPr/>
                <p14:nvPr/>
              </p14:nvContentPartPr>
              <p14:xfrm>
                <a:off x="6794782" y="1482656"/>
                <a:ext cx="435600" cy="2340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1F317BFE-DE91-0F80-3F83-54B2693E0818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6785782" y="1474016"/>
                  <a:ext cx="4532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D0D818F2-CE0B-386C-0C66-9A425A8C842C}"/>
                    </a:ext>
                  </a:extLst>
                </p14:cNvPr>
                <p14:cNvContentPartPr/>
                <p14:nvPr/>
              </p14:nvContentPartPr>
              <p14:xfrm>
                <a:off x="6836902" y="1662296"/>
                <a:ext cx="73440" cy="1774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D0D818F2-CE0B-386C-0C66-9A425A8C842C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6827902" y="1653296"/>
                  <a:ext cx="910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59ABC7B9-3C21-2313-8BE9-E73FFD64D585}"/>
                    </a:ext>
                  </a:extLst>
                </p14:cNvPr>
                <p14:cNvContentPartPr/>
                <p14:nvPr/>
              </p14:nvContentPartPr>
              <p14:xfrm>
                <a:off x="6823942" y="1578776"/>
                <a:ext cx="2520" cy="576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59ABC7B9-3C21-2313-8BE9-E73FFD64D585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6814942" y="1569776"/>
                  <a:ext cx="20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3ADA663F-99D3-DF2B-3302-1569C526637C}"/>
                    </a:ext>
                  </a:extLst>
                </p14:cNvPr>
                <p14:cNvContentPartPr/>
                <p14:nvPr/>
              </p14:nvContentPartPr>
              <p14:xfrm>
                <a:off x="6974422" y="1603976"/>
                <a:ext cx="164880" cy="12384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3ADA663F-99D3-DF2B-3302-1569C526637C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6965422" y="1595336"/>
                  <a:ext cx="1825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7E2CC15B-265B-E30C-DE42-64C18DB6401D}"/>
                    </a:ext>
                  </a:extLst>
                </p14:cNvPr>
                <p14:cNvContentPartPr/>
                <p14:nvPr/>
              </p14:nvContentPartPr>
              <p14:xfrm>
                <a:off x="7146502" y="1708016"/>
                <a:ext cx="78120" cy="6264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7E2CC15B-265B-E30C-DE42-64C18DB6401D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7137862" y="1699376"/>
                  <a:ext cx="957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E068B817-49CB-1497-CB67-49F31829AAEF}"/>
                    </a:ext>
                  </a:extLst>
                </p14:cNvPr>
                <p14:cNvContentPartPr/>
                <p14:nvPr/>
              </p14:nvContentPartPr>
              <p14:xfrm>
                <a:off x="6681742" y="1345496"/>
                <a:ext cx="51840" cy="28008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E068B817-49CB-1497-CB67-49F31829AAEF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6673102" y="1336496"/>
                  <a:ext cx="694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B49B4ADD-7169-C47B-D8A4-D20CF5B99D06}"/>
                    </a:ext>
                  </a:extLst>
                </p14:cNvPr>
                <p14:cNvContentPartPr/>
                <p14:nvPr/>
              </p14:nvContentPartPr>
              <p14:xfrm>
                <a:off x="7251262" y="1344776"/>
                <a:ext cx="132120" cy="28872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B49B4ADD-7169-C47B-D8A4-D20CF5B99D06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7242262" y="1336136"/>
                  <a:ext cx="1497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9C751DA9-239C-15F4-D712-C9E81442F6B2}"/>
                    </a:ext>
                  </a:extLst>
                </p14:cNvPr>
                <p14:cNvContentPartPr/>
                <p14:nvPr/>
              </p14:nvContentPartPr>
              <p14:xfrm>
                <a:off x="7325782" y="1234976"/>
                <a:ext cx="111600" cy="7956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9C751DA9-239C-15F4-D712-C9E81442F6B2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7316782" y="1226336"/>
                  <a:ext cx="1292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17D2B88B-1F47-9E27-6E4A-0D8A3A5982C3}"/>
                    </a:ext>
                  </a:extLst>
                </p14:cNvPr>
                <p14:cNvContentPartPr/>
                <p14:nvPr/>
              </p14:nvContentPartPr>
              <p14:xfrm>
                <a:off x="7459702" y="1244336"/>
                <a:ext cx="117360" cy="7596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17D2B88B-1F47-9E27-6E4A-0D8A3A5982C3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7450702" y="1235336"/>
                  <a:ext cx="135000" cy="9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2">
            <p14:nvContentPartPr>
              <p14:cNvPr id="347" name="Ink 346">
                <a:extLst>
                  <a:ext uri="{FF2B5EF4-FFF2-40B4-BE49-F238E27FC236}">
                    <a16:creationId xmlns:a16="http://schemas.microsoft.com/office/drawing/2014/main" id="{95D2F975-4AB3-AC9B-3392-1A05DE964B24}"/>
                  </a:ext>
                </a:extLst>
              </p14:cNvPr>
              <p14:cNvContentPartPr/>
              <p14:nvPr/>
            </p14:nvContentPartPr>
            <p14:xfrm>
              <a:off x="8006182" y="1044176"/>
              <a:ext cx="536760" cy="143640"/>
            </p14:xfrm>
          </p:contentPart>
        </mc:Choice>
        <mc:Fallback xmlns="">
          <p:pic>
            <p:nvPicPr>
              <p:cNvPr id="347" name="Ink 346">
                <a:extLst>
                  <a:ext uri="{FF2B5EF4-FFF2-40B4-BE49-F238E27FC236}">
                    <a16:creationId xmlns:a16="http://schemas.microsoft.com/office/drawing/2014/main" id="{95D2F975-4AB3-AC9B-3392-1A05DE964B24}"/>
                  </a:ext>
                </a:extLst>
              </p:cNvPr>
              <p:cNvPicPr/>
              <p:nvPr/>
            </p:nvPicPr>
            <p:blipFill>
              <a:blip r:embed="rId543"/>
              <a:stretch>
                <a:fillRect/>
              </a:stretch>
            </p:blipFill>
            <p:spPr>
              <a:xfrm>
                <a:off x="7997182" y="1035176"/>
                <a:ext cx="554400" cy="16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79" name="Group 378">
            <a:extLst>
              <a:ext uri="{FF2B5EF4-FFF2-40B4-BE49-F238E27FC236}">
                <a16:creationId xmlns:a16="http://schemas.microsoft.com/office/drawing/2014/main" id="{6D6DAB55-80E2-5242-8B91-D92BF85166D4}"/>
              </a:ext>
            </a:extLst>
          </p:cNvPr>
          <p:cNvGrpSpPr/>
          <p:nvPr/>
        </p:nvGrpSpPr>
        <p:grpSpPr>
          <a:xfrm>
            <a:off x="8855422" y="582296"/>
            <a:ext cx="2599200" cy="908640"/>
            <a:chOff x="8855422" y="582296"/>
            <a:chExt cx="2599200" cy="90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04D21D22-6759-FE83-C1D6-D3E26E49738A}"/>
                    </a:ext>
                  </a:extLst>
                </p14:cNvPr>
                <p14:cNvContentPartPr/>
                <p14:nvPr/>
              </p14:nvContentPartPr>
              <p14:xfrm>
                <a:off x="8855422" y="848696"/>
                <a:ext cx="135720" cy="33804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04D21D22-6759-FE83-C1D6-D3E26E49738A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8846422" y="839696"/>
                  <a:ext cx="15336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0C9F5A79-D1E8-10D3-5464-6CB81759A34A}"/>
                    </a:ext>
                  </a:extLst>
                </p14:cNvPr>
                <p14:cNvContentPartPr/>
                <p14:nvPr/>
              </p14:nvContentPartPr>
              <p14:xfrm>
                <a:off x="8873062" y="1067936"/>
                <a:ext cx="122400" cy="1692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0C9F5A79-D1E8-10D3-5464-6CB81759A34A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8864062" y="1059296"/>
                  <a:ext cx="1400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60555225-74AD-006A-E46F-384B513BBA73}"/>
                    </a:ext>
                  </a:extLst>
                </p14:cNvPr>
                <p14:cNvContentPartPr/>
                <p14:nvPr/>
              </p14:nvContentPartPr>
              <p14:xfrm>
                <a:off x="9010942" y="1041656"/>
                <a:ext cx="24840" cy="3456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60555225-74AD-006A-E46F-384B513BBA73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9001942" y="1033016"/>
                  <a:ext cx="424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068DC2BE-22C9-3752-27AF-C1110D8C1AAB}"/>
                    </a:ext>
                  </a:extLst>
                </p14:cNvPr>
                <p14:cNvContentPartPr/>
                <p14:nvPr/>
              </p14:nvContentPartPr>
              <p14:xfrm>
                <a:off x="8983942" y="919616"/>
                <a:ext cx="5760" cy="2232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068DC2BE-22C9-3752-27AF-C1110D8C1AAB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8975302" y="910976"/>
                  <a:ext cx="234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756A8E78-5F19-5A64-5CEC-9AD1B7CDDF4E}"/>
                    </a:ext>
                  </a:extLst>
                </p14:cNvPr>
                <p14:cNvContentPartPr/>
                <p14:nvPr/>
              </p14:nvContentPartPr>
              <p14:xfrm>
                <a:off x="9058822" y="1016096"/>
                <a:ext cx="126720" cy="4680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756A8E78-5F19-5A64-5CEC-9AD1B7CDDF4E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9049822" y="1007096"/>
                  <a:ext cx="1443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0B5953D8-8AFC-5FA4-3E40-B4B5B9A52081}"/>
                    </a:ext>
                  </a:extLst>
                </p14:cNvPr>
                <p14:cNvContentPartPr/>
                <p14:nvPr/>
              </p14:nvContentPartPr>
              <p14:xfrm>
                <a:off x="9292822" y="836816"/>
                <a:ext cx="102960" cy="23796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0B5953D8-8AFC-5FA4-3E40-B4B5B9A52081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9283822" y="828176"/>
                  <a:ext cx="1206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59C78044-B137-DBB2-96B5-C89A8B56DB7E}"/>
                    </a:ext>
                  </a:extLst>
                </p14:cNvPr>
                <p14:cNvContentPartPr/>
                <p14:nvPr/>
              </p14:nvContentPartPr>
              <p14:xfrm>
                <a:off x="9628702" y="898376"/>
                <a:ext cx="113760" cy="21456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59C78044-B137-DBB2-96B5-C89A8B56DB7E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9619702" y="889376"/>
                  <a:ext cx="1314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4787EC4E-1347-B97C-9D61-A9C3E2A4660E}"/>
                    </a:ext>
                  </a:extLst>
                </p14:cNvPr>
                <p14:cNvContentPartPr/>
                <p14:nvPr/>
              </p14:nvContentPartPr>
              <p14:xfrm>
                <a:off x="9780262" y="918536"/>
                <a:ext cx="113400" cy="7056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4787EC4E-1347-B97C-9D61-A9C3E2A4660E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9771622" y="909536"/>
                  <a:ext cx="1310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F32666A4-118E-18E0-A0D4-491B51EE134A}"/>
                    </a:ext>
                  </a:extLst>
                </p14:cNvPr>
                <p14:cNvContentPartPr/>
                <p14:nvPr/>
              </p14:nvContentPartPr>
              <p14:xfrm>
                <a:off x="9903022" y="736016"/>
                <a:ext cx="312480" cy="24228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F32666A4-118E-18E0-A0D4-491B51EE134A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9894382" y="727016"/>
                  <a:ext cx="3301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96F9C8A2-0A4D-CBAF-6294-B3DAF9CF79DE}"/>
                    </a:ext>
                  </a:extLst>
                </p14:cNvPr>
                <p14:cNvContentPartPr/>
                <p14:nvPr/>
              </p14:nvContentPartPr>
              <p14:xfrm>
                <a:off x="10247542" y="827456"/>
                <a:ext cx="124920" cy="16128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96F9C8A2-0A4D-CBAF-6294-B3DAF9CF79DE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0238542" y="818816"/>
                  <a:ext cx="1425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4BBBD90E-4C09-6CED-0877-0964638C2AF3}"/>
                    </a:ext>
                  </a:extLst>
                </p14:cNvPr>
                <p14:cNvContentPartPr/>
                <p14:nvPr/>
              </p14:nvContentPartPr>
              <p14:xfrm>
                <a:off x="10631302" y="807296"/>
                <a:ext cx="123480" cy="8172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4BBBD90E-4C09-6CED-0877-0964638C2AF3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0622662" y="798656"/>
                  <a:ext cx="1411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646E3FDC-C22F-E277-7769-E1377698FDEA}"/>
                    </a:ext>
                  </a:extLst>
                </p14:cNvPr>
                <p14:cNvContentPartPr/>
                <p14:nvPr/>
              </p14:nvContentPartPr>
              <p14:xfrm>
                <a:off x="10737862" y="638096"/>
                <a:ext cx="219600" cy="34956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646E3FDC-C22F-E277-7769-E1377698FDEA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0729222" y="629456"/>
                  <a:ext cx="23724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FF8E6822-DFD5-1226-CC35-7C6B90BC6100}"/>
                    </a:ext>
                  </a:extLst>
                </p14:cNvPr>
                <p14:cNvContentPartPr/>
                <p14:nvPr/>
              </p14:nvContentPartPr>
              <p14:xfrm>
                <a:off x="10866382" y="871736"/>
                <a:ext cx="21240" cy="252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FF8E6822-DFD5-1226-CC35-7C6B90BC6100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0857742" y="862736"/>
                  <a:ext cx="388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F549DCE1-3076-4683-7884-A641E8045488}"/>
                    </a:ext>
                  </a:extLst>
                </p14:cNvPr>
                <p14:cNvContentPartPr/>
                <p14:nvPr/>
              </p14:nvContentPartPr>
              <p14:xfrm>
                <a:off x="10972582" y="658976"/>
                <a:ext cx="129600" cy="19800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F549DCE1-3076-4683-7884-A641E8045488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10963942" y="650336"/>
                  <a:ext cx="1472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DEE62E92-53B5-9D09-7ABE-363ECCECA661}"/>
                    </a:ext>
                  </a:extLst>
                </p14:cNvPr>
                <p14:cNvContentPartPr/>
                <p14:nvPr/>
              </p14:nvContentPartPr>
              <p14:xfrm>
                <a:off x="10983382" y="611456"/>
                <a:ext cx="345600" cy="21240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DEE62E92-53B5-9D09-7ABE-363ECCECA661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10974382" y="602816"/>
                  <a:ext cx="3632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C5C1F8FA-9E43-8D5F-00CE-26FB3CAAB4EE}"/>
                    </a:ext>
                  </a:extLst>
                </p14:cNvPr>
                <p14:cNvContentPartPr/>
                <p14:nvPr/>
              </p14:nvContentPartPr>
              <p14:xfrm>
                <a:off x="11318182" y="706856"/>
                <a:ext cx="45720" cy="8928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C5C1F8FA-9E43-8D5F-00CE-26FB3CAAB4EE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11309182" y="698216"/>
                  <a:ext cx="633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81B4EE9E-A21A-D109-0AF6-68EC3B00714F}"/>
                    </a:ext>
                  </a:extLst>
                </p14:cNvPr>
                <p14:cNvContentPartPr/>
                <p14:nvPr/>
              </p14:nvContentPartPr>
              <p14:xfrm>
                <a:off x="11265982" y="582296"/>
                <a:ext cx="10080" cy="288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81B4EE9E-A21A-D109-0AF6-68EC3B00714F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1256982" y="573296"/>
                  <a:ext cx="277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185174C6-3548-9432-8AD2-3FA4E792F601}"/>
                    </a:ext>
                  </a:extLst>
                </p14:cNvPr>
                <p14:cNvContentPartPr/>
                <p14:nvPr/>
              </p14:nvContentPartPr>
              <p14:xfrm>
                <a:off x="11375062" y="658976"/>
                <a:ext cx="79560" cy="14868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185174C6-3548-9432-8AD2-3FA4E792F601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11366422" y="650336"/>
                  <a:ext cx="972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1CA529C3-D44C-E258-4ADA-ECE9DF38CFF5}"/>
                    </a:ext>
                  </a:extLst>
                </p14:cNvPr>
                <p14:cNvContentPartPr/>
                <p14:nvPr/>
              </p14:nvContentPartPr>
              <p14:xfrm>
                <a:off x="9530422" y="1175216"/>
                <a:ext cx="181800" cy="31572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1CA529C3-D44C-E258-4ADA-ECE9DF38CFF5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9521422" y="1166216"/>
                  <a:ext cx="19944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116E8546-4014-FFDE-1C26-87233BCA1747}"/>
                    </a:ext>
                  </a:extLst>
                </p14:cNvPr>
                <p14:cNvContentPartPr/>
                <p14:nvPr/>
              </p14:nvContentPartPr>
              <p14:xfrm>
                <a:off x="9579022" y="1376816"/>
                <a:ext cx="118080" cy="504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116E8546-4014-FFDE-1C26-87233BCA1747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9570382" y="1367816"/>
                  <a:ext cx="1357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66A287A4-5B42-3E11-4657-BEDF4D32F6B0}"/>
                    </a:ext>
                  </a:extLst>
                </p14:cNvPr>
                <p14:cNvContentPartPr/>
                <p14:nvPr/>
              </p14:nvContentPartPr>
              <p14:xfrm>
                <a:off x="9701062" y="1323536"/>
                <a:ext cx="183600" cy="4896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66A287A4-5B42-3E11-4657-BEDF4D32F6B0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9692422" y="1314896"/>
                  <a:ext cx="2012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233BAB8A-B138-F2FA-7D53-403622A0EEBE}"/>
                    </a:ext>
                  </a:extLst>
                </p14:cNvPr>
                <p14:cNvContentPartPr/>
                <p14:nvPr/>
              </p14:nvContentPartPr>
              <p14:xfrm>
                <a:off x="9893302" y="1304456"/>
                <a:ext cx="135360" cy="5616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233BAB8A-B138-F2FA-7D53-403622A0EEBE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9884662" y="1295816"/>
                  <a:ext cx="1530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18E578FF-68DB-5511-3F55-CF9E1509A7F1}"/>
                    </a:ext>
                  </a:extLst>
                </p14:cNvPr>
                <p14:cNvContentPartPr/>
                <p14:nvPr/>
              </p14:nvContentPartPr>
              <p14:xfrm>
                <a:off x="10058542" y="1265216"/>
                <a:ext cx="118080" cy="7956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18E578FF-68DB-5511-3F55-CF9E1509A7F1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10049542" y="1256216"/>
                  <a:ext cx="1357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B270A488-4104-858A-7A6C-1F7A3170ED18}"/>
                    </a:ext>
                  </a:extLst>
                </p14:cNvPr>
                <p14:cNvContentPartPr/>
                <p14:nvPr/>
              </p14:nvContentPartPr>
              <p14:xfrm>
                <a:off x="10116862" y="1132016"/>
                <a:ext cx="210960" cy="18864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B270A488-4104-858A-7A6C-1F7A3170ED18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10107862" y="1123376"/>
                  <a:ext cx="2286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50CEAD03-5F6D-0311-720A-BF460E50DF11}"/>
                    </a:ext>
                  </a:extLst>
                </p14:cNvPr>
                <p14:cNvContentPartPr/>
                <p14:nvPr/>
              </p14:nvContentPartPr>
              <p14:xfrm>
                <a:off x="10255102" y="1148216"/>
                <a:ext cx="360" cy="2484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50CEAD03-5F6D-0311-720A-BF460E50DF11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10246102" y="1139576"/>
                  <a:ext cx="180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78DD0977-4BCF-CB7D-E71D-2E1C20CFD6BC}"/>
                    </a:ext>
                  </a:extLst>
                </p14:cNvPr>
                <p14:cNvContentPartPr/>
                <p14:nvPr/>
              </p14:nvContentPartPr>
              <p14:xfrm>
                <a:off x="10387942" y="1222736"/>
                <a:ext cx="112680" cy="6948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78DD0977-4BCF-CB7D-E71D-2E1C20CFD6BC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10379302" y="1213736"/>
                  <a:ext cx="1303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043C6196-8BC6-6692-7419-B3F602C20DB5}"/>
                    </a:ext>
                  </a:extLst>
                </p14:cNvPr>
                <p14:cNvContentPartPr/>
                <p14:nvPr/>
              </p14:nvContentPartPr>
              <p14:xfrm>
                <a:off x="10499542" y="1222736"/>
                <a:ext cx="306720" cy="6588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043C6196-8BC6-6692-7419-B3F602C20DB5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10490542" y="1213736"/>
                  <a:ext cx="32436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0" name="Group 399">
            <a:extLst>
              <a:ext uri="{FF2B5EF4-FFF2-40B4-BE49-F238E27FC236}">
                <a16:creationId xmlns:a16="http://schemas.microsoft.com/office/drawing/2014/main" id="{C558EE62-A138-2033-E6BC-A47A102996E3}"/>
              </a:ext>
            </a:extLst>
          </p:cNvPr>
          <p:cNvGrpSpPr/>
          <p:nvPr/>
        </p:nvGrpSpPr>
        <p:grpSpPr>
          <a:xfrm>
            <a:off x="10440862" y="1395896"/>
            <a:ext cx="1361520" cy="780120"/>
            <a:chOff x="10440862" y="1395896"/>
            <a:chExt cx="1361520" cy="78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A3471DAC-3013-6D47-F5D4-ED08F21C5276}"/>
                    </a:ext>
                  </a:extLst>
                </p14:cNvPr>
                <p14:cNvContentPartPr/>
                <p14:nvPr/>
              </p14:nvContentPartPr>
              <p14:xfrm>
                <a:off x="10578382" y="1395896"/>
                <a:ext cx="205920" cy="21060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A3471DAC-3013-6D47-F5D4-ED08F21C5276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10569742" y="1387256"/>
                  <a:ext cx="2235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C174B000-F13D-E014-20F8-69A87B609F30}"/>
                    </a:ext>
                  </a:extLst>
                </p14:cNvPr>
                <p14:cNvContentPartPr/>
                <p14:nvPr/>
              </p14:nvContentPartPr>
              <p14:xfrm>
                <a:off x="10440862" y="1749056"/>
                <a:ext cx="111600" cy="18720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C174B000-F13D-E014-20F8-69A87B609F30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10432222" y="1740056"/>
                  <a:ext cx="1292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45A0C6E8-026C-5BE8-4A6B-53D5A5E92C6B}"/>
                    </a:ext>
                  </a:extLst>
                </p14:cNvPr>
                <p14:cNvContentPartPr/>
                <p14:nvPr/>
              </p14:nvContentPartPr>
              <p14:xfrm>
                <a:off x="10629862" y="1796576"/>
                <a:ext cx="28440" cy="5724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45A0C6E8-026C-5BE8-4A6B-53D5A5E92C6B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10621222" y="1787936"/>
                  <a:ext cx="460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991829BC-83F4-7209-DA67-ACB4BBD191ED}"/>
                    </a:ext>
                  </a:extLst>
                </p14:cNvPr>
                <p14:cNvContentPartPr/>
                <p14:nvPr/>
              </p14:nvContentPartPr>
              <p14:xfrm>
                <a:off x="10589902" y="1679936"/>
                <a:ext cx="24120" cy="3096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991829BC-83F4-7209-DA67-ACB4BBD191ED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10580902" y="1670936"/>
                  <a:ext cx="417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095CB72E-F718-25BB-41E2-DD68F30D88DC}"/>
                    </a:ext>
                  </a:extLst>
                </p14:cNvPr>
                <p14:cNvContentPartPr/>
                <p14:nvPr/>
              </p14:nvContentPartPr>
              <p14:xfrm>
                <a:off x="10746862" y="1766336"/>
                <a:ext cx="110160" cy="8316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095CB72E-F718-25BB-41E2-DD68F30D88DC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10738222" y="1757696"/>
                  <a:ext cx="1278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2A637588-7878-D3D2-E965-597F3ADD4974}"/>
                    </a:ext>
                  </a:extLst>
                </p14:cNvPr>
                <p14:cNvContentPartPr/>
                <p14:nvPr/>
              </p14:nvContentPartPr>
              <p14:xfrm>
                <a:off x="10813102" y="1637096"/>
                <a:ext cx="69840" cy="20268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2A637588-7878-D3D2-E965-597F3ADD4974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10804462" y="1628456"/>
                  <a:ext cx="874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7920C9AD-4DE8-EF66-1214-A866AD11D82D}"/>
                    </a:ext>
                  </a:extLst>
                </p14:cNvPr>
                <p14:cNvContentPartPr/>
                <p14:nvPr/>
              </p14:nvContentPartPr>
              <p14:xfrm>
                <a:off x="10881502" y="1743656"/>
                <a:ext cx="83880" cy="9180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7920C9AD-4DE8-EF66-1214-A866AD11D82D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10872502" y="1734656"/>
                  <a:ext cx="1015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E0719FF3-A405-3506-1FEF-80824BD9E9BD}"/>
                    </a:ext>
                  </a:extLst>
                </p14:cNvPr>
                <p14:cNvContentPartPr/>
                <p14:nvPr/>
              </p14:nvContentPartPr>
              <p14:xfrm>
                <a:off x="11125222" y="1691816"/>
                <a:ext cx="110520" cy="22392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E0719FF3-A405-3506-1FEF-80824BD9E9BD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11116582" y="1683176"/>
                  <a:ext cx="1281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14DDD8D8-C1BC-DF7C-558E-9072AB9B6133}"/>
                    </a:ext>
                  </a:extLst>
                </p14:cNvPr>
                <p14:cNvContentPartPr/>
                <p14:nvPr/>
              </p14:nvContentPartPr>
              <p14:xfrm>
                <a:off x="11281102" y="1680656"/>
                <a:ext cx="62640" cy="8964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14DDD8D8-C1BC-DF7C-558E-9072AB9B6133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11272462" y="1672016"/>
                  <a:ext cx="802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ADADF04E-0663-F463-26EB-049BB8543025}"/>
                    </a:ext>
                  </a:extLst>
                </p14:cNvPr>
                <p14:cNvContentPartPr/>
                <p14:nvPr/>
              </p14:nvContentPartPr>
              <p14:xfrm>
                <a:off x="11370382" y="1550696"/>
                <a:ext cx="198360" cy="24660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ADADF04E-0663-F463-26EB-049BB8543025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11361382" y="1541696"/>
                  <a:ext cx="2160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44F0CA2F-0EED-6682-0B3B-00C2B47D4767}"/>
                    </a:ext>
                  </a:extLst>
                </p14:cNvPr>
                <p14:cNvContentPartPr/>
                <p14:nvPr/>
              </p14:nvContentPartPr>
              <p14:xfrm>
                <a:off x="11592142" y="1621976"/>
                <a:ext cx="72000" cy="14508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44F0CA2F-0EED-6682-0B3B-00C2B47D4767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11583142" y="1612976"/>
                  <a:ext cx="896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CD97723D-42C9-1A09-F4CA-920EC905F35D}"/>
                    </a:ext>
                  </a:extLst>
                </p14:cNvPr>
                <p14:cNvContentPartPr/>
                <p14:nvPr/>
              </p14:nvContentPartPr>
              <p14:xfrm>
                <a:off x="11132062" y="2120936"/>
                <a:ext cx="14760" cy="2628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CD97723D-42C9-1A09-F4CA-920EC905F35D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11123422" y="2112296"/>
                  <a:ext cx="324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9C278B96-9914-F22E-7D77-5B14FC9D45CE}"/>
                    </a:ext>
                  </a:extLst>
                </p14:cNvPr>
                <p14:cNvContentPartPr/>
                <p14:nvPr/>
              </p14:nvContentPartPr>
              <p14:xfrm>
                <a:off x="11062942" y="1997456"/>
                <a:ext cx="15480" cy="2016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9C278B96-9914-F22E-7D77-5B14FC9D45CE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11054302" y="1988816"/>
                  <a:ext cx="331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F5754A02-3B08-3E14-5C00-35107B715B0F}"/>
                    </a:ext>
                  </a:extLst>
                </p14:cNvPr>
                <p14:cNvContentPartPr/>
                <p14:nvPr/>
              </p14:nvContentPartPr>
              <p14:xfrm>
                <a:off x="11174542" y="2083856"/>
                <a:ext cx="126720" cy="6012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F5754A02-3B08-3E14-5C00-35107B715B0F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11165902" y="2074856"/>
                  <a:ext cx="1443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44DA7FA6-346A-E87B-F824-40BD0199123A}"/>
                    </a:ext>
                  </a:extLst>
                </p14:cNvPr>
                <p14:cNvContentPartPr/>
                <p14:nvPr/>
              </p14:nvContentPartPr>
              <p14:xfrm>
                <a:off x="11429422" y="1902776"/>
                <a:ext cx="208440" cy="22896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44DA7FA6-346A-E87B-F824-40BD0199123A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11420782" y="1894136"/>
                  <a:ext cx="2260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233D3A2C-51F8-C975-DB31-92C8B0B45442}"/>
                    </a:ext>
                  </a:extLst>
                </p14:cNvPr>
                <p14:cNvContentPartPr/>
                <p14:nvPr/>
              </p14:nvContentPartPr>
              <p14:xfrm>
                <a:off x="11634982" y="1865696"/>
                <a:ext cx="76680" cy="31032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233D3A2C-51F8-C975-DB31-92C8B0B45442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11625982" y="1857056"/>
                  <a:ext cx="9432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E3E4D56F-5DE8-A147-8927-6A13E79CC97F}"/>
                    </a:ext>
                  </a:extLst>
                </p14:cNvPr>
                <p14:cNvContentPartPr/>
                <p14:nvPr/>
              </p14:nvContentPartPr>
              <p14:xfrm>
                <a:off x="11623102" y="2058296"/>
                <a:ext cx="83520" cy="972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E3E4D56F-5DE8-A147-8927-6A13E79CC97F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11614462" y="2049656"/>
                  <a:ext cx="1011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97367720-C4E4-ADF1-D9FE-E3941B8F1258}"/>
                    </a:ext>
                  </a:extLst>
                </p14:cNvPr>
                <p14:cNvContentPartPr/>
                <p14:nvPr/>
              </p14:nvContentPartPr>
              <p14:xfrm>
                <a:off x="11738302" y="1849856"/>
                <a:ext cx="64080" cy="21420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97367720-C4E4-ADF1-D9FE-E3941B8F1258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11729302" y="1841216"/>
                  <a:ext cx="817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772CCB5A-3B3C-FB96-7D0E-20EA04FCB319}"/>
                    </a:ext>
                  </a:extLst>
                </p14:cNvPr>
                <p14:cNvContentPartPr/>
                <p14:nvPr/>
              </p14:nvContentPartPr>
              <p14:xfrm>
                <a:off x="11744062" y="1965776"/>
                <a:ext cx="47520" cy="1368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772CCB5A-3B3C-FB96-7D0E-20EA04FCB319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11735062" y="1956776"/>
                  <a:ext cx="6516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D9904A6A-79E6-5F8C-0A0F-FFE58AE50A6A}"/>
              </a:ext>
            </a:extLst>
          </p:cNvPr>
          <p:cNvGrpSpPr/>
          <p:nvPr/>
        </p:nvGrpSpPr>
        <p:grpSpPr>
          <a:xfrm>
            <a:off x="10887622" y="2317856"/>
            <a:ext cx="484200" cy="280440"/>
            <a:chOff x="10887622" y="2317856"/>
            <a:chExt cx="48420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4F7405C9-0834-FFF8-9362-94F4453D9485}"/>
                    </a:ext>
                  </a:extLst>
                </p14:cNvPr>
                <p14:cNvContentPartPr/>
                <p14:nvPr/>
              </p14:nvContentPartPr>
              <p14:xfrm>
                <a:off x="10887622" y="2343416"/>
                <a:ext cx="172800" cy="19332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4F7405C9-0834-FFF8-9362-94F4453D9485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10878622" y="2334776"/>
                  <a:ext cx="1904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100BEF2D-C7F6-54BE-2242-589391857A0B}"/>
                    </a:ext>
                  </a:extLst>
                </p14:cNvPr>
                <p14:cNvContentPartPr/>
                <p14:nvPr/>
              </p14:nvContentPartPr>
              <p14:xfrm>
                <a:off x="11076622" y="2470856"/>
                <a:ext cx="56880" cy="4788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100BEF2D-C7F6-54BE-2242-589391857A0B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11067622" y="2461856"/>
                  <a:ext cx="745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D43D1A56-A555-43ED-2DB3-D6EF41501A8D}"/>
                    </a:ext>
                  </a:extLst>
                </p14:cNvPr>
                <p14:cNvContentPartPr/>
                <p14:nvPr/>
              </p14:nvContentPartPr>
              <p14:xfrm>
                <a:off x="11164102" y="2317856"/>
                <a:ext cx="73800" cy="18144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D43D1A56-A555-43ED-2DB3-D6EF41501A8D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11155102" y="2308856"/>
                  <a:ext cx="914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E6FA1B3D-815E-8EC0-7547-241157F9D644}"/>
                    </a:ext>
                  </a:extLst>
                </p14:cNvPr>
                <p14:cNvContentPartPr/>
                <p14:nvPr/>
              </p14:nvContentPartPr>
              <p14:xfrm>
                <a:off x="11289742" y="2325056"/>
                <a:ext cx="82080" cy="27324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E6FA1B3D-815E-8EC0-7547-241157F9D644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11281102" y="2316056"/>
                  <a:ext cx="9972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F964609B-DBB8-3FD7-959B-14773859D728}"/>
                    </a:ext>
                  </a:extLst>
                </p14:cNvPr>
                <p14:cNvContentPartPr/>
                <p14:nvPr/>
              </p14:nvContentPartPr>
              <p14:xfrm>
                <a:off x="11280742" y="2504696"/>
                <a:ext cx="64080" cy="1548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F964609B-DBB8-3FD7-959B-14773859D728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11272102" y="2495696"/>
                  <a:ext cx="8172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6" name="Group 415">
            <a:extLst>
              <a:ext uri="{FF2B5EF4-FFF2-40B4-BE49-F238E27FC236}">
                <a16:creationId xmlns:a16="http://schemas.microsoft.com/office/drawing/2014/main" id="{1C181DAC-20CC-3590-EB00-040F2FFC512D}"/>
              </a:ext>
            </a:extLst>
          </p:cNvPr>
          <p:cNvGrpSpPr/>
          <p:nvPr/>
        </p:nvGrpSpPr>
        <p:grpSpPr>
          <a:xfrm>
            <a:off x="11535262" y="2268896"/>
            <a:ext cx="208800" cy="254880"/>
            <a:chOff x="11535262" y="2268896"/>
            <a:chExt cx="208800" cy="25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EC4C1BF0-2479-9982-4AF5-5E8D5625D9C7}"/>
                    </a:ext>
                  </a:extLst>
                </p14:cNvPr>
                <p14:cNvContentPartPr/>
                <p14:nvPr/>
              </p14:nvContentPartPr>
              <p14:xfrm>
                <a:off x="11535262" y="2407136"/>
                <a:ext cx="86760" cy="6732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EC4C1BF0-2479-9982-4AF5-5E8D5625D9C7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11526262" y="2398136"/>
                  <a:ext cx="1044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A28AF3CE-CA00-509F-A739-3EF8916B97AB}"/>
                    </a:ext>
                  </a:extLst>
                </p14:cNvPr>
                <p14:cNvContentPartPr/>
                <p14:nvPr/>
              </p14:nvContentPartPr>
              <p14:xfrm>
                <a:off x="11660902" y="2268896"/>
                <a:ext cx="63360" cy="25488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A28AF3CE-CA00-509F-A739-3EF8916B97AB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11651902" y="2260256"/>
                  <a:ext cx="8100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91ECBEA7-B119-DDF7-ECA9-0D76F62183BA}"/>
                    </a:ext>
                  </a:extLst>
                </p14:cNvPr>
                <p14:cNvContentPartPr/>
                <p14:nvPr/>
              </p14:nvContentPartPr>
              <p14:xfrm>
                <a:off x="11664502" y="2432336"/>
                <a:ext cx="79560" cy="504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91ECBEA7-B119-DDF7-ECA9-0D76F62183BA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11655502" y="2423336"/>
                  <a:ext cx="9720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45D879B4-1F92-EB07-F342-DE73A965FD89}"/>
              </a:ext>
            </a:extLst>
          </p:cNvPr>
          <p:cNvGrpSpPr/>
          <p:nvPr/>
        </p:nvGrpSpPr>
        <p:grpSpPr>
          <a:xfrm>
            <a:off x="10895182" y="2684696"/>
            <a:ext cx="891360" cy="260280"/>
            <a:chOff x="10895182" y="2684696"/>
            <a:chExt cx="891360" cy="26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6E01A77B-FC83-38B2-28C2-34A8D6297B4D}"/>
                    </a:ext>
                  </a:extLst>
                </p14:cNvPr>
                <p14:cNvContentPartPr/>
                <p14:nvPr/>
              </p14:nvContentPartPr>
              <p14:xfrm>
                <a:off x="10895182" y="2775056"/>
                <a:ext cx="108360" cy="13968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6E01A77B-FC83-38B2-28C2-34A8D6297B4D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10886542" y="2766056"/>
                  <a:ext cx="1260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F5795B87-CA31-470D-9BEA-508246F9CC96}"/>
                    </a:ext>
                  </a:extLst>
                </p14:cNvPr>
                <p14:cNvContentPartPr/>
                <p14:nvPr/>
              </p14:nvContentPartPr>
              <p14:xfrm>
                <a:off x="11047822" y="2822936"/>
                <a:ext cx="58320" cy="1476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F5795B87-CA31-470D-9BEA-508246F9CC96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11038822" y="2813936"/>
                  <a:ext cx="759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CA389417-52EB-8D01-ED64-C0657C79EDE2}"/>
                    </a:ext>
                  </a:extLst>
                </p14:cNvPr>
                <p14:cNvContentPartPr/>
                <p14:nvPr/>
              </p14:nvContentPartPr>
              <p14:xfrm>
                <a:off x="11185702" y="2757056"/>
                <a:ext cx="68760" cy="18792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CA389417-52EB-8D01-ED64-C0657C79EDE2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11177062" y="2748416"/>
                  <a:ext cx="864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F20A3F71-EB60-1E5B-9B9A-56D486643772}"/>
                    </a:ext>
                  </a:extLst>
                </p14:cNvPr>
                <p14:cNvContentPartPr/>
                <p14:nvPr/>
              </p14:nvContentPartPr>
              <p14:xfrm>
                <a:off x="11281102" y="2684696"/>
                <a:ext cx="64440" cy="15408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F20A3F71-EB60-1E5B-9B9A-56D486643772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11272102" y="2675696"/>
                  <a:ext cx="820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87FDBA04-039A-83DC-294D-B75EB23ABD02}"/>
                    </a:ext>
                  </a:extLst>
                </p14:cNvPr>
                <p14:cNvContentPartPr/>
                <p14:nvPr/>
              </p14:nvContentPartPr>
              <p14:xfrm>
                <a:off x="11391622" y="2755976"/>
                <a:ext cx="113400" cy="7200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87FDBA04-039A-83DC-294D-B75EB23ABD02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11382982" y="2747336"/>
                  <a:ext cx="1310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6E18960E-1E17-0DCA-BC0C-07FD21D7E83F}"/>
                    </a:ext>
                  </a:extLst>
                </p14:cNvPr>
                <p14:cNvContentPartPr/>
                <p14:nvPr/>
              </p14:nvContentPartPr>
              <p14:xfrm>
                <a:off x="11509702" y="2711696"/>
                <a:ext cx="276840" cy="11160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6E18960E-1E17-0DCA-BC0C-07FD21D7E83F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11500702" y="2702696"/>
                  <a:ext cx="294480" cy="12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B1D9EDCB-C11E-D115-DFBB-671FA1F7A986}"/>
              </a:ext>
            </a:extLst>
          </p:cNvPr>
          <p:cNvGrpSpPr/>
          <p:nvPr/>
        </p:nvGrpSpPr>
        <p:grpSpPr>
          <a:xfrm>
            <a:off x="11276062" y="3036056"/>
            <a:ext cx="143640" cy="291240"/>
            <a:chOff x="11276062" y="3036056"/>
            <a:chExt cx="143640" cy="29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65E45989-C123-0D4C-C57A-A7426136C6E2}"/>
                    </a:ext>
                  </a:extLst>
                </p14:cNvPr>
                <p14:cNvContentPartPr/>
                <p14:nvPr/>
              </p14:nvContentPartPr>
              <p14:xfrm>
                <a:off x="11307382" y="3036056"/>
                <a:ext cx="69480" cy="26568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65E45989-C123-0D4C-C57A-A7426136C6E2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11298742" y="3027056"/>
                  <a:ext cx="871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85D725FE-D26D-3699-4C96-94DAD630CC90}"/>
                    </a:ext>
                  </a:extLst>
                </p14:cNvPr>
                <p14:cNvContentPartPr/>
                <p14:nvPr/>
              </p14:nvContentPartPr>
              <p14:xfrm>
                <a:off x="11276062" y="3200216"/>
                <a:ext cx="143640" cy="12708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85D725FE-D26D-3699-4C96-94DAD630CC90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11267062" y="3191576"/>
                  <a:ext cx="161280" cy="14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3" name="Group 432">
            <a:extLst>
              <a:ext uri="{FF2B5EF4-FFF2-40B4-BE49-F238E27FC236}">
                <a16:creationId xmlns:a16="http://schemas.microsoft.com/office/drawing/2014/main" id="{C034F7C0-0E62-1820-CB80-0FB881170D55}"/>
              </a:ext>
            </a:extLst>
          </p:cNvPr>
          <p:cNvGrpSpPr/>
          <p:nvPr/>
        </p:nvGrpSpPr>
        <p:grpSpPr>
          <a:xfrm>
            <a:off x="11020822" y="3423416"/>
            <a:ext cx="748800" cy="235440"/>
            <a:chOff x="11020822" y="3423416"/>
            <a:chExt cx="748800" cy="23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B152C2B0-C868-66CB-C9F4-483858CEFA97}"/>
                    </a:ext>
                  </a:extLst>
                </p14:cNvPr>
                <p14:cNvContentPartPr/>
                <p14:nvPr/>
              </p14:nvContentPartPr>
              <p14:xfrm>
                <a:off x="11020822" y="3585416"/>
                <a:ext cx="90720" cy="7200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B152C2B0-C868-66CB-C9F4-483858CEFA97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11011822" y="3576776"/>
                  <a:ext cx="1083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FC075207-3298-C9F1-7C32-4166A42E36DF}"/>
                    </a:ext>
                  </a:extLst>
                </p14:cNvPr>
                <p14:cNvContentPartPr/>
                <p14:nvPr/>
              </p14:nvContentPartPr>
              <p14:xfrm>
                <a:off x="11127742" y="3465896"/>
                <a:ext cx="128160" cy="19296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FC075207-3298-C9F1-7C32-4166A42E36DF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11119102" y="3457256"/>
                  <a:ext cx="1458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F92245FA-32DB-A88B-276C-F0550ED416F3}"/>
                    </a:ext>
                  </a:extLst>
                </p14:cNvPr>
                <p14:cNvContentPartPr/>
                <p14:nvPr/>
              </p14:nvContentPartPr>
              <p14:xfrm>
                <a:off x="11281102" y="3465896"/>
                <a:ext cx="34560" cy="16956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F92245FA-32DB-A88B-276C-F0550ED416F3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11272102" y="3457256"/>
                  <a:ext cx="522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BFF0815B-A6C7-5383-8E58-C0AB891EDEE4}"/>
                    </a:ext>
                  </a:extLst>
                </p14:cNvPr>
                <p14:cNvContentPartPr/>
                <p14:nvPr/>
              </p14:nvContentPartPr>
              <p14:xfrm>
                <a:off x="11199742" y="3540056"/>
                <a:ext cx="150840" cy="1692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BFF0815B-A6C7-5383-8E58-C0AB891EDEE4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11190742" y="3531056"/>
                  <a:ext cx="1684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C59C1237-6F4F-D514-415C-7B24B434C9E5}"/>
                    </a:ext>
                  </a:extLst>
                </p14:cNvPr>
                <p14:cNvContentPartPr/>
                <p14:nvPr/>
              </p14:nvContentPartPr>
              <p14:xfrm>
                <a:off x="11380462" y="3560576"/>
                <a:ext cx="145440" cy="6552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C59C1237-6F4F-D514-415C-7B24B434C9E5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11371462" y="3551936"/>
                  <a:ext cx="1630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3B1C9B97-CF6D-3F8C-4DFE-EBF135DF4299}"/>
                    </a:ext>
                  </a:extLst>
                </p14:cNvPr>
                <p14:cNvContentPartPr/>
                <p14:nvPr/>
              </p14:nvContentPartPr>
              <p14:xfrm>
                <a:off x="11546782" y="3556256"/>
                <a:ext cx="50400" cy="6876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3B1C9B97-CF6D-3F8C-4DFE-EBF135DF4299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11537782" y="3547616"/>
                  <a:ext cx="680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B140AF63-91BE-A0A6-D629-7C8AC15CE15D}"/>
                    </a:ext>
                  </a:extLst>
                </p14:cNvPr>
                <p14:cNvContentPartPr/>
                <p14:nvPr/>
              </p14:nvContentPartPr>
              <p14:xfrm>
                <a:off x="11535982" y="3423416"/>
                <a:ext cx="44280" cy="8424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B140AF63-91BE-A0A6-D629-7C8AC15CE15D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11527342" y="3414776"/>
                  <a:ext cx="619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1242291D-E30E-223C-B058-16862417F580}"/>
                    </a:ext>
                  </a:extLst>
                </p14:cNvPr>
                <p14:cNvContentPartPr/>
                <p14:nvPr/>
              </p14:nvContentPartPr>
              <p14:xfrm>
                <a:off x="11631742" y="3536456"/>
                <a:ext cx="137880" cy="4176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1242291D-E30E-223C-B058-16862417F580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11623102" y="3527456"/>
                  <a:ext cx="15552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2" name="Group 431">
            <a:extLst>
              <a:ext uri="{FF2B5EF4-FFF2-40B4-BE49-F238E27FC236}">
                <a16:creationId xmlns:a16="http://schemas.microsoft.com/office/drawing/2014/main" id="{E5755A0F-0C4B-0A8E-8150-3FF570C10846}"/>
              </a:ext>
            </a:extLst>
          </p:cNvPr>
          <p:cNvGrpSpPr/>
          <p:nvPr/>
        </p:nvGrpSpPr>
        <p:grpSpPr>
          <a:xfrm>
            <a:off x="11087062" y="3747776"/>
            <a:ext cx="507960" cy="302040"/>
            <a:chOff x="11087062" y="3747776"/>
            <a:chExt cx="507960" cy="30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A926ACA3-55E9-0806-230E-14B8A65676E1}"/>
                    </a:ext>
                  </a:extLst>
                </p14:cNvPr>
                <p14:cNvContentPartPr/>
                <p14:nvPr/>
              </p14:nvContentPartPr>
              <p14:xfrm>
                <a:off x="11087062" y="3836336"/>
                <a:ext cx="72360" cy="21348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A926ACA3-55E9-0806-230E-14B8A65676E1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11078422" y="3827336"/>
                  <a:ext cx="900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CE93B310-218D-B979-83DB-4EF7FBF8500A}"/>
                    </a:ext>
                  </a:extLst>
                </p14:cNvPr>
                <p14:cNvContentPartPr/>
                <p14:nvPr/>
              </p14:nvContentPartPr>
              <p14:xfrm>
                <a:off x="11236822" y="3856496"/>
                <a:ext cx="72720" cy="9540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CE93B310-218D-B979-83DB-4EF7FBF8500A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11227822" y="3847496"/>
                  <a:ext cx="903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46CEBF69-74F7-B04F-BCB0-BB084C8FF29F}"/>
                    </a:ext>
                  </a:extLst>
                </p14:cNvPr>
                <p14:cNvContentPartPr/>
                <p14:nvPr/>
              </p14:nvContentPartPr>
              <p14:xfrm>
                <a:off x="11308102" y="3747776"/>
                <a:ext cx="188640" cy="22356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46CEBF69-74F7-B04F-BCB0-BB084C8FF29F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11299462" y="3739136"/>
                  <a:ext cx="2062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EE7C905B-76B4-78F8-48F5-BDF47C5F4023}"/>
                    </a:ext>
                  </a:extLst>
                </p14:cNvPr>
                <p14:cNvContentPartPr/>
                <p14:nvPr/>
              </p14:nvContentPartPr>
              <p14:xfrm>
                <a:off x="11498902" y="3789536"/>
                <a:ext cx="96120" cy="15984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EE7C905B-76B4-78F8-48F5-BDF47C5F4023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11489902" y="3780896"/>
                  <a:ext cx="11376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696D06C3-F4A2-2617-F036-AB07A0624D2A}"/>
              </a:ext>
            </a:extLst>
          </p:cNvPr>
          <p:cNvGrpSpPr/>
          <p:nvPr/>
        </p:nvGrpSpPr>
        <p:grpSpPr>
          <a:xfrm>
            <a:off x="10918222" y="4141256"/>
            <a:ext cx="1107360" cy="522000"/>
            <a:chOff x="10918222" y="4141256"/>
            <a:chExt cx="1107360" cy="52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7E829664-66A4-CDE4-4054-F441593010F6}"/>
                    </a:ext>
                  </a:extLst>
                </p14:cNvPr>
                <p14:cNvContentPartPr/>
                <p14:nvPr/>
              </p14:nvContentPartPr>
              <p14:xfrm>
                <a:off x="10918222" y="4282736"/>
                <a:ext cx="103680" cy="8748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7E829664-66A4-CDE4-4054-F441593010F6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10909582" y="4274096"/>
                  <a:ext cx="1213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A77003E2-888C-804B-D605-989BB0713BF1}"/>
                    </a:ext>
                  </a:extLst>
                </p14:cNvPr>
                <p14:cNvContentPartPr/>
                <p14:nvPr/>
              </p14:nvContentPartPr>
              <p14:xfrm>
                <a:off x="11091022" y="4166456"/>
                <a:ext cx="83880" cy="28944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A77003E2-888C-804B-D605-989BB0713BF1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11082022" y="4157456"/>
                  <a:ext cx="10152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0FDF8C2F-646C-7BC0-1000-52B8D6CD4C86}"/>
                    </a:ext>
                  </a:extLst>
                </p14:cNvPr>
                <p14:cNvContentPartPr/>
                <p14:nvPr/>
              </p14:nvContentPartPr>
              <p14:xfrm>
                <a:off x="11056102" y="4383536"/>
                <a:ext cx="97560" cy="792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0FDF8C2F-646C-7BC0-1000-52B8D6CD4C86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11047462" y="4374536"/>
                  <a:ext cx="1152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A269C789-DF9F-4F7D-247C-6557A9FD02BB}"/>
                    </a:ext>
                  </a:extLst>
                </p14:cNvPr>
                <p14:cNvContentPartPr/>
                <p14:nvPr/>
              </p14:nvContentPartPr>
              <p14:xfrm>
                <a:off x="11296942" y="4215776"/>
                <a:ext cx="28080" cy="10836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A269C789-DF9F-4F7D-247C-6557A9FD02BB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11288302" y="4206776"/>
                  <a:ext cx="457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15283A17-BE8E-348C-41E5-3CBE36906604}"/>
                    </a:ext>
                  </a:extLst>
                </p14:cNvPr>
                <p14:cNvContentPartPr/>
                <p14:nvPr/>
              </p14:nvContentPartPr>
              <p14:xfrm>
                <a:off x="11249062" y="4165016"/>
                <a:ext cx="149040" cy="19008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15283A17-BE8E-348C-41E5-3CBE36906604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11240422" y="4156016"/>
                  <a:ext cx="1666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9C59F12A-4CA5-963A-3B56-306894E14871}"/>
                    </a:ext>
                  </a:extLst>
                </p14:cNvPr>
                <p14:cNvContentPartPr/>
                <p14:nvPr/>
              </p14:nvContentPartPr>
              <p14:xfrm>
                <a:off x="11465782" y="4290656"/>
                <a:ext cx="64800" cy="1620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9C59F12A-4CA5-963A-3B56-306894E14871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11457142" y="4281656"/>
                  <a:ext cx="824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24DFDF44-EC28-C086-4E11-F931F3B910A6}"/>
                    </a:ext>
                  </a:extLst>
                </p14:cNvPr>
                <p14:cNvContentPartPr/>
                <p14:nvPr/>
              </p14:nvContentPartPr>
              <p14:xfrm>
                <a:off x="11541382" y="4157096"/>
                <a:ext cx="90720" cy="16524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24DFDF44-EC28-C086-4E11-F931F3B910A6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11532742" y="4148456"/>
                  <a:ext cx="1083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A8987E1B-A143-CD99-BCFE-4141079A5268}"/>
                    </a:ext>
                  </a:extLst>
                </p14:cNvPr>
                <p14:cNvContentPartPr/>
                <p14:nvPr/>
              </p14:nvContentPartPr>
              <p14:xfrm>
                <a:off x="11594662" y="4146656"/>
                <a:ext cx="91080" cy="15984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A8987E1B-A143-CD99-BCFE-4141079A5268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11585662" y="4137656"/>
                  <a:ext cx="1087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5107D92B-A8B3-A316-B915-D8958AE3D84F}"/>
                    </a:ext>
                  </a:extLst>
                </p14:cNvPr>
                <p14:cNvContentPartPr/>
                <p14:nvPr/>
              </p14:nvContentPartPr>
              <p14:xfrm>
                <a:off x="11605102" y="4141256"/>
                <a:ext cx="268560" cy="14328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5107D92B-A8B3-A316-B915-D8958AE3D84F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11596462" y="4132256"/>
                  <a:ext cx="2862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EAA7E1DA-0BA8-C8B3-091B-513714280C82}"/>
                    </a:ext>
                  </a:extLst>
                </p14:cNvPr>
                <p14:cNvContentPartPr/>
                <p14:nvPr/>
              </p14:nvContentPartPr>
              <p14:xfrm>
                <a:off x="11142862" y="4557416"/>
                <a:ext cx="185760" cy="10584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EAA7E1DA-0BA8-C8B3-091B-513714280C82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11133862" y="4548416"/>
                  <a:ext cx="2034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9F35CAA8-0B18-19DF-961C-FCC38F80B8CD}"/>
                    </a:ext>
                  </a:extLst>
                </p14:cNvPr>
                <p14:cNvContentPartPr/>
                <p14:nvPr/>
              </p14:nvContentPartPr>
              <p14:xfrm>
                <a:off x="11370742" y="4507016"/>
                <a:ext cx="159120" cy="10800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9F35CAA8-0B18-19DF-961C-FCC38F80B8CD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11362102" y="4498016"/>
                  <a:ext cx="1767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053641B2-DA32-3DA7-E0D2-15573C17A0A6}"/>
                    </a:ext>
                  </a:extLst>
                </p14:cNvPr>
                <p14:cNvContentPartPr/>
                <p14:nvPr/>
              </p14:nvContentPartPr>
              <p14:xfrm>
                <a:off x="11615902" y="4444376"/>
                <a:ext cx="43200" cy="15876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053641B2-DA32-3DA7-E0D2-15573C17A0A6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11606902" y="4435376"/>
                  <a:ext cx="608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D04F2D47-E7FF-753A-8989-298A1B85291B}"/>
                    </a:ext>
                  </a:extLst>
                </p14:cNvPr>
                <p14:cNvContentPartPr/>
                <p14:nvPr/>
              </p14:nvContentPartPr>
              <p14:xfrm>
                <a:off x="11594662" y="4426016"/>
                <a:ext cx="259200" cy="17244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D04F2D47-E7FF-753A-8989-298A1B85291B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11585662" y="4417016"/>
                  <a:ext cx="2768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9CC3A618-8EBC-BA05-E3EE-8BF7046DFDAB}"/>
                    </a:ext>
                  </a:extLst>
                </p14:cNvPr>
                <p14:cNvContentPartPr/>
                <p14:nvPr/>
              </p14:nvContentPartPr>
              <p14:xfrm>
                <a:off x="11960062" y="4189136"/>
                <a:ext cx="65520" cy="720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9CC3A618-8EBC-BA05-E3EE-8BF7046DFDAB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11951062" y="4180136"/>
                  <a:ext cx="8316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7" name="Group 456">
            <a:extLst>
              <a:ext uri="{FF2B5EF4-FFF2-40B4-BE49-F238E27FC236}">
                <a16:creationId xmlns:a16="http://schemas.microsoft.com/office/drawing/2014/main" id="{22188B5F-63C2-DB6A-E9AB-CDC84259FD3E}"/>
              </a:ext>
            </a:extLst>
          </p:cNvPr>
          <p:cNvGrpSpPr/>
          <p:nvPr/>
        </p:nvGrpSpPr>
        <p:grpSpPr>
          <a:xfrm>
            <a:off x="11269222" y="4800416"/>
            <a:ext cx="568800" cy="329760"/>
            <a:chOff x="11269222" y="4800416"/>
            <a:chExt cx="568800" cy="32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033AACAD-B22C-BEF5-2EBD-56C4EC441D03}"/>
                    </a:ext>
                  </a:extLst>
                </p14:cNvPr>
                <p14:cNvContentPartPr/>
                <p14:nvPr/>
              </p14:nvContentPartPr>
              <p14:xfrm>
                <a:off x="11269222" y="4862336"/>
                <a:ext cx="105480" cy="26784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033AACAD-B22C-BEF5-2EBD-56C4EC441D03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11260222" y="4853696"/>
                  <a:ext cx="1231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9EBA9432-D140-8D02-DFAD-22A8149D945B}"/>
                    </a:ext>
                  </a:extLst>
                </p14:cNvPr>
                <p14:cNvContentPartPr/>
                <p14:nvPr/>
              </p14:nvContentPartPr>
              <p14:xfrm>
                <a:off x="11275702" y="5028296"/>
                <a:ext cx="143640" cy="4284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9EBA9432-D140-8D02-DFAD-22A8149D945B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11266702" y="5019656"/>
                  <a:ext cx="1612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D313C934-1444-50D6-F95A-3AE8933715DF}"/>
                    </a:ext>
                  </a:extLst>
                </p14:cNvPr>
                <p14:cNvContentPartPr/>
                <p14:nvPr/>
              </p14:nvContentPartPr>
              <p14:xfrm>
                <a:off x="11381902" y="4896176"/>
                <a:ext cx="11160" cy="4176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D313C934-1444-50D6-F95A-3AE8933715DF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11373262" y="4887176"/>
                  <a:ext cx="288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ED2D9064-DC66-0902-3BCE-3650A0164EE1}"/>
                    </a:ext>
                  </a:extLst>
                </p14:cNvPr>
                <p14:cNvContentPartPr/>
                <p14:nvPr/>
              </p14:nvContentPartPr>
              <p14:xfrm>
                <a:off x="11446702" y="4812656"/>
                <a:ext cx="130320" cy="23328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ED2D9064-DC66-0902-3BCE-3650A0164EE1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11437702" y="4803656"/>
                  <a:ext cx="1479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A45F29B0-A880-79BD-283D-4BD16C2ACCB2}"/>
                    </a:ext>
                  </a:extLst>
                </p14:cNvPr>
                <p14:cNvContentPartPr/>
                <p14:nvPr/>
              </p14:nvContentPartPr>
              <p14:xfrm>
                <a:off x="11546782" y="4800416"/>
                <a:ext cx="95760" cy="21852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A45F29B0-A880-79BD-283D-4BD16C2ACCB2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11537782" y="4791776"/>
                  <a:ext cx="1134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81FE3A07-CA31-6C07-4A50-44BBEFE63F99}"/>
                    </a:ext>
                  </a:extLst>
                </p14:cNvPr>
                <p14:cNvContentPartPr/>
                <p14:nvPr/>
              </p14:nvContentPartPr>
              <p14:xfrm>
                <a:off x="11573422" y="4842536"/>
                <a:ext cx="264600" cy="14040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81FE3A07-CA31-6C07-4A50-44BBEFE63F99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11564422" y="4833536"/>
                  <a:ext cx="282240" cy="1580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9E549A-A5C7-58E1-FD59-A658EC8E2FE0}"/>
              </a:ext>
            </a:extLst>
          </p:cNvPr>
          <p:cNvSpPr txBox="1"/>
          <p:nvPr/>
        </p:nvSpPr>
        <p:spPr>
          <a:xfrm>
            <a:off x="531628" y="324292"/>
            <a:ext cx="105462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Magnitude, Phase, and Pole-Zero (in s-Plane) Plots for Analog Designs</a:t>
            </a:r>
          </a:p>
        </p:txBody>
      </p:sp>
      <p:pic>
        <p:nvPicPr>
          <p:cNvPr id="4" name="Picture 3" descr="The diagram shows the pole-zero plot for various analog lowpass filter designs, including Butterworth, Chebyshev I, Chebyshev II, and Elliptic, with different values of N (order) and Qc (quality factor).&#10;&#10;AI-generated content may be incorrect.">
            <a:extLst>
              <a:ext uri="{FF2B5EF4-FFF2-40B4-BE49-F238E27FC236}">
                <a16:creationId xmlns:a16="http://schemas.microsoft.com/office/drawing/2014/main" id="{450D6FB6-FD61-F655-9E2B-3010DD69E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28" y="1010492"/>
            <a:ext cx="9455757" cy="565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645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BUTTERWORTH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What increasing order buys—and what it costs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6</a:t>
            </a:r>
          </a:p>
        </p:txBody>
      </p:sp>
      <p:pic>
        <p:nvPicPr>
          <p:cNvPr id="6" name="Picture 5" descr="eq_0c1d009d8a26d3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035040" cy="125351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3017519"/>
            <a:ext cx="347472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3017519"/>
            <a:ext cx="50292" cy="12801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3127247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Magnitude slope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502151"/>
            <a:ext cx="324612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Each additional pole increases asymptotic attenuation by about 20 dB/decade.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17519"/>
            <a:ext cx="347472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3017519"/>
            <a:ext cx="50292" cy="12801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26864" y="3127247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Implementation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3502151"/>
            <a:ext cx="324612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Higher order means more states / sections and greater numerical sensitivity in direct-form implementations.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017519"/>
            <a:ext cx="320040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3017519"/>
            <a:ext cx="50292" cy="12801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75904" y="3127247"/>
            <a:ext cx="29718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3502151"/>
            <a:ext cx="297180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Use second-order sections for moderate/high-order digital IIR implementations when possible.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9479911-B4F4-ED40-72EF-EB7D5FC484D4}"/>
                  </a:ext>
                </a:extLst>
              </p14:cNvPr>
              <p14:cNvContentPartPr/>
              <p14:nvPr/>
            </p14:nvContentPartPr>
            <p14:xfrm>
              <a:off x="517102" y="419216"/>
              <a:ext cx="854640" cy="349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9479911-B4F4-ED40-72EF-EB7D5FC484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8462" y="410576"/>
                <a:ext cx="872280" cy="5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88AA5245-9C4A-CEB7-3437-0030010C4400}"/>
              </a:ext>
            </a:extLst>
          </p:cNvPr>
          <p:cNvGrpSpPr/>
          <p:nvPr/>
        </p:nvGrpSpPr>
        <p:grpSpPr>
          <a:xfrm>
            <a:off x="1067182" y="4779896"/>
            <a:ext cx="321120" cy="383040"/>
            <a:chOff x="1067182" y="4779896"/>
            <a:chExt cx="321120" cy="38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AF64BAC-3FF3-9212-80AE-12EE73F36714}"/>
                    </a:ext>
                  </a:extLst>
                </p14:cNvPr>
                <p14:cNvContentPartPr/>
                <p14:nvPr/>
              </p14:nvContentPartPr>
              <p14:xfrm>
                <a:off x="1130902" y="4981136"/>
                <a:ext cx="9000" cy="62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AF64BAC-3FF3-9212-80AE-12EE73F3671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22262" y="4972496"/>
                  <a:ext cx="266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835A225-FD94-8E54-9F34-C26D9B32860D}"/>
                    </a:ext>
                  </a:extLst>
                </p14:cNvPr>
                <p14:cNvContentPartPr/>
                <p14:nvPr/>
              </p14:nvContentPartPr>
              <p14:xfrm>
                <a:off x="1067182" y="4835696"/>
                <a:ext cx="17280" cy="18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835A225-FD94-8E54-9F34-C26D9B32860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58542" y="4827056"/>
                  <a:ext cx="349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833A29A-F91F-B4EF-34CE-B55F294933BF}"/>
                    </a:ext>
                  </a:extLst>
                </p14:cNvPr>
                <p14:cNvContentPartPr/>
                <p14:nvPr/>
              </p14:nvContentPartPr>
              <p14:xfrm>
                <a:off x="1188502" y="4779896"/>
                <a:ext cx="199800" cy="383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833A29A-F91F-B4EF-34CE-B55F294933B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79502" y="4771256"/>
                  <a:ext cx="21744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B6EE2BA-E2A7-3D42-D2EF-1774D16BD85B}"/>
                    </a:ext>
                  </a:extLst>
                </p14:cNvPr>
                <p14:cNvContentPartPr/>
                <p14:nvPr/>
              </p14:nvContentPartPr>
              <p14:xfrm>
                <a:off x="1238902" y="5055296"/>
                <a:ext cx="138240" cy="16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B6EE2BA-E2A7-3D42-D2EF-1774D16BD85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29902" y="5046296"/>
                  <a:ext cx="15588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D19F144-67AA-FDD2-622A-54E661322382}"/>
              </a:ext>
            </a:extLst>
          </p:cNvPr>
          <p:cNvGrpSpPr/>
          <p:nvPr/>
        </p:nvGrpSpPr>
        <p:grpSpPr>
          <a:xfrm>
            <a:off x="1658662" y="4864136"/>
            <a:ext cx="1616400" cy="292680"/>
            <a:chOff x="1658662" y="4864136"/>
            <a:chExt cx="1616400" cy="29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E706283-AE7E-582D-99B8-16C0D804D441}"/>
                    </a:ext>
                  </a:extLst>
                </p14:cNvPr>
                <p14:cNvContentPartPr/>
                <p14:nvPr/>
              </p14:nvContentPartPr>
              <p14:xfrm>
                <a:off x="1658662" y="4868456"/>
                <a:ext cx="388440" cy="183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E706283-AE7E-582D-99B8-16C0D804D44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649662" y="4859816"/>
                  <a:ext cx="4060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E32F07A-688A-1B33-16B9-49ACAAC7CDFD}"/>
                    </a:ext>
                  </a:extLst>
                </p14:cNvPr>
                <p14:cNvContentPartPr/>
                <p14:nvPr/>
              </p14:nvContentPartPr>
              <p14:xfrm>
                <a:off x="2184982" y="4864136"/>
                <a:ext cx="234360" cy="1508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E32F07A-688A-1B33-16B9-49ACAAC7CDF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175982" y="4855496"/>
                  <a:ext cx="25200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E21B544-0AD0-2492-8D82-CE92ECFEBC4A}"/>
                    </a:ext>
                  </a:extLst>
                </p14:cNvPr>
                <p14:cNvContentPartPr/>
                <p14:nvPr/>
              </p14:nvContentPartPr>
              <p14:xfrm>
                <a:off x="2391982" y="4869536"/>
                <a:ext cx="198360" cy="126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E21B544-0AD0-2492-8D82-CE92ECFEBC4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383342" y="4860536"/>
                  <a:ext cx="2160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495559C-4A59-13FE-BDA7-77E42D11232A}"/>
                    </a:ext>
                  </a:extLst>
                </p14:cNvPr>
                <p14:cNvContentPartPr/>
                <p14:nvPr/>
              </p14:nvContentPartPr>
              <p14:xfrm>
                <a:off x="2754142" y="4889336"/>
                <a:ext cx="312120" cy="140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495559C-4A59-13FE-BDA7-77E42D11232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745502" y="4880696"/>
                  <a:ext cx="3297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BEE62F2-BB58-3309-7AD7-E03D9398D60D}"/>
                    </a:ext>
                  </a:extLst>
                </p14:cNvPr>
                <p14:cNvContentPartPr/>
                <p14:nvPr/>
              </p14:nvContentPartPr>
              <p14:xfrm>
                <a:off x="3105862" y="5039816"/>
                <a:ext cx="169200" cy="117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BEE62F2-BB58-3309-7AD7-E03D9398D60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096862" y="5030816"/>
                  <a:ext cx="186840" cy="13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2927531-8419-C33E-8A28-2D301F201707}"/>
              </a:ext>
            </a:extLst>
          </p:cNvPr>
          <p:cNvGrpSpPr/>
          <p:nvPr/>
        </p:nvGrpSpPr>
        <p:grpSpPr>
          <a:xfrm>
            <a:off x="3914422" y="4682696"/>
            <a:ext cx="1890360" cy="436320"/>
            <a:chOff x="3914422" y="4682696"/>
            <a:chExt cx="1890360" cy="43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B6E0895-FC17-27FD-B836-9CFD39BD1DD0}"/>
                    </a:ext>
                  </a:extLst>
                </p14:cNvPr>
                <p14:cNvContentPartPr/>
                <p14:nvPr/>
              </p14:nvContentPartPr>
              <p14:xfrm>
                <a:off x="3914422" y="4742096"/>
                <a:ext cx="153000" cy="282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B6E0895-FC17-27FD-B836-9CFD39BD1DD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905782" y="4733096"/>
                  <a:ext cx="17064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B09486D-0044-92E1-BF3A-78F245422089}"/>
                    </a:ext>
                  </a:extLst>
                </p14:cNvPr>
                <p14:cNvContentPartPr/>
                <p14:nvPr/>
              </p14:nvContentPartPr>
              <p14:xfrm>
                <a:off x="4032862" y="4851896"/>
                <a:ext cx="164880" cy="146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B09486D-0044-92E1-BF3A-78F24542208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023862" y="4842896"/>
                  <a:ext cx="1825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F58C0AE-B723-FC01-7E25-10A9D5AFB874}"/>
                    </a:ext>
                  </a:extLst>
                </p14:cNvPr>
                <p14:cNvContentPartPr/>
                <p14:nvPr/>
              </p14:nvContentPartPr>
              <p14:xfrm>
                <a:off x="4194502" y="4757936"/>
                <a:ext cx="103320" cy="210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F58C0AE-B723-FC01-7E25-10A9D5AFB87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185502" y="4748936"/>
                  <a:ext cx="1209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92ACBB7-0A6F-E54C-6504-7F6DD0D41A93}"/>
                    </a:ext>
                  </a:extLst>
                </p14:cNvPr>
                <p14:cNvContentPartPr/>
                <p14:nvPr/>
              </p14:nvContentPartPr>
              <p14:xfrm>
                <a:off x="4204222" y="4873856"/>
                <a:ext cx="118080" cy="49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92ACBB7-0A6F-E54C-6504-7F6DD0D41A9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195222" y="4864856"/>
                  <a:ext cx="1357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1F673FB-04E9-5A5F-F2BB-A97D21D7AA27}"/>
                    </a:ext>
                  </a:extLst>
                </p14:cNvPr>
                <p14:cNvContentPartPr/>
                <p14:nvPr/>
              </p14:nvContentPartPr>
              <p14:xfrm>
                <a:off x="4368742" y="4879256"/>
                <a:ext cx="144360" cy="70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1F673FB-04E9-5A5F-F2BB-A97D21D7AA2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359742" y="4870256"/>
                  <a:ext cx="1620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D1069AF-F6A8-F350-929A-7F0EE860DE56}"/>
                    </a:ext>
                  </a:extLst>
                </p14:cNvPr>
                <p14:cNvContentPartPr/>
                <p14:nvPr/>
              </p14:nvContentPartPr>
              <p14:xfrm>
                <a:off x="4598422" y="4890056"/>
                <a:ext cx="94320" cy="2289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D1069AF-F6A8-F350-929A-7F0EE860DE5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589422" y="4881416"/>
                  <a:ext cx="1119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17C55B0-9E4C-094E-3922-0891A39FCAF5}"/>
                    </a:ext>
                  </a:extLst>
                </p14:cNvPr>
                <p14:cNvContentPartPr/>
                <p14:nvPr/>
              </p14:nvContentPartPr>
              <p14:xfrm>
                <a:off x="4720822" y="4742096"/>
                <a:ext cx="206640" cy="213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17C55B0-9E4C-094E-3922-0891A39FCAF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711822" y="4733096"/>
                  <a:ext cx="2242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D234F5F-A728-FB6F-C190-8468306A0CC5}"/>
                    </a:ext>
                  </a:extLst>
                </p14:cNvPr>
                <p14:cNvContentPartPr/>
                <p14:nvPr/>
              </p14:nvContentPartPr>
              <p14:xfrm>
                <a:off x="4958062" y="4856576"/>
                <a:ext cx="368640" cy="104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D234F5F-A728-FB6F-C190-8468306A0CC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949422" y="4847576"/>
                  <a:ext cx="3862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5423510-CBEA-A1B4-4B91-B04197A942BB}"/>
                    </a:ext>
                  </a:extLst>
                </p14:cNvPr>
                <p14:cNvContentPartPr/>
                <p14:nvPr/>
              </p14:nvContentPartPr>
              <p14:xfrm>
                <a:off x="5372422" y="4705016"/>
                <a:ext cx="178560" cy="272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5423510-CBEA-A1B4-4B91-B04197A942B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363782" y="4696016"/>
                  <a:ext cx="1962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6DD8831-1B01-006E-8ECF-C53108D4F989}"/>
                    </a:ext>
                  </a:extLst>
                </p14:cNvPr>
                <p14:cNvContentPartPr/>
                <p14:nvPr/>
              </p14:nvContentPartPr>
              <p14:xfrm>
                <a:off x="5518222" y="4682696"/>
                <a:ext cx="286560" cy="388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6DD8831-1B01-006E-8ECF-C53108D4F98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509222" y="4673696"/>
                  <a:ext cx="304200" cy="40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68B049C-BECF-474E-3304-C2BA01852999}"/>
              </a:ext>
            </a:extLst>
          </p:cNvPr>
          <p:cNvGrpSpPr/>
          <p:nvPr/>
        </p:nvGrpSpPr>
        <p:grpSpPr>
          <a:xfrm>
            <a:off x="6352702" y="4672976"/>
            <a:ext cx="1548720" cy="404640"/>
            <a:chOff x="6352702" y="4672976"/>
            <a:chExt cx="1548720" cy="40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87879ED-FEF6-F6E9-C92A-FA9FBFB1D74E}"/>
                    </a:ext>
                  </a:extLst>
                </p14:cNvPr>
                <p14:cNvContentPartPr/>
                <p14:nvPr/>
              </p14:nvContentPartPr>
              <p14:xfrm>
                <a:off x="6502102" y="4743896"/>
                <a:ext cx="136800" cy="253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87879ED-FEF6-F6E9-C92A-FA9FBFB1D74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493102" y="4734896"/>
                  <a:ext cx="1544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87C7CAE-055E-EEA5-1829-A595C237AFEC}"/>
                    </a:ext>
                  </a:extLst>
                </p14:cNvPr>
                <p14:cNvContentPartPr/>
                <p14:nvPr/>
              </p14:nvContentPartPr>
              <p14:xfrm>
                <a:off x="6560062" y="4893656"/>
                <a:ext cx="137160" cy="40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87C7CAE-055E-EEA5-1829-A595C237AFE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551422" y="4884656"/>
                  <a:ext cx="1548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7A3006E-F06F-E824-8DC6-8918C0EF4448}"/>
                    </a:ext>
                  </a:extLst>
                </p14:cNvPr>
                <p14:cNvContentPartPr/>
                <p14:nvPr/>
              </p14:nvContentPartPr>
              <p14:xfrm>
                <a:off x="6634582" y="4751096"/>
                <a:ext cx="148680" cy="232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7A3006E-F06F-E824-8DC6-8918C0EF444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625582" y="4742456"/>
                  <a:ext cx="1663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373CB85-AB85-070E-BF1D-2E83945D7618}"/>
                    </a:ext>
                  </a:extLst>
                </p14:cNvPr>
                <p14:cNvContentPartPr/>
                <p14:nvPr/>
              </p14:nvContentPartPr>
              <p14:xfrm>
                <a:off x="6848062" y="4927496"/>
                <a:ext cx="124560" cy="108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373CB85-AB85-070E-BF1D-2E83945D761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839422" y="4918496"/>
                  <a:ext cx="1422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2C88F4B-3E37-4899-EFCA-A2057B7A0CEA}"/>
                    </a:ext>
                  </a:extLst>
                </p14:cNvPr>
                <p14:cNvContentPartPr/>
                <p14:nvPr/>
              </p14:nvContentPartPr>
              <p14:xfrm>
                <a:off x="7005382" y="4714376"/>
                <a:ext cx="140040" cy="252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2C88F4B-3E37-4899-EFCA-A2057B7A0CE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996382" y="4705376"/>
                  <a:ext cx="1576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669E46C-7BA7-40E2-60ED-F04946275550}"/>
                    </a:ext>
                  </a:extLst>
                </p14:cNvPr>
                <p14:cNvContentPartPr/>
                <p14:nvPr/>
              </p14:nvContentPartPr>
              <p14:xfrm>
                <a:off x="7167382" y="4883936"/>
                <a:ext cx="79560" cy="1936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669E46C-7BA7-40E2-60ED-F0494627555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158742" y="4875296"/>
                  <a:ext cx="972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5C2958F-92BA-E0D6-6E3D-DEA38E0CA550}"/>
                    </a:ext>
                  </a:extLst>
                </p14:cNvPr>
                <p14:cNvContentPartPr/>
                <p14:nvPr/>
              </p14:nvContentPartPr>
              <p14:xfrm>
                <a:off x="7175662" y="4756856"/>
                <a:ext cx="6840" cy="68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5C2958F-92BA-E0D6-6E3D-DEA38E0CA55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167022" y="4748216"/>
                  <a:ext cx="244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3B10709-CC6C-52BA-4DF7-6D5E10A6EF4B}"/>
                    </a:ext>
                  </a:extLst>
                </p14:cNvPr>
                <p14:cNvContentPartPr/>
                <p14:nvPr/>
              </p14:nvContentPartPr>
              <p14:xfrm>
                <a:off x="7261702" y="4737056"/>
                <a:ext cx="314640" cy="1648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3B10709-CC6C-52BA-4DF7-6D5E10A6EF4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253062" y="4728056"/>
                  <a:ext cx="3322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BE273BA-0786-D448-7D48-F52CDB2F5F9A}"/>
                    </a:ext>
                  </a:extLst>
                </p14:cNvPr>
                <p14:cNvContentPartPr/>
                <p14:nvPr/>
              </p14:nvContentPartPr>
              <p14:xfrm>
                <a:off x="7618102" y="4752536"/>
                <a:ext cx="117000" cy="2383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BE273BA-0786-D448-7D48-F52CDB2F5F9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609102" y="4743896"/>
                  <a:ext cx="1346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796AC1D-4CAD-60DF-11B2-124FA29D8363}"/>
                    </a:ext>
                  </a:extLst>
                </p14:cNvPr>
                <p14:cNvContentPartPr/>
                <p14:nvPr/>
              </p14:nvContentPartPr>
              <p14:xfrm>
                <a:off x="7804222" y="4672976"/>
                <a:ext cx="97200" cy="3308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796AC1D-4CAD-60DF-11B2-124FA29D836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795222" y="4663976"/>
                  <a:ext cx="11484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A0ADFFB-F165-BF3C-D1B6-F28D544716AC}"/>
                    </a:ext>
                  </a:extLst>
                </p14:cNvPr>
                <p14:cNvContentPartPr/>
                <p14:nvPr/>
              </p14:nvContentPartPr>
              <p14:xfrm>
                <a:off x="6352702" y="4678016"/>
                <a:ext cx="74880" cy="3992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A0ADFFB-F165-BF3C-D1B6-F28D544716A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344062" y="4669376"/>
                  <a:ext cx="92520" cy="41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94AEA85-9DA6-9CC0-0AAC-B1CCCDB819C7}"/>
              </a:ext>
            </a:extLst>
          </p:cNvPr>
          <p:cNvGrpSpPr/>
          <p:nvPr/>
        </p:nvGrpSpPr>
        <p:grpSpPr>
          <a:xfrm>
            <a:off x="8104822" y="4810496"/>
            <a:ext cx="237600" cy="119160"/>
            <a:chOff x="8104822" y="4810496"/>
            <a:chExt cx="237600" cy="11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9C17386-1384-CC3B-7D57-60274774F04A}"/>
                    </a:ext>
                  </a:extLst>
                </p14:cNvPr>
                <p14:cNvContentPartPr/>
                <p14:nvPr/>
              </p14:nvContentPartPr>
              <p14:xfrm>
                <a:off x="8118142" y="4838936"/>
                <a:ext cx="224280" cy="90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9C17386-1384-CC3B-7D57-60274774F04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109502" y="4830296"/>
                  <a:ext cx="2419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DF3FA2C-BD5D-09B6-3D26-B9703683F570}"/>
                    </a:ext>
                  </a:extLst>
                </p14:cNvPr>
                <p14:cNvContentPartPr/>
                <p14:nvPr/>
              </p14:nvContentPartPr>
              <p14:xfrm>
                <a:off x="8104822" y="4810496"/>
                <a:ext cx="199080" cy="388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DF3FA2C-BD5D-09B6-3D26-B9703683F57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096182" y="4801496"/>
                  <a:ext cx="21672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2EA112F-DF27-58ED-A993-8998A6BBACBC}"/>
              </a:ext>
            </a:extLst>
          </p:cNvPr>
          <p:cNvGrpSpPr/>
          <p:nvPr/>
        </p:nvGrpSpPr>
        <p:grpSpPr>
          <a:xfrm>
            <a:off x="7352062" y="1222016"/>
            <a:ext cx="1792080" cy="480240"/>
            <a:chOff x="7352062" y="1222016"/>
            <a:chExt cx="1792080" cy="48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DEF2260-195E-F50C-8943-D9F82BE86F8F}"/>
                    </a:ext>
                  </a:extLst>
                </p14:cNvPr>
                <p14:cNvContentPartPr/>
                <p14:nvPr/>
              </p14:nvContentPartPr>
              <p14:xfrm>
                <a:off x="7570222" y="1352336"/>
                <a:ext cx="91440" cy="264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DEF2260-195E-F50C-8943-D9F82BE86F8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561222" y="1343336"/>
                  <a:ext cx="1090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2DA77DF-03E6-F4B0-10CC-C706BE019098}"/>
                    </a:ext>
                  </a:extLst>
                </p14:cNvPr>
                <p14:cNvContentPartPr/>
                <p14:nvPr/>
              </p14:nvContentPartPr>
              <p14:xfrm>
                <a:off x="7623502" y="1506776"/>
                <a:ext cx="102960" cy="19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2DA77DF-03E6-F4B0-10CC-C706BE01909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614502" y="1498136"/>
                  <a:ext cx="1206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F4CFFB0-1267-0AE1-AB5F-EE62A407AD0E}"/>
                    </a:ext>
                  </a:extLst>
                </p14:cNvPr>
                <p14:cNvContentPartPr/>
                <p14:nvPr/>
              </p14:nvContentPartPr>
              <p14:xfrm>
                <a:off x="7706662" y="1403456"/>
                <a:ext cx="92160" cy="1767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F4CFFB0-1267-0AE1-AB5F-EE62A407AD0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698022" y="1394456"/>
                  <a:ext cx="1098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EEB5C71-EBDF-6068-0DBC-EF7B58BD2598}"/>
                    </a:ext>
                  </a:extLst>
                </p14:cNvPr>
                <p14:cNvContentPartPr/>
                <p14:nvPr/>
              </p14:nvContentPartPr>
              <p14:xfrm>
                <a:off x="7878742" y="1591376"/>
                <a:ext cx="149760" cy="88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EEB5C71-EBDF-6068-0DBC-EF7B58BD259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869742" y="1582736"/>
                  <a:ext cx="1674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71CE257-3212-E59E-3E60-B1C8F429FBF7}"/>
                    </a:ext>
                  </a:extLst>
                </p14:cNvPr>
                <p14:cNvContentPartPr/>
                <p14:nvPr/>
              </p14:nvContentPartPr>
              <p14:xfrm>
                <a:off x="7995382" y="1371416"/>
                <a:ext cx="65160" cy="2188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71CE257-3212-E59E-3E60-B1C8F429FBF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986382" y="1362776"/>
                  <a:ext cx="828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AE14DCF-D55B-EB89-DE8B-497EBFC8AF66}"/>
                    </a:ext>
                  </a:extLst>
                </p14:cNvPr>
                <p14:cNvContentPartPr/>
                <p14:nvPr/>
              </p14:nvContentPartPr>
              <p14:xfrm>
                <a:off x="8135422" y="1536296"/>
                <a:ext cx="81720" cy="165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AE14DCF-D55B-EB89-DE8B-497EBFC8AF6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126422" y="1527296"/>
                  <a:ext cx="993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A1B2367-192A-769C-B576-2249711805D7}"/>
                    </a:ext>
                  </a:extLst>
                </p14:cNvPr>
                <p14:cNvContentPartPr/>
                <p14:nvPr/>
              </p14:nvContentPartPr>
              <p14:xfrm>
                <a:off x="8131462" y="1394096"/>
                <a:ext cx="2520" cy="151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A1B2367-192A-769C-B576-2249711805D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122822" y="1385096"/>
                  <a:ext cx="201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47DC905-3735-FAA7-D05F-9EB51B4D5EA1}"/>
                    </a:ext>
                  </a:extLst>
                </p14:cNvPr>
                <p14:cNvContentPartPr/>
                <p14:nvPr/>
              </p14:nvContentPartPr>
              <p14:xfrm>
                <a:off x="8256022" y="1418936"/>
                <a:ext cx="202320" cy="174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47DC905-3735-FAA7-D05F-9EB51B4D5EA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247022" y="1409936"/>
                  <a:ext cx="2199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C1EBBD1-F75A-8FD7-9D6D-F1EB543A1C5F}"/>
                    </a:ext>
                  </a:extLst>
                </p14:cNvPr>
                <p14:cNvContentPartPr/>
                <p14:nvPr/>
              </p14:nvContentPartPr>
              <p14:xfrm>
                <a:off x="8399662" y="1392656"/>
                <a:ext cx="169920" cy="2232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C1EBBD1-F75A-8FD7-9D6D-F1EB543A1C5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390662" y="1384016"/>
                  <a:ext cx="1875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78F0F5F-FCD9-7291-09A7-E8072B161E45}"/>
                    </a:ext>
                  </a:extLst>
                </p14:cNvPr>
                <p14:cNvContentPartPr/>
                <p14:nvPr/>
              </p14:nvContentPartPr>
              <p14:xfrm>
                <a:off x="8705662" y="1334336"/>
                <a:ext cx="51120" cy="3200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78F0F5F-FCD9-7291-09A7-E8072B161E4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696662" y="1325336"/>
                  <a:ext cx="6876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E3F0E4C-2E6B-DDCF-86BF-DE20E2EE7A73}"/>
                    </a:ext>
                  </a:extLst>
                </p14:cNvPr>
                <p14:cNvContentPartPr/>
                <p14:nvPr/>
              </p14:nvContentPartPr>
              <p14:xfrm>
                <a:off x="7352062" y="1318136"/>
                <a:ext cx="115200" cy="3747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E3F0E4C-2E6B-DDCF-86BF-DE20E2EE7A7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343422" y="1309496"/>
                  <a:ext cx="13284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57B7A19-428A-D05C-F632-A73C645AA23B}"/>
                    </a:ext>
                  </a:extLst>
                </p14:cNvPr>
                <p14:cNvContentPartPr/>
                <p14:nvPr/>
              </p14:nvContentPartPr>
              <p14:xfrm>
                <a:off x="8755702" y="1222016"/>
                <a:ext cx="194040" cy="1076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57B7A19-428A-D05C-F632-A73C645AA23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747062" y="1213016"/>
                  <a:ext cx="2116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712530A-A1ED-4524-EDC1-6714D5EA27D4}"/>
                    </a:ext>
                  </a:extLst>
                </p14:cNvPr>
                <p14:cNvContentPartPr/>
                <p14:nvPr/>
              </p14:nvContentPartPr>
              <p14:xfrm>
                <a:off x="9048382" y="1523336"/>
                <a:ext cx="95760" cy="187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712530A-A1ED-4524-EDC1-6714D5EA27D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039742" y="1514336"/>
                  <a:ext cx="1134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050D7A1-E474-697D-8090-BF7818CA29F9}"/>
                    </a:ext>
                  </a:extLst>
                </p14:cNvPr>
                <p14:cNvContentPartPr/>
                <p14:nvPr/>
              </p14:nvContentPartPr>
              <p14:xfrm>
                <a:off x="9057022" y="1443056"/>
                <a:ext cx="81720" cy="298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050D7A1-E474-697D-8090-BF7818CA29F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048382" y="1434416"/>
                  <a:ext cx="99360" cy="4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90960725-86E1-9346-FEB7-958D367E0F6C}"/>
                  </a:ext>
                </a:extLst>
              </p14:cNvPr>
              <p14:cNvContentPartPr/>
              <p14:nvPr/>
            </p14:nvContentPartPr>
            <p14:xfrm>
              <a:off x="9542662" y="1801976"/>
              <a:ext cx="22680" cy="14688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90960725-86E1-9346-FEB7-958D367E0F6C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9533662" y="1793336"/>
                <a:ext cx="40320" cy="16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A66491C1-39B5-F91F-FAEF-DC603F23FC3E}"/>
              </a:ext>
            </a:extLst>
          </p:cNvPr>
          <p:cNvGrpSpPr/>
          <p:nvPr/>
        </p:nvGrpSpPr>
        <p:grpSpPr>
          <a:xfrm>
            <a:off x="9791422" y="1658336"/>
            <a:ext cx="1127880" cy="543960"/>
            <a:chOff x="9791422" y="1658336"/>
            <a:chExt cx="1127880" cy="54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2F33708-0F65-D496-2D44-0B80455DBB67}"/>
                    </a:ext>
                  </a:extLst>
                </p14:cNvPr>
                <p14:cNvContentPartPr/>
                <p14:nvPr/>
              </p14:nvContentPartPr>
              <p14:xfrm>
                <a:off x="9812662" y="1817816"/>
                <a:ext cx="31320" cy="102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2F33708-0F65-D496-2D44-0B80455DBB6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804022" y="1809176"/>
                  <a:ext cx="489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32C89E5-207D-C35F-10B9-DECA2657F04E}"/>
                    </a:ext>
                  </a:extLst>
                </p14:cNvPr>
                <p14:cNvContentPartPr/>
                <p14:nvPr/>
              </p14:nvContentPartPr>
              <p14:xfrm>
                <a:off x="9791422" y="1871456"/>
                <a:ext cx="96840" cy="108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32C89E5-207D-C35F-10B9-DECA2657F04E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782782" y="1862456"/>
                  <a:ext cx="1144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7E1D513-FF32-D49D-B3E3-8CF71BDBA008}"/>
                    </a:ext>
                  </a:extLst>
                </p14:cNvPr>
                <p14:cNvContentPartPr/>
                <p14:nvPr/>
              </p14:nvContentPartPr>
              <p14:xfrm>
                <a:off x="10079422" y="1658336"/>
                <a:ext cx="322920" cy="141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7E1D513-FF32-D49D-B3E3-8CF71BDBA00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070782" y="1649336"/>
                  <a:ext cx="3405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B18A80A-0B9A-5ACD-16BA-90188D6D73C9}"/>
                    </a:ext>
                  </a:extLst>
                </p14:cNvPr>
                <p14:cNvContentPartPr/>
                <p14:nvPr/>
              </p14:nvContentPartPr>
              <p14:xfrm>
                <a:off x="10134502" y="1892336"/>
                <a:ext cx="243000" cy="57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B18A80A-0B9A-5ACD-16BA-90188D6D73C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125502" y="1883696"/>
                  <a:ext cx="260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01C4176-4541-57A8-5068-F33424484FA7}"/>
                    </a:ext>
                  </a:extLst>
                </p14:cNvPr>
                <p14:cNvContentPartPr/>
                <p14:nvPr/>
              </p14:nvContentPartPr>
              <p14:xfrm>
                <a:off x="10153942" y="1977656"/>
                <a:ext cx="293040" cy="1440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01C4176-4541-57A8-5068-F33424484FA7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144942" y="1969016"/>
                  <a:ext cx="3106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D8055FE-C6D3-86A5-B2D6-6018598746EB}"/>
                    </a:ext>
                  </a:extLst>
                </p14:cNvPr>
                <p14:cNvContentPartPr/>
                <p14:nvPr/>
              </p14:nvContentPartPr>
              <p14:xfrm>
                <a:off x="10461742" y="2110496"/>
                <a:ext cx="137880" cy="91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D8055FE-C6D3-86A5-B2D6-6018598746E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453102" y="2101496"/>
                  <a:ext cx="1555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4874020-4271-7B2F-0B34-3B0537CF386C}"/>
                    </a:ext>
                  </a:extLst>
                </p14:cNvPr>
                <p14:cNvContentPartPr/>
                <p14:nvPr/>
              </p14:nvContentPartPr>
              <p14:xfrm>
                <a:off x="9998422" y="1791536"/>
                <a:ext cx="112680" cy="2498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4874020-4271-7B2F-0B34-3B0537CF386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989422" y="1782536"/>
                  <a:ext cx="1303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3AD63CB-63AD-95F4-5C47-1C12C8303838}"/>
                    </a:ext>
                  </a:extLst>
                </p14:cNvPr>
                <p14:cNvContentPartPr/>
                <p14:nvPr/>
              </p14:nvContentPartPr>
              <p14:xfrm>
                <a:off x="10563262" y="1775336"/>
                <a:ext cx="132480" cy="3416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3AD63CB-63AD-95F4-5C47-1C12C830383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554622" y="1766696"/>
                  <a:ext cx="15012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10147DA-2A03-0C00-DEE8-F18DEE662137}"/>
                    </a:ext>
                  </a:extLst>
                </p14:cNvPr>
                <p14:cNvContentPartPr/>
                <p14:nvPr/>
              </p14:nvContentPartPr>
              <p14:xfrm>
                <a:off x="10659022" y="1670936"/>
                <a:ext cx="122040" cy="997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10147DA-2A03-0C00-DEE8-F18DEE66213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650022" y="1661936"/>
                  <a:ext cx="1396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52CC779-B20F-0AE8-D9BE-2CD5F8DA80BE}"/>
                    </a:ext>
                  </a:extLst>
                </p14:cNvPr>
                <p14:cNvContentPartPr/>
                <p14:nvPr/>
              </p14:nvContentPartPr>
              <p14:xfrm>
                <a:off x="10817422" y="1679936"/>
                <a:ext cx="101880" cy="1224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52CC779-B20F-0AE8-D9BE-2CD5F8DA80B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808782" y="1671296"/>
                  <a:ext cx="119520" cy="14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57EFAD1D-1F21-AE11-5147-1C3DF7347FA4}"/>
                  </a:ext>
                </a:extLst>
              </p14:cNvPr>
              <p14:cNvContentPartPr/>
              <p14:nvPr/>
            </p14:nvContentPartPr>
            <p14:xfrm>
              <a:off x="9341782" y="1498856"/>
              <a:ext cx="1490760" cy="1692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57EFAD1D-1F21-AE11-5147-1C3DF7347FA4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9333142" y="1489856"/>
                <a:ext cx="150840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01660873-7E36-4FFB-9189-5DACF5D6E0A6}"/>
                  </a:ext>
                </a:extLst>
              </p14:cNvPr>
              <p14:cNvContentPartPr/>
              <p14:nvPr/>
            </p14:nvContentPartPr>
            <p14:xfrm>
              <a:off x="9941182" y="1173776"/>
              <a:ext cx="59760" cy="1551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01660873-7E36-4FFB-9189-5DACF5D6E0A6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9932182" y="1165136"/>
                <a:ext cx="77400" cy="17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9DC00206-8C56-4977-E8A2-81C46D6722D3}"/>
              </a:ext>
            </a:extLst>
          </p:cNvPr>
          <p:cNvGrpSpPr/>
          <p:nvPr/>
        </p:nvGrpSpPr>
        <p:grpSpPr>
          <a:xfrm>
            <a:off x="8643742" y="4603496"/>
            <a:ext cx="1260000" cy="652680"/>
            <a:chOff x="8643742" y="4603496"/>
            <a:chExt cx="1260000" cy="65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1D784DB-42A1-89F3-A202-C7BE065356F4}"/>
                    </a:ext>
                  </a:extLst>
                </p14:cNvPr>
                <p14:cNvContentPartPr/>
                <p14:nvPr/>
              </p14:nvContentPartPr>
              <p14:xfrm>
                <a:off x="8846782" y="4635896"/>
                <a:ext cx="402120" cy="1746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1D784DB-42A1-89F3-A202-C7BE065356F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837782" y="4626896"/>
                  <a:ext cx="4197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9622786-1D3F-D79C-EA8F-0E3233C3A37F}"/>
                    </a:ext>
                  </a:extLst>
                </p14:cNvPr>
                <p14:cNvContentPartPr/>
                <p14:nvPr/>
              </p14:nvContentPartPr>
              <p14:xfrm>
                <a:off x="9309022" y="4770896"/>
                <a:ext cx="133200" cy="889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9622786-1D3F-D79C-EA8F-0E3233C3A37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300022" y="4761896"/>
                  <a:ext cx="1508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B92858A-D807-C067-C5FA-8BBB68D5F16B}"/>
                    </a:ext>
                  </a:extLst>
                </p14:cNvPr>
                <p14:cNvContentPartPr/>
                <p14:nvPr/>
              </p14:nvContentPartPr>
              <p14:xfrm>
                <a:off x="8805742" y="4932896"/>
                <a:ext cx="605160" cy="327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B92858A-D807-C067-C5FA-8BBB68D5F16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797102" y="4923896"/>
                  <a:ext cx="6228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462CBA-B7EB-F6D4-9295-AEFB632217A5}"/>
                    </a:ext>
                  </a:extLst>
                </p14:cNvPr>
                <p14:cNvContentPartPr/>
                <p14:nvPr/>
              </p14:nvContentPartPr>
              <p14:xfrm>
                <a:off x="8899342" y="5070776"/>
                <a:ext cx="387000" cy="1854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462CBA-B7EB-F6D4-9295-AEFB632217A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890342" y="5061776"/>
                  <a:ext cx="40464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547D93E-5EB2-1FBB-AB51-8998785E7D10}"/>
                    </a:ext>
                  </a:extLst>
                </p14:cNvPr>
                <p14:cNvContentPartPr/>
                <p14:nvPr/>
              </p14:nvContentPartPr>
              <p14:xfrm>
                <a:off x="8643742" y="4724096"/>
                <a:ext cx="93960" cy="400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547D93E-5EB2-1FBB-AB51-8998785E7D1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635102" y="4715096"/>
                  <a:ext cx="11160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E63DF18-70FB-143F-FF07-8FE887BF368B}"/>
                    </a:ext>
                  </a:extLst>
                </p14:cNvPr>
                <p14:cNvContentPartPr/>
                <p14:nvPr/>
              </p14:nvContentPartPr>
              <p14:xfrm>
                <a:off x="9531862" y="4752536"/>
                <a:ext cx="228960" cy="4579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E63DF18-70FB-143F-FF07-8FE887BF368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523222" y="4743896"/>
                  <a:ext cx="24660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71BF995-1145-E974-5DDE-25092E7C7BBB}"/>
                    </a:ext>
                  </a:extLst>
                </p14:cNvPr>
                <p14:cNvContentPartPr/>
                <p14:nvPr/>
              </p14:nvContentPartPr>
              <p14:xfrm>
                <a:off x="9690982" y="4603496"/>
                <a:ext cx="212760" cy="1670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71BF995-1145-E974-5DDE-25092E7C7BB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682342" y="4594856"/>
                  <a:ext cx="230400" cy="18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C9372A44-BD48-612D-F326-72571B161E14}"/>
              </a:ext>
            </a:extLst>
          </p:cNvPr>
          <p:cNvGrpSpPr/>
          <p:nvPr/>
        </p:nvGrpSpPr>
        <p:grpSpPr>
          <a:xfrm>
            <a:off x="1652182" y="5366336"/>
            <a:ext cx="2155680" cy="540720"/>
            <a:chOff x="1652182" y="5366336"/>
            <a:chExt cx="2155680" cy="54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617C03E-C6A6-DD7E-0910-0CC9D25CEFB3}"/>
                    </a:ext>
                  </a:extLst>
                </p14:cNvPr>
                <p14:cNvContentPartPr/>
                <p14:nvPr/>
              </p14:nvContentPartPr>
              <p14:xfrm>
                <a:off x="1652182" y="5585576"/>
                <a:ext cx="195840" cy="1623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617C03E-C6A6-DD7E-0910-0CC9D25CEFB3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643542" y="5576936"/>
                  <a:ext cx="2134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7B78651-42C4-D88C-E4A5-4A686004FB9F}"/>
                    </a:ext>
                  </a:extLst>
                </p14:cNvPr>
                <p14:cNvContentPartPr/>
                <p14:nvPr/>
              </p14:nvContentPartPr>
              <p14:xfrm>
                <a:off x="1886542" y="5634176"/>
                <a:ext cx="121320" cy="716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7B78651-42C4-D88C-E4A5-4A686004FB9F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877902" y="5625536"/>
                  <a:ext cx="1389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08728A6-A176-06F1-E52D-51F065BB26C0}"/>
                    </a:ext>
                  </a:extLst>
                </p14:cNvPr>
                <p14:cNvContentPartPr/>
                <p14:nvPr/>
              </p14:nvContentPartPr>
              <p14:xfrm>
                <a:off x="2157982" y="5473616"/>
                <a:ext cx="186120" cy="246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08728A6-A176-06F1-E52D-51F065BB26C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149342" y="5464976"/>
                  <a:ext cx="2037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AF06E0A-3210-B560-427A-E16E1C3D4165}"/>
                    </a:ext>
                  </a:extLst>
                </p14:cNvPr>
                <p14:cNvContentPartPr/>
                <p14:nvPr/>
              </p14:nvContentPartPr>
              <p14:xfrm>
                <a:off x="2344462" y="5619416"/>
                <a:ext cx="112320" cy="1065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AF06E0A-3210-B560-427A-E16E1C3D416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335822" y="5610776"/>
                  <a:ext cx="1299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C9EFF6F-F7BB-3C63-E34C-A9696A742B28}"/>
                    </a:ext>
                  </a:extLst>
                </p14:cNvPr>
                <p14:cNvContentPartPr/>
                <p14:nvPr/>
              </p14:nvContentPartPr>
              <p14:xfrm>
                <a:off x="2501062" y="5627336"/>
                <a:ext cx="94680" cy="1951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C9EFF6F-F7BB-3C63-E34C-A9696A742B2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492062" y="5618696"/>
                  <a:ext cx="1123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10DCFEB-F2A7-1F7A-3688-A1569640D4FD}"/>
                    </a:ext>
                  </a:extLst>
                </p14:cNvPr>
                <p14:cNvContentPartPr/>
                <p14:nvPr/>
              </p14:nvContentPartPr>
              <p14:xfrm>
                <a:off x="2715982" y="5736056"/>
                <a:ext cx="47520" cy="673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10DCFEB-F2A7-1F7A-3688-A1569640D4FD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707342" y="5727416"/>
                  <a:ext cx="651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337DD85-18C8-BAD7-424E-28CA17520201}"/>
                    </a:ext>
                  </a:extLst>
                </p14:cNvPr>
                <p14:cNvContentPartPr/>
                <p14:nvPr/>
              </p14:nvContentPartPr>
              <p14:xfrm>
                <a:off x="2811742" y="5740736"/>
                <a:ext cx="91440" cy="709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337DD85-18C8-BAD7-424E-28CA17520201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803102" y="5731736"/>
                  <a:ext cx="1090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7F76056-6086-9DFC-49E9-B9C018E67FA4}"/>
                    </a:ext>
                  </a:extLst>
                </p14:cNvPr>
                <p14:cNvContentPartPr/>
                <p14:nvPr/>
              </p14:nvContentPartPr>
              <p14:xfrm>
                <a:off x="3131062" y="5417096"/>
                <a:ext cx="287640" cy="1821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7F76056-6086-9DFC-49E9-B9C018E67FA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122422" y="5408096"/>
                  <a:ext cx="3052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38B49FB-DAD4-78F2-3073-FC9AA06B186B}"/>
                    </a:ext>
                  </a:extLst>
                </p14:cNvPr>
                <p14:cNvContentPartPr/>
                <p14:nvPr/>
              </p14:nvContentPartPr>
              <p14:xfrm>
                <a:off x="3458662" y="5568656"/>
                <a:ext cx="127800" cy="882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38B49FB-DAD4-78F2-3073-FC9AA06B186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449662" y="5560016"/>
                  <a:ext cx="1454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8237B34-A8AC-3D81-6894-D7F348933482}"/>
                    </a:ext>
                  </a:extLst>
                </p14:cNvPr>
                <p14:cNvContentPartPr/>
                <p14:nvPr/>
              </p14:nvContentPartPr>
              <p14:xfrm>
                <a:off x="3160942" y="5682056"/>
                <a:ext cx="342720" cy="277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8237B34-A8AC-3D81-6894-D7F34893348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151942" y="5673056"/>
                  <a:ext cx="3603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B50BD8F-30C9-678D-6ED7-DD4B47F99F81}"/>
                    </a:ext>
                  </a:extLst>
                </p14:cNvPr>
                <p14:cNvContentPartPr/>
                <p14:nvPr/>
              </p14:nvContentPartPr>
              <p14:xfrm>
                <a:off x="3232222" y="5782136"/>
                <a:ext cx="252000" cy="1249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B50BD8F-30C9-678D-6ED7-DD4B47F99F8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223222" y="5773496"/>
                  <a:ext cx="2696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D370FCB-1DE7-14CE-2625-81069A397E3E}"/>
                    </a:ext>
                  </a:extLst>
                </p14:cNvPr>
                <p14:cNvContentPartPr/>
                <p14:nvPr/>
              </p14:nvContentPartPr>
              <p14:xfrm>
                <a:off x="3030622" y="5566856"/>
                <a:ext cx="125640" cy="2754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D370FCB-1DE7-14CE-2625-81069A397E3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021622" y="5558216"/>
                  <a:ext cx="14328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A13F196-D54D-267E-13A7-D659066ADAF4}"/>
                    </a:ext>
                  </a:extLst>
                </p14:cNvPr>
                <p14:cNvContentPartPr/>
                <p14:nvPr/>
              </p14:nvContentPartPr>
              <p14:xfrm>
                <a:off x="3609502" y="5566136"/>
                <a:ext cx="138960" cy="2667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A13F196-D54D-267E-13A7-D659066ADAF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600862" y="5557136"/>
                  <a:ext cx="15660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755A830-B00E-C210-F105-74B4A53A5948}"/>
                    </a:ext>
                  </a:extLst>
                </p14:cNvPr>
                <p14:cNvContentPartPr/>
                <p14:nvPr/>
              </p14:nvContentPartPr>
              <p14:xfrm>
                <a:off x="3652342" y="5366336"/>
                <a:ext cx="155520" cy="1465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755A830-B00E-C210-F105-74B4A53A5948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3643342" y="5357336"/>
                  <a:ext cx="173160" cy="16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A23FBC97-5874-CE0C-8B01-50F4ED172982}"/>
              </a:ext>
            </a:extLst>
          </p:cNvPr>
          <p:cNvGrpSpPr/>
          <p:nvPr/>
        </p:nvGrpSpPr>
        <p:grpSpPr>
          <a:xfrm>
            <a:off x="4021702" y="5609696"/>
            <a:ext cx="119880" cy="84240"/>
            <a:chOff x="4021702" y="5609696"/>
            <a:chExt cx="119880" cy="8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A71DD6A-3071-047E-8251-95A3659A0ED3}"/>
                    </a:ext>
                  </a:extLst>
                </p14:cNvPr>
                <p14:cNvContentPartPr/>
                <p14:nvPr/>
              </p14:nvContentPartPr>
              <p14:xfrm>
                <a:off x="4021702" y="5680976"/>
                <a:ext cx="119880" cy="129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A71DD6A-3071-047E-8251-95A3659A0ED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012702" y="5671976"/>
                  <a:ext cx="1375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4197846-457C-D1DE-434E-DA9F57E8D42F}"/>
                    </a:ext>
                  </a:extLst>
                </p14:cNvPr>
                <p14:cNvContentPartPr/>
                <p14:nvPr/>
              </p14:nvContentPartPr>
              <p14:xfrm>
                <a:off x="4029622" y="5609696"/>
                <a:ext cx="85320" cy="151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4197846-457C-D1DE-434E-DA9F57E8D42F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020982" y="5600696"/>
                  <a:ext cx="10296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A5F69242-23F7-0AEF-6B27-977C2DFC60A6}"/>
              </a:ext>
            </a:extLst>
          </p:cNvPr>
          <p:cNvGrpSpPr/>
          <p:nvPr/>
        </p:nvGrpSpPr>
        <p:grpSpPr>
          <a:xfrm>
            <a:off x="4401862" y="5430056"/>
            <a:ext cx="5141520" cy="466560"/>
            <a:chOff x="4401862" y="5430056"/>
            <a:chExt cx="5141520" cy="46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82244BC-EA2B-D81E-EC1C-5DBA55B4194D}"/>
                    </a:ext>
                  </a:extLst>
                </p14:cNvPr>
                <p14:cNvContentPartPr/>
                <p14:nvPr/>
              </p14:nvContentPartPr>
              <p14:xfrm>
                <a:off x="4401862" y="5576216"/>
                <a:ext cx="218520" cy="1400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82244BC-EA2B-D81E-EC1C-5DBA55B4194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392862" y="5567576"/>
                  <a:ext cx="2361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775F569-6ABC-3178-5BF7-064CBA4B116B}"/>
                    </a:ext>
                  </a:extLst>
                </p14:cNvPr>
                <p14:cNvContentPartPr/>
                <p14:nvPr/>
              </p14:nvContentPartPr>
              <p14:xfrm>
                <a:off x="4626502" y="5632016"/>
                <a:ext cx="125280" cy="630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775F569-6ABC-3178-5BF7-064CBA4B116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617862" y="5623376"/>
                  <a:ext cx="1429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90D0E8D-76B8-B5E0-C67A-EB6263FF1E38}"/>
                    </a:ext>
                  </a:extLst>
                </p14:cNvPr>
                <p14:cNvContentPartPr/>
                <p14:nvPr/>
              </p14:nvContentPartPr>
              <p14:xfrm>
                <a:off x="4877782" y="5579816"/>
                <a:ext cx="241560" cy="1296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90D0E8D-76B8-B5E0-C67A-EB6263FF1E3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869142" y="5571176"/>
                  <a:ext cx="2592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07643BC-DBF8-AFF5-277A-0F6696CD9ED5}"/>
                    </a:ext>
                  </a:extLst>
                </p14:cNvPr>
                <p14:cNvContentPartPr/>
                <p14:nvPr/>
              </p14:nvContentPartPr>
              <p14:xfrm>
                <a:off x="5314822" y="5430056"/>
                <a:ext cx="282600" cy="2905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07643BC-DBF8-AFF5-277A-0F6696CD9ED5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306182" y="5421056"/>
                  <a:ext cx="3002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9F1FCD7-D2AA-5711-9D60-6370CBA67CC4}"/>
                    </a:ext>
                  </a:extLst>
                </p14:cNvPr>
                <p14:cNvContentPartPr/>
                <p14:nvPr/>
              </p14:nvContentPartPr>
              <p14:xfrm>
                <a:off x="5651782" y="5603576"/>
                <a:ext cx="99000" cy="2451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9F1FCD7-D2AA-5711-9D60-6370CBA67CC4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643142" y="5594936"/>
                  <a:ext cx="1166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25B6EEE-E668-6BF0-A06F-5A909AA6C4A4}"/>
                    </a:ext>
                  </a:extLst>
                </p14:cNvPr>
                <p14:cNvContentPartPr/>
                <p14:nvPr/>
              </p14:nvContentPartPr>
              <p14:xfrm>
                <a:off x="5883622" y="5741456"/>
                <a:ext cx="39600" cy="1065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25B6EEE-E668-6BF0-A06F-5A909AA6C4A4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874622" y="5732456"/>
                  <a:ext cx="572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F0E89C9-D4AD-6CC0-BE03-06FFD0077670}"/>
                    </a:ext>
                  </a:extLst>
                </p14:cNvPr>
                <p14:cNvContentPartPr/>
                <p14:nvPr/>
              </p14:nvContentPartPr>
              <p14:xfrm>
                <a:off x="5960662" y="5777816"/>
                <a:ext cx="78120" cy="608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F0E89C9-D4AD-6CC0-BE03-06FFD0077670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951662" y="5769176"/>
                  <a:ext cx="957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DC228CB-8D82-E06B-FE5B-B5FF03891836}"/>
                    </a:ext>
                  </a:extLst>
                </p14:cNvPr>
                <p14:cNvContentPartPr/>
                <p14:nvPr/>
              </p14:nvContentPartPr>
              <p14:xfrm>
                <a:off x="6134902" y="5529056"/>
                <a:ext cx="281880" cy="1540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DC228CB-8D82-E06B-FE5B-B5FF0389183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125902" y="5520416"/>
                  <a:ext cx="2995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C4E5A81-6EDC-DCFE-261F-CBE43A37E809}"/>
                    </a:ext>
                  </a:extLst>
                </p14:cNvPr>
                <p14:cNvContentPartPr/>
                <p14:nvPr/>
              </p14:nvContentPartPr>
              <p14:xfrm>
                <a:off x="6436222" y="5653616"/>
                <a:ext cx="170280" cy="842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C4E5A81-6EDC-DCFE-261F-CBE43A37E809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427582" y="5644616"/>
                  <a:ext cx="1879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C3722E5-3E43-68A3-EF4F-0B4F5016F936}"/>
                    </a:ext>
                  </a:extLst>
                </p14:cNvPr>
                <p14:cNvContentPartPr/>
                <p14:nvPr/>
              </p14:nvContentPartPr>
              <p14:xfrm>
                <a:off x="6023662" y="5501696"/>
                <a:ext cx="146520" cy="2592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C3722E5-3E43-68A3-EF4F-0B4F5016F936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014662" y="5492696"/>
                  <a:ext cx="1641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227C44A-3271-06BA-8DA3-44517C88ACFE}"/>
                    </a:ext>
                  </a:extLst>
                </p14:cNvPr>
                <p14:cNvContentPartPr/>
                <p14:nvPr/>
              </p14:nvContentPartPr>
              <p14:xfrm>
                <a:off x="6549622" y="5477216"/>
                <a:ext cx="217080" cy="3103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227C44A-3271-06BA-8DA3-44517C88ACF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540622" y="5468216"/>
                  <a:ext cx="23472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8728E84-1230-261D-ABDA-846395823DF9}"/>
                    </a:ext>
                  </a:extLst>
                </p14:cNvPr>
                <p14:cNvContentPartPr/>
                <p14:nvPr/>
              </p14:nvContentPartPr>
              <p14:xfrm>
                <a:off x="6917902" y="5688176"/>
                <a:ext cx="168840" cy="57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8728E84-1230-261D-ABDA-846395823DF9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908902" y="5679176"/>
                  <a:ext cx="1864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F507859-8021-7FF1-98A5-B4E0D617C26C}"/>
                    </a:ext>
                  </a:extLst>
                </p14:cNvPr>
                <p14:cNvContentPartPr/>
                <p14:nvPr/>
              </p14:nvContentPartPr>
              <p14:xfrm>
                <a:off x="7197982" y="5606816"/>
                <a:ext cx="229680" cy="1623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F507859-8021-7FF1-98A5-B4E0D617C26C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189342" y="5598176"/>
                  <a:ext cx="2473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8C955EE-5933-5C3C-7271-76DAC305E2DE}"/>
                    </a:ext>
                  </a:extLst>
                </p14:cNvPr>
                <p14:cNvContentPartPr/>
                <p14:nvPr/>
              </p14:nvContentPartPr>
              <p14:xfrm>
                <a:off x="7431262" y="5635256"/>
                <a:ext cx="181800" cy="903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8C955EE-5933-5C3C-7271-76DAC305E2D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422622" y="5626256"/>
                  <a:ext cx="1994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A5F3FF2-0AE8-9E78-6654-5EA3B83F66A8}"/>
                    </a:ext>
                  </a:extLst>
                </p14:cNvPr>
                <p14:cNvContentPartPr/>
                <p14:nvPr/>
              </p14:nvContentPartPr>
              <p14:xfrm>
                <a:off x="7672822" y="5571176"/>
                <a:ext cx="217440" cy="1789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A5F3FF2-0AE8-9E78-6654-5EA3B83F66A8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664182" y="5562176"/>
                  <a:ext cx="2350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1FB6FED-1E19-B9F0-3D6B-3B5DA23DD6DB}"/>
                    </a:ext>
                  </a:extLst>
                </p14:cNvPr>
                <p14:cNvContentPartPr/>
                <p14:nvPr/>
              </p14:nvContentPartPr>
              <p14:xfrm>
                <a:off x="8085022" y="5453096"/>
                <a:ext cx="464040" cy="4435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1FB6FED-1E19-B9F0-3D6B-3B5DA23DD6D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076382" y="5444456"/>
                  <a:ext cx="48168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69FC4EEA-782A-F3EE-62C0-5220B67C6358}"/>
                    </a:ext>
                  </a:extLst>
                </p14:cNvPr>
                <p14:cNvContentPartPr/>
                <p14:nvPr/>
              </p14:nvContentPartPr>
              <p14:xfrm>
                <a:off x="8634382" y="5773136"/>
                <a:ext cx="20160" cy="770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69FC4EEA-782A-F3EE-62C0-5220B67C6358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625382" y="5764496"/>
                  <a:ext cx="378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E581AEC-327F-8C70-32A3-8A202238166E}"/>
                    </a:ext>
                  </a:extLst>
                </p14:cNvPr>
                <p14:cNvContentPartPr/>
                <p14:nvPr/>
              </p14:nvContentPartPr>
              <p14:xfrm>
                <a:off x="8713942" y="5788256"/>
                <a:ext cx="100440" cy="655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E581AEC-327F-8C70-32A3-8A202238166E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705302" y="5779616"/>
                  <a:ext cx="1180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F412992-C490-EDAD-658A-2DFFB5B81330}"/>
                    </a:ext>
                  </a:extLst>
                </p14:cNvPr>
                <p14:cNvContentPartPr/>
                <p14:nvPr/>
              </p14:nvContentPartPr>
              <p14:xfrm>
                <a:off x="8910502" y="5495216"/>
                <a:ext cx="121680" cy="3286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F412992-C490-EDAD-658A-2DFFB5B81330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901502" y="5486216"/>
                  <a:ext cx="13932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FCDC2B6-BBB2-F137-86A0-7F1920FFF856}"/>
                    </a:ext>
                  </a:extLst>
                </p14:cNvPr>
                <p14:cNvContentPartPr/>
                <p14:nvPr/>
              </p14:nvContentPartPr>
              <p14:xfrm>
                <a:off x="9048022" y="5572976"/>
                <a:ext cx="322200" cy="1699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FCDC2B6-BBB2-F137-86A0-7F1920FFF856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039382" y="5563976"/>
                  <a:ext cx="3398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97183C0-750F-05CB-EA5F-468BA1846901}"/>
                    </a:ext>
                  </a:extLst>
                </p14:cNvPr>
                <p14:cNvContentPartPr/>
                <p14:nvPr/>
              </p14:nvContentPartPr>
              <p14:xfrm>
                <a:off x="9324502" y="5498456"/>
                <a:ext cx="218880" cy="3117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97183C0-750F-05CB-EA5F-468BA1846901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315862" y="5489816"/>
                  <a:ext cx="236520" cy="32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D2FD4B51-9285-2D75-0238-365FFEA9294C}"/>
              </a:ext>
            </a:extLst>
          </p:cNvPr>
          <p:cNvGrpSpPr/>
          <p:nvPr/>
        </p:nvGrpSpPr>
        <p:grpSpPr>
          <a:xfrm>
            <a:off x="4772302" y="5927576"/>
            <a:ext cx="771120" cy="600840"/>
            <a:chOff x="4772302" y="5927576"/>
            <a:chExt cx="771120" cy="60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09F0708-F472-4D83-ADC7-C17AF71D93AC}"/>
                    </a:ext>
                  </a:extLst>
                </p14:cNvPr>
                <p14:cNvContentPartPr/>
                <p14:nvPr/>
              </p14:nvContentPartPr>
              <p14:xfrm>
                <a:off x="5278822" y="5927576"/>
                <a:ext cx="239760" cy="1958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09F0708-F472-4D83-ADC7-C17AF71D93A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269822" y="5918576"/>
                  <a:ext cx="2574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3C7D2C7-E58E-A988-708D-ADC5B7ABE3ED}"/>
                    </a:ext>
                  </a:extLst>
                </p14:cNvPr>
                <p14:cNvContentPartPr/>
                <p14:nvPr/>
              </p14:nvContentPartPr>
              <p14:xfrm>
                <a:off x="4772302" y="6201536"/>
                <a:ext cx="122760" cy="3268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3C7D2C7-E58E-A988-708D-ADC5B7ABE3E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763662" y="6192896"/>
                  <a:ext cx="1404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043D2C0-8E38-31E4-FD23-BBEF9CD6F283}"/>
                    </a:ext>
                  </a:extLst>
                </p14:cNvPr>
                <p14:cNvContentPartPr/>
                <p14:nvPr/>
              </p14:nvContentPartPr>
              <p14:xfrm>
                <a:off x="4796782" y="6443096"/>
                <a:ext cx="120960" cy="68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043D2C0-8E38-31E4-FD23-BBEF9CD6F283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4787782" y="6434096"/>
                  <a:ext cx="1386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E7E6339-23F7-A442-C7A2-67A86C43E2CD}"/>
                    </a:ext>
                  </a:extLst>
                </p14:cNvPr>
                <p14:cNvContentPartPr/>
                <p14:nvPr/>
              </p14:nvContentPartPr>
              <p14:xfrm>
                <a:off x="5005582" y="6443096"/>
                <a:ext cx="2520" cy="86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E7E6339-23F7-A442-C7A2-67A86C43E2CD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996942" y="6434456"/>
                  <a:ext cx="201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6B87214-0A25-0F37-AAE7-053ADD1BA0C9}"/>
                    </a:ext>
                  </a:extLst>
                </p14:cNvPr>
                <p14:cNvContentPartPr/>
                <p14:nvPr/>
              </p14:nvContentPartPr>
              <p14:xfrm>
                <a:off x="4946182" y="6314216"/>
                <a:ext cx="3600" cy="14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6B87214-0A25-0F37-AAE7-053ADD1BA0C9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937182" y="6305576"/>
                  <a:ext cx="212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8FD80F3-5205-67FC-1235-6F6FE8C8CFC7}"/>
                    </a:ext>
                  </a:extLst>
                </p14:cNvPr>
                <p14:cNvContentPartPr/>
                <p14:nvPr/>
              </p14:nvContentPartPr>
              <p14:xfrm>
                <a:off x="5082262" y="6395216"/>
                <a:ext cx="93600" cy="669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8FD80F3-5205-67FC-1235-6F6FE8C8CFC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073262" y="6386576"/>
                  <a:ext cx="1112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340A0F8-D288-79D9-2420-33E35D9EDC5A}"/>
                    </a:ext>
                  </a:extLst>
                </p14:cNvPr>
                <p14:cNvContentPartPr/>
                <p14:nvPr/>
              </p14:nvContentPartPr>
              <p14:xfrm>
                <a:off x="5097382" y="6395216"/>
                <a:ext cx="59760" cy="640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340A0F8-D288-79D9-2420-33E35D9EDC5A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088382" y="6386576"/>
                  <a:ext cx="774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925534E-10DC-C9E3-D6D1-F09844E941A0}"/>
                    </a:ext>
                  </a:extLst>
                </p14:cNvPr>
                <p14:cNvContentPartPr/>
                <p14:nvPr/>
              </p14:nvContentPartPr>
              <p14:xfrm>
                <a:off x="5262982" y="6361736"/>
                <a:ext cx="141480" cy="1026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925534E-10DC-C9E3-D6D1-F09844E941A0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5253982" y="6353096"/>
                  <a:ext cx="1591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BDD11F9B-A394-ADFC-05BF-F5D147CE80D6}"/>
                    </a:ext>
                  </a:extLst>
                </p14:cNvPr>
                <p14:cNvContentPartPr/>
                <p14:nvPr/>
              </p14:nvContentPartPr>
              <p14:xfrm>
                <a:off x="5444062" y="6198296"/>
                <a:ext cx="99360" cy="2379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BDD11F9B-A394-ADFC-05BF-F5D147CE80D6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435422" y="6189656"/>
                  <a:ext cx="117000" cy="25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FF7FC1BA-1773-9E8B-D1ED-AC98B46CB31C}"/>
              </a:ext>
            </a:extLst>
          </p:cNvPr>
          <p:cNvGrpSpPr/>
          <p:nvPr/>
        </p:nvGrpSpPr>
        <p:grpSpPr>
          <a:xfrm>
            <a:off x="9179782" y="5902736"/>
            <a:ext cx="204120" cy="252720"/>
            <a:chOff x="9179782" y="5902736"/>
            <a:chExt cx="204120" cy="25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134B202-7C58-4C8F-29AB-55BCF6328B52}"/>
                    </a:ext>
                  </a:extLst>
                </p14:cNvPr>
                <p14:cNvContentPartPr/>
                <p14:nvPr/>
              </p14:nvContentPartPr>
              <p14:xfrm>
                <a:off x="9202462" y="5932616"/>
                <a:ext cx="181440" cy="2228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134B202-7C58-4C8F-29AB-55BCF6328B52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193462" y="5923976"/>
                  <a:ext cx="1990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F61B4183-0CDE-907B-C0CE-D953DC231FA2}"/>
                    </a:ext>
                  </a:extLst>
                </p14:cNvPr>
                <p14:cNvContentPartPr/>
                <p14:nvPr/>
              </p14:nvContentPartPr>
              <p14:xfrm>
                <a:off x="9179782" y="5902736"/>
                <a:ext cx="133200" cy="1126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F61B4183-0CDE-907B-C0CE-D953DC231FA2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171142" y="5894096"/>
                  <a:ext cx="150840" cy="13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923FEF78-A3FD-E44F-A0AB-76221764DD32}"/>
              </a:ext>
            </a:extLst>
          </p:cNvPr>
          <p:cNvGrpSpPr/>
          <p:nvPr/>
        </p:nvGrpSpPr>
        <p:grpSpPr>
          <a:xfrm>
            <a:off x="7390942" y="6178136"/>
            <a:ext cx="1901160" cy="340200"/>
            <a:chOff x="7390942" y="6178136"/>
            <a:chExt cx="1901160" cy="34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C894343-D464-D0D6-D9DD-77DC1A91025B}"/>
                    </a:ext>
                  </a:extLst>
                </p14:cNvPr>
                <p14:cNvContentPartPr/>
                <p14:nvPr/>
              </p14:nvContentPartPr>
              <p14:xfrm>
                <a:off x="7390942" y="6294056"/>
                <a:ext cx="182160" cy="2131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C894343-D464-D0D6-D9DD-77DC1A91025B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381942" y="6285416"/>
                  <a:ext cx="1998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81FB65E8-1B1E-6DF0-66E3-A6150A30DCB9}"/>
                    </a:ext>
                  </a:extLst>
                </p14:cNvPr>
                <p14:cNvContentPartPr/>
                <p14:nvPr/>
              </p14:nvContentPartPr>
              <p14:xfrm>
                <a:off x="7541422" y="6314936"/>
                <a:ext cx="145080" cy="910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81FB65E8-1B1E-6DF0-66E3-A6150A30DCB9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532422" y="6305936"/>
                  <a:ext cx="1627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E7044F0-B3E8-FC5F-DD66-5DA2E8CC854F}"/>
                    </a:ext>
                  </a:extLst>
                </p14:cNvPr>
                <p14:cNvContentPartPr/>
                <p14:nvPr/>
              </p14:nvContentPartPr>
              <p14:xfrm>
                <a:off x="7671742" y="6307376"/>
                <a:ext cx="158760" cy="889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E7044F0-B3E8-FC5F-DD66-5DA2E8CC854F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662742" y="6298736"/>
                  <a:ext cx="1764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FFFB681-E0ED-1CBD-C4A2-27379CAD7580}"/>
                    </a:ext>
                  </a:extLst>
                </p14:cNvPr>
                <p14:cNvContentPartPr/>
                <p14:nvPr/>
              </p14:nvContentPartPr>
              <p14:xfrm>
                <a:off x="7814662" y="6267776"/>
                <a:ext cx="120240" cy="1389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FFFB681-E0ED-1CBD-C4A2-27379CAD7580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805662" y="6258776"/>
                  <a:ext cx="137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32C7975-E892-E5AA-3853-9BCC51F59E00}"/>
                    </a:ext>
                  </a:extLst>
                </p14:cNvPr>
                <p14:cNvContentPartPr/>
                <p14:nvPr/>
              </p14:nvContentPartPr>
              <p14:xfrm>
                <a:off x="8098702" y="6186416"/>
                <a:ext cx="101160" cy="2160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32C7975-E892-E5AA-3853-9BCC51F59E00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8089702" y="6177416"/>
                  <a:ext cx="1188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8C49B85-2CB8-26EF-6768-33205A23ED41}"/>
                    </a:ext>
                  </a:extLst>
                </p14:cNvPr>
                <p14:cNvContentPartPr/>
                <p14:nvPr/>
              </p14:nvContentPartPr>
              <p14:xfrm>
                <a:off x="8208862" y="6293336"/>
                <a:ext cx="78840" cy="666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8C49B85-2CB8-26EF-6768-33205A23ED41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199862" y="6284696"/>
                  <a:ext cx="964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3CBE62E-F04F-9299-8D6F-8A69D2862D25}"/>
                    </a:ext>
                  </a:extLst>
                </p14:cNvPr>
                <p14:cNvContentPartPr/>
                <p14:nvPr/>
              </p14:nvContentPartPr>
              <p14:xfrm>
                <a:off x="8338102" y="6272456"/>
                <a:ext cx="203760" cy="1076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3CBE62E-F04F-9299-8D6F-8A69D2862D25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8329102" y="6263816"/>
                  <a:ext cx="2214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64AE47B-27D5-5321-510B-DACE5561B4EA}"/>
                    </a:ext>
                  </a:extLst>
                </p14:cNvPr>
                <p14:cNvContentPartPr/>
                <p14:nvPr/>
              </p14:nvContentPartPr>
              <p14:xfrm>
                <a:off x="8553742" y="6320696"/>
                <a:ext cx="221760" cy="648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64AE47B-27D5-5321-510B-DACE5561B4EA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544742" y="6312056"/>
                  <a:ext cx="2394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B5DFE98-0E7A-49E3-D273-532ED74635AF}"/>
                    </a:ext>
                  </a:extLst>
                </p14:cNvPr>
                <p14:cNvContentPartPr/>
                <p14:nvPr/>
              </p14:nvContentPartPr>
              <p14:xfrm>
                <a:off x="8899342" y="6178136"/>
                <a:ext cx="201240" cy="1922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B5DFE98-0E7A-49E3-D273-532ED74635A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890342" y="6169496"/>
                  <a:ext cx="2188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4CA4D6D-0668-357C-289F-689A92D4C02A}"/>
                    </a:ext>
                  </a:extLst>
                </p14:cNvPr>
                <p14:cNvContentPartPr/>
                <p14:nvPr/>
              </p14:nvContentPartPr>
              <p14:xfrm>
                <a:off x="9122542" y="6295496"/>
                <a:ext cx="169560" cy="2228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4CA4D6D-0668-357C-289F-689A92D4C02A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113902" y="6286856"/>
                  <a:ext cx="187200" cy="24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3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00D27C1A-2448-CA9D-686E-B743F73CFFA6}"/>
                  </a:ext>
                </a:extLst>
              </p14:cNvPr>
              <p14:cNvContentPartPr/>
              <p14:nvPr/>
            </p14:nvContentPartPr>
            <p14:xfrm>
              <a:off x="9527182" y="6310616"/>
              <a:ext cx="105840" cy="2124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00D27C1A-2448-CA9D-686E-B743F73CFFA6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9518542" y="6301616"/>
                <a:ext cx="12348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5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9407D1F9-1AF0-BB14-4258-CB3132E5935D}"/>
                  </a:ext>
                </a:extLst>
              </p14:cNvPr>
              <p14:cNvContentPartPr/>
              <p14:nvPr/>
            </p14:nvContentPartPr>
            <p14:xfrm>
              <a:off x="9691342" y="6213416"/>
              <a:ext cx="182520" cy="15624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9407D1F9-1AF0-BB14-4258-CB3132E5935D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9682702" y="6204776"/>
                <a:ext cx="200160" cy="17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8" name="Group 187">
            <a:extLst>
              <a:ext uri="{FF2B5EF4-FFF2-40B4-BE49-F238E27FC236}">
                <a16:creationId xmlns:a16="http://schemas.microsoft.com/office/drawing/2014/main" id="{42E4C77E-6216-FE3C-5B4F-2CF0CC5E0861}"/>
              </a:ext>
            </a:extLst>
          </p:cNvPr>
          <p:cNvGrpSpPr/>
          <p:nvPr/>
        </p:nvGrpSpPr>
        <p:grpSpPr>
          <a:xfrm>
            <a:off x="9903742" y="5823176"/>
            <a:ext cx="2164320" cy="596160"/>
            <a:chOff x="9903742" y="5823176"/>
            <a:chExt cx="2164320" cy="59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8D4561B9-184A-8360-B11F-EBE0405CE525}"/>
                    </a:ext>
                  </a:extLst>
                </p14:cNvPr>
                <p14:cNvContentPartPr/>
                <p14:nvPr/>
              </p14:nvContentPartPr>
              <p14:xfrm>
                <a:off x="9903742" y="6227816"/>
                <a:ext cx="134280" cy="1148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8D4561B9-184A-8360-B11F-EBE0405CE525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895102" y="6219176"/>
                  <a:ext cx="1519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90ACA8D-015B-6BEB-66D4-2955B05D4295}"/>
                    </a:ext>
                  </a:extLst>
                </p14:cNvPr>
                <p14:cNvContentPartPr/>
                <p14:nvPr/>
              </p14:nvContentPartPr>
              <p14:xfrm>
                <a:off x="10079782" y="6145736"/>
                <a:ext cx="126000" cy="1969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90ACA8D-015B-6BEB-66D4-2955B05D4295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0071142" y="6137096"/>
                  <a:ext cx="1436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573FA35-539E-85C4-3087-18646124AABD}"/>
                    </a:ext>
                  </a:extLst>
                </p14:cNvPr>
                <p14:cNvContentPartPr/>
                <p14:nvPr/>
              </p14:nvContentPartPr>
              <p14:xfrm>
                <a:off x="10238182" y="6150416"/>
                <a:ext cx="140040" cy="1983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573FA35-539E-85C4-3087-18646124AABD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0229542" y="6141416"/>
                  <a:ext cx="1576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5803EF8-AF97-5E0D-3C18-472DF91C596E}"/>
                    </a:ext>
                  </a:extLst>
                </p14:cNvPr>
                <p14:cNvContentPartPr/>
                <p14:nvPr/>
              </p14:nvContentPartPr>
              <p14:xfrm>
                <a:off x="10515382" y="6030536"/>
                <a:ext cx="48240" cy="3888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5803EF8-AF97-5E0D-3C18-472DF91C596E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0506382" y="6021536"/>
                  <a:ext cx="6588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CC0E5E3-4E5F-3332-8D49-5066BE253F3D}"/>
                    </a:ext>
                  </a:extLst>
                </p14:cNvPr>
                <p14:cNvContentPartPr/>
                <p14:nvPr/>
              </p14:nvContentPartPr>
              <p14:xfrm>
                <a:off x="10599262" y="6145376"/>
                <a:ext cx="111600" cy="2397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CC0E5E3-4E5F-3332-8D49-5066BE253F3D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0590622" y="6136736"/>
                  <a:ext cx="1292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09BC344-8762-9F10-59A6-B8B3167F88E5}"/>
                    </a:ext>
                  </a:extLst>
                </p14:cNvPr>
                <p14:cNvContentPartPr/>
                <p14:nvPr/>
              </p14:nvContentPartPr>
              <p14:xfrm>
                <a:off x="10754782" y="6262376"/>
                <a:ext cx="90000" cy="964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09BC344-8762-9F10-59A6-B8B3167F88E5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0745782" y="6253736"/>
                  <a:ext cx="1076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8C029EA-8AD0-B7CC-7869-9205B1F823EE}"/>
                    </a:ext>
                  </a:extLst>
                </p14:cNvPr>
                <p14:cNvContentPartPr/>
                <p14:nvPr/>
              </p14:nvContentPartPr>
              <p14:xfrm>
                <a:off x="10875742" y="6247616"/>
                <a:ext cx="85680" cy="1195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8C029EA-8AD0-B7CC-7869-9205B1F823EE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0867102" y="6238976"/>
                  <a:ext cx="1033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D26C51F-9D4F-6F33-CF4D-BE916616DA81}"/>
                    </a:ext>
                  </a:extLst>
                </p14:cNvPr>
                <p14:cNvContentPartPr/>
                <p14:nvPr/>
              </p14:nvContentPartPr>
              <p14:xfrm>
                <a:off x="10998862" y="6251936"/>
                <a:ext cx="87480" cy="903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D26C51F-9D4F-6F33-CF4D-BE916616DA81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0989862" y="6242936"/>
                  <a:ext cx="1051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A3D5FE9-7A24-DC38-C9FC-C4F0D5683B50}"/>
                    </a:ext>
                  </a:extLst>
                </p14:cNvPr>
                <p14:cNvContentPartPr/>
                <p14:nvPr/>
              </p14:nvContentPartPr>
              <p14:xfrm>
                <a:off x="11130262" y="6102896"/>
                <a:ext cx="81360" cy="2174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A3D5FE9-7A24-DC38-C9FC-C4F0D5683B50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1121622" y="6093896"/>
                  <a:ext cx="990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3AC7FAD-52AB-D38B-421F-AFAD8668BF55}"/>
                    </a:ext>
                  </a:extLst>
                </p14:cNvPr>
                <p14:cNvContentPartPr/>
                <p14:nvPr/>
              </p14:nvContentPartPr>
              <p14:xfrm>
                <a:off x="11238262" y="6199016"/>
                <a:ext cx="100800" cy="1314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3AC7FAD-52AB-D38B-421F-AFAD8668BF55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1229622" y="6190376"/>
                  <a:ext cx="1184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98389B3-CCC7-9F21-F798-69EDF94DF66E}"/>
                    </a:ext>
                  </a:extLst>
                </p14:cNvPr>
                <p14:cNvContentPartPr/>
                <p14:nvPr/>
              </p14:nvContentPartPr>
              <p14:xfrm>
                <a:off x="11439862" y="5979056"/>
                <a:ext cx="142920" cy="2048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98389B3-CCC7-9F21-F798-69EDF94DF66E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1431222" y="5970416"/>
                  <a:ext cx="1605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C4A42FC6-E151-A327-3709-527E29E2E40D}"/>
                    </a:ext>
                  </a:extLst>
                </p14:cNvPr>
                <p14:cNvContentPartPr/>
                <p14:nvPr/>
              </p14:nvContentPartPr>
              <p14:xfrm>
                <a:off x="11583502" y="5916776"/>
                <a:ext cx="161640" cy="1332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C4A42FC6-E151-A327-3709-527E29E2E40D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1574502" y="5908136"/>
                  <a:ext cx="1792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90CBC066-8271-1DB9-2885-A3EB25561D40}"/>
                    </a:ext>
                  </a:extLst>
                </p14:cNvPr>
                <p14:cNvContentPartPr/>
                <p14:nvPr/>
              </p14:nvContentPartPr>
              <p14:xfrm>
                <a:off x="11860342" y="5823176"/>
                <a:ext cx="207720" cy="2077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90CBC066-8271-1DB9-2885-A3EB25561D40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1851342" y="5814176"/>
                  <a:ext cx="225360" cy="2253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PROTOTYPE 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Where the ripple is allowed to live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205740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9659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Prototype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325880"/>
            <a:ext cx="201168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63239" y="1463040"/>
            <a:ext cx="19202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Passband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325880"/>
            <a:ext cx="201168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49240" y="1463040"/>
            <a:ext cx="19202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Stopband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1325880"/>
            <a:ext cx="388620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43800" y="1463040"/>
            <a:ext cx="3794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Transition / comment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1874519"/>
            <a:ext cx="2057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02082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Butterworth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1874519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63239" y="202082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874519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49240" y="202082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1874519"/>
            <a:ext cx="3886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43800" y="2020824"/>
            <a:ext cx="3794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maximally flat; smooth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651760"/>
            <a:ext cx="20574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279806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Chebyshev 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265176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063239" y="279806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265176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49240" y="279806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2651760"/>
            <a:ext cx="38862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43800" y="2798064"/>
            <a:ext cx="3794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sharper for allowed passband ripple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429000"/>
            <a:ext cx="2057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357530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Chebyshev II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342900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063239" y="357530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monotonic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0" y="342900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49240" y="357530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79" y="3429000"/>
            <a:ext cx="3886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43800" y="3575304"/>
            <a:ext cx="3794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spend ripple in stopband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4206240"/>
            <a:ext cx="20574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" y="4352544"/>
            <a:ext cx="19659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Elliptic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420624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063239" y="435254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0" y="4206240"/>
            <a:ext cx="201168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49240" y="435254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equiripple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79" y="4206240"/>
            <a:ext cx="388620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543800" y="4352544"/>
            <a:ext cx="379476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70" b="0" i="0">
                <a:solidFill>
                  <a:srgbClr val="2A323D"/>
                </a:solidFill>
                <a:latin typeface="Arial"/>
              </a:rPr>
              <a:t>steepest transition for given order/spec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79788" y="5422393"/>
            <a:ext cx="9509760" cy="685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255014" y="5422393"/>
            <a:ext cx="50292" cy="685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426464" y="5458968"/>
            <a:ext cx="92811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22B4A"/>
                </a:solidFill>
                <a:latin typeface="Arial"/>
              </a:rPr>
              <a:t>Engineering habit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26464" y="5833872"/>
            <a:ext cx="9281160" cy="118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 dirty="0">
                <a:solidFill>
                  <a:srgbClr val="2A323D"/>
                </a:solidFill>
                <a:latin typeface="Arial"/>
              </a:rPr>
              <a:t>Choose the prototype from passband/stopband tolerances and order requirements—not from a universal ranking.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AC584129-12A3-23E7-94AC-27EFF153332C}"/>
                  </a:ext>
                </a:extLst>
              </p14:cNvPr>
              <p14:cNvContentPartPr/>
              <p14:nvPr/>
            </p14:nvContentPartPr>
            <p14:xfrm>
              <a:off x="3635062" y="3163136"/>
              <a:ext cx="697680" cy="270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AC584129-12A3-23E7-94AC-27EFF153332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26422" y="3154136"/>
                <a:ext cx="71532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CD6B80B-9076-EBF1-B8C5-EC7C2439F09B}"/>
                  </a:ext>
                </a:extLst>
              </p14:cNvPr>
              <p14:cNvContentPartPr/>
              <p14:nvPr/>
            </p14:nvContentPartPr>
            <p14:xfrm>
              <a:off x="5934382" y="3949376"/>
              <a:ext cx="657360" cy="115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CD6B80B-9076-EBF1-B8C5-EC7C2439F09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25742" y="3940376"/>
                <a:ext cx="67500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7BDE5BCF-B883-8A67-B511-96D0DE12723C}"/>
                  </a:ext>
                </a:extLst>
              </p14:cNvPr>
              <p14:cNvContentPartPr/>
              <p14:nvPr/>
            </p14:nvContentPartPr>
            <p14:xfrm>
              <a:off x="3686902" y="4715096"/>
              <a:ext cx="657000" cy="702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7BDE5BCF-B883-8A67-B511-96D0DE12723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78262" y="4706096"/>
                <a:ext cx="67464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6C19DEBC-CA28-37AB-A7A1-36CB9DE87D72}"/>
                  </a:ext>
                </a:extLst>
              </p14:cNvPr>
              <p14:cNvContentPartPr/>
              <p14:nvPr/>
            </p14:nvContentPartPr>
            <p14:xfrm>
              <a:off x="5932942" y="4735616"/>
              <a:ext cx="595800" cy="338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C19DEBC-CA28-37AB-A7A1-36CB9DE87D7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23942" y="4726616"/>
                <a:ext cx="613440" cy="51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Which prototype sounds plausible?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 • Sensor calibration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Passband amplitude must be smooth; moderate transition width is acceptable.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34840" y="141732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8114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 • Tight transition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small amount of controlled passband ripple is acceptable to lower order.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38160" y="141732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8446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Most aggressive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Ripple is acceptable in both bands and minimum order is important.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46CECAA-6CE6-38D5-78AE-AFBFACE3CFD0}"/>
              </a:ext>
            </a:extLst>
          </p:cNvPr>
          <p:cNvGrpSpPr/>
          <p:nvPr/>
        </p:nvGrpSpPr>
        <p:grpSpPr>
          <a:xfrm>
            <a:off x="967462" y="3077816"/>
            <a:ext cx="1944000" cy="298440"/>
            <a:chOff x="967462" y="3077816"/>
            <a:chExt cx="1944000" cy="29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F571E77-4389-562A-8532-4BA2B106A4FE}"/>
                    </a:ext>
                  </a:extLst>
                </p14:cNvPr>
                <p14:cNvContentPartPr/>
                <p14:nvPr/>
              </p14:nvContentPartPr>
              <p14:xfrm>
                <a:off x="1063222" y="3178976"/>
                <a:ext cx="30960" cy="183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F571E77-4389-562A-8532-4BA2B106A4F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54222" y="3169976"/>
                  <a:ext cx="486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2F54DB5-069D-DDE0-20D2-1AC56FCA8324}"/>
                    </a:ext>
                  </a:extLst>
                </p14:cNvPr>
                <p14:cNvContentPartPr/>
                <p14:nvPr/>
              </p14:nvContentPartPr>
              <p14:xfrm>
                <a:off x="967462" y="3155576"/>
                <a:ext cx="272160" cy="220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2F54DB5-069D-DDE0-20D2-1AC56FCA832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58462" y="3146576"/>
                  <a:ext cx="2898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DD0EEB5-E3BA-0512-DC09-C91329F23FA6}"/>
                    </a:ext>
                  </a:extLst>
                </p14:cNvPr>
                <p14:cNvContentPartPr/>
                <p14:nvPr/>
              </p14:nvContentPartPr>
              <p14:xfrm>
                <a:off x="1277782" y="3316856"/>
                <a:ext cx="131760" cy="44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DD0EEB5-E3BA-0512-DC09-C91329F23FA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68782" y="3307856"/>
                  <a:ext cx="1494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E665474-A06C-8DE8-9231-AC73D20417BE}"/>
                    </a:ext>
                  </a:extLst>
                </p14:cNvPr>
                <p14:cNvContentPartPr/>
                <p14:nvPr/>
              </p14:nvContentPartPr>
              <p14:xfrm>
                <a:off x="1504222" y="3173576"/>
                <a:ext cx="57960" cy="133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E665474-A06C-8DE8-9231-AC73D20417B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95582" y="3164936"/>
                  <a:ext cx="756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DC12C5D-18FE-1300-E7B5-CAD8C241D8E9}"/>
                    </a:ext>
                  </a:extLst>
                </p14:cNvPr>
                <p14:cNvContentPartPr/>
                <p14:nvPr/>
              </p14:nvContentPartPr>
              <p14:xfrm>
                <a:off x="1594582" y="3163136"/>
                <a:ext cx="67680" cy="188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DC12C5D-18FE-1300-E7B5-CAD8C241D8E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85942" y="3154136"/>
                  <a:ext cx="853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811B304-9B17-E71F-015B-0E5FB73CC655}"/>
                    </a:ext>
                  </a:extLst>
                </p14:cNvPr>
                <p14:cNvContentPartPr/>
                <p14:nvPr/>
              </p14:nvContentPartPr>
              <p14:xfrm>
                <a:off x="1470022" y="3290216"/>
                <a:ext cx="204840" cy="6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811B304-9B17-E71F-015B-0E5FB73CC65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61382" y="3281576"/>
                  <a:ext cx="2224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B59B8C2-DC47-5FBD-0210-A2060FE4764A}"/>
                    </a:ext>
                  </a:extLst>
                </p14:cNvPr>
                <p14:cNvContentPartPr/>
                <p14:nvPr/>
              </p14:nvContentPartPr>
              <p14:xfrm>
                <a:off x="1752622" y="3260696"/>
                <a:ext cx="212760" cy="90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B59B8C2-DC47-5FBD-0210-A2060FE4764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43982" y="3252056"/>
                  <a:ext cx="2304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760820A-C5B3-AC6F-62C1-3CEF09690DCF}"/>
                    </a:ext>
                  </a:extLst>
                </p14:cNvPr>
                <p14:cNvContentPartPr/>
                <p14:nvPr/>
              </p14:nvContentPartPr>
              <p14:xfrm>
                <a:off x="2035942" y="3260336"/>
                <a:ext cx="170280" cy="92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760820A-C5B3-AC6F-62C1-3CEF09690DC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27302" y="3251336"/>
                  <a:ext cx="1879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E2F78AF-B241-2ADC-4EA1-1BF70B024A52}"/>
                    </a:ext>
                  </a:extLst>
                </p14:cNvPr>
                <p14:cNvContentPartPr/>
                <p14:nvPr/>
              </p14:nvContentPartPr>
              <p14:xfrm>
                <a:off x="2300542" y="3258536"/>
                <a:ext cx="254160" cy="1011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E2F78AF-B241-2ADC-4EA1-1BF70B024A5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91542" y="3249896"/>
                  <a:ext cx="2718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E42F635-F58B-1FF4-00DF-D7FED1DEAAC9}"/>
                    </a:ext>
                  </a:extLst>
                </p14:cNvPr>
                <p14:cNvContentPartPr/>
                <p14:nvPr/>
              </p14:nvContentPartPr>
              <p14:xfrm>
                <a:off x="2536342" y="3088616"/>
                <a:ext cx="172800" cy="222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E42F635-F58B-1FF4-00DF-D7FED1DEAAC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27342" y="3079616"/>
                  <a:ext cx="1904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14028F0-BFFB-ADA5-BD1B-2AE64D20DC6B}"/>
                    </a:ext>
                  </a:extLst>
                </p14:cNvPr>
                <p14:cNvContentPartPr/>
                <p14:nvPr/>
              </p14:nvContentPartPr>
              <p14:xfrm>
                <a:off x="2705902" y="3077816"/>
                <a:ext cx="205560" cy="235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14028F0-BFFB-ADA5-BD1B-2AE64D20DC6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96902" y="3069176"/>
                  <a:ext cx="22320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8070288-A400-C646-5EF4-67B6E25222FB}"/>
              </a:ext>
            </a:extLst>
          </p:cNvPr>
          <p:cNvGrpSpPr/>
          <p:nvPr/>
        </p:nvGrpSpPr>
        <p:grpSpPr>
          <a:xfrm>
            <a:off x="4906582" y="3072776"/>
            <a:ext cx="1565280" cy="384120"/>
            <a:chOff x="4906582" y="3072776"/>
            <a:chExt cx="1565280" cy="38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6BAFBD2-5428-A0F7-DAC2-D4D3F4709B56}"/>
                    </a:ext>
                  </a:extLst>
                </p14:cNvPr>
                <p14:cNvContentPartPr/>
                <p14:nvPr/>
              </p14:nvContentPartPr>
              <p14:xfrm>
                <a:off x="4906582" y="3098336"/>
                <a:ext cx="198360" cy="188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6BAFBD2-5428-A0F7-DAC2-D4D3F4709B5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97582" y="3089696"/>
                  <a:ext cx="2160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CC9F829-BFA6-135C-86AD-E97E8591153A}"/>
                    </a:ext>
                  </a:extLst>
                </p14:cNvPr>
                <p14:cNvContentPartPr/>
                <p14:nvPr/>
              </p14:nvContentPartPr>
              <p14:xfrm>
                <a:off x="5108902" y="3083216"/>
                <a:ext cx="418680" cy="229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CC9F829-BFA6-135C-86AD-E97E8591153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099902" y="3074576"/>
                  <a:ext cx="4363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1CF99AB-6FE2-2A50-8A15-14037095B5C8}"/>
                    </a:ext>
                  </a:extLst>
                </p14:cNvPr>
                <p14:cNvContentPartPr/>
                <p14:nvPr/>
              </p14:nvContentPartPr>
              <p14:xfrm>
                <a:off x="5487982" y="3099056"/>
                <a:ext cx="178920" cy="181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1CF99AB-6FE2-2A50-8A15-14037095B5C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478982" y="3090416"/>
                  <a:ext cx="1965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9A0168F-0F39-3007-0F3E-AE42BF477693}"/>
                    </a:ext>
                  </a:extLst>
                </p14:cNvPr>
                <p14:cNvContentPartPr/>
                <p14:nvPr/>
              </p14:nvContentPartPr>
              <p14:xfrm>
                <a:off x="5693542" y="3230816"/>
                <a:ext cx="152280" cy="226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9A0168F-0F39-3007-0F3E-AE42BF47769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684902" y="3221816"/>
                  <a:ext cx="1699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F03FC88-8EDB-4078-ECBC-E0DBE5188AF7}"/>
                    </a:ext>
                  </a:extLst>
                </p14:cNvPr>
                <p14:cNvContentPartPr/>
                <p14:nvPr/>
              </p14:nvContentPartPr>
              <p14:xfrm>
                <a:off x="5826742" y="3178256"/>
                <a:ext cx="160920" cy="145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F03FC88-8EDB-4078-ECBC-E0DBE5188AF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818102" y="3169616"/>
                  <a:ext cx="1785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1DEB3BE-8129-352E-984F-953CE5B0CE25}"/>
                    </a:ext>
                  </a:extLst>
                </p14:cNvPr>
                <p14:cNvContentPartPr/>
                <p14:nvPr/>
              </p14:nvContentPartPr>
              <p14:xfrm>
                <a:off x="5932942" y="3072776"/>
                <a:ext cx="371520" cy="214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1DEB3BE-8129-352E-984F-953CE5B0CE2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923942" y="3063776"/>
                  <a:ext cx="3891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AE32524-ADA8-F761-8F10-B92CDC10BB97}"/>
                    </a:ext>
                  </a:extLst>
                </p14:cNvPr>
                <p14:cNvContentPartPr/>
                <p14:nvPr/>
              </p14:nvContentPartPr>
              <p14:xfrm>
                <a:off x="6352702" y="3139736"/>
                <a:ext cx="119160" cy="149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AE32524-ADA8-F761-8F10-B92CDC10BB9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344062" y="3130736"/>
                  <a:ext cx="136800" cy="16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621E92C-B5D6-0701-93D7-97766D1F439A}"/>
              </a:ext>
            </a:extLst>
          </p:cNvPr>
          <p:cNvGrpSpPr/>
          <p:nvPr/>
        </p:nvGrpSpPr>
        <p:grpSpPr>
          <a:xfrm>
            <a:off x="6703702" y="3049376"/>
            <a:ext cx="228960" cy="268200"/>
            <a:chOff x="6703702" y="3049376"/>
            <a:chExt cx="228960" cy="26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A8FBA03-96B6-AE13-08E0-0896B5B34906}"/>
                    </a:ext>
                  </a:extLst>
                </p14:cNvPr>
                <p14:cNvContentPartPr/>
                <p14:nvPr/>
              </p14:nvContentPartPr>
              <p14:xfrm>
                <a:off x="6809902" y="3141896"/>
                <a:ext cx="62640" cy="133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A8FBA03-96B6-AE13-08E0-0896B5B3490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801262" y="3132896"/>
                  <a:ext cx="802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2D7E8CF-208B-1692-8D62-E6FDC017EA7D}"/>
                    </a:ext>
                  </a:extLst>
                </p14:cNvPr>
                <p14:cNvContentPartPr/>
                <p14:nvPr/>
              </p14:nvContentPartPr>
              <p14:xfrm>
                <a:off x="6703702" y="3049376"/>
                <a:ext cx="138600" cy="44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2D7E8CF-208B-1692-8D62-E6FDC017EA7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95062" y="3040736"/>
                  <a:ext cx="1562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9D06391-977B-272C-459E-A4C0732CDE01}"/>
                    </a:ext>
                  </a:extLst>
                </p14:cNvPr>
                <p14:cNvContentPartPr/>
                <p14:nvPr/>
              </p14:nvContentPartPr>
              <p14:xfrm>
                <a:off x="6819982" y="3300656"/>
                <a:ext cx="112680" cy="16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9D06391-977B-272C-459E-A4C0732CDE0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811342" y="3291656"/>
                  <a:ext cx="13032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7C76B01-9715-CA3E-0759-EE1F1279A9F6}"/>
              </a:ext>
            </a:extLst>
          </p:cNvPr>
          <p:cNvGrpSpPr/>
          <p:nvPr/>
        </p:nvGrpSpPr>
        <p:grpSpPr>
          <a:xfrm>
            <a:off x="8564182" y="3081416"/>
            <a:ext cx="1263240" cy="316800"/>
            <a:chOff x="8564182" y="3081416"/>
            <a:chExt cx="1263240" cy="3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D4B0720-1D7B-FDA2-83C5-590C936BE5CC}"/>
                    </a:ext>
                  </a:extLst>
                </p14:cNvPr>
                <p14:cNvContentPartPr/>
                <p14:nvPr/>
              </p14:nvContentPartPr>
              <p14:xfrm>
                <a:off x="8638702" y="3141896"/>
                <a:ext cx="50760" cy="1688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D4B0720-1D7B-FDA2-83C5-590C936BE5C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630062" y="3132896"/>
                  <a:ext cx="684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D4818E1-6BDD-CF52-17AE-7944AC76B079}"/>
                    </a:ext>
                  </a:extLst>
                </p14:cNvPr>
                <p14:cNvContentPartPr/>
                <p14:nvPr/>
              </p14:nvContentPartPr>
              <p14:xfrm>
                <a:off x="8564182" y="3081416"/>
                <a:ext cx="137520" cy="446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D4818E1-6BDD-CF52-17AE-7944AC76B07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555542" y="3072776"/>
                  <a:ext cx="1551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AB0165E-02F8-622F-021D-80DC79AB85F3}"/>
                    </a:ext>
                  </a:extLst>
                </p14:cNvPr>
                <p14:cNvContentPartPr/>
                <p14:nvPr/>
              </p14:nvContentPartPr>
              <p14:xfrm>
                <a:off x="8633302" y="3174296"/>
                <a:ext cx="79560" cy="54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AB0165E-02F8-622F-021D-80DC79AB85F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624662" y="3165296"/>
                  <a:ext cx="972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8C720FE-FE43-7B70-F787-8213668BAADD}"/>
                    </a:ext>
                  </a:extLst>
                </p14:cNvPr>
                <p14:cNvContentPartPr/>
                <p14:nvPr/>
              </p14:nvContentPartPr>
              <p14:xfrm>
                <a:off x="8670742" y="3294896"/>
                <a:ext cx="104040" cy="11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8C720FE-FE43-7B70-F787-8213668BAAD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661742" y="3286256"/>
                  <a:ext cx="1216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A7A095C-386A-E296-C3EE-3DB9EE6CD536}"/>
                    </a:ext>
                  </a:extLst>
                </p14:cNvPr>
                <p14:cNvContentPartPr/>
                <p14:nvPr/>
              </p14:nvContentPartPr>
              <p14:xfrm>
                <a:off x="8797462" y="3089696"/>
                <a:ext cx="382320" cy="2120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A7A095C-386A-E296-C3EE-3DB9EE6CD53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788462" y="3080696"/>
                  <a:ext cx="3999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C48F049-E97C-569A-21A7-D8E4BD0726B2}"/>
                    </a:ext>
                  </a:extLst>
                </p14:cNvPr>
                <p14:cNvContentPartPr/>
                <p14:nvPr/>
              </p14:nvContentPartPr>
              <p14:xfrm>
                <a:off x="9122542" y="3124616"/>
                <a:ext cx="22320" cy="15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C48F049-E97C-569A-21A7-D8E4BD0726B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113902" y="3115616"/>
                  <a:ext cx="399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478B412-AE1D-B14D-347E-B807BF8A3EBC}"/>
                    </a:ext>
                  </a:extLst>
                </p14:cNvPr>
                <p14:cNvContentPartPr/>
                <p14:nvPr/>
              </p14:nvContentPartPr>
              <p14:xfrm>
                <a:off x="9208222" y="3193736"/>
                <a:ext cx="141120" cy="2044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478B412-AE1D-B14D-347E-B807BF8A3EB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199222" y="3184736"/>
                  <a:ext cx="1587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14167F2-D631-A790-1EE8-5505D9C821D1}"/>
                    </a:ext>
                  </a:extLst>
                </p14:cNvPr>
                <p14:cNvContentPartPr/>
                <p14:nvPr/>
              </p14:nvContentPartPr>
              <p14:xfrm>
                <a:off x="9414862" y="3094016"/>
                <a:ext cx="161640" cy="212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14167F2-D631-A790-1EE8-5505D9C821D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406222" y="3085016"/>
                  <a:ext cx="1792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8AAA286-D478-4529-A591-0ED0399BA30C}"/>
                    </a:ext>
                  </a:extLst>
                </p14:cNvPr>
                <p14:cNvContentPartPr/>
                <p14:nvPr/>
              </p14:nvContentPartPr>
              <p14:xfrm>
                <a:off x="9542662" y="3094016"/>
                <a:ext cx="10800" cy="29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8AAA286-D478-4529-A591-0ED0399BA30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533662" y="3085016"/>
                  <a:ext cx="284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69F1A1E-D118-80AD-3A3F-FFD187C27B00}"/>
                    </a:ext>
                  </a:extLst>
                </p14:cNvPr>
                <p14:cNvContentPartPr/>
                <p14:nvPr/>
              </p14:nvContentPartPr>
              <p14:xfrm>
                <a:off x="9654982" y="3169616"/>
                <a:ext cx="172440" cy="1166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69F1A1E-D118-80AD-3A3F-FFD187C27B0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646342" y="3160616"/>
                  <a:ext cx="190080" cy="1342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8C03B2-73A0-513B-9A8A-8217DCE4C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3F76B7-0958-F7DF-A4F5-D2EE23A63D19}"/>
              </a:ext>
            </a:extLst>
          </p:cNvPr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C554CF-F3B9-2566-C425-28304A1B078C}"/>
              </a:ext>
            </a:extLst>
          </p:cNvPr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Which prototype sounds plausible?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0E3DD775-3350-6237-52A5-48A8391D7058}"/>
              </a:ext>
            </a:extLst>
          </p:cNvPr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9DFA53A-81D3-E39C-9D71-A7C8A346D832}"/>
              </a:ext>
            </a:extLst>
          </p:cNvPr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BEDBA7E-4AC1-2FC5-B1C9-4F194A82498B}"/>
              </a:ext>
            </a:extLst>
          </p:cNvPr>
          <p:cNvSpPr/>
          <p:nvPr/>
        </p:nvSpPr>
        <p:spPr>
          <a:xfrm>
            <a:off x="73152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1F6888-57A5-D8E9-7AC0-4CD813D18A73}"/>
              </a:ext>
            </a:extLst>
          </p:cNvPr>
          <p:cNvSpPr/>
          <p:nvPr/>
        </p:nvSpPr>
        <p:spPr>
          <a:xfrm>
            <a:off x="731520" y="141732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9200FB-9C1B-4479-3AB2-13B90A57FB9E}"/>
              </a:ext>
            </a:extLst>
          </p:cNvPr>
          <p:cNvSpPr txBox="1"/>
          <p:nvPr/>
        </p:nvSpPr>
        <p:spPr>
          <a:xfrm>
            <a:off x="87782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 • Sensor calibration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7E062F-B7BE-FA60-B16E-189F73D34949}"/>
              </a:ext>
            </a:extLst>
          </p:cNvPr>
          <p:cNvSpPr txBox="1"/>
          <p:nvPr/>
        </p:nvSpPr>
        <p:spPr>
          <a:xfrm>
            <a:off x="87782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Passband amplitude must be smooth; moderate transition width is acceptable.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C714D4B-9DA8-ED40-177F-9DBF20CDBD04}"/>
              </a:ext>
            </a:extLst>
          </p:cNvPr>
          <p:cNvSpPr/>
          <p:nvPr/>
        </p:nvSpPr>
        <p:spPr>
          <a:xfrm>
            <a:off x="731520" y="3063240"/>
            <a:ext cx="338328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BC8B05-456C-9125-88DB-620488953038}"/>
              </a:ext>
            </a:extLst>
          </p:cNvPr>
          <p:cNvSpPr/>
          <p:nvPr/>
        </p:nvSpPr>
        <p:spPr>
          <a:xfrm>
            <a:off x="731520" y="3063240"/>
            <a:ext cx="50292" cy="12344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BA8D0F-D0E3-DC27-A49E-598F9D52B556}"/>
              </a:ext>
            </a:extLst>
          </p:cNvPr>
          <p:cNvSpPr txBox="1"/>
          <p:nvPr/>
        </p:nvSpPr>
        <p:spPr>
          <a:xfrm>
            <a:off x="877824" y="317296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0C6BDE-AF40-173F-D113-1F5753EB2407}"/>
              </a:ext>
            </a:extLst>
          </p:cNvPr>
          <p:cNvSpPr txBox="1"/>
          <p:nvPr/>
        </p:nvSpPr>
        <p:spPr>
          <a:xfrm>
            <a:off x="877824" y="3547872"/>
            <a:ext cx="315468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Butterworth is a natural first choice because it is monotonic and maximally flat.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D67E596-C988-16CB-8423-8BC05877784B}"/>
              </a:ext>
            </a:extLst>
          </p:cNvPr>
          <p:cNvSpPr/>
          <p:nvPr/>
        </p:nvSpPr>
        <p:spPr>
          <a:xfrm>
            <a:off x="443484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EE1AA7-7933-F61C-E807-29B77EC3648C}"/>
              </a:ext>
            </a:extLst>
          </p:cNvPr>
          <p:cNvSpPr/>
          <p:nvPr/>
        </p:nvSpPr>
        <p:spPr>
          <a:xfrm>
            <a:off x="4434840" y="141732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68045E-6A56-2E87-046F-BF52087E62D9}"/>
              </a:ext>
            </a:extLst>
          </p:cNvPr>
          <p:cNvSpPr txBox="1"/>
          <p:nvPr/>
        </p:nvSpPr>
        <p:spPr>
          <a:xfrm>
            <a:off x="458114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 • Tight transition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665AAD-FA99-4479-6617-F6DC74F1D83D}"/>
              </a:ext>
            </a:extLst>
          </p:cNvPr>
          <p:cNvSpPr txBox="1"/>
          <p:nvPr/>
        </p:nvSpPr>
        <p:spPr>
          <a:xfrm>
            <a:off x="458114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small amount of controlled passband ripple is acceptable to lower order.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BE97EF1-B0DD-3C75-40A1-7412B27D1F41}"/>
              </a:ext>
            </a:extLst>
          </p:cNvPr>
          <p:cNvSpPr/>
          <p:nvPr/>
        </p:nvSpPr>
        <p:spPr>
          <a:xfrm>
            <a:off x="4434840" y="3063240"/>
            <a:ext cx="338328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61027E-3639-2724-EF60-7D7F16A30CF5}"/>
              </a:ext>
            </a:extLst>
          </p:cNvPr>
          <p:cNvSpPr/>
          <p:nvPr/>
        </p:nvSpPr>
        <p:spPr>
          <a:xfrm>
            <a:off x="4434840" y="306324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4D22FA-951E-BC55-DAEB-400E03F313A4}"/>
              </a:ext>
            </a:extLst>
          </p:cNvPr>
          <p:cNvSpPr txBox="1"/>
          <p:nvPr/>
        </p:nvSpPr>
        <p:spPr>
          <a:xfrm>
            <a:off x="4581144" y="317296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8F883E-7CA7-7188-F21A-D717BAC7AD39}"/>
              </a:ext>
            </a:extLst>
          </p:cNvPr>
          <p:cNvSpPr txBox="1"/>
          <p:nvPr/>
        </p:nvSpPr>
        <p:spPr>
          <a:xfrm>
            <a:off x="4581144" y="3547872"/>
            <a:ext cx="315468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Chebyshev I trades passband ripple for a sharper transition.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D680862-A431-42F4-F14A-AC76022B48BD}"/>
              </a:ext>
            </a:extLst>
          </p:cNvPr>
          <p:cNvSpPr/>
          <p:nvPr/>
        </p:nvSpPr>
        <p:spPr>
          <a:xfrm>
            <a:off x="8138160" y="1417320"/>
            <a:ext cx="338328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FAFC5D-68C9-080F-3628-72F3F9513993}"/>
              </a:ext>
            </a:extLst>
          </p:cNvPr>
          <p:cNvSpPr/>
          <p:nvPr/>
        </p:nvSpPr>
        <p:spPr>
          <a:xfrm>
            <a:off x="8138160" y="141732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4A01B7-F3FD-7A1D-A452-4784F2EC2276}"/>
              </a:ext>
            </a:extLst>
          </p:cNvPr>
          <p:cNvSpPr txBox="1"/>
          <p:nvPr/>
        </p:nvSpPr>
        <p:spPr>
          <a:xfrm>
            <a:off x="828446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Most aggressive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F98167-DFFE-3A6E-77EA-CFE3819D8BBF}"/>
              </a:ext>
            </a:extLst>
          </p:cNvPr>
          <p:cNvSpPr txBox="1"/>
          <p:nvPr/>
        </p:nvSpPr>
        <p:spPr>
          <a:xfrm>
            <a:off x="8284464" y="1901952"/>
            <a:ext cx="315468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Ripple is acceptable in both bands and minimum order is important.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8307643-5311-BDD4-4EC0-11B8602AE044}"/>
              </a:ext>
            </a:extLst>
          </p:cNvPr>
          <p:cNvSpPr/>
          <p:nvPr/>
        </p:nvSpPr>
        <p:spPr>
          <a:xfrm>
            <a:off x="8138160" y="3063240"/>
            <a:ext cx="338328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0DC9F91-48E6-9872-DAF1-9C2AC33740F9}"/>
              </a:ext>
            </a:extLst>
          </p:cNvPr>
          <p:cNvSpPr/>
          <p:nvPr/>
        </p:nvSpPr>
        <p:spPr>
          <a:xfrm>
            <a:off x="8138160" y="3063240"/>
            <a:ext cx="50292" cy="12344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D05952-6416-3625-64AA-D1B89F153320}"/>
              </a:ext>
            </a:extLst>
          </p:cNvPr>
          <p:cNvSpPr txBox="1"/>
          <p:nvPr/>
        </p:nvSpPr>
        <p:spPr>
          <a:xfrm>
            <a:off x="8284464" y="317296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1DAEA9-E44B-7A60-8D68-02D15A674A2D}"/>
              </a:ext>
            </a:extLst>
          </p:cNvPr>
          <p:cNvSpPr txBox="1"/>
          <p:nvPr/>
        </p:nvSpPr>
        <p:spPr>
          <a:xfrm>
            <a:off x="8284464" y="3547872"/>
            <a:ext cx="315468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Elliptic is often the most aggressive classical choice.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330B36-45F2-2463-2243-5C8A2DFE7104}"/>
              </a:ext>
            </a:extLst>
          </p:cNvPr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5A1F52-DC22-7A0F-9880-62DD96787CDC}"/>
              </a:ext>
            </a:extLst>
          </p:cNvPr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  <p:extLst>
      <p:ext uri="{BB962C8B-B14F-4D97-AF65-F5344CB8AC3E}">
        <p14:creationId xmlns:p14="http://schemas.microsoft.com/office/powerpoint/2010/main" val="3538382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ANALOG → DIGITAL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What must a useful domain map preserve?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15544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31546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Analog stable poles satisfy Re{s}&lt;0. They must map to |z|&lt;1.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832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50292" cy="15544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Frequency axis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1901952"/>
            <a:ext cx="31546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analog jΩ axis should map to the digital unit circle z=e^{jω}.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17320"/>
            <a:ext cx="33832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50292" cy="15544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4464" y="152704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One-to-one 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1901952"/>
            <a:ext cx="31546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Avoid aliasing of multiple analog frequencies onto the same digital frequency.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99669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100" b="1" i="0">
                <a:solidFill>
                  <a:srgbClr val="122B4A"/>
                </a:solidFill>
                <a:latin typeface="Arial"/>
              </a:rPr>
              <a:t>The bilinear transform satisfies these properties—but its price is nonlinear frequency warping.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8AC61E6-BB06-E829-4279-0147FC15A522}"/>
              </a:ext>
            </a:extLst>
          </p:cNvPr>
          <p:cNvGrpSpPr/>
          <p:nvPr/>
        </p:nvGrpSpPr>
        <p:grpSpPr>
          <a:xfrm>
            <a:off x="8256022" y="4539776"/>
            <a:ext cx="1599840" cy="304200"/>
            <a:chOff x="8256022" y="4539776"/>
            <a:chExt cx="1599840" cy="30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DF44401-64CF-EFD3-5741-1A0F7F72203C}"/>
                    </a:ext>
                  </a:extLst>
                </p14:cNvPr>
                <p14:cNvContentPartPr/>
                <p14:nvPr/>
              </p14:nvContentPartPr>
              <p14:xfrm>
                <a:off x="8303902" y="4662176"/>
                <a:ext cx="45360" cy="132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DF44401-64CF-EFD3-5741-1A0F7F72203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294902" y="4653536"/>
                  <a:ext cx="630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C982153-338E-85F1-5EBC-48F2CD9B9FB5}"/>
                    </a:ext>
                  </a:extLst>
                </p14:cNvPr>
                <p14:cNvContentPartPr/>
                <p14:nvPr/>
              </p14:nvContentPartPr>
              <p14:xfrm>
                <a:off x="8256022" y="4612496"/>
                <a:ext cx="212760" cy="231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C982153-338E-85F1-5EBC-48F2CD9B9FB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247022" y="4603856"/>
                  <a:ext cx="2304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253DDFB-A4C2-EC61-E1AA-FD8E94E7A6EE}"/>
                    </a:ext>
                  </a:extLst>
                </p14:cNvPr>
                <p14:cNvContentPartPr/>
                <p14:nvPr/>
              </p14:nvContentPartPr>
              <p14:xfrm>
                <a:off x="8516662" y="4757936"/>
                <a:ext cx="115560" cy="65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253DDFB-A4C2-EC61-E1AA-FD8E94E7A6E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07662" y="4748936"/>
                  <a:ext cx="1332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ADD2B1E-AA74-A25D-B8BD-4E604A32CCCA}"/>
                    </a:ext>
                  </a:extLst>
                </p14:cNvPr>
                <p14:cNvContentPartPr/>
                <p14:nvPr/>
              </p14:nvContentPartPr>
              <p14:xfrm>
                <a:off x="8633302" y="4598456"/>
                <a:ext cx="78840" cy="164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ADD2B1E-AA74-A25D-B8BD-4E604A32CCC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624662" y="4589456"/>
                  <a:ext cx="964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C7D9169-694F-B815-6A89-4777EA34CCF3}"/>
                    </a:ext>
                  </a:extLst>
                </p14:cNvPr>
                <p14:cNvContentPartPr/>
                <p14:nvPr/>
              </p14:nvContentPartPr>
              <p14:xfrm>
                <a:off x="8723662" y="4614296"/>
                <a:ext cx="69120" cy="1710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C7D9169-694F-B815-6A89-4777EA34CCF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715022" y="4605656"/>
                  <a:ext cx="867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7D421E9-0967-4D27-B76E-BAE44DDB68FE}"/>
                    </a:ext>
                  </a:extLst>
                </p14:cNvPr>
                <p14:cNvContentPartPr/>
                <p14:nvPr/>
              </p14:nvContentPartPr>
              <p14:xfrm>
                <a:off x="8691982" y="4683056"/>
                <a:ext cx="347400" cy="108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7D421E9-0967-4D27-B76E-BAE44DDB68F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682982" y="4674056"/>
                  <a:ext cx="3650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1A6BC62-E286-F579-F7E1-AE57C0DBC36E}"/>
                    </a:ext>
                  </a:extLst>
                </p14:cNvPr>
                <p14:cNvContentPartPr/>
                <p14:nvPr/>
              </p14:nvContentPartPr>
              <p14:xfrm>
                <a:off x="9112102" y="4715096"/>
                <a:ext cx="223560" cy="102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1A6BC62-E286-F579-F7E1-AE57C0DBC36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103102" y="4706456"/>
                  <a:ext cx="2412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7B61F21-6946-E80A-B963-CEF320C3B773}"/>
                    </a:ext>
                  </a:extLst>
                </p14:cNvPr>
                <p14:cNvContentPartPr/>
                <p14:nvPr/>
              </p14:nvContentPartPr>
              <p14:xfrm>
                <a:off x="9334582" y="4666136"/>
                <a:ext cx="208440" cy="131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7B61F21-6946-E80A-B963-CEF320C3B77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325942" y="4657136"/>
                  <a:ext cx="2260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7E6D920-E322-9ECA-8CAF-06578E5B2379}"/>
                    </a:ext>
                  </a:extLst>
                </p14:cNvPr>
                <p14:cNvContentPartPr/>
                <p14:nvPr/>
              </p14:nvContentPartPr>
              <p14:xfrm>
                <a:off x="9579742" y="4555976"/>
                <a:ext cx="87120" cy="185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7E6D920-E322-9ECA-8CAF-06578E5B237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71102" y="4546976"/>
                  <a:ext cx="1047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DFBF8AD-664A-758A-8F1E-0767ABD17C0B}"/>
                    </a:ext>
                  </a:extLst>
                </p14:cNvPr>
                <p14:cNvContentPartPr/>
                <p14:nvPr/>
              </p14:nvContentPartPr>
              <p14:xfrm>
                <a:off x="9590542" y="4688816"/>
                <a:ext cx="120960" cy="334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DFBF8AD-664A-758A-8F1E-0767ABD17C0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81542" y="4679816"/>
                  <a:ext cx="1386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9463BDC-6B7D-24E7-8EF7-EB1B8E11A444}"/>
                    </a:ext>
                  </a:extLst>
                </p14:cNvPr>
                <p14:cNvContentPartPr/>
                <p14:nvPr/>
              </p14:nvContentPartPr>
              <p14:xfrm>
                <a:off x="9685942" y="4539776"/>
                <a:ext cx="169920" cy="208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9463BDC-6B7D-24E7-8EF7-EB1B8E11A44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677302" y="4531136"/>
                  <a:ext cx="187560" cy="22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D0583E1-F78E-590B-66CC-86769AC305E1}"/>
                  </a:ext>
                </a:extLst>
              </p14:cNvPr>
              <p14:cNvContentPartPr/>
              <p14:nvPr/>
            </p14:nvContentPartPr>
            <p14:xfrm>
              <a:off x="9478582" y="4987256"/>
              <a:ext cx="53640" cy="16088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D0583E1-F78E-590B-66CC-86769AC305E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469942" y="4978256"/>
                <a:ext cx="71280" cy="1626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EE24E191-1D31-7386-7C42-8394CBEFA182}"/>
              </a:ext>
            </a:extLst>
          </p:cNvPr>
          <p:cNvGrpSpPr/>
          <p:nvPr/>
        </p:nvGrpSpPr>
        <p:grpSpPr>
          <a:xfrm>
            <a:off x="10431142" y="4770536"/>
            <a:ext cx="276840" cy="275400"/>
            <a:chOff x="10431142" y="4770536"/>
            <a:chExt cx="276840" cy="27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832F378-4BD7-B840-2360-47CF2D62F72E}"/>
                    </a:ext>
                  </a:extLst>
                </p14:cNvPr>
                <p14:cNvContentPartPr/>
                <p14:nvPr/>
              </p14:nvContentPartPr>
              <p14:xfrm>
                <a:off x="10510702" y="4886816"/>
                <a:ext cx="88920" cy="105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832F378-4BD7-B840-2360-47CF2D62F72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501702" y="4878176"/>
                  <a:ext cx="1065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E7A6D2D-065F-96E8-422C-F4FA25F3EA82}"/>
                    </a:ext>
                  </a:extLst>
                </p14:cNvPr>
                <p14:cNvContentPartPr/>
                <p14:nvPr/>
              </p14:nvContentPartPr>
              <p14:xfrm>
                <a:off x="10664422" y="4848296"/>
                <a:ext cx="43560" cy="165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E7A6D2D-065F-96E8-422C-F4FA25F3EA8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655422" y="4839296"/>
                  <a:ext cx="612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D3B0585-4CAA-3156-29CC-680B17A13D0C}"/>
                    </a:ext>
                  </a:extLst>
                </p14:cNvPr>
                <p14:cNvContentPartPr/>
                <p14:nvPr/>
              </p14:nvContentPartPr>
              <p14:xfrm>
                <a:off x="10431142" y="4770536"/>
                <a:ext cx="273600" cy="275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D3B0585-4CAA-3156-29CC-680B17A13D0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422502" y="4761536"/>
                  <a:ext cx="291240" cy="29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AC9670D2-DB52-6C52-8AD9-DB152C097C82}"/>
                  </a:ext>
                </a:extLst>
              </p14:cNvPr>
              <p14:cNvContentPartPr/>
              <p14:nvPr/>
            </p14:nvContentPartPr>
            <p14:xfrm>
              <a:off x="9687382" y="5267696"/>
              <a:ext cx="73440" cy="115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C9670D2-DB52-6C52-8AD9-DB152C097C8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678382" y="5259056"/>
                <a:ext cx="91080" cy="2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6F3D45CE-5D61-033C-7256-8F2BEE869F25}"/>
              </a:ext>
            </a:extLst>
          </p:cNvPr>
          <p:cNvGrpSpPr/>
          <p:nvPr/>
        </p:nvGrpSpPr>
        <p:grpSpPr>
          <a:xfrm>
            <a:off x="9169342" y="5252216"/>
            <a:ext cx="341640" cy="42120"/>
            <a:chOff x="9169342" y="5252216"/>
            <a:chExt cx="341640" cy="4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E5139E6-BAE7-0F97-6E7B-A2D1A9966751}"/>
                    </a:ext>
                  </a:extLst>
                </p14:cNvPr>
                <p14:cNvContentPartPr/>
                <p14:nvPr/>
              </p14:nvContentPartPr>
              <p14:xfrm>
                <a:off x="9363022" y="5252216"/>
                <a:ext cx="147960" cy="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E5139E6-BAE7-0F97-6E7B-A2D1A996675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354022" y="5243576"/>
                  <a:ext cx="165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7B72BF5-6CA8-52CD-34EC-5E95317F5823}"/>
                    </a:ext>
                  </a:extLst>
                </p14:cNvPr>
                <p14:cNvContentPartPr/>
                <p14:nvPr/>
              </p14:nvContentPartPr>
              <p14:xfrm>
                <a:off x="9169342" y="5263016"/>
                <a:ext cx="97200" cy="31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7B72BF5-6CA8-52CD-34EC-5E95317F582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160342" y="5254016"/>
                  <a:ext cx="114840" cy="4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7407D621-CAE3-080F-E65E-17C8355F782E}"/>
                  </a:ext>
                </a:extLst>
              </p14:cNvPr>
              <p14:cNvContentPartPr/>
              <p14:nvPr/>
            </p14:nvContentPartPr>
            <p14:xfrm>
              <a:off x="8973862" y="5353376"/>
              <a:ext cx="360" cy="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7407D621-CAE3-080F-E65E-17C8355F782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964862" y="534437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CB88F75-297C-81CC-D4BB-E83899E83AF6}"/>
                  </a:ext>
                </a:extLst>
              </p14:cNvPr>
              <p14:cNvContentPartPr/>
              <p14:nvPr/>
            </p14:nvContentPartPr>
            <p14:xfrm>
              <a:off x="10100662" y="5613656"/>
              <a:ext cx="360" cy="3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CB88F75-297C-81CC-D4BB-E83899E83AF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092022" y="560501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6B2606A1-1982-1103-B360-1BDDCE384E6B}"/>
              </a:ext>
            </a:extLst>
          </p:cNvPr>
          <p:cNvGrpSpPr/>
          <p:nvPr/>
        </p:nvGrpSpPr>
        <p:grpSpPr>
          <a:xfrm>
            <a:off x="8222902" y="5755856"/>
            <a:ext cx="2558520" cy="565560"/>
            <a:chOff x="8222902" y="5755856"/>
            <a:chExt cx="2558520" cy="56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9B9188C-FF3F-A0C5-AD5B-BF06703E5223}"/>
                    </a:ext>
                  </a:extLst>
                </p14:cNvPr>
                <p14:cNvContentPartPr/>
                <p14:nvPr/>
              </p14:nvContentPartPr>
              <p14:xfrm>
                <a:off x="9599182" y="5768096"/>
                <a:ext cx="576360" cy="553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9B9188C-FF3F-A0C5-AD5B-BF06703E522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590542" y="5759096"/>
                  <a:ext cx="594000" cy="57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D2DDED0-17A0-D37A-F3B0-7DB866365BD8}"/>
                    </a:ext>
                  </a:extLst>
                </p14:cNvPr>
                <p14:cNvContentPartPr/>
                <p14:nvPr/>
              </p14:nvContentPartPr>
              <p14:xfrm>
                <a:off x="9203542" y="6210896"/>
                <a:ext cx="41400" cy="252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D2DDED0-17A0-D37A-F3B0-7DB866365BD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194902" y="6202256"/>
                  <a:ext cx="590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902CCD5-3753-B696-1A18-F67EFC7B8EA6}"/>
                    </a:ext>
                  </a:extLst>
                </p14:cNvPr>
                <p14:cNvContentPartPr/>
                <p14:nvPr/>
              </p14:nvContentPartPr>
              <p14:xfrm>
                <a:off x="8951542" y="5755856"/>
                <a:ext cx="17280" cy="108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902CCD5-3753-B696-1A18-F67EFC7B8EA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942902" y="5746856"/>
                  <a:ext cx="34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A5B3D93-6AF3-3BBA-1029-78E55E3A0881}"/>
                    </a:ext>
                  </a:extLst>
                </p14:cNvPr>
                <p14:cNvContentPartPr/>
                <p14:nvPr/>
              </p14:nvContentPartPr>
              <p14:xfrm>
                <a:off x="8222902" y="5783576"/>
                <a:ext cx="2558520" cy="27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A5B3D93-6AF3-3BBA-1029-78E55E3A088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214262" y="5774936"/>
                  <a:ext cx="2576160" cy="4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3C8C4A0A-004E-E724-0BB5-CBAADF0E37D3}"/>
                  </a:ext>
                </a:extLst>
              </p14:cNvPr>
              <p14:cNvContentPartPr/>
              <p14:nvPr/>
            </p14:nvContentPartPr>
            <p14:xfrm>
              <a:off x="10121902" y="5470016"/>
              <a:ext cx="234720" cy="698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3C8C4A0A-004E-E724-0BB5-CBAADF0E37D3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0113262" y="5461376"/>
                <a:ext cx="25236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0DF325BE-FE71-16B4-F3C3-D2493256B03D}"/>
                  </a:ext>
                </a:extLst>
              </p14:cNvPr>
              <p14:cNvContentPartPr/>
              <p14:nvPr/>
            </p14:nvContentPartPr>
            <p14:xfrm>
              <a:off x="10499542" y="5283536"/>
              <a:ext cx="248040" cy="1659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0DF325BE-FE71-16B4-F3C3-D2493256B03D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0490542" y="5274536"/>
                <a:ext cx="265680" cy="183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42C6AE37-2921-1E1A-D7C3-6B898BF4B0DE}"/>
              </a:ext>
            </a:extLst>
          </p:cNvPr>
          <p:cNvGrpSpPr/>
          <p:nvPr/>
        </p:nvGrpSpPr>
        <p:grpSpPr>
          <a:xfrm>
            <a:off x="10792582" y="5130176"/>
            <a:ext cx="982440" cy="588960"/>
            <a:chOff x="10792582" y="5130176"/>
            <a:chExt cx="982440" cy="58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AD54788-0F9D-FE74-89B5-DE9B1514D0D5}"/>
                    </a:ext>
                  </a:extLst>
                </p14:cNvPr>
                <p14:cNvContentPartPr/>
                <p14:nvPr/>
              </p14:nvContentPartPr>
              <p14:xfrm>
                <a:off x="10792582" y="5387576"/>
                <a:ext cx="87480" cy="835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AD54788-0F9D-FE74-89B5-DE9B1514D0D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783582" y="5378936"/>
                  <a:ext cx="1051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7483F8C-41C6-AB96-AB95-02F6F0528C97}"/>
                    </a:ext>
                  </a:extLst>
                </p14:cNvPr>
                <p14:cNvContentPartPr/>
                <p14:nvPr/>
              </p14:nvContentPartPr>
              <p14:xfrm>
                <a:off x="11083822" y="5245736"/>
                <a:ext cx="91080" cy="1119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7483F8C-41C6-AB96-AB95-02F6F0528C9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075182" y="5236736"/>
                  <a:ext cx="1087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055B7EC-8790-E60A-A0D7-20E016C0DFAC}"/>
                    </a:ext>
                  </a:extLst>
                </p14:cNvPr>
                <p14:cNvContentPartPr/>
                <p14:nvPr/>
              </p14:nvContentPartPr>
              <p14:xfrm>
                <a:off x="11190022" y="5278856"/>
                <a:ext cx="122400" cy="73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055B7EC-8790-E60A-A0D7-20E016C0DFA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181382" y="5270216"/>
                  <a:ext cx="1400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3356C9D-DF80-C9E7-39C6-8B09E570B353}"/>
                    </a:ext>
                  </a:extLst>
                </p14:cNvPr>
                <p14:cNvContentPartPr/>
                <p14:nvPr/>
              </p14:nvContentPartPr>
              <p14:xfrm>
                <a:off x="11349142" y="5130176"/>
                <a:ext cx="183960" cy="1908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3356C9D-DF80-C9E7-39C6-8B09E570B35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1340502" y="5121536"/>
                  <a:ext cx="2016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A136EBB-E985-2CB3-5267-8754EB078BD1}"/>
                    </a:ext>
                  </a:extLst>
                </p14:cNvPr>
                <p14:cNvContentPartPr/>
                <p14:nvPr/>
              </p14:nvContentPartPr>
              <p14:xfrm>
                <a:off x="11520142" y="5135216"/>
                <a:ext cx="360" cy="6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A136EBB-E985-2CB3-5267-8754EB078BD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511502" y="5126576"/>
                  <a:ext cx="180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2244A44-F1A7-3700-1435-20382DED1180}"/>
                    </a:ext>
                  </a:extLst>
                </p14:cNvPr>
                <p14:cNvContentPartPr/>
                <p14:nvPr/>
              </p14:nvContentPartPr>
              <p14:xfrm>
                <a:off x="11589262" y="5236376"/>
                <a:ext cx="111600" cy="468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2244A44-F1A7-3700-1435-20382DED118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580622" y="5227376"/>
                  <a:ext cx="1292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95AD71B-8366-DD08-369A-41C8CB5F319A}"/>
                    </a:ext>
                  </a:extLst>
                </p14:cNvPr>
                <p14:cNvContentPartPr/>
                <p14:nvPr/>
              </p14:nvContentPartPr>
              <p14:xfrm>
                <a:off x="11710582" y="5156816"/>
                <a:ext cx="64440" cy="1386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95AD71B-8366-DD08-369A-41C8CB5F319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701582" y="5148176"/>
                  <a:ext cx="820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5280ED4-588F-0A9C-D361-61E0CED6E2D8}"/>
                    </a:ext>
                  </a:extLst>
                </p14:cNvPr>
                <p14:cNvContentPartPr/>
                <p14:nvPr/>
              </p14:nvContentPartPr>
              <p14:xfrm>
                <a:off x="11029462" y="5618696"/>
                <a:ext cx="129240" cy="860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5280ED4-588F-0A9C-D361-61E0CED6E2D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020822" y="5609696"/>
                  <a:ext cx="1468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EFE94B7-8F41-2341-8F58-557D616E2C65}"/>
                    </a:ext>
                  </a:extLst>
                </p14:cNvPr>
                <p14:cNvContentPartPr/>
                <p14:nvPr/>
              </p14:nvContentPartPr>
              <p14:xfrm>
                <a:off x="11177782" y="5656496"/>
                <a:ext cx="38880" cy="62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EFE94B7-8F41-2341-8F58-557D616E2C6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168782" y="5647496"/>
                  <a:ext cx="565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914F518-F4B3-34A4-09C9-FE35EB545734}"/>
                    </a:ext>
                  </a:extLst>
                </p14:cNvPr>
                <p14:cNvContentPartPr/>
                <p14:nvPr/>
              </p14:nvContentPartPr>
              <p14:xfrm>
                <a:off x="11179942" y="5555336"/>
                <a:ext cx="14040" cy="38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914F518-F4B3-34A4-09C9-FE35EB54573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171302" y="5546336"/>
                  <a:ext cx="316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4C4682A-9583-370D-9219-5F20255B1AA8}"/>
                    </a:ext>
                  </a:extLst>
                </p14:cNvPr>
                <p14:cNvContentPartPr/>
                <p14:nvPr/>
              </p14:nvContentPartPr>
              <p14:xfrm>
                <a:off x="11259502" y="5596016"/>
                <a:ext cx="27360" cy="957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4C4682A-9583-370D-9219-5F20255B1AA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250502" y="5587376"/>
                  <a:ext cx="450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B489A19-8A1D-C126-07AE-89B730DCA48B}"/>
                    </a:ext>
                  </a:extLst>
                </p14:cNvPr>
                <p14:cNvContentPartPr/>
                <p14:nvPr/>
              </p14:nvContentPartPr>
              <p14:xfrm>
                <a:off x="11378302" y="5431136"/>
                <a:ext cx="350280" cy="2581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B489A19-8A1D-C126-07AE-89B730DCA48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369302" y="5422496"/>
                  <a:ext cx="367920" cy="27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3626CE4-75BE-7E31-FB22-12673E342699}"/>
              </a:ext>
            </a:extLst>
          </p:cNvPr>
          <p:cNvGrpSpPr/>
          <p:nvPr/>
        </p:nvGrpSpPr>
        <p:grpSpPr>
          <a:xfrm>
            <a:off x="9095182" y="5215136"/>
            <a:ext cx="196200" cy="124560"/>
            <a:chOff x="9095182" y="5215136"/>
            <a:chExt cx="196200" cy="12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5D9A0C1-B2DB-A475-525B-D6A09223996F}"/>
                    </a:ext>
                  </a:extLst>
                </p14:cNvPr>
                <p14:cNvContentPartPr/>
                <p14:nvPr/>
              </p14:nvContentPartPr>
              <p14:xfrm>
                <a:off x="9095182" y="5229536"/>
                <a:ext cx="196200" cy="1054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5D9A0C1-B2DB-A475-525B-D6A09223996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086182" y="5220536"/>
                  <a:ext cx="2138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ED2B0E1-C022-FD4A-7E75-32B30B288D36}"/>
                    </a:ext>
                  </a:extLst>
                </p14:cNvPr>
                <p14:cNvContentPartPr/>
                <p14:nvPr/>
              </p14:nvContentPartPr>
              <p14:xfrm>
                <a:off x="9152782" y="5215136"/>
                <a:ext cx="55080" cy="124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ED2B0E1-C022-FD4A-7E75-32B30B288D3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143782" y="5206136"/>
                  <a:ext cx="7272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1AA70C8-7218-339E-088A-A4799FB74619}"/>
              </a:ext>
            </a:extLst>
          </p:cNvPr>
          <p:cNvGrpSpPr/>
          <p:nvPr/>
        </p:nvGrpSpPr>
        <p:grpSpPr>
          <a:xfrm>
            <a:off x="8787742" y="5539496"/>
            <a:ext cx="258840" cy="108360"/>
            <a:chOff x="8787742" y="5539496"/>
            <a:chExt cx="258840" cy="10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8835E3F-E5C9-A361-E7CB-66D3FAE7B609}"/>
                    </a:ext>
                  </a:extLst>
                </p14:cNvPr>
                <p14:cNvContentPartPr/>
                <p14:nvPr/>
              </p14:nvContentPartPr>
              <p14:xfrm>
                <a:off x="8787742" y="5539496"/>
                <a:ext cx="258840" cy="108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8835E3F-E5C9-A361-E7CB-66D3FAE7B60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778742" y="5530496"/>
                  <a:ext cx="2764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27F2AD3-90CA-ACB0-1592-0F40CE4B0F35}"/>
                    </a:ext>
                  </a:extLst>
                </p14:cNvPr>
                <p14:cNvContentPartPr/>
                <p14:nvPr/>
              </p14:nvContentPartPr>
              <p14:xfrm>
                <a:off x="8871622" y="5549936"/>
                <a:ext cx="108000" cy="972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27F2AD3-90CA-ACB0-1592-0F40CE4B0F3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862622" y="5541296"/>
                  <a:ext cx="12564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50126F94-958E-13E5-74AA-E19D513D0795}"/>
              </a:ext>
            </a:extLst>
          </p:cNvPr>
          <p:cNvGrpSpPr/>
          <p:nvPr/>
        </p:nvGrpSpPr>
        <p:grpSpPr>
          <a:xfrm>
            <a:off x="8878102" y="6007136"/>
            <a:ext cx="499320" cy="293040"/>
            <a:chOff x="8878102" y="6007136"/>
            <a:chExt cx="49932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159DC04-EC75-3B59-06C3-092F502E2B06}"/>
                    </a:ext>
                  </a:extLst>
                </p14:cNvPr>
                <p14:cNvContentPartPr/>
                <p14:nvPr/>
              </p14:nvContentPartPr>
              <p14:xfrm>
                <a:off x="8878102" y="6021176"/>
                <a:ext cx="170280" cy="338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159DC04-EC75-3B59-06C3-092F502E2B06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869102" y="6012536"/>
                  <a:ext cx="1879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2E0A87E-E6CD-5F6E-BFCD-3785D28D5922}"/>
                    </a:ext>
                  </a:extLst>
                </p14:cNvPr>
                <p14:cNvContentPartPr/>
                <p14:nvPr/>
              </p14:nvContentPartPr>
              <p14:xfrm>
                <a:off x="8981782" y="6007136"/>
                <a:ext cx="72000" cy="99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2E0A87E-E6CD-5F6E-BFCD-3785D28D592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973142" y="5998496"/>
                  <a:ext cx="8964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B654CDA-5628-F906-9E20-41BD5838B731}"/>
                    </a:ext>
                  </a:extLst>
                </p14:cNvPr>
                <p14:cNvContentPartPr/>
                <p14:nvPr/>
              </p14:nvContentPartPr>
              <p14:xfrm>
                <a:off x="9138382" y="6214496"/>
                <a:ext cx="239040" cy="540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B654CDA-5628-F906-9E20-41BD5838B73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129742" y="6205856"/>
                  <a:ext cx="2566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7614969-55EE-43FD-A9BC-FFC67F41A1C5}"/>
                    </a:ext>
                  </a:extLst>
                </p14:cNvPr>
                <p14:cNvContentPartPr/>
                <p14:nvPr/>
              </p14:nvContentPartPr>
              <p14:xfrm>
                <a:off x="9286342" y="6187856"/>
                <a:ext cx="65160" cy="1123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7614969-55EE-43FD-A9BC-FFC67F41A1C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277342" y="6179216"/>
                  <a:ext cx="8280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21D8808-5B33-00B8-F755-0060FEFE96E1}"/>
              </a:ext>
            </a:extLst>
          </p:cNvPr>
          <p:cNvGrpSpPr/>
          <p:nvPr/>
        </p:nvGrpSpPr>
        <p:grpSpPr>
          <a:xfrm>
            <a:off x="6436942" y="4981136"/>
            <a:ext cx="1521720" cy="655200"/>
            <a:chOff x="6436942" y="4981136"/>
            <a:chExt cx="1521720" cy="65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805121A-2FA4-0BA4-99DB-83C5F32057E4}"/>
                    </a:ext>
                  </a:extLst>
                </p14:cNvPr>
                <p14:cNvContentPartPr/>
                <p14:nvPr/>
              </p14:nvContentPartPr>
              <p14:xfrm>
                <a:off x="6753742" y="5485856"/>
                <a:ext cx="761040" cy="1504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805121A-2FA4-0BA4-99DB-83C5F32057E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744742" y="5477216"/>
                  <a:ext cx="7786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0D5A320-7C35-8E3B-D450-ABADFEA927D3}"/>
                    </a:ext>
                  </a:extLst>
                </p14:cNvPr>
                <p14:cNvContentPartPr/>
                <p14:nvPr/>
              </p14:nvContentPartPr>
              <p14:xfrm>
                <a:off x="6436942" y="4986536"/>
                <a:ext cx="230400" cy="2700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0D5A320-7C35-8E3B-D450-ABADFEA927D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428302" y="4977896"/>
                  <a:ext cx="24804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2520DE9-27A7-7B0B-4350-53466E094EBC}"/>
                    </a:ext>
                  </a:extLst>
                </p14:cNvPr>
                <p14:cNvContentPartPr/>
                <p14:nvPr/>
              </p14:nvContentPartPr>
              <p14:xfrm>
                <a:off x="6674902" y="5113616"/>
                <a:ext cx="126360" cy="1018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2520DE9-27A7-7B0B-4350-53466E094EB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665902" y="5104976"/>
                  <a:ext cx="1440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E9EBB2A-2BF9-CB1E-899D-117AB2756BDF}"/>
                    </a:ext>
                  </a:extLst>
                </p14:cNvPr>
                <p14:cNvContentPartPr/>
                <p14:nvPr/>
              </p14:nvContentPartPr>
              <p14:xfrm>
                <a:off x="6815302" y="5107856"/>
                <a:ext cx="313920" cy="972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E9EBB2A-2BF9-CB1E-899D-117AB2756BD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806302" y="5099216"/>
                  <a:ext cx="3315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CE1A706-A38F-89AB-5A9A-6E801FB7D9DF}"/>
                    </a:ext>
                  </a:extLst>
                </p14:cNvPr>
                <p14:cNvContentPartPr/>
                <p14:nvPr/>
              </p14:nvContentPartPr>
              <p14:xfrm>
                <a:off x="7256662" y="4981136"/>
                <a:ext cx="105480" cy="191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CE1A706-A38F-89AB-5A9A-6E801FB7D9D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247662" y="4972496"/>
                  <a:ext cx="1231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E998D15-4315-E3FB-3B4A-8E49C29E2DA1}"/>
                    </a:ext>
                  </a:extLst>
                </p14:cNvPr>
                <p14:cNvContentPartPr/>
                <p14:nvPr/>
              </p14:nvContentPartPr>
              <p14:xfrm>
                <a:off x="7256662" y="5054936"/>
                <a:ext cx="117000" cy="504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E998D15-4315-E3FB-3B4A-8E49C29E2DA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248022" y="5045936"/>
                  <a:ext cx="1346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BF513A1-4D1A-D262-C89B-8CFB0E1569F8}"/>
                    </a:ext>
                  </a:extLst>
                </p14:cNvPr>
                <p14:cNvContentPartPr/>
                <p14:nvPr/>
              </p14:nvContentPartPr>
              <p14:xfrm>
                <a:off x="7417582" y="5054936"/>
                <a:ext cx="120600" cy="1029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BF513A1-4D1A-D262-C89B-8CFB0E1569F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408942" y="5045936"/>
                  <a:ext cx="1382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2D8767E-1750-F5CE-FCC0-CB5D38571229}"/>
                    </a:ext>
                  </a:extLst>
                </p14:cNvPr>
                <p14:cNvContentPartPr/>
                <p14:nvPr/>
              </p14:nvContentPartPr>
              <p14:xfrm>
                <a:off x="7507222" y="5285336"/>
                <a:ext cx="306000" cy="1951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2D8767E-1750-F5CE-FCC0-CB5D3857122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498222" y="5276696"/>
                  <a:ext cx="3236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9F48963-ACF2-36C2-BCE7-5A55AFA3E5BF}"/>
                    </a:ext>
                  </a:extLst>
                </p14:cNvPr>
                <p14:cNvContentPartPr/>
                <p14:nvPr/>
              </p14:nvContentPartPr>
              <p14:xfrm>
                <a:off x="7825462" y="5156456"/>
                <a:ext cx="108720" cy="1951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9F48963-ACF2-36C2-BCE7-5A55AFA3E5B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816462" y="5147816"/>
                  <a:ext cx="1263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9AE641A-A1C1-D697-5F79-91BDB38AB78F}"/>
                    </a:ext>
                  </a:extLst>
                </p14:cNvPr>
                <p14:cNvContentPartPr/>
                <p14:nvPr/>
              </p14:nvContentPartPr>
              <p14:xfrm>
                <a:off x="7799542" y="5231696"/>
                <a:ext cx="159120" cy="230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9AE641A-A1C1-D697-5F79-91BDB38AB78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790902" y="5222696"/>
                  <a:ext cx="17676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0FA9FD88-B6AA-05FB-D6A2-0AB04ED01F38}"/>
              </a:ext>
            </a:extLst>
          </p:cNvPr>
          <p:cNvGrpSpPr/>
          <p:nvPr/>
        </p:nvGrpSpPr>
        <p:grpSpPr>
          <a:xfrm>
            <a:off x="7259542" y="5714816"/>
            <a:ext cx="247320" cy="259560"/>
            <a:chOff x="7259542" y="5714816"/>
            <a:chExt cx="24732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0408B1B-F8D9-19DD-B56E-5B307BBF19B0}"/>
                    </a:ext>
                  </a:extLst>
                </p14:cNvPr>
                <p14:cNvContentPartPr/>
                <p14:nvPr/>
              </p14:nvContentPartPr>
              <p14:xfrm>
                <a:off x="7272502" y="5714816"/>
                <a:ext cx="74520" cy="2595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0408B1B-F8D9-19DD-B56E-5B307BBF19B0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263502" y="5706176"/>
                  <a:ext cx="921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BDE2C8F-34E4-D5E1-7ED7-52D448F9BD50}"/>
                    </a:ext>
                  </a:extLst>
                </p14:cNvPr>
                <p14:cNvContentPartPr/>
                <p14:nvPr/>
              </p14:nvContentPartPr>
              <p14:xfrm>
                <a:off x="7259542" y="5850536"/>
                <a:ext cx="93240" cy="187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BDE2C8F-34E4-D5E1-7ED7-52D448F9BD5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250542" y="5841896"/>
                  <a:ext cx="1108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F4CB284-E89B-B2A4-4B06-516BD6737E9D}"/>
                    </a:ext>
                  </a:extLst>
                </p14:cNvPr>
                <p14:cNvContentPartPr/>
                <p14:nvPr/>
              </p14:nvContentPartPr>
              <p14:xfrm>
                <a:off x="7402102" y="5846576"/>
                <a:ext cx="104760" cy="90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F4CB284-E89B-B2A4-4B06-516BD6737E9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393462" y="5837936"/>
                  <a:ext cx="12240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869A3785-2178-D9E7-8DDE-83D34CB19053}"/>
              </a:ext>
            </a:extLst>
          </p:cNvPr>
          <p:cNvGrpSpPr/>
          <p:nvPr/>
        </p:nvGrpSpPr>
        <p:grpSpPr>
          <a:xfrm>
            <a:off x="2876902" y="4796096"/>
            <a:ext cx="2566800" cy="1609920"/>
            <a:chOff x="2876902" y="4796096"/>
            <a:chExt cx="2566800" cy="160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79EEF28-FCD5-D9CD-2FD6-C53C7889F76F}"/>
                    </a:ext>
                  </a:extLst>
                </p14:cNvPr>
                <p14:cNvContentPartPr/>
                <p14:nvPr/>
              </p14:nvContentPartPr>
              <p14:xfrm>
                <a:off x="4151662" y="4869536"/>
                <a:ext cx="75240" cy="1536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79EEF28-FCD5-D9CD-2FD6-C53C7889F76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143022" y="4860536"/>
                  <a:ext cx="92880" cy="155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B560C69-41F2-F263-848F-BF9F07EF1BBC}"/>
                    </a:ext>
                  </a:extLst>
                </p14:cNvPr>
                <p14:cNvContentPartPr/>
                <p14:nvPr/>
              </p14:nvContentPartPr>
              <p14:xfrm>
                <a:off x="2876902" y="5666576"/>
                <a:ext cx="2556360" cy="331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B560C69-41F2-F263-848F-BF9F07EF1BB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868262" y="5657576"/>
                  <a:ext cx="25740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93B5D6D-40F8-440E-91C3-3AB53614BE87}"/>
                    </a:ext>
                  </a:extLst>
                </p14:cNvPr>
                <p14:cNvContentPartPr/>
                <p14:nvPr/>
              </p14:nvContentPartPr>
              <p14:xfrm>
                <a:off x="5130142" y="4879976"/>
                <a:ext cx="197280" cy="1519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93B5D6D-40F8-440E-91C3-3AB53614BE87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121142" y="4871336"/>
                  <a:ext cx="2149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3F2ABF6-8C55-BFC0-CE48-3C490F30C355}"/>
                    </a:ext>
                  </a:extLst>
                </p14:cNvPr>
                <p14:cNvContentPartPr/>
                <p14:nvPr/>
              </p14:nvContentPartPr>
              <p14:xfrm>
                <a:off x="5199262" y="4969616"/>
                <a:ext cx="102960" cy="14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3F2ABF6-8C55-BFC0-CE48-3C490F30C35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190262" y="4960976"/>
                  <a:ext cx="1206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AFF5598-8AC8-90C4-5C56-9E6A5607DCA1}"/>
                    </a:ext>
                  </a:extLst>
                </p14:cNvPr>
                <p14:cNvContentPartPr/>
                <p14:nvPr/>
              </p14:nvContentPartPr>
              <p14:xfrm>
                <a:off x="5424622" y="4882496"/>
                <a:ext cx="14040" cy="1256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AFF5598-8AC8-90C4-5C56-9E6A5607DCA1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415982" y="4873496"/>
                  <a:ext cx="316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7A8373B-49F0-241B-CCCC-2150CE4C5E35}"/>
                    </a:ext>
                  </a:extLst>
                </p14:cNvPr>
                <p14:cNvContentPartPr/>
                <p14:nvPr/>
              </p14:nvContentPartPr>
              <p14:xfrm>
                <a:off x="5131582" y="4796096"/>
                <a:ext cx="280800" cy="313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7A8373B-49F0-241B-CCCC-2150CE4C5E3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122582" y="4787096"/>
                  <a:ext cx="2984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9830803-4BCE-4D14-A0DC-881BF6A2A7E0}"/>
                    </a:ext>
                  </a:extLst>
                </p14:cNvPr>
                <p14:cNvContentPartPr/>
                <p14:nvPr/>
              </p14:nvContentPartPr>
              <p14:xfrm>
                <a:off x="5046622" y="4821656"/>
                <a:ext cx="48960" cy="2484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9830803-4BCE-4D14-A0DC-881BF6A2A7E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037622" y="4812656"/>
                  <a:ext cx="666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E2E1A71-0C10-F94A-F4EB-A2CDC34B8881}"/>
                    </a:ext>
                  </a:extLst>
                </p14:cNvPr>
                <p14:cNvContentPartPr/>
                <p14:nvPr/>
              </p14:nvContentPartPr>
              <p14:xfrm>
                <a:off x="5249302" y="5049176"/>
                <a:ext cx="194400" cy="165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E2E1A71-0C10-F94A-F4EB-A2CDC34B8881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240302" y="5040176"/>
                  <a:ext cx="2120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FCC9E5B-1868-04A4-C19A-59BFFCBDF71F}"/>
                    </a:ext>
                  </a:extLst>
                </p14:cNvPr>
                <p14:cNvContentPartPr/>
                <p14:nvPr/>
              </p14:nvContentPartPr>
              <p14:xfrm>
                <a:off x="4219342" y="5107136"/>
                <a:ext cx="681480" cy="5349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FCC9E5B-1868-04A4-C19A-59BFFCBDF71F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210342" y="5098496"/>
                  <a:ext cx="69912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D2E569D-B0B2-1CF8-B757-8587CF53BAD1}"/>
                    </a:ext>
                  </a:extLst>
                </p14:cNvPr>
                <p14:cNvContentPartPr/>
                <p14:nvPr/>
              </p14:nvContentPartPr>
              <p14:xfrm>
                <a:off x="3514102" y="5098136"/>
                <a:ext cx="712440" cy="5378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D2E569D-B0B2-1CF8-B757-8587CF53BAD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505462" y="5089496"/>
                  <a:ext cx="73008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94F54E1-6EFC-5C0B-9AD2-7472FDBE0E9B}"/>
                    </a:ext>
                  </a:extLst>
                </p14:cNvPr>
                <p14:cNvContentPartPr/>
                <p14:nvPr/>
              </p14:nvContentPartPr>
              <p14:xfrm>
                <a:off x="3465502" y="5725616"/>
                <a:ext cx="363960" cy="5036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94F54E1-6EFC-5C0B-9AD2-7472FDBE0E9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456862" y="5716616"/>
                  <a:ext cx="381600" cy="5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DF8CBCC-16CD-3F05-253B-540B7376B7F8}"/>
                    </a:ext>
                  </a:extLst>
                </p14:cNvPr>
                <p14:cNvContentPartPr/>
                <p14:nvPr/>
              </p14:nvContentPartPr>
              <p14:xfrm>
                <a:off x="3859342" y="6262376"/>
                <a:ext cx="150120" cy="385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DF8CBCC-16CD-3F05-253B-540B7376B7F8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850702" y="6253736"/>
                  <a:ext cx="1677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A516B32-3EE9-0AF5-DECD-0C8127575637}"/>
                    </a:ext>
                  </a:extLst>
                </p14:cNvPr>
                <p14:cNvContentPartPr/>
                <p14:nvPr/>
              </p14:nvContentPartPr>
              <p14:xfrm>
                <a:off x="4100182" y="5785376"/>
                <a:ext cx="779760" cy="5706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A516B32-3EE9-0AF5-DECD-0C812757563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091542" y="5776736"/>
                  <a:ext cx="797400" cy="58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7072B025-EDF5-881F-DB47-D5631565888D}"/>
                  </a:ext>
                </a:extLst>
              </p14:cNvPr>
              <p14:cNvContentPartPr/>
              <p14:nvPr/>
            </p14:nvContentPartPr>
            <p14:xfrm>
              <a:off x="3537502" y="5061776"/>
              <a:ext cx="205560" cy="8460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7072B025-EDF5-881F-DB47-D5631565888D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3528502" y="5052776"/>
                <a:ext cx="223200" cy="10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F4647689-1020-2075-E4C0-368CB65BBE42}"/>
              </a:ext>
            </a:extLst>
          </p:cNvPr>
          <p:cNvGrpSpPr/>
          <p:nvPr/>
        </p:nvGrpSpPr>
        <p:grpSpPr>
          <a:xfrm>
            <a:off x="2944942" y="4341776"/>
            <a:ext cx="1308240" cy="458640"/>
            <a:chOff x="2944942" y="4341776"/>
            <a:chExt cx="1308240" cy="45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A0E1756-8D91-8C36-3BA0-BFC29030A0F5}"/>
                    </a:ext>
                  </a:extLst>
                </p14:cNvPr>
                <p14:cNvContentPartPr/>
                <p14:nvPr/>
              </p14:nvContentPartPr>
              <p14:xfrm>
                <a:off x="2944942" y="4715456"/>
                <a:ext cx="185760" cy="849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A0E1756-8D91-8C36-3BA0-BFC29030A0F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936302" y="4706456"/>
                  <a:ext cx="2034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5A8EB44-DE73-E5A3-8FEE-E74D53F9E70E}"/>
                    </a:ext>
                  </a:extLst>
                </p14:cNvPr>
                <p14:cNvContentPartPr/>
                <p14:nvPr/>
              </p14:nvContentPartPr>
              <p14:xfrm>
                <a:off x="3146902" y="4694576"/>
                <a:ext cx="111600" cy="442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5A8EB44-DE73-E5A3-8FEE-E74D53F9E70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138262" y="4685936"/>
                  <a:ext cx="1292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DD66563-0071-BFB7-7F80-0BC73E657AEC}"/>
                    </a:ext>
                  </a:extLst>
                </p14:cNvPr>
                <p14:cNvContentPartPr/>
                <p14:nvPr/>
              </p14:nvContentPartPr>
              <p14:xfrm>
                <a:off x="3301342" y="4688816"/>
                <a:ext cx="39600" cy="313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DD66563-0071-BFB7-7F80-0BC73E657AE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292342" y="4679816"/>
                  <a:ext cx="572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05E107D-EB04-0C42-75C8-3B71C9D5A2F8}"/>
                    </a:ext>
                  </a:extLst>
                </p14:cNvPr>
                <p14:cNvContentPartPr/>
                <p14:nvPr/>
              </p14:nvContentPartPr>
              <p14:xfrm>
                <a:off x="3237622" y="4543016"/>
                <a:ext cx="10800" cy="237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05E107D-EB04-0C42-75C8-3B71C9D5A2F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228982" y="4534376"/>
                  <a:ext cx="284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9995F5E-D837-16DE-C190-18C1555AB537}"/>
                    </a:ext>
                  </a:extLst>
                </p14:cNvPr>
                <p14:cNvContentPartPr/>
                <p14:nvPr/>
              </p14:nvContentPartPr>
              <p14:xfrm>
                <a:off x="3359662" y="4534736"/>
                <a:ext cx="89280" cy="1656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9995F5E-D837-16DE-C190-18C1555AB53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351022" y="4525736"/>
                  <a:ext cx="1069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769FF3C-547B-7CB6-7C71-9C2835683392}"/>
                    </a:ext>
                  </a:extLst>
                </p14:cNvPr>
                <p14:cNvContentPartPr/>
                <p14:nvPr/>
              </p14:nvContentPartPr>
              <p14:xfrm>
                <a:off x="3350662" y="4625096"/>
                <a:ext cx="94320" cy="216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769FF3C-547B-7CB6-7C71-9C2835683392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342022" y="4616096"/>
                  <a:ext cx="1119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287AD8E-95D1-2DB7-3060-A8A3DDF864CD}"/>
                    </a:ext>
                  </a:extLst>
                </p14:cNvPr>
                <p14:cNvContentPartPr/>
                <p14:nvPr/>
              </p14:nvContentPartPr>
              <p14:xfrm>
                <a:off x="3548662" y="4555976"/>
                <a:ext cx="193320" cy="964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287AD8E-95D1-2DB7-3060-A8A3DDF864CD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540022" y="4547336"/>
                  <a:ext cx="2109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D257539-6A54-1A2D-85B2-36C64906EB61}"/>
                    </a:ext>
                  </a:extLst>
                </p14:cNvPr>
                <p14:cNvContentPartPr/>
                <p14:nvPr/>
              </p14:nvContentPartPr>
              <p14:xfrm>
                <a:off x="3677902" y="4485416"/>
                <a:ext cx="7920" cy="212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D257539-6A54-1A2D-85B2-36C64906EB6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668902" y="4476416"/>
                  <a:ext cx="255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D21BC25-7975-9181-287F-418E707324FD}"/>
                    </a:ext>
                  </a:extLst>
                </p14:cNvPr>
                <p14:cNvContentPartPr/>
                <p14:nvPr/>
              </p14:nvContentPartPr>
              <p14:xfrm>
                <a:off x="3779062" y="4487936"/>
                <a:ext cx="33120" cy="806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D21BC25-7975-9181-287F-418E707324FD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3770422" y="4479296"/>
                  <a:ext cx="507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44ABC86-DE52-FDD6-9927-795080CAE0D5}"/>
                    </a:ext>
                  </a:extLst>
                </p14:cNvPr>
                <p14:cNvContentPartPr/>
                <p14:nvPr/>
              </p14:nvContentPartPr>
              <p14:xfrm>
                <a:off x="3896062" y="4341776"/>
                <a:ext cx="357120" cy="2264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44ABC86-DE52-FDD6-9927-795080CAE0D5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3887422" y="4333136"/>
                  <a:ext cx="374760" cy="24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5DBD1DCB-EDB9-5FF2-1C75-8F54BC79E319}"/>
              </a:ext>
            </a:extLst>
          </p:cNvPr>
          <p:cNvGrpSpPr/>
          <p:nvPr/>
        </p:nvGrpSpPr>
        <p:grpSpPr>
          <a:xfrm>
            <a:off x="1075822" y="5105696"/>
            <a:ext cx="1418760" cy="1188720"/>
            <a:chOff x="1075822" y="5105696"/>
            <a:chExt cx="1418760" cy="118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8A67231-E665-6436-737B-9A83B0D803B4}"/>
                    </a:ext>
                  </a:extLst>
                </p14:cNvPr>
                <p14:cNvContentPartPr/>
                <p14:nvPr/>
              </p14:nvContentPartPr>
              <p14:xfrm>
                <a:off x="1190662" y="5362736"/>
                <a:ext cx="170640" cy="2203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8A67231-E665-6436-737B-9A83B0D803B4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182022" y="5353736"/>
                  <a:ext cx="1882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9058341-8C65-9B8D-04DB-8EDD7367AC52}"/>
                    </a:ext>
                  </a:extLst>
                </p14:cNvPr>
                <p14:cNvContentPartPr/>
                <p14:nvPr/>
              </p14:nvContentPartPr>
              <p14:xfrm>
                <a:off x="1403422" y="5464976"/>
                <a:ext cx="18360" cy="288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9058341-8C65-9B8D-04DB-8EDD7367AC52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394422" y="5455976"/>
                  <a:ext cx="360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4A3CEDC-80A4-7E4F-4776-8F73068A96A6}"/>
                    </a:ext>
                  </a:extLst>
                </p14:cNvPr>
                <p14:cNvContentPartPr/>
                <p14:nvPr/>
              </p14:nvContentPartPr>
              <p14:xfrm>
                <a:off x="1281022" y="5337536"/>
                <a:ext cx="60480" cy="35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4A3CEDC-80A4-7E4F-4776-8F73068A96A6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272382" y="5328536"/>
                  <a:ext cx="781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B091AE6-6523-13AC-B32B-91BE62281864}"/>
                    </a:ext>
                  </a:extLst>
                </p14:cNvPr>
                <p14:cNvContentPartPr/>
                <p14:nvPr/>
              </p14:nvContentPartPr>
              <p14:xfrm>
                <a:off x="1368502" y="5284976"/>
                <a:ext cx="222480" cy="2538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B091AE6-6523-13AC-B32B-91BE62281864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359862" y="5275976"/>
                  <a:ext cx="24012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30A4D1C-E6ED-4873-6B5B-484DFEADE993}"/>
                    </a:ext>
                  </a:extLst>
                </p14:cNvPr>
                <p14:cNvContentPartPr/>
                <p14:nvPr/>
              </p14:nvContentPartPr>
              <p14:xfrm>
                <a:off x="1441582" y="5448416"/>
                <a:ext cx="100440" cy="169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30A4D1C-E6ED-4873-6B5B-484DFEADE99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432582" y="5439776"/>
                  <a:ext cx="1180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0926D2D-A596-ED45-C84D-6D22181B7A26}"/>
                    </a:ext>
                  </a:extLst>
                </p14:cNvPr>
                <p14:cNvContentPartPr/>
                <p14:nvPr/>
              </p14:nvContentPartPr>
              <p14:xfrm>
                <a:off x="1477222" y="5275256"/>
                <a:ext cx="193320" cy="2350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0926D2D-A596-ED45-C84D-6D22181B7A26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468222" y="5266616"/>
                  <a:ext cx="2109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A773F1C-E868-575B-04AD-771FEA9A910A}"/>
                    </a:ext>
                  </a:extLst>
                </p14:cNvPr>
                <p14:cNvContentPartPr/>
                <p14:nvPr/>
              </p14:nvContentPartPr>
              <p14:xfrm>
                <a:off x="1594582" y="5313776"/>
                <a:ext cx="246240" cy="1249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A773F1C-E868-575B-04AD-771FEA9A910A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585942" y="5305136"/>
                  <a:ext cx="2638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2DCD864-1851-4F8F-609D-9AF6708A6852}"/>
                    </a:ext>
                  </a:extLst>
                </p14:cNvPr>
                <p14:cNvContentPartPr/>
                <p14:nvPr/>
              </p14:nvContentPartPr>
              <p14:xfrm>
                <a:off x="1833622" y="5105696"/>
                <a:ext cx="278280" cy="2779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2DCD864-1851-4F8F-609D-9AF6708A685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824982" y="5097056"/>
                  <a:ext cx="29592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83D4824-0F5E-9C4C-11D2-68B68256F3BF}"/>
                    </a:ext>
                  </a:extLst>
                </p14:cNvPr>
                <p14:cNvContentPartPr/>
                <p14:nvPr/>
              </p14:nvContentPartPr>
              <p14:xfrm>
                <a:off x="1075822" y="5815976"/>
                <a:ext cx="157680" cy="2458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83D4824-0F5E-9C4C-11D2-68B68256F3BF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66822" y="5806976"/>
                  <a:ext cx="1753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D4D7E16-EA09-6771-3285-8BB947C2099E}"/>
                    </a:ext>
                  </a:extLst>
                </p14:cNvPr>
                <p14:cNvContentPartPr/>
                <p14:nvPr/>
              </p14:nvContentPartPr>
              <p14:xfrm>
                <a:off x="1087702" y="5985896"/>
                <a:ext cx="77040" cy="399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D4D7E16-EA09-6771-3285-8BB947C2099E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78702" y="5977256"/>
                  <a:ext cx="946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C89B55D-E9B5-8124-DBA1-D1A4EBDE0EE3}"/>
                    </a:ext>
                  </a:extLst>
                </p14:cNvPr>
                <p14:cNvContentPartPr/>
                <p14:nvPr/>
              </p14:nvContentPartPr>
              <p14:xfrm>
                <a:off x="1207582" y="5894816"/>
                <a:ext cx="63360" cy="878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C89B55D-E9B5-8124-DBA1-D1A4EBDE0EE3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198582" y="5886176"/>
                  <a:ext cx="810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60E3D5F-D3A7-2DC1-A0A6-CCD1D53834DE}"/>
                    </a:ext>
                  </a:extLst>
                </p14:cNvPr>
                <p14:cNvContentPartPr/>
                <p14:nvPr/>
              </p14:nvContentPartPr>
              <p14:xfrm>
                <a:off x="1299742" y="5862776"/>
                <a:ext cx="136440" cy="820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60E3D5F-D3A7-2DC1-A0A6-CCD1D53834D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290742" y="5854136"/>
                  <a:ext cx="1540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AD2FFB9-52FB-537B-342F-E2D80D939890}"/>
                    </a:ext>
                  </a:extLst>
                </p14:cNvPr>
                <p14:cNvContentPartPr/>
                <p14:nvPr/>
              </p14:nvContentPartPr>
              <p14:xfrm>
                <a:off x="1445902" y="5756216"/>
                <a:ext cx="272880" cy="1184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AD2FFB9-52FB-537B-342F-E2D80D93989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436902" y="5747576"/>
                  <a:ext cx="2905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19524C7-B4E8-D27C-684B-654B058C6054}"/>
                    </a:ext>
                  </a:extLst>
                </p14:cNvPr>
                <p14:cNvContentPartPr/>
                <p14:nvPr/>
              </p14:nvContentPartPr>
              <p14:xfrm>
                <a:off x="1897702" y="5586296"/>
                <a:ext cx="309600" cy="1821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19524C7-B4E8-D27C-684B-654B058C6054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889062" y="5577296"/>
                  <a:ext cx="3272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AB3AB93-4B25-B1C0-1DB9-096E18BA98BB}"/>
                    </a:ext>
                  </a:extLst>
                </p14:cNvPr>
                <p14:cNvContentPartPr/>
                <p14:nvPr/>
              </p14:nvContentPartPr>
              <p14:xfrm>
                <a:off x="2209462" y="5596016"/>
                <a:ext cx="154440" cy="968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AB3AB93-4B25-B1C0-1DB9-096E18BA98BB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2200462" y="5587376"/>
                  <a:ext cx="1720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2F0C2C1-B939-6888-9F62-9224AA766C95}"/>
                    </a:ext>
                  </a:extLst>
                </p14:cNvPr>
                <p14:cNvContentPartPr/>
                <p14:nvPr/>
              </p14:nvContentPartPr>
              <p14:xfrm>
                <a:off x="1464982" y="6182816"/>
                <a:ext cx="248400" cy="1116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2F0C2C1-B939-6888-9F62-9224AA766C9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456342" y="6173816"/>
                  <a:ext cx="2660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179117E-08EA-CB7A-B68D-7D246E783C78}"/>
                    </a:ext>
                  </a:extLst>
                </p14:cNvPr>
                <p14:cNvContentPartPr/>
                <p14:nvPr/>
              </p14:nvContentPartPr>
              <p14:xfrm>
                <a:off x="1589182" y="6069776"/>
                <a:ext cx="21600" cy="212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179117E-08EA-CB7A-B68D-7D246E783C78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580542" y="6061136"/>
                  <a:ext cx="392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EBB6500-F5F4-B9C6-8777-0E2A30A7B9AA}"/>
                    </a:ext>
                  </a:extLst>
                </p14:cNvPr>
                <p14:cNvContentPartPr/>
                <p14:nvPr/>
              </p14:nvContentPartPr>
              <p14:xfrm>
                <a:off x="1680262" y="6060416"/>
                <a:ext cx="75240" cy="1209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EBB6500-F5F4-B9C6-8777-0E2A30A7B9AA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671622" y="6051416"/>
                  <a:ext cx="928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7FCD09F-DCBE-FC42-10A1-0B66281F7AAD}"/>
                    </a:ext>
                  </a:extLst>
                </p14:cNvPr>
                <p14:cNvContentPartPr/>
                <p14:nvPr/>
              </p14:nvContentPartPr>
              <p14:xfrm>
                <a:off x="1818502" y="6081656"/>
                <a:ext cx="148320" cy="849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7FCD09F-DCBE-FC42-10A1-0B66281F7AAD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809862" y="6072656"/>
                  <a:ext cx="1659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1B37399-1C66-62D1-8194-AFF75C4A1C8D}"/>
                    </a:ext>
                  </a:extLst>
                </p14:cNvPr>
                <p14:cNvContentPartPr/>
                <p14:nvPr/>
              </p14:nvContentPartPr>
              <p14:xfrm>
                <a:off x="1908142" y="5941256"/>
                <a:ext cx="360720" cy="2152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1B37399-1C66-62D1-8194-AFF75C4A1C8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899502" y="5932256"/>
                  <a:ext cx="3783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7199708-99F3-62CF-CE88-F698DE17134B}"/>
                    </a:ext>
                  </a:extLst>
                </p14:cNvPr>
                <p14:cNvContentPartPr/>
                <p14:nvPr/>
              </p14:nvContentPartPr>
              <p14:xfrm>
                <a:off x="2322862" y="5820296"/>
                <a:ext cx="75960" cy="752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7199708-99F3-62CF-CE88-F698DE17134B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314222" y="5811656"/>
                  <a:ext cx="936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D26A6EC-7C15-A492-38D2-2D243FB540C5}"/>
                    </a:ext>
                  </a:extLst>
                </p14:cNvPr>
                <p14:cNvContentPartPr/>
                <p14:nvPr/>
              </p14:nvContentPartPr>
              <p14:xfrm>
                <a:off x="2430862" y="5982656"/>
                <a:ext cx="63720" cy="421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D26A6EC-7C15-A492-38D2-2D243FB540C5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422222" y="5973656"/>
                  <a:ext cx="813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B4EE9D5-27A0-F87E-C882-5642622AED80}"/>
                    </a:ext>
                  </a:extLst>
                </p14:cNvPr>
                <p14:cNvContentPartPr/>
                <p14:nvPr/>
              </p14:nvContentPartPr>
              <p14:xfrm>
                <a:off x="2332582" y="5778536"/>
                <a:ext cx="86760" cy="1180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B4EE9D5-27A0-F87E-C882-5642622AED80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2323582" y="5769896"/>
                  <a:ext cx="1044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24D3A4AE-CB25-4B69-99C5-BE270D3580D7}"/>
                    </a:ext>
                  </a:extLst>
                </p14:cNvPr>
                <p14:cNvContentPartPr/>
                <p14:nvPr/>
              </p14:nvContentPartPr>
              <p14:xfrm>
                <a:off x="2436262" y="5984456"/>
                <a:ext cx="25560" cy="144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24D3A4AE-CB25-4B69-99C5-BE270D3580D7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427262" y="5975456"/>
                  <a:ext cx="4320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871B4FF9-C356-301E-372C-BE071A5091B8}"/>
              </a:ext>
            </a:extLst>
          </p:cNvPr>
          <p:cNvGrpSpPr/>
          <p:nvPr/>
        </p:nvGrpSpPr>
        <p:grpSpPr>
          <a:xfrm>
            <a:off x="2448862" y="3125696"/>
            <a:ext cx="8743320" cy="1103760"/>
            <a:chOff x="2448862" y="3125696"/>
            <a:chExt cx="8743320" cy="110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0E93DEE-F11B-0287-ADB2-CAB70A796E91}"/>
                    </a:ext>
                  </a:extLst>
                </p14:cNvPr>
                <p14:cNvContentPartPr/>
                <p14:nvPr/>
              </p14:nvContentPartPr>
              <p14:xfrm>
                <a:off x="9393622" y="3126776"/>
                <a:ext cx="281880" cy="2811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0E93DEE-F11B-0287-ADB2-CAB70A796E9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384982" y="3117776"/>
                  <a:ext cx="29952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7FA0A2C1-581F-9E35-EDEA-835A3E8B2B8E}"/>
                    </a:ext>
                  </a:extLst>
                </p14:cNvPr>
                <p14:cNvContentPartPr/>
                <p14:nvPr/>
              </p14:nvContentPartPr>
              <p14:xfrm>
                <a:off x="9698182" y="3175016"/>
                <a:ext cx="88920" cy="2919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7FA0A2C1-581F-9E35-EDEA-835A3E8B2B8E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689182" y="3166376"/>
                  <a:ext cx="10656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C5EABE2-80C0-8C0A-5381-DFC93E1DB390}"/>
                    </a:ext>
                  </a:extLst>
                </p14:cNvPr>
                <p14:cNvContentPartPr/>
                <p14:nvPr/>
              </p14:nvContentPartPr>
              <p14:xfrm>
                <a:off x="9659302" y="3352136"/>
                <a:ext cx="112320" cy="504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C5EABE2-80C0-8C0A-5381-DFC93E1DB390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650302" y="3343496"/>
                  <a:ext cx="1299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96796B0C-042D-816C-471F-45C3A5A35E94}"/>
                    </a:ext>
                  </a:extLst>
                </p14:cNvPr>
                <p14:cNvContentPartPr/>
                <p14:nvPr/>
              </p14:nvContentPartPr>
              <p14:xfrm>
                <a:off x="9813742" y="3189416"/>
                <a:ext cx="69120" cy="1836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96796B0C-042D-816C-471F-45C3A5A35E94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804742" y="3180776"/>
                  <a:ext cx="8676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55DE3B9-F1CA-7BA7-E900-DD6951270698}"/>
                    </a:ext>
                  </a:extLst>
                </p14:cNvPr>
                <p14:cNvContentPartPr/>
                <p14:nvPr/>
              </p14:nvContentPartPr>
              <p14:xfrm>
                <a:off x="9829222" y="3304616"/>
                <a:ext cx="69840" cy="129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55DE3B9-F1CA-7BA7-E900-DD6951270698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820222" y="3295976"/>
                  <a:ext cx="874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BAD162D-8A41-62D4-F7C5-1C1B1402D11E}"/>
                    </a:ext>
                  </a:extLst>
                </p14:cNvPr>
                <p14:cNvContentPartPr/>
                <p14:nvPr/>
              </p14:nvContentPartPr>
              <p14:xfrm>
                <a:off x="10074022" y="3168176"/>
                <a:ext cx="208080" cy="2239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BAD162D-8A41-62D4-F7C5-1C1B1402D11E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065382" y="3159536"/>
                  <a:ext cx="2257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1BCB2B4-0D8E-4829-AA47-2E1629B1D72B}"/>
                    </a:ext>
                  </a:extLst>
                </p14:cNvPr>
                <p14:cNvContentPartPr/>
                <p14:nvPr/>
              </p14:nvContentPartPr>
              <p14:xfrm>
                <a:off x="10281382" y="3285176"/>
                <a:ext cx="111240" cy="990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1BCB2B4-0D8E-4829-AA47-2E1629B1D72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0272382" y="3276536"/>
                  <a:ext cx="1288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33D1B85-3755-2FF6-51CE-58793F51029B}"/>
                    </a:ext>
                  </a:extLst>
                </p14:cNvPr>
                <p14:cNvContentPartPr/>
                <p14:nvPr/>
              </p14:nvContentPartPr>
              <p14:xfrm>
                <a:off x="10403782" y="3200216"/>
                <a:ext cx="61560" cy="1789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33D1B85-3755-2FF6-51CE-58793F51029B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394782" y="3191576"/>
                  <a:ext cx="792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1E78D887-5878-C895-49E9-A7E68F2A8FF6}"/>
                    </a:ext>
                  </a:extLst>
                </p14:cNvPr>
                <p14:cNvContentPartPr/>
                <p14:nvPr/>
              </p14:nvContentPartPr>
              <p14:xfrm>
                <a:off x="10519702" y="3136496"/>
                <a:ext cx="102240" cy="2973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E78D887-5878-C895-49E9-A7E68F2A8FF6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0511062" y="3127856"/>
                  <a:ext cx="11988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76E9209B-CF51-5BEA-B6D1-667BDA302CB3}"/>
                    </a:ext>
                  </a:extLst>
                </p14:cNvPr>
                <p14:cNvContentPartPr/>
                <p14:nvPr/>
              </p14:nvContentPartPr>
              <p14:xfrm>
                <a:off x="10489462" y="3331976"/>
                <a:ext cx="132480" cy="280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76E9209B-CF51-5BEA-B6D1-667BDA302CB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0480822" y="3322976"/>
                  <a:ext cx="1501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55FE1072-1A2B-46D0-247B-E1AE400C6863}"/>
                    </a:ext>
                  </a:extLst>
                </p14:cNvPr>
                <p14:cNvContentPartPr/>
                <p14:nvPr/>
              </p14:nvContentPartPr>
              <p14:xfrm>
                <a:off x="10840102" y="3263936"/>
                <a:ext cx="79560" cy="792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55FE1072-1A2B-46D0-247B-E1AE400C6863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0831102" y="3255296"/>
                  <a:ext cx="972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939E020-6ABE-6BED-3B9E-AA06E33D6F7B}"/>
                    </a:ext>
                  </a:extLst>
                </p14:cNvPr>
                <p14:cNvContentPartPr/>
                <p14:nvPr/>
              </p14:nvContentPartPr>
              <p14:xfrm>
                <a:off x="10999942" y="3157736"/>
                <a:ext cx="47520" cy="2833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939E020-6ABE-6BED-3B9E-AA06E33D6F7B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991302" y="3148736"/>
                  <a:ext cx="6516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5C0C59A-4D00-776D-64D0-440F3B1839DB}"/>
                    </a:ext>
                  </a:extLst>
                </p14:cNvPr>
                <p14:cNvContentPartPr/>
                <p14:nvPr/>
              </p14:nvContentPartPr>
              <p14:xfrm>
                <a:off x="10971142" y="3337736"/>
                <a:ext cx="97560" cy="169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5C0C59A-4D00-776D-64D0-440F3B1839DB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962502" y="3329096"/>
                  <a:ext cx="1152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C2F720F-1885-8C38-147A-4F5987F5113B}"/>
                    </a:ext>
                  </a:extLst>
                </p14:cNvPr>
                <p14:cNvContentPartPr/>
                <p14:nvPr/>
              </p14:nvContentPartPr>
              <p14:xfrm>
                <a:off x="2448862" y="3424496"/>
                <a:ext cx="603720" cy="1468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C2F720F-1885-8C38-147A-4F5987F5113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2440222" y="3415856"/>
                  <a:ext cx="6213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D767647-A10C-BFD1-0481-5AE434D3995B}"/>
                    </a:ext>
                  </a:extLst>
                </p14:cNvPr>
                <p14:cNvContentPartPr/>
                <p14:nvPr/>
              </p14:nvContentPartPr>
              <p14:xfrm>
                <a:off x="3027382" y="3266096"/>
                <a:ext cx="146160" cy="2541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D767647-A10C-BFD1-0481-5AE434D3995B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018742" y="3257456"/>
                  <a:ext cx="1638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2219C76-C78A-7045-78EC-3677546E5496}"/>
                    </a:ext>
                  </a:extLst>
                </p14:cNvPr>
                <p14:cNvContentPartPr/>
                <p14:nvPr/>
              </p14:nvContentPartPr>
              <p14:xfrm>
                <a:off x="3434182" y="3362576"/>
                <a:ext cx="311400" cy="1126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2219C76-C78A-7045-78EC-3677546E5496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3425182" y="3353936"/>
                  <a:ext cx="3290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EA39AEF-D229-AEAA-3790-CACBBF9EA510}"/>
                    </a:ext>
                  </a:extLst>
                </p14:cNvPr>
                <p14:cNvContentPartPr/>
                <p14:nvPr/>
              </p14:nvContentPartPr>
              <p14:xfrm>
                <a:off x="3760702" y="3324776"/>
                <a:ext cx="151560" cy="1026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EA39AEF-D229-AEAA-3790-CACBBF9EA510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3751702" y="3316136"/>
                  <a:ext cx="1692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1E20781-6140-A737-AC2E-B982ACA189CC}"/>
                    </a:ext>
                  </a:extLst>
                </p14:cNvPr>
                <p14:cNvContentPartPr/>
                <p14:nvPr/>
              </p14:nvContentPartPr>
              <p14:xfrm>
                <a:off x="3900382" y="3323696"/>
                <a:ext cx="160560" cy="2462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1E20781-6140-A737-AC2E-B982ACA189CC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3891382" y="3314696"/>
                  <a:ext cx="1782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148C309-B570-17F1-2EC5-187E7B2B1EC9}"/>
                    </a:ext>
                  </a:extLst>
                </p14:cNvPr>
                <p14:cNvContentPartPr/>
                <p14:nvPr/>
              </p14:nvContentPartPr>
              <p14:xfrm>
                <a:off x="4369822" y="3223256"/>
                <a:ext cx="212040" cy="3337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148C309-B570-17F1-2EC5-187E7B2B1EC9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360822" y="3214616"/>
                  <a:ext cx="22968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EA99CD6-BAC5-EE5D-A4D3-D097E7AAF498}"/>
                    </a:ext>
                  </a:extLst>
                </p14:cNvPr>
                <p14:cNvContentPartPr/>
                <p14:nvPr/>
              </p14:nvContentPartPr>
              <p14:xfrm>
                <a:off x="4525342" y="3343496"/>
                <a:ext cx="143640" cy="968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EA99CD6-BAC5-EE5D-A4D3-D097E7AAF498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516342" y="3334496"/>
                  <a:ext cx="1612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D23EB376-C6B2-7016-70DC-578A4E6B88EC}"/>
                    </a:ext>
                  </a:extLst>
                </p14:cNvPr>
                <p14:cNvContentPartPr/>
                <p14:nvPr/>
              </p14:nvContentPartPr>
              <p14:xfrm>
                <a:off x="4706422" y="3358976"/>
                <a:ext cx="99000" cy="918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D23EB376-C6B2-7016-70DC-578A4E6B88EC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4697782" y="3350336"/>
                  <a:ext cx="1166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F523C91-953C-BCE4-2927-68A90950C79C}"/>
                    </a:ext>
                  </a:extLst>
                </p14:cNvPr>
                <p14:cNvContentPartPr/>
                <p14:nvPr/>
              </p14:nvContentPartPr>
              <p14:xfrm>
                <a:off x="4864102" y="3391376"/>
                <a:ext cx="150840" cy="536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F523C91-953C-BCE4-2927-68A90950C79C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4855462" y="3382736"/>
                  <a:ext cx="1684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D590050-9CEE-3462-4794-0FA902CD0C09}"/>
                    </a:ext>
                  </a:extLst>
                </p14:cNvPr>
                <p14:cNvContentPartPr/>
                <p14:nvPr/>
              </p14:nvContentPartPr>
              <p14:xfrm>
                <a:off x="5251102" y="3274016"/>
                <a:ext cx="181080" cy="1659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D590050-9CEE-3462-4794-0FA902CD0C09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242462" y="3265016"/>
                  <a:ext cx="1987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0DAC1A5-DABF-74A0-981D-FE25208DE662}"/>
                    </a:ext>
                  </a:extLst>
                </p14:cNvPr>
                <p14:cNvContentPartPr/>
                <p14:nvPr/>
              </p14:nvContentPartPr>
              <p14:xfrm>
                <a:off x="5007742" y="3384176"/>
                <a:ext cx="69120" cy="453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E0DAC1A5-DABF-74A0-981D-FE25208DE662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4998742" y="3375176"/>
                  <a:ext cx="867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D6829CF-B512-A845-E98B-5A6833BC6FE0}"/>
                    </a:ext>
                  </a:extLst>
                </p14:cNvPr>
                <p14:cNvContentPartPr/>
                <p14:nvPr/>
              </p14:nvContentPartPr>
              <p14:xfrm>
                <a:off x="5475022" y="3365096"/>
                <a:ext cx="138960" cy="3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D6829CF-B512-A845-E98B-5A6833BC6FE0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5466382" y="3356096"/>
                  <a:ext cx="156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189BA9D-36B8-91CC-4024-8DE6D3CE6EE3}"/>
                    </a:ext>
                  </a:extLst>
                </p14:cNvPr>
                <p14:cNvContentPartPr/>
                <p14:nvPr/>
              </p14:nvContentPartPr>
              <p14:xfrm>
                <a:off x="5671582" y="3268616"/>
                <a:ext cx="113040" cy="1940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189BA9D-36B8-91CC-4024-8DE6D3CE6EE3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662942" y="3259616"/>
                  <a:ext cx="1306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73B5C2B-4BF4-9519-D0AB-79CF34760030}"/>
                    </a:ext>
                  </a:extLst>
                </p14:cNvPr>
                <p14:cNvContentPartPr/>
                <p14:nvPr/>
              </p14:nvContentPartPr>
              <p14:xfrm>
                <a:off x="5805142" y="3152336"/>
                <a:ext cx="77760" cy="1990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73B5C2B-4BF4-9519-D0AB-79CF34760030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5796502" y="3143696"/>
                  <a:ext cx="954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61094D1-3853-AB72-9D7E-CB907FA0742C}"/>
                    </a:ext>
                  </a:extLst>
                </p14:cNvPr>
                <p14:cNvContentPartPr/>
                <p14:nvPr/>
              </p14:nvContentPartPr>
              <p14:xfrm>
                <a:off x="5916382" y="3287696"/>
                <a:ext cx="311040" cy="1051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61094D1-3853-AB72-9D7E-CB907FA0742C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5907742" y="3279056"/>
                  <a:ext cx="3286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EB4D713-1186-8274-6006-8398687D8842}"/>
                    </a:ext>
                  </a:extLst>
                </p14:cNvPr>
                <p14:cNvContentPartPr/>
                <p14:nvPr/>
              </p14:nvContentPartPr>
              <p14:xfrm>
                <a:off x="6290422" y="3233336"/>
                <a:ext cx="169560" cy="1530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EB4D713-1186-8274-6006-8398687D8842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6281422" y="3224696"/>
                  <a:ext cx="1872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8F21987-61F0-BAF6-F0F4-828ADD0A690F}"/>
                    </a:ext>
                  </a:extLst>
                </p14:cNvPr>
                <p14:cNvContentPartPr/>
                <p14:nvPr/>
              </p14:nvContentPartPr>
              <p14:xfrm>
                <a:off x="6597502" y="3125696"/>
                <a:ext cx="101160" cy="2170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8F21987-61F0-BAF6-F0F4-828ADD0A690F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588502" y="3117056"/>
                  <a:ext cx="1188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6A05B6E1-CE21-CA46-81AB-5EB4AF27C8FC}"/>
                    </a:ext>
                  </a:extLst>
                </p14:cNvPr>
                <p14:cNvContentPartPr/>
                <p14:nvPr/>
              </p14:nvContentPartPr>
              <p14:xfrm>
                <a:off x="6592462" y="3263576"/>
                <a:ext cx="111600" cy="169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6A05B6E1-CE21-CA46-81AB-5EB4AF27C8FC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583822" y="3254936"/>
                  <a:ext cx="1292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9EDFE1C-2D7A-0B87-C9FB-E4ABB8970061}"/>
                    </a:ext>
                  </a:extLst>
                </p14:cNvPr>
                <p14:cNvContentPartPr/>
                <p14:nvPr/>
              </p14:nvContentPartPr>
              <p14:xfrm>
                <a:off x="6745822" y="3293096"/>
                <a:ext cx="118440" cy="464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9EDFE1C-2D7A-0B87-C9FB-E4ABB8970061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737182" y="3284456"/>
                  <a:ext cx="1360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6D63EE9-9209-AFF3-1D77-C35655D3550D}"/>
                    </a:ext>
                  </a:extLst>
                </p14:cNvPr>
                <p14:cNvContentPartPr/>
                <p14:nvPr/>
              </p14:nvContentPartPr>
              <p14:xfrm>
                <a:off x="7049302" y="3227936"/>
                <a:ext cx="167040" cy="1544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6D63EE9-9209-AFF3-1D77-C35655D3550D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040302" y="3218936"/>
                  <a:ext cx="1846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F6ABF927-64BA-F5A6-5070-43A500DB58CB}"/>
                    </a:ext>
                  </a:extLst>
                </p14:cNvPr>
                <p14:cNvContentPartPr/>
                <p14:nvPr/>
              </p14:nvContentPartPr>
              <p14:xfrm>
                <a:off x="7085662" y="3309656"/>
                <a:ext cx="81000" cy="25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F6ABF927-64BA-F5A6-5070-43A500DB58CB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076662" y="3301016"/>
                  <a:ext cx="986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1D8B9EE7-5D98-87AB-AC78-E13C6C85BDB5}"/>
                    </a:ext>
                  </a:extLst>
                </p14:cNvPr>
                <p14:cNvContentPartPr/>
                <p14:nvPr/>
              </p14:nvContentPartPr>
              <p14:xfrm>
                <a:off x="7278982" y="3302456"/>
                <a:ext cx="25560" cy="46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1D8B9EE7-5D98-87AB-AC78-E13C6C85BDB5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270342" y="3293456"/>
                  <a:ext cx="432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9F05144-406F-177F-BC47-4FC85DECDD7E}"/>
                    </a:ext>
                  </a:extLst>
                </p14:cNvPr>
                <p14:cNvContentPartPr/>
                <p14:nvPr/>
              </p14:nvContentPartPr>
              <p14:xfrm>
                <a:off x="7400662" y="3246656"/>
                <a:ext cx="91080" cy="1929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9F05144-406F-177F-BC47-4FC85DECDD7E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391662" y="3238016"/>
                  <a:ext cx="1087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503258A-2549-BC00-2ECB-56570CD36E88}"/>
                    </a:ext>
                  </a:extLst>
                </p14:cNvPr>
                <p14:cNvContentPartPr/>
                <p14:nvPr/>
              </p14:nvContentPartPr>
              <p14:xfrm>
                <a:off x="7511542" y="3168176"/>
                <a:ext cx="55800" cy="1918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503258A-2549-BC00-2ECB-56570CD36E88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502902" y="3159536"/>
                  <a:ext cx="734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C635C0A9-D7F4-7171-7290-8AA927BA6DB9}"/>
                    </a:ext>
                  </a:extLst>
                </p14:cNvPr>
                <p14:cNvContentPartPr/>
                <p14:nvPr/>
              </p14:nvContentPartPr>
              <p14:xfrm>
                <a:off x="7648342" y="3269336"/>
                <a:ext cx="511920" cy="1252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C635C0A9-D7F4-7171-7290-8AA927BA6DB9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7639702" y="3260696"/>
                  <a:ext cx="5295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C5F2BC2E-51AE-77EB-8057-0B7AC78EFE69}"/>
                    </a:ext>
                  </a:extLst>
                </p14:cNvPr>
                <p14:cNvContentPartPr/>
                <p14:nvPr/>
              </p14:nvContentPartPr>
              <p14:xfrm>
                <a:off x="8462302" y="3227216"/>
                <a:ext cx="160200" cy="1706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C5F2BC2E-51AE-77EB-8057-0B7AC78EFE69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453662" y="3218576"/>
                  <a:ext cx="1778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1628553-3500-DBC5-F712-EB011FA5BCB3}"/>
                    </a:ext>
                  </a:extLst>
                </p14:cNvPr>
                <p14:cNvContentPartPr/>
                <p14:nvPr/>
              </p14:nvContentPartPr>
              <p14:xfrm>
                <a:off x="8673982" y="3408656"/>
                <a:ext cx="12960" cy="46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1628553-3500-DBC5-F712-EB011FA5BCB3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8665342" y="3400016"/>
                  <a:ext cx="306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ED2BFCE-DA1F-5E90-D6E1-40A4E2C1C52A}"/>
                    </a:ext>
                  </a:extLst>
                </p14:cNvPr>
                <p14:cNvContentPartPr/>
                <p14:nvPr/>
              </p14:nvContentPartPr>
              <p14:xfrm>
                <a:off x="8734462" y="3146936"/>
                <a:ext cx="100080" cy="1976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ED2BFCE-DA1F-5E90-D6E1-40A4E2C1C52A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725822" y="3138296"/>
                  <a:ext cx="1177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3B9DCE9-E60F-6B67-BB91-D68EB6D33A86}"/>
                    </a:ext>
                  </a:extLst>
                </p14:cNvPr>
                <p14:cNvContentPartPr/>
                <p14:nvPr/>
              </p14:nvContentPartPr>
              <p14:xfrm>
                <a:off x="8733742" y="3258536"/>
                <a:ext cx="70200" cy="118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3B9DCE9-E60F-6B67-BB91-D68EB6D33A86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724742" y="3249896"/>
                  <a:ext cx="878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D373EBA-9EA0-384B-D8D3-D279EA1C776C}"/>
                    </a:ext>
                  </a:extLst>
                </p14:cNvPr>
                <p14:cNvContentPartPr/>
                <p14:nvPr/>
              </p14:nvContentPartPr>
              <p14:xfrm>
                <a:off x="2690062" y="3763616"/>
                <a:ext cx="159120" cy="1602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D373EBA-9EA0-384B-D8D3-D279EA1C776C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2681062" y="3754976"/>
                  <a:ext cx="1767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548D4EEE-04C5-DC39-857F-24499F50AA81}"/>
                    </a:ext>
                  </a:extLst>
                </p14:cNvPr>
                <p14:cNvContentPartPr/>
                <p14:nvPr/>
              </p14:nvContentPartPr>
              <p14:xfrm>
                <a:off x="2868982" y="3843536"/>
                <a:ext cx="108360" cy="57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548D4EEE-04C5-DC39-857F-24499F50AA81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2860342" y="3834896"/>
                  <a:ext cx="126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D4996B87-38BE-CC8E-7FD8-7641D0D5615E}"/>
                    </a:ext>
                  </a:extLst>
                </p14:cNvPr>
                <p14:cNvContentPartPr/>
                <p14:nvPr/>
              </p14:nvContentPartPr>
              <p14:xfrm>
                <a:off x="3009022" y="3794576"/>
                <a:ext cx="88200" cy="1796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D4996B87-38BE-CC8E-7FD8-7641D0D5615E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3000022" y="3785576"/>
                  <a:ext cx="1058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7107447-875B-CF7B-59CA-F7A889CD81E5}"/>
                    </a:ext>
                  </a:extLst>
                </p14:cNvPr>
                <p14:cNvContentPartPr/>
                <p14:nvPr/>
              </p14:nvContentPartPr>
              <p14:xfrm>
                <a:off x="3093982" y="3715736"/>
                <a:ext cx="95760" cy="1656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7107447-875B-CF7B-59CA-F7A889CD81E5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3084982" y="3707096"/>
                  <a:ext cx="1134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954B8FA4-33DF-4037-DE05-3A22FAAACB7D}"/>
                    </a:ext>
                  </a:extLst>
                </p14:cNvPr>
                <p14:cNvContentPartPr/>
                <p14:nvPr/>
              </p14:nvContentPartPr>
              <p14:xfrm>
                <a:off x="3204142" y="3782336"/>
                <a:ext cx="209520" cy="882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954B8FA4-33DF-4037-DE05-3A22FAAACB7D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3195502" y="3773336"/>
                  <a:ext cx="2271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CA4A6524-70E7-263E-1323-E2143F14A26C}"/>
                    </a:ext>
                  </a:extLst>
                </p14:cNvPr>
                <p14:cNvContentPartPr/>
                <p14:nvPr/>
              </p14:nvContentPartPr>
              <p14:xfrm>
                <a:off x="3412942" y="3746336"/>
                <a:ext cx="386280" cy="1123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CA4A6524-70E7-263E-1323-E2143F14A26C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3403942" y="3737696"/>
                  <a:ext cx="4039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3D169BE3-8A8A-8559-065C-0672E8FF66AB}"/>
                    </a:ext>
                  </a:extLst>
                </p14:cNvPr>
                <p14:cNvContentPartPr/>
                <p14:nvPr/>
              </p14:nvContentPartPr>
              <p14:xfrm>
                <a:off x="4040062" y="3747056"/>
                <a:ext cx="408960" cy="961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3D169BE3-8A8A-8559-065C-0672E8FF66AB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4031422" y="3738056"/>
                  <a:ext cx="4266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3EEB8FD-9F2B-FBA3-DEB1-94114C904DAA}"/>
                    </a:ext>
                  </a:extLst>
                </p14:cNvPr>
                <p14:cNvContentPartPr/>
                <p14:nvPr/>
              </p14:nvContentPartPr>
              <p14:xfrm>
                <a:off x="4412302" y="3742376"/>
                <a:ext cx="210960" cy="1029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3EEB8FD-9F2B-FBA3-DEB1-94114C904DAA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4403302" y="3733736"/>
                  <a:ext cx="2286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95CD8490-7A73-416A-7D04-DA932D947ABD}"/>
                    </a:ext>
                  </a:extLst>
                </p14:cNvPr>
                <p14:cNvContentPartPr/>
                <p14:nvPr/>
              </p14:nvContentPartPr>
              <p14:xfrm>
                <a:off x="4652062" y="3725456"/>
                <a:ext cx="123840" cy="2120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95CD8490-7A73-416A-7D04-DA932D947ABD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4643422" y="3716456"/>
                  <a:ext cx="1414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4439D8E2-1FA8-A908-D12A-86777ED44DA6}"/>
                    </a:ext>
                  </a:extLst>
                </p14:cNvPr>
                <p14:cNvContentPartPr/>
                <p14:nvPr/>
              </p14:nvContentPartPr>
              <p14:xfrm>
                <a:off x="4787422" y="3719336"/>
                <a:ext cx="117000" cy="1504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4439D8E2-1FA8-A908-D12A-86777ED44DA6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4778422" y="3710336"/>
                  <a:ext cx="1346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4A5880DA-C833-A80F-AD68-BFAE8BC8937A}"/>
                    </a:ext>
                  </a:extLst>
                </p14:cNvPr>
                <p14:cNvContentPartPr/>
                <p14:nvPr/>
              </p14:nvContentPartPr>
              <p14:xfrm>
                <a:off x="5140582" y="3763616"/>
                <a:ext cx="42120" cy="666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4A5880DA-C833-A80F-AD68-BFAE8BC8937A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5131942" y="3754976"/>
                  <a:ext cx="597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B2AE2F4E-C02D-1E16-19D6-146EC8AAD564}"/>
                    </a:ext>
                  </a:extLst>
                </p14:cNvPr>
                <p14:cNvContentPartPr/>
                <p14:nvPr/>
              </p14:nvContentPartPr>
              <p14:xfrm>
                <a:off x="5107462" y="3643016"/>
                <a:ext cx="6480" cy="313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B2AE2F4E-C02D-1E16-19D6-146EC8AAD564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5098822" y="3634016"/>
                  <a:ext cx="241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6A76D17-42F7-ACE7-EBAD-9C3186D03672}"/>
                    </a:ext>
                  </a:extLst>
                </p14:cNvPr>
                <p14:cNvContentPartPr/>
                <p14:nvPr/>
              </p14:nvContentPartPr>
              <p14:xfrm>
                <a:off x="5215102" y="3743816"/>
                <a:ext cx="191880" cy="792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6A76D17-42F7-ACE7-EBAD-9C3186D03672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5206102" y="3735176"/>
                  <a:ext cx="2095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07985F5C-2A3A-9EFA-1919-79975EE65B47}"/>
                    </a:ext>
                  </a:extLst>
                </p14:cNvPr>
                <p14:cNvContentPartPr/>
                <p14:nvPr/>
              </p14:nvContentPartPr>
              <p14:xfrm>
                <a:off x="5353342" y="3599096"/>
                <a:ext cx="94680" cy="2077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07985F5C-2A3A-9EFA-1919-79975EE65B47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5344342" y="3590096"/>
                  <a:ext cx="1123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8A378AD-3BEE-BA16-2FC1-8AEA982AD14D}"/>
                    </a:ext>
                  </a:extLst>
                </p14:cNvPr>
                <p14:cNvContentPartPr/>
                <p14:nvPr/>
              </p14:nvContentPartPr>
              <p14:xfrm>
                <a:off x="5337502" y="3705656"/>
                <a:ext cx="127800" cy="219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8A378AD-3BEE-BA16-2FC1-8AEA982AD14D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5328862" y="3696656"/>
                  <a:ext cx="1454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BF721871-2ACC-F834-8D2F-620D3F8B1E5B}"/>
                    </a:ext>
                  </a:extLst>
                </p14:cNvPr>
                <p14:cNvContentPartPr/>
                <p14:nvPr/>
              </p14:nvContentPartPr>
              <p14:xfrm>
                <a:off x="5505622" y="3736256"/>
                <a:ext cx="136440" cy="694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BF721871-2ACC-F834-8D2F-620D3F8B1E5B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5496622" y="3727616"/>
                  <a:ext cx="1540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6D35D60F-6339-5A94-8D0A-D48A962D919D}"/>
                    </a:ext>
                  </a:extLst>
                </p14:cNvPr>
                <p14:cNvContentPartPr/>
                <p14:nvPr/>
              </p14:nvContentPartPr>
              <p14:xfrm>
                <a:off x="5890462" y="3784856"/>
                <a:ext cx="26640" cy="532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6D35D60F-6339-5A94-8D0A-D48A962D919D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5881822" y="3776216"/>
                  <a:ext cx="442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7A7C5044-6237-319B-5DF8-A09AFD1695D8}"/>
                    </a:ext>
                  </a:extLst>
                </p14:cNvPr>
                <p14:cNvContentPartPr/>
                <p14:nvPr/>
              </p14:nvContentPartPr>
              <p14:xfrm>
                <a:off x="5847622" y="3661376"/>
                <a:ext cx="14760" cy="432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7A7C5044-6237-319B-5DF8-A09AFD1695D8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5838982" y="3652736"/>
                  <a:ext cx="324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D34D6DB3-8ED4-BEEC-2AE0-25315121D598}"/>
                    </a:ext>
                  </a:extLst>
                </p14:cNvPr>
                <p14:cNvContentPartPr/>
                <p14:nvPr/>
              </p14:nvContentPartPr>
              <p14:xfrm>
                <a:off x="5943382" y="3774416"/>
                <a:ext cx="110160" cy="486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D34D6DB3-8ED4-BEEC-2AE0-25315121D598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5934742" y="3765416"/>
                  <a:ext cx="1278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11BF4DAB-85D3-BCC7-042E-6603C25444D4}"/>
                    </a:ext>
                  </a:extLst>
                </p14:cNvPr>
                <p14:cNvContentPartPr/>
                <p14:nvPr/>
              </p14:nvContentPartPr>
              <p14:xfrm>
                <a:off x="6100702" y="3675776"/>
                <a:ext cx="109080" cy="1476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11BF4DAB-85D3-BCC7-042E-6603C25444D4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6091702" y="3667136"/>
                  <a:ext cx="1267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468F1467-5259-C985-C41E-F741A6DEA8BF}"/>
                    </a:ext>
                  </a:extLst>
                </p14:cNvPr>
                <p14:cNvContentPartPr/>
                <p14:nvPr/>
              </p14:nvContentPartPr>
              <p14:xfrm>
                <a:off x="6273142" y="3747776"/>
                <a:ext cx="32760" cy="518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468F1467-5259-C985-C41E-F741A6DEA8BF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6264142" y="3739136"/>
                  <a:ext cx="504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A670095C-722B-6A41-3519-DAD60023435C}"/>
                    </a:ext>
                  </a:extLst>
                </p14:cNvPr>
                <p14:cNvContentPartPr/>
                <p14:nvPr/>
              </p14:nvContentPartPr>
              <p14:xfrm>
                <a:off x="6235702" y="3604136"/>
                <a:ext cx="13320" cy="349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A670095C-722B-6A41-3519-DAD60023435C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6227062" y="3595496"/>
                  <a:ext cx="309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A812FA9D-C34E-059C-E126-C00409558B1C}"/>
                    </a:ext>
                  </a:extLst>
                </p14:cNvPr>
                <p14:cNvContentPartPr/>
                <p14:nvPr/>
              </p14:nvContentPartPr>
              <p14:xfrm>
                <a:off x="6361702" y="3555896"/>
                <a:ext cx="341640" cy="2466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A812FA9D-C34E-059C-E126-C00409558B1C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6353062" y="3546896"/>
                  <a:ext cx="3592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353AE573-46AC-3E6B-1F5F-92539D109266}"/>
                    </a:ext>
                  </a:extLst>
                </p14:cNvPr>
                <p14:cNvContentPartPr/>
                <p14:nvPr/>
              </p14:nvContentPartPr>
              <p14:xfrm>
                <a:off x="6832582" y="3716456"/>
                <a:ext cx="92160" cy="763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353AE573-46AC-3E6B-1F5F-92539D109266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6823582" y="3707456"/>
                  <a:ext cx="1098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903F852C-1799-7A18-4D1B-525B8F249E6F}"/>
                    </a:ext>
                  </a:extLst>
                </p14:cNvPr>
                <p14:cNvContentPartPr/>
                <p14:nvPr/>
              </p14:nvContentPartPr>
              <p14:xfrm>
                <a:off x="6966502" y="3566336"/>
                <a:ext cx="141840" cy="3621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903F852C-1799-7A18-4D1B-525B8F249E6F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6957502" y="3557336"/>
                  <a:ext cx="15948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C8E183EB-3CC4-739E-8791-907070E7FA02}"/>
                    </a:ext>
                  </a:extLst>
                </p14:cNvPr>
                <p14:cNvContentPartPr/>
                <p14:nvPr/>
              </p14:nvContentPartPr>
              <p14:xfrm>
                <a:off x="6943822" y="3800336"/>
                <a:ext cx="190800" cy="540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C8E183EB-3CC4-739E-8791-907070E7FA02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6935182" y="3791696"/>
                  <a:ext cx="2084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07BC10BF-093C-1B32-44D1-AFE9E5754443}"/>
                    </a:ext>
                  </a:extLst>
                </p14:cNvPr>
                <p14:cNvContentPartPr/>
                <p14:nvPr/>
              </p14:nvContentPartPr>
              <p14:xfrm>
                <a:off x="7325782" y="3694496"/>
                <a:ext cx="352800" cy="846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07BC10BF-093C-1B32-44D1-AFE9E5754443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7316782" y="3685856"/>
                  <a:ext cx="3704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5589EDFC-FCCF-09BC-5BCF-1EFF8D9A3C43}"/>
                    </a:ext>
                  </a:extLst>
                </p14:cNvPr>
                <p14:cNvContentPartPr/>
                <p14:nvPr/>
              </p14:nvContentPartPr>
              <p14:xfrm>
                <a:off x="7703062" y="3710696"/>
                <a:ext cx="61560" cy="802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5589EDFC-FCCF-09BC-5BCF-1EFF8D9A3C43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7694422" y="3701696"/>
                  <a:ext cx="792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7D861BA6-4391-ED36-DC05-8F8462C7FBD9}"/>
                    </a:ext>
                  </a:extLst>
                </p14:cNvPr>
                <p14:cNvContentPartPr/>
                <p14:nvPr/>
              </p14:nvContentPartPr>
              <p14:xfrm>
                <a:off x="7649782" y="3574256"/>
                <a:ext cx="19440" cy="363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7D861BA6-4391-ED36-DC05-8F8462C7FBD9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7641142" y="3565616"/>
                  <a:ext cx="370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998B8C36-4C1A-96FB-93BB-0CC026AD732D}"/>
                    </a:ext>
                  </a:extLst>
                </p14:cNvPr>
                <p14:cNvContentPartPr/>
                <p14:nvPr/>
              </p14:nvContentPartPr>
              <p14:xfrm>
                <a:off x="7758862" y="3567056"/>
                <a:ext cx="162000" cy="20124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998B8C36-4C1A-96FB-93BB-0CC026AD732D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7749862" y="3558056"/>
                  <a:ext cx="1796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12622470-A831-11DD-FD52-5CF5CCAABCC9}"/>
                    </a:ext>
                  </a:extLst>
                </p14:cNvPr>
                <p14:cNvContentPartPr/>
                <p14:nvPr/>
              </p14:nvContentPartPr>
              <p14:xfrm>
                <a:off x="8069542" y="3678656"/>
                <a:ext cx="120960" cy="968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12622470-A831-11DD-FD52-5CF5CCAABCC9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8060902" y="3670016"/>
                  <a:ext cx="1386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FB55D29-517A-BAC6-3AC8-020C9A063B10}"/>
                    </a:ext>
                  </a:extLst>
                </p14:cNvPr>
                <p14:cNvContentPartPr/>
                <p14:nvPr/>
              </p14:nvContentPartPr>
              <p14:xfrm>
                <a:off x="8223982" y="3684056"/>
                <a:ext cx="54360" cy="9432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FB55D29-517A-BAC6-3AC8-020C9A063B10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8215342" y="3675056"/>
                  <a:ext cx="720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5D042490-605A-8E19-B727-92403CA9A147}"/>
                    </a:ext>
                  </a:extLst>
                </p14:cNvPr>
                <p14:cNvContentPartPr/>
                <p14:nvPr/>
              </p14:nvContentPartPr>
              <p14:xfrm>
                <a:off x="8197342" y="3588296"/>
                <a:ext cx="32760" cy="666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5D042490-605A-8E19-B727-92403CA9A147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8188702" y="3579656"/>
                  <a:ext cx="504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63F8DF70-308C-30CF-C0EF-D936ACF3284D}"/>
                    </a:ext>
                  </a:extLst>
                </p14:cNvPr>
                <p14:cNvContentPartPr/>
                <p14:nvPr/>
              </p14:nvContentPartPr>
              <p14:xfrm>
                <a:off x="8299582" y="3667136"/>
                <a:ext cx="92160" cy="1227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63F8DF70-308C-30CF-C0EF-D936ACF3284D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290942" y="3658136"/>
                  <a:ext cx="1098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646853EB-018B-A827-1F50-BD7A477241F9}"/>
                    </a:ext>
                  </a:extLst>
                </p14:cNvPr>
                <p14:cNvContentPartPr/>
                <p14:nvPr/>
              </p14:nvContentPartPr>
              <p14:xfrm>
                <a:off x="8439982" y="3495776"/>
                <a:ext cx="335160" cy="3114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646853EB-018B-A827-1F50-BD7A477241F9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8430982" y="3487136"/>
                  <a:ext cx="35280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F51B5E25-C352-FF53-B5E8-81F3858B1971}"/>
                    </a:ext>
                  </a:extLst>
                </p14:cNvPr>
                <p14:cNvContentPartPr/>
                <p14:nvPr/>
              </p14:nvContentPartPr>
              <p14:xfrm>
                <a:off x="8925982" y="3684056"/>
                <a:ext cx="73440" cy="975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F51B5E25-C352-FF53-B5E8-81F3858B1971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8916982" y="3675056"/>
                  <a:ext cx="910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CD1CED7-BC4B-9932-9A8C-39F54CD8203A}"/>
                    </a:ext>
                  </a:extLst>
                </p14:cNvPr>
                <p14:cNvContentPartPr/>
                <p14:nvPr/>
              </p14:nvContentPartPr>
              <p14:xfrm>
                <a:off x="8920582" y="3572456"/>
                <a:ext cx="4680" cy="2232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CD1CED7-BC4B-9932-9A8C-39F54CD8203A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8911582" y="3563456"/>
                  <a:ext cx="223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3D61A480-6866-2BD9-D3C9-BEA96D05C8CE}"/>
                    </a:ext>
                  </a:extLst>
                </p14:cNvPr>
                <p14:cNvContentPartPr/>
                <p14:nvPr/>
              </p14:nvContentPartPr>
              <p14:xfrm>
                <a:off x="9009862" y="3677216"/>
                <a:ext cx="212040" cy="918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3D61A480-6866-2BD9-D3C9-BEA96D05C8CE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9000862" y="3668576"/>
                  <a:ext cx="2296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9DE2954-93A5-9918-A0BF-391D3DBD3CA7}"/>
                    </a:ext>
                  </a:extLst>
                </p14:cNvPr>
                <p14:cNvContentPartPr/>
                <p14:nvPr/>
              </p14:nvContentPartPr>
              <p14:xfrm>
                <a:off x="9366982" y="3655976"/>
                <a:ext cx="209520" cy="17784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9DE2954-93A5-9918-A0BF-391D3DBD3CA7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9358342" y="3647336"/>
                  <a:ext cx="2271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64BAB72F-5CE2-5B18-AA00-629252B5D7D8}"/>
                    </a:ext>
                  </a:extLst>
                </p14:cNvPr>
                <p14:cNvContentPartPr/>
                <p14:nvPr/>
              </p14:nvContentPartPr>
              <p14:xfrm>
                <a:off x="9409462" y="3752816"/>
                <a:ext cx="84960" cy="111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64BAB72F-5CE2-5B18-AA00-629252B5D7D8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9400822" y="3744176"/>
                  <a:ext cx="1026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5902C0C2-5107-4257-C9D2-FDCEDD76D2A7}"/>
                    </a:ext>
                  </a:extLst>
                </p14:cNvPr>
                <p14:cNvContentPartPr/>
                <p14:nvPr/>
              </p14:nvContentPartPr>
              <p14:xfrm>
                <a:off x="9651022" y="3755336"/>
                <a:ext cx="83160" cy="360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5902C0C2-5107-4257-C9D2-FDCEDD76D2A7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9642022" y="3746336"/>
                  <a:ext cx="1008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077296E6-4E93-F282-D311-5E8C426A1E7F}"/>
                    </a:ext>
                  </a:extLst>
                </p14:cNvPr>
                <p14:cNvContentPartPr/>
                <p14:nvPr/>
              </p14:nvContentPartPr>
              <p14:xfrm>
                <a:off x="9791422" y="3661736"/>
                <a:ext cx="92880" cy="2217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077296E6-4E93-F282-D311-5E8C426A1E7F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9782782" y="3653096"/>
                  <a:ext cx="110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DCC0BC0E-A4FB-9166-A71F-AAFC8139E6F6}"/>
                    </a:ext>
                  </a:extLst>
                </p14:cNvPr>
                <p14:cNvContentPartPr/>
                <p14:nvPr/>
              </p14:nvContentPartPr>
              <p14:xfrm>
                <a:off x="9951982" y="3604136"/>
                <a:ext cx="52200" cy="1922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DCC0BC0E-A4FB-9166-A71F-AAFC8139E6F6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9942982" y="3595496"/>
                  <a:ext cx="698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225B40DE-A366-BAA7-036C-F3A15C50A479}"/>
                    </a:ext>
                  </a:extLst>
                </p14:cNvPr>
                <p14:cNvContentPartPr/>
                <p14:nvPr/>
              </p14:nvContentPartPr>
              <p14:xfrm>
                <a:off x="10066102" y="3702056"/>
                <a:ext cx="142920" cy="997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225B40DE-A366-BAA7-036C-F3A15C50A479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057102" y="3693416"/>
                  <a:ext cx="1605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11F9B2C4-9515-4065-7F17-18A0391EC71D}"/>
                    </a:ext>
                  </a:extLst>
                </p14:cNvPr>
                <p14:cNvContentPartPr/>
                <p14:nvPr/>
              </p14:nvContentPartPr>
              <p14:xfrm>
                <a:off x="10244302" y="3721136"/>
                <a:ext cx="84600" cy="576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11F9B2C4-9515-4065-7F17-18A0391EC71D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0235302" y="3712496"/>
                  <a:ext cx="1022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4BC4CF57-DDE8-062B-164D-003D2BA04391}"/>
                    </a:ext>
                  </a:extLst>
                </p14:cNvPr>
                <p14:cNvContentPartPr/>
                <p14:nvPr/>
              </p14:nvContentPartPr>
              <p14:xfrm>
                <a:off x="10413142" y="3664976"/>
                <a:ext cx="177480" cy="1400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4BC4CF57-DDE8-062B-164D-003D2BA04391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0404502" y="3656336"/>
                  <a:ext cx="1951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B2D80B8E-B368-5722-C437-9FF180DC4740}"/>
                    </a:ext>
                  </a:extLst>
                </p14:cNvPr>
                <p14:cNvContentPartPr/>
                <p14:nvPr/>
              </p14:nvContentPartPr>
              <p14:xfrm>
                <a:off x="7369702" y="3904736"/>
                <a:ext cx="92160" cy="2102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B2D80B8E-B368-5722-C437-9FF180DC4740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7361062" y="3895736"/>
                  <a:ext cx="1098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13C1905A-407E-FA35-C8B3-D62779038286}"/>
                    </a:ext>
                  </a:extLst>
                </p14:cNvPr>
                <p14:cNvContentPartPr/>
                <p14:nvPr/>
              </p14:nvContentPartPr>
              <p14:xfrm>
                <a:off x="7554022" y="3895736"/>
                <a:ext cx="90720" cy="2764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13C1905A-407E-FA35-C8B3-D62779038286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7545382" y="3887096"/>
                  <a:ext cx="1083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6EE080F1-0A83-8782-9688-DA14C031E2B2}"/>
                    </a:ext>
                  </a:extLst>
                </p14:cNvPr>
                <p14:cNvContentPartPr/>
                <p14:nvPr/>
              </p14:nvContentPartPr>
              <p14:xfrm>
                <a:off x="7526662" y="4029296"/>
                <a:ext cx="113040" cy="219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6EE080F1-0A83-8782-9688-DA14C031E2B2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7517662" y="4020296"/>
                  <a:ext cx="1306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0E11512E-1B06-771B-3116-0654536AA04C}"/>
                    </a:ext>
                  </a:extLst>
                </p14:cNvPr>
                <p14:cNvContentPartPr/>
                <p14:nvPr/>
              </p14:nvContentPartPr>
              <p14:xfrm>
                <a:off x="7663462" y="4035416"/>
                <a:ext cx="141120" cy="730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0E11512E-1B06-771B-3116-0654536AA04C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7654462" y="4026416"/>
                  <a:ext cx="1587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16F5939F-A713-1937-B0E4-5F7593596E08}"/>
                    </a:ext>
                  </a:extLst>
                </p14:cNvPr>
                <p14:cNvContentPartPr/>
                <p14:nvPr/>
              </p14:nvContentPartPr>
              <p14:xfrm>
                <a:off x="7845982" y="3987536"/>
                <a:ext cx="31320" cy="1166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16F5939F-A713-1937-B0E4-5F7593596E08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7836982" y="3978896"/>
                  <a:ext cx="489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B4375C6C-2EE1-8697-421E-C2475B77CD95}"/>
                    </a:ext>
                  </a:extLst>
                </p14:cNvPr>
                <p14:cNvContentPartPr/>
                <p14:nvPr/>
              </p14:nvContentPartPr>
              <p14:xfrm>
                <a:off x="8079262" y="3981056"/>
                <a:ext cx="139320" cy="1288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B4375C6C-2EE1-8697-421E-C2475B77CD95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8070262" y="3972056"/>
                  <a:ext cx="1569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FE036F0B-25C1-EBF3-C4D8-9BE8CF9C130B}"/>
                    </a:ext>
                  </a:extLst>
                </p14:cNvPr>
                <p14:cNvContentPartPr/>
                <p14:nvPr/>
              </p14:nvContentPartPr>
              <p14:xfrm>
                <a:off x="8230102" y="4018856"/>
                <a:ext cx="293400" cy="8100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FE036F0B-25C1-EBF3-C4D8-9BE8CF9C130B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8221462" y="4010216"/>
                  <a:ext cx="3110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942543F5-EA4A-5047-ACFC-B3C67DA2D934}"/>
                    </a:ext>
                  </a:extLst>
                </p14:cNvPr>
                <p14:cNvContentPartPr/>
                <p14:nvPr/>
              </p14:nvContentPartPr>
              <p14:xfrm>
                <a:off x="8568142" y="3973496"/>
                <a:ext cx="81720" cy="1422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942543F5-EA4A-5047-ACFC-B3C67DA2D934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8559502" y="3964856"/>
                  <a:ext cx="993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89E0FD11-83D9-986C-18A1-3D4F4603AFD5}"/>
                    </a:ext>
                  </a:extLst>
                </p14:cNvPr>
                <p14:cNvContentPartPr/>
                <p14:nvPr/>
              </p14:nvContentPartPr>
              <p14:xfrm>
                <a:off x="8721862" y="3886376"/>
                <a:ext cx="255240" cy="2394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89E0FD11-83D9-986C-18A1-3D4F4603AFD5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8713222" y="3877736"/>
                  <a:ext cx="2728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0D1FE71F-60C6-5DB8-B91E-9376CCE7011A}"/>
                    </a:ext>
                  </a:extLst>
                </p14:cNvPr>
                <p14:cNvContentPartPr/>
                <p14:nvPr/>
              </p14:nvContentPartPr>
              <p14:xfrm>
                <a:off x="9093742" y="4125416"/>
                <a:ext cx="13320" cy="2520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0D1FE71F-60C6-5DB8-B91E-9376CCE7011A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9084742" y="4116416"/>
                  <a:ext cx="309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A14B9AAE-6A6A-AD21-0556-31D8F94E7EB2}"/>
                    </a:ext>
                  </a:extLst>
                </p14:cNvPr>
                <p14:cNvContentPartPr/>
                <p14:nvPr/>
              </p14:nvContentPartPr>
              <p14:xfrm>
                <a:off x="9202102" y="4011296"/>
                <a:ext cx="103680" cy="13572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A14B9AAE-6A6A-AD21-0556-31D8F94E7EB2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9193462" y="4002656"/>
                  <a:ext cx="1213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C1923A07-1939-F018-C550-BCCA2C666383}"/>
                    </a:ext>
                  </a:extLst>
                </p14:cNvPr>
                <p14:cNvContentPartPr/>
                <p14:nvPr/>
              </p14:nvContentPartPr>
              <p14:xfrm>
                <a:off x="9399022" y="3928496"/>
                <a:ext cx="59040" cy="19800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C1923A07-1939-F018-C550-BCCA2C666383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9390022" y="3919856"/>
                  <a:ext cx="766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65CA4204-D9C2-56C7-91F3-E20117C0AC3B}"/>
                    </a:ext>
                  </a:extLst>
                </p14:cNvPr>
                <p14:cNvContentPartPr/>
                <p14:nvPr/>
              </p14:nvContentPartPr>
              <p14:xfrm>
                <a:off x="9366982" y="4040096"/>
                <a:ext cx="233640" cy="885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65CA4204-D9C2-56C7-91F3-E20117C0AC3B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9358342" y="4031096"/>
                  <a:ext cx="2512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FA998403-CDAB-0067-EC87-37C3FF4F44F0}"/>
                    </a:ext>
                  </a:extLst>
                </p14:cNvPr>
                <p14:cNvContentPartPr/>
                <p14:nvPr/>
              </p14:nvContentPartPr>
              <p14:xfrm>
                <a:off x="9654262" y="3928496"/>
                <a:ext cx="116280" cy="18720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FA998403-CDAB-0067-EC87-37C3FF4F44F0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9645262" y="3919856"/>
                  <a:ext cx="1339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356A277C-09DD-0865-C246-5B43749EB40A}"/>
                    </a:ext>
                  </a:extLst>
                </p14:cNvPr>
                <p14:cNvContentPartPr/>
                <p14:nvPr/>
              </p14:nvContentPartPr>
              <p14:xfrm>
                <a:off x="9750382" y="3943976"/>
                <a:ext cx="228240" cy="1872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356A277C-09DD-0865-C246-5B43749EB40A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9741742" y="3934976"/>
                  <a:ext cx="2458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A10F7B76-974C-6A3C-540A-802B71980312}"/>
                    </a:ext>
                  </a:extLst>
                </p14:cNvPr>
                <p14:cNvContentPartPr/>
                <p14:nvPr/>
              </p14:nvContentPartPr>
              <p14:xfrm>
                <a:off x="10179502" y="3908336"/>
                <a:ext cx="107640" cy="29808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A10F7B76-974C-6A3C-540A-802B71980312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0170862" y="3899336"/>
                  <a:ext cx="1252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9FCC2C3A-3468-DF8D-C31D-717D04657BA8}"/>
                    </a:ext>
                  </a:extLst>
                </p14:cNvPr>
                <p14:cNvContentPartPr/>
                <p14:nvPr/>
              </p14:nvContentPartPr>
              <p14:xfrm>
                <a:off x="10153942" y="4076456"/>
                <a:ext cx="241560" cy="6156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9FCC2C3A-3468-DF8D-C31D-717D04657BA8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10144942" y="4067456"/>
                  <a:ext cx="2592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8D6DF977-E936-7533-4153-468A22ADF953}"/>
                    </a:ext>
                  </a:extLst>
                </p14:cNvPr>
                <p14:cNvContentPartPr/>
                <p14:nvPr/>
              </p14:nvContentPartPr>
              <p14:xfrm>
                <a:off x="10336462" y="3974936"/>
                <a:ext cx="16920" cy="936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8D6DF977-E936-7533-4153-468A22ADF953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10327822" y="3966296"/>
                  <a:ext cx="345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8A0C7DBE-F2ED-6413-3C80-B373EC0AB422}"/>
                    </a:ext>
                  </a:extLst>
                </p14:cNvPr>
                <p14:cNvContentPartPr/>
                <p14:nvPr/>
              </p14:nvContentPartPr>
              <p14:xfrm>
                <a:off x="10461022" y="3884216"/>
                <a:ext cx="105120" cy="25200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8A0C7DBE-F2ED-6413-3C80-B373EC0AB422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0452382" y="3875576"/>
                  <a:ext cx="1227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808DFD96-260A-5DDD-05C3-E06DD2649157}"/>
                    </a:ext>
                  </a:extLst>
                </p14:cNvPr>
                <p14:cNvContentPartPr/>
                <p14:nvPr/>
              </p14:nvContentPartPr>
              <p14:xfrm>
                <a:off x="10584502" y="3923096"/>
                <a:ext cx="59040" cy="2138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808DFD96-260A-5DDD-05C3-E06DD2649157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0575862" y="3914456"/>
                  <a:ext cx="766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49220EB2-DD10-8A9B-C7D9-720ECF17F8F8}"/>
                    </a:ext>
                  </a:extLst>
                </p14:cNvPr>
                <p14:cNvContentPartPr/>
                <p14:nvPr/>
              </p14:nvContentPartPr>
              <p14:xfrm>
                <a:off x="10579102" y="3967376"/>
                <a:ext cx="256320" cy="11664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49220EB2-DD10-8A9B-C7D9-720ECF17F8F8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0570462" y="3958736"/>
                  <a:ext cx="2739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861F8271-04B5-186C-A85D-698C9E67DFD6}"/>
                    </a:ext>
                  </a:extLst>
                </p14:cNvPr>
                <p14:cNvContentPartPr/>
                <p14:nvPr/>
              </p14:nvContentPartPr>
              <p14:xfrm>
                <a:off x="10862422" y="3959816"/>
                <a:ext cx="131760" cy="11916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861F8271-04B5-186C-A85D-698C9E67DFD6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0853782" y="3950816"/>
                  <a:ext cx="1494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EDBB7C90-398A-7ED4-FC6A-FF59C81FBE5C}"/>
                    </a:ext>
                  </a:extLst>
                </p14:cNvPr>
                <p14:cNvContentPartPr/>
                <p14:nvPr/>
              </p14:nvContentPartPr>
              <p14:xfrm>
                <a:off x="11041702" y="3859376"/>
                <a:ext cx="150480" cy="37008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EDBB7C90-398A-7ED4-FC6A-FF59C81FBE5C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1033062" y="3850736"/>
                  <a:ext cx="168120" cy="3877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BILINEAR TRANSFORM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substitution that maps the half-plane to the disk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10</a:t>
            </a:r>
          </a:p>
        </p:txBody>
      </p:sp>
      <p:pic>
        <p:nvPicPr>
          <p:cNvPr id="6" name="Picture 5" descr="eq_8aa7f017591418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4389120" cy="812647"/>
          </a:xfrm>
          <a:prstGeom prst="rect">
            <a:avLst/>
          </a:prstGeom>
        </p:spPr>
      </p:pic>
      <p:pic>
        <p:nvPicPr>
          <p:cNvPr id="7" name="Picture 6" descr="eq_92da49cc1fb712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60320"/>
            <a:ext cx="3931920" cy="72430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0" y="1417320"/>
            <a:ext cx="5029200" cy="10515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0" y="1417320"/>
            <a:ext cx="50292" cy="10515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15584" y="1527048"/>
            <a:ext cx="4800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Interpret 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5584" y="1901952"/>
            <a:ext cx="4800600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 is the sampling period used in the analog-to-digital mapping.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743200"/>
            <a:ext cx="50292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0" y="274320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15584" y="2852928"/>
            <a:ext cx="4800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Important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5584" y="3227832"/>
            <a:ext cx="48006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This is not the impulse-invariance map z=e^{sT}. The bilinear transform avoids frequency aliasing but warps the axis.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A6D8212-72CE-22FE-6B37-CFF883F700B0}"/>
                  </a:ext>
                </a:extLst>
              </p14:cNvPr>
              <p14:cNvContentPartPr/>
              <p14:nvPr/>
            </p14:nvContentPartPr>
            <p14:xfrm>
              <a:off x="1498462" y="4849736"/>
              <a:ext cx="182520" cy="1828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A6D8212-72CE-22FE-6B37-CFF883F700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89462" y="4840736"/>
                <a:ext cx="20016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DBFDE4B-08E7-C13B-8BE5-E9B32DA52966}"/>
                  </a:ext>
                </a:extLst>
              </p14:cNvPr>
              <p14:cNvContentPartPr/>
              <p14:nvPr/>
            </p14:nvContentPartPr>
            <p14:xfrm>
              <a:off x="1822822" y="4947656"/>
              <a:ext cx="150480" cy="205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DBFDE4B-08E7-C13B-8BE5-E9B32DA5296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14182" y="4939016"/>
                <a:ext cx="16812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81CB5A9-7D96-E426-35CD-1E67227F3C68}"/>
                  </a:ext>
                </a:extLst>
              </p14:cNvPr>
              <p14:cNvContentPartPr/>
              <p14:nvPr/>
            </p14:nvContentPartPr>
            <p14:xfrm>
              <a:off x="1818862" y="4867376"/>
              <a:ext cx="138600" cy="367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81CB5A9-7D96-E426-35CD-1E67227F3C6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09862" y="4858376"/>
                <a:ext cx="15624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6E18F2C-F965-8BD7-FD45-CDA440572E84}"/>
                  </a:ext>
                </a:extLst>
              </p14:cNvPr>
              <p14:cNvContentPartPr/>
              <p14:nvPr/>
            </p14:nvContentPartPr>
            <p14:xfrm>
              <a:off x="2302702" y="4633736"/>
              <a:ext cx="175680" cy="1335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6E18F2C-F965-8BD7-FD45-CDA440572E8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93702" y="4625096"/>
                <a:ext cx="19332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F2EB41F-6357-FEE4-E5EA-F016A191021E}"/>
                  </a:ext>
                </a:extLst>
              </p14:cNvPr>
              <p14:cNvContentPartPr/>
              <p14:nvPr/>
            </p14:nvContentPartPr>
            <p14:xfrm>
              <a:off x="2240062" y="4871336"/>
              <a:ext cx="312840" cy="172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F2EB41F-6357-FEE4-E5EA-F016A191021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231062" y="4862696"/>
                <a:ext cx="33048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A6D7ED0-2909-4AB2-A25C-5F73AAA4C437}"/>
                  </a:ext>
                </a:extLst>
              </p14:cNvPr>
              <p14:cNvContentPartPr/>
              <p14:nvPr/>
            </p14:nvContentPartPr>
            <p14:xfrm>
              <a:off x="2408902" y="5035856"/>
              <a:ext cx="37800" cy="1548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A6D7ED0-2909-4AB2-A25C-5F73AAA4C43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400262" y="5027216"/>
                <a:ext cx="5544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F890BF5-49FF-0754-F6B4-95CBB94D1E42}"/>
                  </a:ext>
                </a:extLst>
              </p14:cNvPr>
              <p14:cNvContentPartPr/>
              <p14:nvPr/>
            </p14:nvContentPartPr>
            <p14:xfrm>
              <a:off x="2271022" y="5015336"/>
              <a:ext cx="265680" cy="162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F890BF5-49FF-0754-F6B4-95CBB94D1E4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262382" y="5006696"/>
                <a:ext cx="28332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F3899D6-B58A-674A-59F6-BE34797E6DDE}"/>
                  </a:ext>
                </a:extLst>
              </p14:cNvPr>
              <p14:cNvContentPartPr/>
              <p14:nvPr/>
            </p14:nvContentPartPr>
            <p14:xfrm>
              <a:off x="3009742" y="4632656"/>
              <a:ext cx="65880" cy="1764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F3899D6-B58A-674A-59F6-BE34797E6DD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001102" y="4624016"/>
                <a:ext cx="8352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EA70751-CECF-DDA3-DBAD-B68DD820E3CA}"/>
                  </a:ext>
                </a:extLst>
              </p14:cNvPr>
              <p14:cNvContentPartPr/>
              <p14:nvPr/>
            </p14:nvContentPartPr>
            <p14:xfrm>
              <a:off x="3174622" y="4726616"/>
              <a:ext cx="117360" cy="234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EA70751-CECF-DDA3-DBAD-B68DD820E3C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165622" y="4717976"/>
                <a:ext cx="13500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692DEEB-E41D-14A8-7935-07350A36D6C3}"/>
                  </a:ext>
                </a:extLst>
              </p14:cNvPr>
              <p14:cNvContentPartPr/>
              <p14:nvPr/>
            </p14:nvContentPartPr>
            <p14:xfrm>
              <a:off x="3371182" y="4644536"/>
              <a:ext cx="164520" cy="1688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692DEEB-E41D-14A8-7935-07350A36D6C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362542" y="4635896"/>
                <a:ext cx="18216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887DF4D-3192-8E6A-8186-7D0367AE68F7}"/>
                  </a:ext>
                </a:extLst>
              </p14:cNvPr>
              <p14:cNvContentPartPr/>
              <p14:nvPr/>
            </p14:nvContentPartPr>
            <p14:xfrm>
              <a:off x="3432742" y="4729496"/>
              <a:ext cx="87840" cy="100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887DF4D-3192-8E6A-8186-7D0367AE68F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423742" y="4720496"/>
                <a:ext cx="10548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CB984C0-2801-63EA-EB4A-ED203631FF5C}"/>
                  </a:ext>
                </a:extLst>
              </p14:cNvPr>
              <p14:cNvContentPartPr/>
              <p14:nvPr/>
            </p14:nvContentPartPr>
            <p14:xfrm>
              <a:off x="3540742" y="4602776"/>
              <a:ext cx="118080" cy="108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CB984C0-2801-63EA-EB4A-ED203631FF5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532102" y="4593776"/>
                <a:ext cx="13572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889A3B68-323A-380B-C455-B03BB031BF14}"/>
                  </a:ext>
                </a:extLst>
              </p14:cNvPr>
              <p14:cNvContentPartPr/>
              <p14:nvPr/>
            </p14:nvContentPartPr>
            <p14:xfrm>
              <a:off x="3722182" y="4531856"/>
              <a:ext cx="40680" cy="1022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889A3B68-323A-380B-C455-B03BB031BF1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713182" y="4522856"/>
                <a:ext cx="5832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3D0E8F7-9630-7692-A253-E3052E223F58}"/>
                  </a:ext>
                </a:extLst>
              </p14:cNvPr>
              <p14:cNvContentPartPr/>
              <p14:nvPr/>
            </p14:nvContentPartPr>
            <p14:xfrm>
              <a:off x="2921182" y="4892936"/>
              <a:ext cx="764280" cy="219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3D0E8F7-9630-7692-A253-E3052E223F5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912182" y="4883936"/>
                <a:ext cx="7819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8B92030C-5F84-236E-6041-EF3BABD80A17}"/>
                  </a:ext>
                </a:extLst>
              </p14:cNvPr>
              <p14:cNvContentPartPr/>
              <p14:nvPr/>
            </p14:nvContentPartPr>
            <p14:xfrm>
              <a:off x="3074902" y="5025416"/>
              <a:ext cx="57960" cy="1656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8B92030C-5F84-236E-6041-EF3BABD80A1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066262" y="5016416"/>
                <a:ext cx="7560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B357231-9605-C0E6-2AA9-81A6165AD916}"/>
                  </a:ext>
                </a:extLst>
              </p14:cNvPr>
              <p14:cNvContentPartPr/>
              <p14:nvPr/>
            </p14:nvContentPartPr>
            <p14:xfrm>
              <a:off x="3264982" y="5074016"/>
              <a:ext cx="43200" cy="1180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7B357231-9605-C0E6-2AA9-81A6165AD91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255982" y="5065016"/>
                <a:ext cx="6084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148A028-BE89-35FA-C635-B285165CB8C4}"/>
                  </a:ext>
                </a:extLst>
              </p14:cNvPr>
              <p14:cNvContentPartPr/>
              <p14:nvPr/>
            </p14:nvContentPartPr>
            <p14:xfrm>
              <a:off x="3232942" y="5133416"/>
              <a:ext cx="128160" cy="100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148A028-BE89-35FA-C635-B285165CB8C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224302" y="5124416"/>
                <a:ext cx="14580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B2BACC8-81EA-7910-9742-718718666F65}"/>
                  </a:ext>
                </a:extLst>
              </p14:cNvPr>
              <p14:cNvContentPartPr/>
              <p14:nvPr/>
            </p14:nvContentPartPr>
            <p14:xfrm>
              <a:off x="3434902" y="5068256"/>
              <a:ext cx="150840" cy="1767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B2BACC8-81EA-7910-9742-718718666F6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426262" y="5059256"/>
                <a:ext cx="16848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0547CDA3-5E06-02CE-A118-03457E8840F4}"/>
                  </a:ext>
                </a:extLst>
              </p14:cNvPr>
              <p14:cNvContentPartPr/>
              <p14:nvPr/>
            </p14:nvContentPartPr>
            <p14:xfrm>
              <a:off x="3438502" y="5169056"/>
              <a:ext cx="145800" cy="115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0547CDA3-5E06-02CE-A118-03457E8840F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429502" y="5160416"/>
                <a:ext cx="16344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E7F54C8-7A31-1FC8-AF8A-464BA65FA7BE}"/>
                  </a:ext>
                </a:extLst>
              </p14:cNvPr>
              <p14:cNvContentPartPr/>
              <p14:nvPr/>
            </p14:nvContentPartPr>
            <p14:xfrm>
              <a:off x="3591502" y="5025056"/>
              <a:ext cx="152280" cy="226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E7F54C8-7A31-1FC8-AF8A-464BA65FA7B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582862" y="5016416"/>
                <a:ext cx="1699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5708D92-1FA9-C444-2EC9-67CBE84CA7FF}"/>
                  </a:ext>
                </a:extLst>
              </p14:cNvPr>
              <p14:cNvContentPartPr/>
              <p14:nvPr/>
            </p14:nvContentPartPr>
            <p14:xfrm>
              <a:off x="3822982" y="4989056"/>
              <a:ext cx="38880" cy="1123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5708D92-1FA9-C444-2EC9-67CBE84CA7F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814342" y="4980056"/>
                <a:ext cx="5652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575FA035-DDBA-7ACE-3B3D-05AE537855B0}"/>
                  </a:ext>
                </a:extLst>
              </p14:cNvPr>
              <p14:cNvContentPartPr/>
              <p14:nvPr/>
            </p14:nvContentPartPr>
            <p14:xfrm>
              <a:off x="4861582" y="4810496"/>
              <a:ext cx="140400" cy="1476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575FA035-DDBA-7ACE-3B3D-05AE537855B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852942" y="4801496"/>
                <a:ext cx="15804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48CF1D5-B6D5-45B3-C73A-B21C6DC40BF4}"/>
                  </a:ext>
                </a:extLst>
              </p14:cNvPr>
              <p14:cNvContentPartPr/>
              <p14:nvPr/>
            </p14:nvContentPartPr>
            <p14:xfrm>
              <a:off x="5025022" y="4884656"/>
              <a:ext cx="165240" cy="738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48CF1D5-B6D5-45B3-C73A-B21C6DC40BF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016022" y="4876016"/>
                <a:ext cx="18288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718D52C1-87E6-132C-A579-B7BAA23CD1B8}"/>
                  </a:ext>
                </a:extLst>
              </p14:cNvPr>
              <p14:cNvContentPartPr/>
              <p14:nvPr/>
            </p14:nvContentPartPr>
            <p14:xfrm>
              <a:off x="5205382" y="4749656"/>
              <a:ext cx="76680" cy="2221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718D52C1-87E6-132C-A579-B7BAA23CD1B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196742" y="4740656"/>
                <a:ext cx="9432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776B2DE6-0980-2E24-09D3-450BA2208AD0}"/>
                  </a:ext>
                </a:extLst>
              </p14:cNvPr>
              <p14:cNvContentPartPr/>
              <p14:nvPr/>
            </p14:nvContentPartPr>
            <p14:xfrm>
              <a:off x="5338222" y="4850456"/>
              <a:ext cx="330120" cy="1285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776B2DE6-0980-2E24-09D3-450BA2208AD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329582" y="4841456"/>
                <a:ext cx="34776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B1372E5-2D28-3E94-FF00-204F709445DA}"/>
                  </a:ext>
                </a:extLst>
              </p14:cNvPr>
              <p14:cNvContentPartPr/>
              <p14:nvPr/>
            </p14:nvContentPartPr>
            <p14:xfrm>
              <a:off x="5846542" y="4677656"/>
              <a:ext cx="138600" cy="3931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B1372E5-2D28-3E94-FF00-204F709445D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837542" y="4668656"/>
                <a:ext cx="156240" cy="41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E10DEC7F-35DF-F2DE-99E4-EB2631C16A7C}"/>
                  </a:ext>
                </a:extLst>
              </p14:cNvPr>
              <p14:cNvContentPartPr/>
              <p14:nvPr/>
            </p14:nvContentPartPr>
            <p14:xfrm>
              <a:off x="5840422" y="4907696"/>
              <a:ext cx="152280" cy="334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E10DEC7F-35DF-F2DE-99E4-EB2631C16A7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831422" y="4899056"/>
                <a:ext cx="16992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A179C1F8-04D3-032C-15CC-6ED0EAD3787E}"/>
                  </a:ext>
                </a:extLst>
              </p14:cNvPr>
              <p14:cNvContentPartPr/>
              <p14:nvPr/>
            </p14:nvContentPartPr>
            <p14:xfrm>
              <a:off x="6016822" y="4812656"/>
              <a:ext cx="240120" cy="1429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A179C1F8-04D3-032C-15CC-6ED0EAD3787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008182" y="4803656"/>
                <a:ext cx="25776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480AE5F3-2D65-D1FF-9C3B-EB91D07736FA}"/>
                  </a:ext>
                </a:extLst>
              </p14:cNvPr>
              <p14:cNvContentPartPr/>
              <p14:nvPr/>
            </p14:nvContentPartPr>
            <p14:xfrm>
              <a:off x="6592822" y="4804016"/>
              <a:ext cx="192600" cy="20664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480AE5F3-2D65-D1FF-9C3B-EB91D07736F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584182" y="4795376"/>
                <a:ext cx="21024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E0A22167-1DAE-7FE3-9926-924C811D8897}"/>
                  </a:ext>
                </a:extLst>
              </p14:cNvPr>
              <p14:cNvContentPartPr/>
              <p14:nvPr/>
            </p14:nvContentPartPr>
            <p14:xfrm>
              <a:off x="6611902" y="4908776"/>
              <a:ext cx="161280" cy="169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E0A22167-1DAE-7FE3-9926-924C811D889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602902" y="4899776"/>
                <a:ext cx="17892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42F16E61-251F-857E-4F6C-7EDAC6BE04F9}"/>
                  </a:ext>
                </a:extLst>
              </p14:cNvPr>
              <p14:cNvContentPartPr/>
              <p14:nvPr/>
            </p14:nvContentPartPr>
            <p14:xfrm>
              <a:off x="7032022" y="4861256"/>
              <a:ext cx="13320" cy="194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42F16E61-251F-857E-4F6C-7EDAC6BE04F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023022" y="4852616"/>
                <a:ext cx="3096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F193F1C-0D17-09B6-41E2-DEA069B78B3F}"/>
                  </a:ext>
                </a:extLst>
              </p14:cNvPr>
              <p14:cNvContentPartPr/>
              <p14:nvPr/>
            </p14:nvContentPartPr>
            <p14:xfrm>
              <a:off x="7071262" y="4978256"/>
              <a:ext cx="360" cy="194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F193F1C-0D17-09B6-41E2-DEA069B78B3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062622" y="4969256"/>
                <a:ext cx="1800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A3683582-575D-9693-9A28-D49FDF3E14BD}"/>
                  </a:ext>
                </a:extLst>
              </p14:cNvPr>
              <p14:cNvContentPartPr/>
              <p14:nvPr/>
            </p14:nvContentPartPr>
            <p14:xfrm>
              <a:off x="7358542" y="4806896"/>
              <a:ext cx="255240" cy="1994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A3683582-575D-9693-9A28-D49FDF3E14B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349542" y="4797896"/>
                <a:ext cx="27288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0D0CFE7-44B1-8D8F-35D3-9A279FC277DA}"/>
                  </a:ext>
                </a:extLst>
              </p14:cNvPr>
              <p14:cNvContentPartPr/>
              <p14:nvPr/>
            </p14:nvContentPartPr>
            <p14:xfrm>
              <a:off x="7414342" y="4924976"/>
              <a:ext cx="93240" cy="3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0D0CFE7-44B1-8D8F-35D3-9A279FC277D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405342" y="4916336"/>
                <a:ext cx="1108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132CA15A-614B-35DD-314B-0C48CF14FEDA}"/>
                  </a:ext>
                </a:extLst>
              </p14:cNvPr>
              <p14:cNvContentPartPr/>
              <p14:nvPr/>
            </p14:nvContentPartPr>
            <p14:xfrm>
              <a:off x="7703782" y="4911296"/>
              <a:ext cx="144000" cy="194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132CA15A-614B-35DD-314B-0C48CF14FED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695142" y="4902296"/>
                <a:ext cx="16164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26A2146C-A842-314D-FA84-508C113578CC}"/>
                  </a:ext>
                </a:extLst>
              </p14:cNvPr>
              <p14:cNvContentPartPr/>
              <p14:nvPr/>
            </p14:nvContentPartPr>
            <p14:xfrm>
              <a:off x="7706302" y="4840376"/>
              <a:ext cx="109800" cy="212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26A2146C-A842-314D-FA84-508C113578C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697302" y="4831376"/>
                <a:ext cx="12744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B237A08F-49EC-8AAB-E88C-CCC5CD3003CA}"/>
                  </a:ext>
                </a:extLst>
              </p14:cNvPr>
              <p14:cNvContentPartPr/>
              <p14:nvPr/>
            </p14:nvContentPartPr>
            <p14:xfrm>
              <a:off x="8137582" y="4522496"/>
              <a:ext cx="63720" cy="2145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237A08F-49EC-8AAB-E88C-CCC5CD3003C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128942" y="4513496"/>
                <a:ext cx="8136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7E767393-1D0A-E00A-4CDF-3B02CE085B8C}"/>
                  </a:ext>
                </a:extLst>
              </p14:cNvPr>
              <p14:cNvContentPartPr/>
              <p14:nvPr/>
            </p14:nvContentPartPr>
            <p14:xfrm>
              <a:off x="8394982" y="4608536"/>
              <a:ext cx="41400" cy="1040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7E767393-1D0A-E00A-4CDF-3B02CE085B8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386342" y="4599536"/>
                <a:ext cx="5904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AFB77F33-63AF-C3A8-395C-C2EC3F0F04CB}"/>
                  </a:ext>
                </a:extLst>
              </p14:cNvPr>
              <p14:cNvContentPartPr/>
              <p14:nvPr/>
            </p14:nvContentPartPr>
            <p14:xfrm>
              <a:off x="8356822" y="4653896"/>
              <a:ext cx="129240" cy="90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AFB77F33-63AF-C3A8-395C-C2EC3F0F04C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347822" y="4645256"/>
                <a:ext cx="1468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303B60F5-7C19-B614-38A6-FF97C781B607}"/>
                  </a:ext>
                </a:extLst>
              </p14:cNvPr>
              <p14:cNvContentPartPr/>
              <p14:nvPr/>
            </p14:nvContentPartPr>
            <p14:xfrm>
              <a:off x="8783422" y="4419896"/>
              <a:ext cx="56160" cy="1116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303B60F5-7C19-B614-38A6-FF97C781B60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774422" y="4410896"/>
                <a:ext cx="7380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C56B1A12-DBAA-72B0-C225-E468400FC81E}"/>
                  </a:ext>
                </a:extLst>
              </p14:cNvPr>
              <p14:cNvContentPartPr/>
              <p14:nvPr/>
            </p14:nvContentPartPr>
            <p14:xfrm>
              <a:off x="8672902" y="4376336"/>
              <a:ext cx="201240" cy="280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C56B1A12-DBAA-72B0-C225-E468400FC81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663902" y="4367696"/>
                <a:ext cx="21888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2F5CA4C-0816-8F92-8EDA-E706AB563787}"/>
                  </a:ext>
                </a:extLst>
              </p14:cNvPr>
              <p14:cNvContentPartPr/>
              <p14:nvPr/>
            </p14:nvContentPartPr>
            <p14:xfrm>
              <a:off x="8788462" y="4568576"/>
              <a:ext cx="207720" cy="720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2F5CA4C-0816-8F92-8EDA-E706AB56378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779462" y="4559936"/>
                <a:ext cx="22536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C53B797B-C31D-F93F-719D-C08C494C3719}"/>
                  </a:ext>
                </a:extLst>
              </p14:cNvPr>
              <p14:cNvContentPartPr/>
              <p14:nvPr/>
            </p14:nvContentPartPr>
            <p14:xfrm>
              <a:off x="8799262" y="4669736"/>
              <a:ext cx="191520" cy="1227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C53B797B-C31D-F93F-719D-C08C494C371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790262" y="4661096"/>
                <a:ext cx="20916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4E110301-EBD7-1996-80C0-1A44EFFC5A55}"/>
                  </a:ext>
                </a:extLst>
              </p14:cNvPr>
              <p14:cNvContentPartPr/>
              <p14:nvPr/>
            </p14:nvContentPartPr>
            <p14:xfrm>
              <a:off x="9154582" y="4539776"/>
              <a:ext cx="110880" cy="1573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4E110301-EBD7-1996-80C0-1A44EFFC5A5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145582" y="4531136"/>
                <a:ext cx="12852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F5C4C981-6F35-7C68-9B8B-92A8FD54ED26}"/>
                  </a:ext>
                </a:extLst>
              </p14:cNvPr>
              <p14:cNvContentPartPr/>
              <p14:nvPr/>
            </p14:nvContentPartPr>
            <p14:xfrm>
              <a:off x="8028502" y="4924976"/>
              <a:ext cx="1301760" cy="313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F5C4C981-6F35-7C68-9B8B-92A8FD54ED26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019862" y="4915976"/>
                <a:ext cx="131940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DB36A5BB-EA39-3C18-29E7-93A1D90E32A0}"/>
                  </a:ext>
                </a:extLst>
              </p14:cNvPr>
              <p14:cNvContentPartPr/>
              <p14:nvPr/>
            </p14:nvContentPartPr>
            <p14:xfrm>
              <a:off x="8304622" y="5183096"/>
              <a:ext cx="84960" cy="2149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DB36A5BB-EA39-3C18-29E7-93A1D90E32A0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295982" y="5174456"/>
                <a:ext cx="10260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E019D89D-26F8-CB4F-D18A-41C021B1D1AD}"/>
                  </a:ext>
                </a:extLst>
              </p14:cNvPr>
              <p14:cNvContentPartPr/>
              <p14:nvPr/>
            </p14:nvContentPartPr>
            <p14:xfrm>
              <a:off x="8509462" y="5288936"/>
              <a:ext cx="135720" cy="244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E019D89D-26F8-CB4F-D18A-41C021B1D1A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500822" y="5280296"/>
                <a:ext cx="15336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6403240D-2808-BA1F-4B32-8AF0271E535C}"/>
                  </a:ext>
                </a:extLst>
              </p14:cNvPr>
              <p14:cNvContentPartPr/>
              <p14:nvPr/>
            </p14:nvContentPartPr>
            <p14:xfrm>
              <a:off x="8878822" y="5126936"/>
              <a:ext cx="57240" cy="1083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6403240D-2808-BA1F-4B32-8AF0271E535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870182" y="5118296"/>
                <a:ext cx="7488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3F782FB2-7A0E-BD0F-003A-213F3D9E1F66}"/>
                  </a:ext>
                </a:extLst>
              </p14:cNvPr>
              <p14:cNvContentPartPr/>
              <p14:nvPr/>
            </p14:nvContentPartPr>
            <p14:xfrm>
              <a:off x="8779822" y="5097056"/>
              <a:ext cx="205920" cy="97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3F782FB2-7A0E-BD0F-003A-213F3D9E1F6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8771182" y="5088056"/>
                <a:ext cx="22356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C1F44AF9-6E74-3F2F-F418-9D59F7FAF42A}"/>
                  </a:ext>
                </a:extLst>
              </p14:cNvPr>
              <p14:cNvContentPartPr/>
              <p14:nvPr/>
            </p14:nvContentPartPr>
            <p14:xfrm>
              <a:off x="8873062" y="5301536"/>
              <a:ext cx="176400" cy="226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C1F44AF9-6E74-3F2F-F418-9D59F7FAF42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8864062" y="5292896"/>
                <a:ext cx="19404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970E6382-39DC-C50F-D656-E8D6955FCB46}"/>
                  </a:ext>
                </a:extLst>
              </p14:cNvPr>
              <p14:cNvContentPartPr/>
              <p14:nvPr/>
            </p14:nvContentPartPr>
            <p14:xfrm>
              <a:off x="8862982" y="5387576"/>
              <a:ext cx="197280" cy="1281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970E6382-39DC-C50F-D656-E8D6955FCB46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854342" y="5378576"/>
                <a:ext cx="21492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50F5328F-E5B5-3D9D-BF35-8DFD26709FAE}"/>
                  </a:ext>
                </a:extLst>
              </p14:cNvPr>
              <p14:cNvContentPartPr/>
              <p14:nvPr/>
            </p14:nvContentPartPr>
            <p14:xfrm>
              <a:off x="9192742" y="5218376"/>
              <a:ext cx="115920" cy="1414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50F5328F-E5B5-3D9D-BF35-8DFD26709FA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184102" y="5209376"/>
                <a:ext cx="133560" cy="15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F468A63E-F438-76B4-515D-02653E6C65C6}"/>
                  </a:ext>
                </a:extLst>
              </p14:cNvPr>
              <p14:cNvContentPartPr/>
              <p14:nvPr/>
            </p14:nvContentPartPr>
            <p14:xfrm>
              <a:off x="2293702" y="2205896"/>
              <a:ext cx="1481040" cy="219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F468A63E-F438-76B4-515D-02653E6C65C6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285062" y="2197256"/>
                <a:ext cx="14986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1F3F9D51-191E-9A08-99B5-623F599B65E1}"/>
                  </a:ext>
                </a:extLst>
              </p14:cNvPr>
              <p14:cNvContentPartPr/>
              <p14:nvPr/>
            </p14:nvContentPartPr>
            <p14:xfrm>
              <a:off x="1476142" y="5310536"/>
              <a:ext cx="2165400" cy="1281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1F3F9D51-191E-9A08-99B5-623F599B65E1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467502" y="5301536"/>
                <a:ext cx="218304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3092120-5508-96DA-C637-9EE5DC1C7EBE}"/>
                  </a:ext>
                </a:extLst>
              </p14:cNvPr>
              <p14:cNvContentPartPr/>
              <p14:nvPr/>
            </p14:nvContentPartPr>
            <p14:xfrm>
              <a:off x="1972942" y="3396776"/>
              <a:ext cx="1599840" cy="8064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3092120-5508-96DA-C637-9EE5DC1C7EBE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963942" y="3387776"/>
                <a:ext cx="161748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A024478C-A3DA-AD06-853B-188861B500BF}"/>
                  </a:ext>
                </a:extLst>
              </p14:cNvPr>
              <p14:cNvContentPartPr/>
              <p14:nvPr/>
            </p14:nvContentPartPr>
            <p14:xfrm>
              <a:off x="7268542" y="5714816"/>
              <a:ext cx="2176560" cy="8568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A024478C-A3DA-AD06-853B-188861B500B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259542" y="5706176"/>
                <a:ext cx="2194200" cy="103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0189B334-5969-97C4-6001-85E347D89083}"/>
              </a:ext>
            </a:extLst>
          </p:cNvPr>
          <p:cNvGrpSpPr/>
          <p:nvPr/>
        </p:nvGrpSpPr>
        <p:grpSpPr>
          <a:xfrm>
            <a:off x="917782" y="275936"/>
            <a:ext cx="4122000" cy="1345680"/>
            <a:chOff x="917782" y="275936"/>
            <a:chExt cx="4122000" cy="134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5EDB0CD-CEF7-49C0-8D11-290F4C6DA47C}"/>
                    </a:ext>
                  </a:extLst>
                </p14:cNvPr>
                <p14:cNvContentPartPr/>
                <p14:nvPr/>
              </p14:nvContentPartPr>
              <p14:xfrm>
                <a:off x="3210982" y="990536"/>
                <a:ext cx="15480" cy="5464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5EDB0CD-CEF7-49C0-8D11-290F4C6DA47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201982" y="981896"/>
                  <a:ext cx="33120" cy="5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6242BA9-D361-6570-F2FB-55C74BC79855}"/>
                    </a:ext>
                  </a:extLst>
                </p14:cNvPr>
                <p14:cNvContentPartPr/>
                <p14:nvPr/>
              </p14:nvContentPartPr>
              <p14:xfrm>
                <a:off x="2440942" y="892616"/>
                <a:ext cx="669240" cy="11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6242BA9-D361-6570-F2FB-55C74BC7985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32302" y="883976"/>
                  <a:ext cx="6868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BAD0267-154A-A2D2-D476-B82C5F58A43F}"/>
                    </a:ext>
                  </a:extLst>
                </p14:cNvPr>
                <p14:cNvContentPartPr/>
                <p14:nvPr/>
              </p14:nvContentPartPr>
              <p14:xfrm>
                <a:off x="2345902" y="892976"/>
                <a:ext cx="36360" cy="630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BAD0267-154A-A2D2-D476-B82C5F58A43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37262" y="883976"/>
                  <a:ext cx="54000" cy="64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E3B6543-9262-8268-5089-5817E578E42E}"/>
                    </a:ext>
                  </a:extLst>
                </p14:cNvPr>
                <p14:cNvContentPartPr/>
                <p14:nvPr/>
              </p14:nvContentPartPr>
              <p14:xfrm>
                <a:off x="2367502" y="1583816"/>
                <a:ext cx="795960" cy="37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E3B6543-9262-8268-5089-5817E578E42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58502" y="1575176"/>
                  <a:ext cx="8136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A910DFD-40FE-F079-D59C-D345FBA25573}"/>
                    </a:ext>
                  </a:extLst>
                </p14:cNvPr>
                <p14:cNvContentPartPr/>
                <p14:nvPr/>
              </p14:nvContentPartPr>
              <p14:xfrm>
                <a:off x="2741182" y="1057136"/>
                <a:ext cx="18360" cy="112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A910DFD-40FE-F079-D59C-D345FBA2557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32542" y="1048136"/>
                  <a:ext cx="360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32A5996-F039-B59B-600A-997631918B88}"/>
                    </a:ext>
                  </a:extLst>
                </p14:cNvPr>
                <p14:cNvContentPartPr/>
                <p14:nvPr/>
              </p14:nvContentPartPr>
              <p14:xfrm>
                <a:off x="2706622" y="1291136"/>
                <a:ext cx="153720" cy="11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32A5996-F039-B59B-600A-997631918B8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97982" y="1282496"/>
                  <a:ext cx="1713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B81894D-142B-9B7A-BB58-DC0953D956C9}"/>
                    </a:ext>
                  </a:extLst>
                </p14:cNvPr>
                <p14:cNvContentPartPr/>
                <p14:nvPr/>
              </p14:nvContentPartPr>
              <p14:xfrm>
                <a:off x="2672062" y="1387256"/>
                <a:ext cx="145800" cy="160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B81894D-142B-9B7A-BB58-DC0953D956C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63062" y="1378616"/>
                  <a:ext cx="1634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5E743E8-3951-4B63-B17E-B3F61049F2DD}"/>
                    </a:ext>
                  </a:extLst>
                </p14:cNvPr>
                <p14:cNvContentPartPr/>
                <p14:nvPr/>
              </p14:nvContentPartPr>
              <p14:xfrm>
                <a:off x="1170862" y="1211576"/>
                <a:ext cx="1131120" cy="11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5E743E8-3951-4B63-B17E-B3F61049F2D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62222" y="1202576"/>
                  <a:ext cx="11487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39B1AF5-E13C-49C2-54EC-0F52BDDFCF25}"/>
                    </a:ext>
                  </a:extLst>
                </p14:cNvPr>
                <p14:cNvContentPartPr/>
                <p14:nvPr/>
              </p14:nvContentPartPr>
              <p14:xfrm>
                <a:off x="2175982" y="1158656"/>
                <a:ext cx="163440" cy="106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39B1AF5-E13C-49C2-54EC-0F52BDDFCF2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67342" y="1150016"/>
                  <a:ext cx="1810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79ED6E1-7C93-5DB9-3837-92FD64D17430}"/>
                    </a:ext>
                  </a:extLst>
                </p14:cNvPr>
                <p14:cNvContentPartPr/>
                <p14:nvPr/>
              </p14:nvContentPartPr>
              <p14:xfrm>
                <a:off x="917782" y="822776"/>
                <a:ext cx="142200" cy="106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79ED6E1-7C93-5DB9-3837-92FD64D1743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09142" y="813776"/>
                  <a:ext cx="1598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3D0017A-AEE6-9E8C-2C7E-73E5B6EB1B32}"/>
                    </a:ext>
                  </a:extLst>
                </p14:cNvPr>
                <p14:cNvContentPartPr/>
                <p14:nvPr/>
              </p14:nvContentPartPr>
              <p14:xfrm>
                <a:off x="936502" y="839696"/>
                <a:ext cx="89640" cy="99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3D0017A-AEE6-9E8C-2C7E-73E5B6EB1B3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27502" y="831056"/>
                  <a:ext cx="1072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0FE70B4-720D-8193-74C3-DD9DE32699F4}"/>
                    </a:ext>
                  </a:extLst>
                </p14:cNvPr>
                <p14:cNvContentPartPr/>
                <p14:nvPr/>
              </p14:nvContentPartPr>
              <p14:xfrm>
                <a:off x="1132342" y="692816"/>
                <a:ext cx="79560" cy="205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0FE70B4-720D-8193-74C3-DD9DE32699F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23342" y="684176"/>
                  <a:ext cx="972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5E54073-71C6-9B2F-2195-C3E187EB241E}"/>
                    </a:ext>
                  </a:extLst>
                </p14:cNvPr>
                <p14:cNvContentPartPr/>
                <p14:nvPr/>
              </p14:nvContentPartPr>
              <p14:xfrm>
                <a:off x="1227742" y="681656"/>
                <a:ext cx="90360" cy="216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5E54073-71C6-9B2F-2195-C3E187EB241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219102" y="673016"/>
                  <a:ext cx="1080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5621A9D-A8E4-AFAB-72F0-66ADFB1CCECA}"/>
                    </a:ext>
                  </a:extLst>
                </p14:cNvPr>
                <p14:cNvContentPartPr/>
                <p14:nvPr/>
              </p14:nvContentPartPr>
              <p14:xfrm>
                <a:off x="1226302" y="786776"/>
                <a:ext cx="87120" cy="21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5621A9D-A8E4-AFAB-72F0-66ADFB1CCEC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217302" y="777776"/>
                  <a:ext cx="1047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43B5C21-F074-DB95-0A01-8453CDE35F77}"/>
                    </a:ext>
                  </a:extLst>
                </p14:cNvPr>
                <p14:cNvContentPartPr/>
                <p14:nvPr/>
              </p14:nvContentPartPr>
              <p14:xfrm>
                <a:off x="1281022" y="621896"/>
                <a:ext cx="158400" cy="281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43B5C21-F074-DB95-0A01-8453CDE35F7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272382" y="612896"/>
                  <a:ext cx="1760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C9ACC8D-3F8D-C324-C2A1-5FE7DD8B94D9}"/>
                    </a:ext>
                  </a:extLst>
                </p14:cNvPr>
                <p14:cNvContentPartPr/>
                <p14:nvPr/>
              </p14:nvContentPartPr>
              <p14:xfrm>
                <a:off x="3236902" y="1126976"/>
                <a:ext cx="1053000" cy="133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C9ACC8D-3F8D-C324-C2A1-5FE7DD8B94D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228262" y="1117976"/>
                  <a:ext cx="10706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60ED352-3240-7939-68FA-451801C284F2}"/>
                    </a:ext>
                  </a:extLst>
                </p14:cNvPr>
                <p14:cNvContentPartPr/>
                <p14:nvPr/>
              </p14:nvContentPartPr>
              <p14:xfrm>
                <a:off x="3875902" y="504896"/>
                <a:ext cx="111240" cy="446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60ED352-3240-7939-68FA-451801C284F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867262" y="495896"/>
                  <a:ext cx="12888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1D66052-CF9D-80AB-02EC-C8571B3A9BE2}"/>
                    </a:ext>
                  </a:extLst>
                </p14:cNvPr>
                <p14:cNvContentPartPr/>
                <p14:nvPr/>
              </p14:nvContentPartPr>
              <p14:xfrm>
                <a:off x="4056262" y="712256"/>
                <a:ext cx="151560" cy="116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1D66052-CF9D-80AB-02EC-C8571B3A9BE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47262" y="703256"/>
                  <a:ext cx="1692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420B79E-AFAB-AB17-C868-A6BCA8B66EE0}"/>
                    </a:ext>
                  </a:extLst>
                </p14:cNvPr>
                <p14:cNvContentPartPr/>
                <p14:nvPr/>
              </p14:nvContentPartPr>
              <p14:xfrm>
                <a:off x="4083622" y="728096"/>
                <a:ext cx="84600" cy="101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420B79E-AFAB-AB17-C868-A6BCA8B66EE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74622" y="719456"/>
                  <a:ext cx="1022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FBCF85A-E931-BBBF-0B04-50C78F725D23}"/>
                    </a:ext>
                  </a:extLst>
                </p14:cNvPr>
                <p14:cNvContentPartPr/>
                <p14:nvPr/>
              </p14:nvContentPartPr>
              <p14:xfrm>
                <a:off x="4290982" y="637736"/>
                <a:ext cx="41400" cy="186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FBCF85A-E931-BBBF-0B04-50C78F725D2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81982" y="629096"/>
                  <a:ext cx="590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BC3B994-4177-00BB-48C5-7B00D8B0A743}"/>
                    </a:ext>
                  </a:extLst>
                </p14:cNvPr>
                <p14:cNvContentPartPr/>
                <p14:nvPr/>
              </p14:nvContentPartPr>
              <p14:xfrm>
                <a:off x="4406902" y="717656"/>
                <a:ext cx="75960" cy="106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BC3B994-4177-00BB-48C5-7B00D8B0A74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398262" y="708656"/>
                  <a:ext cx="936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21FE465-E857-A619-0739-B050521A0814}"/>
                    </a:ext>
                  </a:extLst>
                </p14:cNvPr>
                <p14:cNvContentPartPr/>
                <p14:nvPr/>
              </p14:nvContentPartPr>
              <p14:xfrm>
                <a:off x="4298182" y="699296"/>
                <a:ext cx="178200" cy="50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21FE465-E857-A619-0739-B050521A081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289542" y="690656"/>
                  <a:ext cx="1958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786E31B-2DA6-8488-3AF3-773EA1F8529D}"/>
                    </a:ext>
                  </a:extLst>
                </p14:cNvPr>
                <p14:cNvContentPartPr/>
                <p14:nvPr/>
              </p14:nvContentPartPr>
              <p14:xfrm>
                <a:off x="4486822" y="627296"/>
                <a:ext cx="128160" cy="264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786E31B-2DA6-8488-3AF3-773EA1F8529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477822" y="618296"/>
                  <a:ext cx="1458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74BDCC9-2FA0-496E-87EB-474448D22132}"/>
                    </a:ext>
                  </a:extLst>
                </p14:cNvPr>
                <p14:cNvContentPartPr/>
                <p14:nvPr/>
              </p14:nvContentPartPr>
              <p14:xfrm>
                <a:off x="4726222" y="628016"/>
                <a:ext cx="138240" cy="181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74BDCC9-2FA0-496E-87EB-474448D2213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17222" y="619376"/>
                  <a:ext cx="1558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FC067F4-C2C4-38BD-145B-ABD505400BB6}"/>
                    </a:ext>
                  </a:extLst>
                </p14:cNvPr>
                <p14:cNvContentPartPr/>
                <p14:nvPr/>
              </p14:nvContentPartPr>
              <p14:xfrm>
                <a:off x="4977862" y="743936"/>
                <a:ext cx="29160" cy="74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FC067F4-C2C4-38BD-145B-ABD505400BB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968862" y="735296"/>
                  <a:ext cx="468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57F7938-7B18-6C5B-F778-44A6D53C260B}"/>
                    </a:ext>
                  </a:extLst>
                </p14:cNvPr>
                <p14:cNvContentPartPr/>
                <p14:nvPr/>
              </p14:nvContentPartPr>
              <p14:xfrm>
                <a:off x="4883542" y="666176"/>
                <a:ext cx="156240" cy="792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57F7938-7B18-6C5B-F778-44A6D53C260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874902" y="657536"/>
                  <a:ext cx="1738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BEEEFBF-8749-6C19-279F-B1D5D70193AE}"/>
                    </a:ext>
                  </a:extLst>
                </p14:cNvPr>
                <p14:cNvContentPartPr/>
                <p14:nvPr/>
              </p14:nvContentPartPr>
              <p14:xfrm>
                <a:off x="3513022" y="1031216"/>
                <a:ext cx="91800" cy="11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BEEEFBF-8749-6C19-279F-B1D5D70193A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504022" y="1022216"/>
                  <a:ext cx="109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D989179-AB48-212B-E120-FFADEC87BC1F}"/>
                    </a:ext>
                  </a:extLst>
                </p14:cNvPr>
                <p14:cNvContentPartPr/>
                <p14:nvPr/>
              </p14:nvContentPartPr>
              <p14:xfrm>
                <a:off x="3722182" y="1031216"/>
                <a:ext cx="173520" cy="76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D989179-AB48-212B-E120-FFADEC87BC1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713182" y="1022216"/>
                  <a:ext cx="1911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871A742-FD86-9B32-DF33-FD9FD5AA8D28}"/>
                    </a:ext>
                  </a:extLst>
                </p14:cNvPr>
                <p14:cNvContentPartPr/>
                <p14:nvPr/>
              </p14:nvContentPartPr>
              <p14:xfrm>
                <a:off x="3764302" y="275936"/>
                <a:ext cx="111960" cy="1818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871A742-FD86-9B32-DF33-FD9FD5AA8D2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755302" y="266936"/>
                  <a:ext cx="1296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EF95906-A93A-9EA3-842F-E5C2E4D013E3}"/>
                    </a:ext>
                  </a:extLst>
                </p14:cNvPr>
                <p14:cNvContentPartPr/>
                <p14:nvPr/>
              </p14:nvContentPartPr>
              <p14:xfrm>
                <a:off x="3736942" y="369536"/>
                <a:ext cx="80640" cy="3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EF95906-A93A-9EA3-842F-E5C2E4D013E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727942" y="360896"/>
                  <a:ext cx="9828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DBEA000-8B04-7CC7-F10C-94F977A13C6E}"/>
              </a:ext>
            </a:extLst>
          </p:cNvPr>
          <p:cNvGrpSpPr/>
          <p:nvPr/>
        </p:nvGrpSpPr>
        <p:grpSpPr>
          <a:xfrm>
            <a:off x="6087382" y="855896"/>
            <a:ext cx="377280" cy="227880"/>
            <a:chOff x="6087382" y="855896"/>
            <a:chExt cx="377280" cy="22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51FB81A-64A1-100A-945A-FE2ECC4132AF}"/>
                    </a:ext>
                  </a:extLst>
                </p14:cNvPr>
                <p14:cNvContentPartPr/>
                <p14:nvPr/>
              </p14:nvContentPartPr>
              <p14:xfrm>
                <a:off x="6087382" y="892256"/>
                <a:ext cx="209520" cy="191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51FB81A-64A1-100A-945A-FE2ECC4132A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78742" y="883256"/>
                  <a:ext cx="2271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DD610A8-F68E-CB66-CE9B-699CBE219041}"/>
                    </a:ext>
                  </a:extLst>
                </p14:cNvPr>
                <p14:cNvContentPartPr/>
                <p14:nvPr/>
              </p14:nvContentPartPr>
              <p14:xfrm>
                <a:off x="6381502" y="914216"/>
                <a:ext cx="34200" cy="120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DD610A8-F68E-CB66-CE9B-699CBE21904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372862" y="905576"/>
                  <a:ext cx="518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0D5BFFC-26F6-DBC3-DA7D-3955D60BEFF3}"/>
                    </a:ext>
                  </a:extLst>
                </p14:cNvPr>
                <p14:cNvContentPartPr/>
                <p14:nvPr/>
              </p14:nvContentPartPr>
              <p14:xfrm>
                <a:off x="6245782" y="855896"/>
                <a:ext cx="218880" cy="34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0D5BFFC-26F6-DBC3-DA7D-3955D60BEFF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237142" y="846896"/>
                  <a:ext cx="23652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7E8B337-50DB-8771-A27A-F19D8EAC75E1}"/>
              </a:ext>
            </a:extLst>
          </p:cNvPr>
          <p:cNvGrpSpPr/>
          <p:nvPr/>
        </p:nvGrpSpPr>
        <p:grpSpPr>
          <a:xfrm>
            <a:off x="6831142" y="797216"/>
            <a:ext cx="1361880" cy="405000"/>
            <a:chOff x="6831142" y="797216"/>
            <a:chExt cx="1361880" cy="40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F9B52D8-433C-A1AD-E1A1-A8B829004E54}"/>
                    </a:ext>
                  </a:extLst>
                </p14:cNvPr>
                <p14:cNvContentPartPr/>
                <p14:nvPr/>
              </p14:nvContentPartPr>
              <p14:xfrm>
                <a:off x="6840502" y="1020416"/>
                <a:ext cx="27720" cy="53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F9B52D8-433C-A1AD-E1A1-A8B829004E5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831502" y="1011776"/>
                  <a:ext cx="453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A6E3AFD-6444-C348-E38E-20A5549EEA4B}"/>
                    </a:ext>
                  </a:extLst>
                </p14:cNvPr>
                <p14:cNvContentPartPr/>
                <p14:nvPr/>
              </p14:nvContentPartPr>
              <p14:xfrm>
                <a:off x="6831142" y="860936"/>
                <a:ext cx="360" cy="421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A6E3AFD-6444-C348-E38E-20A5549EEA4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822502" y="852296"/>
                  <a:ext cx="180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1AB08E0-4E7C-2AC3-7FF0-1A2B38B698E3}"/>
                    </a:ext>
                  </a:extLst>
                </p14:cNvPr>
                <p14:cNvContentPartPr/>
                <p14:nvPr/>
              </p14:nvContentPartPr>
              <p14:xfrm>
                <a:off x="6921502" y="994136"/>
                <a:ext cx="112680" cy="74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1AB08E0-4E7C-2AC3-7FF0-1A2B38B698E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912862" y="985136"/>
                  <a:ext cx="1303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5D2F94F-0F60-5333-4882-30719F62BA33}"/>
                    </a:ext>
                  </a:extLst>
                </p14:cNvPr>
                <p14:cNvContentPartPr/>
                <p14:nvPr/>
              </p14:nvContentPartPr>
              <p14:xfrm>
                <a:off x="7070542" y="834656"/>
                <a:ext cx="70200" cy="2293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5D2F94F-0F60-5333-4882-30719F62BA3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061542" y="825656"/>
                  <a:ext cx="878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C5D5552-D66C-F13E-F82B-F62BB68BBB7E}"/>
                    </a:ext>
                  </a:extLst>
                </p14:cNvPr>
                <p14:cNvContentPartPr/>
                <p14:nvPr/>
              </p14:nvContentPartPr>
              <p14:xfrm>
                <a:off x="7091782" y="962096"/>
                <a:ext cx="291600" cy="115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C5D5552-D66C-F13E-F82B-F62BB68BBB7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082782" y="953456"/>
                  <a:ext cx="3092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9D00D71-BF12-2C43-0F3B-243DC712B433}"/>
                    </a:ext>
                  </a:extLst>
                </p14:cNvPr>
                <p14:cNvContentPartPr/>
                <p14:nvPr/>
              </p14:nvContentPartPr>
              <p14:xfrm>
                <a:off x="7399222" y="962096"/>
                <a:ext cx="127800" cy="240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9D00D71-BF12-2C43-0F3B-243DC712B43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390222" y="953096"/>
                  <a:ext cx="1454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629DB01-5176-5F2D-ECA8-4C6E3F7462D6}"/>
                    </a:ext>
                  </a:extLst>
                </p14:cNvPr>
                <p14:cNvContentPartPr/>
                <p14:nvPr/>
              </p14:nvContentPartPr>
              <p14:xfrm>
                <a:off x="7527742" y="962096"/>
                <a:ext cx="162720" cy="78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629DB01-5176-5F2D-ECA8-4C6E3F7462D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518742" y="953096"/>
                  <a:ext cx="1803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525D2F4-6AA0-1108-7826-A78B5BF1494A}"/>
                    </a:ext>
                  </a:extLst>
                </p14:cNvPr>
                <p14:cNvContentPartPr/>
                <p14:nvPr/>
              </p14:nvContentPartPr>
              <p14:xfrm>
                <a:off x="7721782" y="984776"/>
                <a:ext cx="83520" cy="55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525D2F4-6AA0-1108-7826-A78B5BF1494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13142" y="976136"/>
                  <a:ext cx="1011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982789C-3C9F-4C50-DC7A-8A9E692C780D}"/>
                    </a:ext>
                  </a:extLst>
                </p14:cNvPr>
                <p14:cNvContentPartPr/>
                <p14:nvPr/>
              </p14:nvContentPartPr>
              <p14:xfrm>
                <a:off x="7767502" y="797216"/>
                <a:ext cx="114840" cy="2174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982789C-3C9F-4C50-DC7A-8A9E692C780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758502" y="788576"/>
                  <a:ext cx="1324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44B0631-E6E5-7214-0458-3A74B14F7082}"/>
                    </a:ext>
                  </a:extLst>
                </p14:cNvPr>
                <p14:cNvContentPartPr/>
                <p14:nvPr/>
              </p14:nvContentPartPr>
              <p14:xfrm>
                <a:off x="7968382" y="892256"/>
                <a:ext cx="224640" cy="130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44B0631-E6E5-7214-0458-3A74B14F708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959742" y="883256"/>
                  <a:ext cx="24228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DD01CB3-762A-C802-E2E3-F476C585DC25}"/>
              </a:ext>
            </a:extLst>
          </p:cNvPr>
          <p:cNvGrpSpPr/>
          <p:nvPr/>
        </p:nvGrpSpPr>
        <p:grpSpPr>
          <a:xfrm>
            <a:off x="6012502" y="1344776"/>
            <a:ext cx="3134880" cy="338040"/>
            <a:chOff x="6012502" y="1344776"/>
            <a:chExt cx="3134880" cy="33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301DF0E-9F50-B047-0B76-D17153177556}"/>
                    </a:ext>
                  </a:extLst>
                </p14:cNvPr>
                <p14:cNvContentPartPr/>
                <p14:nvPr/>
              </p14:nvContentPartPr>
              <p14:xfrm>
                <a:off x="6012502" y="1525496"/>
                <a:ext cx="218520" cy="1123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301DF0E-9F50-B047-0B76-D1715317755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003502" y="1516856"/>
                  <a:ext cx="2361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4BC3A30-1174-A895-A4D1-92A8EB7155E5}"/>
                    </a:ext>
                  </a:extLst>
                </p14:cNvPr>
                <p14:cNvContentPartPr/>
                <p14:nvPr/>
              </p14:nvContentPartPr>
              <p14:xfrm>
                <a:off x="6288982" y="1514696"/>
                <a:ext cx="202680" cy="129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4BC3A30-1174-A895-A4D1-92A8EB7155E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279982" y="1505696"/>
                  <a:ext cx="2203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C27FA10-7A8E-E89D-C94A-5ED932E442D9}"/>
                    </a:ext>
                  </a:extLst>
                </p14:cNvPr>
                <p14:cNvContentPartPr/>
                <p14:nvPr/>
              </p14:nvContentPartPr>
              <p14:xfrm>
                <a:off x="6655822" y="1567256"/>
                <a:ext cx="283320" cy="91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C27FA10-7A8E-E89D-C94A-5ED932E442D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646822" y="1558256"/>
                  <a:ext cx="3009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D553B27-6C90-2AF4-77B4-7B388342070B}"/>
                    </a:ext>
                  </a:extLst>
                </p14:cNvPr>
                <p14:cNvContentPartPr/>
                <p14:nvPr/>
              </p14:nvContentPartPr>
              <p14:xfrm>
                <a:off x="6971902" y="1540616"/>
                <a:ext cx="353160" cy="867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D553B27-6C90-2AF4-77B4-7B388342070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963262" y="1531976"/>
                  <a:ext cx="3708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245319F-5460-7BD7-1BE3-DD87C9D55144}"/>
                    </a:ext>
                  </a:extLst>
                </p14:cNvPr>
                <p14:cNvContentPartPr/>
                <p14:nvPr/>
              </p14:nvContentPartPr>
              <p14:xfrm>
                <a:off x="7362862" y="1387256"/>
                <a:ext cx="141480" cy="2556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245319F-5460-7BD7-1BE3-DD87C9D5514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354222" y="1378616"/>
                  <a:ext cx="1591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B5F23E1-2B20-FD60-9BD5-34BA1210CD0D}"/>
                    </a:ext>
                  </a:extLst>
                </p14:cNvPr>
                <p14:cNvContentPartPr/>
                <p14:nvPr/>
              </p14:nvContentPartPr>
              <p14:xfrm>
                <a:off x="7372582" y="1539536"/>
                <a:ext cx="155520" cy="288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B5F23E1-2B20-FD60-9BD5-34BA1210CD0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363942" y="1530896"/>
                  <a:ext cx="1731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6A3E81B-35F6-3D24-FB71-B39550A735D3}"/>
                    </a:ext>
                  </a:extLst>
                </p14:cNvPr>
                <p14:cNvContentPartPr/>
                <p14:nvPr/>
              </p14:nvContentPartPr>
              <p14:xfrm>
                <a:off x="7681822" y="1376816"/>
                <a:ext cx="117360" cy="215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6A3E81B-35F6-3D24-FB71-B39550A735D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673182" y="1367816"/>
                  <a:ext cx="1350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2CC6E4B-5C02-074F-2F77-5E75DC509F5C}"/>
                    </a:ext>
                  </a:extLst>
                </p14:cNvPr>
                <p14:cNvContentPartPr/>
                <p14:nvPr/>
              </p14:nvContentPartPr>
              <p14:xfrm>
                <a:off x="7671382" y="1527656"/>
                <a:ext cx="149040" cy="133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2CC6E4B-5C02-074F-2F77-5E75DC509F5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62382" y="1518656"/>
                  <a:ext cx="1666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F9C2DA4-81F6-668C-458E-D51FBB384DBC}"/>
                    </a:ext>
                  </a:extLst>
                </p14:cNvPr>
                <p14:cNvContentPartPr/>
                <p14:nvPr/>
              </p14:nvContentPartPr>
              <p14:xfrm>
                <a:off x="7860742" y="1525856"/>
                <a:ext cx="131400" cy="644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F9C2DA4-81F6-668C-458E-D51FBB384DB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852102" y="1517216"/>
                  <a:ext cx="1490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ED2658B-07BF-FAF4-8867-A4BA612C0FB6}"/>
                    </a:ext>
                  </a:extLst>
                </p14:cNvPr>
                <p14:cNvContentPartPr/>
                <p14:nvPr/>
              </p14:nvContentPartPr>
              <p14:xfrm>
                <a:off x="8142982" y="1448456"/>
                <a:ext cx="251280" cy="1440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ED2658B-07BF-FAF4-8867-A4BA612C0FB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133982" y="1439816"/>
                  <a:ext cx="2689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AB3DAB3-6953-9B9F-4946-AABF6410F8EE}"/>
                    </a:ext>
                  </a:extLst>
                </p14:cNvPr>
                <p14:cNvContentPartPr/>
                <p14:nvPr/>
              </p14:nvContentPartPr>
              <p14:xfrm>
                <a:off x="8441782" y="1498136"/>
                <a:ext cx="122400" cy="184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AB3DAB3-6953-9B9F-4946-AABF6410F8E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433142" y="1489496"/>
                  <a:ext cx="1400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A357E85-2270-5F4E-5465-53DDC8BAA4B5}"/>
                    </a:ext>
                  </a:extLst>
                </p14:cNvPr>
                <p14:cNvContentPartPr/>
                <p14:nvPr/>
              </p14:nvContentPartPr>
              <p14:xfrm>
                <a:off x="8553742" y="1344776"/>
                <a:ext cx="101520" cy="2113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A357E85-2270-5F4E-5465-53DDC8BAA4B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544742" y="1336136"/>
                  <a:ext cx="1191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F785F8B-96DE-ACCF-7703-1C3D5338F51A}"/>
                    </a:ext>
                  </a:extLst>
                </p14:cNvPr>
                <p14:cNvContentPartPr/>
                <p14:nvPr/>
              </p14:nvContentPartPr>
              <p14:xfrm>
                <a:off x="8720062" y="1504256"/>
                <a:ext cx="109440" cy="90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F785F8B-96DE-ACCF-7703-1C3D5338F51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711062" y="1495616"/>
                  <a:ext cx="1270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F044E2D-9F7E-DC40-AFF6-4F03AD0C9D5F}"/>
                    </a:ext>
                  </a:extLst>
                </p14:cNvPr>
                <p14:cNvContentPartPr/>
                <p14:nvPr/>
              </p14:nvContentPartPr>
              <p14:xfrm>
                <a:off x="8910142" y="1452056"/>
                <a:ext cx="237240" cy="139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F044E2D-9F7E-DC40-AFF6-4F03AD0C9D5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901502" y="1443416"/>
                  <a:ext cx="25488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F600F9C-2CA3-BF02-14D1-0A3851CA6B4D}"/>
              </a:ext>
            </a:extLst>
          </p:cNvPr>
          <p:cNvGrpSpPr/>
          <p:nvPr/>
        </p:nvGrpSpPr>
        <p:grpSpPr>
          <a:xfrm>
            <a:off x="9356542" y="1334336"/>
            <a:ext cx="250200" cy="282960"/>
            <a:chOff x="9356542" y="1334336"/>
            <a:chExt cx="250200" cy="28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9A00DC9-4E51-FF15-106E-FA8A93D1A3C7}"/>
                    </a:ext>
                  </a:extLst>
                </p14:cNvPr>
                <p14:cNvContentPartPr/>
                <p14:nvPr/>
              </p14:nvContentPartPr>
              <p14:xfrm>
                <a:off x="9388222" y="1520096"/>
                <a:ext cx="67680" cy="882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9A00DC9-4E51-FF15-106E-FA8A93D1A3C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379582" y="1511456"/>
                  <a:ext cx="853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A76C111-CD9C-BDD3-D799-B77F08F5C9D8}"/>
                    </a:ext>
                  </a:extLst>
                </p14:cNvPr>
                <p14:cNvContentPartPr/>
                <p14:nvPr/>
              </p14:nvContentPartPr>
              <p14:xfrm>
                <a:off x="9356542" y="1334336"/>
                <a:ext cx="4680" cy="39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A76C111-CD9C-BDD3-D799-B77F08F5C9D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347542" y="1325336"/>
                  <a:ext cx="223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76185EA-3FFF-08F2-20C1-0D89C7D86AE8}"/>
                    </a:ext>
                  </a:extLst>
                </p14:cNvPr>
                <p14:cNvContentPartPr/>
                <p14:nvPr/>
              </p14:nvContentPartPr>
              <p14:xfrm>
                <a:off x="9457342" y="1355576"/>
                <a:ext cx="119160" cy="2617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76185EA-3FFF-08F2-20C1-0D89C7D86AE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448702" y="1346576"/>
                  <a:ext cx="1368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85F178E-4F71-7712-27BF-2CB7039A2C85}"/>
                    </a:ext>
                  </a:extLst>
                </p14:cNvPr>
                <p14:cNvContentPartPr/>
                <p14:nvPr/>
              </p14:nvContentPartPr>
              <p14:xfrm>
                <a:off x="9476782" y="1529096"/>
                <a:ext cx="129960" cy="39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85F178E-4F71-7712-27BF-2CB7039A2C8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468142" y="1520456"/>
                  <a:ext cx="14760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C6436AA-9B94-0521-2527-EEF155C396EB}"/>
              </a:ext>
            </a:extLst>
          </p:cNvPr>
          <p:cNvGrpSpPr/>
          <p:nvPr/>
        </p:nvGrpSpPr>
        <p:grpSpPr>
          <a:xfrm>
            <a:off x="9833542" y="1355576"/>
            <a:ext cx="709560" cy="265320"/>
            <a:chOff x="9833542" y="1355576"/>
            <a:chExt cx="709560" cy="26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39B4073-2E74-E864-6BE6-2A811B4014A3}"/>
                    </a:ext>
                  </a:extLst>
                </p14:cNvPr>
                <p14:cNvContentPartPr/>
                <p14:nvPr/>
              </p14:nvContentPartPr>
              <p14:xfrm>
                <a:off x="9833542" y="1515056"/>
                <a:ext cx="177120" cy="702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39B4073-2E74-E864-6BE6-2A811B4014A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824542" y="1506056"/>
                  <a:ext cx="1947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31DECB1-2901-8558-D025-65386C8A06B0}"/>
                    </a:ext>
                  </a:extLst>
                </p14:cNvPr>
                <p14:cNvContentPartPr/>
                <p14:nvPr/>
              </p14:nvContentPartPr>
              <p14:xfrm>
                <a:off x="10132342" y="1567976"/>
                <a:ext cx="11520" cy="529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31DECB1-2901-8558-D025-65386C8A06B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123342" y="1559336"/>
                  <a:ext cx="291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C987E05-D7AB-F52E-ABB1-8553C0FA209B}"/>
                    </a:ext>
                  </a:extLst>
                </p14:cNvPr>
                <p14:cNvContentPartPr/>
                <p14:nvPr/>
              </p14:nvContentPartPr>
              <p14:xfrm>
                <a:off x="10063582" y="1424696"/>
                <a:ext cx="360" cy="3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C987E05-D7AB-F52E-ABB1-8553C0FA209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054582" y="141569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22B05A2-0FD8-EABD-EB52-AA766B2C4DCB}"/>
                    </a:ext>
                  </a:extLst>
                </p14:cNvPr>
                <p14:cNvContentPartPr/>
                <p14:nvPr/>
              </p14:nvContentPartPr>
              <p14:xfrm>
                <a:off x="10132702" y="1366016"/>
                <a:ext cx="86760" cy="2350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22B05A2-0FD8-EABD-EB52-AA766B2C4DC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123702" y="1357376"/>
                  <a:ext cx="1044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390652C-9D9B-A6B2-8F7A-7DC029E533A0}"/>
                    </a:ext>
                  </a:extLst>
                </p14:cNvPr>
                <p14:cNvContentPartPr/>
                <p14:nvPr/>
              </p14:nvContentPartPr>
              <p14:xfrm>
                <a:off x="10155382" y="1516136"/>
                <a:ext cx="105120" cy="97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390652C-9D9B-A6B2-8F7A-7DC029E533A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146742" y="1507136"/>
                  <a:ext cx="1227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002BE04-2725-FEC6-6EE9-09EAE4BBE8F1}"/>
                    </a:ext>
                  </a:extLst>
                </p14:cNvPr>
                <p14:cNvContentPartPr/>
                <p14:nvPr/>
              </p14:nvContentPartPr>
              <p14:xfrm>
                <a:off x="10249702" y="1355576"/>
                <a:ext cx="293400" cy="2340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002BE04-2725-FEC6-6EE9-09EAE4BBE8F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240702" y="1346576"/>
                  <a:ext cx="311040" cy="25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FEECA669-3415-7E45-264C-B1FAFF7EB44A}"/>
                  </a:ext>
                </a:extLst>
              </p14:cNvPr>
              <p14:cNvContentPartPr/>
              <p14:nvPr/>
            </p14:nvContentPartPr>
            <p14:xfrm>
              <a:off x="6140302" y="2014016"/>
              <a:ext cx="154800" cy="961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FEECA669-3415-7E45-264C-B1FAFF7EB44A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6131662" y="2005016"/>
                <a:ext cx="172440" cy="11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E4B32BA-AFF3-C721-D2DD-4EF2925F87C6}"/>
              </a:ext>
            </a:extLst>
          </p:cNvPr>
          <p:cNvGrpSpPr/>
          <p:nvPr/>
        </p:nvGrpSpPr>
        <p:grpSpPr>
          <a:xfrm>
            <a:off x="6538822" y="1858856"/>
            <a:ext cx="393840" cy="225720"/>
            <a:chOff x="6538822" y="1858856"/>
            <a:chExt cx="393840" cy="22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997C275-4BF7-F067-F82E-B264107D08BC}"/>
                    </a:ext>
                  </a:extLst>
                </p14:cNvPr>
                <p14:cNvContentPartPr/>
                <p14:nvPr/>
              </p14:nvContentPartPr>
              <p14:xfrm>
                <a:off x="6607942" y="1945616"/>
                <a:ext cx="37080" cy="1260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997C275-4BF7-F067-F82E-B264107D08B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599302" y="1936616"/>
                  <a:ext cx="547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7E3A8E7-2D10-2066-A586-F447FE391701}"/>
                    </a:ext>
                  </a:extLst>
                </p14:cNvPr>
                <p14:cNvContentPartPr/>
                <p14:nvPr/>
              </p14:nvContentPartPr>
              <p14:xfrm>
                <a:off x="6538822" y="1883696"/>
                <a:ext cx="209520" cy="200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7E3A8E7-2D10-2066-A586-F447FE39170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530182" y="1875056"/>
                  <a:ext cx="2271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9533422-727E-9E70-40CA-94D5D0D56073}"/>
                    </a:ext>
                  </a:extLst>
                </p14:cNvPr>
                <p14:cNvContentPartPr/>
                <p14:nvPr/>
              </p14:nvContentPartPr>
              <p14:xfrm>
                <a:off x="6852382" y="1934816"/>
                <a:ext cx="65160" cy="1303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9533422-727E-9E70-40CA-94D5D0D5607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843742" y="1926176"/>
                  <a:ext cx="828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EB1ADBE-D035-506F-E0CE-09B83941F270}"/>
                    </a:ext>
                  </a:extLst>
                </p14:cNvPr>
                <p14:cNvContentPartPr/>
                <p14:nvPr/>
              </p14:nvContentPartPr>
              <p14:xfrm>
                <a:off x="6691102" y="1858856"/>
                <a:ext cx="241560" cy="392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EB1ADBE-D035-506F-E0CE-09B83941F27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682462" y="1850216"/>
                  <a:ext cx="25920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6717373-8DE4-6186-E7F7-323364350F07}"/>
              </a:ext>
            </a:extLst>
          </p:cNvPr>
          <p:cNvGrpSpPr/>
          <p:nvPr/>
        </p:nvGrpSpPr>
        <p:grpSpPr>
          <a:xfrm>
            <a:off x="7208062" y="1841216"/>
            <a:ext cx="2029680" cy="351000"/>
            <a:chOff x="7208062" y="1841216"/>
            <a:chExt cx="2029680" cy="35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43C61D0-4B20-6543-C354-057A84CED794}"/>
                    </a:ext>
                  </a:extLst>
                </p14:cNvPr>
                <p14:cNvContentPartPr/>
                <p14:nvPr/>
              </p14:nvContentPartPr>
              <p14:xfrm>
                <a:off x="7208062" y="1971536"/>
                <a:ext cx="114120" cy="702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43C61D0-4B20-6543-C354-057A84CED79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199062" y="1962896"/>
                  <a:ext cx="1317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E44D502-E34A-1B8F-85F5-930D6279945C}"/>
                    </a:ext>
                  </a:extLst>
                </p14:cNvPr>
                <p14:cNvContentPartPr/>
                <p14:nvPr/>
              </p14:nvContentPartPr>
              <p14:xfrm>
                <a:off x="7357102" y="1951016"/>
                <a:ext cx="146520" cy="2412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E44D502-E34A-1B8F-85F5-930D6279945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348102" y="1942016"/>
                  <a:ext cx="1641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28E9E7A-0064-BF67-E894-8750D4E18BCE}"/>
                    </a:ext>
                  </a:extLst>
                </p14:cNvPr>
                <p14:cNvContentPartPr/>
                <p14:nvPr/>
              </p14:nvContentPartPr>
              <p14:xfrm>
                <a:off x="7521622" y="1939496"/>
                <a:ext cx="109080" cy="201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28E9E7A-0064-BF67-E894-8750D4E18BC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512622" y="1930496"/>
                  <a:ext cx="1267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AA8E0C8-7E17-4E16-1A2A-8C2AEE2D8F31}"/>
                    </a:ext>
                  </a:extLst>
                </p14:cNvPr>
                <p14:cNvContentPartPr/>
                <p14:nvPr/>
              </p14:nvContentPartPr>
              <p14:xfrm>
                <a:off x="7654102" y="1918976"/>
                <a:ext cx="63000" cy="1267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AA8E0C8-7E17-4E16-1A2A-8C2AEE2D8F3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645462" y="1910336"/>
                  <a:ext cx="806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AF89914-372B-6CF2-378C-3D99CAD85846}"/>
                    </a:ext>
                  </a:extLst>
                </p14:cNvPr>
                <p14:cNvContentPartPr/>
                <p14:nvPr/>
              </p14:nvContentPartPr>
              <p14:xfrm>
                <a:off x="7802422" y="1947416"/>
                <a:ext cx="107640" cy="885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AF89914-372B-6CF2-378C-3D99CAD8584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793422" y="1938776"/>
                  <a:ext cx="1252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D366D46-0DCD-DE18-02E7-C1DDF11F5FE7}"/>
                    </a:ext>
                  </a:extLst>
                </p14:cNvPr>
                <p14:cNvContentPartPr/>
                <p14:nvPr/>
              </p14:nvContentPartPr>
              <p14:xfrm>
                <a:off x="7905022" y="1929776"/>
                <a:ext cx="160920" cy="763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D366D46-0DCD-DE18-02E7-C1DDF11F5FE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896382" y="1920776"/>
                  <a:ext cx="1785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8C89F39-C321-6686-6A41-2B7A597D91CB}"/>
                    </a:ext>
                  </a:extLst>
                </p14:cNvPr>
                <p14:cNvContentPartPr/>
                <p14:nvPr/>
              </p14:nvContentPartPr>
              <p14:xfrm>
                <a:off x="7958662" y="1918976"/>
                <a:ext cx="79560" cy="802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8C89F39-C321-6686-6A41-2B7A597D91C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950022" y="1910336"/>
                  <a:ext cx="972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FDBE787-F6FE-2B52-83EE-4A628A7E5A51}"/>
                    </a:ext>
                  </a:extLst>
                </p14:cNvPr>
                <p14:cNvContentPartPr/>
                <p14:nvPr/>
              </p14:nvContentPartPr>
              <p14:xfrm>
                <a:off x="8144422" y="1961456"/>
                <a:ext cx="11520" cy="698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FDBE787-F6FE-2B52-83EE-4A628A7E5A5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135422" y="1952816"/>
                  <a:ext cx="291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32372A1-3BC1-1411-FB4D-B0E9A677C2F2}"/>
                    </a:ext>
                  </a:extLst>
                </p14:cNvPr>
                <p14:cNvContentPartPr/>
                <p14:nvPr/>
              </p14:nvContentPartPr>
              <p14:xfrm>
                <a:off x="8096542" y="1854176"/>
                <a:ext cx="5760" cy="352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32372A1-3BC1-1411-FB4D-B0E9A677C2F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087542" y="1845536"/>
                  <a:ext cx="234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8B731CB-E490-280D-4E07-A40A3C8A979B}"/>
                    </a:ext>
                  </a:extLst>
                </p14:cNvPr>
                <p14:cNvContentPartPr/>
                <p14:nvPr/>
              </p14:nvContentPartPr>
              <p14:xfrm>
                <a:off x="8208142" y="1956056"/>
                <a:ext cx="217440" cy="666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8B731CB-E490-280D-4E07-A40A3C8A979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199502" y="1947416"/>
                  <a:ext cx="2350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4B14BC7-B996-636F-B2A1-08DEFB00977B}"/>
                    </a:ext>
                  </a:extLst>
                </p14:cNvPr>
                <p14:cNvContentPartPr/>
                <p14:nvPr/>
              </p14:nvContentPartPr>
              <p14:xfrm>
                <a:off x="8477782" y="1934816"/>
                <a:ext cx="66240" cy="903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4B14BC7-B996-636F-B2A1-08DEFB00977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468782" y="1926176"/>
                  <a:ext cx="838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F3F2C5C-DDA8-36B4-C5B5-F4D18F79A8D9}"/>
                    </a:ext>
                  </a:extLst>
                </p14:cNvPr>
                <p14:cNvContentPartPr/>
                <p14:nvPr/>
              </p14:nvContentPartPr>
              <p14:xfrm>
                <a:off x="8599822" y="1855256"/>
                <a:ext cx="180360" cy="1803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F3F2C5C-DDA8-36B4-C5B5-F4D18F79A8D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590822" y="1846256"/>
                  <a:ext cx="1980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17A4A29-CF89-11CF-EEFA-8921180E824C}"/>
                    </a:ext>
                  </a:extLst>
                </p14:cNvPr>
                <p14:cNvContentPartPr/>
                <p14:nvPr/>
              </p14:nvContentPartPr>
              <p14:xfrm>
                <a:off x="8729062" y="1841216"/>
                <a:ext cx="11880" cy="63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17A4A29-CF89-11CF-EEFA-8921180E824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720422" y="1832576"/>
                  <a:ext cx="29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61C7FED-7F1D-FA40-9776-1C71D5D35BFA}"/>
                    </a:ext>
                  </a:extLst>
                </p14:cNvPr>
                <p14:cNvContentPartPr/>
                <p14:nvPr/>
              </p14:nvContentPartPr>
              <p14:xfrm>
                <a:off x="8808982" y="1920416"/>
                <a:ext cx="428760" cy="972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61C7FED-7F1D-FA40-9776-1C71D5D35BF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800342" y="1911416"/>
                  <a:ext cx="44640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23F2F496-4E2A-BD02-7E4E-15C55B54CCBC}"/>
              </a:ext>
            </a:extLst>
          </p:cNvPr>
          <p:cNvGrpSpPr/>
          <p:nvPr/>
        </p:nvGrpSpPr>
        <p:grpSpPr>
          <a:xfrm>
            <a:off x="3147262" y="541976"/>
            <a:ext cx="595800" cy="339120"/>
            <a:chOff x="3147262" y="541976"/>
            <a:chExt cx="595800" cy="33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DB81CAA-A94B-C495-8FA2-8A70247A6313}"/>
                    </a:ext>
                  </a:extLst>
                </p14:cNvPr>
                <p14:cNvContentPartPr/>
                <p14:nvPr/>
              </p14:nvContentPartPr>
              <p14:xfrm>
                <a:off x="3147262" y="674816"/>
                <a:ext cx="117720" cy="2062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DB81CAA-A94B-C495-8FA2-8A70247A631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138622" y="666176"/>
                  <a:ext cx="1353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44F4DC8-9166-4137-F787-B37B1B91A3AC}"/>
                    </a:ext>
                  </a:extLst>
                </p14:cNvPr>
                <p14:cNvContentPartPr/>
                <p14:nvPr/>
              </p14:nvContentPartPr>
              <p14:xfrm>
                <a:off x="3295942" y="574016"/>
                <a:ext cx="63720" cy="1796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44F4DC8-9166-4137-F787-B37B1B91A3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286942" y="565016"/>
                  <a:ext cx="813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A7DE9F6-4CE6-6192-077B-5489351C6A9D}"/>
                    </a:ext>
                  </a:extLst>
                </p14:cNvPr>
                <p14:cNvContentPartPr/>
                <p14:nvPr/>
              </p14:nvContentPartPr>
              <p14:xfrm>
                <a:off x="3380902" y="582296"/>
                <a:ext cx="73800" cy="1738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A7DE9F6-4CE6-6192-077B-5489351C6A9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372262" y="573296"/>
                  <a:ext cx="914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3C3683D-5D7A-BA03-0B47-020E7E6A7D26}"/>
                    </a:ext>
                  </a:extLst>
                </p14:cNvPr>
                <p14:cNvContentPartPr/>
                <p14:nvPr/>
              </p14:nvContentPartPr>
              <p14:xfrm>
                <a:off x="3403942" y="680216"/>
                <a:ext cx="36000" cy="223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3C3683D-5D7A-BA03-0B47-020E7E6A7D2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394942" y="671576"/>
                  <a:ext cx="536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7E52BF5-CD41-0B03-4086-A4428424DEFA}"/>
                    </a:ext>
                  </a:extLst>
                </p14:cNvPr>
                <p14:cNvContentPartPr/>
                <p14:nvPr/>
              </p14:nvContentPartPr>
              <p14:xfrm>
                <a:off x="3434182" y="541976"/>
                <a:ext cx="124200" cy="2700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7E52BF5-CD41-0B03-4086-A4428424DEF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425182" y="533336"/>
                  <a:ext cx="14184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5AC7ABE-2697-D8C3-F565-44E40196F777}"/>
                    </a:ext>
                  </a:extLst>
                </p14:cNvPr>
                <p14:cNvContentPartPr/>
                <p14:nvPr/>
              </p14:nvContentPartPr>
              <p14:xfrm>
                <a:off x="3650902" y="770576"/>
                <a:ext cx="92160" cy="57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5AC7ABE-2697-D8C3-F565-44E40196F77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641902" y="761576"/>
                  <a:ext cx="109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AD31534-FC75-102B-BB29-06B6BE3A5922}"/>
                    </a:ext>
                  </a:extLst>
                </p14:cNvPr>
                <p14:cNvContentPartPr/>
                <p14:nvPr/>
              </p14:nvContentPartPr>
              <p14:xfrm>
                <a:off x="3631102" y="698576"/>
                <a:ext cx="106560" cy="190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AD31534-FC75-102B-BB29-06B6BE3A592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622102" y="689936"/>
                  <a:ext cx="12420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C9CCB98C-E64E-8AF6-C063-F1EF99393FF3}"/>
              </a:ext>
            </a:extLst>
          </p:cNvPr>
          <p:cNvGrpSpPr/>
          <p:nvPr/>
        </p:nvGrpSpPr>
        <p:grpSpPr>
          <a:xfrm>
            <a:off x="865582" y="2514416"/>
            <a:ext cx="771840" cy="473040"/>
            <a:chOff x="865582" y="2514416"/>
            <a:chExt cx="771840" cy="47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526F977-7476-6616-45BE-35011F0648C7}"/>
                    </a:ext>
                  </a:extLst>
                </p14:cNvPr>
                <p14:cNvContentPartPr/>
                <p14:nvPr/>
              </p14:nvContentPartPr>
              <p14:xfrm>
                <a:off x="865582" y="2712416"/>
                <a:ext cx="170280" cy="2750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526F977-7476-6616-45BE-35011F0648C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56942" y="2703776"/>
                  <a:ext cx="1879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0A5BD9F-F03D-74CA-B0E3-8790590743C0}"/>
                    </a:ext>
                  </a:extLst>
                </p14:cNvPr>
                <p14:cNvContentPartPr/>
                <p14:nvPr/>
              </p14:nvContentPartPr>
              <p14:xfrm>
                <a:off x="1042702" y="2552936"/>
                <a:ext cx="68760" cy="2484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0A5BD9F-F03D-74CA-B0E3-8790590743C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33702" y="2544296"/>
                  <a:ext cx="864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9B20075-4E3B-21F4-1B8D-E7D358E4816E}"/>
                    </a:ext>
                  </a:extLst>
                </p14:cNvPr>
                <p14:cNvContentPartPr/>
                <p14:nvPr/>
              </p14:nvContentPartPr>
              <p14:xfrm>
                <a:off x="1153222" y="2673896"/>
                <a:ext cx="135000" cy="986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9B20075-4E3B-21F4-1B8D-E7D358E4816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44222" y="2665256"/>
                  <a:ext cx="1526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AAD3EAE-7BE2-90AE-8F52-E4C21F38A469}"/>
                    </a:ext>
                  </a:extLst>
                </p14:cNvPr>
                <p14:cNvContentPartPr/>
                <p14:nvPr/>
              </p14:nvContentPartPr>
              <p14:xfrm>
                <a:off x="1377502" y="2636096"/>
                <a:ext cx="29880" cy="1022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AAD3EAE-7BE2-90AE-8F52-E4C21F38A46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368502" y="2627456"/>
                  <a:ext cx="475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0BBC372-49E6-505F-4E54-C7CFCAB7F9D2}"/>
                    </a:ext>
                  </a:extLst>
                </p14:cNvPr>
                <p14:cNvContentPartPr/>
                <p14:nvPr/>
              </p14:nvContentPartPr>
              <p14:xfrm>
                <a:off x="1260502" y="2575616"/>
                <a:ext cx="201600" cy="198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0BBC372-49E6-505F-4E54-C7CFCAB7F9D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251502" y="2566976"/>
                  <a:ext cx="2192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C595A0C-54C0-B642-B424-5C46C8333C2D}"/>
                    </a:ext>
                  </a:extLst>
                </p14:cNvPr>
                <p14:cNvContentPartPr/>
                <p14:nvPr/>
              </p14:nvContentPartPr>
              <p14:xfrm>
                <a:off x="1467142" y="2514416"/>
                <a:ext cx="170280" cy="3301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C595A0C-54C0-B642-B424-5C46C8333C2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458142" y="2505776"/>
                  <a:ext cx="187920" cy="34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C7BBFAC8-2660-2478-4453-13F2E9140937}"/>
              </a:ext>
            </a:extLst>
          </p:cNvPr>
          <p:cNvGrpSpPr/>
          <p:nvPr/>
        </p:nvGrpSpPr>
        <p:grpSpPr>
          <a:xfrm>
            <a:off x="1765942" y="2371136"/>
            <a:ext cx="456480" cy="443880"/>
            <a:chOff x="1765942" y="2371136"/>
            <a:chExt cx="456480" cy="44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5ACCAC7-228C-A895-7645-8F5DCED8F67B}"/>
                    </a:ext>
                  </a:extLst>
                </p14:cNvPr>
                <p14:cNvContentPartPr/>
                <p14:nvPr/>
              </p14:nvContentPartPr>
              <p14:xfrm>
                <a:off x="1771342" y="2695136"/>
                <a:ext cx="113400" cy="172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5ACCAC7-228C-A895-7645-8F5DCED8F67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762342" y="2686496"/>
                  <a:ext cx="1310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5800939-61DF-286C-C1C9-1298DB751A2E}"/>
                    </a:ext>
                  </a:extLst>
                </p14:cNvPr>
                <p14:cNvContentPartPr/>
                <p14:nvPr/>
              </p14:nvContentPartPr>
              <p14:xfrm>
                <a:off x="1765942" y="2620976"/>
                <a:ext cx="94680" cy="72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5800939-61DF-286C-C1C9-1298DB751A2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757302" y="2611976"/>
                  <a:ext cx="1123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8781756-0B2B-A718-A04B-2FB9D29ADB7E}"/>
                    </a:ext>
                  </a:extLst>
                </p14:cNvPr>
                <p14:cNvContentPartPr/>
                <p14:nvPr/>
              </p14:nvContentPartPr>
              <p14:xfrm>
                <a:off x="2071222" y="2371136"/>
                <a:ext cx="151200" cy="4438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8781756-0B2B-A718-A04B-2FB9D29ADB7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062222" y="2362496"/>
                  <a:ext cx="168840" cy="46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040F4B90-6E99-2D98-97D3-E69E28D2C628}"/>
              </a:ext>
            </a:extLst>
          </p:cNvPr>
          <p:cNvGrpSpPr/>
          <p:nvPr/>
        </p:nvGrpSpPr>
        <p:grpSpPr>
          <a:xfrm>
            <a:off x="1797982" y="3029936"/>
            <a:ext cx="434520" cy="90720"/>
            <a:chOff x="1797982" y="3029936"/>
            <a:chExt cx="434520" cy="9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96182F3-1A96-BBF0-F62E-15C0425DEFE6}"/>
                    </a:ext>
                  </a:extLst>
                </p14:cNvPr>
                <p14:cNvContentPartPr/>
                <p14:nvPr/>
              </p14:nvContentPartPr>
              <p14:xfrm>
                <a:off x="1797982" y="3029936"/>
                <a:ext cx="126720" cy="97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96182F3-1A96-BBF0-F62E-15C0425DEFE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788982" y="3021296"/>
                  <a:ext cx="1443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00D74D6-3CE9-62F9-42C6-6D7015D2B301}"/>
                    </a:ext>
                  </a:extLst>
                </p14:cNvPr>
                <p14:cNvContentPartPr/>
                <p14:nvPr/>
              </p14:nvContentPartPr>
              <p14:xfrm>
                <a:off x="2006782" y="3029936"/>
                <a:ext cx="225720" cy="907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00D74D6-3CE9-62F9-42C6-6D7015D2B30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998142" y="3021296"/>
                  <a:ext cx="24336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0A7138D-F07A-DE66-6C2C-739424072C50}"/>
              </a:ext>
            </a:extLst>
          </p:cNvPr>
          <p:cNvGrpSpPr/>
          <p:nvPr/>
        </p:nvGrpSpPr>
        <p:grpSpPr>
          <a:xfrm>
            <a:off x="1940182" y="2056496"/>
            <a:ext cx="298080" cy="184320"/>
            <a:chOff x="1940182" y="2056496"/>
            <a:chExt cx="298080" cy="18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175460F-DCC7-D451-2ADA-903CA2C645BA}"/>
                    </a:ext>
                  </a:extLst>
                </p14:cNvPr>
                <p14:cNvContentPartPr/>
                <p14:nvPr/>
              </p14:nvContentPartPr>
              <p14:xfrm>
                <a:off x="1940182" y="2155496"/>
                <a:ext cx="115200" cy="853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175460F-DCC7-D451-2ADA-903CA2C645B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931182" y="2146496"/>
                  <a:ext cx="1328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04A4A3C-1088-33BE-BEDF-745F1E322472}"/>
                    </a:ext>
                  </a:extLst>
                </p14:cNvPr>
                <p14:cNvContentPartPr/>
                <p14:nvPr/>
              </p14:nvContentPartPr>
              <p14:xfrm>
                <a:off x="2147542" y="2105096"/>
                <a:ext cx="45000" cy="1094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04A4A3C-1088-33BE-BEDF-745F1E32247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138902" y="2096096"/>
                  <a:ext cx="626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2383B16-273E-19B5-C99B-784B6CC1066B}"/>
                    </a:ext>
                  </a:extLst>
                </p14:cNvPr>
                <p14:cNvContentPartPr/>
                <p14:nvPr/>
              </p14:nvContentPartPr>
              <p14:xfrm>
                <a:off x="2068702" y="2056496"/>
                <a:ext cx="169560" cy="327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2383B16-273E-19B5-C99B-784B6CC1066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060062" y="2047856"/>
                  <a:ext cx="18720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14822C39-55EA-A9E3-F823-59BA5C834640}"/>
              </a:ext>
            </a:extLst>
          </p:cNvPr>
          <p:cNvGrpSpPr/>
          <p:nvPr/>
        </p:nvGrpSpPr>
        <p:grpSpPr>
          <a:xfrm>
            <a:off x="2328262" y="2438096"/>
            <a:ext cx="934920" cy="289440"/>
            <a:chOff x="2328262" y="2438096"/>
            <a:chExt cx="93492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0012580-1EBA-11AC-4C75-790D60B58250}"/>
                    </a:ext>
                  </a:extLst>
                </p14:cNvPr>
                <p14:cNvContentPartPr/>
                <p14:nvPr/>
              </p14:nvContentPartPr>
              <p14:xfrm>
                <a:off x="2328262" y="2583536"/>
                <a:ext cx="130320" cy="1159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0012580-1EBA-11AC-4C75-790D60B5825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319622" y="2574536"/>
                  <a:ext cx="1479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4CC4CFD-0379-4164-274A-E93440849ED6}"/>
                    </a:ext>
                  </a:extLst>
                </p14:cNvPr>
                <p14:cNvContentPartPr/>
                <p14:nvPr/>
              </p14:nvContentPartPr>
              <p14:xfrm>
                <a:off x="2372182" y="2610176"/>
                <a:ext cx="46800" cy="1008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4CC4CFD-0379-4164-274A-E93440849ED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363542" y="2601176"/>
                  <a:ext cx="644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BEE8E1A-5455-D22B-A651-7A29073B3D27}"/>
                    </a:ext>
                  </a:extLst>
                </p14:cNvPr>
                <p14:cNvContentPartPr/>
                <p14:nvPr/>
              </p14:nvContentPartPr>
              <p14:xfrm>
                <a:off x="2551462" y="2503616"/>
                <a:ext cx="63720" cy="2098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BEE8E1A-5455-D22B-A651-7A29073B3D2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542462" y="2494976"/>
                  <a:ext cx="813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65CC5ED-C93B-9A52-0D50-E51695692B3A}"/>
                    </a:ext>
                  </a:extLst>
                </p14:cNvPr>
                <p14:cNvContentPartPr/>
                <p14:nvPr/>
              </p14:nvContentPartPr>
              <p14:xfrm>
                <a:off x="2700502" y="2626016"/>
                <a:ext cx="36720" cy="806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65CC5ED-C93B-9A52-0D50-E51695692B3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691502" y="2617376"/>
                  <a:ext cx="543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C37AD28-6096-6E0F-3D8B-DE6FCAE864C3}"/>
                    </a:ext>
                  </a:extLst>
                </p14:cNvPr>
                <p14:cNvContentPartPr/>
                <p14:nvPr/>
              </p14:nvContentPartPr>
              <p14:xfrm>
                <a:off x="2622742" y="2559416"/>
                <a:ext cx="131040" cy="572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C37AD28-6096-6E0F-3D8B-DE6FCAE864C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614102" y="2550776"/>
                  <a:ext cx="1486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EBB83F4A-FAAE-E993-9567-C46D2C4AD232}"/>
                    </a:ext>
                  </a:extLst>
                </p14:cNvPr>
                <p14:cNvContentPartPr/>
                <p14:nvPr/>
              </p14:nvContentPartPr>
              <p14:xfrm>
                <a:off x="2684662" y="2438096"/>
                <a:ext cx="187200" cy="2833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EBB83F4A-FAAE-E993-9567-C46D2C4AD23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675662" y="2429456"/>
                  <a:ext cx="20484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7D3B4C3-5E02-1E35-422D-A0F0B4DADB35}"/>
                    </a:ext>
                  </a:extLst>
                </p14:cNvPr>
                <p14:cNvContentPartPr/>
                <p14:nvPr/>
              </p14:nvContentPartPr>
              <p14:xfrm>
                <a:off x="3024862" y="2498216"/>
                <a:ext cx="88920" cy="2293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7D3B4C3-5E02-1E35-422D-A0F0B4DADB3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016222" y="2489576"/>
                  <a:ext cx="1065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9A18991-85B1-F274-661C-BDF8058637A5}"/>
                    </a:ext>
                  </a:extLst>
                </p14:cNvPr>
                <p14:cNvContentPartPr/>
                <p14:nvPr/>
              </p14:nvContentPartPr>
              <p14:xfrm>
                <a:off x="3221422" y="2610176"/>
                <a:ext cx="41760" cy="986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9A18991-85B1-F274-661C-BDF8058637A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212782" y="2601176"/>
                  <a:ext cx="59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692F95D-3705-E090-2FAC-407CCAC3CADF}"/>
                    </a:ext>
                  </a:extLst>
                </p14:cNvPr>
                <p14:cNvContentPartPr/>
                <p14:nvPr/>
              </p14:nvContentPartPr>
              <p14:xfrm>
                <a:off x="3137182" y="2512256"/>
                <a:ext cx="122040" cy="806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692F95D-3705-E090-2FAC-407CCAC3CAD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128182" y="2503616"/>
                  <a:ext cx="139680" cy="9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BFA98FF1-F0CF-216F-1190-E0343F122932}"/>
              </a:ext>
            </a:extLst>
          </p:cNvPr>
          <p:cNvGrpSpPr/>
          <p:nvPr/>
        </p:nvGrpSpPr>
        <p:grpSpPr>
          <a:xfrm>
            <a:off x="3546502" y="2630696"/>
            <a:ext cx="121680" cy="81000"/>
            <a:chOff x="3546502" y="2630696"/>
            <a:chExt cx="121680" cy="8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7D78410-23C7-D1A3-AB9D-E2E9921A8B4A}"/>
                    </a:ext>
                  </a:extLst>
                </p14:cNvPr>
                <p14:cNvContentPartPr/>
                <p14:nvPr/>
              </p14:nvContentPartPr>
              <p14:xfrm>
                <a:off x="3594022" y="2700536"/>
                <a:ext cx="74160" cy="111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7D78410-23C7-D1A3-AB9D-E2E9921A8B4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585382" y="2691536"/>
                  <a:ext cx="918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DDC56222-FAFA-C6B5-3B3B-38A3F697CF2B}"/>
                    </a:ext>
                  </a:extLst>
                </p14:cNvPr>
                <p14:cNvContentPartPr/>
                <p14:nvPr/>
              </p14:nvContentPartPr>
              <p14:xfrm>
                <a:off x="3546502" y="2630696"/>
                <a:ext cx="84960" cy="115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DDC56222-FAFA-C6B5-3B3B-38A3F697CF2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537502" y="2622056"/>
                  <a:ext cx="102600" cy="2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692C0F85-7A45-0EE4-BF19-D0B8E14558F7}"/>
                  </a:ext>
                </a:extLst>
              </p14:cNvPr>
              <p14:cNvContentPartPr/>
              <p14:nvPr/>
            </p14:nvContentPartPr>
            <p14:xfrm>
              <a:off x="4046542" y="2391296"/>
              <a:ext cx="132120" cy="48996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692C0F85-7A45-0EE4-BF19-D0B8E14558F7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4037902" y="2382656"/>
                <a:ext cx="149760" cy="50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85213976-9E86-1F13-456E-C739DCCD0C81}"/>
              </a:ext>
            </a:extLst>
          </p:cNvPr>
          <p:cNvGrpSpPr/>
          <p:nvPr/>
        </p:nvGrpSpPr>
        <p:grpSpPr>
          <a:xfrm>
            <a:off x="3808582" y="3047576"/>
            <a:ext cx="423720" cy="85320"/>
            <a:chOff x="3808582" y="3047576"/>
            <a:chExt cx="423720" cy="8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B319F62-7FAE-A999-D6E4-E789628A598A}"/>
                    </a:ext>
                  </a:extLst>
                </p14:cNvPr>
                <p14:cNvContentPartPr/>
                <p14:nvPr/>
              </p14:nvContentPartPr>
              <p14:xfrm>
                <a:off x="3808582" y="3067376"/>
                <a:ext cx="109800" cy="5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B319F62-7FAE-A999-D6E4-E789628A598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799582" y="3058376"/>
                  <a:ext cx="127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E029FAB-E0DD-6C65-7228-8E0116E7805A}"/>
                    </a:ext>
                  </a:extLst>
                </p14:cNvPr>
                <p14:cNvContentPartPr/>
                <p14:nvPr/>
              </p14:nvContentPartPr>
              <p14:xfrm>
                <a:off x="4008022" y="3047576"/>
                <a:ext cx="224280" cy="853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E029FAB-E0DD-6C65-7228-8E0116E7805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999382" y="3038576"/>
                  <a:ext cx="24192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244CB08A-B6BD-E098-B651-0809B5DAB27E}"/>
              </a:ext>
            </a:extLst>
          </p:cNvPr>
          <p:cNvGrpSpPr/>
          <p:nvPr/>
        </p:nvGrpSpPr>
        <p:grpSpPr>
          <a:xfrm>
            <a:off x="3466942" y="1998896"/>
            <a:ext cx="988200" cy="296640"/>
            <a:chOff x="3466942" y="1998896"/>
            <a:chExt cx="988200" cy="29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6E6C7A0-2384-2CC9-5809-67EF4A5E8015}"/>
                    </a:ext>
                  </a:extLst>
                </p14:cNvPr>
                <p14:cNvContentPartPr/>
                <p14:nvPr/>
              </p14:nvContentPartPr>
              <p14:xfrm>
                <a:off x="3694462" y="2162696"/>
                <a:ext cx="150840" cy="752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6E6C7A0-2384-2CC9-5809-67EF4A5E801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685822" y="2154056"/>
                  <a:ext cx="1684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2CC4AE4-1D63-10D5-8512-6DEA41A19B2F}"/>
                    </a:ext>
                  </a:extLst>
                </p14:cNvPr>
                <p14:cNvContentPartPr/>
                <p14:nvPr/>
              </p14:nvContentPartPr>
              <p14:xfrm>
                <a:off x="3939982" y="2158376"/>
                <a:ext cx="31680" cy="54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2CC4AE4-1D63-10D5-8512-6DEA41A19B2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930982" y="2149376"/>
                  <a:ext cx="493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0D7F0A7-83B5-8370-1CCD-17B27BBB8B77}"/>
                    </a:ext>
                  </a:extLst>
                </p14:cNvPr>
                <p14:cNvContentPartPr/>
                <p14:nvPr/>
              </p14:nvContentPartPr>
              <p14:xfrm>
                <a:off x="4002982" y="2083856"/>
                <a:ext cx="50400" cy="849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0D7F0A7-83B5-8370-1CCD-17B27BBB8B7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993982" y="2074856"/>
                  <a:ext cx="680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9F0326D-DC03-CFE0-3532-8414671018FA}"/>
                    </a:ext>
                  </a:extLst>
                </p14:cNvPr>
                <p14:cNvContentPartPr/>
                <p14:nvPr/>
              </p14:nvContentPartPr>
              <p14:xfrm>
                <a:off x="4035022" y="1998896"/>
                <a:ext cx="154440" cy="2322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9F0326D-DC03-CFE0-3532-8414671018F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026022" y="1989896"/>
                  <a:ext cx="1720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082F499-778D-3577-9D3F-7343E8BBB082}"/>
                    </a:ext>
                  </a:extLst>
                </p14:cNvPr>
                <p14:cNvContentPartPr/>
                <p14:nvPr/>
              </p14:nvContentPartPr>
              <p14:xfrm>
                <a:off x="3466942" y="2068016"/>
                <a:ext cx="150840" cy="227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082F499-778D-3577-9D3F-7343E8BBB08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458302" y="2059016"/>
                  <a:ext cx="1684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094EE64-2EC3-1337-61CD-B8C1ADC951CB}"/>
                    </a:ext>
                  </a:extLst>
                </p14:cNvPr>
                <p14:cNvContentPartPr/>
                <p14:nvPr/>
              </p14:nvContentPartPr>
              <p14:xfrm>
                <a:off x="4369822" y="2078456"/>
                <a:ext cx="53640" cy="1101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094EE64-2EC3-1337-61CD-B8C1ADC951C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360822" y="2069816"/>
                  <a:ext cx="712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93E31CA-890E-2B43-93DA-10A91139102A}"/>
                    </a:ext>
                  </a:extLst>
                </p14:cNvPr>
                <p14:cNvContentPartPr/>
                <p14:nvPr/>
              </p14:nvContentPartPr>
              <p14:xfrm>
                <a:off x="4248502" y="2031656"/>
                <a:ext cx="206640" cy="244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93E31CA-890E-2B43-93DA-10A91139102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239862" y="2023016"/>
                  <a:ext cx="22428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CC20ED72-7FAA-875F-2B36-45EC437A06E2}"/>
              </a:ext>
            </a:extLst>
          </p:cNvPr>
          <p:cNvGrpSpPr/>
          <p:nvPr/>
        </p:nvGrpSpPr>
        <p:grpSpPr>
          <a:xfrm>
            <a:off x="4348582" y="2509016"/>
            <a:ext cx="873000" cy="246240"/>
            <a:chOff x="4348582" y="2509016"/>
            <a:chExt cx="87300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05A5908-6C90-478C-1F56-F4207A706193}"/>
                    </a:ext>
                  </a:extLst>
                </p14:cNvPr>
                <p14:cNvContentPartPr/>
                <p14:nvPr/>
              </p14:nvContentPartPr>
              <p14:xfrm>
                <a:off x="4348582" y="2594336"/>
                <a:ext cx="159840" cy="1213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05A5908-6C90-478C-1F56-F4207A70619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339582" y="2585336"/>
                  <a:ext cx="1774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06A7226-0AF1-D98A-AF50-E7B2D93E1F3F}"/>
                    </a:ext>
                  </a:extLst>
                </p14:cNvPr>
                <p14:cNvContentPartPr/>
                <p14:nvPr/>
              </p14:nvContentPartPr>
              <p14:xfrm>
                <a:off x="4427782" y="2631416"/>
                <a:ext cx="48600" cy="853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06A7226-0AF1-D98A-AF50-E7B2D93E1F3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419142" y="2622416"/>
                  <a:ext cx="662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4C2CECE-51F9-ADFC-E1B3-864E69767903}"/>
                    </a:ext>
                  </a:extLst>
                </p14:cNvPr>
                <p14:cNvContentPartPr/>
                <p14:nvPr/>
              </p14:nvContentPartPr>
              <p14:xfrm>
                <a:off x="4551982" y="2525216"/>
                <a:ext cx="56880" cy="2005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4C2CECE-51F9-ADFC-E1B3-864E6976790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542982" y="2516216"/>
                  <a:ext cx="745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A0103E6-9C9F-6D71-7373-CF9307F82915}"/>
                    </a:ext>
                  </a:extLst>
                </p14:cNvPr>
                <p14:cNvContentPartPr/>
                <p14:nvPr/>
              </p14:nvContentPartPr>
              <p14:xfrm>
                <a:off x="4688782" y="2620616"/>
                <a:ext cx="63360" cy="910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A0103E6-9C9F-6D71-7373-CF9307F8291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679782" y="2611976"/>
                  <a:ext cx="810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332D274-2592-D7B6-35DB-14307FB09AC4}"/>
                    </a:ext>
                  </a:extLst>
                </p14:cNvPr>
                <p14:cNvContentPartPr/>
                <p14:nvPr/>
              </p14:nvContentPartPr>
              <p14:xfrm>
                <a:off x="4582582" y="2588936"/>
                <a:ext cx="186120" cy="532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332D274-2592-D7B6-35DB-14307FB09AC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573942" y="2579936"/>
                  <a:ext cx="2037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BA03DB36-801D-0ADE-8E20-76353E6FBB89}"/>
                    </a:ext>
                  </a:extLst>
                </p14:cNvPr>
                <p14:cNvContentPartPr/>
                <p14:nvPr/>
              </p14:nvContentPartPr>
              <p14:xfrm>
                <a:off x="4779142" y="2509016"/>
                <a:ext cx="97560" cy="2462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BA03DB36-801D-0ADE-8E20-76353E6FBB8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770502" y="2500376"/>
                  <a:ext cx="1152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7AF4AFC6-94A5-F3E2-1157-CC488D07FA2F}"/>
                    </a:ext>
                  </a:extLst>
                </p14:cNvPr>
                <p14:cNvContentPartPr/>
                <p14:nvPr/>
              </p14:nvContentPartPr>
              <p14:xfrm>
                <a:off x="5001622" y="2541056"/>
                <a:ext cx="85320" cy="2030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7AF4AFC6-94A5-F3E2-1157-CC488D07FA2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992982" y="2532056"/>
                  <a:ext cx="1029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996B60D-5112-958C-DF62-C1B9A91965E1}"/>
                    </a:ext>
                  </a:extLst>
                </p14:cNvPr>
                <p14:cNvContentPartPr/>
                <p14:nvPr/>
              </p14:nvContentPartPr>
              <p14:xfrm>
                <a:off x="5178022" y="2641856"/>
                <a:ext cx="43560" cy="856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996B60D-5112-958C-DF62-C1B9A91965E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169022" y="2633216"/>
                  <a:ext cx="612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941672B-D0BD-3B70-67D0-2720723B0F02}"/>
                    </a:ext>
                  </a:extLst>
                </p14:cNvPr>
                <p14:cNvContentPartPr/>
                <p14:nvPr/>
              </p14:nvContentPartPr>
              <p14:xfrm>
                <a:off x="5103862" y="2559416"/>
                <a:ext cx="116640" cy="831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941672B-D0BD-3B70-67D0-2720723B0F0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095222" y="2550776"/>
                  <a:ext cx="134280" cy="10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B532DD73-2ADB-1091-5106-EAF59303C2D3}"/>
              </a:ext>
            </a:extLst>
          </p:cNvPr>
          <p:cNvGrpSpPr/>
          <p:nvPr/>
        </p:nvGrpSpPr>
        <p:grpSpPr>
          <a:xfrm>
            <a:off x="5534782" y="2615576"/>
            <a:ext cx="159120" cy="127440"/>
            <a:chOff x="5534782" y="2615576"/>
            <a:chExt cx="159120" cy="12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89C34D1-635A-DED3-E60E-F326EB0034E3}"/>
                    </a:ext>
                  </a:extLst>
                </p14:cNvPr>
                <p14:cNvContentPartPr/>
                <p14:nvPr/>
              </p14:nvContentPartPr>
              <p14:xfrm>
                <a:off x="5567542" y="2615576"/>
                <a:ext cx="37080" cy="1274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89C34D1-635A-DED3-E60E-F326EB0034E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558902" y="2606576"/>
                  <a:ext cx="547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E14897D-1AB8-9CB7-05DD-E74AB5454416}"/>
                    </a:ext>
                  </a:extLst>
                </p14:cNvPr>
                <p14:cNvContentPartPr/>
                <p14:nvPr/>
              </p14:nvContentPartPr>
              <p14:xfrm>
                <a:off x="5534782" y="2684696"/>
                <a:ext cx="159120" cy="64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E14897D-1AB8-9CB7-05DD-E74AB5454416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525782" y="2675696"/>
                  <a:ext cx="176760" cy="2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FEEB1A55-2505-D4FC-CD8B-FC41130D61DC}"/>
                  </a:ext>
                </a:extLst>
              </p14:cNvPr>
              <p14:cNvContentPartPr/>
              <p14:nvPr/>
            </p14:nvContentPartPr>
            <p14:xfrm>
              <a:off x="5948062" y="2421536"/>
              <a:ext cx="117720" cy="37836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FEEB1A55-2505-D4FC-CD8B-FC41130D61DC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5939422" y="2412536"/>
                <a:ext cx="135360" cy="39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5" name="Group 174">
            <a:extLst>
              <a:ext uri="{FF2B5EF4-FFF2-40B4-BE49-F238E27FC236}">
                <a16:creationId xmlns:a16="http://schemas.microsoft.com/office/drawing/2014/main" id="{89095861-4355-6F7F-AEF7-40B8482E7297}"/>
              </a:ext>
            </a:extLst>
          </p:cNvPr>
          <p:cNvGrpSpPr/>
          <p:nvPr/>
        </p:nvGrpSpPr>
        <p:grpSpPr>
          <a:xfrm>
            <a:off x="5518582" y="2950376"/>
            <a:ext cx="941040" cy="212760"/>
            <a:chOff x="5518582" y="2950376"/>
            <a:chExt cx="941040" cy="21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A5990B8-527D-832B-9874-DE6A8B992589}"/>
                    </a:ext>
                  </a:extLst>
                </p14:cNvPr>
                <p14:cNvContentPartPr/>
                <p14:nvPr/>
              </p14:nvContentPartPr>
              <p14:xfrm>
                <a:off x="5748982" y="3083576"/>
                <a:ext cx="110520" cy="608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A5990B8-527D-832B-9874-DE6A8B99258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740342" y="3074936"/>
                  <a:ext cx="1281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ADDA738-2670-0BBB-5C4A-3EC0F5653EE7}"/>
                    </a:ext>
                  </a:extLst>
                </p14:cNvPr>
                <p14:cNvContentPartPr/>
                <p14:nvPr/>
              </p14:nvContentPartPr>
              <p14:xfrm>
                <a:off x="5942302" y="3092936"/>
                <a:ext cx="113040" cy="280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ADDA738-2670-0BBB-5C4A-3EC0F5653EE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933302" y="3083936"/>
                  <a:ext cx="1306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7E848B7-98A0-1F20-F1C1-99B2AE41BCD6}"/>
                    </a:ext>
                  </a:extLst>
                </p14:cNvPr>
                <p14:cNvContentPartPr/>
                <p14:nvPr/>
              </p14:nvContentPartPr>
              <p14:xfrm>
                <a:off x="6054982" y="3046136"/>
                <a:ext cx="47880" cy="903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7E848B7-98A0-1F20-F1C1-99B2AE41BCD6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046342" y="3037136"/>
                  <a:ext cx="655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8B19136-70FA-363E-4436-6D547B4BFA05}"/>
                    </a:ext>
                  </a:extLst>
                </p14:cNvPr>
                <p14:cNvContentPartPr/>
                <p14:nvPr/>
              </p14:nvContentPartPr>
              <p14:xfrm>
                <a:off x="6124102" y="2950376"/>
                <a:ext cx="88200" cy="2102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8B19136-70FA-363E-4436-6D547B4BFA0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115462" y="2941376"/>
                  <a:ext cx="1058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96334363-AE36-10FF-7DB6-F8B3998282C4}"/>
                    </a:ext>
                  </a:extLst>
                </p14:cNvPr>
                <p14:cNvContentPartPr/>
                <p14:nvPr/>
              </p14:nvContentPartPr>
              <p14:xfrm>
                <a:off x="5518582" y="2977016"/>
                <a:ext cx="88920" cy="1861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96334363-AE36-10FF-7DB6-F8B3998282C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509942" y="2968016"/>
                  <a:ext cx="1065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C61CD35-3B57-1909-5357-C2CD9CA98DE6}"/>
                    </a:ext>
                  </a:extLst>
                </p14:cNvPr>
                <p14:cNvContentPartPr/>
                <p14:nvPr/>
              </p14:nvContentPartPr>
              <p14:xfrm>
                <a:off x="6368902" y="3014096"/>
                <a:ext cx="40320" cy="1040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C61CD35-3B57-1909-5357-C2CD9CA98DE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6359902" y="3005456"/>
                  <a:ext cx="579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801C0F7-00A5-A42B-8453-66759D248B19}"/>
                    </a:ext>
                  </a:extLst>
                </p14:cNvPr>
                <p14:cNvContentPartPr/>
                <p14:nvPr/>
              </p14:nvContentPartPr>
              <p14:xfrm>
                <a:off x="6288262" y="2963336"/>
                <a:ext cx="171360" cy="280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801C0F7-00A5-A42B-8453-66759D248B1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279262" y="2954336"/>
                  <a:ext cx="18900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F0525229-7CEB-8C43-F278-0E57179C9BD4}"/>
              </a:ext>
            </a:extLst>
          </p:cNvPr>
          <p:cNvGrpSpPr/>
          <p:nvPr/>
        </p:nvGrpSpPr>
        <p:grpSpPr>
          <a:xfrm>
            <a:off x="6033742" y="2245496"/>
            <a:ext cx="314280" cy="108360"/>
            <a:chOff x="6033742" y="2245496"/>
            <a:chExt cx="314280" cy="10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529D8FA-2389-3778-4D68-E66BE9FD2D8B}"/>
                    </a:ext>
                  </a:extLst>
                </p14:cNvPr>
                <p14:cNvContentPartPr/>
                <p14:nvPr/>
              </p14:nvContentPartPr>
              <p14:xfrm>
                <a:off x="6033742" y="2282216"/>
                <a:ext cx="97560" cy="536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529D8FA-2389-3778-4D68-E66BE9FD2D8B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025102" y="2273576"/>
                  <a:ext cx="1152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A4E2B7D-30A5-A077-7B83-55691823DCF7}"/>
                    </a:ext>
                  </a:extLst>
                </p14:cNvPr>
                <p14:cNvContentPartPr/>
                <p14:nvPr/>
              </p14:nvContentPartPr>
              <p14:xfrm>
                <a:off x="6265222" y="2293376"/>
                <a:ext cx="38520" cy="604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A4E2B7D-30A5-A077-7B83-55691823DCF7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256582" y="2284736"/>
                  <a:ext cx="561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F31336B-02F9-CF6B-3FC7-AB96C893EDE2}"/>
                    </a:ext>
                  </a:extLst>
                </p14:cNvPr>
                <p14:cNvContentPartPr/>
                <p14:nvPr/>
              </p14:nvContentPartPr>
              <p14:xfrm>
                <a:off x="6207982" y="2245496"/>
                <a:ext cx="140040" cy="259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F31336B-02F9-CF6B-3FC7-AB96C893EDE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198982" y="2236856"/>
                  <a:ext cx="15768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34768B18-60A7-28D2-FE3A-8FCDB55F920B}"/>
              </a:ext>
            </a:extLst>
          </p:cNvPr>
          <p:cNvGrpSpPr/>
          <p:nvPr/>
        </p:nvGrpSpPr>
        <p:grpSpPr>
          <a:xfrm>
            <a:off x="6351622" y="2487776"/>
            <a:ext cx="900000" cy="253440"/>
            <a:chOff x="6351622" y="2487776"/>
            <a:chExt cx="900000" cy="25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722D688-0A1D-CA7D-19E3-BA92B6D5D566}"/>
                    </a:ext>
                  </a:extLst>
                </p14:cNvPr>
                <p14:cNvContentPartPr/>
                <p14:nvPr/>
              </p14:nvContentPartPr>
              <p14:xfrm>
                <a:off x="6351622" y="2622416"/>
                <a:ext cx="117360" cy="882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722D688-0A1D-CA7D-19E3-BA92B6D5D56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342622" y="2613416"/>
                  <a:ext cx="1350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4254884F-AD17-881A-F9BA-6CF7A7B562AC}"/>
                    </a:ext>
                  </a:extLst>
                </p14:cNvPr>
                <p14:cNvContentPartPr/>
                <p14:nvPr/>
              </p14:nvContentPartPr>
              <p14:xfrm>
                <a:off x="6375022" y="2599376"/>
                <a:ext cx="68400" cy="1105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4254884F-AD17-881A-F9BA-6CF7A7B562AC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366022" y="2590736"/>
                  <a:ext cx="860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AC04ADC-42CC-BC8F-558B-9BEEFA188E16}"/>
                    </a:ext>
                  </a:extLst>
                </p14:cNvPr>
                <p14:cNvContentPartPr/>
                <p14:nvPr/>
              </p14:nvContentPartPr>
              <p14:xfrm>
                <a:off x="6549262" y="2509016"/>
                <a:ext cx="43560" cy="1846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AC04ADC-42CC-BC8F-558B-9BEEFA188E16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540262" y="2500376"/>
                  <a:ext cx="612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BBE10A7-D9E5-4338-4219-6050A108687B}"/>
                    </a:ext>
                  </a:extLst>
                </p14:cNvPr>
                <p14:cNvContentPartPr/>
                <p14:nvPr/>
              </p14:nvContentPartPr>
              <p14:xfrm>
                <a:off x="6703702" y="2588936"/>
                <a:ext cx="47160" cy="1234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BBE10A7-D9E5-4338-4219-6050A108687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694702" y="2579936"/>
                  <a:ext cx="648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7120F15C-081A-236A-AAC2-E0CFF0DDA661}"/>
                    </a:ext>
                  </a:extLst>
                </p14:cNvPr>
                <p14:cNvContentPartPr/>
                <p14:nvPr/>
              </p14:nvContentPartPr>
              <p14:xfrm>
                <a:off x="6596422" y="2583536"/>
                <a:ext cx="155160" cy="493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7120F15C-081A-236A-AAC2-E0CFF0DDA66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587782" y="2574536"/>
                  <a:ext cx="1728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514E1C12-60E2-0407-79E4-237D32E290B5}"/>
                    </a:ext>
                  </a:extLst>
                </p14:cNvPr>
                <p14:cNvContentPartPr/>
                <p14:nvPr/>
              </p14:nvContentPartPr>
              <p14:xfrm>
                <a:off x="6772822" y="2487776"/>
                <a:ext cx="128520" cy="2534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514E1C12-60E2-0407-79E4-237D32E290B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6763822" y="2479136"/>
                  <a:ext cx="1461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8EFB159-A6E0-D539-6AAC-829B18A5BFA7}"/>
                    </a:ext>
                  </a:extLst>
                </p14:cNvPr>
                <p14:cNvContentPartPr/>
                <p14:nvPr/>
              </p14:nvContentPartPr>
              <p14:xfrm>
                <a:off x="7010422" y="2488136"/>
                <a:ext cx="77400" cy="2120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A8EFB159-A6E0-D539-6AAC-829B18A5BFA7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001422" y="2479136"/>
                  <a:ext cx="950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FBCD30A-E071-FB32-3855-CF78CBE27786}"/>
                    </a:ext>
                  </a:extLst>
                </p14:cNvPr>
                <p14:cNvContentPartPr/>
                <p14:nvPr/>
              </p14:nvContentPartPr>
              <p14:xfrm>
                <a:off x="7208782" y="2626016"/>
                <a:ext cx="26640" cy="907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FBCD30A-E071-FB32-3855-CF78CBE2778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199782" y="2617376"/>
                  <a:ext cx="442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333CC60-5443-82D7-1BEA-A5D7179EC663}"/>
                    </a:ext>
                  </a:extLst>
                </p14:cNvPr>
                <p14:cNvContentPartPr/>
                <p14:nvPr/>
              </p14:nvContentPartPr>
              <p14:xfrm>
                <a:off x="7115182" y="2511896"/>
                <a:ext cx="136440" cy="1206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333CC60-5443-82D7-1BEA-A5D7179EC663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106182" y="2503256"/>
                  <a:ext cx="15408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2B893D12-0569-DEC0-52BB-57FC94966B7D}"/>
              </a:ext>
            </a:extLst>
          </p:cNvPr>
          <p:cNvGrpSpPr/>
          <p:nvPr/>
        </p:nvGrpSpPr>
        <p:grpSpPr>
          <a:xfrm>
            <a:off x="3726502" y="3178976"/>
            <a:ext cx="1691280" cy="621720"/>
            <a:chOff x="3726502" y="3178976"/>
            <a:chExt cx="1691280" cy="62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1CC5E4D1-18CD-C8F8-0472-E80B5526DC6C}"/>
                    </a:ext>
                  </a:extLst>
                </p14:cNvPr>
                <p14:cNvContentPartPr/>
                <p14:nvPr/>
              </p14:nvContentPartPr>
              <p14:xfrm>
                <a:off x="3726502" y="3178976"/>
                <a:ext cx="1494360" cy="1411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1CC5E4D1-18CD-C8F8-0472-E80B5526DC6C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717862" y="3169976"/>
                  <a:ext cx="15120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075DA5F-03D0-16B6-8402-7C3D326BF4FD}"/>
                    </a:ext>
                  </a:extLst>
                </p14:cNvPr>
                <p14:cNvContentPartPr/>
                <p14:nvPr/>
              </p14:nvContentPartPr>
              <p14:xfrm>
                <a:off x="3907942" y="3641216"/>
                <a:ext cx="122040" cy="57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075DA5F-03D0-16B6-8402-7C3D326BF4F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898942" y="3632576"/>
                  <a:ext cx="139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4A95522-B202-612B-AA04-4AD8A5A93318}"/>
                    </a:ext>
                  </a:extLst>
                </p14:cNvPr>
                <p14:cNvContentPartPr/>
                <p14:nvPr/>
              </p14:nvContentPartPr>
              <p14:xfrm>
                <a:off x="3917302" y="3572456"/>
                <a:ext cx="96840" cy="162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4A95522-B202-612B-AA04-4AD8A5A93318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908302" y="3563816"/>
                  <a:ext cx="1144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355F9C0-AD14-05F9-9454-1A7BD3D2780B}"/>
                    </a:ext>
                  </a:extLst>
                </p14:cNvPr>
                <p14:cNvContentPartPr/>
                <p14:nvPr/>
              </p14:nvContentPartPr>
              <p14:xfrm>
                <a:off x="4221142" y="3569216"/>
                <a:ext cx="142920" cy="2314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355F9C0-AD14-05F9-9454-1A7BD3D2780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212142" y="3560576"/>
                  <a:ext cx="1605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22CFADF-9DBC-6B5C-2654-AFF65725854A}"/>
                    </a:ext>
                  </a:extLst>
                </p14:cNvPr>
                <p14:cNvContentPartPr/>
                <p14:nvPr/>
              </p14:nvContentPartPr>
              <p14:xfrm>
                <a:off x="4406542" y="3406496"/>
                <a:ext cx="79920" cy="2786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22CFADF-9DBC-6B5C-2654-AFF65725854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397542" y="3397496"/>
                  <a:ext cx="975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445CE81-0E7F-1EA4-5E52-9781C3E7846B}"/>
                    </a:ext>
                  </a:extLst>
                </p14:cNvPr>
                <p14:cNvContentPartPr/>
                <p14:nvPr/>
              </p14:nvContentPartPr>
              <p14:xfrm>
                <a:off x="4578982" y="3555176"/>
                <a:ext cx="101520" cy="486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445CE81-0E7F-1EA4-5E52-9781C3E7846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569982" y="3546536"/>
                  <a:ext cx="1191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0FB50BCC-5A31-AA12-BB5F-94ADC8F7C6F6}"/>
                    </a:ext>
                  </a:extLst>
                </p14:cNvPr>
                <p14:cNvContentPartPr/>
                <p14:nvPr/>
              </p14:nvContentPartPr>
              <p14:xfrm>
                <a:off x="4754302" y="3545456"/>
                <a:ext cx="110160" cy="57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0FB50BCC-5A31-AA12-BB5F-94ADC8F7C6F6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745662" y="3536816"/>
                  <a:ext cx="127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76039D18-BDDB-3D92-13A2-BE36DE9F934E}"/>
                    </a:ext>
                  </a:extLst>
                </p14:cNvPr>
                <p14:cNvContentPartPr/>
                <p14:nvPr/>
              </p14:nvContentPartPr>
              <p14:xfrm>
                <a:off x="4917382" y="3471296"/>
                <a:ext cx="60120" cy="1288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76039D18-BDDB-3D92-13A2-BE36DE9F934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908382" y="3462656"/>
                  <a:ext cx="777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06F0FC1-B99C-1DEA-072E-934033960B52}"/>
                    </a:ext>
                  </a:extLst>
                </p14:cNvPr>
                <p14:cNvContentPartPr/>
                <p14:nvPr/>
              </p14:nvContentPartPr>
              <p14:xfrm>
                <a:off x="4975702" y="3402176"/>
                <a:ext cx="113760" cy="2073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06F0FC1-B99C-1DEA-072E-934033960B52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967062" y="3393536"/>
                  <a:ext cx="1314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738499C-60D6-E345-CF77-394CB49B9E11}"/>
                    </a:ext>
                  </a:extLst>
                </p14:cNvPr>
                <p14:cNvContentPartPr/>
                <p14:nvPr/>
              </p14:nvContentPartPr>
              <p14:xfrm>
                <a:off x="4487902" y="3464816"/>
                <a:ext cx="57600" cy="1731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738499C-60D6-E345-CF77-394CB49B9E11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478902" y="3456176"/>
                  <a:ext cx="752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B4FFD97-106F-7A8F-758C-CD38AC8E37B2}"/>
                    </a:ext>
                  </a:extLst>
                </p14:cNvPr>
                <p14:cNvContentPartPr/>
                <p14:nvPr/>
              </p14:nvContentPartPr>
              <p14:xfrm>
                <a:off x="5188462" y="3482096"/>
                <a:ext cx="19440" cy="957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B4FFD97-106F-7A8F-758C-CD38AC8E37B2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179462" y="3473096"/>
                  <a:ext cx="370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119B17F9-A0DF-BDAF-0D06-0B7ADC112ACA}"/>
                    </a:ext>
                  </a:extLst>
                </p14:cNvPr>
                <p14:cNvContentPartPr/>
                <p14:nvPr/>
              </p14:nvContentPartPr>
              <p14:xfrm>
                <a:off x="5059222" y="3414056"/>
                <a:ext cx="203760" cy="280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119B17F9-A0DF-BDAF-0D06-0B7ADC112ACA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050582" y="3405416"/>
                  <a:ext cx="2214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CA7AFB20-15CF-D847-44DB-9B5582EF880E}"/>
                    </a:ext>
                  </a:extLst>
                </p14:cNvPr>
                <p14:cNvContentPartPr/>
                <p14:nvPr/>
              </p14:nvContentPartPr>
              <p14:xfrm>
                <a:off x="5294662" y="3359696"/>
                <a:ext cx="123120" cy="2876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CA7AFB20-15CF-D847-44DB-9B5582EF880E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286022" y="3351056"/>
                  <a:ext cx="140760" cy="30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0A938F41-1A3F-3386-42B9-5E8C4C9D28F3}"/>
              </a:ext>
            </a:extLst>
          </p:cNvPr>
          <p:cNvGrpSpPr/>
          <p:nvPr/>
        </p:nvGrpSpPr>
        <p:grpSpPr>
          <a:xfrm>
            <a:off x="5582662" y="3184376"/>
            <a:ext cx="1701000" cy="455400"/>
            <a:chOff x="5582662" y="3184376"/>
            <a:chExt cx="1701000" cy="45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10C1A837-B457-903C-12F6-735F9F3DF6D6}"/>
                    </a:ext>
                  </a:extLst>
                </p14:cNvPr>
                <p14:cNvContentPartPr/>
                <p14:nvPr/>
              </p14:nvContentPartPr>
              <p14:xfrm>
                <a:off x="5582662" y="3184376"/>
                <a:ext cx="1701000" cy="1706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10C1A837-B457-903C-12F6-735F9F3DF6D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573662" y="3175376"/>
                  <a:ext cx="17186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9A257518-15A0-7C0C-9866-19B66DE4766F}"/>
                    </a:ext>
                  </a:extLst>
                </p14:cNvPr>
                <p14:cNvContentPartPr/>
                <p14:nvPr/>
              </p14:nvContentPartPr>
              <p14:xfrm>
                <a:off x="6250462" y="3582896"/>
                <a:ext cx="145440" cy="57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9A257518-15A0-7C0C-9866-19B66DE4766F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241462" y="3574256"/>
                  <a:ext cx="163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CBA374DB-1FD1-1670-1218-50E8BACEF3A6}"/>
                    </a:ext>
                  </a:extLst>
                </p14:cNvPr>
                <p14:cNvContentPartPr/>
                <p14:nvPr/>
              </p14:nvContentPartPr>
              <p14:xfrm>
                <a:off x="6290062" y="3531776"/>
                <a:ext cx="110880" cy="90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CBA374DB-1FD1-1670-1218-50E8BACEF3A6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281422" y="3522776"/>
                  <a:ext cx="1285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0BF262B-452D-F8B1-C4E3-16517F7C972D}"/>
                    </a:ext>
                  </a:extLst>
                </p14:cNvPr>
                <p14:cNvContentPartPr/>
                <p14:nvPr/>
              </p14:nvContentPartPr>
              <p14:xfrm>
                <a:off x="6529462" y="3427016"/>
                <a:ext cx="195120" cy="2127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0BF262B-452D-F8B1-C4E3-16517F7C972D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520462" y="3418376"/>
                  <a:ext cx="212760" cy="23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69AA1AC0-7A54-B80F-BE57-A7C1BF356459}"/>
              </a:ext>
            </a:extLst>
          </p:cNvPr>
          <p:cNvGrpSpPr/>
          <p:nvPr/>
        </p:nvGrpSpPr>
        <p:grpSpPr>
          <a:xfrm>
            <a:off x="7560142" y="2620976"/>
            <a:ext cx="137880" cy="69120"/>
            <a:chOff x="7560142" y="2620976"/>
            <a:chExt cx="137880" cy="6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8962A8D-7306-427E-8A7C-65861C8C2A3A}"/>
                    </a:ext>
                  </a:extLst>
                </p14:cNvPr>
                <p14:cNvContentPartPr/>
                <p14:nvPr/>
              </p14:nvContentPartPr>
              <p14:xfrm>
                <a:off x="7560142" y="2686496"/>
                <a:ext cx="117000" cy="36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8962A8D-7306-427E-8A7C-65861C8C2A3A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7551142" y="2677856"/>
                  <a:ext cx="1346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9FC87985-6F6E-550B-68D4-316FAD09DDF9}"/>
                    </a:ext>
                  </a:extLst>
                </p14:cNvPr>
                <p14:cNvContentPartPr/>
                <p14:nvPr/>
              </p14:nvContentPartPr>
              <p14:xfrm>
                <a:off x="7585702" y="2620976"/>
                <a:ext cx="112320" cy="108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9FC87985-6F6E-550B-68D4-316FAD09DDF9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577062" y="2611976"/>
                  <a:ext cx="12996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4BF58E09-7E67-AA51-BAED-66004C14FFE2}"/>
              </a:ext>
            </a:extLst>
          </p:cNvPr>
          <p:cNvGrpSpPr/>
          <p:nvPr/>
        </p:nvGrpSpPr>
        <p:grpSpPr>
          <a:xfrm>
            <a:off x="7564462" y="2620616"/>
            <a:ext cx="160200" cy="138960"/>
            <a:chOff x="7564462" y="2620616"/>
            <a:chExt cx="160200" cy="13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EDE6C29B-BFE5-D18F-919D-88413FF85F24}"/>
                    </a:ext>
                  </a:extLst>
                </p14:cNvPr>
                <p14:cNvContentPartPr/>
                <p14:nvPr/>
              </p14:nvContentPartPr>
              <p14:xfrm>
                <a:off x="7623502" y="2744456"/>
                <a:ext cx="8640" cy="151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EDE6C29B-BFE5-D18F-919D-88413FF85F24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614502" y="2735456"/>
                  <a:ext cx="262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0979B532-0882-DEA4-E950-788810761FDA}"/>
                    </a:ext>
                  </a:extLst>
                </p14:cNvPr>
                <p14:cNvContentPartPr/>
                <p14:nvPr/>
              </p14:nvContentPartPr>
              <p14:xfrm>
                <a:off x="7567702" y="2700536"/>
                <a:ext cx="129240" cy="111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0979B532-0882-DEA4-E950-788810761FDA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558702" y="2691536"/>
                  <a:ext cx="1468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22A7DF0-32E3-8AD4-CEBB-5D5C0383C964}"/>
                    </a:ext>
                  </a:extLst>
                </p14:cNvPr>
                <p14:cNvContentPartPr/>
                <p14:nvPr/>
              </p14:nvContentPartPr>
              <p14:xfrm>
                <a:off x="7564462" y="2620616"/>
                <a:ext cx="160200" cy="165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22A7DF0-32E3-8AD4-CEBB-5D5C0383C964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555462" y="2611616"/>
                  <a:ext cx="17784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5D2937D8-062B-6FAF-D35F-9FF0B2E158B3}"/>
              </a:ext>
            </a:extLst>
          </p:cNvPr>
          <p:cNvGrpSpPr/>
          <p:nvPr/>
        </p:nvGrpSpPr>
        <p:grpSpPr>
          <a:xfrm>
            <a:off x="8006182" y="2429456"/>
            <a:ext cx="1383120" cy="490320"/>
            <a:chOff x="8006182" y="2429456"/>
            <a:chExt cx="1383120" cy="49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2797AF47-CD19-EC1F-CCA1-3E991901852F}"/>
                    </a:ext>
                  </a:extLst>
                </p14:cNvPr>
                <p14:cNvContentPartPr/>
                <p14:nvPr/>
              </p14:nvContentPartPr>
              <p14:xfrm>
                <a:off x="8006182" y="2628896"/>
                <a:ext cx="144360" cy="2908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2797AF47-CD19-EC1F-CCA1-3E991901852F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997182" y="2619896"/>
                  <a:ext cx="1620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40F17BBE-17E2-1DAD-30AB-009B0D68B499}"/>
                    </a:ext>
                  </a:extLst>
                </p14:cNvPr>
                <p14:cNvContentPartPr/>
                <p14:nvPr/>
              </p14:nvContentPartPr>
              <p14:xfrm>
                <a:off x="8251702" y="2438456"/>
                <a:ext cx="95040" cy="3639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40F17BBE-17E2-1DAD-30AB-009B0D68B499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242702" y="2429456"/>
                  <a:ext cx="11268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4EE8CF49-CD1B-D877-43EF-45352293A99B}"/>
                    </a:ext>
                  </a:extLst>
                </p14:cNvPr>
                <p14:cNvContentPartPr/>
                <p14:nvPr/>
              </p14:nvContentPartPr>
              <p14:xfrm>
                <a:off x="8378422" y="2631416"/>
                <a:ext cx="139680" cy="601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4EE8CF49-CD1B-D877-43EF-45352293A99B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369422" y="2622776"/>
                  <a:ext cx="15732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4A3953AE-FF5B-A845-541E-56D7CA65EA18}"/>
                    </a:ext>
                  </a:extLst>
                </p14:cNvPr>
                <p14:cNvContentPartPr/>
                <p14:nvPr/>
              </p14:nvContentPartPr>
              <p14:xfrm>
                <a:off x="8611342" y="2625656"/>
                <a:ext cx="123480" cy="115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4A3953AE-FF5B-A845-541E-56D7CA65EA1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602702" y="2616656"/>
                  <a:ext cx="1411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D5F1A8E-0603-9FF1-6DB1-6722FEE3A158}"/>
                    </a:ext>
                  </a:extLst>
                </p14:cNvPr>
                <p14:cNvContentPartPr/>
                <p14:nvPr/>
              </p14:nvContentPartPr>
              <p14:xfrm>
                <a:off x="8787742" y="2551496"/>
                <a:ext cx="61920" cy="1292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D5F1A8E-0603-9FF1-6DB1-6722FEE3A158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778742" y="2542856"/>
                  <a:ext cx="795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D956AF11-5EFC-272F-7C0D-E95725E183B5}"/>
                    </a:ext>
                  </a:extLst>
                </p14:cNvPr>
                <p14:cNvContentPartPr/>
                <p14:nvPr/>
              </p14:nvContentPartPr>
              <p14:xfrm>
                <a:off x="8867302" y="2514416"/>
                <a:ext cx="103320" cy="1951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D956AF11-5EFC-272F-7C0D-E95725E183B5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858662" y="2505776"/>
                  <a:ext cx="1209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5A84660-62AD-AA67-1D69-FB560E9E5911}"/>
                    </a:ext>
                  </a:extLst>
                </p14:cNvPr>
                <p14:cNvContentPartPr/>
                <p14:nvPr/>
              </p14:nvContentPartPr>
              <p14:xfrm>
                <a:off x="8316142" y="2593616"/>
                <a:ext cx="66960" cy="1530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5A84660-62AD-AA67-1D69-FB560E9E5911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307502" y="2584616"/>
                  <a:ext cx="846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60B97C7D-5C1A-048D-EDCD-A4B54872AA64}"/>
                    </a:ext>
                  </a:extLst>
                </p14:cNvPr>
                <p14:cNvContentPartPr/>
                <p14:nvPr/>
              </p14:nvContentPartPr>
              <p14:xfrm>
                <a:off x="9138382" y="2567696"/>
                <a:ext cx="39240" cy="1159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60B97C7D-5C1A-048D-EDCD-A4B54872AA64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129742" y="2558696"/>
                  <a:ext cx="568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1711C09-C201-EC01-AC2D-DF14AF3D7026}"/>
                    </a:ext>
                  </a:extLst>
                </p14:cNvPr>
                <p14:cNvContentPartPr/>
                <p14:nvPr/>
              </p14:nvContentPartPr>
              <p14:xfrm>
                <a:off x="9039382" y="2539256"/>
                <a:ext cx="173880" cy="248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1711C09-C201-EC01-AC2D-DF14AF3D7026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030382" y="2530256"/>
                  <a:ext cx="1915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8FF93F61-D0E3-F590-1B73-BE53E7774477}"/>
                    </a:ext>
                  </a:extLst>
                </p14:cNvPr>
                <p14:cNvContentPartPr/>
                <p14:nvPr/>
              </p14:nvContentPartPr>
              <p14:xfrm>
                <a:off x="9234142" y="2429456"/>
                <a:ext cx="155160" cy="3488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8FF93F61-D0E3-F590-1B73-BE53E7774477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225502" y="2420456"/>
                  <a:ext cx="172800" cy="36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D7668B40-00F4-FE46-B9C2-41DFB1EFCB03}"/>
              </a:ext>
            </a:extLst>
          </p:cNvPr>
          <p:cNvGrpSpPr/>
          <p:nvPr/>
        </p:nvGrpSpPr>
        <p:grpSpPr>
          <a:xfrm>
            <a:off x="9633382" y="2580656"/>
            <a:ext cx="159480" cy="114480"/>
            <a:chOff x="9633382" y="2580656"/>
            <a:chExt cx="159480" cy="11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104296B-8294-35E2-A8A3-D48442EF51FC}"/>
                    </a:ext>
                  </a:extLst>
                </p14:cNvPr>
                <p14:cNvContentPartPr/>
                <p14:nvPr/>
              </p14:nvContentPartPr>
              <p14:xfrm>
                <a:off x="9685222" y="2580656"/>
                <a:ext cx="41760" cy="1144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104296B-8294-35E2-A8A3-D48442EF51FC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676582" y="2572016"/>
                  <a:ext cx="594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FA391155-FD3E-5873-6B1F-49A641F2F060}"/>
                    </a:ext>
                  </a:extLst>
                </p14:cNvPr>
                <p14:cNvContentPartPr/>
                <p14:nvPr/>
              </p14:nvContentPartPr>
              <p14:xfrm>
                <a:off x="9633382" y="2641856"/>
                <a:ext cx="159480" cy="212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FA391155-FD3E-5873-6B1F-49A641F2F060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9624742" y="2633216"/>
                  <a:ext cx="177120" cy="3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8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9D456B5B-BC1B-5C7B-A92A-52BBE180FE10}"/>
                  </a:ext>
                </a:extLst>
              </p14:cNvPr>
              <p14:cNvContentPartPr/>
              <p14:nvPr/>
            </p14:nvContentPartPr>
            <p14:xfrm>
              <a:off x="9954142" y="2454296"/>
              <a:ext cx="233640" cy="25020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9D456B5B-BC1B-5C7B-A92A-52BBE180FE10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9945502" y="2445296"/>
                <a:ext cx="25128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0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09ACC3EF-2EB5-E76A-ACD4-D34114D55E7C}"/>
                  </a:ext>
                </a:extLst>
              </p14:cNvPr>
              <p14:cNvContentPartPr/>
              <p14:nvPr/>
            </p14:nvContentPartPr>
            <p14:xfrm>
              <a:off x="11557582" y="5561096"/>
              <a:ext cx="100800" cy="23004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09ACC3EF-2EB5-E76A-ACD4-D34114D55E7C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11548582" y="5552456"/>
                <a:ext cx="11844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2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C80D3004-F75D-8729-7014-5F914B7AC1C1}"/>
                  </a:ext>
                </a:extLst>
              </p14:cNvPr>
              <p14:cNvContentPartPr/>
              <p14:nvPr/>
            </p14:nvContentPartPr>
            <p14:xfrm>
              <a:off x="11598262" y="5682776"/>
              <a:ext cx="39240" cy="900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C80D3004-F75D-8729-7014-5F914B7AC1C1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11589262" y="5674136"/>
                <a:ext cx="5688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2" name="Group 251">
            <a:extLst>
              <a:ext uri="{FF2B5EF4-FFF2-40B4-BE49-F238E27FC236}">
                <a16:creationId xmlns:a16="http://schemas.microsoft.com/office/drawing/2014/main" id="{85777E0C-455E-6563-0FB7-2FDEA3A626B0}"/>
              </a:ext>
            </a:extLst>
          </p:cNvPr>
          <p:cNvGrpSpPr/>
          <p:nvPr/>
        </p:nvGrpSpPr>
        <p:grpSpPr>
          <a:xfrm>
            <a:off x="7484542" y="3970616"/>
            <a:ext cx="3831480" cy="2220120"/>
            <a:chOff x="7484542" y="3970616"/>
            <a:chExt cx="3831480" cy="222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97F4150-58B2-DE92-BDE6-FC511B604085}"/>
                    </a:ext>
                  </a:extLst>
                </p14:cNvPr>
                <p14:cNvContentPartPr/>
                <p14:nvPr/>
              </p14:nvContentPartPr>
              <p14:xfrm>
                <a:off x="8090782" y="3970616"/>
                <a:ext cx="117720" cy="20790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97F4150-58B2-DE92-BDE6-FC511B604085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082142" y="3961616"/>
                  <a:ext cx="135360" cy="20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AE828137-83F1-6163-9973-A5141932E89E}"/>
                    </a:ext>
                  </a:extLst>
                </p14:cNvPr>
                <p14:cNvContentPartPr/>
                <p14:nvPr/>
              </p14:nvContentPartPr>
              <p14:xfrm>
                <a:off x="7484542" y="5730656"/>
                <a:ext cx="2994120" cy="590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AE828137-83F1-6163-9973-A5141932E89E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7475542" y="5722016"/>
                  <a:ext cx="30117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9115209A-3386-2344-0362-15AC0E4E956E}"/>
                    </a:ext>
                  </a:extLst>
                </p14:cNvPr>
                <p14:cNvContentPartPr/>
                <p14:nvPr/>
              </p14:nvContentPartPr>
              <p14:xfrm>
                <a:off x="10382542" y="5659736"/>
                <a:ext cx="933480" cy="1414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9115209A-3386-2344-0362-15AC0E4E956E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0373542" y="5650736"/>
                  <a:ext cx="9511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05988933-68F4-535B-0944-C33300F63146}"/>
                    </a:ext>
                  </a:extLst>
                </p14:cNvPr>
                <p14:cNvContentPartPr/>
                <p14:nvPr/>
              </p14:nvContentPartPr>
              <p14:xfrm>
                <a:off x="9391822" y="5716976"/>
                <a:ext cx="23760" cy="12492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05988933-68F4-535B-0944-C33300F63146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383182" y="5708336"/>
                  <a:ext cx="414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4DAD8033-701A-0799-6893-F59EB1D5F03F}"/>
                    </a:ext>
                  </a:extLst>
                </p14:cNvPr>
                <p14:cNvContentPartPr/>
                <p14:nvPr/>
              </p14:nvContentPartPr>
              <p14:xfrm>
                <a:off x="9133342" y="6070856"/>
                <a:ext cx="90000" cy="658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4DAD8033-701A-0799-6893-F59EB1D5F03F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9124342" y="6062216"/>
                  <a:ext cx="1076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7F15B7A-5772-A2AC-097A-2C1A9DDC79AD}"/>
                    </a:ext>
                  </a:extLst>
                </p14:cNvPr>
                <p14:cNvContentPartPr/>
                <p14:nvPr/>
              </p14:nvContentPartPr>
              <p14:xfrm>
                <a:off x="9313702" y="6105056"/>
                <a:ext cx="85680" cy="140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7F15B7A-5772-A2AC-097A-2C1A9DDC79AD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9304702" y="6096416"/>
                  <a:ext cx="1033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6AC0CA5A-26D8-80A7-6203-BD5FCAAD1FAB}"/>
                    </a:ext>
                  </a:extLst>
                </p14:cNvPr>
                <p14:cNvContentPartPr/>
                <p14:nvPr/>
              </p14:nvContentPartPr>
              <p14:xfrm>
                <a:off x="9452302" y="6065816"/>
                <a:ext cx="46800" cy="889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6AC0CA5A-26D8-80A7-6203-BD5FCAAD1FAB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9443302" y="6056816"/>
                  <a:ext cx="644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948F5144-2F3C-8653-18A4-0B15A2ADFAAE}"/>
                    </a:ext>
                  </a:extLst>
                </p14:cNvPr>
                <p14:cNvContentPartPr/>
                <p14:nvPr/>
              </p14:nvContentPartPr>
              <p14:xfrm>
                <a:off x="9462742" y="5985896"/>
                <a:ext cx="156960" cy="1904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948F5144-2F3C-8653-18A4-0B15A2ADFAAE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9454102" y="5977256"/>
                  <a:ext cx="1746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E31113EA-229C-1BDC-FFF0-D4ADAD9AD887}"/>
                    </a:ext>
                  </a:extLst>
                </p14:cNvPr>
                <p14:cNvContentPartPr/>
                <p14:nvPr/>
              </p14:nvContentPartPr>
              <p14:xfrm>
                <a:off x="8941822" y="6023336"/>
                <a:ext cx="78120" cy="16740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E31113EA-229C-1BDC-FFF0-D4ADAD9AD887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932822" y="6014336"/>
                  <a:ext cx="957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B28FC210-2D65-AFB7-AA7F-0D2FE4B8EAA3}"/>
                    </a:ext>
                  </a:extLst>
                </p14:cNvPr>
                <p14:cNvContentPartPr/>
                <p14:nvPr/>
              </p14:nvContentPartPr>
              <p14:xfrm>
                <a:off x="9745342" y="5996336"/>
                <a:ext cx="65880" cy="1501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B28FC210-2D65-AFB7-AA7F-0D2FE4B8EAA3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9736342" y="5987336"/>
                  <a:ext cx="835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96536AB2-16AA-2191-2F8C-70E1FD1C07E1}"/>
                    </a:ext>
                  </a:extLst>
                </p14:cNvPr>
                <p14:cNvContentPartPr/>
                <p14:nvPr/>
              </p14:nvContentPartPr>
              <p14:xfrm>
                <a:off x="9674062" y="5970056"/>
                <a:ext cx="187920" cy="230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96536AB2-16AA-2191-2F8C-70E1FD1C07E1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9665422" y="5961416"/>
                  <a:ext cx="2055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7D0CC884-D46B-38C4-33FE-57C6C4F9DABF}"/>
                    </a:ext>
                  </a:extLst>
                </p14:cNvPr>
                <p14:cNvContentPartPr/>
                <p14:nvPr/>
              </p14:nvContentPartPr>
              <p14:xfrm>
                <a:off x="10142782" y="5679896"/>
                <a:ext cx="27360" cy="1249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7D0CC884-D46B-38C4-33FE-57C6C4F9DABF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134142" y="5670896"/>
                  <a:ext cx="450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18254B6B-2445-7353-6F0D-FA1AA25CC653}"/>
                    </a:ext>
                  </a:extLst>
                </p14:cNvPr>
                <p14:cNvContentPartPr/>
                <p14:nvPr/>
              </p14:nvContentPartPr>
              <p14:xfrm>
                <a:off x="10185982" y="6001736"/>
                <a:ext cx="48240" cy="1299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18254B6B-2445-7353-6F0D-FA1AA25CC653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0176982" y="5993096"/>
                  <a:ext cx="658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FFA7501D-8A56-7EC4-89F9-86B4396A26CD}"/>
                    </a:ext>
                  </a:extLst>
                </p14:cNvPr>
                <p14:cNvContentPartPr/>
                <p14:nvPr/>
              </p14:nvContentPartPr>
              <p14:xfrm>
                <a:off x="10128022" y="5984816"/>
                <a:ext cx="143280" cy="248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FFA7501D-8A56-7EC4-89F9-86B4396A26CD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0119382" y="5975816"/>
                  <a:ext cx="16092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3F01C751-71B5-B6D9-6134-559F13D57776}"/>
              </a:ext>
            </a:extLst>
          </p:cNvPr>
          <p:cNvGrpSpPr/>
          <p:nvPr/>
        </p:nvGrpSpPr>
        <p:grpSpPr>
          <a:xfrm>
            <a:off x="7485622" y="3929216"/>
            <a:ext cx="3741480" cy="1291320"/>
            <a:chOff x="7485622" y="3929216"/>
            <a:chExt cx="3741480" cy="129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ABB2B102-F00C-0385-9508-23136BAB71EA}"/>
                    </a:ext>
                  </a:extLst>
                </p14:cNvPr>
                <p14:cNvContentPartPr/>
                <p14:nvPr/>
              </p14:nvContentPartPr>
              <p14:xfrm>
                <a:off x="7485622" y="4280936"/>
                <a:ext cx="3525840" cy="93960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ABB2B102-F00C-0385-9508-23136BAB71EA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7476622" y="4272296"/>
                  <a:ext cx="3543480" cy="9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61635CC0-61CC-313A-1825-4542A65FF3BA}"/>
                    </a:ext>
                  </a:extLst>
                </p14:cNvPr>
                <p14:cNvContentPartPr/>
                <p14:nvPr/>
              </p14:nvContentPartPr>
              <p14:xfrm>
                <a:off x="10977622" y="4253216"/>
                <a:ext cx="249480" cy="586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61635CC0-61CC-313A-1825-4542A65FF3BA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0968982" y="4244216"/>
                  <a:ext cx="2671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1CACF609-7B18-BA2B-5A66-C55AD1700003}"/>
                    </a:ext>
                  </a:extLst>
                </p14:cNvPr>
                <p14:cNvContentPartPr/>
                <p14:nvPr/>
              </p14:nvContentPartPr>
              <p14:xfrm>
                <a:off x="10882222" y="3929216"/>
                <a:ext cx="121680" cy="24948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1CACF609-7B18-BA2B-5A66-C55AD1700003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0873582" y="3920576"/>
                  <a:ext cx="139320" cy="26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38251CF8-37A7-E522-1FD6-2294CD7161CE}"/>
              </a:ext>
            </a:extLst>
          </p:cNvPr>
          <p:cNvGrpSpPr/>
          <p:nvPr/>
        </p:nvGrpSpPr>
        <p:grpSpPr>
          <a:xfrm>
            <a:off x="10626982" y="3439616"/>
            <a:ext cx="596520" cy="314640"/>
            <a:chOff x="10626982" y="3439616"/>
            <a:chExt cx="596520" cy="31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B0DCEA8F-AA16-DE5E-8E0C-660342838800}"/>
                    </a:ext>
                  </a:extLst>
                </p14:cNvPr>
                <p14:cNvContentPartPr/>
                <p14:nvPr/>
              </p14:nvContentPartPr>
              <p14:xfrm>
                <a:off x="10626982" y="3609536"/>
                <a:ext cx="151560" cy="12132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B0DCEA8F-AA16-DE5E-8E0C-660342838800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0618342" y="3600896"/>
                  <a:ext cx="1692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D600B6BC-AB33-3368-8797-2989F083E311}"/>
                    </a:ext>
                  </a:extLst>
                </p14:cNvPr>
                <p14:cNvContentPartPr/>
                <p14:nvPr/>
              </p14:nvContentPartPr>
              <p14:xfrm>
                <a:off x="10649302" y="3620336"/>
                <a:ext cx="116280" cy="11664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D600B6BC-AB33-3368-8797-2989F083E311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0640662" y="3611336"/>
                  <a:ext cx="1339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493C337F-CDD8-8784-34C8-C50B8BC1092C}"/>
                    </a:ext>
                  </a:extLst>
                </p14:cNvPr>
                <p14:cNvContentPartPr/>
                <p14:nvPr/>
              </p14:nvContentPartPr>
              <p14:xfrm>
                <a:off x="10881862" y="3459776"/>
                <a:ext cx="42120" cy="21420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493C337F-CDD8-8784-34C8-C50B8BC1092C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0873222" y="3450776"/>
                  <a:ext cx="597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41406A62-AFDA-2C15-52FC-4E43EDC4772F}"/>
                    </a:ext>
                  </a:extLst>
                </p14:cNvPr>
                <p14:cNvContentPartPr/>
                <p14:nvPr/>
              </p14:nvContentPartPr>
              <p14:xfrm>
                <a:off x="11049622" y="3482456"/>
                <a:ext cx="106920" cy="19692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41406A62-AFDA-2C15-52FC-4E43EDC4772F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1040622" y="3473816"/>
                  <a:ext cx="1245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0A416033-5690-FDF6-76F2-8A830E3C3FE6}"/>
                    </a:ext>
                  </a:extLst>
                </p14:cNvPr>
                <p14:cNvContentPartPr/>
                <p14:nvPr/>
              </p14:nvContentPartPr>
              <p14:xfrm>
                <a:off x="10993822" y="3577856"/>
                <a:ext cx="133200" cy="270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0A416033-5690-FDF6-76F2-8A830E3C3FE6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0985182" y="3568856"/>
                  <a:ext cx="1508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DE7B945F-AF73-E29E-EEEC-B0CB1C6F4015}"/>
                    </a:ext>
                  </a:extLst>
                </p14:cNvPr>
                <p14:cNvContentPartPr/>
                <p14:nvPr/>
              </p14:nvContentPartPr>
              <p14:xfrm>
                <a:off x="11121622" y="3439616"/>
                <a:ext cx="101880" cy="3146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DE7B945F-AF73-E29E-EEEC-B0CB1C6F4015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1112622" y="3430616"/>
                  <a:ext cx="119520" cy="33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0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985430A4-99C7-E9F8-8650-EC816EF4EA97}"/>
                  </a:ext>
                </a:extLst>
              </p14:cNvPr>
              <p14:cNvContentPartPr/>
              <p14:nvPr/>
            </p14:nvContentPartPr>
            <p14:xfrm>
              <a:off x="8060542" y="3871976"/>
              <a:ext cx="176400" cy="177840"/>
            </p14:xfrm>
          </p:contentPart>
        </mc:Choice>
        <mc:Fallback xmlns=""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985430A4-99C7-E9F8-8650-EC816EF4EA97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8051542" y="3862976"/>
                <a:ext cx="194040" cy="19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3" name="Group 282">
            <a:extLst>
              <a:ext uri="{FF2B5EF4-FFF2-40B4-BE49-F238E27FC236}">
                <a16:creationId xmlns:a16="http://schemas.microsoft.com/office/drawing/2014/main" id="{6214BE12-BB5E-50C2-2707-9F53239D45E6}"/>
              </a:ext>
            </a:extLst>
          </p:cNvPr>
          <p:cNvGrpSpPr/>
          <p:nvPr/>
        </p:nvGrpSpPr>
        <p:grpSpPr>
          <a:xfrm>
            <a:off x="8670742" y="4263656"/>
            <a:ext cx="1070280" cy="386280"/>
            <a:chOff x="8670742" y="4263656"/>
            <a:chExt cx="1070280" cy="38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E1B3E8DA-82A1-920E-4CD4-F7BBD693F976}"/>
                    </a:ext>
                  </a:extLst>
                </p14:cNvPr>
                <p14:cNvContentPartPr/>
                <p14:nvPr/>
              </p14:nvContentPartPr>
              <p14:xfrm>
                <a:off x="8670742" y="4518176"/>
                <a:ext cx="145800" cy="9180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E1B3E8DA-82A1-920E-4CD4-F7BBD693F976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8661742" y="4509176"/>
                  <a:ext cx="1634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6A6FB06F-66F3-99D5-703C-1B45B32CF389}"/>
                    </a:ext>
                  </a:extLst>
                </p14:cNvPr>
                <p14:cNvContentPartPr/>
                <p14:nvPr/>
              </p14:nvContentPartPr>
              <p14:xfrm>
                <a:off x="8733382" y="4534736"/>
                <a:ext cx="59760" cy="986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6A6FB06F-66F3-99D5-703C-1B45B32CF389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8724742" y="4525736"/>
                  <a:ext cx="77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28105E52-22D5-9507-AF62-B09DE968B56A}"/>
                    </a:ext>
                  </a:extLst>
                </p14:cNvPr>
                <p14:cNvContentPartPr/>
                <p14:nvPr/>
              </p14:nvContentPartPr>
              <p14:xfrm>
                <a:off x="8898982" y="4396496"/>
                <a:ext cx="101520" cy="2534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28105E52-22D5-9507-AF62-B09DE968B56A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8889982" y="4387496"/>
                  <a:ext cx="1191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27BFB659-7002-3296-13B2-59245690848D}"/>
                    </a:ext>
                  </a:extLst>
                </p14:cNvPr>
                <p14:cNvContentPartPr/>
                <p14:nvPr/>
              </p14:nvContentPartPr>
              <p14:xfrm>
                <a:off x="9016342" y="4515296"/>
                <a:ext cx="122400" cy="5112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27BFB659-7002-3296-13B2-59245690848D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9007342" y="4506296"/>
                  <a:ext cx="1400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26879421-0F28-B33A-8CF1-099DF382DCAA}"/>
                    </a:ext>
                  </a:extLst>
                </p14:cNvPr>
                <p14:cNvContentPartPr/>
                <p14:nvPr/>
              </p14:nvContentPartPr>
              <p14:xfrm>
                <a:off x="9170422" y="4503416"/>
                <a:ext cx="101520" cy="154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26879421-0F28-B33A-8CF1-099DF382DCAA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9161422" y="4494776"/>
                  <a:ext cx="1191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EC7A49DC-00C9-E2AA-010A-E9CBEAAB3A1F}"/>
                    </a:ext>
                  </a:extLst>
                </p14:cNvPr>
                <p14:cNvContentPartPr/>
                <p14:nvPr/>
              </p14:nvContentPartPr>
              <p14:xfrm>
                <a:off x="9329902" y="4460216"/>
                <a:ext cx="42840" cy="9180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EC7A49DC-00C9-E2AA-010A-E9CBEAAB3A1F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9320902" y="4451216"/>
                  <a:ext cx="604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D62D5F39-5530-46EC-C9BB-0FE497F6D89D}"/>
                    </a:ext>
                  </a:extLst>
                </p14:cNvPr>
                <p14:cNvContentPartPr/>
                <p14:nvPr/>
              </p14:nvContentPartPr>
              <p14:xfrm>
                <a:off x="9377782" y="4375256"/>
                <a:ext cx="88200" cy="1875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D62D5F39-5530-46EC-C9BB-0FE497F6D89D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9368782" y="4366256"/>
                  <a:ext cx="1058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04F1E908-372D-4F19-C9AA-4BACBA90DBFA}"/>
                    </a:ext>
                  </a:extLst>
                </p14:cNvPr>
                <p14:cNvContentPartPr/>
                <p14:nvPr/>
              </p14:nvContentPartPr>
              <p14:xfrm>
                <a:off x="8999062" y="4476056"/>
                <a:ext cx="24120" cy="1004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04F1E908-372D-4F19-C9AA-4BACBA90DBFA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990062" y="4467416"/>
                  <a:ext cx="417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17530FD3-D05E-7017-C569-267EF6C7648E}"/>
                    </a:ext>
                  </a:extLst>
                </p14:cNvPr>
                <p14:cNvContentPartPr/>
                <p14:nvPr/>
              </p14:nvContentPartPr>
              <p14:xfrm>
                <a:off x="9563902" y="4417736"/>
                <a:ext cx="23040" cy="9180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17530FD3-D05E-7017-C569-267EF6C7648E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9554902" y="4408736"/>
                  <a:ext cx="406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7DA6BA11-7773-5654-A91C-C34C4A9BFB38}"/>
                    </a:ext>
                  </a:extLst>
                </p14:cNvPr>
                <p14:cNvContentPartPr/>
                <p14:nvPr/>
              </p14:nvContentPartPr>
              <p14:xfrm>
                <a:off x="9467062" y="4393976"/>
                <a:ext cx="139680" cy="1980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7DA6BA11-7773-5654-A91C-C34C4A9BFB38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9458062" y="4385336"/>
                  <a:ext cx="1573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422DA4FD-EEC9-5812-5D64-C71D0566D510}"/>
                    </a:ext>
                  </a:extLst>
                </p14:cNvPr>
                <p14:cNvContentPartPr/>
                <p14:nvPr/>
              </p14:nvContentPartPr>
              <p14:xfrm>
                <a:off x="9616822" y="4263656"/>
                <a:ext cx="124200" cy="28080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422DA4FD-EEC9-5812-5D64-C71D0566D510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9608182" y="4254656"/>
                  <a:ext cx="1418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8B52E035-060E-6D22-639A-4DC9096B8EB1}"/>
                    </a:ext>
                  </a:extLst>
                </p14:cNvPr>
                <p14:cNvContentPartPr/>
                <p14:nvPr/>
              </p14:nvContentPartPr>
              <p14:xfrm>
                <a:off x="8989342" y="4424216"/>
                <a:ext cx="79560" cy="17424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8B52E035-060E-6D22-639A-4DC9096B8EB1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980342" y="4415216"/>
                  <a:ext cx="97200" cy="19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6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DF6C13DF-0571-DD36-67CF-982DC4A689E6}"/>
                  </a:ext>
                </a:extLst>
              </p14:cNvPr>
              <p14:cNvContentPartPr/>
              <p14:nvPr/>
            </p14:nvContentPartPr>
            <p14:xfrm>
              <a:off x="10060702" y="4247816"/>
              <a:ext cx="50040" cy="47304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DF6C13DF-0571-DD36-67CF-982DC4A689E6}"/>
                  </a:ext>
                </a:extLst>
              </p:cNvPr>
              <p:cNvPicPr/>
              <p:nvPr/>
            </p:nvPicPr>
            <p:blipFill>
              <a:blip r:embed="rId467"/>
              <a:stretch>
                <a:fillRect/>
              </a:stretch>
            </p:blipFill>
            <p:spPr>
              <a:xfrm>
                <a:off x="10051702" y="4239176"/>
                <a:ext cx="67680" cy="49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2" name="Group 291">
            <a:extLst>
              <a:ext uri="{FF2B5EF4-FFF2-40B4-BE49-F238E27FC236}">
                <a16:creationId xmlns:a16="http://schemas.microsoft.com/office/drawing/2014/main" id="{7F3528BB-F7AC-5DE3-C2F6-18CAF6337254}"/>
              </a:ext>
            </a:extLst>
          </p:cNvPr>
          <p:cNvGrpSpPr/>
          <p:nvPr/>
        </p:nvGrpSpPr>
        <p:grpSpPr>
          <a:xfrm>
            <a:off x="9468142" y="3588296"/>
            <a:ext cx="748080" cy="391320"/>
            <a:chOff x="9468142" y="3588296"/>
            <a:chExt cx="748080" cy="39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27101552-0243-4A11-C219-49FBB1EDF9E0}"/>
                    </a:ext>
                  </a:extLst>
                </p14:cNvPr>
                <p14:cNvContentPartPr/>
                <p14:nvPr/>
              </p14:nvContentPartPr>
              <p14:xfrm>
                <a:off x="9468142" y="3806096"/>
                <a:ext cx="142920" cy="957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27101552-0243-4A11-C219-49FBB1EDF9E0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9459142" y="3797456"/>
                  <a:ext cx="1605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D3282AB7-6DA1-A19B-646E-6C0A7A50BA34}"/>
                    </a:ext>
                  </a:extLst>
                </p14:cNvPr>
                <p14:cNvContentPartPr/>
                <p14:nvPr/>
              </p14:nvContentPartPr>
              <p14:xfrm>
                <a:off x="9525382" y="3795656"/>
                <a:ext cx="60120" cy="9648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D3282AB7-6DA1-A19B-646E-6C0A7A50BA34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9516382" y="3786656"/>
                  <a:ext cx="777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6E240C69-53B9-D406-3531-F05E5F050D8A}"/>
                    </a:ext>
                  </a:extLst>
                </p14:cNvPr>
                <p14:cNvContentPartPr/>
                <p14:nvPr/>
              </p14:nvContentPartPr>
              <p14:xfrm>
                <a:off x="9663622" y="3662816"/>
                <a:ext cx="60120" cy="2116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6E240C69-53B9-D406-3531-F05E5F050D8A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9654982" y="3653816"/>
                  <a:ext cx="777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1E32509C-BE58-A3A9-1655-B2666A923EF5}"/>
                    </a:ext>
                  </a:extLst>
                </p14:cNvPr>
                <p14:cNvContentPartPr/>
                <p14:nvPr/>
              </p14:nvContentPartPr>
              <p14:xfrm>
                <a:off x="9744982" y="3774416"/>
                <a:ext cx="131400" cy="7488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1E32509C-BE58-A3A9-1655-B2666A923EF5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9735982" y="3765416"/>
                  <a:ext cx="1490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408E74F8-B75D-1072-C2D4-22767BBEB0E3}"/>
                    </a:ext>
                  </a:extLst>
                </p14:cNvPr>
                <p14:cNvContentPartPr/>
                <p14:nvPr/>
              </p14:nvContentPartPr>
              <p14:xfrm>
                <a:off x="9946582" y="3715736"/>
                <a:ext cx="37080" cy="1062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408E74F8-B75D-1072-C2D4-22767BBEB0E3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9937582" y="3707096"/>
                  <a:ext cx="547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555D277C-FE2C-45C3-F7C7-1CD06BE8CC2E}"/>
                    </a:ext>
                  </a:extLst>
                </p14:cNvPr>
                <p14:cNvContentPartPr/>
                <p14:nvPr/>
              </p14:nvContentPartPr>
              <p14:xfrm>
                <a:off x="9820582" y="3680816"/>
                <a:ext cx="195480" cy="2016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555D277C-FE2C-45C3-F7C7-1CD06BE8CC2E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9811582" y="3671816"/>
                  <a:ext cx="2131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7F0E7989-2667-12E7-8BA6-E7E4BAAB8F1B}"/>
                    </a:ext>
                  </a:extLst>
                </p14:cNvPr>
                <p14:cNvContentPartPr/>
                <p14:nvPr/>
              </p14:nvContentPartPr>
              <p14:xfrm>
                <a:off x="10010302" y="3588296"/>
                <a:ext cx="205920" cy="39132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7F0E7989-2667-12E7-8BA6-E7E4BAAB8F1B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0001662" y="3579656"/>
                  <a:ext cx="223560" cy="40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703781D9-8D9D-6662-1BB2-D81D8D56C94D}"/>
              </a:ext>
            </a:extLst>
          </p:cNvPr>
          <p:cNvGrpSpPr/>
          <p:nvPr/>
        </p:nvGrpSpPr>
        <p:grpSpPr>
          <a:xfrm>
            <a:off x="7176382" y="5071496"/>
            <a:ext cx="2211480" cy="669960"/>
            <a:chOff x="7176382" y="5071496"/>
            <a:chExt cx="2211480" cy="66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B4EB0C0A-498B-27F7-3CF6-411D1C8D979B}"/>
                    </a:ext>
                  </a:extLst>
                </p14:cNvPr>
                <p14:cNvContentPartPr/>
                <p14:nvPr/>
              </p14:nvContentPartPr>
              <p14:xfrm>
                <a:off x="9010942" y="5268416"/>
                <a:ext cx="376920" cy="43596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B4EB0C0A-498B-27F7-3CF6-411D1C8D979B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001942" y="5259416"/>
                  <a:ext cx="39456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F7BC2A9F-F6DA-B414-454D-65E295833D0A}"/>
                    </a:ext>
                  </a:extLst>
                </p14:cNvPr>
                <p14:cNvContentPartPr/>
                <p14:nvPr/>
              </p14:nvContentPartPr>
              <p14:xfrm>
                <a:off x="8798182" y="5310896"/>
                <a:ext cx="334080" cy="33660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F7BC2A9F-F6DA-B414-454D-65E295833D0A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8789542" y="5301896"/>
                  <a:ext cx="35172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97135A44-801C-103D-0BB3-3E54AFE6F42D}"/>
                    </a:ext>
                  </a:extLst>
                </p14:cNvPr>
                <p14:cNvContentPartPr/>
                <p14:nvPr/>
              </p14:nvContentPartPr>
              <p14:xfrm>
                <a:off x="8569582" y="5284256"/>
                <a:ext cx="432360" cy="4572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97135A44-801C-103D-0BB3-3E54AFE6F42D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8560942" y="5275256"/>
                  <a:ext cx="45000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B860FE38-E33C-3C8B-125D-F28B0A485585}"/>
                    </a:ext>
                  </a:extLst>
                </p14:cNvPr>
                <p14:cNvContentPartPr/>
                <p14:nvPr/>
              </p14:nvContentPartPr>
              <p14:xfrm>
                <a:off x="8303902" y="5220536"/>
                <a:ext cx="430560" cy="47268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B860FE38-E33C-3C8B-125D-F28B0A485585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8294902" y="5211536"/>
                  <a:ext cx="44820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6092E686-D4B8-9C5B-0DE1-51495DD2B4AB}"/>
                    </a:ext>
                  </a:extLst>
                </p14:cNvPr>
                <p14:cNvContentPartPr/>
                <p14:nvPr/>
              </p14:nvContentPartPr>
              <p14:xfrm>
                <a:off x="8218942" y="5342576"/>
                <a:ext cx="295560" cy="35424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6092E686-D4B8-9C5B-0DE1-51495DD2B4AB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8209942" y="5333936"/>
                  <a:ext cx="31320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112FE358-A55A-E9FB-5E7A-774CCE3AF08E}"/>
                    </a:ext>
                  </a:extLst>
                </p14:cNvPr>
                <p14:cNvContentPartPr/>
                <p14:nvPr/>
              </p14:nvContentPartPr>
              <p14:xfrm>
                <a:off x="7782982" y="5119376"/>
                <a:ext cx="451800" cy="55908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112FE358-A55A-E9FB-5E7A-774CCE3AF08E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7773982" y="5110736"/>
                  <a:ext cx="46944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28C33DD0-5D5F-5859-F896-CC42276E1B35}"/>
                    </a:ext>
                  </a:extLst>
                </p14:cNvPr>
                <p14:cNvContentPartPr/>
                <p14:nvPr/>
              </p14:nvContentPartPr>
              <p14:xfrm>
                <a:off x="7665982" y="5071496"/>
                <a:ext cx="328320" cy="54252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28C33DD0-5D5F-5859-F896-CC42276E1B35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7656982" y="5062856"/>
                  <a:ext cx="345960" cy="56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6BE0BE90-8212-8186-A6DD-7B256A319593}"/>
                    </a:ext>
                  </a:extLst>
                </p14:cNvPr>
                <p14:cNvContentPartPr/>
                <p14:nvPr/>
              </p14:nvContentPartPr>
              <p14:xfrm>
                <a:off x="7176382" y="5289296"/>
                <a:ext cx="1149120" cy="13320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6BE0BE90-8212-8186-A6DD-7B256A319593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7167382" y="5280656"/>
                  <a:ext cx="11667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D82BEBF8-330F-99EB-2F0E-E2DC664B1682}"/>
                    </a:ext>
                  </a:extLst>
                </p14:cNvPr>
                <p14:cNvContentPartPr/>
                <p14:nvPr/>
              </p14:nvContentPartPr>
              <p14:xfrm>
                <a:off x="8292022" y="5324216"/>
                <a:ext cx="97560" cy="9972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D82BEBF8-330F-99EB-2F0E-E2DC664B1682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8283382" y="5315216"/>
                  <a:ext cx="115200" cy="11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6BE95FC1-DEAE-8DE7-6AE2-8C25DA4548A9}"/>
              </a:ext>
            </a:extLst>
          </p:cNvPr>
          <p:cNvGrpSpPr/>
          <p:nvPr/>
        </p:nvGrpSpPr>
        <p:grpSpPr>
          <a:xfrm>
            <a:off x="6175582" y="4747136"/>
            <a:ext cx="1134720" cy="588240"/>
            <a:chOff x="6175582" y="4747136"/>
            <a:chExt cx="1134720" cy="58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811F1A5A-6844-B621-608C-B362C2A3A079}"/>
                    </a:ext>
                  </a:extLst>
                </p14:cNvPr>
                <p14:cNvContentPartPr/>
                <p14:nvPr/>
              </p14:nvContentPartPr>
              <p14:xfrm>
                <a:off x="6175582" y="5012816"/>
                <a:ext cx="196200" cy="32256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811F1A5A-6844-B621-608C-B362C2A3A079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6166942" y="5003816"/>
                  <a:ext cx="21384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ED695694-D4BB-1151-7D89-31CE60368289}"/>
                    </a:ext>
                  </a:extLst>
                </p14:cNvPr>
                <p14:cNvContentPartPr/>
                <p14:nvPr/>
              </p14:nvContentPartPr>
              <p14:xfrm>
                <a:off x="6389422" y="4844336"/>
                <a:ext cx="107280" cy="28620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ED695694-D4BB-1151-7D89-31CE60368289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6380782" y="4835696"/>
                  <a:ext cx="12492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D9567913-B6F7-0206-AF03-273E53FB4283}"/>
                    </a:ext>
                  </a:extLst>
                </p14:cNvPr>
                <p14:cNvContentPartPr/>
                <p14:nvPr/>
              </p14:nvContentPartPr>
              <p14:xfrm>
                <a:off x="6511822" y="4944056"/>
                <a:ext cx="102240" cy="7848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D9567913-B6F7-0206-AF03-273E53FB4283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6502822" y="4935056"/>
                  <a:ext cx="1198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5C53D968-13DD-FE25-E08E-2330794945F2}"/>
                    </a:ext>
                  </a:extLst>
                </p14:cNvPr>
                <p14:cNvContentPartPr/>
                <p14:nvPr/>
              </p14:nvContentPartPr>
              <p14:xfrm>
                <a:off x="6622702" y="4944056"/>
                <a:ext cx="109800" cy="2268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5C53D968-13DD-FE25-E08E-2330794945F2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6613702" y="4935056"/>
                  <a:ext cx="1274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94659E9B-BC0D-48AF-DC66-8D18765FF196}"/>
                    </a:ext>
                  </a:extLst>
                </p14:cNvPr>
                <p14:cNvContentPartPr/>
                <p14:nvPr/>
              </p14:nvContentPartPr>
              <p14:xfrm>
                <a:off x="6815302" y="4890776"/>
                <a:ext cx="61560" cy="11376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94659E9B-BC0D-48AF-DC66-8D18765FF196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6806302" y="4882136"/>
                  <a:ext cx="792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8BC7EBE0-296A-A6FF-78B3-7D287B8317F6}"/>
                    </a:ext>
                  </a:extLst>
                </p14:cNvPr>
                <p14:cNvContentPartPr/>
                <p14:nvPr/>
              </p14:nvContentPartPr>
              <p14:xfrm>
                <a:off x="6889822" y="4848296"/>
                <a:ext cx="117360" cy="19152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8BC7EBE0-296A-A6FF-78B3-7D287B8317F6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6880822" y="4839296"/>
                  <a:ext cx="1350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9DB05DE4-769F-DD42-0242-780BBC607A2C}"/>
                    </a:ext>
                  </a:extLst>
                </p14:cNvPr>
                <p14:cNvContentPartPr/>
                <p14:nvPr/>
              </p14:nvContentPartPr>
              <p14:xfrm>
                <a:off x="6447382" y="4895456"/>
                <a:ext cx="57600" cy="14688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9DB05DE4-769F-DD42-0242-780BBC607A2C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6438742" y="4886816"/>
                  <a:ext cx="752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53043AEC-49E0-C33D-7411-EC31586BAA65}"/>
                    </a:ext>
                  </a:extLst>
                </p14:cNvPr>
                <p14:cNvContentPartPr/>
                <p14:nvPr/>
              </p14:nvContentPartPr>
              <p14:xfrm>
                <a:off x="7054702" y="4864136"/>
                <a:ext cx="51120" cy="11628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53043AEC-49E0-C33D-7411-EC31586BAA65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7045702" y="4855496"/>
                  <a:ext cx="687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6A4A814F-4A7E-0641-4978-E6D56576275F}"/>
                    </a:ext>
                  </a:extLst>
                </p14:cNvPr>
                <p14:cNvContentPartPr/>
                <p14:nvPr/>
              </p14:nvContentPartPr>
              <p14:xfrm>
                <a:off x="6930142" y="4841456"/>
                <a:ext cx="193680" cy="3852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6A4A814F-4A7E-0641-4978-E6D56576275F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6921502" y="4832816"/>
                  <a:ext cx="2113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EC084FE1-D1F0-36E8-1E1A-0AF030EE0EF4}"/>
                    </a:ext>
                  </a:extLst>
                </p14:cNvPr>
                <p14:cNvContentPartPr/>
                <p14:nvPr/>
              </p14:nvContentPartPr>
              <p14:xfrm>
                <a:off x="7086382" y="4747136"/>
                <a:ext cx="223920" cy="37512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EC084FE1-D1F0-36E8-1E1A-0AF030EE0EF4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7077742" y="4738496"/>
                  <a:ext cx="241560" cy="39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565DB531-DD33-435E-1E82-9E74111A33EB}"/>
              </a:ext>
            </a:extLst>
          </p:cNvPr>
          <p:cNvGrpSpPr/>
          <p:nvPr/>
        </p:nvGrpSpPr>
        <p:grpSpPr>
          <a:xfrm>
            <a:off x="9112822" y="4836056"/>
            <a:ext cx="1946520" cy="963720"/>
            <a:chOff x="9112822" y="4836056"/>
            <a:chExt cx="1946520" cy="96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C21C5392-F6BE-0590-84ED-976230048F35}"/>
                    </a:ext>
                  </a:extLst>
                </p14:cNvPr>
                <p14:cNvContentPartPr/>
                <p14:nvPr/>
              </p14:nvContentPartPr>
              <p14:xfrm>
                <a:off x="10100662" y="4850096"/>
                <a:ext cx="95400" cy="83628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C21C5392-F6BE-0590-84ED-976230048F35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10091662" y="4841456"/>
                  <a:ext cx="113040" cy="85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8F22E3F1-89A5-E52F-F90E-66DE5A1869D0}"/>
                    </a:ext>
                  </a:extLst>
                </p14:cNvPr>
                <p14:cNvContentPartPr/>
                <p14:nvPr/>
              </p14:nvContentPartPr>
              <p14:xfrm>
                <a:off x="9377422" y="5135936"/>
                <a:ext cx="65160" cy="6638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8F22E3F1-89A5-E52F-F90E-66DE5A1869D0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9368782" y="5127296"/>
                  <a:ext cx="82800" cy="68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C8C5AA62-7E25-9D25-B613-1C3EE9A7CB4B}"/>
                    </a:ext>
                  </a:extLst>
                </p14:cNvPr>
                <p14:cNvContentPartPr/>
                <p14:nvPr/>
              </p14:nvContentPartPr>
              <p14:xfrm>
                <a:off x="9112822" y="4836056"/>
                <a:ext cx="228240" cy="2253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C8C5AA62-7E25-9D25-B613-1C3EE9A7CB4B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9103822" y="4827056"/>
                  <a:ext cx="2458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F88A2424-47D6-ADE6-B88F-761452ECBB1E}"/>
                    </a:ext>
                  </a:extLst>
                </p14:cNvPr>
                <p14:cNvContentPartPr/>
                <p14:nvPr/>
              </p14:nvContentPartPr>
              <p14:xfrm>
                <a:off x="9936142" y="5507456"/>
                <a:ext cx="181080" cy="21816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F88A2424-47D6-ADE6-B88F-761452ECBB1E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9927142" y="5498816"/>
                  <a:ext cx="1987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9866DA4C-6610-144B-2BA5-C24044198F36}"/>
                    </a:ext>
                  </a:extLst>
                </p14:cNvPr>
                <p14:cNvContentPartPr/>
                <p14:nvPr/>
              </p14:nvContentPartPr>
              <p14:xfrm>
                <a:off x="9727702" y="5310896"/>
                <a:ext cx="415800" cy="41472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9866DA4C-6610-144B-2BA5-C24044198F36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9719062" y="5301896"/>
                  <a:ext cx="43344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F04A095D-E04D-D115-1AC7-C2671B47E10E}"/>
                    </a:ext>
                  </a:extLst>
                </p14:cNvPr>
                <p14:cNvContentPartPr/>
                <p14:nvPr/>
              </p14:nvContentPartPr>
              <p14:xfrm>
                <a:off x="9536182" y="5178056"/>
                <a:ext cx="549000" cy="58752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F04A095D-E04D-D115-1AC7-C2671B47E10E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9527542" y="5169056"/>
                  <a:ext cx="566640" cy="60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8CCA47E1-1C16-0CF5-F89C-6E69AB12A49B}"/>
                    </a:ext>
                  </a:extLst>
                </p14:cNvPr>
                <p14:cNvContentPartPr/>
                <p14:nvPr/>
              </p14:nvContentPartPr>
              <p14:xfrm>
                <a:off x="9559222" y="5055656"/>
                <a:ext cx="515160" cy="5043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8CCA47E1-1C16-0CF5-F89C-6E69AB12A49B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9550582" y="5046656"/>
                  <a:ext cx="532800" cy="5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1CDF3A45-54E7-B82D-0EBD-4A00CBA39AB6}"/>
                    </a:ext>
                  </a:extLst>
                </p14:cNvPr>
                <p14:cNvContentPartPr/>
                <p14:nvPr/>
              </p14:nvContentPartPr>
              <p14:xfrm>
                <a:off x="9592342" y="4986536"/>
                <a:ext cx="354600" cy="35820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1CDF3A45-54E7-B82D-0EBD-4A00CBA39AB6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9583702" y="4977536"/>
                  <a:ext cx="37224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E3DC3A00-8142-712C-E60B-9DA79B6EA9F5}"/>
                    </a:ext>
                  </a:extLst>
                </p14:cNvPr>
                <p14:cNvContentPartPr/>
                <p14:nvPr/>
              </p14:nvContentPartPr>
              <p14:xfrm>
                <a:off x="9501622" y="5076896"/>
                <a:ext cx="190080" cy="20880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E3DC3A00-8142-712C-E60B-9DA79B6EA9F5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9492982" y="5067896"/>
                  <a:ext cx="2077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1BD5D341-FFF7-16EC-DCDF-1093BE96DC19}"/>
                    </a:ext>
                  </a:extLst>
                </p14:cNvPr>
                <p14:cNvContentPartPr/>
                <p14:nvPr/>
              </p14:nvContentPartPr>
              <p14:xfrm>
                <a:off x="9760462" y="5150696"/>
                <a:ext cx="862560" cy="27216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1BD5D341-FFF7-16EC-DCDF-1093BE96DC19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9751822" y="5141696"/>
                  <a:ext cx="88020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CCF67094-3A91-7162-D668-1F39EF408082}"/>
                    </a:ext>
                  </a:extLst>
                </p14:cNvPr>
                <p14:cNvContentPartPr/>
                <p14:nvPr/>
              </p14:nvContentPartPr>
              <p14:xfrm>
                <a:off x="9702862" y="5311616"/>
                <a:ext cx="122400" cy="9504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CCF67094-3A91-7162-D668-1F39EF408082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9693862" y="5302976"/>
                  <a:ext cx="1400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44C19486-6CDE-CB01-0C37-9FC71B7FDE26}"/>
                    </a:ext>
                  </a:extLst>
                </p14:cNvPr>
                <p14:cNvContentPartPr/>
                <p14:nvPr/>
              </p14:nvContentPartPr>
              <p14:xfrm>
                <a:off x="10839742" y="4900136"/>
                <a:ext cx="219600" cy="25632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44C19486-6CDE-CB01-0C37-9FC71B7FDE26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10830742" y="4891136"/>
                  <a:ext cx="237240" cy="27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EE2B039B-BC86-B370-7258-197A4E6D33F5}"/>
              </a:ext>
            </a:extLst>
          </p:cNvPr>
          <p:cNvGrpSpPr/>
          <p:nvPr/>
        </p:nvGrpSpPr>
        <p:grpSpPr>
          <a:xfrm>
            <a:off x="797182" y="3974216"/>
            <a:ext cx="469800" cy="237960"/>
            <a:chOff x="797182" y="3974216"/>
            <a:chExt cx="469800" cy="23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BC02C59F-19F7-0070-8E0C-0444EFC3892D}"/>
                    </a:ext>
                  </a:extLst>
                </p14:cNvPr>
                <p14:cNvContentPartPr/>
                <p14:nvPr/>
              </p14:nvContentPartPr>
              <p14:xfrm>
                <a:off x="797182" y="3974216"/>
                <a:ext cx="207720" cy="2379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BC02C59F-19F7-0070-8E0C-0444EFC3892D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788542" y="3965576"/>
                  <a:ext cx="2253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05B8F064-7C52-7246-B50A-F44F34C49D03}"/>
                    </a:ext>
                  </a:extLst>
                </p14:cNvPr>
                <p14:cNvContentPartPr/>
                <p14:nvPr/>
              </p14:nvContentPartPr>
              <p14:xfrm>
                <a:off x="1137382" y="4120016"/>
                <a:ext cx="111960" cy="3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05B8F064-7C52-7246-B50A-F44F34C49D03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1128742" y="4111016"/>
                  <a:ext cx="129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909BC755-D7B6-B639-AC84-769EA07BBEF1}"/>
                    </a:ext>
                  </a:extLst>
                </p14:cNvPr>
                <p14:cNvContentPartPr/>
                <p14:nvPr/>
              </p14:nvContentPartPr>
              <p14:xfrm>
                <a:off x="1101022" y="4041536"/>
                <a:ext cx="106200" cy="2052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909BC755-D7B6-B639-AC84-769EA07BBEF1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1092022" y="4032536"/>
                  <a:ext cx="1238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6A9EE3A7-7B77-F8BB-5F61-F487CD6B55D7}"/>
                    </a:ext>
                  </a:extLst>
                </p14:cNvPr>
                <p14:cNvContentPartPr/>
                <p14:nvPr/>
              </p14:nvContentPartPr>
              <p14:xfrm>
                <a:off x="1068622" y="4114256"/>
                <a:ext cx="198360" cy="5364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6A9EE3A7-7B77-F8BB-5F61-F487CD6B55D7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1059622" y="4105616"/>
                  <a:ext cx="2160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D6CFDF11-DAEB-4CB9-6A18-BA99BD6C033D}"/>
                    </a:ext>
                  </a:extLst>
                </p14:cNvPr>
                <p14:cNvContentPartPr/>
                <p14:nvPr/>
              </p14:nvContentPartPr>
              <p14:xfrm>
                <a:off x="1050982" y="4053776"/>
                <a:ext cx="203760" cy="5076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D6CFDF11-DAEB-4CB9-6A18-BA99BD6C033D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1041982" y="4044776"/>
                  <a:ext cx="221400" cy="6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6" name="Group 355">
            <a:extLst>
              <a:ext uri="{FF2B5EF4-FFF2-40B4-BE49-F238E27FC236}">
                <a16:creationId xmlns:a16="http://schemas.microsoft.com/office/drawing/2014/main" id="{4E01837F-806E-9F79-9CE7-00D2B2C97049}"/>
              </a:ext>
            </a:extLst>
          </p:cNvPr>
          <p:cNvGrpSpPr/>
          <p:nvPr/>
        </p:nvGrpSpPr>
        <p:grpSpPr>
          <a:xfrm>
            <a:off x="1674142" y="3678656"/>
            <a:ext cx="2515680" cy="334080"/>
            <a:chOff x="1674142" y="3678656"/>
            <a:chExt cx="2515680" cy="33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3591F5A3-3E6D-EEB7-B59E-EDFA524480FA}"/>
                    </a:ext>
                  </a:extLst>
                </p14:cNvPr>
                <p14:cNvContentPartPr/>
                <p14:nvPr/>
              </p14:nvContentPartPr>
              <p14:xfrm>
                <a:off x="1674142" y="3859016"/>
                <a:ext cx="146520" cy="1123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3591F5A3-3E6D-EEB7-B59E-EDFA524480FA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665142" y="3850376"/>
                  <a:ext cx="1641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A54E26C9-DD04-C0A6-12F8-F24974481D67}"/>
                    </a:ext>
                  </a:extLst>
                </p14:cNvPr>
                <p14:cNvContentPartPr/>
                <p14:nvPr/>
              </p14:nvContentPartPr>
              <p14:xfrm>
                <a:off x="1696822" y="3884216"/>
                <a:ext cx="95040" cy="8604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A54E26C9-DD04-C0A6-12F8-F24974481D67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687822" y="3875576"/>
                  <a:ext cx="1126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4C91F0E8-38B5-2AE0-1643-F153732E5062}"/>
                    </a:ext>
                  </a:extLst>
                </p14:cNvPr>
                <p14:cNvContentPartPr/>
                <p14:nvPr/>
              </p14:nvContentPartPr>
              <p14:xfrm>
                <a:off x="1896622" y="3746696"/>
                <a:ext cx="77040" cy="26604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4C91F0E8-38B5-2AE0-1643-F153732E5062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887982" y="3737696"/>
                  <a:ext cx="946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F8357FF6-2EF9-BAB9-52BF-6826AAC775A1}"/>
                    </a:ext>
                  </a:extLst>
                </p14:cNvPr>
                <p14:cNvContentPartPr/>
                <p14:nvPr/>
              </p14:nvContentPartPr>
              <p14:xfrm>
                <a:off x="2003902" y="3824456"/>
                <a:ext cx="48240" cy="14184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F8357FF6-2EF9-BAB9-52BF-6826AAC775A1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994902" y="3815816"/>
                  <a:ext cx="658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D3306CB2-7EB6-3A70-52C2-25F2F2A992AC}"/>
                    </a:ext>
                  </a:extLst>
                </p14:cNvPr>
                <p14:cNvContentPartPr/>
                <p14:nvPr/>
              </p14:nvContentPartPr>
              <p14:xfrm>
                <a:off x="2105422" y="3886016"/>
                <a:ext cx="105840" cy="6768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D3306CB2-7EB6-3A70-52C2-25F2F2A992AC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2096422" y="3877376"/>
                  <a:ext cx="1234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B43D0611-8C92-B6C6-364F-13F9DEE592E4}"/>
                    </a:ext>
                  </a:extLst>
                </p14:cNvPr>
                <p14:cNvContentPartPr/>
                <p14:nvPr/>
              </p14:nvContentPartPr>
              <p14:xfrm>
                <a:off x="2276062" y="3896456"/>
                <a:ext cx="105840" cy="1296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B43D0611-8C92-B6C6-364F-13F9DEE592E4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2267422" y="3887456"/>
                  <a:ext cx="1234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9026EE5B-F3BA-F8A8-BC74-FA6D59DBBC37}"/>
                    </a:ext>
                  </a:extLst>
                </p14:cNvPr>
                <p14:cNvContentPartPr/>
                <p14:nvPr/>
              </p14:nvContentPartPr>
              <p14:xfrm>
                <a:off x="2471902" y="3864776"/>
                <a:ext cx="43200" cy="9756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9026EE5B-F3BA-F8A8-BC74-FA6D59DBBC37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2462902" y="3855776"/>
                  <a:ext cx="608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D1A8915E-5A39-C282-B7B4-5D88B6966E9C}"/>
                    </a:ext>
                  </a:extLst>
                </p14:cNvPr>
                <p14:cNvContentPartPr/>
                <p14:nvPr/>
              </p14:nvContentPartPr>
              <p14:xfrm>
                <a:off x="2508982" y="3779816"/>
                <a:ext cx="133560" cy="19728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D1A8915E-5A39-C282-B7B4-5D88B6966E9C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2500342" y="3770816"/>
                  <a:ext cx="1512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4E3AAD66-FDC2-FB26-CAAC-C4DB6B2FA108}"/>
                    </a:ext>
                  </a:extLst>
                </p14:cNvPr>
                <p14:cNvContentPartPr/>
                <p14:nvPr/>
              </p14:nvContentPartPr>
              <p14:xfrm>
                <a:off x="2773582" y="3836696"/>
                <a:ext cx="28800" cy="10224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4E3AAD66-FDC2-FB26-CAAC-C4DB6B2FA108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2764942" y="3828056"/>
                  <a:ext cx="464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0870564B-8302-6F7C-1EAA-20D092290453}"/>
                    </a:ext>
                  </a:extLst>
                </p14:cNvPr>
                <p14:cNvContentPartPr/>
                <p14:nvPr/>
              </p14:nvContentPartPr>
              <p14:xfrm>
                <a:off x="2706262" y="3791696"/>
                <a:ext cx="186120" cy="3060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0870564B-8302-6F7C-1EAA-20D092290453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2697262" y="3783056"/>
                  <a:ext cx="2037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224809A8-1DC8-3B65-ACA6-5B6FE72A79D1}"/>
                    </a:ext>
                  </a:extLst>
                </p14:cNvPr>
                <p14:cNvContentPartPr/>
                <p14:nvPr/>
              </p14:nvContentPartPr>
              <p14:xfrm>
                <a:off x="2865382" y="3678656"/>
                <a:ext cx="155520" cy="32076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224809A8-1DC8-3B65-ACA6-5B6FE72A79D1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2856382" y="3670016"/>
                  <a:ext cx="17316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5196290B-2031-E535-89C1-EEF685CA1DF4}"/>
                    </a:ext>
                  </a:extLst>
                </p14:cNvPr>
                <p14:cNvContentPartPr/>
                <p14:nvPr/>
              </p14:nvContentPartPr>
              <p14:xfrm>
                <a:off x="3223942" y="3838136"/>
                <a:ext cx="30960" cy="11736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5196290B-2031-E535-89C1-EEF685CA1DF4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3214942" y="3829496"/>
                  <a:ext cx="486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EA1BAE80-0C48-5FF4-8AF4-15521EDE4C3A}"/>
                    </a:ext>
                  </a:extLst>
                </p14:cNvPr>
                <p14:cNvContentPartPr/>
                <p14:nvPr/>
              </p14:nvContentPartPr>
              <p14:xfrm>
                <a:off x="3158062" y="3901856"/>
                <a:ext cx="143640" cy="1548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EA1BAE80-0C48-5FF4-8AF4-15521EDE4C3A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3149422" y="3892856"/>
                  <a:ext cx="1612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21261A1D-40FA-A815-6B14-6D50949D6BF1}"/>
                    </a:ext>
                  </a:extLst>
                </p14:cNvPr>
                <p14:cNvContentPartPr/>
                <p14:nvPr/>
              </p14:nvContentPartPr>
              <p14:xfrm>
                <a:off x="3423382" y="3863696"/>
                <a:ext cx="159120" cy="9684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21261A1D-40FA-A815-6B14-6D50949D6BF1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3414742" y="3855056"/>
                  <a:ext cx="1767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67EE9F21-A2F8-4EE5-6A20-0F56119C1278}"/>
                    </a:ext>
                  </a:extLst>
                </p14:cNvPr>
                <p14:cNvContentPartPr/>
                <p14:nvPr/>
              </p14:nvContentPartPr>
              <p14:xfrm>
                <a:off x="3453262" y="3875216"/>
                <a:ext cx="103320" cy="8388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67EE9F21-A2F8-4EE5-6A20-0F56119C1278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3444622" y="3866576"/>
                  <a:ext cx="1209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0A42CB9C-08BB-4804-BE2D-CE49FF512AB2}"/>
                    </a:ext>
                  </a:extLst>
                </p14:cNvPr>
                <p14:cNvContentPartPr/>
                <p14:nvPr/>
              </p14:nvContentPartPr>
              <p14:xfrm>
                <a:off x="3646942" y="3774416"/>
                <a:ext cx="74520" cy="21672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0A42CB9C-08BB-4804-BE2D-CE49FF512AB2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3637942" y="3765416"/>
                  <a:ext cx="921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402E3CD1-E286-6985-009E-1962BC165D56}"/>
                    </a:ext>
                  </a:extLst>
                </p14:cNvPr>
                <p14:cNvContentPartPr/>
                <p14:nvPr/>
              </p14:nvContentPartPr>
              <p14:xfrm>
                <a:off x="3762862" y="3909056"/>
                <a:ext cx="122760" cy="7776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402E3CD1-E286-6985-009E-1962BC165D56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3754222" y="3900416"/>
                  <a:ext cx="1404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A9CF95FF-5348-F9AD-551F-0016968CD128}"/>
                    </a:ext>
                  </a:extLst>
                </p14:cNvPr>
                <p14:cNvContentPartPr/>
                <p14:nvPr/>
              </p14:nvContentPartPr>
              <p14:xfrm>
                <a:off x="3955102" y="3864776"/>
                <a:ext cx="51840" cy="11736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A9CF95FF-5348-F9AD-551F-0016968CD128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3946462" y="3855776"/>
                  <a:ext cx="694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13D35FDB-5C2E-7B2D-819E-1C1BD0186BFC}"/>
                    </a:ext>
                  </a:extLst>
                </p14:cNvPr>
                <p14:cNvContentPartPr/>
                <p14:nvPr/>
              </p14:nvContentPartPr>
              <p14:xfrm>
                <a:off x="3868342" y="3794936"/>
                <a:ext cx="193320" cy="3276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13D35FDB-5C2E-7B2D-819E-1C1BD0186BFC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3859702" y="3786296"/>
                  <a:ext cx="2109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C2F79306-77E8-D2DE-5B84-E70D38BD74A4}"/>
                    </a:ext>
                  </a:extLst>
                </p14:cNvPr>
                <p14:cNvContentPartPr/>
                <p14:nvPr/>
              </p14:nvContentPartPr>
              <p14:xfrm>
                <a:off x="4072102" y="3779816"/>
                <a:ext cx="117720" cy="23220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C2F79306-77E8-D2DE-5B84-E70D38BD74A4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4063102" y="3770816"/>
                  <a:ext cx="135360" cy="24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94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EDADB746-A7FD-5FF6-B609-9523CD8967EB}"/>
                  </a:ext>
                </a:extLst>
              </p14:cNvPr>
              <p14:cNvContentPartPr/>
              <p14:nvPr/>
            </p14:nvContentPartPr>
            <p14:xfrm>
              <a:off x="1776022" y="4130096"/>
              <a:ext cx="2317680" cy="28080"/>
            </p14:xfrm>
          </p:contentPart>
        </mc:Choice>
        <mc:Fallback xmlns=""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EDADB746-A7FD-5FF6-B609-9523CD8967EB}"/>
                  </a:ext>
                </a:extLst>
              </p:cNvPr>
              <p:cNvPicPr/>
              <p:nvPr/>
            </p:nvPicPr>
            <p:blipFill>
              <a:blip r:embed="rId595"/>
              <a:stretch>
                <a:fillRect/>
              </a:stretch>
            </p:blipFill>
            <p:spPr>
              <a:xfrm>
                <a:off x="1767022" y="4121456"/>
                <a:ext cx="23353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6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2E036E1F-9ACD-44E6-34A2-099F6E67AEEC}"/>
                  </a:ext>
                </a:extLst>
              </p14:cNvPr>
              <p14:cNvContentPartPr/>
              <p14:nvPr/>
            </p14:nvContentPartPr>
            <p14:xfrm>
              <a:off x="2539942" y="4368416"/>
              <a:ext cx="153720" cy="165600"/>
            </p14:xfrm>
          </p:contentPart>
        </mc:Choice>
        <mc:Fallback xmlns=""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2E036E1F-9ACD-44E6-34A2-099F6E67AEEC}"/>
                  </a:ext>
                </a:extLst>
              </p:cNvPr>
              <p:cNvPicPr/>
              <p:nvPr/>
            </p:nvPicPr>
            <p:blipFill>
              <a:blip r:embed="rId597"/>
              <a:stretch>
                <a:fillRect/>
              </a:stretch>
            </p:blipFill>
            <p:spPr>
              <a:xfrm>
                <a:off x="2530942" y="4359776"/>
                <a:ext cx="171360" cy="18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5" name="Group 364">
            <a:extLst>
              <a:ext uri="{FF2B5EF4-FFF2-40B4-BE49-F238E27FC236}">
                <a16:creationId xmlns:a16="http://schemas.microsoft.com/office/drawing/2014/main" id="{69AEB97F-E004-BDFA-EF57-F388BD8EB901}"/>
              </a:ext>
            </a:extLst>
          </p:cNvPr>
          <p:cNvGrpSpPr/>
          <p:nvPr/>
        </p:nvGrpSpPr>
        <p:grpSpPr>
          <a:xfrm>
            <a:off x="9023182" y="5362376"/>
            <a:ext cx="1901880" cy="258480"/>
            <a:chOff x="9023182" y="5362376"/>
            <a:chExt cx="190188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DBB2AC6D-41B9-EC91-2915-E51B537CFC37}"/>
                    </a:ext>
                  </a:extLst>
                </p14:cNvPr>
                <p14:cNvContentPartPr/>
                <p14:nvPr/>
              </p14:nvContentPartPr>
              <p14:xfrm>
                <a:off x="9023182" y="5485856"/>
                <a:ext cx="1535760" cy="5976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DBB2AC6D-41B9-EC91-2915-E51B537CFC37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9014542" y="5476856"/>
                  <a:ext cx="15534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642B4314-7783-006A-C5BE-E19C30A1BC1A}"/>
                    </a:ext>
                  </a:extLst>
                </p14:cNvPr>
                <p14:cNvContentPartPr/>
                <p14:nvPr/>
              </p14:nvContentPartPr>
              <p14:xfrm>
                <a:off x="9165382" y="5465336"/>
                <a:ext cx="210960" cy="15552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642B4314-7783-006A-C5BE-E19C30A1BC1A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9156382" y="5456336"/>
                  <a:ext cx="2286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6D22AE09-D50D-1927-A141-0F0FFC3EA647}"/>
                    </a:ext>
                  </a:extLst>
                </p14:cNvPr>
                <p14:cNvContentPartPr/>
                <p14:nvPr/>
              </p14:nvContentPartPr>
              <p14:xfrm>
                <a:off x="10183102" y="5417096"/>
                <a:ext cx="177840" cy="16560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6D22AE09-D50D-1927-A141-0F0FFC3EA647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10174102" y="5408456"/>
                  <a:ext cx="1954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28214746-F118-920D-0CF9-0A69211B7644}"/>
                    </a:ext>
                  </a:extLst>
                </p14:cNvPr>
                <p14:cNvContentPartPr/>
                <p14:nvPr/>
              </p14:nvContentPartPr>
              <p14:xfrm>
                <a:off x="10807702" y="5403416"/>
                <a:ext cx="32040" cy="14976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28214746-F118-920D-0CF9-0A69211B7644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10798702" y="5394776"/>
                  <a:ext cx="496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B0ED22F6-2BC6-7F88-3805-6B20BAD0E316}"/>
                    </a:ext>
                  </a:extLst>
                </p14:cNvPr>
                <p14:cNvContentPartPr/>
                <p14:nvPr/>
              </p14:nvContentPartPr>
              <p14:xfrm>
                <a:off x="10686382" y="5362376"/>
                <a:ext cx="238680" cy="3420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B0ED22F6-2BC6-7F88-3805-6B20BAD0E316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10677382" y="5353736"/>
                  <a:ext cx="25632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94C0F8F2-6CE6-D245-3466-829A45D255E4}"/>
              </a:ext>
            </a:extLst>
          </p:cNvPr>
          <p:cNvGrpSpPr/>
          <p:nvPr/>
        </p:nvGrpSpPr>
        <p:grpSpPr>
          <a:xfrm>
            <a:off x="4332742" y="4012736"/>
            <a:ext cx="420480" cy="215640"/>
            <a:chOff x="4332742" y="4012736"/>
            <a:chExt cx="420480" cy="21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CE8C7F14-471F-F3D2-71ED-9FB3A7AF8E2C}"/>
                    </a:ext>
                  </a:extLst>
                </p14:cNvPr>
                <p14:cNvContentPartPr/>
                <p14:nvPr/>
              </p14:nvContentPartPr>
              <p14:xfrm>
                <a:off x="4332742" y="4169336"/>
                <a:ext cx="35640" cy="1872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CE8C7F14-471F-F3D2-71ED-9FB3A7AF8E2C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4323742" y="4160696"/>
                  <a:ext cx="532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BF079E62-05CE-899E-08D2-C9C9B48F4A0C}"/>
                    </a:ext>
                  </a:extLst>
                </p14:cNvPr>
                <p14:cNvContentPartPr/>
                <p14:nvPr/>
              </p14:nvContentPartPr>
              <p14:xfrm>
                <a:off x="4598062" y="4044416"/>
                <a:ext cx="14760" cy="18396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BF079E62-05CE-899E-08D2-C9C9B48F4A0C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4589062" y="4035776"/>
                  <a:ext cx="324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B16C7A37-21E9-F59B-CABD-36E2B3B2EB83}"/>
                    </a:ext>
                  </a:extLst>
                </p14:cNvPr>
                <p14:cNvContentPartPr/>
                <p14:nvPr/>
              </p14:nvContentPartPr>
              <p14:xfrm>
                <a:off x="4450462" y="4012736"/>
                <a:ext cx="302760" cy="1152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B16C7A37-21E9-F59B-CABD-36E2B3B2EB83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4441462" y="4004096"/>
                  <a:ext cx="320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1DF6969F-3820-586E-23DA-CD210C0B5F53}"/>
                    </a:ext>
                  </a:extLst>
                </p14:cNvPr>
                <p14:cNvContentPartPr/>
                <p14:nvPr/>
              </p14:nvContentPartPr>
              <p14:xfrm>
                <a:off x="4593022" y="4060616"/>
                <a:ext cx="30600" cy="16740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1DF6969F-3820-586E-23DA-CD210C0B5F53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4584382" y="4051976"/>
                  <a:ext cx="48240" cy="18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3" name="Group 382">
            <a:extLst>
              <a:ext uri="{FF2B5EF4-FFF2-40B4-BE49-F238E27FC236}">
                <a16:creationId xmlns:a16="http://schemas.microsoft.com/office/drawing/2014/main" id="{4F6D6EE3-DD51-2A7F-0B11-832D486FB2BB}"/>
              </a:ext>
            </a:extLst>
          </p:cNvPr>
          <p:cNvGrpSpPr/>
          <p:nvPr/>
        </p:nvGrpSpPr>
        <p:grpSpPr>
          <a:xfrm>
            <a:off x="717262" y="4635536"/>
            <a:ext cx="1258920" cy="437400"/>
            <a:chOff x="717262" y="4635536"/>
            <a:chExt cx="1258920" cy="43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01B44091-327D-A7A7-4EF6-DC0C33D9484A}"/>
                    </a:ext>
                  </a:extLst>
                </p14:cNvPr>
                <p14:cNvContentPartPr/>
                <p14:nvPr/>
              </p14:nvContentPartPr>
              <p14:xfrm>
                <a:off x="717262" y="4802936"/>
                <a:ext cx="186480" cy="27000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01B44091-327D-A7A7-4EF6-DC0C33D9484A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708262" y="4794296"/>
                  <a:ext cx="20412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9A3D032F-649E-0536-EDAA-43ED9E38995A}"/>
                    </a:ext>
                  </a:extLst>
                </p14:cNvPr>
                <p14:cNvContentPartPr/>
                <p14:nvPr/>
              </p14:nvContentPartPr>
              <p14:xfrm>
                <a:off x="904102" y="4646336"/>
                <a:ext cx="73800" cy="23652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9A3D032F-649E-0536-EDAA-43ED9E38995A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895102" y="4637336"/>
                  <a:ext cx="914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DBECC131-E906-12A6-F14A-5392C2400B3E}"/>
                    </a:ext>
                  </a:extLst>
                </p14:cNvPr>
                <p14:cNvContentPartPr/>
                <p14:nvPr/>
              </p14:nvContentPartPr>
              <p14:xfrm>
                <a:off x="1031182" y="4779176"/>
                <a:ext cx="125640" cy="7092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DBECC131-E906-12A6-F14A-5392C2400B3E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1022182" y="4770176"/>
                  <a:ext cx="1432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D0756206-B806-E3CC-5EEB-CB3CA17CB9D4}"/>
                    </a:ext>
                  </a:extLst>
                </p14:cNvPr>
                <p14:cNvContentPartPr/>
                <p14:nvPr/>
              </p14:nvContentPartPr>
              <p14:xfrm>
                <a:off x="1270582" y="4742096"/>
                <a:ext cx="26640" cy="9540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D0756206-B806-E3CC-5EEB-CB3CA17CB9D4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1261942" y="4733096"/>
                  <a:ext cx="442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54FDB15F-1434-EB96-37C8-BB0837401F0E}"/>
                    </a:ext>
                  </a:extLst>
                </p14:cNvPr>
                <p14:cNvContentPartPr/>
                <p14:nvPr/>
              </p14:nvContentPartPr>
              <p14:xfrm>
                <a:off x="1152862" y="4701776"/>
                <a:ext cx="213840" cy="3096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54FDB15F-1434-EB96-37C8-BB0837401F0E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1143862" y="4692776"/>
                  <a:ext cx="2314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61C27F58-BA9E-CF88-4E1B-C7D4A400276C}"/>
                    </a:ext>
                  </a:extLst>
                </p14:cNvPr>
                <p14:cNvContentPartPr/>
                <p14:nvPr/>
              </p14:nvContentPartPr>
              <p14:xfrm>
                <a:off x="1355542" y="4635536"/>
                <a:ext cx="155520" cy="28188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61C27F58-BA9E-CF88-4E1B-C7D4A400276C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1346542" y="4626896"/>
                  <a:ext cx="17316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5CD7D44A-3628-6AEA-4993-A8BA43F8D4EA}"/>
                    </a:ext>
                  </a:extLst>
                </p14:cNvPr>
                <p14:cNvContentPartPr/>
                <p14:nvPr/>
              </p14:nvContentPartPr>
              <p14:xfrm>
                <a:off x="1626622" y="4765136"/>
                <a:ext cx="349560" cy="7020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5CD7D44A-3628-6AEA-4993-A8BA43F8D4EA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1617622" y="4756136"/>
                  <a:ext cx="36720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CAE8B6B4-6E79-CAB7-7274-57303133DA7F}"/>
              </a:ext>
            </a:extLst>
          </p:cNvPr>
          <p:cNvGrpSpPr/>
          <p:nvPr/>
        </p:nvGrpSpPr>
        <p:grpSpPr>
          <a:xfrm>
            <a:off x="2200822" y="4656776"/>
            <a:ext cx="675000" cy="367200"/>
            <a:chOff x="2200822" y="4656776"/>
            <a:chExt cx="675000" cy="36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045928CE-7D0A-31CE-6240-F37F52E3FBB2}"/>
                    </a:ext>
                  </a:extLst>
                </p14:cNvPr>
                <p14:cNvContentPartPr/>
                <p14:nvPr/>
              </p14:nvContentPartPr>
              <p14:xfrm>
                <a:off x="2200822" y="4763336"/>
                <a:ext cx="195480" cy="26064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045928CE-7D0A-31CE-6240-F37F52E3FBB2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2191822" y="4754336"/>
                  <a:ext cx="2131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371318E7-2B28-1279-64A8-04DD1687BDB4}"/>
                    </a:ext>
                  </a:extLst>
                </p14:cNvPr>
                <p14:cNvContentPartPr/>
                <p14:nvPr/>
              </p14:nvContentPartPr>
              <p14:xfrm>
                <a:off x="2473702" y="4667576"/>
                <a:ext cx="96840" cy="20880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371318E7-2B28-1279-64A8-04DD1687BDB4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2465062" y="4658576"/>
                  <a:ext cx="1144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9427E3D7-8DB0-E306-6740-FBD6F427F966}"/>
                    </a:ext>
                  </a:extLst>
                </p14:cNvPr>
                <p14:cNvContentPartPr/>
                <p14:nvPr/>
              </p14:nvContentPartPr>
              <p14:xfrm>
                <a:off x="2592142" y="4763696"/>
                <a:ext cx="155160" cy="8244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9427E3D7-8DB0-E306-6740-FBD6F427F966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2583502" y="4754696"/>
                  <a:ext cx="1728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0B8EA1F5-0799-97F1-269B-AC3A9BE9D7C9}"/>
                    </a:ext>
                  </a:extLst>
                </p14:cNvPr>
                <p14:cNvContentPartPr/>
                <p14:nvPr/>
              </p14:nvContentPartPr>
              <p14:xfrm>
                <a:off x="2764222" y="4656776"/>
                <a:ext cx="111600" cy="24012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0B8EA1F5-0799-97F1-269B-AC3A9BE9D7C9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2755582" y="4648136"/>
                  <a:ext cx="129240" cy="25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F51B7335-C16B-ABF2-44FD-95AC58640C7B}"/>
              </a:ext>
            </a:extLst>
          </p:cNvPr>
          <p:cNvGrpSpPr/>
          <p:nvPr/>
        </p:nvGrpSpPr>
        <p:grpSpPr>
          <a:xfrm>
            <a:off x="653902" y="5400536"/>
            <a:ext cx="967680" cy="457200"/>
            <a:chOff x="653902" y="5400536"/>
            <a:chExt cx="967680" cy="45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26988ABC-7AEA-7F42-22A0-90B882282794}"/>
                    </a:ext>
                  </a:extLst>
                </p14:cNvPr>
                <p14:cNvContentPartPr/>
                <p14:nvPr/>
              </p14:nvContentPartPr>
              <p14:xfrm>
                <a:off x="653902" y="5502056"/>
                <a:ext cx="236520" cy="35568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26988ABC-7AEA-7F42-22A0-90B882282794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644902" y="5493416"/>
                  <a:ext cx="25416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D44ADDC9-E608-82A0-F820-58F020AFA1CD}"/>
                    </a:ext>
                  </a:extLst>
                </p14:cNvPr>
                <p14:cNvContentPartPr/>
                <p14:nvPr/>
              </p14:nvContentPartPr>
              <p14:xfrm>
                <a:off x="877462" y="5400536"/>
                <a:ext cx="109800" cy="26280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D44ADDC9-E608-82A0-F820-58F020AFA1CD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868822" y="5391536"/>
                  <a:ext cx="12744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3AC84506-98CD-263A-C9FD-12273B2E8684}"/>
                    </a:ext>
                  </a:extLst>
                </p14:cNvPr>
                <p14:cNvContentPartPr/>
                <p14:nvPr/>
              </p14:nvContentPartPr>
              <p14:xfrm>
                <a:off x="1005982" y="5556056"/>
                <a:ext cx="179280" cy="10404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3AC84506-98CD-263A-C9FD-12273B2E8684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996982" y="5547416"/>
                  <a:ext cx="1969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56BF43D5-9457-2BFE-2212-7B9AA486841D}"/>
                    </a:ext>
                  </a:extLst>
                </p14:cNvPr>
                <p14:cNvContentPartPr/>
                <p14:nvPr/>
              </p14:nvContentPartPr>
              <p14:xfrm>
                <a:off x="1185262" y="5416016"/>
                <a:ext cx="179640" cy="27828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56BF43D5-9457-2BFE-2212-7B9AA486841D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1176622" y="5407376"/>
                  <a:ext cx="1972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68CD29E3-04C5-F5A0-4BFF-A0783BCCE715}"/>
                    </a:ext>
                  </a:extLst>
                </p14:cNvPr>
                <p14:cNvContentPartPr/>
                <p14:nvPr/>
              </p14:nvContentPartPr>
              <p14:xfrm>
                <a:off x="1520422" y="5565416"/>
                <a:ext cx="101160" cy="1692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68CD29E3-04C5-F5A0-4BFF-A0783BCCE715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1511782" y="5556416"/>
                  <a:ext cx="1188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BF0623F8-44B2-F281-71BB-F2EAD720CBBE}"/>
                    </a:ext>
                  </a:extLst>
                </p14:cNvPr>
                <p14:cNvContentPartPr/>
                <p14:nvPr/>
              </p14:nvContentPartPr>
              <p14:xfrm>
                <a:off x="1495582" y="5493776"/>
                <a:ext cx="88920" cy="1404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BF0623F8-44B2-F281-71BB-F2EAD720CBBE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1486942" y="5485136"/>
                  <a:ext cx="10656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D5D29C45-9251-9F93-3C23-86EFCCE91CD3}"/>
              </a:ext>
            </a:extLst>
          </p:cNvPr>
          <p:cNvGrpSpPr/>
          <p:nvPr/>
        </p:nvGrpSpPr>
        <p:grpSpPr>
          <a:xfrm>
            <a:off x="1823542" y="5381456"/>
            <a:ext cx="1270800" cy="408960"/>
            <a:chOff x="1823542" y="5381456"/>
            <a:chExt cx="1270800" cy="40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58904F1C-A82B-0A33-940C-0676F959E5B9}"/>
                    </a:ext>
                  </a:extLst>
                </p14:cNvPr>
                <p14:cNvContentPartPr/>
                <p14:nvPr/>
              </p14:nvContentPartPr>
              <p14:xfrm>
                <a:off x="1823542" y="5510336"/>
                <a:ext cx="171000" cy="28008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58904F1C-A82B-0A33-940C-0676F959E5B9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1814542" y="5501336"/>
                  <a:ext cx="1886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7593BF4B-AFBF-D064-5D59-948887FF5806}"/>
                    </a:ext>
                  </a:extLst>
                </p14:cNvPr>
                <p14:cNvContentPartPr/>
                <p14:nvPr/>
              </p14:nvContentPartPr>
              <p14:xfrm>
                <a:off x="1991302" y="5381456"/>
                <a:ext cx="126000" cy="29448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7593BF4B-AFBF-D064-5D59-948887FF5806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1982662" y="5372816"/>
                  <a:ext cx="1436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0D8540EC-3F08-0B96-D17A-55252F91B7A0}"/>
                    </a:ext>
                  </a:extLst>
                </p14:cNvPr>
                <p14:cNvContentPartPr/>
                <p14:nvPr/>
              </p14:nvContentPartPr>
              <p14:xfrm>
                <a:off x="2141422" y="5530136"/>
                <a:ext cx="146160" cy="8100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0D8540EC-3F08-0B96-D17A-55252F91B7A0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2132782" y="5521136"/>
                  <a:ext cx="1638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6F165FAF-1195-235E-6423-3DD0C83D670B}"/>
                    </a:ext>
                  </a:extLst>
                </p14:cNvPr>
                <p14:cNvContentPartPr/>
                <p14:nvPr/>
              </p14:nvContentPartPr>
              <p14:xfrm>
                <a:off x="2387302" y="5544896"/>
                <a:ext cx="122400" cy="3744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6F165FAF-1195-235E-6423-3DD0C83D670B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2378302" y="5535896"/>
                  <a:ext cx="1400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E5901BB4-B52C-24C6-BCFC-F37FE6339574}"/>
                    </a:ext>
                  </a:extLst>
                </p14:cNvPr>
                <p14:cNvContentPartPr/>
                <p14:nvPr/>
              </p14:nvContentPartPr>
              <p14:xfrm>
                <a:off x="2620582" y="5507456"/>
                <a:ext cx="32400" cy="10116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E5901BB4-B52C-24C6-BCFC-F37FE6339574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2611942" y="5498816"/>
                  <a:ext cx="500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B6FC5DB9-7AE9-57A7-DEDE-9D8F12817C0E}"/>
                    </a:ext>
                  </a:extLst>
                </p14:cNvPr>
                <p14:cNvContentPartPr/>
                <p14:nvPr/>
              </p14:nvContentPartPr>
              <p14:xfrm>
                <a:off x="2615542" y="5390456"/>
                <a:ext cx="213120" cy="29268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B6FC5DB9-7AE9-57A7-DEDE-9D8F12817C0E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2606542" y="5381816"/>
                  <a:ext cx="23076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C4C06490-45F9-AAA3-7ABF-1D5755DB9436}"/>
                    </a:ext>
                  </a:extLst>
                </p14:cNvPr>
                <p14:cNvContentPartPr/>
                <p14:nvPr/>
              </p14:nvContentPartPr>
              <p14:xfrm>
                <a:off x="2998222" y="5438336"/>
                <a:ext cx="47160" cy="14688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C4C06490-45F9-AAA3-7ABF-1D5755DB9436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2989222" y="5429696"/>
                  <a:ext cx="648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30AEF7C9-B545-7DBC-9382-9AC703F58763}"/>
                    </a:ext>
                  </a:extLst>
                </p14:cNvPr>
                <p14:cNvContentPartPr/>
                <p14:nvPr/>
              </p14:nvContentPartPr>
              <p14:xfrm>
                <a:off x="2948902" y="5514656"/>
                <a:ext cx="145440" cy="900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30AEF7C9-B545-7DBC-9382-9AC703F58763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2939902" y="5505656"/>
                  <a:ext cx="16308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5" name="Group 424">
            <a:extLst>
              <a:ext uri="{FF2B5EF4-FFF2-40B4-BE49-F238E27FC236}">
                <a16:creationId xmlns:a16="http://schemas.microsoft.com/office/drawing/2014/main" id="{4870E927-2C2A-9CFE-DADF-D77245482F60}"/>
              </a:ext>
            </a:extLst>
          </p:cNvPr>
          <p:cNvGrpSpPr/>
          <p:nvPr/>
        </p:nvGrpSpPr>
        <p:grpSpPr>
          <a:xfrm>
            <a:off x="3292702" y="5059616"/>
            <a:ext cx="2588760" cy="661320"/>
            <a:chOff x="3292702" y="5059616"/>
            <a:chExt cx="2588760" cy="66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98AD0577-5652-5FE5-0DD7-792EA330E482}"/>
                    </a:ext>
                  </a:extLst>
                </p14:cNvPr>
                <p14:cNvContentPartPr/>
                <p14:nvPr/>
              </p14:nvContentPartPr>
              <p14:xfrm>
                <a:off x="3412582" y="5288576"/>
                <a:ext cx="36720" cy="12276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98AD0577-5652-5FE5-0DD7-792EA330E482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3403942" y="5279936"/>
                  <a:ext cx="543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B8ACF63F-14FF-4E69-744E-5C653D5FACF9}"/>
                    </a:ext>
                  </a:extLst>
                </p14:cNvPr>
                <p14:cNvContentPartPr/>
                <p14:nvPr/>
              </p14:nvContentPartPr>
              <p14:xfrm>
                <a:off x="3292702" y="5240696"/>
                <a:ext cx="248040" cy="2808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B8ACF63F-14FF-4E69-744E-5C653D5FACF9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3284062" y="5231696"/>
                  <a:ext cx="2656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FE0ED10B-5C7E-B56D-2ED1-7C389FA8ACA4}"/>
                    </a:ext>
                  </a:extLst>
                </p14:cNvPr>
                <p14:cNvContentPartPr/>
                <p14:nvPr/>
              </p14:nvContentPartPr>
              <p14:xfrm>
                <a:off x="3307462" y="5480456"/>
                <a:ext cx="222480" cy="2016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FE0ED10B-5C7E-B56D-2ED1-7C389FA8ACA4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3298822" y="5471816"/>
                  <a:ext cx="2401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5E4AEF47-B0B5-C2AB-BDDC-B0AA66AB673B}"/>
                    </a:ext>
                  </a:extLst>
                </p14:cNvPr>
                <p14:cNvContentPartPr/>
                <p14:nvPr/>
              </p14:nvContentPartPr>
              <p14:xfrm>
                <a:off x="3348142" y="5612936"/>
                <a:ext cx="182160" cy="10800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5E4AEF47-B0B5-C2AB-BDDC-B0AA66AB673B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3339142" y="5603936"/>
                  <a:ext cx="1998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B40A8D28-E3D4-48CB-85D4-43AACFBB3F74}"/>
                    </a:ext>
                  </a:extLst>
                </p14:cNvPr>
                <p14:cNvContentPartPr/>
                <p14:nvPr/>
              </p14:nvContentPartPr>
              <p14:xfrm>
                <a:off x="3816502" y="5292896"/>
                <a:ext cx="141840" cy="9432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B40A8D28-E3D4-48CB-85D4-43AACFBB3F74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3807502" y="5284256"/>
                  <a:ext cx="1594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A14A2FF6-0D75-B30C-BA91-5D2F6B10E244}"/>
                    </a:ext>
                  </a:extLst>
                </p14:cNvPr>
                <p14:cNvContentPartPr/>
                <p14:nvPr/>
              </p14:nvContentPartPr>
              <p14:xfrm>
                <a:off x="3849622" y="5293976"/>
                <a:ext cx="68760" cy="9072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A14A2FF6-0D75-B30C-BA91-5D2F6B10E244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3840622" y="5285336"/>
                  <a:ext cx="864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CB9ABFBD-8065-A910-E1C9-04E46B13D1E2}"/>
                    </a:ext>
                  </a:extLst>
                </p14:cNvPr>
                <p14:cNvContentPartPr/>
                <p14:nvPr/>
              </p14:nvContentPartPr>
              <p14:xfrm>
                <a:off x="4038622" y="5227016"/>
                <a:ext cx="115920" cy="21204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CB9ABFBD-8065-A910-E1C9-04E46B13D1E2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4029982" y="5218016"/>
                  <a:ext cx="1335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9B9F4EC4-7DFE-2ED8-FBCA-3B58FD1FE378}"/>
                    </a:ext>
                  </a:extLst>
                </p14:cNvPr>
                <p14:cNvContentPartPr/>
                <p14:nvPr/>
              </p14:nvContentPartPr>
              <p14:xfrm>
                <a:off x="4191982" y="5342216"/>
                <a:ext cx="129600" cy="4356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9B9F4EC4-7DFE-2ED8-FBCA-3B58FD1FE378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4183342" y="5333576"/>
                  <a:ext cx="14724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1E943C34-62AD-B460-99C1-86926162145B}"/>
                    </a:ext>
                  </a:extLst>
                </p14:cNvPr>
                <p14:cNvContentPartPr/>
                <p14:nvPr/>
              </p14:nvContentPartPr>
              <p14:xfrm>
                <a:off x="4321942" y="5222696"/>
                <a:ext cx="120960" cy="20880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1E943C34-62AD-B460-99C1-86926162145B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4313302" y="5214056"/>
                  <a:ext cx="1386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AD9EA532-8E17-FE40-8692-E20A502DA27C}"/>
                    </a:ext>
                  </a:extLst>
                </p14:cNvPr>
                <p14:cNvContentPartPr/>
                <p14:nvPr/>
              </p14:nvContentPartPr>
              <p14:xfrm>
                <a:off x="4571782" y="5276336"/>
                <a:ext cx="37440" cy="10728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AD9EA532-8E17-FE40-8692-E20A502DA27C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4563142" y="5267336"/>
                  <a:ext cx="550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93AC6882-C929-65D1-9EA1-4FE1E7FD9341}"/>
                    </a:ext>
                  </a:extLst>
                </p14:cNvPr>
                <p14:cNvContentPartPr/>
                <p14:nvPr/>
              </p14:nvContentPartPr>
              <p14:xfrm>
                <a:off x="4526422" y="5331416"/>
                <a:ext cx="130680" cy="1692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93AC6882-C929-65D1-9EA1-4FE1E7FD9341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4517422" y="5322416"/>
                  <a:ext cx="1483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68F3E426-0ABD-1903-EC18-287F6ECDEAD3}"/>
                    </a:ext>
                  </a:extLst>
                </p14:cNvPr>
                <p14:cNvContentPartPr/>
                <p14:nvPr/>
              </p14:nvContentPartPr>
              <p14:xfrm>
                <a:off x="4720822" y="5273456"/>
                <a:ext cx="186480" cy="9432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68F3E426-0ABD-1903-EC18-287F6ECDEAD3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4711822" y="5264816"/>
                  <a:ext cx="2041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9F4CCA82-7481-B52F-C61E-02E06A8D4F06}"/>
                    </a:ext>
                  </a:extLst>
                </p14:cNvPr>
                <p14:cNvContentPartPr/>
                <p14:nvPr/>
              </p14:nvContentPartPr>
              <p14:xfrm>
                <a:off x="4812622" y="5300096"/>
                <a:ext cx="67680" cy="7956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9F4CCA82-7481-B52F-C61E-02E06A8D4F06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4803982" y="5291456"/>
                  <a:ext cx="853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84E97D35-B103-F171-5C89-C9AFF29B8862}"/>
                    </a:ext>
                  </a:extLst>
                </p14:cNvPr>
                <p14:cNvContentPartPr/>
                <p14:nvPr/>
              </p14:nvContentPartPr>
              <p14:xfrm>
                <a:off x="4963102" y="5201816"/>
                <a:ext cx="116640" cy="16992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84E97D35-B103-F171-5C89-C9AFF29B8862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4954462" y="5192816"/>
                  <a:ext cx="1342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6CDD8D1F-D566-C310-B5F6-A4DF7328564F}"/>
                    </a:ext>
                  </a:extLst>
                </p14:cNvPr>
                <p14:cNvContentPartPr/>
                <p14:nvPr/>
              </p14:nvContentPartPr>
              <p14:xfrm>
                <a:off x="5082262" y="5292536"/>
                <a:ext cx="122400" cy="7128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6CDD8D1F-D566-C310-B5F6-A4DF7328564F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5073262" y="5283896"/>
                  <a:ext cx="1400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A4F3037A-28B1-2A71-6B28-2D0D4F8809FF}"/>
                    </a:ext>
                  </a:extLst>
                </p14:cNvPr>
                <p14:cNvContentPartPr/>
                <p14:nvPr/>
              </p14:nvContentPartPr>
              <p14:xfrm>
                <a:off x="5256862" y="5299016"/>
                <a:ext cx="86040" cy="720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A4F3037A-28B1-2A71-6B28-2D0D4F8809FF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5248222" y="5290016"/>
                  <a:ext cx="1036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F14D5829-2419-3C70-8FE6-E9E8997A8022}"/>
                    </a:ext>
                  </a:extLst>
                </p14:cNvPr>
                <p14:cNvContentPartPr/>
                <p14:nvPr/>
              </p14:nvContentPartPr>
              <p14:xfrm>
                <a:off x="5470342" y="5257616"/>
                <a:ext cx="55440" cy="11772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F14D5829-2419-3C70-8FE6-E9E8997A8022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5461342" y="5248976"/>
                  <a:ext cx="730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7EDF74A7-22E9-8CBB-BDE5-258655B03755}"/>
                    </a:ext>
                  </a:extLst>
                </p14:cNvPr>
                <p14:cNvContentPartPr/>
                <p14:nvPr/>
              </p14:nvContentPartPr>
              <p14:xfrm>
                <a:off x="5507422" y="5161496"/>
                <a:ext cx="221760" cy="25596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7EDF74A7-22E9-8CBB-BDE5-258655B03755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5498782" y="5152856"/>
                  <a:ext cx="2394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50F6A2C3-06C6-E468-94D3-850A8DA68114}"/>
                    </a:ext>
                  </a:extLst>
                </p14:cNvPr>
                <p14:cNvContentPartPr/>
                <p14:nvPr/>
              </p14:nvContentPartPr>
              <p14:xfrm>
                <a:off x="3668182" y="5151776"/>
                <a:ext cx="197280" cy="49572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50F6A2C3-06C6-E468-94D3-850A8DA68114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3659182" y="5142776"/>
                  <a:ext cx="21492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78F62965-5D8E-1B69-F1F4-88AC11766474}"/>
                    </a:ext>
                  </a:extLst>
                </p14:cNvPr>
                <p14:cNvContentPartPr/>
                <p14:nvPr/>
              </p14:nvContentPartPr>
              <p14:xfrm>
                <a:off x="5640262" y="5059616"/>
                <a:ext cx="241200" cy="47052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78F62965-5D8E-1B69-F1F4-88AC11766474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5631622" y="5050976"/>
                  <a:ext cx="258840" cy="48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1" name="Group 440">
            <a:extLst>
              <a:ext uri="{FF2B5EF4-FFF2-40B4-BE49-F238E27FC236}">
                <a16:creationId xmlns:a16="http://schemas.microsoft.com/office/drawing/2014/main" id="{E5C61991-8D54-7D5D-731D-F8114FDF19E2}"/>
              </a:ext>
            </a:extLst>
          </p:cNvPr>
          <p:cNvGrpSpPr/>
          <p:nvPr/>
        </p:nvGrpSpPr>
        <p:grpSpPr>
          <a:xfrm>
            <a:off x="2974822" y="5990576"/>
            <a:ext cx="2020320" cy="361800"/>
            <a:chOff x="2974822" y="5990576"/>
            <a:chExt cx="2020320" cy="36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983A1617-181C-A2ED-0143-373F1BEFB84E}"/>
                    </a:ext>
                  </a:extLst>
                </p14:cNvPr>
                <p14:cNvContentPartPr/>
                <p14:nvPr/>
              </p14:nvContentPartPr>
              <p14:xfrm>
                <a:off x="2974822" y="5990576"/>
                <a:ext cx="282240" cy="34020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983A1617-181C-A2ED-0143-373F1BEFB84E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2966182" y="5981576"/>
                  <a:ext cx="29988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9742ABB5-2348-DABD-C637-59B381104A48}"/>
                    </a:ext>
                  </a:extLst>
                </p14:cNvPr>
                <p14:cNvContentPartPr/>
                <p14:nvPr/>
              </p14:nvContentPartPr>
              <p14:xfrm>
                <a:off x="3392062" y="6164096"/>
                <a:ext cx="371160" cy="18828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9742ABB5-2348-DABD-C637-59B381104A48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3383422" y="6155456"/>
                  <a:ext cx="3888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8DDF562E-1ED3-71B9-B894-EFBA7D7CF858}"/>
                    </a:ext>
                  </a:extLst>
                </p14:cNvPr>
                <p14:cNvContentPartPr/>
                <p14:nvPr/>
              </p14:nvContentPartPr>
              <p14:xfrm>
                <a:off x="3792742" y="6210176"/>
                <a:ext cx="275400" cy="11628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8DDF562E-1ED3-71B9-B894-EFBA7D7CF858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3784102" y="6201536"/>
                  <a:ext cx="2930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F6730903-7323-FDF6-6491-9E567E06D58E}"/>
                    </a:ext>
                  </a:extLst>
                </p14:cNvPr>
                <p14:cNvContentPartPr/>
                <p14:nvPr/>
              </p14:nvContentPartPr>
              <p14:xfrm>
                <a:off x="4034662" y="6171296"/>
                <a:ext cx="55440" cy="11484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F6730903-7323-FDF6-6491-9E567E06D58E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4026022" y="6162296"/>
                  <a:ext cx="730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8A2ACADD-7E7F-F759-0B22-06F0EBE15031}"/>
                    </a:ext>
                  </a:extLst>
                </p14:cNvPr>
                <p14:cNvContentPartPr/>
                <p14:nvPr/>
              </p14:nvContentPartPr>
              <p14:xfrm>
                <a:off x="4093342" y="6187856"/>
                <a:ext cx="86040" cy="8496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8A2ACADD-7E7F-F759-0B22-06F0EBE15031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4084702" y="6179216"/>
                  <a:ext cx="1036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76EEBFCC-A1AF-177E-2E0C-AB40477B1A6D}"/>
                    </a:ext>
                  </a:extLst>
                </p14:cNvPr>
                <p14:cNvContentPartPr/>
                <p14:nvPr/>
              </p14:nvContentPartPr>
              <p14:xfrm>
                <a:off x="4167142" y="6129896"/>
                <a:ext cx="83520" cy="12744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76EEBFCC-A1AF-177E-2E0C-AB40477B1A6D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4158142" y="6120896"/>
                  <a:ext cx="1011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E4240D4B-3DC6-B28C-99F8-B21A7A34FE28}"/>
                    </a:ext>
                  </a:extLst>
                </p14:cNvPr>
                <p14:cNvContentPartPr/>
                <p14:nvPr/>
              </p14:nvContentPartPr>
              <p14:xfrm>
                <a:off x="4346782" y="6118376"/>
                <a:ext cx="164520" cy="16632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E4240D4B-3DC6-B28C-99F8-B21A7A34FE28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4337782" y="6109376"/>
                  <a:ext cx="18216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E3AB32ED-973D-7767-86FC-F331065C407F}"/>
                    </a:ext>
                  </a:extLst>
                </p14:cNvPr>
                <p14:cNvContentPartPr/>
                <p14:nvPr/>
              </p14:nvContentPartPr>
              <p14:xfrm>
                <a:off x="4534702" y="6172016"/>
                <a:ext cx="48240" cy="7308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E3AB32ED-973D-7767-86FC-F331065C407F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4525702" y="6163376"/>
                  <a:ext cx="658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D1C74923-BDB7-1F37-7EE5-560FFD085521}"/>
                    </a:ext>
                  </a:extLst>
                </p14:cNvPr>
                <p14:cNvContentPartPr/>
                <p14:nvPr/>
              </p14:nvContentPartPr>
              <p14:xfrm>
                <a:off x="4541182" y="6064376"/>
                <a:ext cx="4680" cy="1404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D1C74923-BDB7-1F37-7EE5-560FFD085521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4532182" y="6055736"/>
                  <a:ext cx="223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1A5C3571-2D73-EEE2-7DEF-12DE51160F1D}"/>
                    </a:ext>
                  </a:extLst>
                </p14:cNvPr>
                <p14:cNvContentPartPr/>
                <p14:nvPr/>
              </p14:nvContentPartPr>
              <p14:xfrm>
                <a:off x="4671502" y="6120896"/>
                <a:ext cx="84240" cy="9972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1A5C3571-2D73-EEE2-7DEF-12DE51160F1D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4662862" y="6111896"/>
                  <a:ext cx="1018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18255316-90CD-010C-A469-5CD86807DCA2}"/>
                    </a:ext>
                  </a:extLst>
                </p14:cNvPr>
                <p14:cNvContentPartPr/>
                <p14:nvPr/>
              </p14:nvContentPartPr>
              <p14:xfrm>
                <a:off x="4821622" y="6160856"/>
                <a:ext cx="173520" cy="6444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18255316-90CD-010C-A469-5CD86807DCA2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4812982" y="6152216"/>
                  <a:ext cx="191160" cy="8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8" name="Group 447">
            <a:extLst>
              <a:ext uri="{FF2B5EF4-FFF2-40B4-BE49-F238E27FC236}">
                <a16:creationId xmlns:a16="http://schemas.microsoft.com/office/drawing/2014/main" id="{FD76B3FF-A46C-CF2F-8292-CAF4788D3CE4}"/>
              </a:ext>
            </a:extLst>
          </p:cNvPr>
          <p:cNvGrpSpPr/>
          <p:nvPr/>
        </p:nvGrpSpPr>
        <p:grpSpPr>
          <a:xfrm>
            <a:off x="5207182" y="5937656"/>
            <a:ext cx="554040" cy="366480"/>
            <a:chOff x="5207182" y="5937656"/>
            <a:chExt cx="554040" cy="36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6CF69A06-9528-727B-B9D5-C35AF217C80F}"/>
                    </a:ext>
                  </a:extLst>
                </p14:cNvPr>
                <p14:cNvContentPartPr/>
                <p14:nvPr/>
              </p14:nvContentPartPr>
              <p14:xfrm>
                <a:off x="5207182" y="5937656"/>
                <a:ext cx="209520" cy="36648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6CF69A06-9528-727B-B9D5-C35AF217C80F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5198182" y="5929016"/>
                  <a:ext cx="22716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E2C7F214-AD6E-F0FF-F637-B6FD00640DAE}"/>
                    </a:ext>
                  </a:extLst>
                </p14:cNvPr>
                <p14:cNvContentPartPr/>
                <p14:nvPr/>
              </p14:nvContentPartPr>
              <p14:xfrm>
                <a:off x="5416702" y="6103616"/>
                <a:ext cx="149760" cy="10008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E2C7F214-AD6E-F0FF-F637-B6FD00640DAE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5408062" y="6094616"/>
                  <a:ext cx="1674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4ACCB93F-3CA6-1F17-ADBD-30ABC7109D52}"/>
                    </a:ext>
                  </a:extLst>
                </p14:cNvPr>
                <p14:cNvContentPartPr/>
                <p14:nvPr/>
              </p14:nvContentPartPr>
              <p14:xfrm>
                <a:off x="5613982" y="6043496"/>
                <a:ext cx="147240" cy="16200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4ACCB93F-3CA6-1F17-ADBD-30ABC7109D52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5605342" y="6034856"/>
                  <a:ext cx="164880" cy="17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82AA61B0-8E1E-BC57-EB15-1E5B06C75B91}"/>
              </a:ext>
            </a:extLst>
          </p:cNvPr>
          <p:cNvGrpSpPr/>
          <p:nvPr/>
        </p:nvGrpSpPr>
        <p:grpSpPr>
          <a:xfrm>
            <a:off x="6021142" y="5968976"/>
            <a:ext cx="602640" cy="512640"/>
            <a:chOff x="6021142" y="5968976"/>
            <a:chExt cx="602640" cy="51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1849A13E-5F1D-9D83-A3E5-F63E6A9F8CE1}"/>
                    </a:ext>
                  </a:extLst>
                </p14:cNvPr>
                <p14:cNvContentPartPr/>
                <p14:nvPr/>
              </p14:nvContentPartPr>
              <p14:xfrm>
                <a:off x="6021142" y="6103976"/>
                <a:ext cx="208080" cy="37764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1849A13E-5F1D-9D83-A3E5-F63E6A9F8CE1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6012502" y="6094976"/>
                  <a:ext cx="22572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F6AD81AD-C54E-B938-9D99-8685DC73D36C}"/>
                    </a:ext>
                  </a:extLst>
                </p14:cNvPr>
                <p14:cNvContentPartPr/>
                <p14:nvPr/>
              </p14:nvContentPartPr>
              <p14:xfrm>
                <a:off x="6143902" y="5985536"/>
                <a:ext cx="176400" cy="27720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F6AD81AD-C54E-B938-9D99-8685DC73D36C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6135262" y="5976536"/>
                  <a:ext cx="1940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3F4A67BE-5A01-974C-A990-C89D7D84B469}"/>
                    </a:ext>
                  </a:extLst>
                </p14:cNvPr>
                <p14:cNvContentPartPr/>
                <p14:nvPr/>
              </p14:nvContentPartPr>
              <p14:xfrm>
                <a:off x="6335782" y="6134576"/>
                <a:ext cx="192960" cy="9900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3F4A67BE-5A01-974C-A990-C89D7D84B469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6327142" y="6125576"/>
                  <a:ext cx="2106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D0DE6CEE-B9F3-10C1-9CE8-0C3A23F8A4F8}"/>
                    </a:ext>
                  </a:extLst>
                </p14:cNvPr>
                <p14:cNvContentPartPr/>
                <p14:nvPr/>
              </p14:nvContentPartPr>
              <p14:xfrm>
                <a:off x="6437662" y="5968976"/>
                <a:ext cx="186120" cy="27360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D0DE6CEE-B9F3-10C1-9CE8-0C3A23F8A4F8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6429022" y="5959976"/>
                  <a:ext cx="203760" cy="291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63654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4E40331-D674-5F26-5481-ADB964C22FDD}"/>
                  </a:ext>
                </a:extLst>
              </p14:cNvPr>
              <p14:cNvContentPartPr/>
              <p14:nvPr/>
            </p14:nvContentPartPr>
            <p14:xfrm>
              <a:off x="543022" y="924740"/>
              <a:ext cx="236520" cy="355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4E40331-D674-5F26-5481-ADB964C22FD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4022" y="916100"/>
                <a:ext cx="25416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25D6270-591D-4F17-4D31-DE065BA0073C}"/>
                  </a:ext>
                </a:extLst>
              </p14:cNvPr>
              <p14:cNvContentPartPr/>
              <p14:nvPr/>
            </p14:nvContentPartPr>
            <p14:xfrm>
              <a:off x="766582" y="823220"/>
              <a:ext cx="109800" cy="262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25D6270-591D-4F17-4D31-DE065BA0073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7942" y="814220"/>
                <a:ext cx="12744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46A9625-D986-6F49-AEF2-46E77A66BAD1}"/>
                  </a:ext>
                </a:extLst>
              </p14:cNvPr>
              <p14:cNvContentPartPr/>
              <p14:nvPr/>
            </p14:nvContentPartPr>
            <p14:xfrm>
              <a:off x="895102" y="978740"/>
              <a:ext cx="179280" cy="104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46A9625-D986-6F49-AEF2-46E77A66BAD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86102" y="970100"/>
                <a:ext cx="19692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1171ADF-597A-AFEC-C983-5E83F1B93B33}"/>
                  </a:ext>
                </a:extLst>
              </p14:cNvPr>
              <p14:cNvContentPartPr/>
              <p14:nvPr/>
            </p14:nvContentPartPr>
            <p14:xfrm>
              <a:off x="1074382" y="838700"/>
              <a:ext cx="179640" cy="278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1171ADF-597A-AFEC-C983-5E83F1B93B3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65742" y="830060"/>
                <a:ext cx="19728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A70A954-36E7-EA56-BA4D-A47F152D021F}"/>
                  </a:ext>
                </a:extLst>
              </p14:cNvPr>
              <p14:cNvContentPartPr/>
              <p14:nvPr/>
            </p14:nvContentPartPr>
            <p14:xfrm>
              <a:off x="1409542" y="988100"/>
              <a:ext cx="101160" cy="169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A70A954-36E7-EA56-BA4D-A47F152D021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00902" y="979100"/>
                <a:ext cx="11880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F62F41A-CE05-2811-0A6C-CD10303D1579}"/>
                  </a:ext>
                </a:extLst>
              </p14:cNvPr>
              <p14:cNvContentPartPr/>
              <p14:nvPr/>
            </p14:nvContentPartPr>
            <p14:xfrm>
              <a:off x="1384702" y="916460"/>
              <a:ext cx="88920" cy="14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F62F41A-CE05-2811-0A6C-CD10303D157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376062" y="907820"/>
                <a:ext cx="10656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35A5C0B-EC5E-6AFA-463C-BF5A961C79CC}"/>
                  </a:ext>
                </a:extLst>
              </p14:cNvPr>
              <p14:cNvContentPartPr/>
              <p14:nvPr/>
            </p14:nvContentPartPr>
            <p14:xfrm>
              <a:off x="1712662" y="933020"/>
              <a:ext cx="171000" cy="280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35A5C0B-EC5E-6AFA-463C-BF5A961C79C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03662" y="924020"/>
                <a:ext cx="18864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2D1B0AE-752E-CD8F-C41E-D1B985824ACA}"/>
                  </a:ext>
                </a:extLst>
              </p14:cNvPr>
              <p14:cNvContentPartPr/>
              <p14:nvPr/>
            </p14:nvContentPartPr>
            <p14:xfrm>
              <a:off x="1880422" y="804140"/>
              <a:ext cx="126000" cy="2944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2D1B0AE-752E-CD8F-C41E-D1B985824AC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871782" y="795500"/>
                <a:ext cx="14364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6DC828D-08E5-849F-A37B-0EE6137E51AB}"/>
                  </a:ext>
                </a:extLst>
              </p14:cNvPr>
              <p14:cNvContentPartPr/>
              <p14:nvPr/>
            </p14:nvContentPartPr>
            <p14:xfrm>
              <a:off x="2030542" y="952820"/>
              <a:ext cx="146160" cy="81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6DC828D-08E5-849F-A37B-0EE6137E51A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021902" y="943820"/>
                <a:ext cx="16380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D514B30-83F9-8877-5D40-E7BF2B9CAA7B}"/>
                  </a:ext>
                </a:extLst>
              </p14:cNvPr>
              <p14:cNvContentPartPr/>
              <p14:nvPr/>
            </p14:nvContentPartPr>
            <p14:xfrm>
              <a:off x="2276422" y="967580"/>
              <a:ext cx="122400" cy="374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D514B30-83F9-8877-5D40-E7BF2B9CAA7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267422" y="958580"/>
                <a:ext cx="14004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3E90A92-1027-D098-5F3E-9880DEFCF60E}"/>
                  </a:ext>
                </a:extLst>
              </p14:cNvPr>
              <p14:cNvContentPartPr/>
              <p14:nvPr/>
            </p14:nvContentPartPr>
            <p14:xfrm>
              <a:off x="2509702" y="930140"/>
              <a:ext cx="32400" cy="1011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3E90A92-1027-D098-5F3E-9880DEFCF60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501062" y="921500"/>
                <a:ext cx="5004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BD2964D-5023-D5AA-81E5-9B4B7D36B317}"/>
                  </a:ext>
                </a:extLst>
              </p14:cNvPr>
              <p14:cNvContentPartPr/>
              <p14:nvPr/>
            </p14:nvContentPartPr>
            <p14:xfrm>
              <a:off x="2504662" y="813140"/>
              <a:ext cx="213120" cy="292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BD2964D-5023-D5AA-81E5-9B4B7D36B31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495662" y="804500"/>
                <a:ext cx="23076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1A67E14-D5C7-4DF5-5692-D3D472B2E0F0}"/>
                  </a:ext>
                </a:extLst>
              </p14:cNvPr>
              <p14:cNvContentPartPr/>
              <p14:nvPr/>
            </p14:nvContentPartPr>
            <p14:xfrm>
              <a:off x="2887342" y="861020"/>
              <a:ext cx="47160" cy="1468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1A67E14-D5C7-4DF5-5692-D3D472B2E0F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878342" y="852380"/>
                <a:ext cx="6480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24A3767-2FB8-B554-1174-0FCED377AC9E}"/>
                  </a:ext>
                </a:extLst>
              </p14:cNvPr>
              <p14:cNvContentPartPr/>
              <p14:nvPr/>
            </p14:nvContentPartPr>
            <p14:xfrm>
              <a:off x="2838022" y="937340"/>
              <a:ext cx="145440" cy="9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24A3767-2FB8-B554-1174-0FCED377AC9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829022" y="928340"/>
                <a:ext cx="1630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0C81AB7-C127-B809-EDC4-C967B1259BE6}"/>
                  </a:ext>
                </a:extLst>
              </p14:cNvPr>
              <p14:cNvContentPartPr/>
              <p14:nvPr/>
            </p14:nvContentPartPr>
            <p14:xfrm>
              <a:off x="3301702" y="711260"/>
              <a:ext cx="36720" cy="1227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0C81AB7-C127-B809-EDC4-C967B1259BE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293062" y="702620"/>
                <a:ext cx="5436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F3ACA36-C91C-73EE-6BE8-1D8F0DB4A138}"/>
                  </a:ext>
                </a:extLst>
              </p14:cNvPr>
              <p14:cNvContentPartPr/>
              <p14:nvPr/>
            </p14:nvContentPartPr>
            <p14:xfrm>
              <a:off x="3181822" y="663380"/>
              <a:ext cx="248040" cy="280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F3ACA36-C91C-73EE-6BE8-1D8F0DB4A13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173182" y="654380"/>
                <a:ext cx="26568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A1DA7C9-C79B-4673-B80C-D7AFFFC763ED}"/>
                  </a:ext>
                </a:extLst>
              </p14:cNvPr>
              <p14:cNvContentPartPr/>
              <p14:nvPr/>
            </p14:nvContentPartPr>
            <p14:xfrm>
              <a:off x="3196582" y="903140"/>
              <a:ext cx="222480" cy="201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A1DA7C9-C79B-4673-B80C-D7AFFFC763E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187942" y="894500"/>
                <a:ext cx="2401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E034DF3-D750-F1B3-B30F-960E26DF0ED8}"/>
                  </a:ext>
                </a:extLst>
              </p14:cNvPr>
              <p14:cNvContentPartPr/>
              <p14:nvPr/>
            </p14:nvContentPartPr>
            <p14:xfrm>
              <a:off x="3237262" y="1035620"/>
              <a:ext cx="182160" cy="1080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E034DF3-D750-F1B3-B30F-960E26DF0ED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228262" y="1026620"/>
                <a:ext cx="19980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730E1CD-E267-0B85-BFC5-9B830A90E41B}"/>
                  </a:ext>
                </a:extLst>
              </p14:cNvPr>
              <p14:cNvContentPartPr/>
              <p14:nvPr/>
            </p14:nvContentPartPr>
            <p14:xfrm>
              <a:off x="3705622" y="715580"/>
              <a:ext cx="141840" cy="943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730E1CD-E267-0B85-BFC5-9B830A90E41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696622" y="706940"/>
                <a:ext cx="15948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BE6F4C6-ABC7-A2F9-00D3-D3566328F2CF}"/>
                  </a:ext>
                </a:extLst>
              </p14:cNvPr>
              <p14:cNvContentPartPr/>
              <p14:nvPr/>
            </p14:nvContentPartPr>
            <p14:xfrm>
              <a:off x="3738742" y="716660"/>
              <a:ext cx="68760" cy="907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BE6F4C6-ABC7-A2F9-00D3-D3566328F2C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729742" y="708020"/>
                <a:ext cx="8640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F03ED48-4E9F-3FD8-37B7-23CDD987F768}"/>
                  </a:ext>
                </a:extLst>
              </p14:cNvPr>
              <p14:cNvContentPartPr/>
              <p14:nvPr/>
            </p14:nvContentPartPr>
            <p14:xfrm>
              <a:off x="3927742" y="649700"/>
              <a:ext cx="115920" cy="2120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F03ED48-4E9F-3FD8-37B7-23CDD987F76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919102" y="640700"/>
                <a:ext cx="13356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26B0530-A677-BD07-4D9D-EF00B9BC9D8C}"/>
                  </a:ext>
                </a:extLst>
              </p14:cNvPr>
              <p14:cNvContentPartPr/>
              <p14:nvPr/>
            </p14:nvContentPartPr>
            <p14:xfrm>
              <a:off x="4081102" y="764900"/>
              <a:ext cx="129600" cy="435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26B0530-A677-BD07-4D9D-EF00B9BC9D8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072462" y="756260"/>
                <a:ext cx="14724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F60D013-1ADB-673B-2843-95A9D2738DAB}"/>
                  </a:ext>
                </a:extLst>
              </p14:cNvPr>
              <p14:cNvContentPartPr/>
              <p14:nvPr/>
            </p14:nvContentPartPr>
            <p14:xfrm>
              <a:off x="4211062" y="645380"/>
              <a:ext cx="120960" cy="2088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F60D013-1ADB-673B-2843-95A9D2738DA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202422" y="636740"/>
                <a:ext cx="13860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03FD8FE-4EE7-10B1-65FC-0BEDB225DF6E}"/>
                  </a:ext>
                </a:extLst>
              </p14:cNvPr>
              <p14:cNvContentPartPr/>
              <p14:nvPr/>
            </p14:nvContentPartPr>
            <p14:xfrm>
              <a:off x="4460902" y="699020"/>
              <a:ext cx="37440" cy="1072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03FD8FE-4EE7-10B1-65FC-0BEDB225DF6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452262" y="690020"/>
                <a:ext cx="5508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3C66BCC-2B1B-EE85-3626-33E786A3F787}"/>
                  </a:ext>
                </a:extLst>
              </p14:cNvPr>
              <p14:cNvContentPartPr/>
              <p14:nvPr/>
            </p14:nvContentPartPr>
            <p14:xfrm>
              <a:off x="4415542" y="754100"/>
              <a:ext cx="130680" cy="169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3C66BCC-2B1B-EE85-3626-33E786A3F78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406542" y="745100"/>
                <a:ext cx="14832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917D57D-8EE3-FEB6-B252-0C70DA8146E4}"/>
                  </a:ext>
                </a:extLst>
              </p14:cNvPr>
              <p14:cNvContentPartPr/>
              <p14:nvPr/>
            </p14:nvContentPartPr>
            <p14:xfrm>
              <a:off x="4609942" y="696140"/>
              <a:ext cx="186480" cy="943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917D57D-8EE3-FEB6-B252-0C70DA8146E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600942" y="687500"/>
                <a:ext cx="20412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AF776A9-1325-7D9C-16E9-C1179C98F9CC}"/>
                  </a:ext>
                </a:extLst>
              </p14:cNvPr>
              <p14:cNvContentPartPr/>
              <p14:nvPr/>
            </p14:nvContentPartPr>
            <p14:xfrm>
              <a:off x="4701742" y="722780"/>
              <a:ext cx="67680" cy="795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AF776A9-1325-7D9C-16E9-C1179C98F9C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693102" y="714140"/>
                <a:ext cx="8532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B526B92-2B8D-D30B-F3D8-C85B911D6BC8}"/>
                  </a:ext>
                </a:extLst>
              </p14:cNvPr>
              <p14:cNvContentPartPr/>
              <p14:nvPr/>
            </p14:nvContentPartPr>
            <p14:xfrm>
              <a:off x="4852222" y="624500"/>
              <a:ext cx="116640" cy="1699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B526B92-2B8D-D30B-F3D8-C85B911D6BC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843582" y="615500"/>
                <a:ext cx="13428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DCE1C67-7E12-EA5C-A188-F78593DA1FD8}"/>
                  </a:ext>
                </a:extLst>
              </p14:cNvPr>
              <p14:cNvContentPartPr/>
              <p14:nvPr/>
            </p14:nvContentPartPr>
            <p14:xfrm>
              <a:off x="4971382" y="715220"/>
              <a:ext cx="122400" cy="712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DCE1C67-7E12-EA5C-A188-F78593DA1FD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962382" y="706580"/>
                <a:ext cx="14004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8DB2448-4351-F662-5422-0F259E4C3E6F}"/>
                  </a:ext>
                </a:extLst>
              </p14:cNvPr>
              <p14:cNvContentPartPr/>
              <p14:nvPr/>
            </p14:nvContentPartPr>
            <p14:xfrm>
              <a:off x="5145982" y="721700"/>
              <a:ext cx="86040" cy="72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8DB2448-4351-F662-5422-0F259E4C3E6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137342" y="712700"/>
                <a:ext cx="10368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37997D4-37FA-90FC-355E-ED55DA3573C0}"/>
                  </a:ext>
                </a:extLst>
              </p14:cNvPr>
              <p14:cNvContentPartPr/>
              <p14:nvPr/>
            </p14:nvContentPartPr>
            <p14:xfrm>
              <a:off x="5359462" y="680300"/>
              <a:ext cx="55440" cy="1177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37997D4-37FA-90FC-355E-ED55DA3573C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350462" y="671660"/>
                <a:ext cx="7308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66FD4B1-9B09-6F4D-22D3-85CB19C69565}"/>
                  </a:ext>
                </a:extLst>
              </p14:cNvPr>
              <p14:cNvContentPartPr/>
              <p14:nvPr/>
            </p14:nvContentPartPr>
            <p14:xfrm>
              <a:off x="5396542" y="584180"/>
              <a:ext cx="221760" cy="2559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66FD4B1-9B09-6F4D-22D3-85CB19C6956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387902" y="575540"/>
                <a:ext cx="23940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F5796AC-63EA-E08B-F110-0DEBF2AEAD1B}"/>
                  </a:ext>
                </a:extLst>
              </p14:cNvPr>
              <p14:cNvContentPartPr/>
              <p14:nvPr/>
            </p14:nvContentPartPr>
            <p14:xfrm>
              <a:off x="3557302" y="574460"/>
              <a:ext cx="197280" cy="4957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F5796AC-63EA-E08B-F110-0DEBF2AEAD1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548302" y="565460"/>
                <a:ext cx="214920" cy="51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8755D90-E396-2B27-D840-A9E86342AD78}"/>
                  </a:ext>
                </a:extLst>
              </p14:cNvPr>
              <p14:cNvContentPartPr/>
              <p14:nvPr/>
            </p14:nvContentPartPr>
            <p14:xfrm>
              <a:off x="5529382" y="482300"/>
              <a:ext cx="241200" cy="4705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8755D90-E396-2B27-D840-A9E86342AD7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520742" y="473660"/>
                <a:ext cx="258840" cy="48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BF04CDBC-C2B7-35C0-8D58-AB4BC7094BCD}"/>
              </a:ext>
            </a:extLst>
          </p:cNvPr>
          <p:cNvGrpSpPr/>
          <p:nvPr/>
        </p:nvGrpSpPr>
        <p:grpSpPr>
          <a:xfrm>
            <a:off x="3205942" y="1079096"/>
            <a:ext cx="2625480" cy="482040"/>
            <a:chOff x="3205942" y="1079096"/>
            <a:chExt cx="2625480" cy="48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450C4D2-74B2-91DA-8A89-1E34CB2CF5F6}"/>
                    </a:ext>
                  </a:extLst>
                </p14:cNvPr>
                <p14:cNvContentPartPr/>
                <p14:nvPr/>
              </p14:nvContentPartPr>
              <p14:xfrm>
                <a:off x="3205942" y="1079096"/>
                <a:ext cx="2625480" cy="213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450C4D2-74B2-91DA-8A89-1E34CB2CF5F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197302" y="1070096"/>
                  <a:ext cx="26431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DC47BEB-B7ED-B9F7-F90C-9A70B41B9929}"/>
                    </a:ext>
                  </a:extLst>
                </p14:cNvPr>
                <p14:cNvContentPartPr/>
                <p14:nvPr/>
              </p14:nvContentPartPr>
              <p14:xfrm>
                <a:off x="4386382" y="1515056"/>
                <a:ext cx="159480" cy="5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DC47BEB-B7ED-B9F7-F90C-9A70B41B992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377382" y="1506056"/>
                  <a:ext cx="1771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D4F598E-F68C-A6C0-7EEB-B234F8C967F4}"/>
                    </a:ext>
                  </a:extLst>
                </p14:cNvPr>
                <p14:cNvContentPartPr/>
                <p14:nvPr/>
              </p14:nvContentPartPr>
              <p14:xfrm>
                <a:off x="4407622" y="1444856"/>
                <a:ext cx="138240" cy="22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D4F598E-F68C-A6C0-7EEB-B234F8C967F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398622" y="1436216"/>
                  <a:ext cx="1558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144C2C7-164D-7263-0902-6669E99711C3}"/>
                    </a:ext>
                  </a:extLst>
                </p14:cNvPr>
                <p14:cNvContentPartPr/>
                <p14:nvPr/>
              </p14:nvContentPartPr>
              <p14:xfrm>
                <a:off x="4757182" y="1336496"/>
                <a:ext cx="225360" cy="224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144C2C7-164D-7263-0902-6669E99711C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748182" y="1327856"/>
                  <a:ext cx="243000" cy="24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DD34FD4-F5FB-21AF-7995-EE3345183191}"/>
              </a:ext>
            </a:extLst>
          </p:cNvPr>
          <p:cNvGrpSpPr/>
          <p:nvPr/>
        </p:nvGrpSpPr>
        <p:grpSpPr>
          <a:xfrm>
            <a:off x="499822" y="1677776"/>
            <a:ext cx="2337120" cy="358920"/>
            <a:chOff x="499822" y="1677776"/>
            <a:chExt cx="2337120" cy="35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58C3F18-CFAB-19BF-B2FB-4B55935DEDCD}"/>
                    </a:ext>
                  </a:extLst>
                </p14:cNvPr>
                <p14:cNvContentPartPr/>
                <p14:nvPr/>
              </p14:nvContentPartPr>
              <p14:xfrm>
                <a:off x="541942" y="1934816"/>
                <a:ext cx="41040" cy="60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58C3F18-CFAB-19BF-B2FB-4B55935DEDC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33302" y="1926176"/>
                  <a:ext cx="586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0C85200-A629-CFCB-4C20-32DFCA466F94}"/>
                    </a:ext>
                  </a:extLst>
                </p14:cNvPr>
                <p14:cNvContentPartPr/>
                <p14:nvPr/>
              </p14:nvContentPartPr>
              <p14:xfrm>
                <a:off x="499822" y="1801976"/>
                <a:ext cx="16200" cy="151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0C85200-A629-CFCB-4C20-32DFCA466F9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90822" y="1793336"/>
                  <a:ext cx="338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5F1A216-D4A5-560D-33B6-54C95B9D4A5E}"/>
                    </a:ext>
                  </a:extLst>
                </p14:cNvPr>
                <p14:cNvContentPartPr/>
                <p14:nvPr/>
              </p14:nvContentPartPr>
              <p14:xfrm>
                <a:off x="600622" y="1918976"/>
                <a:ext cx="186120" cy="89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5F1A216-D4A5-560D-33B6-54C95B9D4A5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91622" y="1910336"/>
                  <a:ext cx="2037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A18E52E-F8C2-088C-9FA2-55D6ED841C59}"/>
                    </a:ext>
                  </a:extLst>
                </p14:cNvPr>
                <p14:cNvContentPartPr/>
                <p14:nvPr/>
              </p14:nvContentPartPr>
              <p14:xfrm>
                <a:off x="1057822" y="1862096"/>
                <a:ext cx="204120" cy="1746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A18E52E-F8C2-088C-9FA2-55D6ED841C5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48822" y="1853456"/>
                  <a:ext cx="2217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9D611A5-5ECA-2C5E-E625-5CB5C6172F1C}"/>
                    </a:ext>
                  </a:extLst>
                </p14:cNvPr>
                <p14:cNvContentPartPr/>
                <p14:nvPr/>
              </p14:nvContentPartPr>
              <p14:xfrm>
                <a:off x="1148542" y="1950296"/>
                <a:ext cx="127440" cy="11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9D611A5-5ECA-2C5E-E625-5CB5C6172F1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39902" y="1941656"/>
                  <a:ext cx="1450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06511F5-DC71-4E26-D3B4-3A9E345A65AA}"/>
                    </a:ext>
                  </a:extLst>
                </p14:cNvPr>
                <p14:cNvContentPartPr/>
                <p14:nvPr/>
              </p14:nvContentPartPr>
              <p14:xfrm>
                <a:off x="1344742" y="1934456"/>
                <a:ext cx="149400" cy="11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06511F5-DC71-4E26-D3B4-3A9E345A65A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335742" y="1925816"/>
                  <a:ext cx="1670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D9C4D6B-83AA-B7B5-831E-62C6F1C10F7E}"/>
                    </a:ext>
                  </a:extLst>
                </p14:cNvPr>
                <p14:cNvContentPartPr/>
                <p14:nvPr/>
              </p14:nvContentPartPr>
              <p14:xfrm>
                <a:off x="1558222" y="1677776"/>
                <a:ext cx="159480" cy="284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D9C4D6B-83AA-B7B5-831E-62C6F1C10F7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549582" y="1669136"/>
                  <a:ext cx="17712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B3F6214-E35C-CBD6-0C58-AD8A4E8C89AB}"/>
                    </a:ext>
                  </a:extLst>
                </p14:cNvPr>
                <p14:cNvContentPartPr/>
                <p14:nvPr/>
              </p14:nvContentPartPr>
              <p14:xfrm>
                <a:off x="1810222" y="1870016"/>
                <a:ext cx="125640" cy="108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B3F6214-E35C-CBD6-0C58-AD8A4E8C89A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801222" y="1861376"/>
                  <a:ext cx="1432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03C7F7A-31B5-DC50-D575-8023F7E3AC88}"/>
                    </a:ext>
                  </a:extLst>
                </p14:cNvPr>
                <p14:cNvContentPartPr/>
                <p14:nvPr/>
              </p14:nvContentPartPr>
              <p14:xfrm>
                <a:off x="1988062" y="1918976"/>
                <a:ext cx="244440" cy="640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03C7F7A-31B5-DC50-D575-8023F7E3AC8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979422" y="1910336"/>
                  <a:ext cx="2620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84B2727-89BD-DD94-9C77-999113C7B038}"/>
                    </a:ext>
                  </a:extLst>
                </p14:cNvPr>
                <p14:cNvContentPartPr/>
                <p14:nvPr/>
              </p14:nvContentPartPr>
              <p14:xfrm>
                <a:off x="2337982" y="1882976"/>
                <a:ext cx="136080" cy="108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84B2727-89BD-DD94-9C77-999113C7B03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328982" y="1873976"/>
                  <a:ext cx="1537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5D90D6B-0304-5382-75C7-34FDB81B97BA}"/>
                    </a:ext>
                  </a:extLst>
                </p14:cNvPr>
                <p14:cNvContentPartPr/>
                <p14:nvPr/>
              </p14:nvContentPartPr>
              <p14:xfrm>
                <a:off x="2525182" y="1918976"/>
                <a:ext cx="55080" cy="709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5D90D6B-0304-5382-75C7-34FDB81B97B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516182" y="1910336"/>
                  <a:ext cx="727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C4B48B4-21C5-24A4-774E-9A752F13EE4E}"/>
                    </a:ext>
                  </a:extLst>
                </p14:cNvPr>
                <p14:cNvContentPartPr/>
                <p14:nvPr/>
              </p14:nvContentPartPr>
              <p14:xfrm>
                <a:off x="2482702" y="1759496"/>
                <a:ext cx="21240" cy="30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C4B48B4-21C5-24A4-774E-9A752F13EE4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473702" y="1750856"/>
                  <a:ext cx="388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F232188-1776-D81D-A51B-B758727B2B0F}"/>
                    </a:ext>
                  </a:extLst>
                </p14:cNvPr>
                <p14:cNvContentPartPr/>
                <p14:nvPr/>
              </p14:nvContentPartPr>
              <p14:xfrm>
                <a:off x="2641822" y="1881176"/>
                <a:ext cx="195120" cy="88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F232188-1776-D81D-A51B-B758727B2B0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633182" y="1872176"/>
                  <a:ext cx="212760" cy="10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C1736681-02D0-8718-8737-512407D0BC89}"/>
              </a:ext>
            </a:extLst>
          </p:cNvPr>
          <p:cNvGrpSpPr/>
          <p:nvPr/>
        </p:nvGrpSpPr>
        <p:grpSpPr>
          <a:xfrm>
            <a:off x="578302" y="2322896"/>
            <a:ext cx="5658120" cy="558720"/>
            <a:chOff x="578302" y="2322896"/>
            <a:chExt cx="5658120" cy="55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EC56065-86D7-2CAC-4361-D1E6F46AE24C}"/>
                    </a:ext>
                  </a:extLst>
                </p14:cNvPr>
                <p14:cNvContentPartPr/>
                <p14:nvPr/>
              </p14:nvContentPartPr>
              <p14:xfrm>
                <a:off x="793942" y="2538176"/>
                <a:ext cx="119160" cy="2430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EC56065-86D7-2CAC-4361-D1E6F46AE24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85302" y="2529176"/>
                  <a:ext cx="1368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C82EA8A-5AD7-AFEF-6F4A-28C0A4560CD7}"/>
                    </a:ext>
                  </a:extLst>
                </p14:cNvPr>
                <p14:cNvContentPartPr/>
                <p14:nvPr/>
              </p14:nvContentPartPr>
              <p14:xfrm>
                <a:off x="1071142" y="2652656"/>
                <a:ext cx="106560" cy="12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C82EA8A-5AD7-AFEF-6F4A-28C0A4560CD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62142" y="2643656"/>
                  <a:ext cx="1242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925C31B-9C5B-BE94-2B1D-241BA0363FB1}"/>
                    </a:ext>
                  </a:extLst>
                </p14:cNvPr>
                <p14:cNvContentPartPr/>
                <p14:nvPr/>
              </p14:nvContentPartPr>
              <p14:xfrm>
                <a:off x="1307662" y="2578856"/>
                <a:ext cx="162720" cy="170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925C31B-9C5B-BE94-2B1D-241BA0363FB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298662" y="2570216"/>
                  <a:ext cx="1803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B646385-97DE-8351-BD9D-6B6BFE766050}"/>
                    </a:ext>
                  </a:extLst>
                </p14:cNvPr>
                <p14:cNvContentPartPr/>
                <p14:nvPr/>
              </p14:nvContentPartPr>
              <p14:xfrm>
                <a:off x="1328902" y="2662376"/>
                <a:ext cx="117360" cy="226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B646385-97DE-8351-BD9D-6B6BFE76605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319902" y="2653376"/>
                  <a:ext cx="1350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FCD9A4B-9D2A-DE4D-F998-E0A9746BC098}"/>
                    </a:ext>
                  </a:extLst>
                </p14:cNvPr>
                <p14:cNvContentPartPr/>
                <p14:nvPr/>
              </p14:nvContentPartPr>
              <p14:xfrm>
                <a:off x="1468222" y="2509016"/>
                <a:ext cx="73800" cy="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FCD9A4B-9D2A-DE4D-F998-E0A9746BC09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459582" y="2500376"/>
                  <a:ext cx="91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724F03D-48C4-A57C-7E58-1C000378247C}"/>
                    </a:ext>
                  </a:extLst>
                </p14:cNvPr>
                <p14:cNvContentPartPr/>
                <p14:nvPr/>
              </p14:nvContentPartPr>
              <p14:xfrm>
                <a:off x="1594582" y="2424056"/>
                <a:ext cx="69840" cy="122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724F03D-48C4-A57C-7E58-1C000378247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585942" y="2415056"/>
                  <a:ext cx="874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9574F1B-2776-45B0-E5E5-C47BFF69A93C}"/>
                    </a:ext>
                  </a:extLst>
                </p14:cNvPr>
                <p14:cNvContentPartPr/>
                <p14:nvPr/>
              </p14:nvContentPartPr>
              <p14:xfrm>
                <a:off x="1775302" y="2365736"/>
                <a:ext cx="213840" cy="451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9574F1B-2776-45B0-E5E5-C47BFF69A93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766662" y="2356736"/>
                  <a:ext cx="23148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C6B85BE-42E5-F1A6-0B39-F3C929D646D0}"/>
                    </a:ext>
                  </a:extLst>
                </p14:cNvPr>
                <p14:cNvContentPartPr/>
                <p14:nvPr/>
              </p14:nvContentPartPr>
              <p14:xfrm>
                <a:off x="578302" y="2429456"/>
                <a:ext cx="187920" cy="4521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C6B85BE-42E5-F1A6-0B39-F3C929D646D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69662" y="2420816"/>
                  <a:ext cx="20556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0DE49EC-637B-9612-6320-90161108AC34}"/>
                    </a:ext>
                  </a:extLst>
                </p14:cNvPr>
                <p14:cNvContentPartPr/>
                <p14:nvPr/>
              </p14:nvContentPartPr>
              <p14:xfrm>
                <a:off x="2077702" y="2475896"/>
                <a:ext cx="141480" cy="763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0DE49EC-637B-9612-6320-90161108AC3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068702" y="2466896"/>
                  <a:ext cx="1591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B666307-6467-EA21-5305-3CCEF1E7484D}"/>
                    </a:ext>
                  </a:extLst>
                </p14:cNvPr>
                <p14:cNvContentPartPr/>
                <p14:nvPr/>
              </p14:nvContentPartPr>
              <p14:xfrm>
                <a:off x="2155462" y="2481296"/>
                <a:ext cx="88560" cy="261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B666307-6467-EA21-5305-3CCEF1E7484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146462" y="2472656"/>
                  <a:ext cx="1062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46B7C83-7828-7559-D4F4-71A4A06E8E57}"/>
                    </a:ext>
                  </a:extLst>
                </p14:cNvPr>
                <p14:cNvContentPartPr/>
                <p14:nvPr/>
              </p14:nvContentPartPr>
              <p14:xfrm>
                <a:off x="2385142" y="2436656"/>
                <a:ext cx="95400" cy="2800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46B7C83-7828-7559-D4F4-71A4A06E8E5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376142" y="2427656"/>
                  <a:ext cx="1130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0656F66-0359-E223-2488-F47D7194F1B5}"/>
                    </a:ext>
                  </a:extLst>
                </p14:cNvPr>
                <p14:cNvContentPartPr/>
                <p14:nvPr/>
              </p14:nvContentPartPr>
              <p14:xfrm>
                <a:off x="2482702" y="2533496"/>
                <a:ext cx="228960" cy="2005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0656F66-0359-E223-2488-F47D7194F1B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473702" y="2524856"/>
                  <a:ext cx="2466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68B0D48-9910-B5DE-ADC5-C913257E21B0}"/>
                    </a:ext>
                  </a:extLst>
                </p14:cNvPr>
                <p14:cNvContentPartPr/>
                <p14:nvPr/>
              </p14:nvContentPartPr>
              <p14:xfrm>
                <a:off x="2505022" y="2647256"/>
                <a:ext cx="158400" cy="57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68B0D48-9910-B5DE-ADC5-C913257E21B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496382" y="2638256"/>
                  <a:ext cx="1760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E2E3CB8-2C60-4081-6DD3-149BE6E54D67}"/>
                    </a:ext>
                  </a:extLst>
                </p14:cNvPr>
                <p14:cNvContentPartPr/>
                <p14:nvPr/>
              </p14:nvContentPartPr>
              <p14:xfrm>
                <a:off x="2663422" y="2434856"/>
                <a:ext cx="164880" cy="3016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E2E3CB8-2C60-4081-6DD3-149BE6E54D6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654422" y="2425856"/>
                  <a:ext cx="18252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073BE90-F67C-F254-3AA8-F19970E6E644}"/>
                    </a:ext>
                  </a:extLst>
                </p14:cNvPr>
                <p14:cNvContentPartPr/>
                <p14:nvPr/>
              </p14:nvContentPartPr>
              <p14:xfrm>
                <a:off x="3091102" y="2631416"/>
                <a:ext cx="104040" cy="57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073BE90-F67C-F254-3AA8-F19970E6E64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082462" y="2622416"/>
                  <a:ext cx="121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115EABB-9486-D73B-7205-128E71B8311B}"/>
                    </a:ext>
                  </a:extLst>
                </p14:cNvPr>
                <p14:cNvContentPartPr/>
                <p14:nvPr/>
              </p14:nvContentPartPr>
              <p14:xfrm>
                <a:off x="3087862" y="2566616"/>
                <a:ext cx="107280" cy="15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115EABB-9486-D73B-7205-128E71B8311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079222" y="2557976"/>
                  <a:ext cx="1249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9EE07CA-1E70-BB3C-0F66-78E9885E6EC8}"/>
                    </a:ext>
                  </a:extLst>
                </p14:cNvPr>
                <p14:cNvContentPartPr/>
                <p14:nvPr/>
              </p14:nvContentPartPr>
              <p14:xfrm>
                <a:off x="3543262" y="2362496"/>
                <a:ext cx="24480" cy="130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9EE07CA-1E70-BB3C-0F66-78E9885E6EC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534622" y="2353496"/>
                  <a:ext cx="421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91E3721-A2A3-5A06-F603-99CC09EF618B}"/>
                    </a:ext>
                  </a:extLst>
                </p14:cNvPr>
                <p14:cNvContentPartPr/>
                <p14:nvPr/>
              </p14:nvContentPartPr>
              <p14:xfrm>
                <a:off x="3434182" y="2323976"/>
                <a:ext cx="202320" cy="208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91E3721-A2A3-5A06-F603-99CC09EF618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425542" y="2315336"/>
                  <a:ext cx="2199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9DE2E63-8F47-0DEC-386F-ACFD2B14D469}"/>
                    </a:ext>
                  </a:extLst>
                </p14:cNvPr>
                <p14:cNvContentPartPr/>
                <p14:nvPr/>
              </p14:nvContentPartPr>
              <p14:xfrm>
                <a:off x="3453262" y="2588576"/>
                <a:ext cx="236520" cy="57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9DE2E63-8F47-0DEC-386F-ACFD2B14D46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444262" y="2579936"/>
                  <a:ext cx="254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C9C2B92-D960-061F-424C-96D56B0AF1F3}"/>
                    </a:ext>
                  </a:extLst>
                </p14:cNvPr>
                <p14:cNvContentPartPr/>
                <p14:nvPr/>
              </p14:nvContentPartPr>
              <p14:xfrm>
                <a:off x="3476662" y="2742656"/>
                <a:ext cx="227160" cy="133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C9C2B92-D960-061F-424C-96D56B0AF1F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468022" y="2734016"/>
                  <a:ext cx="2448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243825B-24C1-8E35-BF71-A58383187B78}"/>
                    </a:ext>
                  </a:extLst>
                </p14:cNvPr>
                <p14:cNvContentPartPr/>
                <p14:nvPr/>
              </p14:nvContentPartPr>
              <p14:xfrm>
                <a:off x="4047622" y="2498216"/>
                <a:ext cx="56880" cy="2070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243825B-24C1-8E35-BF71-A58383187B7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038622" y="2489216"/>
                  <a:ext cx="745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856EEED-E407-8835-3211-71E8453F18E0}"/>
                    </a:ext>
                  </a:extLst>
                </p14:cNvPr>
                <p14:cNvContentPartPr/>
                <p14:nvPr/>
              </p14:nvContentPartPr>
              <p14:xfrm>
                <a:off x="4337782" y="2530256"/>
                <a:ext cx="36360" cy="127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856EEED-E407-8835-3211-71E8453F18E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328782" y="2521616"/>
                  <a:ext cx="540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E377BAE-EC2F-B418-7076-A2568EEAC4E3}"/>
                    </a:ext>
                  </a:extLst>
                </p14:cNvPr>
                <p14:cNvContentPartPr/>
                <p14:nvPr/>
              </p14:nvContentPartPr>
              <p14:xfrm>
                <a:off x="4304662" y="2609816"/>
                <a:ext cx="118440" cy="11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E377BAE-EC2F-B418-7076-A2568EEAC4E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296022" y="2601176"/>
                  <a:ext cx="136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8680367-3903-4DF2-A09B-FF51D6FE23B2}"/>
                    </a:ext>
                  </a:extLst>
                </p14:cNvPr>
                <p14:cNvContentPartPr/>
                <p14:nvPr/>
              </p14:nvContentPartPr>
              <p14:xfrm>
                <a:off x="4619662" y="2519816"/>
                <a:ext cx="226800" cy="207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8680367-3903-4DF2-A09B-FF51D6FE23B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611022" y="2511176"/>
                  <a:ext cx="2444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5DDCE5C-62ED-1250-4C57-5B564EAD7D53}"/>
                    </a:ext>
                  </a:extLst>
                </p14:cNvPr>
                <p14:cNvContentPartPr/>
                <p14:nvPr/>
              </p14:nvContentPartPr>
              <p14:xfrm>
                <a:off x="4714702" y="2641856"/>
                <a:ext cx="96840" cy="50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5DDCE5C-62ED-1250-4C57-5B564EAD7D5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705702" y="2633216"/>
                  <a:ext cx="1144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119ABA1-1746-7DB8-52B6-5FA5B50C1C44}"/>
                    </a:ext>
                  </a:extLst>
                </p14:cNvPr>
                <p14:cNvContentPartPr/>
                <p14:nvPr/>
              </p14:nvContentPartPr>
              <p14:xfrm>
                <a:off x="4812262" y="2434856"/>
                <a:ext cx="89640" cy="115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119ABA1-1746-7DB8-52B6-5FA5B50C1C4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803262" y="2425856"/>
                  <a:ext cx="1072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53DA456-C059-3A73-1F99-A63C04E6B818}"/>
                    </a:ext>
                  </a:extLst>
                </p14:cNvPr>
                <p14:cNvContentPartPr/>
                <p14:nvPr/>
              </p14:nvContentPartPr>
              <p14:xfrm>
                <a:off x="4997302" y="2360336"/>
                <a:ext cx="42480" cy="1015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53DA456-C059-3A73-1F99-A63C04E6B81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988302" y="2351336"/>
                  <a:ext cx="601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FFD775C-FB9C-5C76-E788-B2F07EE1F701}"/>
                    </a:ext>
                  </a:extLst>
                </p14:cNvPr>
                <p14:cNvContentPartPr/>
                <p14:nvPr/>
              </p14:nvContentPartPr>
              <p14:xfrm>
                <a:off x="5156782" y="2344136"/>
                <a:ext cx="177840" cy="3542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FFD775C-FB9C-5C76-E788-B2F07EE1F70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147782" y="2335496"/>
                  <a:ext cx="19548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FF694FE-E589-7B4E-46C6-74A6E339D0FA}"/>
                    </a:ext>
                  </a:extLst>
                </p14:cNvPr>
                <p14:cNvContentPartPr/>
                <p14:nvPr/>
              </p14:nvContentPartPr>
              <p14:xfrm>
                <a:off x="3842062" y="2405336"/>
                <a:ext cx="145440" cy="3934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FF694FE-E589-7B4E-46C6-74A6E339D0F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833422" y="2396696"/>
                  <a:ext cx="16308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CF4C08B-369D-C6B1-3ED8-5032B95F37AD}"/>
                    </a:ext>
                  </a:extLst>
                </p14:cNvPr>
                <p14:cNvContentPartPr/>
                <p14:nvPr/>
              </p14:nvContentPartPr>
              <p14:xfrm>
                <a:off x="5449102" y="2392016"/>
                <a:ext cx="314640" cy="259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CF4C08B-369D-C6B1-3ED8-5032B95F37A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440102" y="2383376"/>
                  <a:ext cx="3322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1A9B933-8876-2478-3432-5A56A6B74DE3}"/>
                    </a:ext>
                  </a:extLst>
                </p14:cNvPr>
                <p14:cNvContentPartPr/>
                <p14:nvPr/>
              </p14:nvContentPartPr>
              <p14:xfrm>
                <a:off x="5532982" y="2402456"/>
                <a:ext cx="123840" cy="2851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1A9B933-8876-2478-3432-5A56A6B74DE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523982" y="2393816"/>
                  <a:ext cx="1414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B8FCD8B-976C-D6A5-F21B-346BBE74AF28}"/>
                    </a:ext>
                  </a:extLst>
                </p14:cNvPr>
                <p14:cNvContentPartPr/>
                <p14:nvPr/>
              </p14:nvContentPartPr>
              <p14:xfrm>
                <a:off x="5805142" y="2322896"/>
                <a:ext cx="122400" cy="3517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B8FCD8B-976C-D6A5-F21B-346BBE74AF2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796142" y="2314256"/>
                  <a:ext cx="14004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FA53CD6-DADD-D85A-D9EE-A57B60C00DB3}"/>
                    </a:ext>
                  </a:extLst>
                </p14:cNvPr>
                <p14:cNvContentPartPr/>
                <p14:nvPr/>
              </p14:nvContentPartPr>
              <p14:xfrm>
                <a:off x="5900902" y="2480216"/>
                <a:ext cx="164880" cy="167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FA53CD6-DADD-D85A-D9EE-A57B60C00DB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891902" y="2471216"/>
                  <a:ext cx="1825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F803E30-6420-9289-09DF-0D946FDCD449}"/>
                    </a:ext>
                  </a:extLst>
                </p14:cNvPr>
                <p14:cNvContentPartPr/>
                <p14:nvPr/>
              </p14:nvContentPartPr>
              <p14:xfrm>
                <a:off x="5923222" y="2567696"/>
                <a:ext cx="116280" cy="57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F803E30-6420-9289-09DF-0D946FDCD44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914582" y="2558696"/>
                  <a:ext cx="133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830A35C-649C-BA07-6D55-8D804A62F81C}"/>
                    </a:ext>
                  </a:extLst>
                </p14:cNvPr>
                <p14:cNvContentPartPr/>
                <p14:nvPr/>
              </p14:nvContentPartPr>
              <p14:xfrm>
                <a:off x="6054982" y="2322896"/>
                <a:ext cx="181440" cy="3308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830A35C-649C-BA07-6D55-8D804A62F81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046342" y="2314256"/>
                  <a:ext cx="199080" cy="34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3BFA84F-D602-6625-E18A-8B186AC17125}"/>
              </a:ext>
            </a:extLst>
          </p:cNvPr>
          <p:cNvGrpSpPr/>
          <p:nvPr/>
        </p:nvGrpSpPr>
        <p:grpSpPr>
          <a:xfrm>
            <a:off x="698182" y="3269336"/>
            <a:ext cx="2093040" cy="700200"/>
            <a:chOff x="698182" y="3269336"/>
            <a:chExt cx="2093040" cy="70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B302F6B-6510-E616-3594-56CEA52EBA7B}"/>
                    </a:ext>
                  </a:extLst>
                </p14:cNvPr>
                <p14:cNvContentPartPr/>
                <p14:nvPr/>
              </p14:nvContentPartPr>
              <p14:xfrm>
                <a:off x="698182" y="3410096"/>
                <a:ext cx="82440" cy="2541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B302F6B-6510-E616-3594-56CEA52EBA7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9542" y="3401456"/>
                  <a:ext cx="1000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DE811EE-2555-808C-7F4C-2B0961B2AFC2}"/>
                    </a:ext>
                  </a:extLst>
                </p14:cNvPr>
                <p14:cNvContentPartPr/>
                <p14:nvPr/>
              </p14:nvContentPartPr>
              <p14:xfrm>
                <a:off x="744262" y="3559496"/>
                <a:ext cx="91080" cy="183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DE811EE-2555-808C-7F4C-2B0961B2AFC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35262" y="3550856"/>
                  <a:ext cx="1087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F74E8EE-4BC9-B7CD-B7A2-9A0B6E370EC2}"/>
                    </a:ext>
                  </a:extLst>
                </p14:cNvPr>
                <p14:cNvContentPartPr/>
                <p14:nvPr/>
              </p14:nvContentPartPr>
              <p14:xfrm>
                <a:off x="797182" y="3434216"/>
                <a:ext cx="87840" cy="1998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F74E8EE-4BC9-B7CD-B7A2-9A0B6E370EC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88542" y="3425216"/>
                  <a:ext cx="1054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26ADB0D-DED8-9B31-B6EA-4A239483F4C4}"/>
                    </a:ext>
                  </a:extLst>
                </p14:cNvPr>
                <p14:cNvContentPartPr/>
                <p14:nvPr/>
              </p14:nvContentPartPr>
              <p14:xfrm>
                <a:off x="958462" y="3356816"/>
                <a:ext cx="129240" cy="3171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26ADB0D-DED8-9B31-B6EA-4A239483F4C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49822" y="3348176"/>
                  <a:ext cx="14688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E213898-1FEA-9E06-5EBD-9DC9125A0A34}"/>
                    </a:ext>
                  </a:extLst>
                </p14:cNvPr>
                <p14:cNvContentPartPr/>
                <p14:nvPr/>
              </p14:nvContentPartPr>
              <p14:xfrm>
                <a:off x="1057822" y="3478496"/>
                <a:ext cx="187560" cy="1695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E213898-1FEA-9E06-5EBD-9DC9125A0A3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48822" y="3469496"/>
                  <a:ext cx="2052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ACF21AC-91A6-B056-A94F-83982D592CCF}"/>
                    </a:ext>
                  </a:extLst>
                </p14:cNvPr>
                <p14:cNvContentPartPr/>
                <p14:nvPr/>
              </p14:nvContentPartPr>
              <p14:xfrm>
                <a:off x="1074022" y="3556256"/>
                <a:ext cx="143640" cy="154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ACF21AC-91A6-B056-A94F-83982D592CC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65022" y="3547616"/>
                  <a:ext cx="1612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8FF77AF-A1FB-562C-5885-CB6FF4224E2B}"/>
                    </a:ext>
                  </a:extLst>
                </p14:cNvPr>
                <p14:cNvContentPartPr/>
                <p14:nvPr/>
              </p14:nvContentPartPr>
              <p14:xfrm>
                <a:off x="1248982" y="3370496"/>
                <a:ext cx="122400" cy="3128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8FF77AF-A1FB-562C-5885-CB6FF4224E2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240342" y="3361496"/>
                  <a:ext cx="14004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42617A8-7B79-859C-1BFE-CCA42DC8BC87}"/>
                    </a:ext>
                  </a:extLst>
                </p14:cNvPr>
                <p14:cNvContentPartPr/>
                <p14:nvPr/>
              </p14:nvContentPartPr>
              <p14:xfrm>
                <a:off x="1567222" y="3608456"/>
                <a:ext cx="86400" cy="280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42617A8-7B79-859C-1BFE-CCA42DC8BC8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558222" y="3599456"/>
                  <a:ext cx="1040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B614A6F-F2E2-551F-B04B-8868E9A747C9}"/>
                    </a:ext>
                  </a:extLst>
                </p14:cNvPr>
                <p14:cNvContentPartPr/>
                <p14:nvPr/>
              </p14:nvContentPartPr>
              <p14:xfrm>
                <a:off x="1530142" y="3545456"/>
                <a:ext cx="107640" cy="111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B614A6F-F2E2-551F-B04B-8868E9A747C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521142" y="3536816"/>
                  <a:ext cx="125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883916C-5014-6EC0-8E67-94096C312DA0}"/>
                    </a:ext>
                  </a:extLst>
                </p14:cNvPr>
                <p14:cNvContentPartPr/>
                <p14:nvPr/>
              </p14:nvContentPartPr>
              <p14:xfrm>
                <a:off x="1837222" y="3328376"/>
                <a:ext cx="114120" cy="835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883916C-5014-6EC0-8E67-94096C312DA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828222" y="3319736"/>
                  <a:ext cx="1317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3C149D9-DFE8-1AF8-A535-9255F9D24F9C}"/>
                    </a:ext>
                  </a:extLst>
                </p14:cNvPr>
                <p14:cNvContentPartPr/>
                <p14:nvPr/>
              </p14:nvContentPartPr>
              <p14:xfrm>
                <a:off x="1928662" y="3343856"/>
                <a:ext cx="75600" cy="1710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3C149D9-DFE8-1AF8-A535-9255F9D24F9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920022" y="3334856"/>
                  <a:ext cx="932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CFB0CFE-7331-2DA0-F479-8645F82840DD}"/>
                    </a:ext>
                  </a:extLst>
                </p14:cNvPr>
                <p14:cNvContentPartPr/>
                <p14:nvPr/>
              </p14:nvContentPartPr>
              <p14:xfrm>
                <a:off x="2084182" y="3274736"/>
                <a:ext cx="116640" cy="2728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CFB0CFE-7331-2DA0-F479-8645F82840D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075542" y="3265736"/>
                  <a:ext cx="1342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3E32175-9001-6395-D353-4347DAE1EF83}"/>
                    </a:ext>
                  </a:extLst>
                </p14:cNvPr>
                <p14:cNvContentPartPr/>
                <p14:nvPr/>
              </p14:nvContentPartPr>
              <p14:xfrm>
                <a:off x="2195422" y="3384896"/>
                <a:ext cx="140040" cy="1022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3E32175-9001-6395-D353-4347DAE1EF8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186782" y="3376256"/>
                  <a:ext cx="1576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F9C4418-AFF8-4188-41F7-0685C5091F5D}"/>
                    </a:ext>
                  </a:extLst>
                </p14:cNvPr>
                <p14:cNvContentPartPr/>
                <p14:nvPr/>
              </p14:nvContentPartPr>
              <p14:xfrm>
                <a:off x="2184982" y="3444656"/>
                <a:ext cx="127800" cy="108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F9C4418-AFF8-4188-41F7-0685C5091F5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176342" y="3436016"/>
                  <a:ext cx="1454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92CF0BC-EB6A-0A1D-A1DC-E5B362698313}"/>
                    </a:ext>
                  </a:extLst>
                </p14:cNvPr>
                <p14:cNvContentPartPr/>
                <p14:nvPr/>
              </p14:nvContentPartPr>
              <p14:xfrm>
                <a:off x="2339062" y="3269336"/>
                <a:ext cx="150480" cy="258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92CF0BC-EB6A-0A1D-A1DC-E5B36269831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330062" y="3260336"/>
                  <a:ext cx="1681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AEE3D1C-3AB4-CA1F-F326-A283EDD5DD8C}"/>
                    </a:ext>
                  </a:extLst>
                </p14:cNvPr>
                <p14:cNvContentPartPr/>
                <p14:nvPr/>
              </p14:nvContentPartPr>
              <p14:xfrm>
                <a:off x="1881502" y="3599096"/>
                <a:ext cx="596160" cy="27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AEE3D1C-3AB4-CA1F-F326-A283EDD5DD8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872502" y="3590096"/>
                  <a:ext cx="6138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46F6D2E-80EC-5397-7530-6524E3D728DA}"/>
                    </a:ext>
                  </a:extLst>
                </p14:cNvPr>
                <p14:cNvContentPartPr/>
                <p14:nvPr/>
              </p14:nvContentPartPr>
              <p14:xfrm>
                <a:off x="1893022" y="3760376"/>
                <a:ext cx="198000" cy="1584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46F6D2E-80EC-5397-7530-6524E3D728D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884022" y="3751736"/>
                  <a:ext cx="2156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CE1EE75-CA98-1582-642D-82F3248E4AB0}"/>
                    </a:ext>
                  </a:extLst>
                </p14:cNvPr>
                <p14:cNvContentPartPr/>
                <p14:nvPr/>
              </p14:nvContentPartPr>
              <p14:xfrm>
                <a:off x="1952422" y="3774416"/>
                <a:ext cx="73440" cy="1386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CE1EE75-CA98-1582-642D-82F3248E4AB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943422" y="3765416"/>
                  <a:ext cx="9108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70B52D0-C359-B34D-662C-CDDCAE8591A6}"/>
                    </a:ext>
                  </a:extLst>
                </p14:cNvPr>
                <p14:cNvContentPartPr/>
                <p14:nvPr/>
              </p14:nvContentPartPr>
              <p14:xfrm>
                <a:off x="2152582" y="3753176"/>
                <a:ext cx="74880" cy="1868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70B52D0-C359-B34D-662C-CDDCAE8591A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143942" y="3744176"/>
                  <a:ext cx="925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497AB96-FC3B-6982-312D-315E4BF53849}"/>
                    </a:ext>
                  </a:extLst>
                </p14:cNvPr>
                <p14:cNvContentPartPr/>
                <p14:nvPr/>
              </p14:nvContentPartPr>
              <p14:xfrm>
                <a:off x="2243302" y="3802496"/>
                <a:ext cx="189360" cy="1267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497AB96-FC3B-6982-312D-315E4BF5384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234302" y="3793856"/>
                  <a:ext cx="2070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6015EA3-1571-B7EC-9049-C6DFD369EBF7}"/>
                    </a:ext>
                  </a:extLst>
                </p14:cNvPr>
                <p14:cNvContentPartPr/>
                <p14:nvPr/>
              </p14:nvContentPartPr>
              <p14:xfrm>
                <a:off x="2259142" y="3875216"/>
                <a:ext cx="127800" cy="57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6015EA3-1571-B7EC-9049-C6DFD369EBF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250502" y="3866576"/>
                  <a:ext cx="145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A47D667-0DE3-9B14-CD19-FC945AD2469F}"/>
                    </a:ext>
                  </a:extLst>
                </p14:cNvPr>
                <p14:cNvContentPartPr/>
                <p14:nvPr/>
              </p14:nvContentPartPr>
              <p14:xfrm>
                <a:off x="2386942" y="3726536"/>
                <a:ext cx="129600" cy="2430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A47D667-0DE3-9B14-CD19-FC945AD2469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377942" y="3717536"/>
                  <a:ext cx="1472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9C628BB-96A7-1D75-FE2C-DADB52789FA3}"/>
                    </a:ext>
                  </a:extLst>
                </p14:cNvPr>
                <p14:cNvContentPartPr/>
                <p14:nvPr/>
              </p14:nvContentPartPr>
              <p14:xfrm>
                <a:off x="2679982" y="3646256"/>
                <a:ext cx="111240" cy="115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9C628BB-96A7-1D75-FE2C-DADB52789FA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671342" y="3637616"/>
                  <a:ext cx="1288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A920A06-E7F6-954C-D5E2-BE372F570121}"/>
                    </a:ext>
                  </a:extLst>
                </p14:cNvPr>
                <p14:cNvContentPartPr/>
                <p14:nvPr/>
              </p14:nvContentPartPr>
              <p14:xfrm>
                <a:off x="2673142" y="3583256"/>
                <a:ext cx="81000" cy="212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A920A06-E7F6-954C-D5E2-BE372F57012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664142" y="3574616"/>
                  <a:ext cx="9864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3DBBDAF9-F19D-DE75-5EB7-EEDB5F5D60E1}"/>
              </a:ext>
            </a:extLst>
          </p:cNvPr>
          <p:cNvGrpSpPr/>
          <p:nvPr/>
        </p:nvGrpSpPr>
        <p:grpSpPr>
          <a:xfrm>
            <a:off x="3061582" y="3338096"/>
            <a:ext cx="218520" cy="249120"/>
            <a:chOff x="3061582" y="3338096"/>
            <a:chExt cx="218520" cy="24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A3C45F6-2BE2-37DB-CB15-51326CD05EAD}"/>
                    </a:ext>
                  </a:extLst>
                </p14:cNvPr>
                <p14:cNvContentPartPr/>
                <p14:nvPr/>
              </p14:nvContentPartPr>
              <p14:xfrm>
                <a:off x="3193342" y="3407216"/>
                <a:ext cx="12600" cy="896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A3C45F6-2BE2-37DB-CB15-51326CD05EA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184702" y="3398216"/>
                  <a:ext cx="302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C2491B8-5253-9A6A-380E-FDB9E09E1605}"/>
                    </a:ext>
                  </a:extLst>
                </p14:cNvPr>
                <p14:cNvContentPartPr/>
                <p14:nvPr/>
              </p14:nvContentPartPr>
              <p14:xfrm>
                <a:off x="3061582" y="3338096"/>
                <a:ext cx="208080" cy="169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C2491B8-5253-9A6A-380E-FDB9E09E160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052942" y="3329456"/>
                  <a:ext cx="2257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381438F-2244-252D-1404-C757F8A94C1C}"/>
                    </a:ext>
                  </a:extLst>
                </p14:cNvPr>
                <p14:cNvContentPartPr/>
                <p14:nvPr/>
              </p14:nvContentPartPr>
              <p14:xfrm>
                <a:off x="3090022" y="3572456"/>
                <a:ext cx="190080" cy="14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381438F-2244-252D-1404-C757F8A94C1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081382" y="3563456"/>
                  <a:ext cx="207720" cy="3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9629FEC3-8394-C0F1-E600-4C4A17249ED3}"/>
                  </a:ext>
                </a:extLst>
              </p14:cNvPr>
              <p14:cNvContentPartPr/>
              <p14:nvPr/>
            </p14:nvContentPartPr>
            <p14:xfrm>
              <a:off x="3114502" y="3715376"/>
              <a:ext cx="144360" cy="11376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9629FEC3-8394-C0F1-E600-4C4A17249ED3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3105862" y="3706376"/>
                <a:ext cx="162000" cy="1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5" name="Group 134">
            <a:extLst>
              <a:ext uri="{FF2B5EF4-FFF2-40B4-BE49-F238E27FC236}">
                <a16:creationId xmlns:a16="http://schemas.microsoft.com/office/drawing/2014/main" id="{AFD69C30-DE6C-6CC1-DEBC-50509B107ED9}"/>
              </a:ext>
            </a:extLst>
          </p:cNvPr>
          <p:cNvGrpSpPr/>
          <p:nvPr/>
        </p:nvGrpSpPr>
        <p:grpSpPr>
          <a:xfrm>
            <a:off x="3650182" y="3194816"/>
            <a:ext cx="919440" cy="314640"/>
            <a:chOff x="3650182" y="3194816"/>
            <a:chExt cx="919440" cy="31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92FCBCF-D0F9-0B23-02FE-4CAAA30129BC}"/>
                    </a:ext>
                  </a:extLst>
                </p14:cNvPr>
                <p14:cNvContentPartPr/>
                <p14:nvPr/>
              </p14:nvContentPartPr>
              <p14:xfrm>
                <a:off x="3650182" y="3337376"/>
                <a:ext cx="65880" cy="1425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92FCBCF-D0F9-0B23-02FE-4CAAA30129B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641542" y="3328376"/>
                  <a:ext cx="835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0E18DEB-BB6B-66AF-98EE-6C7CAC0C4282}"/>
                    </a:ext>
                  </a:extLst>
                </p14:cNvPr>
                <p14:cNvContentPartPr/>
                <p14:nvPr/>
              </p14:nvContentPartPr>
              <p14:xfrm>
                <a:off x="3859342" y="3370496"/>
                <a:ext cx="47160" cy="1173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0E18DEB-BB6B-66AF-98EE-6C7CAC0C428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850702" y="3361496"/>
                  <a:ext cx="648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1FCC4E1-8CA4-0D50-C506-0BCB2E749B65}"/>
                    </a:ext>
                  </a:extLst>
                </p14:cNvPr>
                <p14:cNvContentPartPr/>
                <p14:nvPr/>
              </p14:nvContentPartPr>
              <p14:xfrm>
                <a:off x="3822262" y="3412976"/>
                <a:ext cx="133200" cy="165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1FCC4E1-8CA4-0D50-C506-0BCB2E749B6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813622" y="3403976"/>
                  <a:ext cx="1508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7DA78B3-DB16-C8C8-19D2-2220F7B35C35}"/>
                    </a:ext>
                  </a:extLst>
                </p14:cNvPr>
                <p14:cNvContentPartPr/>
                <p14:nvPr/>
              </p14:nvContentPartPr>
              <p14:xfrm>
                <a:off x="4114582" y="3342416"/>
                <a:ext cx="166680" cy="1670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7DA78B3-DB16-C8C8-19D2-2220F7B35C3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105942" y="3333776"/>
                  <a:ext cx="1843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B018BFE-8EA0-4A35-A21C-BCCD2B756B2A}"/>
                    </a:ext>
                  </a:extLst>
                </p14:cNvPr>
                <p14:cNvContentPartPr/>
                <p14:nvPr/>
              </p14:nvContentPartPr>
              <p14:xfrm>
                <a:off x="4121782" y="3428096"/>
                <a:ext cx="147600" cy="223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B018BFE-8EA0-4A35-A21C-BCCD2B756B2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112782" y="3419096"/>
                  <a:ext cx="1652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A2F35E5-1553-786A-DBD6-1E73D051EAE0}"/>
                    </a:ext>
                  </a:extLst>
                </p14:cNvPr>
                <p14:cNvContentPartPr/>
                <p14:nvPr/>
              </p14:nvContentPartPr>
              <p14:xfrm>
                <a:off x="4332742" y="3274736"/>
                <a:ext cx="111960" cy="3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A2F35E5-1553-786A-DBD6-1E73D051EAE0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323742" y="3265736"/>
                  <a:ext cx="129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A78F631-8B34-F4DB-BED8-B0A7FAD3D0CC}"/>
                    </a:ext>
                  </a:extLst>
                </p14:cNvPr>
                <p14:cNvContentPartPr/>
                <p14:nvPr/>
              </p14:nvContentPartPr>
              <p14:xfrm>
                <a:off x="4529302" y="3194816"/>
                <a:ext cx="40320" cy="835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A78F631-8B34-F4DB-BED8-B0A7FAD3D0C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520302" y="3186176"/>
                  <a:ext cx="57960" cy="10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465FDBE2-6A62-BA5C-AD1C-EFD31B5A1533}"/>
                  </a:ext>
                </a:extLst>
              </p14:cNvPr>
              <p14:cNvContentPartPr/>
              <p14:nvPr/>
            </p14:nvContentPartPr>
            <p14:xfrm>
              <a:off x="3530302" y="3604136"/>
              <a:ext cx="924840" cy="2196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465FDBE2-6A62-BA5C-AD1C-EFD31B5A1533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3521662" y="3595136"/>
                <a:ext cx="94248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oup 142">
            <a:extLst>
              <a:ext uri="{FF2B5EF4-FFF2-40B4-BE49-F238E27FC236}">
                <a16:creationId xmlns:a16="http://schemas.microsoft.com/office/drawing/2014/main" id="{B03783E4-92F9-DCA9-9EF3-622C0443EE69}"/>
              </a:ext>
            </a:extLst>
          </p:cNvPr>
          <p:cNvGrpSpPr/>
          <p:nvPr/>
        </p:nvGrpSpPr>
        <p:grpSpPr>
          <a:xfrm>
            <a:off x="3735502" y="3715736"/>
            <a:ext cx="829440" cy="235080"/>
            <a:chOff x="3735502" y="3715736"/>
            <a:chExt cx="829440" cy="23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884BDAF-50B3-48A3-B4A1-C2508D978110}"/>
                    </a:ext>
                  </a:extLst>
                </p14:cNvPr>
                <p14:cNvContentPartPr/>
                <p14:nvPr/>
              </p14:nvContentPartPr>
              <p14:xfrm>
                <a:off x="3735502" y="3762896"/>
                <a:ext cx="65160" cy="1648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884BDAF-50B3-48A3-B4A1-C2508D97811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726862" y="3753896"/>
                  <a:ext cx="828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46F194E-6340-3DF8-83EF-E3B89E331104}"/>
                    </a:ext>
                  </a:extLst>
                </p14:cNvPr>
                <p14:cNvContentPartPr/>
                <p14:nvPr/>
              </p14:nvContentPartPr>
              <p14:xfrm>
                <a:off x="3878062" y="3850736"/>
                <a:ext cx="119880" cy="93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46F194E-6340-3DF8-83EF-E3B89E33110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869422" y="3841736"/>
                  <a:ext cx="1375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BC96E58-A640-3C11-E9C6-7C8C668A10E9}"/>
                    </a:ext>
                  </a:extLst>
                </p14:cNvPr>
                <p14:cNvContentPartPr/>
                <p14:nvPr/>
              </p14:nvContentPartPr>
              <p14:xfrm>
                <a:off x="4098742" y="3774416"/>
                <a:ext cx="159480" cy="1764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BC96E58-A640-3C11-E9C6-7C8C668A10E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089742" y="3765776"/>
                  <a:ext cx="1771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33AA265-7A0D-4B7A-EA32-C2477E37AFE6}"/>
                    </a:ext>
                  </a:extLst>
                </p14:cNvPr>
                <p14:cNvContentPartPr/>
                <p14:nvPr/>
              </p14:nvContentPartPr>
              <p14:xfrm>
                <a:off x="4173622" y="3887096"/>
                <a:ext cx="84960" cy="46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33AA265-7A0D-4B7A-EA32-C2477E37AFE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164982" y="3878096"/>
                  <a:ext cx="1026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42A8F5F-E060-500C-7DB0-5214E9D9DA6A}"/>
                    </a:ext>
                  </a:extLst>
                </p14:cNvPr>
                <p14:cNvContentPartPr/>
                <p14:nvPr/>
              </p14:nvContentPartPr>
              <p14:xfrm>
                <a:off x="4295662" y="3757856"/>
                <a:ext cx="138240" cy="118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42A8F5F-E060-500C-7DB0-5214E9D9DA6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287022" y="3748856"/>
                  <a:ext cx="1558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7B30075-4F3B-0C5A-FBD1-0FDFF94CED1C}"/>
                    </a:ext>
                  </a:extLst>
                </p14:cNvPr>
                <p14:cNvContentPartPr/>
                <p14:nvPr/>
              </p14:nvContentPartPr>
              <p14:xfrm>
                <a:off x="4518502" y="3715736"/>
                <a:ext cx="46440" cy="741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7B30075-4F3B-0C5A-FBD1-0FDFF94CED1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509862" y="3707096"/>
                  <a:ext cx="64080" cy="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5AE51B90-CA92-D554-9CBD-7E5F3230D6BD}"/>
              </a:ext>
            </a:extLst>
          </p:cNvPr>
          <p:cNvGrpSpPr/>
          <p:nvPr/>
        </p:nvGrpSpPr>
        <p:grpSpPr>
          <a:xfrm>
            <a:off x="8521342" y="2960096"/>
            <a:ext cx="495720" cy="178200"/>
            <a:chOff x="8521342" y="2960096"/>
            <a:chExt cx="495720" cy="17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7BE7D97-D862-26E5-1D1E-3D52523288A4}"/>
                    </a:ext>
                  </a:extLst>
                </p14:cNvPr>
                <p14:cNvContentPartPr/>
                <p14:nvPr/>
              </p14:nvContentPartPr>
              <p14:xfrm>
                <a:off x="8521342" y="2990336"/>
                <a:ext cx="261360" cy="1393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7BE7D97-D862-26E5-1D1E-3D52523288A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512702" y="2981696"/>
                  <a:ext cx="2790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B614B99-2351-52DF-7569-77640D6A3A9E}"/>
                    </a:ext>
                  </a:extLst>
                </p14:cNvPr>
                <p14:cNvContentPartPr/>
                <p14:nvPr/>
              </p14:nvContentPartPr>
              <p14:xfrm>
                <a:off x="8823742" y="2960096"/>
                <a:ext cx="193320" cy="1782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B614B99-2351-52DF-7569-77640D6A3A9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814742" y="2951456"/>
                  <a:ext cx="210960" cy="19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6BE3016-0B76-CF9F-3B55-2129774AE3CE}"/>
              </a:ext>
            </a:extLst>
          </p:cNvPr>
          <p:cNvGrpSpPr/>
          <p:nvPr/>
        </p:nvGrpSpPr>
        <p:grpSpPr>
          <a:xfrm>
            <a:off x="9246382" y="2816816"/>
            <a:ext cx="833040" cy="267120"/>
            <a:chOff x="9246382" y="2816816"/>
            <a:chExt cx="833040" cy="26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625EFA4-1C7A-C506-3300-AA0A7C1CE2CF}"/>
                    </a:ext>
                  </a:extLst>
                </p14:cNvPr>
                <p14:cNvContentPartPr/>
                <p14:nvPr/>
              </p14:nvContentPartPr>
              <p14:xfrm>
                <a:off x="9246382" y="3008696"/>
                <a:ext cx="240120" cy="644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625EFA4-1C7A-C506-3300-AA0A7C1CE2C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237742" y="3000056"/>
                  <a:ext cx="2577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AC5AFCD-6A99-AED3-0B16-3C8E3CF21058}"/>
                    </a:ext>
                  </a:extLst>
                </p14:cNvPr>
                <p14:cNvContentPartPr/>
                <p14:nvPr/>
              </p14:nvContentPartPr>
              <p14:xfrm>
                <a:off x="9568942" y="2977016"/>
                <a:ext cx="97920" cy="1036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AC5AFCD-6A99-AED3-0B16-3C8E3CF2105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560302" y="2968016"/>
                  <a:ext cx="1155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20A721A-AE91-E36C-FEFE-46262E4A5770}"/>
                    </a:ext>
                  </a:extLst>
                </p14:cNvPr>
                <p14:cNvContentPartPr/>
                <p14:nvPr/>
              </p14:nvContentPartPr>
              <p14:xfrm>
                <a:off x="9731662" y="2816816"/>
                <a:ext cx="130320" cy="2624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20A721A-AE91-E36C-FEFE-46262E4A577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722662" y="2807816"/>
                  <a:ext cx="14796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5157A92-F96A-6330-845A-B755037EB8A2}"/>
                    </a:ext>
                  </a:extLst>
                </p14:cNvPr>
                <p14:cNvContentPartPr/>
                <p14:nvPr/>
              </p14:nvContentPartPr>
              <p14:xfrm>
                <a:off x="9914542" y="2980616"/>
                <a:ext cx="164880" cy="1033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5157A92-F96A-6330-845A-B755037EB8A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905902" y="2971976"/>
                  <a:ext cx="182520" cy="12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07C7071F-B091-EA81-0130-A288C97A3ADC}"/>
              </a:ext>
            </a:extLst>
          </p:cNvPr>
          <p:cNvGrpSpPr/>
          <p:nvPr/>
        </p:nvGrpSpPr>
        <p:grpSpPr>
          <a:xfrm>
            <a:off x="10370662" y="2929136"/>
            <a:ext cx="963720" cy="279720"/>
            <a:chOff x="10370662" y="2929136"/>
            <a:chExt cx="963720" cy="27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B1A5F8D-0F2C-DF9F-406B-97B4C059CE03}"/>
                    </a:ext>
                  </a:extLst>
                </p14:cNvPr>
                <p14:cNvContentPartPr/>
                <p14:nvPr/>
              </p14:nvContentPartPr>
              <p14:xfrm>
                <a:off x="10370662" y="3007976"/>
                <a:ext cx="109080" cy="864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B1A5F8D-0F2C-DF9F-406B-97B4C059CE0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361662" y="2998976"/>
                  <a:ext cx="1267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268ECC3-69D4-B610-330A-181AE0EEF4B4}"/>
                    </a:ext>
                  </a:extLst>
                </p14:cNvPr>
                <p14:cNvContentPartPr/>
                <p14:nvPr/>
              </p14:nvContentPartPr>
              <p14:xfrm>
                <a:off x="10588822" y="2965856"/>
                <a:ext cx="90720" cy="2430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268ECC3-69D4-B610-330A-181AE0EEF4B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580182" y="2957216"/>
                  <a:ext cx="1083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D5B25EA-C1A9-A456-9DD5-692187DBD0EE}"/>
                    </a:ext>
                  </a:extLst>
                </p14:cNvPr>
                <p14:cNvContentPartPr/>
                <p14:nvPr/>
              </p14:nvContentPartPr>
              <p14:xfrm>
                <a:off x="10734622" y="2939216"/>
                <a:ext cx="122040" cy="2433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D5B25EA-C1A9-A456-9DD5-692187DBD0EE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725622" y="2930576"/>
                  <a:ext cx="1396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B16182C-7E68-10D5-001B-B10C05541F39}"/>
                    </a:ext>
                  </a:extLst>
                </p14:cNvPr>
                <p14:cNvContentPartPr/>
                <p14:nvPr/>
              </p14:nvContentPartPr>
              <p14:xfrm>
                <a:off x="10940542" y="2929856"/>
                <a:ext cx="37800" cy="1123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B16182C-7E68-10D5-001B-B10C05541F3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931542" y="2921216"/>
                  <a:ext cx="554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49A25DC-1C91-9CF5-849D-08889005DF0F}"/>
                    </a:ext>
                  </a:extLst>
                </p14:cNvPr>
                <p14:cNvContentPartPr/>
                <p14:nvPr/>
              </p14:nvContentPartPr>
              <p14:xfrm>
                <a:off x="11070862" y="2938496"/>
                <a:ext cx="82440" cy="1242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49A25DC-1C91-9CF5-849D-08889005DF0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061862" y="2929496"/>
                  <a:ext cx="1000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197A73F4-3592-9E83-FB5A-8389A79EFEB8}"/>
                    </a:ext>
                  </a:extLst>
                </p14:cNvPr>
                <p14:cNvContentPartPr/>
                <p14:nvPr/>
              </p14:nvContentPartPr>
              <p14:xfrm>
                <a:off x="11217022" y="2929136"/>
                <a:ext cx="116640" cy="1148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197A73F4-3592-9E83-FB5A-8389A79EFEB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208382" y="2920136"/>
                  <a:ext cx="1342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28F759F-422A-607D-BC85-9FCB6FFD285A}"/>
                    </a:ext>
                  </a:extLst>
                </p14:cNvPr>
                <p14:cNvContentPartPr/>
                <p14:nvPr/>
              </p14:nvContentPartPr>
              <p14:xfrm>
                <a:off x="11242942" y="2944976"/>
                <a:ext cx="91440" cy="1198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28F759F-422A-607D-BC85-9FCB6FFD285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233942" y="2936336"/>
                  <a:ext cx="10908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9634F4AA-A275-73C0-6167-9C09B0AA6A46}"/>
              </a:ext>
            </a:extLst>
          </p:cNvPr>
          <p:cNvGrpSpPr/>
          <p:nvPr/>
        </p:nvGrpSpPr>
        <p:grpSpPr>
          <a:xfrm>
            <a:off x="8664982" y="3285176"/>
            <a:ext cx="325080" cy="448200"/>
            <a:chOff x="8664982" y="3285176"/>
            <a:chExt cx="325080" cy="44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CDA1358-E12A-1419-F5DC-8F17662D964F}"/>
                    </a:ext>
                  </a:extLst>
                </p14:cNvPr>
                <p14:cNvContentPartPr/>
                <p14:nvPr/>
              </p14:nvContentPartPr>
              <p14:xfrm>
                <a:off x="8664982" y="3465176"/>
                <a:ext cx="132480" cy="1087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CDA1358-E12A-1419-F5DC-8F17662D964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655982" y="3456176"/>
                  <a:ext cx="1501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0B3A058-2131-63F7-405F-25C4744DFA77}"/>
                    </a:ext>
                  </a:extLst>
                </p14:cNvPr>
                <p14:cNvContentPartPr/>
                <p14:nvPr/>
              </p14:nvContentPartPr>
              <p14:xfrm>
                <a:off x="8900422" y="3285176"/>
                <a:ext cx="89640" cy="4482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0B3A058-2131-63F7-405F-25C4744DFA7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891422" y="3276536"/>
                  <a:ext cx="10728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2A84480-A3FA-E60F-274B-2EF3B5EA6199}"/>
                    </a:ext>
                  </a:extLst>
                </p14:cNvPr>
                <p14:cNvContentPartPr/>
                <p14:nvPr/>
              </p14:nvContentPartPr>
              <p14:xfrm>
                <a:off x="8809702" y="3556256"/>
                <a:ext cx="180360" cy="57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2A84480-A3FA-E60F-274B-2EF3B5EA619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800702" y="3547616"/>
                  <a:ext cx="19800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0C20CFBE-0016-1E75-3DBA-BE78BC653EAC}"/>
              </a:ext>
            </a:extLst>
          </p:cNvPr>
          <p:cNvGrpSpPr/>
          <p:nvPr/>
        </p:nvGrpSpPr>
        <p:grpSpPr>
          <a:xfrm>
            <a:off x="9339982" y="3370496"/>
            <a:ext cx="431640" cy="178200"/>
            <a:chOff x="9339982" y="3370496"/>
            <a:chExt cx="431640" cy="17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B2CF91CC-7FE4-426B-2606-E3D4F97165EE}"/>
                    </a:ext>
                  </a:extLst>
                </p14:cNvPr>
                <p14:cNvContentPartPr/>
                <p14:nvPr/>
              </p14:nvContentPartPr>
              <p14:xfrm>
                <a:off x="9339982" y="3401456"/>
                <a:ext cx="144360" cy="1342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B2CF91CC-7FE4-426B-2606-E3D4F97165E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331342" y="3392456"/>
                  <a:ext cx="1620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7C86EF4-B388-87F6-7FD8-353FB84E8BA1}"/>
                    </a:ext>
                  </a:extLst>
                </p14:cNvPr>
                <p14:cNvContentPartPr/>
                <p14:nvPr/>
              </p14:nvContentPartPr>
              <p14:xfrm>
                <a:off x="9665782" y="3455456"/>
                <a:ext cx="30240" cy="932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7C86EF4-B388-87F6-7FD8-353FB84E8BA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657142" y="3446456"/>
                  <a:ext cx="478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8B445DF9-79FB-D81E-1F2B-A58E5A940FAF}"/>
                    </a:ext>
                  </a:extLst>
                </p14:cNvPr>
                <p14:cNvContentPartPr/>
                <p14:nvPr/>
              </p14:nvContentPartPr>
              <p14:xfrm>
                <a:off x="9561382" y="3370496"/>
                <a:ext cx="210240" cy="248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8B445DF9-79FB-D81E-1F2B-A58E5A940FA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552382" y="3361856"/>
                  <a:ext cx="22788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1A7CA2D5-D902-EF21-8ECD-066BDCB72E37}"/>
              </a:ext>
            </a:extLst>
          </p:cNvPr>
          <p:cNvGrpSpPr/>
          <p:nvPr/>
        </p:nvGrpSpPr>
        <p:grpSpPr>
          <a:xfrm>
            <a:off x="9988702" y="3293456"/>
            <a:ext cx="1473120" cy="416160"/>
            <a:chOff x="9988702" y="3293456"/>
            <a:chExt cx="1473120" cy="41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C8B759E-BE04-D597-6494-6B189627A1E1}"/>
                    </a:ext>
                  </a:extLst>
                </p14:cNvPr>
                <p14:cNvContentPartPr/>
                <p14:nvPr/>
              </p14:nvContentPartPr>
              <p14:xfrm>
                <a:off x="10016782" y="3497936"/>
                <a:ext cx="14760" cy="748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C8B759E-BE04-D597-6494-6B189627A1E1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008142" y="3488936"/>
                  <a:ext cx="324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FA2908BB-4B7B-390A-4BEE-EB752531C9AB}"/>
                    </a:ext>
                  </a:extLst>
                </p14:cNvPr>
                <p14:cNvContentPartPr/>
                <p14:nvPr/>
              </p14:nvContentPartPr>
              <p14:xfrm>
                <a:off x="9988702" y="3375536"/>
                <a:ext cx="5760" cy="255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FA2908BB-4B7B-390A-4BEE-EB752531C9A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980062" y="3366896"/>
                  <a:ext cx="234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66B282F8-3093-B58F-3FEE-F546B4495F3C}"/>
                    </a:ext>
                  </a:extLst>
                </p14:cNvPr>
                <p14:cNvContentPartPr/>
                <p14:nvPr/>
              </p14:nvContentPartPr>
              <p14:xfrm>
                <a:off x="10084822" y="3497936"/>
                <a:ext cx="99360" cy="583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66B282F8-3093-B58F-3FEE-F546B4495F3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075822" y="3488936"/>
                  <a:ext cx="1170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F81ACC3-BEB3-939D-4A07-2367A65A84D6}"/>
                    </a:ext>
                  </a:extLst>
                </p14:cNvPr>
                <p14:cNvContentPartPr/>
                <p14:nvPr/>
              </p14:nvContentPartPr>
              <p14:xfrm>
                <a:off x="10238902" y="3301376"/>
                <a:ext cx="74520" cy="2062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F81ACC3-BEB3-939D-4A07-2367A65A84D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230262" y="3292376"/>
                  <a:ext cx="921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AA4C36B-D6B2-93CE-0FE5-926EA2FE2ADB}"/>
                    </a:ext>
                  </a:extLst>
                </p14:cNvPr>
                <p14:cNvContentPartPr/>
                <p14:nvPr/>
              </p14:nvContentPartPr>
              <p14:xfrm>
                <a:off x="10221622" y="3440696"/>
                <a:ext cx="108360" cy="205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AA4C36B-D6B2-93CE-0FE5-926EA2FE2AD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212622" y="3432056"/>
                  <a:ext cx="126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A930F739-837E-DAAE-B9B8-549FEF7FE82B}"/>
                    </a:ext>
                  </a:extLst>
                </p14:cNvPr>
                <p14:cNvContentPartPr/>
                <p14:nvPr/>
              </p14:nvContentPartPr>
              <p14:xfrm>
                <a:off x="10393342" y="3433496"/>
                <a:ext cx="114480" cy="1238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A930F739-837E-DAAE-B9B8-549FEF7FE82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384702" y="3424856"/>
                  <a:ext cx="1321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51C0CB1-E5EA-D4E1-BDBD-8A5926820A55}"/>
                    </a:ext>
                  </a:extLst>
                </p14:cNvPr>
                <p14:cNvContentPartPr/>
                <p14:nvPr/>
              </p14:nvContentPartPr>
              <p14:xfrm>
                <a:off x="10562182" y="3429176"/>
                <a:ext cx="262440" cy="2804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51C0CB1-E5EA-D4E1-BDBD-8A5926820A55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553542" y="3420536"/>
                  <a:ext cx="2800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DD96140-A1BD-C6A7-524E-7B0B1162D283}"/>
                    </a:ext>
                  </a:extLst>
                </p14:cNvPr>
                <p14:cNvContentPartPr/>
                <p14:nvPr/>
              </p14:nvContentPartPr>
              <p14:xfrm>
                <a:off x="10928302" y="3451496"/>
                <a:ext cx="124200" cy="889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DD96140-A1BD-C6A7-524E-7B0B1162D28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919302" y="3442496"/>
                  <a:ext cx="1418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5AC2C58-F2E9-24DB-0C67-0270DC4A48C4}"/>
                    </a:ext>
                  </a:extLst>
                </p14:cNvPr>
                <p14:cNvContentPartPr/>
                <p14:nvPr/>
              </p14:nvContentPartPr>
              <p14:xfrm>
                <a:off x="11031262" y="3293456"/>
                <a:ext cx="83880" cy="2167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5AC2C58-F2E9-24DB-0C67-0270DC4A48C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022262" y="3284456"/>
                  <a:ext cx="1015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C60052F-D656-9C34-5442-BCD288792E9A}"/>
                    </a:ext>
                  </a:extLst>
                </p14:cNvPr>
                <p14:cNvContentPartPr/>
                <p14:nvPr/>
              </p14:nvContentPartPr>
              <p14:xfrm>
                <a:off x="11015062" y="3391736"/>
                <a:ext cx="127800" cy="108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C60052F-D656-9C34-5442-BCD288792E9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006422" y="3382736"/>
                  <a:ext cx="1454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D97BFCD-29D0-245F-A62C-F92AA1B0DDF1}"/>
                    </a:ext>
                  </a:extLst>
                </p14:cNvPr>
                <p14:cNvContentPartPr/>
                <p14:nvPr/>
              </p14:nvContentPartPr>
              <p14:xfrm>
                <a:off x="11195422" y="3433496"/>
                <a:ext cx="133200" cy="946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D97BFCD-29D0-245F-A62C-F92AA1B0DDF1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1186422" y="3424856"/>
                  <a:ext cx="1508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CDEC468-7CAD-7596-32D4-8B99348917AE}"/>
                    </a:ext>
                  </a:extLst>
                </p14:cNvPr>
                <p14:cNvContentPartPr/>
                <p14:nvPr/>
              </p14:nvContentPartPr>
              <p14:xfrm>
                <a:off x="11371462" y="3418376"/>
                <a:ext cx="64440" cy="1076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CDEC468-7CAD-7596-32D4-8B99348917AE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1362462" y="3409376"/>
                  <a:ext cx="820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7EFBAD2-1CB4-B7AB-FBAA-ADA40FF6B04E}"/>
                    </a:ext>
                  </a:extLst>
                </p14:cNvPr>
                <p14:cNvContentPartPr/>
                <p14:nvPr/>
              </p14:nvContentPartPr>
              <p14:xfrm>
                <a:off x="11408542" y="3395696"/>
                <a:ext cx="53280" cy="388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7EFBAD2-1CB4-B7AB-FBAA-ADA40FF6B04E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1399902" y="3386696"/>
                  <a:ext cx="7092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80E0AD75-4A45-30DD-F178-F1A288D8E75D}"/>
              </a:ext>
            </a:extLst>
          </p:cNvPr>
          <p:cNvGrpSpPr/>
          <p:nvPr/>
        </p:nvGrpSpPr>
        <p:grpSpPr>
          <a:xfrm>
            <a:off x="4773382" y="3579656"/>
            <a:ext cx="151920" cy="78120"/>
            <a:chOff x="4773382" y="3579656"/>
            <a:chExt cx="151920" cy="7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53876EDB-7F08-8FE5-76E0-B149C6128DF6}"/>
                    </a:ext>
                  </a:extLst>
                </p14:cNvPr>
                <p14:cNvContentPartPr/>
                <p14:nvPr/>
              </p14:nvContentPartPr>
              <p14:xfrm>
                <a:off x="4832782" y="3652016"/>
                <a:ext cx="92520" cy="57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53876EDB-7F08-8FE5-76E0-B149C6128DF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824142" y="3643376"/>
                  <a:ext cx="110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E7BFA37D-6E86-4819-708C-FF3D01AB8C79}"/>
                    </a:ext>
                  </a:extLst>
                </p14:cNvPr>
                <p14:cNvContentPartPr/>
                <p14:nvPr/>
              </p14:nvContentPartPr>
              <p14:xfrm>
                <a:off x="4773382" y="3579656"/>
                <a:ext cx="144360" cy="144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E7BFA37D-6E86-4819-708C-FF3D01AB8C7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764382" y="3571016"/>
                  <a:ext cx="162000" cy="3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17422C19-329A-ED26-10BC-580D51C0D4EA}"/>
                  </a:ext>
                </a:extLst>
              </p14:cNvPr>
              <p14:cNvContentPartPr/>
              <p14:nvPr/>
            </p14:nvContentPartPr>
            <p14:xfrm>
              <a:off x="5332102" y="3293456"/>
              <a:ext cx="37800" cy="15624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17422C19-329A-ED26-10BC-580D51C0D4EA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5323102" y="3284456"/>
                <a:ext cx="5544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DB135216-1AF2-22D5-5FCC-131CBA7DC458}"/>
                  </a:ext>
                </a:extLst>
              </p14:cNvPr>
              <p14:cNvContentPartPr/>
              <p14:nvPr/>
            </p14:nvContentPartPr>
            <p14:xfrm>
              <a:off x="5202502" y="3561656"/>
              <a:ext cx="326880" cy="2736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DB135216-1AF2-22D5-5FCC-131CBA7DC458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5193862" y="3553016"/>
                <a:ext cx="3445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A516837E-F9E5-9B96-690D-9754C1D44FE0}"/>
                  </a:ext>
                </a:extLst>
              </p14:cNvPr>
              <p14:cNvContentPartPr/>
              <p14:nvPr/>
            </p14:nvContentPartPr>
            <p14:xfrm>
              <a:off x="5247142" y="3688736"/>
              <a:ext cx="211680" cy="16632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A516837E-F9E5-9B96-690D-9754C1D44FE0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5238502" y="3679736"/>
                <a:ext cx="229320" cy="18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Group 197">
            <a:extLst>
              <a:ext uri="{FF2B5EF4-FFF2-40B4-BE49-F238E27FC236}">
                <a16:creationId xmlns:a16="http://schemas.microsoft.com/office/drawing/2014/main" id="{6443766D-43D0-FA69-359C-F6652B74DA73}"/>
              </a:ext>
            </a:extLst>
          </p:cNvPr>
          <p:cNvGrpSpPr/>
          <p:nvPr/>
        </p:nvGrpSpPr>
        <p:grpSpPr>
          <a:xfrm>
            <a:off x="579022" y="4534736"/>
            <a:ext cx="466200" cy="203760"/>
            <a:chOff x="579022" y="4534736"/>
            <a:chExt cx="466200" cy="20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92EB539-0E31-57ED-287D-46188A4F5147}"/>
                    </a:ext>
                  </a:extLst>
                </p14:cNvPr>
                <p14:cNvContentPartPr/>
                <p14:nvPr/>
              </p14:nvContentPartPr>
              <p14:xfrm>
                <a:off x="579022" y="4656776"/>
                <a:ext cx="293040" cy="219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92EB539-0E31-57ED-287D-46188A4F5147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70022" y="4647776"/>
                  <a:ext cx="3106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D00CB6C0-4E36-1C20-E9B5-BA1B57C2D78C}"/>
                    </a:ext>
                  </a:extLst>
                </p14:cNvPr>
                <p14:cNvContentPartPr/>
                <p14:nvPr/>
              </p14:nvContentPartPr>
              <p14:xfrm>
                <a:off x="613942" y="4603136"/>
                <a:ext cx="204840" cy="115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D00CB6C0-4E36-1C20-E9B5-BA1B57C2D78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05302" y="4594496"/>
                  <a:ext cx="2224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80442FB-28C5-7098-07F4-A2854687C32E}"/>
                    </a:ext>
                  </a:extLst>
                </p14:cNvPr>
                <p14:cNvContentPartPr/>
                <p14:nvPr/>
              </p14:nvContentPartPr>
              <p14:xfrm>
                <a:off x="797182" y="4534736"/>
                <a:ext cx="248040" cy="2037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80442FB-28C5-7098-07F4-A2854687C32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88542" y="4525736"/>
                  <a:ext cx="265680" cy="22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43C4DCC1-3AD7-55CA-418F-A7F18E4D2343}"/>
              </a:ext>
            </a:extLst>
          </p:cNvPr>
          <p:cNvGrpSpPr/>
          <p:nvPr/>
        </p:nvGrpSpPr>
        <p:grpSpPr>
          <a:xfrm>
            <a:off x="1598542" y="4581536"/>
            <a:ext cx="474840" cy="182880"/>
            <a:chOff x="1598542" y="4581536"/>
            <a:chExt cx="474840" cy="18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B9B806C-A33F-501A-F537-7BDB4DADB106}"/>
                    </a:ext>
                  </a:extLst>
                </p14:cNvPr>
                <p14:cNvContentPartPr/>
                <p14:nvPr/>
              </p14:nvContentPartPr>
              <p14:xfrm>
                <a:off x="1598542" y="4581536"/>
                <a:ext cx="182520" cy="1828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B9B806C-A33F-501A-F537-7BDB4DADB106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589542" y="4572536"/>
                  <a:ext cx="2001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0741E45-AB2E-0BBC-FC0C-84D682A2E5F0}"/>
                    </a:ext>
                  </a:extLst>
                </p14:cNvPr>
                <p14:cNvContentPartPr/>
                <p14:nvPr/>
              </p14:nvContentPartPr>
              <p14:xfrm>
                <a:off x="1922902" y="4679456"/>
                <a:ext cx="150480" cy="205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0741E45-AB2E-0BBC-FC0C-84D682A2E5F0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914262" y="4670816"/>
                  <a:ext cx="1681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024A1DCF-AB1E-A622-746C-2572794194AC}"/>
                    </a:ext>
                  </a:extLst>
                </p14:cNvPr>
                <p14:cNvContentPartPr/>
                <p14:nvPr/>
              </p14:nvContentPartPr>
              <p14:xfrm>
                <a:off x="1918942" y="4599176"/>
                <a:ext cx="138600" cy="367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024A1DCF-AB1E-A622-746C-2572794194AC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909942" y="4590176"/>
                  <a:ext cx="156240" cy="5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AD2DE5FF-14EE-45A9-519C-FA599F5F3141}"/>
                  </a:ext>
                </a:extLst>
              </p14:cNvPr>
              <p14:cNvContentPartPr/>
              <p14:nvPr/>
            </p14:nvContentPartPr>
            <p14:xfrm>
              <a:off x="2402782" y="4365536"/>
              <a:ext cx="175680" cy="13356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AD2DE5FF-14EE-45A9-519C-FA599F5F3141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2393782" y="4356896"/>
                <a:ext cx="19332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332A903C-7FFD-8AF0-83C8-D366127789F5}"/>
                  </a:ext>
                </a:extLst>
              </p14:cNvPr>
              <p14:cNvContentPartPr/>
              <p14:nvPr/>
            </p14:nvContentPartPr>
            <p14:xfrm>
              <a:off x="2340142" y="4603136"/>
              <a:ext cx="312840" cy="1728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332A903C-7FFD-8AF0-83C8-D366127789F5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2331142" y="4594496"/>
                <a:ext cx="330480" cy="3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7" name="Group 206">
            <a:extLst>
              <a:ext uri="{FF2B5EF4-FFF2-40B4-BE49-F238E27FC236}">
                <a16:creationId xmlns:a16="http://schemas.microsoft.com/office/drawing/2014/main" id="{6405C87A-A4A9-0A8C-2608-124AF83E48BD}"/>
              </a:ext>
            </a:extLst>
          </p:cNvPr>
          <p:cNvGrpSpPr/>
          <p:nvPr/>
        </p:nvGrpSpPr>
        <p:grpSpPr>
          <a:xfrm>
            <a:off x="2371102" y="4747136"/>
            <a:ext cx="265680" cy="175320"/>
            <a:chOff x="2371102" y="4747136"/>
            <a:chExt cx="265680" cy="17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71D4C86C-5E68-C7F1-8DD7-B808A18A6934}"/>
                    </a:ext>
                  </a:extLst>
                </p14:cNvPr>
                <p14:cNvContentPartPr/>
                <p14:nvPr/>
              </p14:nvContentPartPr>
              <p14:xfrm>
                <a:off x="2508982" y="4767656"/>
                <a:ext cx="37800" cy="1548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71D4C86C-5E68-C7F1-8DD7-B808A18A693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500342" y="4759016"/>
                  <a:ext cx="554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593045F9-AE5D-57CE-BA7C-CC768A5EB2D7}"/>
                    </a:ext>
                  </a:extLst>
                </p14:cNvPr>
                <p14:cNvContentPartPr/>
                <p14:nvPr/>
              </p14:nvContentPartPr>
              <p14:xfrm>
                <a:off x="2371102" y="4747136"/>
                <a:ext cx="265680" cy="162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593045F9-AE5D-57CE-BA7C-CC768A5EB2D7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362462" y="4738496"/>
                  <a:ext cx="28332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2178A236-9938-4D0D-FB1F-DC878B38F17F}"/>
              </a:ext>
            </a:extLst>
          </p:cNvPr>
          <p:cNvGrpSpPr/>
          <p:nvPr/>
        </p:nvGrpSpPr>
        <p:grpSpPr>
          <a:xfrm>
            <a:off x="3109822" y="4263656"/>
            <a:ext cx="753120" cy="281520"/>
            <a:chOff x="3109822" y="4263656"/>
            <a:chExt cx="753120" cy="28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F30018F-0BB1-DDC3-10A3-D9FFB6409732}"/>
                    </a:ext>
                  </a:extLst>
                </p14:cNvPr>
                <p14:cNvContentPartPr/>
                <p14:nvPr/>
              </p14:nvContentPartPr>
              <p14:xfrm>
                <a:off x="3109822" y="4364456"/>
                <a:ext cx="65880" cy="1764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F30018F-0BB1-DDC3-10A3-D9FFB6409732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101182" y="4355816"/>
                  <a:ext cx="835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C25B4C5-7D25-843E-7A8E-4DE4E9289A4C}"/>
                    </a:ext>
                  </a:extLst>
                </p14:cNvPr>
                <p14:cNvContentPartPr/>
                <p14:nvPr/>
              </p14:nvContentPartPr>
              <p14:xfrm>
                <a:off x="3274702" y="4458416"/>
                <a:ext cx="117360" cy="2340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C25B4C5-7D25-843E-7A8E-4DE4E9289A4C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265702" y="4449776"/>
                  <a:ext cx="1350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0696F23-FAA7-1F39-C5FF-8F5377C26C3C}"/>
                    </a:ext>
                  </a:extLst>
                </p14:cNvPr>
                <p14:cNvContentPartPr/>
                <p14:nvPr/>
              </p14:nvContentPartPr>
              <p14:xfrm>
                <a:off x="3471262" y="4376336"/>
                <a:ext cx="164520" cy="1688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0696F23-FAA7-1F39-C5FF-8F5377C26C3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462622" y="4367696"/>
                  <a:ext cx="18216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3556FA1-16A3-EFAD-1E2B-DE93790BF327}"/>
                    </a:ext>
                  </a:extLst>
                </p14:cNvPr>
                <p14:cNvContentPartPr/>
                <p14:nvPr/>
              </p14:nvContentPartPr>
              <p14:xfrm>
                <a:off x="3532822" y="4461296"/>
                <a:ext cx="87840" cy="100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3556FA1-16A3-EFAD-1E2B-DE93790BF327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523822" y="4452296"/>
                  <a:ext cx="1054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411240DE-2F93-E315-DF6C-D4590A999304}"/>
                    </a:ext>
                  </a:extLst>
                </p14:cNvPr>
                <p14:cNvContentPartPr/>
                <p14:nvPr/>
              </p14:nvContentPartPr>
              <p14:xfrm>
                <a:off x="3640822" y="4334576"/>
                <a:ext cx="118080" cy="108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411240DE-2F93-E315-DF6C-D4590A999304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632182" y="4325576"/>
                  <a:ext cx="1357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2B5B60A2-FCC1-3ADC-8025-566C5727A045}"/>
                    </a:ext>
                  </a:extLst>
                </p14:cNvPr>
                <p14:cNvContentPartPr/>
                <p14:nvPr/>
              </p14:nvContentPartPr>
              <p14:xfrm>
                <a:off x="3822262" y="4263656"/>
                <a:ext cx="40680" cy="1022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2B5B60A2-FCC1-3ADC-8025-566C5727A045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3813262" y="4254656"/>
                  <a:ext cx="58320" cy="11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2265B5B7-8C05-30BC-9E34-A865BBF353A2}"/>
              </a:ext>
            </a:extLst>
          </p:cNvPr>
          <p:cNvGrpSpPr/>
          <p:nvPr/>
        </p:nvGrpSpPr>
        <p:grpSpPr>
          <a:xfrm>
            <a:off x="3021262" y="4624736"/>
            <a:ext cx="940680" cy="352080"/>
            <a:chOff x="3021262" y="4624736"/>
            <a:chExt cx="940680" cy="35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E8DF4AF-164E-E550-BCE7-14496C35DEFC}"/>
                    </a:ext>
                  </a:extLst>
                </p14:cNvPr>
                <p14:cNvContentPartPr/>
                <p14:nvPr/>
              </p14:nvContentPartPr>
              <p14:xfrm>
                <a:off x="3021262" y="4624736"/>
                <a:ext cx="764280" cy="219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E8DF4AF-164E-E550-BCE7-14496C35DEFC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012262" y="4615736"/>
                  <a:ext cx="7819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3F9A082-3B0D-DE3F-1428-35005D3A035D}"/>
                    </a:ext>
                  </a:extLst>
                </p14:cNvPr>
                <p14:cNvContentPartPr/>
                <p14:nvPr/>
              </p14:nvContentPartPr>
              <p14:xfrm>
                <a:off x="3174982" y="4757216"/>
                <a:ext cx="57960" cy="1656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3F9A082-3B0D-DE3F-1428-35005D3A035D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166342" y="4748216"/>
                  <a:ext cx="756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0D00CC18-F90E-41A5-7146-9EBD35026091}"/>
                    </a:ext>
                  </a:extLst>
                </p14:cNvPr>
                <p14:cNvContentPartPr/>
                <p14:nvPr/>
              </p14:nvContentPartPr>
              <p14:xfrm>
                <a:off x="3365062" y="4805816"/>
                <a:ext cx="43200" cy="1180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0D00CC18-F90E-41A5-7146-9EBD35026091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356062" y="4796816"/>
                  <a:ext cx="608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BDFE5C26-B4F2-B0D8-D580-8A162DAADA47}"/>
                    </a:ext>
                  </a:extLst>
                </p14:cNvPr>
                <p14:cNvContentPartPr/>
                <p14:nvPr/>
              </p14:nvContentPartPr>
              <p14:xfrm>
                <a:off x="3333022" y="4865216"/>
                <a:ext cx="128160" cy="100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BDFE5C26-B4F2-B0D8-D580-8A162DAADA47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324382" y="4856216"/>
                  <a:ext cx="1458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20913030-F2AE-8785-00D7-156960295F4E}"/>
                    </a:ext>
                  </a:extLst>
                </p14:cNvPr>
                <p14:cNvContentPartPr/>
                <p14:nvPr/>
              </p14:nvContentPartPr>
              <p14:xfrm>
                <a:off x="3534982" y="4800056"/>
                <a:ext cx="150840" cy="1767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20913030-F2AE-8785-00D7-156960295F4E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526342" y="4791056"/>
                  <a:ext cx="1684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3F3716A3-38C6-3C91-1C59-CA2544B24A43}"/>
                    </a:ext>
                  </a:extLst>
                </p14:cNvPr>
                <p14:cNvContentPartPr/>
                <p14:nvPr/>
              </p14:nvContentPartPr>
              <p14:xfrm>
                <a:off x="3538582" y="4900856"/>
                <a:ext cx="145800" cy="115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3F3716A3-38C6-3C91-1C59-CA2544B24A43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3529582" y="4892216"/>
                  <a:ext cx="163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FE102B0C-872F-D4FD-3FE8-3C4C508A082B}"/>
                    </a:ext>
                  </a:extLst>
                </p14:cNvPr>
                <p14:cNvContentPartPr/>
                <p14:nvPr/>
              </p14:nvContentPartPr>
              <p14:xfrm>
                <a:off x="3691582" y="4756856"/>
                <a:ext cx="152280" cy="226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FE102B0C-872F-D4FD-3FE8-3C4C508A082B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3682942" y="4748216"/>
                  <a:ext cx="1699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20A402F-5F9B-73FE-1E33-4DE94FE6A2D2}"/>
                    </a:ext>
                  </a:extLst>
                </p14:cNvPr>
                <p14:cNvContentPartPr/>
                <p14:nvPr/>
              </p14:nvContentPartPr>
              <p14:xfrm>
                <a:off x="3923062" y="4720856"/>
                <a:ext cx="38880" cy="1123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20A402F-5F9B-73FE-1E33-4DE94FE6A2D2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3914422" y="4711856"/>
                  <a:ext cx="5652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6C02D0AD-81E5-BD66-0464-3CF21548C962}"/>
              </a:ext>
            </a:extLst>
          </p:cNvPr>
          <p:cNvGrpSpPr/>
          <p:nvPr/>
        </p:nvGrpSpPr>
        <p:grpSpPr>
          <a:xfrm>
            <a:off x="4961662" y="4409456"/>
            <a:ext cx="1395360" cy="393120"/>
            <a:chOff x="4961662" y="4409456"/>
            <a:chExt cx="1395360" cy="39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1D8B97BF-E07E-DB81-6EB7-1D728B5C410E}"/>
                    </a:ext>
                  </a:extLst>
                </p14:cNvPr>
                <p14:cNvContentPartPr/>
                <p14:nvPr/>
              </p14:nvContentPartPr>
              <p14:xfrm>
                <a:off x="4961662" y="4542296"/>
                <a:ext cx="140400" cy="1476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1D8B97BF-E07E-DB81-6EB7-1D728B5C410E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953022" y="4533296"/>
                  <a:ext cx="1580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66D6C37D-841C-DA9A-F530-65A92B3366CE}"/>
                    </a:ext>
                  </a:extLst>
                </p14:cNvPr>
                <p14:cNvContentPartPr/>
                <p14:nvPr/>
              </p14:nvContentPartPr>
              <p14:xfrm>
                <a:off x="5125102" y="4616456"/>
                <a:ext cx="165240" cy="738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66D6C37D-841C-DA9A-F530-65A92B3366CE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116102" y="4607816"/>
                  <a:ext cx="1828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857CF53C-895E-1A6B-9709-E171DA763006}"/>
                    </a:ext>
                  </a:extLst>
                </p14:cNvPr>
                <p14:cNvContentPartPr/>
                <p14:nvPr/>
              </p14:nvContentPartPr>
              <p14:xfrm>
                <a:off x="5305462" y="4481456"/>
                <a:ext cx="76680" cy="2221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857CF53C-895E-1A6B-9709-E171DA763006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296822" y="4472456"/>
                  <a:ext cx="943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1761844-2C8E-1352-A449-AD6F53E27B90}"/>
                    </a:ext>
                  </a:extLst>
                </p14:cNvPr>
                <p14:cNvContentPartPr/>
                <p14:nvPr/>
              </p14:nvContentPartPr>
              <p14:xfrm>
                <a:off x="5438302" y="4582256"/>
                <a:ext cx="330120" cy="1285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1761844-2C8E-1352-A449-AD6F53E27B90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429662" y="4573256"/>
                  <a:ext cx="3477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4D4919E2-DD9C-F45A-A84A-12F7494874B0}"/>
                    </a:ext>
                  </a:extLst>
                </p14:cNvPr>
                <p14:cNvContentPartPr/>
                <p14:nvPr/>
              </p14:nvContentPartPr>
              <p14:xfrm>
                <a:off x="5946622" y="4409456"/>
                <a:ext cx="138600" cy="3931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4D4919E2-DD9C-F45A-A84A-12F7494874B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5937622" y="4400456"/>
                  <a:ext cx="15624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04EFF8B9-6241-7993-6E25-D8DC11097017}"/>
                    </a:ext>
                  </a:extLst>
                </p14:cNvPr>
                <p14:cNvContentPartPr/>
                <p14:nvPr/>
              </p14:nvContentPartPr>
              <p14:xfrm>
                <a:off x="5940502" y="4639496"/>
                <a:ext cx="152280" cy="334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04EFF8B9-6241-7993-6E25-D8DC11097017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5931502" y="4630856"/>
                  <a:ext cx="1699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2C0B8AE8-1809-B7FE-B45C-3072DECB1685}"/>
                    </a:ext>
                  </a:extLst>
                </p14:cNvPr>
                <p14:cNvContentPartPr/>
                <p14:nvPr/>
              </p14:nvContentPartPr>
              <p14:xfrm>
                <a:off x="6116902" y="4544456"/>
                <a:ext cx="240120" cy="1429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2C0B8AE8-1809-B7FE-B45C-3072DECB1685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108262" y="4535456"/>
                  <a:ext cx="257760" cy="16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A3FE808A-92F1-E685-628D-527D8F01BA0F}"/>
              </a:ext>
            </a:extLst>
          </p:cNvPr>
          <p:cNvGrpSpPr/>
          <p:nvPr/>
        </p:nvGrpSpPr>
        <p:grpSpPr>
          <a:xfrm>
            <a:off x="6692902" y="4535816"/>
            <a:ext cx="192600" cy="206640"/>
            <a:chOff x="6692902" y="4535816"/>
            <a:chExt cx="192600" cy="20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2315BCA1-3B5E-D346-74C4-210382D30C9F}"/>
                    </a:ext>
                  </a:extLst>
                </p14:cNvPr>
                <p14:cNvContentPartPr/>
                <p14:nvPr/>
              </p14:nvContentPartPr>
              <p14:xfrm>
                <a:off x="6692902" y="4535816"/>
                <a:ext cx="192600" cy="2066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2315BCA1-3B5E-D346-74C4-210382D30C9F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6684262" y="4527176"/>
                  <a:ext cx="2102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A3CF9D59-1FB6-18A8-935C-ED03B1B3EF47}"/>
                    </a:ext>
                  </a:extLst>
                </p14:cNvPr>
                <p14:cNvContentPartPr/>
                <p14:nvPr/>
              </p14:nvContentPartPr>
              <p14:xfrm>
                <a:off x="6711982" y="4640576"/>
                <a:ext cx="161280" cy="1692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A3CF9D59-1FB6-18A8-935C-ED03B1B3EF47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702982" y="4631576"/>
                  <a:ext cx="178920" cy="3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8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8E120ECD-27E7-06DA-DE94-E2AAD89AC28F}"/>
                  </a:ext>
                </a:extLst>
              </p14:cNvPr>
              <p14:cNvContentPartPr/>
              <p14:nvPr/>
            </p14:nvContentPartPr>
            <p14:xfrm>
              <a:off x="7132102" y="4593056"/>
              <a:ext cx="13320" cy="1944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8E120ECD-27E7-06DA-DE94-E2AAD89AC28F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7123102" y="4584416"/>
                <a:ext cx="3096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B7E4B701-AEC1-E849-60AC-32109E4E9554}"/>
                  </a:ext>
                </a:extLst>
              </p14:cNvPr>
              <p14:cNvContentPartPr/>
              <p14:nvPr/>
            </p14:nvContentPartPr>
            <p14:xfrm>
              <a:off x="7171342" y="4710056"/>
              <a:ext cx="360" cy="1944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B7E4B701-AEC1-E849-60AC-32109E4E9554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7162702" y="4701056"/>
                <a:ext cx="1800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3" name="Group 242">
            <a:extLst>
              <a:ext uri="{FF2B5EF4-FFF2-40B4-BE49-F238E27FC236}">
                <a16:creationId xmlns:a16="http://schemas.microsoft.com/office/drawing/2014/main" id="{FF657621-8217-62DE-8187-441EF1AEEEE8}"/>
              </a:ext>
            </a:extLst>
          </p:cNvPr>
          <p:cNvGrpSpPr/>
          <p:nvPr/>
        </p:nvGrpSpPr>
        <p:grpSpPr>
          <a:xfrm>
            <a:off x="7458622" y="4538696"/>
            <a:ext cx="489240" cy="199440"/>
            <a:chOff x="7458622" y="4538696"/>
            <a:chExt cx="489240" cy="19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E067EAC1-FE2B-1D40-5127-54E92C2BD9EA}"/>
                    </a:ext>
                  </a:extLst>
                </p14:cNvPr>
                <p14:cNvContentPartPr/>
                <p14:nvPr/>
              </p14:nvContentPartPr>
              <p14:xfrm>
                <a:off x="7458622" y="4538696"/>
                <a:ext cx="255240" cy="1994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E067EAC1-FE2B-1D40-5127-54E92C2BD9EA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449622" y="4529696"/>
                  <a:ext cx="2728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1FAA89A-368F-EC1D-30FF-DCB52D6F12C8}"/>
                    </a:ext>
                  </a:extLst>
                </p14:cNvPr>
                <p14:cNvContentPartPr/>
                <p14:nvPr/>
              </p14:nvContentPartPr>
              <p14:xfrm>
                <a:off x="7514422" y="4656776"/>
                <a:ext cx="93240" cy="3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1FAA89A-368F-EC1D-30FF-DCB52D6F12C8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505422" y="4648136"/>
                  <a:ext cx="1108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B08844DA-1253-469D-A7AC-AD270725C191}"/>
                    </a:ext>
                  </a:extLst>
                </p14:cNvPr>
                <p14:cNvContentPartPr/>
                <p14:nvPr/>
              </p14:nvContentPartPr>
              <p14:xfrm>
                <a:off x="7803862" y="4643096"/>
                <a:ext cx="144000" cy="194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B08844DA-1253-469D-A7AC-AD270725C191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795222" y="4634096"/>
                  <a:ext cx="1616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014FB03-3713-AAF5-2089-1D6E1C83A7EC}"/>
                    </a:ext>
                  </a:extLst>
                </p14:cNvPr>
                <p14:cNvContentPartPr/>
                <p14:nvPr/>
              </p14:nvContentPartPr>
              <p14:xfrm>
                <a:off x="7806382" y="4572176"/>
                <a:ext cx="109800" cy="212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014FB03-3713-AAF5-2089-1D6E1C83A7EC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797382" y="4563176"/>
                  <a:ext cx="12744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743A61B0-1777-2889-99E6-C29715033FD5}"/>
              </a:ext>
            </a:extLst>
          </p:cNvPr>
          <p:cNvGrpSpPr/>
          <p:nvPr/>
        </p:nvGrpSpPr>
        <p:grpSpPr>
          <a:xfrm>
            <a:off x="8237662" y="4254296"/>
            <a:ext cx="348480" cy="214560"/>
            <a:chOff x="8237662" y="4254296"/>
            <a:chExt cx="348480" cy="21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C157463C-8028-CF82-BCF9-0244AE63151C}"/>
                    </a:ext>
                  </a:extLst>
                </p14:cNvPr>
                <p14:cNvContentPartPr/>
                <p14:nvPr/>
              </p14:nvContentPartPr>
              <p14:xfrm>
                <a:off x="8237662" y="4254296"/>
                <a:ext cx="63720" cy="2145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C157463C-8028-CF82-BCF9-0244AE63151C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229022" y="4245296"/>
                  <a:ext cx="813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7DBA3C52-EE60-F018-EB4E-39D515296E99}"/>
                    </a:ext>
                  </a:extLst>
                </p14:cNvPr>
                <p14:cNvContentPartPr/>
                <p14:nvPr/>
              </p14:nvContentPartPr>
              <p14:xfrm>
                <a:off x="8495062" y="4340336"/>
                <a:ext cx="41400" cy="1040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7DBA3C52-EE60-F018-EB4E-39D515296E99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486422" y="4331336"/>
                  <a:ext cx="590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A6AC429E-4515-7650-06FB-84A752BBABF4}"/>
                    </a:ext>
                  </a:extLst>
                </p14:cNvPr>
                <p14:cNvContentPartPr/>
                <p14:nvPr/>
              </p14:nvContentPartPr>
              <p14:xfrm>
                <a:off x="8456902" y="4385696"/>
                <a:ext cx="129240" cy="90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A6AC429E-4515-7650-06FB-84A752BBABF4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447902" y="4377056"/>
                  <a:ext cx="14688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37793622-C627-7D7F-F640-4A03A3245CE6}"/>
              </a:ext>
            </a:extLst>
          </p:cNvPr>
          <p:cNvGrpSpPr/>
          <p:nvPr/>
        </p:nvGrpSpPr>
        <p:grpSpPr>
          <a:xfrm>
            <a:off x="8772982" y="4108136"/>
            <a:ext cx="592560" cy="416160"/>
            <a:chOff x="8772982" y="4108136"/>
            <a:chExt cx="592560" cy="41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10E4E3FE-6357-646B-2D90-601BA808F052}"/>
                    </a:ext>
                  </a:extLst>
                </p14:cNvPr>
                <p14:cNvContentPartPr/>
                <p14:nvPr/>
              </p14:nvContentPartPr>
              <p14:xfrm>
                <a:off x="8883502" y="4151696"/>
                <a:ext cx="56160" cy="1116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10E4E3FE-6357-646B-2D90-601BA808F052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8874502" y="4142696"/>
                  <a:ext cx="738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A8CE7538-8D69-11FD-2E4F-86B9305FB41B}"/>
                    </a:ext>
                  </a:extLst>
                </p14:cNvPr>
                <p14:cNvContentPartPr/>
                <p14:nvPr/>
              </p14:nvContentPartPr>
              <p14:xfrm>
                <a:off x="8772982" y="4108136"/>
                <a:ext cx="201240" cy="280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A8CE7538-8D69-11FD-2E4F-86B9305FB41B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8763982" y="4099496"/>
                  <a:ext cx="2188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C47F66DE-5CE2-59D1-78EA-386031326928}"/>
                    </a:ext>
                  </a:extLst>
                </p14:cNvPr>
                <p14:cNvContentPartPr/>
                <p14:nvPr/>
              </p14:nvContentPartPr>
              <p14:xfrm>
                <a:off x="8888542" y="4300376"/>
                <a:ext cx="207720" cy="72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C47F66DE-5CE2-59D1-78EA-386031326928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8879542" y="4291736"/>
                  <a:ext cx="2253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05ECC29D-209D-692A-02C8-9BA29287B630}"/>
                    </a:ext>
                  </a:extLst>
                </p14:cNvPr>
                <p14:cNvContentPartPr/>
                <p14:nvPr/>
              </p14:nvContentPartPr>
              <p14:xfrm>
                <a:off x="8899342" y="4401536"/>
                <a:ext cx="191520" cy="1227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05ECC29D-209D-692A-02C8-9BA29287B630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8890342" y="4392896"/>
                  <a:ext cx="2091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4241FF5-0BE0-5797-F77D-3D0D0E5071BD}"/>
                    </a:ext>
                  </a:extLst>
                </p14:cNvPr>
                <p14:cNvContentPartPr/>
                <p14:nvPr/>
              </p14:nvContentPartPr>
              <p14:xfrm>
                <a:off x="9254662" y="4271576"/>
                <a:ext cx="110880" cy="1573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4241FF5-0BE0-5797-F77D-3D0D0E5071BD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9245662" y="4262936"/>
                  <a:ext cx="128520" cy="17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6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69082F07-6FBD-D13C-A3BD-605D15D30402}"/>
                  </a:ext>
                </a:extLst>
              </p14:cNvPr>
              <p14:cNvContentPartPr/>
              <p14:nvPr/>
            </p14:nvContentPartPr>
            <p14:xfrm>
              <a:off x="8128582" y="4656776"/>
              <a:ext cx="1301760" cy="3132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69082F07-6FBD-D13C-A3BD-605D15D30402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8119942" y="4647776"/>
                <a:ext cx="1319400" cy="4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3" name="Group 262">
            <a:extLst>
              <a:ext uri="{FF2B5EF4-FFF2-40B4-BE49-F238E27FC236}">
                <a16:creationId xmlns:a16="http://schemas.microsoft.com/office/drawing/2014/main" id="{AB76D428-FB73-7833-AF0E-0B501E2F061A}"/>
              </a:ext>
            </a:extLst>
          </p:cNvPr>
          <p:cNvGrpSpPr/>
          <p:nvPr/>
        </p:nvGrpSpPr>
        <p:grpSpPr>
          <a:xfrm>
            <a:off x="8404702" y="4828856"/>
            <a:ext cx="1004040" cy="418680"/>
            <a:chOff x="8404702" y="4828856"/>
            <a:chExt cx="1004040" cy="41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92A4F8C0-699F-3D41-476A-48ADA1659919}"/>
                    </a:ext>
                  </a:extLst>
                </p14:cNvPr>
                <p14:cNvContentPartPr/>
                <p14:nvPr/>
              </p14:nvContentPartPr>
              <p14:xfrm>
                <a:off x="8404702" y="4914896"/>
                <a:ext cx="84960" cy="2149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92A4F8C0-699F-3D41-476A-48ADA1659919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8396062" y="4906256"/>
                  <a:ext cx="1026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0CAC248E-4264-6C1A-6C88-CD5228AF5603}"/>
                    </a:ext>
                  </a:extLst>
                </p14:cNvPr>
                <p14:cNvContentPartPr/>
                <p14:nvPr/>
              </p14:nvContentPartPr>
              <p14:xfrm>
                <a:off x="8609542" y="5020736"/>
                <a:ext cx="135720" cy="2448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0CAC248E-4264-6C1A-6C88-CD5228AF5603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8600902" y="5012096"/>
                  <a:ext cx="1533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1612D8A6-8E97-F770-246B-78E65E16FE3E}"/>
                    </a:ext>
                  </a:extLst>
                </p14:cNvPr>
                <p14:cNvContentPartPr/>
                <p14:nvPr/>
              </p14:nvContentPartPr>
              <p14:xfrm>
                <a:off x="8978902" y="4858736"/>
                <a:ext cx="57240" cy="10836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1612D8A6-8E97-F770-246B-78E65E16FE3E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8970262" y="4850096"/>
                  <a:ext cx="748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E6877E35-8F2E-0A4B-3B9B-AFDEC73F2C31}"/>
                    </a:ext>
                  </a:extLst>
                </p14:cNvPr>
                <p14:cNvContentPartPr/>
                <p14:nvPr/>
              </p14:nvContentPartPr>
              <p14:xfrm>
                <a:off x="8879902" y="4828856"/>
                <a:ext cx="205920" cy="972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E6877E35-8F2E-0A4B-3B9B-AFDEC73F2C31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8871262" y="4819856"/>
                  <a:ext cx="2235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E071CC16-5BB3-6FE8-BFC8-14DD22B0AFE5}"/>
                    </a:ext>
                  </a:extLst>
                </p14:cNvPr>
                <p14:cNvContentPartPr/>
                <p14:nvPr/>
              </p14:nvContentPartPr>
              <p14:xfrm>
                <a:off x="8973142" y="5033336"/>
                <a:ext cx="176400" cy="226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E071CC16-5BB3-6FE8-BFC8-14DD22B0AFE5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8964142" y="5024696"/>
                  <a:ext cx="194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99F3BAB4-DB38-34FA-C2D7-5931FBECAD1A}"/>
                    </a:ext>
                  </a:extLst>
                </p14:cNvPr>
                <p14:cNvContentPartPr/>
                <p14:nvPr/>
              </p14:nvContentPartPr>
              <p14:xfrm>
                <a:off x="8963062" y="5119376"/>
                <a:ext cx="197280" cy="12816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99F3BAB4-DB38-34FA-C2D7-5931FBECAD1A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8954422" y="5110376"/>
                  <a:ext cx="2149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725E572F-5796-7E6F-F94D-7D7B02694F7D}"/>
                    </a:ext>
                  </a:extLst>
                </p14:cNvPr>
                <p14:cNvContentPartPr/>
                <p14:nvPr/>
              </p14:nvContentPartPr>
              <p14:xfrm>
                <a:off x="9292822" y="4950176"/>
                <a:ext cx="115920" cy="1414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725E572F-5796-7E6F-F94D-7D7B02694F7D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9284182" y="4941176"/>
                  <a:ext cx="133560" cy="159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71831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STABILITY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Why the analog left-half plane lands inside the unit circle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11</a:t>
            </a:r>
          </a:p>
        </p:txBody>
      </p:sp>
      <p:pic>
        <p:nvPicPr>
          <p:cNvPr id="6" name="Picture 5" descr="eq_373a404e9c46c6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4663440" cy="876586"/>
          </a:xfrm>
          <a:prstGeom prst="rect">
            <a:avLst/>
          </a:prstGeom>
        </p:spPr>
      </p:pic>
      <p:pic>
        <p:nvPicPr>
          <p:cNvPr id="7" name="Picture 6" descr="eq_945229a29281a8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05" y="2427413"/>
            <a:ext cx="6516695" cy="822960"/>
          </a:xfrm>
          <a:prstGeom prst="rect">
            <a:avLst/>
          </a:prstGeom>
        </p:spPr>
      </p:pic>
      <p:pic>
        <p:nvPicPr>
          <p:cNvPr id="8" name="Picture 7" descr="eq_7e8e5f5c4032ce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611880"/>
            <a:ext cx="2560320" cy="34169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80" y="1472184"/>
            <a:ext cx="4297680" cy="16459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98080" y="1472184"/>
            <a:ext cx="50292" cy="16459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44384" y="1581912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44384" y="1956816"/>
            <a:ext cx="4069080" cy="10789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negative real part makes the numerator magnitude smaller than the denominator magnitude, so a stable analog pole maps inside the digital unit circle.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0" y="3483864"/>
            <a:ext cx="429768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98080" y="3483864"/>
            <a:ext cx="50292" cy="118872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44384" y="3593592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Boundary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44384" y="3968496"/>
            <a:ext cx="406908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σ=0, numerator and denominator magnitudes are equal, hence |z|=1.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DFBD743-204A-CE44-6723-4A6A1E133F7F}"/>
              </a:ext>
            </a:extLst>
          </p:cNvPr>
          <p:cNvGrpSpPr/>
          <p:nvPr/>
        </p:nvGrpSpPr>
        <p:grpSpPr>
          <a:xfrm>
            <a:off x="623662" y="4295336"/>
            <a:ext cx="1358640" cy="346320"/>
            <a:chOff x="623662" y="4295336"/>
            <a:chExt cx="1358640" cy="34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DEC54AF-3637-3CB7-78AC-9383B24909CF}"/>
                    </a:ext>
                  </a:extLst>
                </p14:cNvPr>
                <p14:cNvContentPartPr/>
                <p14:nvPr/>
              </p14:nvContentPartPr>
              <p14:xfrm>
                <a:off x="623662" y="4353296"/>
                <a:ext cx="42120" cy="194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DEC54AF-3637-3CB7-78AC-9383B24909C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15022" y="4344656"/>
                  <a:ext cx="597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55C143D-5BB2-8CC3-E89E-F244CAEE9D1C}"/>
                    </a:ext>
                  </a:extLst>
                </p14:cNvPr>
                <p14:cNvContentPartPr/>
                <p14:nvPr/>
              </p14:nvContentPartPr>
              <p14:xfrm>
                <a:off x="748222" y="4445456"/>
                <a:ext cx="140760" cy="122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55C143D-5BB2-8CC3-E89E-F244CAEE9D1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39582" y="4436456"/>
                  <a:ext cx="1584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60E6DF7-836B-3FB0-0489-FB135E06E9B7}"/>
                    </a:ext>
                  </a:extLst>
                </p14:cNvPr>
                <p14:cNvContentPartPr/>
                <p14:nvPr/>
              </p14:nvContentPartPr>
              <p14:xfrm>
                <a:off x="896182" y="4337096"/>
                <a:ext cx="173520" cy="304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60E6DF7-836B-3FB0-0489-FB135E06E9B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87542" y="4328456"/>
                  <a:ext cx="19116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A1D50B0-4295-0D9E-D5A9-F9A5D2EE2699}"/>
                    </a:ext>
                  </a:extLst>
                </p14:cNvPr>
                <p14:cNvContentPartPr/>
                <p14:nvPr/>
              </p14:nvContentPartPr>
              <p14:xfrm>
                <a:off x="877462" y="4528256"/>
                <a:ext cx="159480" cy="22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A1D50B0-4295-0D9E-D5A9-F9A5D2EE269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68822" y="4519616"/>
                  <a:ext cx="1771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1021FA1-741C-D2A0-B336-346FB09B4BCC}"/>
                    </a:ext>
                  </a:extLst>
                </p14:cNvPr>
                <p14:cNvContentPartPr/>
                <p14:nvPr/>
              </p14:nvContentPartPr>
              <p14:xfrm>
                <a:off x="1094902" y="4391096"/>
                <a:ext cx="106200" cy="173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1021FA1-741C-D2A0-B336-346FB09B4BC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86262" y="4382096"/>
                  <a:ext cx="1238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53747EF-1C63-73E1-DA78-4A17B66AFB4A}"/>
                    </a:ext>
                  </a:extLst>
                </p14:cNvPr>
                <p14:cNvContentPartPr/>
                <p14:nvPr/>
              </p14:nvContentPartPr>
              <p14:xfrm>
                <a:off x="1022182" y="4469216"/>
                <a:ext cx="195480" cy="44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53747EF-1C63-73E1-DA78-4A17B66AFB4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13182" y="4460216"/>
                  <a:ext cx="2131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D276320-81DE-2715-A364-7161D775557B}"/>
                    </a:ext>
                  </a:extLst>
                </p14:cNvPr>
                <p14:cNvContentPartPr/>
                <p14:nvPr/>
              </p14:nvContentPartPr>
              <p14:xfrm>
                <a:off x="1302262" y="4295336"/>
                <a:ext cx="435600" cy="271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D276320-81DE-2715-A364-7161D775557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293622" y="4286696"/>
                  <a:ext cx="45324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EABA782-A868-B4FE-BD93-03EF6B605C1D}"/>
                    </a:ext>
                  </a:extLst>
                </p14:cNvPr>
                <p14:cNvContentPartPr/>
                <p14:nvPr/>
              </p14:nvContentPartPr>
              <p14:xfrm>
                <a:off x="1722382" y="4348616"/>
                <a:ext cx="84240" cy="192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EABA782-A868-B4FE-BD93-03EF6B605C1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713382" y="4339616"/>
                  <a:ext cx="1018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6CF4BF8-3DC9-9C1F-1F4D-2F831D647D80}"/>
                    </a:ext>
                  </a:extLst>
                </p14:cNvPr>
                <p14:cNvContentPartPr/>
                <p14:nvPr/>
              </p14:nvContentPartPr>
              <p14:xfrm>
                <a:off x="1819582" y="4320176"/>
                <a:ext cx="162720" cy="313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6CF4BF8-3DC9-9C1F-1F4D-2F831D647D8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810942" y="4311176"/>
                  <a:ext cx="180360" cy="33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2875C3F-1A25-382A-49F2-02C3C97209D8}"/>
              </a:ext>
            </a:extLst>
          </p:cNvPr>
          <p:cNvGrpSpPr/>
          <p:nvPr/>
        </p:nvGrpSpPr>
        <p:grpSpPr>
          <a:xfrm>
            <a:off x="2191102" y="4278056"/>
            <a:ext cx="294840" cy="361440"/>
            <a:chOff x="2191102" y="4278056"/>
            <a:chExt cx="29484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9556A5F-5426-0435-BDBE-47FEA79EA81F}"/>
                    </a:ext>
                  </a:extLst>
                </p14:cNvPr>
                <p14:cNvContentPartPr/>
                <p14:nvPr/>
              </p14:nvContentPartPr>
              <p14:xfrm>
                <a:off x="2191102" y="4476056"/>
                <a:ext cx="122040" cy="70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9556A5F-5426-0435-BDBE-47FEA79EA81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182102" y="4467416"/>
                  <a:ext cx="1396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E073972-6C18-52D8-6F87-22CDEF2C5592}"/>
                    </a:ext>
                  </a:extLst>
                </p14:cNvPr>
                <p14:cNvContentPartPr/>
                <p14:nvPr/>
              </p14:nvContentPartPr>
              <p14:xfrm>
                <a:off x="2352382" y="4278056"/>
                <a:ext cx="133560" cy="361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E073972-6C18-52D8-6F87-22CDEF2C559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343382" y="4269416"/>
                  <a:ext cx="15120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13D0381-A24D-EF4F-D824-E86A6CC50849}"/>
                    </a:ext>
                  </a:extLst>
                </p14:cNvPr>
                <p14:cNvContentPartPr/>
                <p14:nvPr/>
              </p14:nvContentPartPr>
              <p14:xfrm>
                <a:off x="2349862" y="4500536"/>
                <a:ext cx="122400" cy="50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13D0381-A24D-EF4F-D824-E86A6CC5084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340862" y="4491896"/>
                  <a:ext cx="14004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72E12D5-0CA3-5BF9-5EFC-C7EBE32D02FC}"/>
              </a:ext>
            </a:extLst>
          </p:cNvPr>
          <p:cNvGrpSpPr/>
          <p:nvPr/>
        </p:nvGrpSpPr>
        <p:grpSpPr>
          <a:xfrm>
            <a:off x="774142" y="4853696"/>
            <a:ext cx="1189800" cy="299160"/>
            <a:chOff x="774142" y="4853696"/>
            <a:chExt cx="1189800" cy="29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3887FC0-2A11-EFDC-AFE2-3E9285478035}"/>
                    </a:ext>
                  </a:extLst>
                </p14:cNvPr>
                <p14:cNvContentPartPr/>
                <p14:nvPr/>
              </p14:nvContentPartPr>
              <p14:xfrm>
                <a:off x="774142" y="4959896"/>
                <a:ext cx="176400" cy="176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3887FC0-2A11-EFDC-AFE2-3E928547803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65142" y="4950896"/>
                  <a:ext cx="1940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4F2D5FD-4A4A-FB2E-558B-B9AF82827C0A}"/>
                    </a:ext>
                  </a:extLst>
                </p14:cNvPr>
                <p14:cNvContentPartPr/>
                <p14:nvPr/>
              </p14:nvContentPartPr>
              <p14:xfrm>
                <a:off x="973942" y="5029016"/>
                <a:ext cx="63000" cy="57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4F2D5FD-4A4A-FB2E-558B-B9AF82827C0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64942" y="5020016"/>
                  <a:ext cx="80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2ED9D3C-2CC5-6DA7-80A2-DD06B342F662}"/>
                    </a:ext>
                  </a:extLst>
                </p14:cNvPr>
                <p14:cNvContentPartPr/>
                <p14:nvPr/>
              </p14:nvContentPartPr>
              <p14:xfrm>
                <a:off x="1120822" y="4944776"/>
                <a:ext cx="97560" cy="2080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2ED9D3C-2CC5-6DA7-80A2-DD06B342F66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12182" y="4936136"/>
                  <a:ext cx="1152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088D681-E6B8-5399-5099-DF471966D577}"/>
                    </a:ext>
                  </a:extLst>
                </p14:cNvPr>
                <p14:cNvContentPartPr/>
                <p14:nvPr/>
              </p14:nvContentPartPr>
              <p14:xfrm>
                <a:off x="1238542" y="4853696"/>
                <a:ext cx="63360" cy="183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088D681-E6B8-5399-5099-DF471966D57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229542" y="4844696"/>
                  <a:ext cx="810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3C47F31-719A-0935-D6BB-0385E2B38A2A}"/>
                    </a:ext>
                  </a:extLst>
                </p14:cNvPr>
                <p14:cNvContentPartPr/>
                <p14:nvPr/>
              </p14:nvContentPartPr>
              <p14:xfrm>
                <a:off x="1344382" y="4959896"/>
                <a:ext cx="159480" cy="867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3C47F31-719A-0935-D6BB-0385E2B38A2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335382" y="4950896"/>
                  <a:ext cx="1771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14FE5A6-3B17-D2E0-692C-E05441CECEF3}"/>
                    </a:ext>
                  </a:extLst>
                </p14:cNvPr>
                <p14:cNvContentPartPr/>
                <p14:nvPr/>
              </p14:nvContentPartPr>
              <p14:xfrm>
                <a:off x="1520422" y="4987976"/>
                <a:ext cx="175320" cy="48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14FE5A6-3B17-D2E0-692C-E05441CECEF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511422" y="4978976"/>
                  <a:ext cx="1929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1C3C74F-BB3D-DE40-EC83-A5343CE08A19}"/>
                    </a:ext>
                  </a:extLst>
                </p14:cNvPr>
                <p14:cNvContentPartPr/>
                <p14:nvPr/>
              </p14:nvContentPartPr>
              <p14:xfrm>
                <a:off x="1771342" y="4917416"/>
                <a:ext cx="192600" cy="145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1C3C74F-BB3D-DE40-EC83-A5343CE08A1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762342" y="4908416"/>
                  <a:ext cx="21024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59EBE59-1510-5D96-563A-E0A299371C2A}"/>
              </a:ext>
            </a:extLst>
          </p:cNvPr>
          <p:cNvGrpSpPr/>
          <p:nvPr/>
        </p:nvGrpSpPr>
        <p:grpSpPr>
          <a:xfrm>
            <a:off x="1110742" y="5352656"/>
            <a:ext cx="932040" cy="245880"/>
            <a:chOff x="1110742" y="5352656"/>
            <a:chExt cx="932040" cy="24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27A2157-232F-0540-6535-685E7D8E9F72}"/>
                    </a:ext>
                  </a:extLst>
                </p14:cNvPr>
                <p14:cNvContentPartPr/>
                <p14:nvPr/>
              </p14:nvContentPartPr>
              <p14:xfrm>
                <a:off x="1110742" y="5373896"/>
                <a:ext cx="218880" cy="224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27A2157-232F-0540-6535-685E7D8E9F7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01742" y="5365256"/>
                  <a:ext cx="2365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8287483-0FEE-FF09-40E0-4869734BD45A}"/>
                    </a:ext>
                  </a:extLst>
                </p14:cNvPr>
                <p14:cNvContentPartPr/>
                <p14:nvPr/>
              </p14:nvContentPartPr>
              <p14:xfrm>
                <a:off x="1429342" y="5384696"/>
                <a:ext cx="214200" cy="1598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8287483-0FEE-FF09-40E0-4869734BD45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420702" y="5375696"/>
                  <a:ext cx="2318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C818C29-AFD8-9902-8170-4028EC27194D}"/>
                    </a:ext>
                  </a:extLst>
                </p14:cNvPr>
                <p14:cNvContentPartPr/>
                <p14:nvPr/>
              </p14:nvContentPartPr>
              <p14:xfrm>
                <a:off x="1797262" y="5352656"/>
                <a:ext cx="245520" cy="2203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C818C29-AFD8-9902-8170-4028EC27194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788262" y="5344016"/>
                  <a:ext cx="263160" cy="23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8F4DBEE8-2102-05F9-D420-CFC87B6F61D5}"/>
                  </a:ext>
                </a:extLst>
              </p14:cNvPr>
              <p14:cNvContentPartPr/>
              <p14:nvPr/>
            </p14:nvContentPartPr>
            <p14:xfrm>
              <a:off x="5361262" y="3588296"/>
              <a:ext cx="253440" cy="1656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8F4DBEE8-2102-05F9-D420-CFC87B6F61D5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352622" y="3579656"/>
                <a:ext cx="27108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B6F4D3A3-041C-597D-E312-FE4F70A8EA29}"/>
                  </a:ext>
                </a:extLst>
              </p14:cNvPr>
              <p14:cNvContentPartPr/>
              <p14:nvPr/>
            </p14:nvContentPartPr>
            <p14:xfrm>
              <a:off x="5792902" y="3444656"/>
              <a:ext cx="23400" cy="4604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B6F4D3A3-041C-597D-E312-FE4F70A8EA29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5783902" y="3436016"/>
                <a:ext cx="41040" cy="47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C943130-DDD7-CEE8-3EAC-5DF5D53287F8}"/>
                  </a:ext>
                </a:extLst>
              </p14:cNvPr>
              <p14:cNvContentPartPr/>
              <p14:nvPr/>
            </p14:nvContentPartPr>
            <p14:xfrm>
              <a:off x="6008182" y="3550136"/>
              <a:ext cx="42120" cy="2080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C943130-DDD7-CEE8-3EAC-5DF5D53287F8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5999542" y="3541136"/>
                <a:ext cx="59760" cy="22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0DF09DD3-B645-7B9A-9F83-C03C814CB26A}"/>
              </a:ext>
            </a:extLst>
          </p:cNvPr>
          <p:cNvGrpSpPr/>
          <p:nvPr/>
        </p:nvGrpSpPr>
        <p:grpSpPr>
          <a:xfrm>
            <a:off x="6233902" y="3488216"/>
            <a:ext cx="1027800" cy="334800"/>
            <a:chOff x="6233902" y="3488216"/>
            <a:chExt cx="1027800" cy="33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2BC5B24-6B60-C969-F3F1-E584332B0490}"/>
                    </a:ext>
                  </a:extLst>
                </p14:cNvPr>
                <p14:cNvContentPartPr/>
                <p14:nvPr/>
              </p14:nvContentPartPr>
              <p14:xfrm>
                <a:off x="6233902" y="3657056"/>
                <a:ext cx="84240" cy="165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2BC5B24-6B60-C969-F3F1-E584332B049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224902" y="3648056"/>
                  <a:ext cx="1018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83D1AA0-EF09-DB2A-14CE-119D18041FB7}"/>
                    </a:ext>
                  </a:extLst>
                </p14:cNvPr>
                <p14:cNvContentPartPr/>
                <p14:nvPr/>
              </p14:nvContentPartPr>
              <p14:xfrm>
                <a:off x="6399142" y="3573176"/>
                <a:ext cx="156600" cy="1544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83D1AA0-EF09-DB2A-14CE-119D18041FB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390502" y="3564176"/>
                  <a:ext cx="1742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01E9E3F-52BC-43A0-681B-F75F16767CFB}"/>
                    </a:ext>
                  </a:extLst>
                </p14:cNvPr>
                <p14:cNvContentPartPr/>
                <p14:nvPr/>
              </p14:nvContentPartPr>
              <p14:xfrm>
                <a:off x="6714142" y="3513776"/>
                <a:ext cx="37440" cy="140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01E9E3F-52BC-43A0-681B-F75F16767CF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705502" y="3505136"/>
                  <a:ext cx="550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45574FB-AEF7-02CD-CC3A-46B72AC42CA6}"/>
                    </a:ext>
                  </a:extLst>
                </p14:cNvPr>
                <p14:cNvContentPartPr/>
                <p14:nvPr/>
              </p14:nvContentPartPr>
              <p14:xfrm>
                <a:off x="6560062" y="3489296"/>
                <a:ext cx="234360" cy="9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45574FB-AEF7-02CD-CC3A-46B72AC42CA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551062" y="3480296"/>
                  <a:ext cx="2520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BA4FB46-5CA4-62BA-8ED6-5ECF016F3A96}"/>
                    </a:ext>
                  </a:extLst>
                </p14:cNvPr>
                <p14:cNvContentPartPr/>
                <p14:nvPr/>
              </p14:nvContentPartPr>
              <p14:xfrm>
                <a:off x="6846982" y="3488216"/>
                <a:ext cx="139680" cy="267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BA4FB46-5CA4-62BA-8ED6-5ECF016F3A9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837982" y="3479576"/>
                  <a:ext cx="15732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8CB0DF3-E304-4163-C775-2D7372D692BA}"/>
                    </a:ext>
                  </a:extLst>
                </p14:cNvPr>
                <p14:cNvContentPartPr/>
                <p14:nvPr/>
              </p14:nvContentPartPr>
              <p14:xfrm>
                <a:off x="6958942" y="3699536"/>
                <a:ext cx="149040" cy="123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8CB0DF3-E304-4163-C775-2D7372D692B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949942" y="3690536"/>
                  <a:ext cx="1666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962AF46-3FF4-8A32-9609-F8BD3DCC6C61}"/>
                    </a:ext>
                  </a:extLst>
                </p14:cNvPr>
                <p14:cNvContentPartPr/>
                <p14:nvPr/>
              </p14:nvContentPartPr>
              <p14:xfrm>
                <a:off x="7235422" y="3497216"/>
                <a:ext cx="26280" cy="2865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962AF46-3FF4-8A32-9609-F8BD3DCC6C6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226422" y="3488216"/>
                  <a:ext cx="43920" cy="30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56F672D-8E04-2484-BF25-994403889896}"/>
              </a:ext>
            </a:extLst>
          </p:cNvPr>
          <p:cNvGrpSpPr/>
          <p:nvPr/>
        </p:nvGrpSpPr>
        <p:grpSpPr>
          <a:xfrm>
            <a:off x="4348582" y="2043176"/>
            <a:ext cx="419760" cy="167400"/>
            <a:chOff x="4348582" y="2043176"/>
            <a:chExt cx="419760" cy="16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95D9BC9-6F02-542F-7B28-3455CA307CE0}"/>
                    </a:ext>
                  </a:extLst>
                </p14:cNvPr>
                <p14:cNvContentPartPr/>
                <p14:nvPr/>
              </p14:nvContentPartPr>
              <p14:xfrm>
                <a:off x="4348582" y="2080616"/>
                <a:ext cx="419760" cy="129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95D9BC9-6F02-542F-7B28-3455CA307CE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339582" y="2071976"/>
                  <a:ext cx="4374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E4AA618-CAA3-17E7-F7E8-D7D6A4083763}"/>
                    </a:ext>
                  </a:extLst>
                </p14:cNvPr>
                <p14:cNvContentPartPr/>
                <p14:nvPr/>
              </p14:nvContentPartPr>
              <p14:xfrm>
                <a:off x="4352542" y="2043176"/>
                <a:ext cx="97200" cy="1047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E4AA618-CAA3-17E7-F7E8-D7D6A408376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343542" y="2034536"/>
                  <a:ext cx="11484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FF5BCDE2-921F-319D-CD57-05F7D0F210E8}"/>
              </a:ext>
            </a:extLst>
          </p:cNvPr>
          <p:cNvGrpSpPr/>
          <p:nvPr/>
        </p:nvGrpSpPr>
        <p:grpSpPr>
          <a:xfrm>
            <a:off x="5175502" y="1981976"/>
            <a:ext cx="1038960" cy="283320"/>
            <a:chOff x="5175502" y="1981976"/>
            <a:chExt cx="1038960" cy="28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9832774-3A59-FC05-0E8C-0E3EC29A7D3B}"/>
                    </a:ext>
                  </a:extLst>
                </p14:cNvPr>
                <p14:cNvContentPartPr/>
                <p14:nvPr/>
              </p14:nvContentPartPr>
              <p14:xfrm>
                <a:off x="5175502" y="2042456"/>
                <a:ext cx="39240" cy="164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9832774-3A59-FC05-0E8C-0E3EC29A7D3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166862" y="2033816"/>
                  <a:ext cx="568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AA94CE4-4918-AD1E-C2CD-AEF1579F27B3}"/>
                    </a:ext>
                  </a:extLst>
                </p14:cNvPr>
                <p14:cNvContentPartPr/>
                <p14:nvPr/>
              </p14:nvContentPartPr>
              <p14:xfrm>
                <a:off x="5325982" y="2147216"/>
                <a:ext cx="123120" cy="57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AA94CE4-4918-AD1E-C2CD-AEF1579F27B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317342" y="2138576"/>
                  <a:ext cx="140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E66401C-6035-322A-36FA-81D9520BE250}"/>
                    </a:ext>
                  </a:extLst>
                </p14:cNvPr>
                <p14:cNvContentPartPr/>
                <p14:nvPr/>
              </p14:nvContentPartPr>
              <p14:xfrm>
                <a:off x="5557462" y="2089256"/>
                <a:ext cx="129600" cy="108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E66401C-6035-322A-36FA-81D9520BE25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548462" y="2080256"/>
                  <a:ext cx="1472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8932998-FDFF-E7DF-F643-41BCF0F5B76F}"/>
                    </a:ext>
                  </a:extLst>
                </p14:cNvPr>
                <p14:cNvContentPartPr/>
                <p14:nvPr/>
              </p14:nvContentPartPr>
              <p14:xfrm>
                <a:off x="5820982" y="2025176"/>
                <a:ext cx="63360" cy="112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8932998-FDFF-E7DF-F643-41BCF0F5B76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812342" y="2016536"/>
                  <a:ext cx="810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68B28CE-42E2-756A-C106-8FF6A2174889}"/>
                    </a:ext>
                  </a:extLst>
                </p14:cNvPr>
                <p14:cNvContentPartPr/>
                <p14:nvPr/>
              </p14:nvContentPartPr>
              <p14:xfrm>
                <a:off x="5679142" y="1981976"/>
                <a:ext cx="227520" cy="277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68B28CE-42E2-756A-C106-8FF6A217488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670142" y="1972976"/>
                  <a:ext cx="2451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21B531E-843B-CD6A-03EA-5A0B392BA28D}"/>
                    </a:ext>
                  </a:extLst>
                </p14:cNvPr>
                <p14:cNvContentPartPr/>
                <p14:nvPr/>
              </p14:nvContentPartPr>
              <p14:xfrm>
                <a:off x="5987302" y="2025176"/>
                <a:ext cx="46800" cy="1612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21B531E-843B-CD6A-03EA-5A0B392BA28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978302" y="2016536"/>
                  <a:ext cx="644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2F3DDE3-2B50-358D-764E-9842BED5121A}"/>
                    </a:ext>
                  </a:extLst>
                </p14:cNvPr>
                <p14:cNvContentPartPr/>
                <p14:nvPr/>
              </p14:nvContentPartPr>
              <p14:xfrm>
                <a:off x="6097462" y="2158736"/>
                <a:ext cx="117000" cy="1065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2F3DDE3-2B50-358D-764E-9842BED5121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088822" y="2149736"/>
                  <a:ext cx="13464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57F26F0-4535-3CB8-754E-067BE44C8794}"/>
              </a:ext>
            </a:extLst>
          </p:cNvPr>
          <p:cNvGrpSpPr/>
          <p:nvPr/>
        </p:nvGrpSpPr>
        <p:grpSpPr>
          <a:xfrm>
            <a:off x="6469342" y="1983416"/>
            <a:ext cx="818640" cy="181080"/>
            <a:chOff x="6469342" y="1983416"/>
            <a:chExt cx="818640" cy="18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E2C7031-DAB1-5A27-0673-EA7B483C7143}"/>
                    </a:ext>
                  </a:extLst>
                </p14:cNvPr>
                <p14:cNvContentPartPr/>
                <p14:nvPr/>
              </p14:nvContentPartPr>
              <p14:xfrm>
                <a:off x="6469342" y="1983416"/>
                <a:ext cx="287640" cy="1810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E2C7031-DAB1-5A27-0673-EA7B483C714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460342" y="1974416"/>
                  <a:ext cx="3052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0809869-1C40-D8BE-D524-BFDA2BF8B7A2}"/>
                    </a:ext>
                  </a:extLst>
                </p14:cNvPr>
                <p14:cNvContentPartPr/>
                <p14:nvPr/>
              </p14:nvContentPartPr>
              <p14:xfrm>
                <a:off x="6777862" y="2074496"/>
                <a:ext cx="158040" cy="558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0809869-1C40-D8BE-D524-BFDA2BF8B7A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769222" y="2065856"/>
                  <a:ext cx="1756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AD416BB-9DFB-80E6-4B42-3FB946933B50}"/>
                    </a:ext>
                  </a:extLst>
                </p14:cNvPr>
                <p14:cNvContentPartPr/>
                <p14:nvPr/>
              </p14:nvContentPartPr>
              <p14:xfrm>
                <a:off x="6957142" y="1994936"/>
                <a:ext cx="93960" cy="1000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AD416BB-9DFB-80E6-4B42-3FB946933B5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948142" y="1986296"/>
                  <a:ext cx="1116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97525EC-AEE4-D6A4-F3A3-CEBF1EB3DEA2}"/>
                    </a:ext>
                  </a:extLst>
                </p14:cNvPr>
                <p14:cNvContentPartPr/>
                <p14:nvPr/>
              </p14:nvContentPartPr>
              <p14:xfrm>
                <a:off x="7049662" y="1988456"/>
                <a:ext cx="238320" cy="586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97525EC-AEE4-D6A4-F3A3-CEBF1EB3DEA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041022" y="1979456"/>
                  <a:ext cx="25596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77610C48-1AFA-E3E7-78C3-11494B493E1E}"/>
              </a:ext>
            </a:extLst>
          </p:cNvPr>
          <p:cNvGrpSpPr/>
          <p:nvPr/>
        </p:nvGrpSpPr>
        <p:grpSpPr>
          <a:xfrm>
            <a:off x="5576542" y="4226216"/>
            <a:ext cx="255600" cy="357840"/>
            <a:chOff x="5576542" y="4226216"/>
            <a:chExt cx="255600" cy="35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142A43B-CC2D-B7C7-2FF1-FB008A0E52B6}"/>
                    </a:ext>
                  </a:extLst>
                </p14:cNvPr>
                <p14:cNvContentPartPr/>
                <p14:nvPr/>
              </p14:nvContentPartPr>
              <p14:xfrm>
                <a:off x="5647822" y="4226216"/>
                <a:ext cx="63000" cy="2354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142A43B-CC2D-B7C7-2FF1-FB008A0E52B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639182" y="4217576"/>
                  <a:ext cx="806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070C545-BC72-267A-106C-85D3D0C36E9D}"/>
                    </a:ext>
                  </a:extLst>
                </p14:cNvPr>
                <p14:cNvContentPartPr/>
                <p14:nvPr/>
              </p14:nvContentPartPr>
              <p14:xfrm>
                <a:off x="5693542" y="4252856"/>
                <a:ext cx="64800" cy="2098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070C545-BC72-267A-106C-85D3D0C36E9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684902" y="4243856"/>
                  <a:ext cx="824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9830E66-11AD-6362-8492-22510C399497}"/>
                    </a:ext>
                  </a:extLst>
                </p14:cNvPr>
                <p14:cNvContentPartPr/>
                <p14:nvPr/>
              </p14:nvContentPartPr>
              <p14:xfrm>
                <a:off x="5576542" y="4406936"/>
                <a:ext cx="255600" cy="177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9830E66-11AD-6362-8492-22510C39949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567542" y="4398296"/>
                  <a:ext cx="27324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31FCE067-0F75-5E08-F782-674CDACF8FB0}"/>
              </a:ext>
            </a:extLst>
          </p:cNvPr>
          <p:cNvGrpSpPr/>
          <p:nvPr/>
        </p:nvGrpSpPr>
        <p:grpSpPr>
          <a:xfrm>
            <a:off x="5161822" y="4762976"/>
            <a:ext cx="659520" cy="389520"/>
            <a:chOff x="5161822" y="4762976"/>
            <a:chExt cx="659520" cy="38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746E717-0014-2D1A-6546-4E2DC63DEFD8}"/>
                    </a:ext>
                  </a:extLst>
                </p14:cNvPr>
                <p14:cNvContentPartPr/>
                <p14:nvPr/>
              </p14:nvContentPartPr>
              <p14:xfrm>
                <a:off x="5363782" y="4940456"/>
                <a:ext cx="137880" cy="1738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746E717-0014-2D1A-6546-4E2DC63DEFD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355142" y="4931816"/>
                  <a:ext cx="1555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F34815F-691F-DBAD-775C-E315ECB69771}"/>
                    </a:ext>
                  </a:extLst>
                </p14:cNvPr>
                <p14:cNvContentPartPr/>
                <p14:nvPr/>
              </p14:nvContentPartPr>
              <p14:xfrm>
                <a:off x="5417062" y="5022896"/>
                <a:ext cx="97200" cy="14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F34815F-691F-DBAD-775C-E315ECB6977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408422" y="5013896"/>
                  <a:ext cx="1148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FA19C92-7F6A-B3F5-9D5D-0279BD6B5144}"/>
                    </a:ext>
                  </a:extLst>
                </p14:cNvPr>
                <p14:cNvContentPartPr/>
                <p14:nvPr/>
              </p14:nvContentPartPr>
              <p14:xfrm>
                <a:off x="5619022" y="4906616"/>
                <a:ext cx="47880" cy="2458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FA19C92-7F6A-B3F5-9D5D-0279BD6B514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610382" y="4897976"/>
                  <a:ext cx="655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884CC95-2305-87CC-12E0-8D83B1D220D8}"/>
                    </a:ext>
                  </a:extLst>
                </p14:cNvPr>
                <p14:cNvContentPartPr/>
                <p14:nvPr/>
              </p14:nvContentPartPr>
              <p14:xfrm>
                <a:off x="5161822" y="4885376"/>
                <a:ext cx="35280" cy="191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884CC95-2305-87CC-12E0-8D83B1D220D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153182" y="4876736"/>
                  <a:ext cx="529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22D60F2-5770-C907-5414-23665CC62D3C}"/>
                    </a:ext>
                  </a:extLst>
                </p14:cNvPr>
                <p14:cNvContentPartPr/>
                <p14:nvPr/>
              </p14:nvContentPartPr>
              <p14:xfrm>
                <a:off x="5698942" y="4762976"/>
                <a:ext cx="122400" cy="1018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22D60F2-5770-C907-5414-23665CC62D3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689942" y="4754336"/>
                  <a:ext cx="140040" cy="11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5D5E8F2-8C04-82B4-35CF-CEB4E486FCBB}"/>
              </a:ext>
            </a:extLst>
          </p:cNvPr>
          <p:cNvGrpSpPr/>
          <p:nvPr/>
        </p:nvGrpSpPr>
        <p:grpSpPr>
          <a:xfrm>
            <a:off x="5995942" y="4906616"/>
            <a:ext cx="441000" cy="173520"/>
            <a:chOff x="5995942" y="4906616"/>
            <a:chExt cx="441000" cy="17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65F04C1-1384-A5E0-0FF1-7B69BD3EFE78}"/>
                    </a:ext>
                  </a:extLst>
                </p14:cNvPr>
                <p14:cNvContentPartPr/>
                <p14:nvPr/>
              </p14:nvContentPartPr>
              <p14:xfrm>
                <a:off x="5995942" y="4924256"/>
                <a:ext cx="174600" cy="1220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65F04C1-1384-A5E0-0FF1-7B69BD3EFE7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987302" y="4915616"/>
                  <a:ext cx="1922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617D07A-5622-D531-6E33-463CB008F6C9}"/>
                    </a:ext>
                  </a:extLst>
                </p14:cNvPr>
                <p14:cNvContentPartPr/>
                <p14:nvPr/>
              </p14:nvContentPartPr>
              <p14:xfrm>
                <a:off x="6326062" y="4906616"/>
                <a:ext cx="110880" cy="173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617D07A-5622-D531-6E33-463CB008F6C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317422" y="4897976"/>
                  <a:ext cx="12852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A4AC0A3B-1A37-A5C0-675B-82CB62C5CB08}"/>
              </a:ext>
            </a:extLst>
          </p:cNvPr>
          <p:cNvGrpSpPr/>
          <p:nvPr/>
        </p:nvGrpSpPr>
        <p:grpSpPr>
          <a:xfrm>
            <a:off x="5405902" y="5486216"/>
            <a:ext cx="885240" cy="266040"/>
            <a:chOff x="5405902" y="5486216"/>
            <a:chExt cx="885240" cy="26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A6E4D96-5753-91D0-38DB-67CA14320BCB}"/>
                    </a:ext>
                  </a:extLst>
                </p14:cNvPr>
                <p14:cNvContentPartPr/>
                <p14:nvPr/>
              </p14:nvContentPartPr>
              <p14:xfrm>
                <a:off x="5405902" y="5603216"/>
                <a:ext cx="149760" cy="165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A6E4D96-5753-91D0-38DB-67CA14320BC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396902" y="5594216"/>
                  <a:ext cx="1674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49026F7-04B9-5898-D5AD-57AAA50F69E4}"/>
                    </a:ext>
                  </a:extLst>
                </p14:cNvPr>
                <p14:cNvContentPartPr/>
                <p14:nvPr/>
              </p14:nvContentPartPr>
              <p14:xfrm>
                <a:off x="5421382" y="5581616"/>
                <a:ext cx="128880" cy="57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49026F7-04B9-5898-D5AD-57AAA50F69E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412742" y="5572976"/>
                  <a:ext cx="1465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54CACE1-3515-1821-1FE2-210542834185}"/>
                    </a:ext>
                  </a:extLst>
                </p14:cNvPr>
                <p14:cNvContentPartPr/>
                <p14:nvPr/>
              </p14:nvContentPartPr>
              <p14:xfrm>
                <a:off x="5576542" y="5518256"/>
                <a:ext cx="172440" cy="165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54CACE1-3515-1821-1FE2-21054283418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567902" y="5509256"/>
                  <a:ext cx="1900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047B413-130F-428E-80EB-2F3273041236}"/>
                    </a:ext>
                  </a:extLst>
                </p14:cNvPr>
                <p14:cNvContentPartPr/>
                <p14:nvPr/>
              </p14:nvContentPartPr>
              <p14:xfrm>
                <a:off x="5980462" y="5541656"/>
                <a:ext cx="173880" cy="1846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047B413-130F-428E-80EB-2F327304123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971822" y="5533016"/>
                  <a:ext cx="1915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DED699A-9B11-EAC1-BFB8-ACCFF85A1265}"/>
                    </a:ext>
                  </a:extLst>
                </p14:cNvPr>
                <p14:cNvContentPartPr/>
                <p14:nvPr/>
              </p14:nvContentPartPr>
              <p14:xfrm>
                <a:off x="6054982" y="5645696"/>
                <a:ext cx="128160" cy="144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DED699A-9B11-EAC1-BFB8-ACCFF85A126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045982" y="5637056"/>
                  <a:ext cx="1458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436B7B5-8930-DD0A-AE81-64F7ACD46EBC}"/>
                    </a:ext>
                  </a:extLst>
                </p14:cNvPr>
                <p14:cNvContentPartPr/>
                <p14:nvPr/>
              </p14:nvContentPartPr>
              <p14:xfrm>
                <a:off x="6235702" y="5486216"/>
                <a:ext cx="55440" cy="2232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436B7B5-8930-DD0A-AE81-64F7ACD46EB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227062" y="5477576"/>
                  <a:ext cx="730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E141BE1-1471-56D9-439C-192AD0427F3F}"/>
                    </a:ext>
                  </a:extLst>
                </p14:cNvPr>
                <p14:cNvContentPartPr/>
                <p14:nvPr/>
              </p14:nvContentPartPr>
              <p14:xfrm>
                <a:off x="5874262" y="5491616"/>
                <a:ext cx="59040" cy="2606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E141BE1-1471-56D9-439C-192AD0427F3F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865622" y="5482616"/>
                  <a:ext cx="76680" cy="27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4986DB2F-D1D7-BF01-A6E6-3A0290E779AA}"/>
              </a:ext>
            </a:extLst>
          </p:cNvPr>
          <p:cNvGrpSpPr/>
          <p:nvPr/>
        </p:nvGrpSpPr>
        <p:grpSpPr>
          <a:xfrm>
            <a:off x="6463582" y="5480816"/>
            <a:ext cx="367200" cy="171000"/>
            <a:chOff x="6463582" y="5480816"/>
            <a:chExt cx="367200" cy="17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D1F87F4-D642-1D0B-4CE4-A83FD98FAFD0}"/>
                    </a:ext>
                  </a:extLst>
                </p14:cNvPr>
                <p14:cNvContentPartPr/>
                <p14:nvPr/>
              </p14:nvContentPartPr>
              <p14:xfrm>
                <a:off x="6463582" y="5507456"/>
                <a:ext cx="186480" cy="144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D1F87F4-D642-1D0B-4CE4-A83FD98FAFD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454942" y="5498816"/>
                  <a:ext cx="2041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51E08C4-9483-316D-34A4-8D92B4BF1D60}"/>
                    </a:ext>
                  </a:extLst>
                </p14:cNvPr>
                <p14:cNvContentPartPr/>
                <p14:nvPr/>
              </p14:nvContentPartPr>
              <p14:xfrm>
                <a:off x="6740782" y="5480816"/>
                <a:ext cx="90000" cy="165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51E08C4-9483-316D-34A4-8D92B4BF1D6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732142" y="5472176"/>
                  <a:ext cx="10764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EB6A08E1-302E-9503-4CE6-84B067FA026D}"/>
              </a:ext>
            </a:extLst>
          </p:cNvPr>
          <p:cNvGrpSpPr/>
          <p:nvPr/>
        </p:nvGrpSpPr>
        <p:grpSpPr>
          <a:xfrm>
            <a:off x="7442782" y="5438696"/>
            <a:ext cx="831600" cy="266760"/>
            <a:chOff x="7442782" y="5438696"/>
            <a:chExt cx="831600" cy="26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6CD9469-344C-B874-1B2D-FE37C0DE454E}"/>
                    </a:ext>
                  </a:extLst>
                </p14:cNvPr>
                <p14:cNvContentPartPr/>
                <p14:nvPr/>
              </p14:nvContentPartPr>
              <p14:xfrm>
                <a:off x="7474462" y="5613656"/>
                <a:ext cx="31320" cy="864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6CD9469-344C-B874-1B2D-FE37C0DE454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465822" y="5605016"/>
                  <a:ext cx="489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0DDEF15-9D15-E54D-9C25-8FC49288C78D}"/>
                    </a:ext>
                  </a:extLst>
                </p14:cNvPr>
                <p14:cNvContentPartPr/>
                <p14:nvPr/>
              </p14:nvContentPartPr>
              <p14:xfrm>
                <a:off x="7442782" y="5497016"/>
                <a:ext cx="13320" cy="36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0DDEF15-9D15-E54D-9C25-8FC49288C78D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433782" y="5488016"/>
                  <a:ext cx="309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F4012FA-950C-A225-1CDD-12C1C2AB9129}"/>
                    </a:ext>
                  </a:extLst>
                </p14:cNvPr>
                <p14:cNvContentPartPr/>
                <p14:nvPr/>
              </p14:nvContentPartPr>
              <p14:xfrm>
                <a:off x="7564822" y="5640296"/>
                <a:ext cx="128520" cy="450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F4012FA-950C-A225-1CDD-12C1C2AB912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556182" y="5631656"/>
                  <a:ext cx="1461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3A19707-7CE4-FD77-AEEA-7C7CC950C76D}"/>
                    </a:ext>
                  </a:extLst>
                </p14:cNvPr>
                <p14:cNvContentPartPr/>
                <p14:nvPr/>
              </p14:nvContentPartPr>
              <p14:xfrm>
                <a:off x="7713502" y="5571176"/>
                <a:ext cx="90360" cy="1328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3A19707-7CE4-FD77-AEEA-7C7CC950C76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704862" y="5562536"/>
                  <a:ext cx="1080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4F6FA96-51CB-16D6-09D3-745E5E2A4AD0}"/>
                    </a:ext>
                  </a:extLst>
                </p14:cNvPr>
                <p14:cNvContentPartPr/>
                <p14:nvPr/>
              </p14:nvContentPartPr>
              <p14:xfrm>
                <a:off x="7862542" y="5640296"/>
                <a:ext cx="18720" cy="518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4F6FA96-51CB-16D6-09D3-745E5E2A4AD0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853902" y="5631656"/>
                  <a:ext cx="363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1AFDDE2-F577-46AE-A7F6-E511B9115762}"/>
                    </a:ext>
                  </a:extLst>
                </p14:cNvPr>
                <p14:cNvContentPartPr/>
                <p14:nvPr/>
              </p14:nvContentPartPr>
              <p14:xfrm>
                <a:off x="7835902" y="5523296"/>
                <a:ext cx="6840" cy="10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1AFDDE2-F577-46AE-A7F6-E511B911576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827262" y="5514656"/>
                  <a:ext cx="244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ACD8134-3A3F-4D66-6144-578E43C6C590}"/>
                    </a:ext>
                  </a:extLst>
                </p14:cNvPr>
                <p14:cNvContentPartPr/>
                <p14:nvPr/>
              </p14:nvContentPartPr>
              <p14:xfrm>
                <a:off x="7967662" y="5438696"/>
                <a:ext cx="306720" cy="2667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ACD8134-3A3F-4D66-6144-578E43C6C59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959022" y="5429696"/>
                  <a:ext cx="324360" cy="28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4437D8FE-7A7F-EBA1-37CD-C5A2EB173E8E}"/>
              </a:ext>
            </a:extLst>
          </p:cNvPr>
          <p:cNvGrpSpPr/>
          <p:nvPr/>
        </p:nvGrpSpPr>
        <p:grpSpPr>
          <a:xfrm>
            <a:off x="8554462" y="5352296"/>
            <a:ext cx="254880" cy="428400"/>
            <a:chOff x="8554462" y="5352296"/>
            <a:chExt cx="254880" cy="42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D50739C-3028-3D53-CF3D-A20C7A4E48EB}"/>
                    </a:ext>
                  </a:extLst>
                </p14:cNvPr>
                <p14:cNvContentPartPr/>
                <p14:nvPr/>
              </p14:nvContentPartPr>
              <p14:xfrm>
                <a:off x="8554462" y="5576576"/>
                <a:ext cx="70560" cy="975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D50739C-3028-3D53-CF3D-A20C7A4E48EB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545462" y="5567936"/>
                  <a:ext cx="882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69D735A-94B5-6D4F-05DE-0BE163E449B1}"/>
                    </a:ext>
                  </a:extLst>
                </p14:cNvPr>
                <p14:cNvContentPartPr/>
                <p14:nvPr/>
              </p14:nvContentPartPr>
              <p14:xfrm>
                <a:off x="8694502" y="5352296"/>
                <a:ext cx="93240" cy="4284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69D735A-94B5-6D4F-05DE-0BE163E449B1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685862" y="5343296"/>
                  <a:ext cx="11088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A0B0993-48C1-BE77-45E4-C4AD2C9E7949}"/>
                    </a:ext>
                  </a:extLst>
                </p14:cNvPr>
                <p14:cNvContentPartPr/>
                <p14:nvPr/>
              </p14:nvContentPartPr>
              <p14:xfrm>
                <a:off x="8678662" y="5644976"/>
                <a:ext cx="130680" cy="968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A0B0993-48C1-BE77-45E4-C4AD2C9E7949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669662" y="5635976"/>
                  <a:ext cx="148320" cy="11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A690916-7D12-BABE-BB8A-4DCBC08FBB97}"/>
              </a:ext>
            </a:extLst>
          </p:cNvPr>
          <p:cNvGrpSpPr/>
          <p:nvPr/>
        </p:nvGrpSpPr>
        <p:grpSpPr>
          <a:xfrm>
            <a:off x="9095902" y="5365976"/>
            <a:ext cx="477360" cy="259920"/>
            <a:chOff x="9095902" y="5365976"/>
            <a:chExt cx="477360" cy="25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98CBCA1-72AE-1EF6-E3F3-793095564F90}"/>
                    </a:ext>
                  </a:extLst>
                </p14:cNvPr>
                <p14:cNvContentPartPr/>
                <p14:nvPr/>
              </p14:nvContentPartPr>
              <p14:xfrm>
                <a:off x="9095902" y="5561456"/>
                <a:ext cx="406080" cy="644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98CBCA1-72AE-1EF6-E3F3-793095564F9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9087262" y="5552456"/>
                  <a:ext cx="4237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2F13174-9B25-C48E-1865-4F79EEDAD3A6}"/>
                    </a:ext>
                  </a:extLst>
                </p14:cNvPr>
                <p14:cNvContentPartPr/>
                <p14:nvPr/>
              </p14:nvContentPartPr>
              <p14:xfrm>
                <a:off x="9412702" y="5389376"/>
                <a:ext cx="2520" cy="68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2F13174-9B25-C48E-1865-4F79EEDAD3A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9404062" y="5380736"/>
                  <a:ext cx="201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67C7981-8E41-3C03-0277-D31840C79C9E}"/>
                    </a:ext>
                  </a:extLst>
                </p14:cNvPr>
                <p14:cNvContentPartPr/>
                <p14:nvPr/>
              </p14:nvContentPartPr>
              <p14:xfrm>
                <a:off x="9414862" y="5365976"/>
                <a:ext cx="158400" cy="2599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67C7981-8E41-3C03-0277-D31840C79C9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9406222" y="5357336"/>
                  <a:ext cx="17604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887E18C-17BC-C785-02FC-60E84BC73F02}"/>
                    </a:ext>
                  </a:extLst>
                </p14:cNvPr>
                <p14:cNvContentPartPr/>
                <p14:nvPr/>
              </p14:nvContentPartPr>
              <p14:xfrm>
                <a:off x="9462742" y="5512856"/>
                <a:ext cx="106920" cy="208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887E18C-17BC-C785-02FC-60E84BC73F02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9453742" y="5503856"/>
                  <a:ext cx="1245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8BABA4F-62D8-5B17-0127-4FCAB4C80F52}"/>
                    </a:ext>
                  </a:extLst>
                </p14:cNvPr>
                <p14:cNvContentPartPr/>
                <p14:nvPr/>
              </p14:nvContentPartPr>
              <p14:xfrm>
                <a:off x="9393622" y="5443736"/>
                <a:ext cx="360" cy="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8BABA4F-62D8-5B17-0127-4FCAB4C80F52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9384982" y="54347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13E7ECF4-514D-1AE8-646E-ADA6AF42D053}"/>
              </a:ext>
            </a:extLst>
          </p:cNvPr>
          <p:cNvGrpSpPr/>
          <p:nvPr/>
        </p:nvGrpSpPr>
        <p:grpSpPr>
          <a:xfrm>
            <a:off x="9755062" y="5295056"/>
            <a:ext cx="781920" cy="324360"/>
            <a:chOff x="9755062" y="5295056"/>
            <a:chExt cx="781920" cy="32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3B6ED84-F493-12E4-6B76-FE5A2F5C1A6B}"/>
                    </a:ext>
                  </a:extLst>
                </p14:cNvPr>
                <p14:cNvContentPartPr/>
                <p14:nvPr/>
              </p14:nvContentPartPr>
              <p14:xfrm>
                <a:off x="9755062" y="5497016"/>
                <a:ext cx="64440" cy="94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3B6ED84-F493-12E4-6B76-FE5A2F5C1A6B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746062" y="5488016"/>
                  <a:ext cx="820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65575EA-9DC4-3A4C-752F-403D30593AB4}"/>
                    </a:ext>
                  </a:extLst>
                </p14:cNvPr>
                <p14:cNvContentPartPr/>
                <p14:nvPr/>
              </p14:nvContentPartPr>
              <p14:xfrm>
                <a:off x="9893302" y="5512856"/>
                <a:ext cx="36720" cy="918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65575EA-9DC4-3A4C-752F-403D30593AB4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884662" y="5503856"/>
                  <a:ext cx="543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F9472F3-4354-D3BB-6D3D-D042AE5F0A1E}"/>
                    </a:ext>
                  </a:extLst>
                </p14:cNvPr>
                <p14:cNvContentPartPr/>
                <p14:nvPr/>
              </p14:nvContentPartPr>
              <p14:xfrm>
                <a:off x="9882862" y="5401256"/>
                <a:ext cx="360" cy="277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F9472F3-4354-D3BB-6D3D-D042AE5F0A1E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9873862" y="5392256"/>
                  <a:ext cx="180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D5689CB-DDDE-F48A-837F-A4B25E328C1D}"/>
                    </a:ext>
                  </a:extLst>
                </p14:cNvPr>
                <p14:cNvContentPartPr/>
                <p14:nvPr/>
              </p14:nvContentPartPr>
              <p14:xfrm>
                <a:off x="9963502" y="5464256"/>
                <a:ext cx="63360" cy="128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D5689CB-DDDE-F48A-837F-A4B25E328C1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9954502" y="5455256"/>
                  <a:ext cx="810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EEC8991-28C4-32D4-295B-C8333AD47D0D}"/>
                    </a:ext>
                  </a:extLst>
                </p14:cNvPr>
                <p14:cNvContentPartPr/>
                <p14:nvPr/>
              </p14:nvContentPartPr>
              <p14:xfrm>
                <a:off x="10120822" y="5476856"/>
                <a:ext cx="129240" cy="1220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EEC8991-28C4-32D4-295B-C8333AD47D0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112182" y="5468216"/>
                  <a:ext cx="14688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A281C2D-BAD0-F1F0-AD9E-A485337D5E8C}"/>
                    </a:ext>
                  </a:extLst>
                </p14:cNvPr>
                <p14:cNvContentPartPr/>
                <p14:nvPr/>
              </p14:nvContentPartPr>
              <p14:xfrm>
                <a:off x="10227742" y="5295056"/>
                <a:ext cx="309240" cy="3243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A281C2D-BAD0-F1F0-AD9E-A485337D5E8C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0218742" y="5286056"/>
                  <a:ext cx="326880" cy="342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STABILITY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Representative analog stable poles map inside |z|=1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12</a:t>
            </a:r>
          </a:p>
        </p:txBody>
      </p:sp>
      <p:pic>
        <p:nvPicPr>
          <p:cNvPr id="6" name="Picture 5" descr="iir_bilinear_pol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5218176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20840" y="1554480"/>
            <a:ext cx="4297680" cy="16459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720840" y="1554480"/>
            <a:ext cx="50292" cy="16459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67144" y="1664208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7144" y="2039112"/>
            <a:ext cx="4069080" cy="10789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Every shown analog pole has negative real part. After the bilinear map, every digital pole lies strictly inside the unit circle.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3611880"/>
            <a:ext cx="4297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20840" y="3611880"/>
            <a:ext cx="50292" cy="14630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67144" y="3721608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This is the guarantee we want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7144" y="4096512"/>
            <a:ext cx="4069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Start from a stable analog prototype and the mapped digital filter remains stable, barring numerical implementation issues.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FREQUENCY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analog jΩ axis maps exactly onto the unit circle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13</a:t>
            </a:r>
          </a:p>
        </p:txBody>
      </p:sp>
      <p:pic>
        <p:nvPicPr>
          <p:cNvPr id="6" name="Picture 5" descr="eq_5fccd76c2f62be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4023360" cy="453762"/>
          </a:xfrm>
          <a:prstGeom prst="rect">
            <a:avLst/>
          </a:prstGeom>
        </p:spPr>
      </p:pic>
      <p:pic>
        <p:nvPicPr>
          <p:cNvPr id="7" name="Picture 6" descr="eq_301d517cf8a291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31720"/>
            <a:ext cx="5394960" cy="801131"/>
          </a:xfrm>
          <a:prstGeom prst="rect">
            <a:avLst/>
          </a:prstGeom>
        </p:spPr>
      </p:pic>
      <p:pic>
        <p:nvPicPr>
          <p:cNvPr id="8" name="Picture 7" descr="eq_aaab5185354626e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429000"/>
            <a:ext cx="5852160" cy="86902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0" y="1645920"/>
            <a:ext cx="438912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0" y="1645920"/>
            <a:ext cx="50292" cy="14630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04304" y="1755648"/>
            <a:ext cx="41605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Endpoints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4304" y="2130552"/>
            <a:ext cx="416052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Ω=0 maps to ω=0. As |Ω|→∞, the digital frequency approaches ±π and z approaches −1.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566160"/>
            <a:ext cx="438912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0" y="3566160"/>
            <a:ext cx="50292" cy="11430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04304" y="3675888"/>
            <a:ext cx="41605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 aliasing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4304" y="4050792"/>
            <a:ext cx="416052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entire analog frequency axis maps one-to-one into −π&lt;ω&lt;π.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B83C374-1094-E30C-F23A-0F8087C008C0}"/>
              </a:ext>
            </a:extLst>
          </p:cNvPr>
          <p:cNvGrpSpPr/>
          <p:nvPr/>
        </p:nvGrpSpPr>
        <p:grpSpPr>
          <a:xfrm>
            <a:off x="677662" y="4731296"/>
            <a:ext cx="434160" cy="256680"/>
            <a:chOff x="677662" y="4731296"/>
            <a:chExt cx="434160" cy="25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2C1E0D2-699F-075F-E738-45F7F7BA95F5}"/>
                    </a:ext>
                  </a:extLst>
                </p14:cNvPr>
                <p14:cNvContentPartPr/>
                <p14:nvPr/>
              </p14:nvContentPartPr>
              <p14:xfrm>
                <a:off x="677662" y="4858736"/>
                <a:ext cx="274680" cy="129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2C1E0D2-699F-075F-E738-45F7F7BA95F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68662" y="4850096"/>
                  <a:ext cx="2923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46E343C-1A25-03EB-620F-E49DEB6E6097}"/>
                    </a:ext>
                  </a:extLst>
                </p14:cNvPr>
                <p14:cNvContentPartPr/>
                <p14:nvPr/>
              </p14:nvContentPartPr>
              <p14:xfrm>
                <a:off x="992662" y="4731296"/>
                <a:ext cx="119160" cy="239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46E343C-1A25-03EB-620F-E49DEB6E609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84022" y="4722296"/>
                  <a:ext cx="13680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1A7EA96-8745-5539-2575-6AC96016CC60}"/>
                    </a:ext>
                  </a:extLst>
                </p14:cNvPr>
                <p14:cNvContentPartPr/>
                <p14:nvPr/>
              </p14:nvContentPartPr>
              <p14:xfrm>
                <a:off x="957742" y="4890776"/>
                <a:ext cx="132480" cy="14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1A7EA96-8745-5539-2575-6AC96016CC6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48742" y="4882136"/>
                  <a:ext cx="15012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38739A2-5AFC-652E-DA97-D7F727DD1849}"/>
              </a:ext>
            </a:extLst>
          </p:cNvPr>
          <p:cNvGrpSpPr/>
          <p:nvPr/>
        </p:nvGrpSpPr>
        <p:grpSpPr>
          <a:xfrm>
            <a:off x="1362022" y="4842896"/>
            <a:ext cx="590040" cy="139320"/>
            <a:chOff x="1362022" y="4842896"/>
            <a:chExt cx="590040" cy="13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1F05139-CC42-8B40-8C40-0594026F30DB}"/>
                    </a:ext>
                  </a:extLst>
                </p14:cNvPr>
                <p14:cNvContentPartPr/>
                <p14:nvPr/>
              </p14:nvContentPartPr>
              <p14:xfrm>
                <a:off x="1362022" y="4853696"/>
                <a:ext cx="163800" cy="128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1F05139-CC42-8B40-8C40-0594026F30D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53382" y="4845056"/>
                  <a:ext cx="1814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EC3BA75-DDFD-333A-3067-E394807841CB}"/>
                    </a:ext>
                  </a:extLst>
                </p14:cNvPr>
                <p14:cNvContentPartPr/>
                <p14:nvPr/>
              </p14:nvContentPartPr>
              <p14:xfrm>
                <a:off x="1625902" y="4938296"/>
                <a:ext cx="102240" cy="5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EC3BA75-DDFD-333A-3067-E394807841C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616902" y="4929656"/>
                  <a:ext cx="1198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A1C900A-C456-3E48-DA60-5D73C05EE94F}"/>
                    </a:ext>
                  </a:extLst>
                </p14:cNvPr>
                <p14:cNvContentPartPr/>
                <p14:nvPr/>
              </p14:nvContentPartPr>
              <p14:xfrm>
                <a:off x="1614382" y="4874216"/>
                <a:ext cx="97560" cy="16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A1C900A-C456-3E48-DA60-5D73C05EE94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605742" y="4865216"/>
                  <a:ext cx="1152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0389F0A-274B-5A9B-4C41-83B624C08354}"/>
                    </a:ext>
                  </a:extLst>
                </p14:cNvPr>
                <p14:cNvContentPartPr/>
                <p14:nvPr/>
              </p14:nvContentPartPr>
              <p14:xfrm>
                <a:off x="1815622" y="4842896"/>
                <a:ext cx="136440" cy="132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0389F0A-274B-5A9B-4C41-83B624C0835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806622" y="4834256"/>
                  <a:ext cx="154080" cy="14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CCC1065-7058-2F25-063C-F06106F027C1}"/>
              </a:ext>
            </a:extLst>
          </p:cNvPr>
          <p:cNvGrpSpPr/>
          <p:nvPr/>
        </p:nvGrpSpPr>
        <p:grpSpPr>
          <a:xfrm>
            <a:off x="2375782" y="4757936"/>
            <a:ext cx="888480" cy="382320"/>
            <a:chOff x="2375782" y="4757936"/>
            <a:chExt cx="888480" cy="38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E9D1E25-59F9-360F-4969-4C27669AFE22}"/>
                    </a:ext>
                  </a:extLst>
                </p14:cNvPr>
                <p14:cNvContentPartPr/>
                <p14:nvPr/>
              </p14:nvContentPartPr>
              <p14:xfrm>
                <a:off x="2375782" y="4859096"/>
                <a:ext cx="128520" cy="139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E9D1E25-59F9-360F-4969-4C27669AFE2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367142" y="4850096"/>
                  <a:ext cx="1461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E8D310E-A853-CC8E-F290-24776C3F93B7}"/>
                    </a:ext>
                  </a:extLst>
                </p14:cNvPr>
                <p14:cNvContentPartPr/>
                <p14:nvPr/>
              </p14:nvContentPartPr>
              <p14:xfrm>
                <a:off x="2624542" y="4939736"/>
                <a:ext cx="92160" cy="10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E8D310E-A853-CC8E-F290-24776C3F93B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615542" y="4930736"/>
                  <a:ext cx="1098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B5980D0-2DA1-959E-5C49-17BE8E44DF8B}"/>
                    </a:ext>
                  </a:extLst>
                </p14:cNvPr>
                <p14:cNvContentPartPr/>
                <p14:nvPr/>
              </p14:nvContentPartPr>
              <p14:xfrm>
                <a:off x="2607622" y="4891136"/>
                <a:ext cx="104040" cy="16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B5980D0-2DA1-959E-5C49-17BE8E44DF8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598622" y="4882136"/>
                  <a:ext cx="1216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FF0CEB1-4BBE-762C-AED6-D98A86EA47EE}"/>
                    </a:ext>
                  </a:extLst>
                </p14:cNvPr>
                <p14:cNvContentPartPr/>
                <p14:nvPr/>
              </p14:nvContentPartPr>
              <p14:xfrm>
                <a:off x="2859982" y="4885376"/>
                <a:ext cx="106560" cy="254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FF0CEB1-4BBE-762C-AED6-D98A86EA47E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850982" y="4876736"/>
                  <a:ext cx="12420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C3459D1-0C87-8943-51BA-DC7E65720B56}"/>
                    </a:ext>
                  </a:extLst>
                </p14:cNvPr>
                <p14:cNvContentPartPr/>
                <p14:nvPr/>
              </p14:nvContentPartPr>
              <p14:xfrm>
                <a:off x="2854582" y="4757936"/>
                <a:ext cx="3600" cy="9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C3459D1-0C87-8943-51BA-DC7E65720B5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845942" y="4748936"/>
                  <a:ext cx="212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18580BC-B38C-728A-4125-DCB7C926FA20}"/>
                    </a:ext>
                  </a:extLst>
                </p14:cNvPr>
                <p14:cNvContentPartPr/>
                <p14:nvPr/>
              </p14:nvContentPartPr>
              <p14:xfrm>
                <a:off x="2971582" y="4783496"/>
                <a:ext cx="292680" cy="150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18580BC-B38C-728A-4125-DCB7C926FA2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962942" y="4774856"/>
                  <a:ext cx="310320" cy="16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1F19DF5-303C-1A3D-ADFF-220D6F7722DB}"/>
              </a:ext>
            </a:extLst>
          </p:cNvPr>
          <p:cNvGrpSpPr/>
          <p:nvPr/>
        </p:nvGrpSpPr>
        <p:grpSpPr>
          <a:xfrm>
            <a:off x="8856862" y="205736"/>
            <a:ext cx="1377360" cy="794160"/>
            <a:chOff x="8856862" y="205736"/>
            <a:chExt cx="1377360" cy="79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61EFD77-6867-E213-EAC6-868B6ECD9DF4}"/>
                    </a:ext>
                  </a:extLst>
                </p14:cNvPr>
                <p14:cNvContentPartPr/>
                <p14:nvPr/>
              </p14:nvContentPartPr>
              <p14:xfrm>
                <a:off x="8856862" y="505616"/>
                <a:ext cx="169200" cy="1908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61EFD77-6867-E213-EAC6-868B6ECD9DF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847862" y="496616"/>
                  <a:ext cx="1868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A3AA87F-9993-9F85-45E7-7DAA223130C4}"/>
                    </a:ext>
                  </a:extLst>
                </p14:cNvPr>
                <p14:cNvContentPartPr/>
                <p14:nvPr/>
              </p14:nvContentPartPr>
              <p14:xfrm>
                <a:off x="8895022" y="606056"/>
                <a:ext cx="56520" cy="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A3AA87F-9993-9F85-45E7-7DAA223130C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886022" y="597056"/>
                  <a:ext cx="74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3B8680E-0A5A-C3FC-ADB8-6FD9CBCBF9D4}"/>
                    </a:ext>
                  </a:extLst>
                </p14:cNvPr>
                <p14:cNvContentPartPr/>
                <p14:nvPr/>
              </p14:nvContentPartPr>
              <p14:xfrm>
                <a:off x="9107062" y="621536"/>
                <a:ext cx="100800" cy="5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3B8680E-0A5A-C3FC-ADB8-6FD9CBCBF9D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098062" y="612896"/>
                  <a:ext cx="118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B827EC3-DF7C-62C0-21B3-2FC8622025C4}"/>
                    </a:ext>
                  </a:extLst>
                </p14:cNvPr>
                <p14:cNvContentPartPr/>
                <p14:nvPr/>
              </p14:nvContentPartPr>
              <p14:xfrm>
                <a:off x="9099862" y="535856"/>
                <a:ext cx="102600" cy="22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B827EC3-DF7C-62C0-21B3-2FC8622025C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091222" y="527216"/>
                  <a:ext cx="1202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E6A0C05-27EE-EFC5-4B03-CBAF053E2DC6}"/>
                    </a:ext>
                  </a:extLst>
                </p14:cNvPr>
                <p14:cNvContentPartPr/>
                <p14:nvPr/>
              </p14:nvContentPartPr>
              <p14:xfrm>
                <a:off x="9471742" y="341096"/>
                <a:ext cx="46080" cy="142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E6A0C05-27EE-EFC5-4B03-CBAF053E2DC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462742" y="332096"/>
                  <a:ext cx="6372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B89982D-CFAD-3355-2078-B92B2D6B3ED3}"/>
                    </a:ext>
                  </a:extLst>
                </p14:cNvPr>
                <p14:cNvContentPartPr/>
                <p14:nvPr/>
              </p14:nvContentPartPr>
              <p14:xfrm>
                <a:off x="9420262" y="430376"/>
                <a:ext cx="159840" cy="1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B89982D-CFAD-3355-2078-B92B2D6B3ED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411262" y="421376"/>
                  <a:ext cx="1774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96C10F8-9EE6-59DB-90BC-56DEE109FC20}"/>
                    </a:ext>
                  </a:extLst>
                </p14:cNvPr>
                <p14:cNvContentPartPr/>
                <p14:nvPr/>
              </p14:nvContentPartPr>
              <p14:xfrm>
                <a:off x="9297862" y="349736"/>
                <a:ext cx="59400" cy="146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96C10F8-9EE6-59DB-90BC-56DEE109FC2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289222" y="341096"/>
                  <a:ext cx="770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BEAFAA3-9D8F-1FEC-64DE-9B42941F2A26}"/>
                    </a:ext>
                  </a:extLst>
                </p14:cNvPr>
                <p14:cNvContentPartPr/>
                <p14:nvPr/>
              </p14:nvContentPartPr>
              <p14:xfrm>
                <a:off x="9762982" y="233456"/>
                <a:ext cx="28800" cy="90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BEAFAA3-9D8F-1FEC-64DE-9B42941F2A2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753982" y="224456"/>
                  <a:ext cx="464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01CB897-33EE-0D0C-AE9A-E986290CB1DD}"/>
                    </a:ext>
                  </a:extLst>
                </p14:cNvPr>
                <p14:cNvContentPartPr/>
                <p14:nvPr/>
              </p14:nvContentPartPr>
              <p14:xfrm>
                <a:off x="9667222" y="205736"/>
                <a:ext cx="194760" cy="33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01CB897-33EE-0D0C-AE9A-E986290CB1D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658582" y="197096"/>
                  <a:ext cx="2124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CC93711-C045-4654-7794-3C4AB3F2B33B}"/>
                    </a:ext>
                  </a:extLst>
                </p14:cNvPr>
                <p14:cNvContentPartPr/>
                <p14:nvPr/>
              </p14:nvContentPartPr>
              <p14:xfrm>
                <a:off x="9714382" y="371696"/>
                <a:ext cx="168840" cy="21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CC93711-C045-4654-7794-3C4AB3F2B33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705382" y="362696"/>
                  <a:ext cx="186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0A43457-C279-E89B-30CD-014EC87537CC}"/>
                    </a:ext>
                  </a:extLst>
                </p14:cNvPr>
                <p14:cNvContentPartPr/>
                <p14:nvPr/>
              </p14:nvContentPartPr>
              <p14:xfrm>
                <a:off x="9781702" y="441176"/>
                <a:ext cx="135000" cy="1004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0A43457-C279-E89B-30CD-014EC87537C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773062" y="432176"/>
                  <a:ext cx="1526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3113111-2714-4623-9E00-CDF84E3A940E}"/>
                    </a:ext>
                  </a:extLst>
                </p14:cNvPr>
                <p14:cNvContentPartPr/>
                <p14:nvPr/>
              </p14:nvContentPartPr>
              <p14:xfrm>
                <a:off x="10020022" y="360536"/>
                <a:ext cx="70200" cy="106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3113111-2714-4623-9E00-CDF84E3A940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011382" y="351536"/>
                  <a:ext cx="878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6AB72EC-AD24-0252-2CC2-38DE3D92AF0D}"/>
                    </a:ext>
                  </a:extLst>
                </p14:cNvPr>
                <p14:cNvContentPartPr/>
                <p14:nvPr/>
              </p14:nvContentPartPr>
              <p14:xfrm>
                <a:off x="9361942" y="611096"/>
                <a:ext cx="872280" cy="27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6AB72EC-AD24-0252-2CC2-38DE3D92AF0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352942" y="602456"/>
                  <a:ext cx="8899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C67C97F-AC37-98ED-97FD-4FCE8DBED7BC}"/>
                    </a:ext>
                  </a:extLst>
                </p14:cNvPr>
                <p14:cNvContentPartPr/>
                <p14:nvPr/>
              </p14:nvContentPartPr>
              <p14:xfrm>
                <a:off x="9423502" y="762296"/>
                <a:ext cx="77400" cy="155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C67C97F-AC37-98ED-97FD-4FCE8DBED7B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414502" y="753656"/>
                  <a:ext cx="950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9E1B8C3-3792-767F-B6DA-1B0B7AC190A4}"/>
                    </a:ext>
                  </a:extLst>
                </p14:cNvPr>
                <p14:cNvContentPartPr/>
                <p14:nvPr/>
              </p14:nvContentPartPr>
              <p14:xfrm>
                <a:off x="9567502" y="829616"/>
                <a:ext cx="97560" cy="212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9E1B8C3-3792-767F-B6DA-1B0B7AC190A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558862" y="820616"/>
                  <a:ext cx="1152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1F00F0E-2BEE-B53F-04ED-99CD52CE03AB}"/>
                    </a:ext>
                  </a:extLst>
                </p14:cNvPr>
                <p14:cNvContentPartPr/>
                <p14:nvPr/>
              </p14:nvContentPartPr>
              <p14:xfrm>
                <a:off x="9825982" y="733136"/>
                <a:ext cx="36360" cy="640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1F00F0E-2BEE-B53F-04ED-99CD52CE03A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816982" y="724136"/>
                  <a:ext cx="540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648F66C-21C9-B9C6-FC99-C899092BF962}"/>
                    </a:ext>
                  </a:extLst>
                </p14:cNvPr>
                <p14:cNvContentPartPr/>
                <p14:nvPr/>
              </p14:nvContentPartPr>
              <p14:xfrm>
                <a:off x="9756142" y="712616"/>
                <a:ext cx="142920" cy="212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648F66C-21C9-B9C6-FC99-C899092BF96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747502" y="703616"/>
                  <a:ext cx="1605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08612D4-21C6-67BB-76D3-C125E4319226}"/>
                    </a:ext>
                  </a:extLst>
                </p14:cNvPr>
                <p14:cNvContentPartPr/>
                <p14:nvPr/>
              </p14:nvContentPartPr>
              <p14:xfrm>
                <a:off x="9814822" y="845096"/>
                <a:ext cx="110880" cy="57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08612D4-21C6-67BB-76D3-C125E431922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806182" y="836456"/>
                  <a:ext cx="1285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8534F92-5AB4-34A4-A941-B1B8705904F6}"/>
                    </a:ext>
                  </a:extLst>
                </p14:cNvPr>
                <p14:cNvContentPartPr/>
                <p14:nvPr/>
              </p14:nvContentPartPr>
              <p14:xfrm>
                <a:off x="9824182" y="898376"/>
                <a:ext cx="143280" cy="101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8534F92-5AB4-34A4-A941-B1B8705904F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815542" y="889376"/>
                  <a:ext cx="1609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A014416-630B-DA17-763F-0803C4FA6FEC}"/>
                    </a:ext>
                  </a:extLst>
                </p14:cNvPr>
                <p14:cNvContentPartPr/>
                <p14:nvPr/>
              </p14:nvContentPartPr>
              <p14:xfrm>
                <a:off x="10056742" y="799736"/>
                <a:ext cx="64800" cy="131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A014416-630B-DA17-763F-0803C4FA6FE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047742" y="790736"/>
                  <a:ext cx="8244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7958781-54D5-F807-49BE-EB25E475B62D}"/>
              </a:ext>
            </a:extLst>
          </p:cNvPr>
          <p:cNvGrpSpPr/>
          <p:nvPr/>
        </p:nvGrpSpPr>
        <p:grpSpPr>
          <a:xfrm>
            <a:off x="919582" y="5539136"/>
            <a:ext cx="383040" cy="176400"/>
            <a:chOff x="919582" y="5539136"/>
            <a:chExt cx="383040" cy="17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A77B8E7-5008-A7AC-A071-6BABA6FED386}"/>
                    </a:ext>
                  </a:extLst>
                </p14:cNvPr>
                <p14:cNvContentPartPr/>
                <p14:nvPr/>
              </p14:nvContentPartPr>
              <p14:xfrm>
                <a:off x="919582" y="5539136"/>
                <a:ext cx="156240" cy="176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A77B8E7-5008-A7AC-A071-6BABA6FED38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10582" y="5530496"/>
                  <a:ext cx="1738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C33C1F3-310A-B320-C303-5569C5A184EF}"/>
                    </a:ext>
                  </a:extLst>
                </p14:cNvPr>
                <p14:cNvContentPartPr/>
                <p14:nvPr/>
              </p14:nvContentPartPr>
              <p14:xfrm>
                <a:off x="935422" y="5634536"/>
                <a:ext cx="95760" cy="115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C33C1F3-310A-B320-C303-5569C5A184E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26782" y="5625896"/>
                  <a:ext cx="113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31AD869-A1AC-0243-E45C-C1A9921B9DD0}"/>
                    </a:ext>
                  </a:extLst>
                </p14:cNvPr>
                <p14:cNvContentPartPr/>
                <p14:nvPr/>
              </p14:nvContentPartPr>
              <p14:xfrm>
                <a:off x="1196062" y="5650736"/>
                <a:ext cx="95760" cy="11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31AD869-A1AC-0243-E45C-C1A9921B9DD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87422" y="5641736"/>
                  <a:ext cx="113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06A023D-F3F8-6FCB-2548-873CCF599677}"/>
                    </a:ext>
                  </a:extLst>
                </p14:cNvPr>
                <p14:cNvContentPartPr/>
                <p14:nvPr/>
              </p14:nvContentPartPr>
              <p14:xfrm>
                <a:off x="1189222" y="5586656"/>
                <a:ext cx="113400" cy="169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06A023D-F3F8-6FCB-2548-873CCF59967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80222" y="5577656"/>
                  <a:ext cx="13104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F4ECE-DC55-55E6-D0DD-87162B971A49}"/>
              </a:ext>
            </a:extLst>
          </p:cNvPr>
          <p:cNvGrpSpPr/>
          <p:nvPr/>
        </p:nvGrpSpPr>
        <p:grpSpPr>
          <a:xfrm>
            <a:off x="1608622" y="5212616"/>
            <a:ext cx="1012320" cy="392760"/>
            <a:chOff x="1608622" y="5212616"/>
            <a:chExt cx="1012320" cy="39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9E0B9DE-0F02-182A-C2AF-087EFE7B6002}"/>
                    </a:ext>
                  </a:extLst>
                </p14:cNvPr>
                <p14:cNvContentPartPr/>
                <p14:nvPr/>
              </p14:nvContentPartPr>
              <p14:xfrm>
                <a:off x="1608622" y="5313776"/>
                <a:ext cx="70920" cy="212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9E0B9DE-0F02-182A-C2AF-087EFE7B600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599622" y="5304776"/>
                  <a:ext cx="885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67C8DAF-74D2-7B71-C072-32D98912FD83}"/>
                    </a:ext>
                  </a:extLst>
                </p14:cNvPr>
                <p14:cNvContentPartPr/>
                <p14:nvPr/>
              </p14:nvContentPartPr>
              <p14:xfrm>
                <a:off x="1801942" y="5369216"/>
                <a:ext cx="64440" cy="111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67C8DAF-74D2-7B71-C072-32D98912FD8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793302" y="5360576"/>
                  <a:ext cx="820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8D05940-6431-14A0-694A-831169552817}"/>
                    </a:ext>
                  </a:extLst>
                </p14:cNvPr>
                <p14:cNvContentPartPr/>
                <p14:nvPr/>
              </p14:nvContentPartPr>
              <p14:xfrm>
                <a:off x="1769902" y="5427176"/>
                <a:ext cx="144000" cy="118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8D05940-6431-14A0-694A-83116955281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761262" y="5418536"/>
                  <a:ext cx="1616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AAF13D5-6590-F40D-34FE-FBC93C20E172}"/>
                    </a:ext>
                  </a:extLst>
                </p14:cNvPr>
                <p14:cNvContentPartPr/>
                <p14:nvPr/>
              </p14:nvContentPartPr>
              <p14:xfrm>
                <a:off x="1999942" y="5414576"/>
                <a:ext cx="106560" cy="1908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AAF13D5-6590-F40D-34FE-FBC93C20E17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990942" y="5405576"/>
                  <a:ext cx="1242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FF87D32-FAE9-2A8B-B0D8-3C628E328E0B}"/>
                    </a:ext>
                  </a:extLst>
                </p14:cNvPr>
                <p14:cNvContentPartPr/>
                <p14:nvPr/>
              </p14:nvContentPartPr>
              <p14:xfrm>
                <a:off x="1956382" y="5263016"/>
                <a:ext cx="7920" cy="32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FF87D32-FAE9-2A8B-B0D8-3C628E328E0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947382" y="5254016"/>
                  <a:ext cx="255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7675DBC-A8B1-B159-BEC9-06647BBAFA97}"/>
                    </a:ext>
                  </a:extLst>
                </p14:cNvPr>
                <p14:cNvContentPartPr/>
                <p14:nvPr/>
              </p14:nvContentPartPr>
              <p14:xfrm>
                <a:off x="2168782" y="5246096"/>
                <a:ext cx="260640" cy="1072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7675DBC-A8B1-B159-BEC9-06647BBAFA9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160142" y="5237096"/>
                  <a:ext cx="2782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1F222DD-EA04-0C2B-0692-1CFB96003B0D}"/>
                    </a:ext>
                  </a:extLst>
                </p14:cNvPr>
                <p14:cNvContentPartPr/>
                <p14:nvPr/>
              </p14:nvContentPartPr>
              <p14:xfrm>
                <a:off x="2530222" y="5242136"/>
                <a:ext cx="44280" cy="99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1F222DD-EA04-0C2B-0692-1CFB96003B0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521582" y="5233496"/>
                  <a:ext cx="619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5C3BBD3-8133-D709-C19C-AE37B695CB03}"/>
                    </a:ext>
                  </a:extLst>
                </p14:cNvPr>
                <p14:cNvContentPartPr/>
                <p14:nvPr/>
              </p14:nvContentPartPr>
              <p14:xfrm>
                <a:off x="2430862" y="5212616"/>
                <a:ext cx="190080" cy="241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5C3BBD3-8133-D709-C19C-AE37B695CB0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421862" y="5203616"/>
                  <a:ext cx="207720" cy="4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15343AA9-0700-30E0-CCD3-9A92F35757CF}"/>
                  </a:ext>
                </a:extLst>
              </p14:cNvPr>
              <p14:cNvContentPartPr/>
              <p14:nvPr/>
            </p14:nvContentPartPr>
            <p14:xfrm>
              <a:off x="2153302" y="5427896"/>
              <a:ext cx="520920" cy="1944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15343AA9-0700-30E0-CCD3-9A92F35757CF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2144302" y="5418896"/>
                <a:ext cx="53856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E07A8233-2FE1-985F-C1FE-AA20BB6301D4}"/>
                  </a:ext>
                </a:extLst>
              </p14:cNvPr>
              <p14:cNvContentPartPr/>
              <p14:nvPr/>
            </p14:nvContentPartPr>
            <p14:xfrm>
              <a:off x="2333662" y="5517896"/>
              <a:ext cx="175680" cy="1134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E07A8233-2FE1-985F-C1FE-AA20BB6301D4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2325022" y="5509256"/>
                <a:ext cx="19332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D4E7E281-B816-767C-8965-61B4007831A6}"/>
                  </a:ext>
                </a:extLst>
              </p14:cNvPr>
              <p14:cNvContentPartPr/>
              <p14:nvPr/>
            </p14:nvContentPartPr>
            <p14:xfrm>
              <a:off x="1515382" y="5725256"/>
              <a:ext cx="1243800" cy="3564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D4E7E281-B816-767C-8965-61B4007831A6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506742" y="5716256"/>
                <a:ext cx="1261440" cy="5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93EFCC67-6B43-9161-127F-E49D732AFE1E}"/>
              </a:ext>
            </a:extLst>
          </p:cNvPr>
          <p:cNvGrpSpPr/>
          <p:nvPr/>
        </p:nvGrpSpPr>
        <p:grpSpPr>
          <a:xfrm>
            <a:off x="1690342" y="5968616"/>
            <a:ext cx="469080" cy="327240"/>
            <a:chOff x="1690342" y="5968616"/>
            <a:chExt cx="469080" cy="32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F8ED594-31D4-03F8-DE78-39B677CEFC6A}"/>
                    </a:ext>
                  </a:extLst>
                </p14:cNvPr>
                <p14:cNvContentPartPr/>
                <p14:nvPr/>
              </p14:nvContentPartPr>
              <p14:xfrm>
                <a:off x="1690342" y="5975456"/>
                <a:ext cx="54000" cy="1965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F8ED594-31D4-03F8-DE78-39B677CEFC6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681702" y="5966456"/>
                  <a:ext cx="716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63AF0B0-61F9-26F3-5E3C-B5DE17CB1B84}"/>
                    </a:ext>
                  </a:extLst>
                </p14:cNvPr>
                <p14:cNvContentPartPr/>
                <p14:nvPr/>
              </p14:nvContentPartPr>
              <p14:xfrm>
                <a:off x="1850542" y="6081656"/>
                <a:ext cx="106200" cy="162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63AF0B0-61F9-26F3-5E3C-B5DE17CB1B8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841542" y="6073016"/>
                  <a:ext cx="1238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E717BB8-2218-398A-D30E-9D8430DC5684}"/>
                    </a:ext>
                  </a:extLst>
                </p14:cNvPr>
                <p14:cNvContentPartPr/>
                <p14:nvPr/>
              </p14:nvContentPartPr>
              <p14:xfrm>
                <a:off x="2066902" y="6075536"/>
                <a:ext cx="92520" cy="2203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E717BB8-2218-398A-D30E-9D8430DC568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058262" y="6066536"/>
                  <a:ext cx="1101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F53A986-4B92-5446-2A84-93C21C605E41}"/>
                    </a:ext>
                  </a:extLst>
                </p14:cNvPr>
                <p14:cNvContentPartPr/>
                <p14:nvPr/>
              </p14:nvContentPartPr>
              <p14:xfrm>
                <a:off x="2039542" y="5968616"/>
                <a:ext cx="12600" cy="72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F53A986-4B92-5446-2A84-93C21C605E4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030542" y="5959616"/>
                  <a:ext cx="3024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728EF91B-8512-768D-FB0A-19E2C24DA2F6}"/>
              </a:ext>
            </a:extLst>
          </p:cNvPr>
          <p:cNvGrpSpPr/>
          <p:nvPr/>
        </p:nvGrpSpPr>
        <p:grpSpPr>
          <a:xfrm>
            <a:off x="2307022" y="5867816"/>
            <a:ext cx="457920" cy="428040"/>
            <a:chOff x="2307022" y="5867816"/>
            <a:chExt cx="457920" cy="42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D6D3B52-D57C-0866-DC65-85296F827BEE}"/>
                    </a:ext>
                  </a:extLst>
                </p14:cNvPr>
                <p14:cNvContentPartPr/>
                <p14:nvPr/>
              </p14:nvContentPartPr>
              <p14:xfrm>
                <a:off x="2307022" y="5941976"/>
                <a:ext cx="239400" cy="1130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D6D3B52-D57C-0866-DC65-85296F827BE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298382" y="5933336"/>
                  <a:ext cx="2570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816685D-B910-7F5C-746C-5CEA6A03B687}"/>
                    </a:ext>
                  </a:extLst>
                </p14:cNvPr>
                <p14:cNvContentPartPr/>
                <p14:nvPr/>
              </p14:nvContentPartPr>
              <p14:xfrm>
                <a:off x="2652622" y="5932616"/>
                <a:ext cx="49680" cy="860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816685D-B910-7F5C-746C-5CEA6A03B68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643982" y="5923976"/>
                  <a:ext cx="673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A63A28D-BD1A-F780-19C1-C7AE42DF7126}"/>
                    </a:ext>
                  </a:extLst>
                </p14:cNvPr>
                <p14:cNvContentPartPr/>
                <p14:nvPr/>
              </p14:nvContentPartPr>
              <p14:xfrm>
                <a:off x="2568022" y="5867816"/>
                <a:ext cx="196920" cy="388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A63A28D-BD1A-F780-19C1-C7AE42DF712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559022" y="5858816"/>
                  <a:ext cx="2145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3EA539B-D41A-29A0-226A-8CA57B6BDF62}"/>
                    </a:ext>
                  </a:extLst>
                </p14:cNvPr>
                <p14:cNvContentPartPr/>
                <p14:nvPr/>
              </p14:nvContentPartPr>
              <p14:xfrm>
                <a:off x="2406022" y="6108656"/>
                <a:ext cx="284040" cy="25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3EA539B-D41A-29A0-226A-8CA57B6BDF6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397382" y="6100016"/>
                  <a:ext cx="3016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5B64494-8059-348A-2C4F-0E945D57A185}"/>
                    </a:ext>
                  </a:extLst>
                </p14:cNvPr>
                <p14:cNvContentPartPr/>
                <p14:nvPr/>
              </p14:nvContentPartPr>
              <p14:xfrm>
                <a:off x="2456062" y="6181376"/>
                <a:ext cx="205560" cy="1144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5B64494-8059-348A-2C4F-0E945D57A18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447062" y="6172736"/>
                  <a:ext cx="223200" cy="13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C93BA069-F2AA-4064-EB9A-02F3BD06E8BE}"/>
              </a:ext>
            </a:extLst>
          </p:cNvPr>
          <p:cNvGrpSpPr/>
          <p:nvPr/>
        </p:nvGrpSpPr>
        <p:grpSpPr>
          <a:xfrm>
            <a:off x="3506182" y="5624456"/>
            <a:ext cx="542160" cy="217800"/>
            <a:chOff x="3506182" y="5624456"/>
            <a:chExt cx="542160" cy="21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576458B-E7FF-D302-59DA-F8F0D3EFEA99}"/>
                    </a:ext>
                  </a:extLst>
                </p14:cNvPr>
                <p14:cNvContentPartPr/>
                <p14:nvPr/>
              </p14:nvContentPartPr>
              <p14:xfrm>
                <a:off x="3506182" y="5738936"/>
                <a:ext cx="282240" cy="133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576458B-E7FF-D302-59DA-F8F0D3EFEA9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497542" y="5730296"/>
                  <a:ext cx="2998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CF03772-5473-D6BC-5112-1F824A696A1B}"/>
                    </a:ext>
                  </a:extLst>
                </p14:cNvPr>
                <p14:cNvContentPartPr/>
                <p14:nvPr/>
              </p14:nvContentPartPr>
              <p14:xfrm>
                <a:off x="3614902" y="5677016"/>
                <a:ext cx="170640" cy="169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CF03772-5473-D6BC-5112-1F824A696A1B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605902" y="5668016"/>
                  <a:ext cx="1882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1FFBB4C-D9A1-6886-BB2E-3AFD50D9C3C9}"/>
                    </a:ext>
                  </a:extLst>
                </p14:cNvPr>
                <p14:cNvContentPartPr/>
                <p14:nvPr/>
              </p14:nvContentPartPr>
              <p14:xfrm>
                <a:off x="3790222" y="5624456"/>
                <a:ext cx="258120" cy="2178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1FFBB4C-D9A1-6886-BB2E-3AFD50D9C3C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781582" y="5615456"/>
                  <a:ext cx="27576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241C65DF-AED2-C9A6-588E-0690B49FF874}"/>
              </a:ext>
            </a:extLst>
          </p:cNvPr>
          <p:cNvGrpSpPr/>
          <p:nvPr/>
        </p:nvGrpSpPr>
        <p:grpSpPr>
          <a:xfrm>
            <a:off x="4332742" y="5493416"/>
            <a:ext cx="962280" cy="351000"/>
            <a:chOff x="4332742" y="5493416"/>
            <a:chExt cx="962280" cy="35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B445D23-3633-3F26-6B20-B0A65E923FBD}"/>
                    </a:ext>
                  </a:extLst>
                </p14:cNvPr>
                <p14:cNvContentPartPr/>
                <p14:nvPr/>
              </p14:nvContentPartPr>
              <p14:xfrm>
                <a:off x="4460182" y="5623016"/>
                <a:ext cx="189360" cy="1933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B445D23-3633-3F26-6B20-B0A65E923FB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451182" y="5614376"/>
                  <a:ext cx="2070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B141081-129F-7358-2C2E-7A5931E19A0C}"/>
                    </a:ext>
                  </a:extLst>
                </p14:cNvPr>
                <p14:cNvContentPartPr/>
                <p14:nvPr/>
              </p14:nvContentPartPr>
              <p14:xfrm>
                <a:off x="4534702" y="5718416"/>
                <a:ext cx="163440" cy="126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B141081-129F-7358-2C2E-7A5931E19A0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525702" y="5709776"/>
                  <a:ext cx="1810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9834893-5622-AAA3-0A21-D3F9008FDFCD}"/>
                    </a:ext>
                  </a:extLst>
                </p14:cNvPr>
                <p14:cNvContentPartPr/>
                <p14:nvPr/>
              </p14:nvContentPartPr>
              <p14:xfrm>
                <a:off x="4794982" y="5635256"/>
                <a:ext cx="38160" cy="1954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9834893-5622-AAA3-0A21-D3F9008FDFC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786342" y="5626256"/>
                  <a:ext cx="558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B881BDD-2CE3-EE30-F0C6-160C13AD6A88}"/>
                    </a:ext>
                  </a:extLst>
                </p14:cNvPr>
                <p14:cNvContentPartPr/>
                <p14:nvPr/>
              </p14:nvContentPartPr>
              <p14:xfrm>
                <a:off x="4332742" y="5608616"/>
                <a:ext cx="32760" cy="2358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B881BDD-2CE3-EE30-F0C6-160C13AD6A8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323742" y="5599616"/>
                  <a:ext cx="504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2EBA1D4-920F-17B5-3D76-53908E7787D4}"/>
                    </a:ext>
                  </a:extLst>
                </p14:cNvPr>
                <p14:cNvContentPartPr/>
                <p14:nvPr/>
              </p14:nvContentPartPr>
              <p14:xfrm>
                <a:off x="4906582" y="5493416"/>
                <a:ext cx="144000" cy="1011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2EBA1D4-920F-17B5-3D76-53908E7787D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897942" y="5484416"/>
                  <a:ext cx="1616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1F4073C-55B9-AF21-B37F-1C1E2110E06C}"/>
                    </a:ext>
                  </a:extLst>
                </p14:cNvPr>
                <p14:cNvContentPartPr/>
                <p14:nvPr/>
              </p14:nvContentPartPr>
              <p14:xfrm>
                <a:off x="5198542" y="5745776"/>
                <a:ext cx="96480" cy="1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1F4073C-55B9-AF21-B37F-1C1E2110E06C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189902" y="5737136"/>
                  <a:ext cx="1141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0E1E8A7-19EB-3DF1-B9F6-99344CD9D742}"/>
                    </a:ext>
                  </a:extLst>
                </p14:cNvPr>
                <p14:cNvContentPartPr/>
                <p14:nvPr/>
              </p14:nvContentPartPr>
              <p14:xfrm>
                <a:off x="5201062" y="5660816"/>
                <a:ext cx="88920" cy="64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0E1E8A7-19EB-3DF1-B9F6-99344CD9D74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192422" y="5651816"/>
                  <a:ext cx="10656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E41088D1-0924-3253-9593-AF92BF374C88}"/>
              </a:ext>
            </a:extLst>
          </p:cNvPr>
          <p:cNvGrpSpPr/>
          <p:nvPr/>
        </p:nvGrpSpPr>
        <p:grpSpPr>
          <a:xfrm>
            <a:off x="5719462" y="5217656"/>
            <a:ext cx="1428480" cy="402120"/>
            <a:chOff x="5719462" y="5217656"/>
            <a:chExt cx="1428480" cy="40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C8AFCF1-B2B1-7803-CDD9-B8BA91CB4FD6}"/>
                    </a:ext>
                  </a:extLst>
                </p14:cNvPr>
                <p14:cNvContentPartPr/>
                <p14:nvPr/>
              </p14:nvContentPartPr>
              <p14:xfrm>
                <a:off x="5719462" y="5384336"/>
                <a:ext cx="80280" cy="2026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C8AFCF1-B2B1-7803-CDD9-B8BA91CB4FD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710462" y="5375336"/>
                  <a:ext cx="979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AFE496F-66AE-3AE8-8EB8-6FA23CC9309D}"/>
                    </a:ext>
                  </a:extLst>
                </p14:cNvPr>
                <p14:cNvContentPartPr/>
                <p14:nvPr/>
              </p14:nvContentPartPr>
              <p14:xfrm>
                <a:off x="6017902" y="5438336"/>
                <a:ext cx="32760" cy="106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AFE496F-66AE-3AE8-8EB8-6FA23CC9309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008902" y="5429696"/>
                  <a:ext cx="504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37A0200-5367-3337-D2C4-AD19F8742CB2}"/>
                    </a:ext>
                  </a:extLst>
                </p14:cNvPr>
                <p14:cNvContentPartPr/>
                <p14:nvPr/>
              </p14:nvContentPartPr>
              <p14:xfrm>
                <a:off x="5976502" y="5485496"/>
                <a:ext cx="132120" cy="169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37A0200-5367-3337-D2C4-AD19F8742CB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967502" y="5476856"/>
                  <a:ext cx="1497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09B6AE5-6ABE-66A7-C49B-6098472981BC}"/>
                    </a:ext>
                  </a:extLst>
                </p14:cNvPr>
                <p14:cNvContentPartPr/>
                <p14:nvPr/>
              </p14:nvContentPartPr>
              <p14:xfrm>
                <a:off x="6390142" y="5229536"/>
                <a:ext cx="217800" cy="1465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09B6AE5-6ABE-66A7-C49B-6098472981B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381142" y="5220896"/>
                  <a:ext cx="2354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285DB85-6E42-E040-F50F-B941F9198F3F}"/>
                    </a:ext>
                  </a:extLst>
                </p14:cNvPr>
                <p14:cNvContentPartPr/>
                <p14:nvPr/>
              </p14:nvContentPartPr>
              <p14:xfrm>
                <a:off x="6698302" y="5284256"/>
                <a:ext cx="44280" cy="752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285DB85-6E42-E040-F50F-B941F9198F3F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689662" y="5275256"/>
                  <a:ext cx="619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82A5856-9BF3-E8D7-5F9B-AA0447A8D7C2}"/>
                    </a:ext>
                  </a:extLst>
                </p14:cNvPr>
                <p14:cNvContentPartPr/>
                <p14:nvPr/>
              </p14:nvContentPartPr>
              <p14:xfrm>
                <a:off x="6627022" y="5223056"/>
                <a:ext cx="177840" cy="298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82A5856-9BF3-E8D7-5F9B-AA0447A8D7C2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618022" y="5214056"/>
                  <a:ext cx="1954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73D3C33-10A3-F3DB-1836-BF80364EF787}"/>
                    </a:ext>
                  </a:extLst>
                </p14:cNvPr>
                <p14:cNvContentPartPr/>
                <p14:nvPr/>
              </p14:nvContentPartPr>
              <p14:xfrm>
                <a:off x="6446302" y="5417096"/>
                <a:ext cx="284400" cy="248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73D3C33-10A3-F3DB-1836-BF80364EF78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437302" y="5408456"/>
                  <a:ext cx="3020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75B174B-D0A2-09CD-2DA3-A2AC8D2DA1EF}"/>
                    </a:ext>
                  </a:extLst>
                </p14:cNvPr>
                <p14:cNvContentPartPr/>
                <p14:nvPr/>
              </p14:nvContentPartPr>
              <p14:xfrm>
                <a:off x="6538822" y="5507096"/>
                <a:ext cx="184320" cy="112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75B174B-D0A2-09CD-2DA3-A2AC8D2DA1EF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530182" y="5498096"/>
                  <a:ext cx="2019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2D09B67-B721-3B43-7D28-1C5E0C79EF83}"/>
                    </a:ext>
                  </a:extLst>
                </p14:cNvPr>
                <p14:cNvContentPartPr/>
                <p14:nvPr/>
              </p14:nvContentPartPr>
              <p14:xfrm>
                <a:off x="6283222" y="5345096"/>
                <a:ext cx="160560" cy="2610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2D09B67-B721-3B43-7D28-1C5E0C79EF83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274582" y="5336456"/>
                  <a:ext cx="1782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8B93BCB-F679-FEC0-D2B8-02E1E97145C1}"/>
                    </a:ext>
                  </a:extLst>
                </p14:cNvPr>
                <p14:cNvContentPartPr/>
                <p14:nvPr/>
              </p14:nvContentPartPr>
              <p14:xfrm>
                <a:off x="6884422" y="5341496"/>
                <a:ext cx="108000" cy="2462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8B93BCB-F679-FEC0-D2B8-02E1E97145C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6875422" y="5332856"/>
                  <a:ext cx="1256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5112B64-69F1-AD58-CDBD-392BC0BABD68}"/>
                    </a:ext>
                  </a:extLst>
                </p14:cNvPr>
                <p14:cNvContentPartPr/>
                <p14:nvPr/>
              </p14:nvContentPartPr>
              <p14:xfrm>
                <a:off x="6985582" y="5217656"/>
                <a:ext cx="162360" cy="687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5112B64-69F1-AD58-CDBD-392BC0BABD68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6976582" y="5208656"/>
                  <a:ext cx="180000" cy="86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94188533-CCA0-9B24-7357-BA9D85238B11}"/>
                  </a:ext>
                </a:extLst>
              </p14:cNvPr>
              <p14:cNvContentPartPr/>
              <p14:nvPr/>
            </p14:nvContentPartPr>
            <p14:xfrm>
              <a:off x="5541262" y="5746136"/>
              <a:ext cx="1506960" cy="277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94188533-CCA0-9B24-7357-BA9D85238B11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5532622" y="5737496"/>
                <a:ext cx="1524600" cy="4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0AC8AAE9-C07E-E6BE-89D9-F08837B9B6A3}"/>
              </a:ext>
            </a:extLst>
          </p:cNvPr>
          <p:cNvGrpSpPr/>
          <p:nvPr/>
        </p:nvGrpSpPr>
        <p:grpSpPr>
          <a:xfrm>
            <a:off x="5842942" y="5896256"/>
            <a:ext cx="1227600" cy="420120"/>
            <a:chOff x="5842942" y="5896256"/>
            <a:chExt cx="1227600" cy="42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C07A769-5976-BF1D-1F08-AF53BAB89EFD}"/>
                    </a:ext>
                  </a:extLst>
                </p14:cNvPr>
                <p14:cNvContentPartPr/>
                <p14:nvPr/>
              </p14:nvContentPartPr>
              <p14:xfrm>
                <a:off x="5842942" y="5972216"/>
                <a:ext cx="89640" cy="2113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C07A769-5976-BF1D-1F08-AF53BAB89EFD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834302" y="5963576"/>
                  <a:ext cx="1072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3999C87-7876-6694-6737-E5CBC47129DE}"/>
                    </a:ext>
                  </a:extLst>
                </p14:cNvPr>
                <p14:cNvContentPartPr/>
                <p14:nvPr/>
              </p14:nvContentPartPr>
              <p14:xfrm>
                <a:off x="6097462" y="6039176"/>
                <a:ext cx="57240" cy="1245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3999C87-7876-6694-6737-E5CBC47129DE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088822" y="6030176"/>
                  <a:ext cx="748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0EB6DF8-D446-7198-B77F-4A067D6F95AE}"/>
                    </a:ext>
                  </a:extLst>
                </p14:cNvPr>
                <p14:cNvContentPartPr/>
                <p14:nvPr/>
              </p14:nvContentPartPr>
              <p14:xfrm>
                <a:off x="6086302" y="6097496"/>
                <a:ext cx="107280" cy="216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0EB6DF8-D446-7198-B77F-4A067D6F95AE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077662" y="6088856"/>
                  <a:ext cx="1249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3489E19-4768-EBC5-FDC8-609E41646B78}"/>
                    </a:ext>
                  </a:extLst>
                </p14:cNvPr>
                <p14:cNvContentPartPr/>
                <p14:nvPr/>
              </p14:nvContentPartPr>
              <p14:xfrm>
                <a:off x="6373942" y="5932976"/>
                <a:ext cx="217800" cy="1173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3489E19-4768-EBC5-FDC8-609E41646B78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365302" y="5923976"/>
                  <a:ext cx="2354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19D6BE5-D7B4-7B58-EAE7-6846546E09FA}"/>
                    </a:ext>
                  </a:extLst>
                </p14:cNvPr>
                <p14:cNvContentPartPr/>
                <p14:nvPr/>
              </p14:nvContentPartPr>
              <p14:xfrm>
                <a:off x="6677062" y="5959256"/>
                <a:ext cx="55080" cy="77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19D6BE5-D7B4-7B58-EAE7-6846546E09F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668422" y="5950616"/>
                  <a:ext cx="727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693F94B-3B07-01AB-7E9E-D9C5D450E00D}"/>
                    </a:ext>
                  </a:extLst>
                </p14:cNvPr>
                <p14:cNvContentPartPr/>
                <p14:nvPr/>
              </p14:nvContentPartPr>
              <p14:xfrm>
                <a:off x="6626302" y="5903096"/>
                <a:ext cx="136080" cy="208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693F94B-3B07-01AB-7E9E-D9C5D450E00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617662" y="5894456"/>
                  <a:ext cx="1537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2B9AE01-C2C1-D54E-3C1D-718DA6797AE2}"/>
                    </a:ext>
                  </a:extLst>
                </p14:cNvPr>
                <p14:cNvContentPartPr/>
                <p14:nvPr/>
              </p14:nvContentPartPr>
              <p14:xfrm>
                <a:off x="6490222" y="6129536"/>
                <a:ext cx="219240" cy="165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2B9AE01-C2C1-D54E-3C1D-718DA6797AE2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481222" y="6120536"/>
                  <a:ext cx="2368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C6E0130-F630-A04C-71BC-E5DDB885A902}"/>
                    </a:ext>
                  </a:extLst>
                </p14:cNvPr>
                <p14:cNvContentPartPr/>
                <p14:nvPr/>
              </p14:nvContentPartPr>
              <p14:xfrm>
                <a:off x="6522982" y="6224576"/>
                <a:ext cx="186120" cy="918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C6E0130-F630-A04C-71BC-E5DDB885A90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513982" y="6215936"/>
                  <a:ext cx="2037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5774209-1128-353C-40B0-B8838B27361D}"/>
                    </a:ext>
                  </a:extLst>
                </p14:cNvPr>
                <p14:cNvContentPartPr/>
                <p14:nvPr/>
              </p14:nvContentPartPr>
              <p14:xfrm>
                <a:off x="6304462" y="6019016"/>
                <a:ext cx="87120" cy="2102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5774209-1128-353C-40B0-B8838B27361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295822" y="6010376"/>
                  <a:ext cx="1047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E7B9E57-E5A2-375D-E0C8-17613451EBC9}"/>
                    </a:ext>
                  </a:extLst>
                </p14:cNvPr>
                <p14:cNvContentPartPr/>
                <p14:nvPr/>
              </p14:nvContentPartPr>
              <p14:xfrm>
                <a:off x="6852382" y="6012536"/>
                <a:ext cx="85680" cy="197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E7B9E57-E5A2-375D-E0C8-17613451EBC9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843742" y="6003536"/>
                  <a:ext cx="1033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D8D03D3-E754-377D-91B4-71BAD3772F69}"/>
                    </a:ext>
                  </a:extLst>
                </p14:cNvPr>
                <p14:cNvContentPartPr/>
                <p14:nvPr/>
              </p14:nvContentPartPr>
              <p14:xfrm>
                <a:off x="6916462" y="5896256"/>
                <a:ext cx="154080" cy="853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D8D03D3-E754-377D-91B4-71BAD3772F69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907462" y="5887256"/>
                  <a:ext cx="17172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0F482AAD-AEA8-9422-5CC2-13A386D9D097}"/>
              </a:ext>
            </a:extLst>
          </p:cNvPr>
          <p:cNvGrpSpPr/>
          <p:nvPr/>
        </p:nvGrpSpPr>
        <p:grpSpPr>
          <a:xfrm>
            <a:off x="7320382" y="5624096"/>
            <a:ext cx="367920" cy="168840"/>
            <a:chOff x="7320382" y="5624096"/>
            <a:chExt cx="367920" cy="16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D75869D-4F2F-57B8-4C01-51CCC46011FF}"/>
                    </a:ext>
                  </a:extLst>
                </p14:cNvPr>
                <p14:cNvContentPartPr/>
                <p14:nvPr/>
              </p14:nvContentPartPr>
              <p14:xfrm>
                <a:off x="7326142" y="5762336"/>
                <a:ext cx="112320" cy="64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D75869D-4F2F-57B8-4C01-51CCC46011FF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7317502" y="5753336"/>
                  <a:ext cx="1299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256E63A-ED78-2039-17B6-A2C9BDB65F96}"/>
                    </a:ext>
                  </a:extLst>
                </p14:cNvPr>
                <p14:cNvContentPartPr/>
                <p14:nvPr/>
              </p14:nvContentPartPr>
              <p14:xfrm>
                <a:off x="7320382" y="5693936"/>
                <a:ext cx="117000" cy="176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256E63A-ED78-2039-17B6-A2C9BDB65F96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7311742" y="5685296"/>
                  <a:ext cx="1346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1321CC9-C8FA-D655-2EB5-6ECF34C9FC9E}"/>
                    </a:ext>
                  </a:extLst>
                </p14:cNvPr>
                <p14:cNvContentPartPr/>
                <p14:nvPr/>
              </p14:nvContentPartPr>
              <p14:xfrm>
                <a:off x="7633582" y="5624096"/>
                <a:ext cx="54720" cy="1688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1321CC9-C8FA-D655-2EB5-6ECF34C9FC9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7624582" y="5615456"/>
                  <a:ext cx="72360" cy="18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8459BAA6-53FC-9152-1F1D-28B6FE783724}"/>
              </a:ext>
            </a:extLst>
          </p:cNvPr>
          <p:cNvGrpSpPr/>
          <p:nvPr/>
        </p:nvGrpSpPr>
        <p:grpSpPr>
          <a:xfrm>
            <a:off x="8065942" y="5624456"/>
            <a:ext cx="987840" cy="246600"/>
            <a:chOff x="8065942" y="5624456"/>
            <a:chExt cx="987840" cy="24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559B1B5-5AF1-43A7-B045-4654F35DDBAC}"/>
                    </a:ext>
                  </a:extLst>
                </p14:cNvPr>
                <p14:cNvContentPartPr/>
                <p14:nvPr/>
              </p14:nvContentPartPr>
              <p14:xfrm>
                <a:off x="8128582" y="5684216"/>
                <a:ext cx="258840" cy="1868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559B1B5-5AF1-43A7-B045-4654F35DDBA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119582" y="5675216"/>
                  <a:ext cx="2764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4AC5ECC-138E-2FA1-6A1B-F894A114C499}"/>
                    </a:ext>
                  </a:extLst>
                </p14:cNvPr>
                <p14:cNvContentPartPr/>
                <p14:nvPr/>
              </p14:nvContentPartPr>
              <p14:xfrm>
                <a:off x="8202742" y="5785016"/>
                <a:ext cx="160560" cy="46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4AC5ECC-138E-2FA1-6A1B-F894A114C499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194102" y="5776376"/>
                  <a:ext cx="1782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A37693E-8F55-11DC-79D5-12F32E26A939}"/>
                    </a:ext>
                  </a:extLst>
                </p14:cNvPr>
                <p14:cNvContentPartPr/>
                <p14:nvPr/>
              </p14:nvContentPartPr>
              <p14:xfrm>
                <a:off x="8463382" y="5624456"/>
                <a:ext cx="57600" cy="2235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A37693E-8F55-11DC-79D5-12F32E26A93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454382" y="5615456"/>
                  <a:ext cx="7524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89583E2-D14B-AF0E-2C49-A171ECBACC02}"/>
                    </a:ext>
                  </a:extLst>
                </p14:cNvPr>
                <p14:cNvContentPartPr/>
                <p14:nvPr/>
              </p14:nvContentPartPr>
              <p14:xfrm>
                <a:off x="8065942" y="5640296"/>
                <a:ext cx="50040" cy="2289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89583E2-D14B-AF0E-2C49-A171ECBACC0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057302" y="5631656"/>
                  <a:ext cx="676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D3F6BCB-F5E6-9FEE-6F78-953CD5FF9267}"/>
                    </a:ext>
                  </a:extLst>
                </p14:cNvPr>
                <p14:cNvContentPartPr/>
                <p14:nvPr/>
              </p14:nvContentPartPr>
              <p14:xfrm>
                <a:off x="8678662" y="5773136"/>
                <a:ext cx="156960" cy="151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D3F6BCB-F5E6-9FEE-6F78-953CD5FF9267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670022" y="5764496"/>
                  <a:ext cx="1746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49C4BBB-4C0A-82A4-5DFC-5182D9BA4299}"/>
                    </a:ext>
                  </a:extLst>
                </p14:cNvPr>
                <p14:cNvContentPartPr/>
                <p14:nvPr/>
              </p14:nvContentPartPr>
              <p14:xfrm>
                <a:off x="8670022" y="5709056"/>
                <a:ext cx="138960" cy="115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49C4BBB-4C0A-82A4-5DFC-5182D9BA4299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661382" y="5700056"/>
                  <a:ext cx="1566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6584E65-30F3-C280-2AE5-FBDA29B5199A}"/>
                    </a:ext>
                  </a:extLst>
                </p14:cNvPr>
                <p14:cNvContentPartPr/>
                <p14:nvPr/>
              </p14:nvContentPartPr>
              <p14:xfrm>
                <a:off x="8973862" y="5629856"/>
                <a:ext cx="79920" cy="2026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6584E65-30F3-C280-2AE5-FBDA29B5199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964862" y="5620856"/>
                  <a:ext cx="97560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7BB9427F-3729-4698-1486-141C7C68C122}"/>
              </a:ext>
            </a:extLst>
          </p:cNvPr>
          <p:cNvGrpSpPr/>
          <p:nvPr/>
        </p:nvGrpSpPr>
        <p:grpSpPr>
          <a:xfrm>
            <a:off x="9646342" y="5698976"/>
            <a:ext cx="1023840" cy="628200"/>
            <a:chOff x="9646342" y="5698976"/>
            <a:chExt cx="1023840" cy="62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B1CD9F5-C654-416A-5472-DCD318B0A39B}"/>
                    </a:ext>
                  </a:extLst>
                </p14:cNvPr>
                <p14:cNvContentPartPr/>
                <p14:nvPr/>
              </p14:nvContentPartPr>
              <p14:xfrm>
                <a:off x="9646342" y="5791856"/>
                <a:ext cx="149040" cy="1425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B1CD9F5-C654-416A-5472-DCD318B0A39B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637702" y="5783216"/>
                  <a:ext cx="1666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BB87BB5-1DDD-4629-3107-EFC58ECFCC50}"/>
                    </a:ext>
                  </a:extLst>
                </p14:cNvPr>
                <p14:cNvContentPartPr/>
                <p14:nvPr/>
              </p14:nvContentPartPr>
              <p14:xfrm>
                <a:off x="9844342" y="5858456"/>
                <a:ext cx="21240" cy="644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BB87BB5-1DDD-4629-3107-EFC58ECFCC50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835702" y="5849456"/>
                  <a:ext cx="388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7E143F0-1F69-DAF2-BFC8-6BB6BBA92013}"/>
                    </a:ext>
                  </a:extLst>
                </p14:cNvPr>
                <p14:cNvContentPartPr/>
                <p14:nvPr/>
              </p14:nvContentPartPr>
              <p14:xfrm>
                <a:off x="9792502" y="5736056"/>
                <a:ext cx="16920" cy="140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7E143F0-1F69-DAF2-BFC8-6BB6BBA92013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783502" y="5727416"/>
                  <a:ext cx="345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6815D0D-52D2-8757-13F6-5E680DD1F897}"/>
                    </a:ext>
                  </a:extLst>
                </p14:cNvPr>
                <p14:cNvContentPartPr/>
                <p14:nvPr/>
              </p14:nvContentPartPr>
              <p14:xfrm>
                <a:off x="9909502" y="5698976"/>
                <a:ext cx="103320" cy="2192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6815D0D-52D2-8757-13F6-5E680DD1F897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900502" y="5689976"/>
                  <a:ext cx="1209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17F49AE-E91B-46DA-1663-7F62CD0FCC60}"/>
                    </a:ext>
                  </a:extLst>
                </p14:cNvPr>
                <p14:cNvContentPartPr/>
                <p14:nvPr/>
              </p14:nvContentPartPr>
              <p14:xfrm>
                <a:off x="10036942" y="5773136"/>
                <a:ext cx="60120" cy="1270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17F49AE-E91B-46DA-1663-7F62CD0FCC60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0028302" y="5764496"/>
                  <a:ext cx="777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95609F8-D791-A83A-9485-1D5355CB1340}"/>
                    </a:ext>
                  </a:extLst>
                </p14:cNvPr>
                <p14:cNvContentPartPr/>
                <p14:nvPr/>
              </p14:nvContentPartPr>
              <p14:xfrm>
                <a:off x="10010302" y="5704016"/>
                <a:ext cx="83160" cy="1652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95609F8-D791-A83A-9485-1D5355CB1340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0001662" y="5695376"/>
                  <a:ext cx="1008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3117A6D-AE01-B59A-5A4C-1B8D2E6F54B3}"/>
                    </a:ext>
                  </a:extLst>
                </p14:cNvPr>
                <p14:cNvContentPartPr/>
                <p14:nvPr/>
              </p14:nvContentPartPr>
              <p14:xfrm>
                <a:off x="9857662" y="5811296"/>
                <a:ext cx="237960" cy="370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3117A6D-AE01-B59A-5A4C-1B8D2E6F54B3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849022" y="5802296"/>
                  <a:ext cx="2556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CF27C4D-78A7-7951-F18F-CE56B993F702}"/>
                    </a:ext>
                  </a:extLst>
                </p14:cNvPr>
                <p14:cNvContentPartPr/>
                <p14:nvPr/>
              </p14:nvContentPartPr>
              <p14:xfrm>
                <a:off x="10207222" y="5831816"/>
                <a:ext cx="14400" cy="493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CF27C4D-78A7-7951-F18F-CE56B993F702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198222" y="5822816"/>
                  <a:ext cx="320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1DABAB0-F028-6229-0F13-3D35ECF2588E}"/>
                    </a:ext>
                  </a:extLst>
                </p14:cNvPr>
                <p14:cNvContentPartPr/>
                <p14:nvPr/>
              </p14:nvContentPartPr>
              <p14:xfrm>
                <a:off x="10153942" y="5704016"/>
                <a:ext cx="28800" cy="432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1DABAB0-F028-6229-0F13-3D35ECF2588E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144942" y="5695376"/>
                  <a:ext cx="464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D07E2B4-9BBD-AEAA-2099-6FE071EDDB14}"/>
                    </a:ext>
                  </a:extLst>
                </p14:cNvPr>
                <p14:cNvContentPartPr/>
                <p14:nvPr/>
              </p14:nvContentPartPr>
              <p14:xfrm>
                <a:off x="10276342" y="5805536"/>
                <a:ext cx="112320" cy="378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D07E2B4-9BBD-AEAA-2099-6FE071EDDB14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267342" y="5796536"/>
                  <a:ext cx="1299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FEE7A1E-6DB4-FCD3-30BA-43CA90D3A65D}"/>
                    </a:ext>
                  </a:extLst>
                </p14:cNvPr>
                <p14:cNvContentPartPr/>
                <p14:nvPr/>
              </p14:nvContentPartPr>
              <p14:xfrm>
                <a:off x="10459942" y="5811656"/>
                <a:ext cx="124920" cy="2588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FEE7A1E-6DB4-FCD3-30BA-43CA90D3A65D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450942" y="5802656"/>
                  <a:ext cx="1425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33CEC97-E4EA-CFAC-223F-8E0D5FCCFEC7}"/>
                    </a:ext>
                  </a:extLst>
                </p14:cNvPr>
                <p14:cNvContentPartPr/>
                <p14:nvPr/>
              </p14:nvContentPartPr>
              <p14:xfrm>
                <a:off x="9687022" y="6245816"/>
                <a:ext cx="101160" cy="813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33CEC97-E4EA-CFAC-223F-8E0D5FCCFEC7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678382" y="6236816"/>
                  <a:ext cx="1188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7E55555-AEA9-8A2B-37F4-55C95137C898}"/>
                    </a:ext>
                  </a:extLst>
                </p14:cNvPr>
                <p14:cNvContentPartPr/>
                <p14:nvPr/>
              </p14:nvContentPartPr>
              <p14:xfrm>
                <a:off x="9787102" y="6250496"/>
                <a:ext cx="154440" cy="381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7E55555-AEA9-8A2B-37F4-55C95137C898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778102" y="6241856"/>
                  <a:ext cx="1720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155647F-5C40-A81A-C03A-1771A5DF39EC}"/>
                    </a:ext>
                  </a:extLst>
                </p14:cNvPr>
                <p14:cNvContentPartPr/>
                <p14:nvPr/>
              </p14:nvContentPartPr>
              <p14:xfrm>
                <a:off x="10132702" y="6240776"/>
                <a:ext cx="154440" cy="532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155647F-5C40-A81A-C03A-1771A5DF39EC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0123702" y="6231776"/>
                  <a:ext cx="1720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89E1854-A3BA-89BC-1B64-941045F8FAC0}"/>
                    </a:ext>
                  </a:extLst>
                </p14:cNvPr>
                <p14:cNvContentPartPr/>
                <p14:nvPr/>
              </p14:nvContentPartPr>
              <p14:xfrm>
                <a:off x="10137742" y="6209096"/>
                <a:ext cx="124200" cy="741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89E1854-A3BA-89BC-1B64-941045F8FAC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0129102" y="6200456"/>
                  <a:ext cx="1418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6C88C81-952E-B4BB-9BD2-BE494D167F5B}"/>
                    </a:ext>
                  </a:extLst>
                </p14:cNvPr>
                <p14:cNvContentPartPr/>
                <p14:nvPr/>
              </p14:nvContentPartPr>
              <p14:xfrm>
                <a:off x="10334662" y="6219896"/>
                <a:ext cx="128880" cy="594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6C88C81-952E-B4BB-9BD2-BE494D167F5B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0326022" y="6210896"/>
                  <a:ext cx="1465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AD601B3-61FF-2024-502C-15E78A28FEBC}"/>
                    </a:ext>
                  </a:extLst>
                </p14:cNvPr>
                <p14:cNvContentPartPr/>
                <p14:nvPr/>
              </p14:nvContentPartPr>
              <p14:xfrm>
                <a:off x="10520782" y="6230336"/>
                <a:ext cx="33480" cy="730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AD601B3-61FF-2024-502C-15E78A28FEBC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511782" y="6221696"/>
                  <a:ext cx="511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69643D9-392D-FDA8-D8F2-70C4E39C6FCB}"/>
                    </a:ext>
                  </a:extLst>
                </p14:cNvPr>
                <p14:cNvContentPartPr/>
                <p14:nvPr/>
              </p14:nvContentPartPr>
              <p14:xfrm>
                <a:off x="10482262" y="6124136"/>
                <a:ext cx="17640" cy="255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69643D9-392D-FDA8-D8F2-70C4E39C6FCB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473622" y="6115496"/>
                  <a:ext cx="352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0F43A7F-BAF9-01B7-DF8E-62EF8942E570}"/>
                    </a:ext>
                  </a:extLst>
                </p14:cNvPr>
                <p14:cNvContentPartPr/>
                <p14:nvPr/>
              </p14:nvContentPartPr>
              <p14:xfrm>
                <a:off x="10600342" y="6092456"/>
                <a:ext cx="42840" cy="1656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0F43A7F-BAF9-01B7-DF8E-62EF8942E570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0591702" y="6083456"/>
                  <a:ext cx="604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580BD97-18BE-9510-0177-6A3DF541FC31}"/>
                    </a:ext>
                  </a:extLst>
                </p14:cNvPr>
                <p14:cNvContentPartPr/>
                <p14:nvPr/>
              </p14:nvContentPartPr>
              <p14:xfrm>
                <a:off x="10511422" y="6192176"/>
                <a:ext cx="158760" cy="280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580BD97-18BE-9510-0177-6A3DF541FC31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0502422" y="6183176"/>
                  <a:ext cx="17640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9AA47858-0F4A-DE9F-1810-F6637789D3B7}"/>
              </a:ext>
            </a:extLst>
          </p:cNvPr>
          <p:cNvGrpSpPr/>
          <p:nvPr/>
        </p:nvGrpSpPr>
        <p:grpSpPr>
          <a:xfrm>
            <a:off x="10891582" y="6010016"/>
            <a:ext cx="783000" cy="256320"/>
            <a:chOff x="10891582" y="6010016"/>
            <a:chExt cx="783000" cy="25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DC88E84-10E5-26FE-0239-2000B81F69D3}"/>
                    </a:ext>
                  </a:extLst>
                </p14:cNvPr>
                <p14:cNvContentPartPr/>
                <p14:nvPr/>
              </p14:nvContentPartPr>
              <p14:xfrm>
                <a:off x="10891582" y="6178496"/>
                <a:ext cx="181800" cy="878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DC88E84-10E5-26FE-0239-2000B81F69D3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0882942" y="6169856"/>
                  <a:ext cx="1994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9D3ACDBC-13E0-2AFE-397E-66A23D75DF37}"/>
                    </a:ext>
                  </a:extLst>
                </p14:cNvPr>
                <p14:cNvContentPartPr/>
                <p14:nvPr/>
              </p14:nvContentPartPr>
              <p14:xfrm>
                <a:off x="11034142" y="6076256"/>
                <a:ext cx="2520" cy="284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9D3ACDBC-13E0-2AFE-397E-66A23D75DF37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1025502" y="6067616"/>
                  <a:ext cx="201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DD2D9DC-90AF-82A0-4B28-FEB2DF72D512}"/>
                    </a:ext>
                  </a:extLst>
                </p14:cNvPr>
                <p14:cNvContentPartPr/>
                <p14:nvPr/>
              </p14:nvContentPartPr>
              <p14:xfrm>
                <a:off x="11147902" y="6154016"/>
                <a:ext cx="47880" cy="849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DD2D9DC-90AF-82A0-4B28-FEB2DF72D512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1139262" y="6145016"/>
                  <a:ext cx="655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ADC294F-D38E-D1C4-93CA-3989DA51B017}"/>
                    </a:ext>
                  </a:extLst>
                </p14:cNvPr>
                <p14:cNvContentPartPr/>
                <p14:nvPr/>
              </p14:nvContentPartPr>
              <p14:xfrm>
                <a:off x="11305942" y="6010016"/>
                <a:ext cx="368640" cy="2476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ADC294F-D38E-D1C4-93CA-3989DA51B017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1296942" y="6001376"/>
                  <a:ext cx="386280" cy="26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5E283AE1-CA80-35AC-6FE6-C00FC8ECBE0E}"/>
              </a:ext>
            </a:extLst>
          </p:cNvPr>
          <p:cNvGrpSpPr/>
          <p:nvPr/>
        </p:nvGrpSpPr>
        <p:grpSpPr>
          <a:xfrm>
            <a:off x="3338062" y="6430856"/>
            <a:ext cx="522000" cy="279000"/>
            <a:chOff x="3338062" y="6430856"/>
            <a:chExt cx="52200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2D36B06-43B0-E81D-C352-689A10F3C3E3}"/>
                    </a:ext>
                  </a:extLst>
                </p14:cNvPr>
                <p14:cNvContentPartPr/>
                <p14:nvPr/>
              </p14:nvContentPartPr>
              <p14:xfrm>
                <a:off x="3338062" y="6554336"/>
                <a:ext cx="138960" cy="1555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2D36B06-43B0-E81D-C352-689A10F3C3E3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3329422" y="6545696"/>
                  <a:ext cx="1566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D0A1FE9-C958-5D7F-BDF0-527C0E59866D}"/>
                    </a:ext>
                  </a:extLst>
                </p14:cNvPr>
                <p14:cNvContentPartPr/>
                <p14:nvPr/>
              </p14:nvContentPartPr>
              <p14:xfrm>
                <a:off x="3502582" y="6575216"/>
                <a:ext cx="129240" cy="1173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D0A1FE9-C958-5D7F-BDF0-527C0E59866D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3493942" y="6566576"/>
                  <a:ext cx="1468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AAB5A65-EF07-0BB9-18FA-71D7B15F1A25}"/>
                    </a:ext>
                  </a:extLst>
                </p14:cNvPr>
                <p14:cNvContentPartPr/>
                <p14:nvPr/>
              </p14:nvContentPartPr>
              <p14:xfrm>
                <a:off x="3721102" y="6430856"/>
                <a:ext cx="117000" cy="2365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AAB5A65-EF07-0BB9-18FA-71D7B15F1A25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3712102" y="6421856"/>
                  <a:ext cx="1346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52187F70-462A-7DFB-0BF8-155B8721D39B}"/>
                    </a:ext>
                  </a:extLst>
                </p14:cNvPr>
                <p14:cNvContentPartPr/>
                <p14:nvPr/>
              </p14:nvContentPartPr>
              <p14:xfrm>
                <a:off x="3687262" y="6565496"/>
                <a:ext cx="172800" cy="90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52187F70-462A-7DFB-0BF8-155B8721D39B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678262" y="6556496"/>
                  <a:ext cx="19044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0152AA6F-05CD-4D64-5DE6-410685189707}"/>
              </a:ext>
            </a:extLst>
          </p:cNvPr>
          <p:cNvGrpSpPr/>
          <p:nvPr/>
        </p:nvGrpSpPr>
        <p:grpSpPr>
          <a:xfrm>
            <a:off x="4104142" y="6232136"/>
            <a:ext cx="1037880" cy="461160"/>
            <a:chOff x="4104142" y="6232136"/>
            <a:chExt cx="1037880" cy="46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B814494-E3E3-8C5D-68B4-3121803AB0A9}"/>
                    </a:ext>
                  </a:extLst>
                </p14:cNvPr>
                <p14:cNvContentPartPr/>
                <p14:nvPr/>
              </p14:nvContentPartPr>
              <p14:xfrm>
                <a:off x="4146262" y="6591776"/>
                <a:ext cx="106920" cy="57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B814494-E3E3-8C5D-68B4-3121803AB0A9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4137262" y="6582776"/>
                  <a:ext cx="124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BF32C06-3259-9314-A68D-4694C0C43BE2}"/>
                    </a:ext>
                  </a:extLst>
                </p14:cNvPr>
                <p14:cNvContentPartPr/>
                <p14:nvPr/>
              </p14:nvContentPartPr>
              <p14:xfrm>
                <a:off x="4210702" y="6515096"/>
                <a:ext cx="5400" cy="28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BF32C06-3259-9314-A68D-4694C0C43BE2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4201702" y="6506456"/>
                  <a:ext cx="230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0092ABC-69D0-FF13-57A2-3AE29FA08383}"/>
                    </a:ext>
                  </a:extLst>
                </p14:cNvPr>
                <p14:cNvContentPartPr/>
                <p14:nvPr/>
              </p14:nvContentPartPr>
              <p14:xfrm>
                <a:off x="4104142" y="6506816"/>
                <a:ext cx="149040" cy="1864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0092ABC-69D0-FF13-57A2-3AE29FA08383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4095142" y="6498176"/>
                  <a:ext cx="1666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21E521E-4194-6448-FD85-11ED4CC35573}"/>
                    </a:ext>
                  </a:extLst>
                </p14:cNvPr>
                <p14:cNvContentPartPr/>
                <p14:nvPr/>
              </p14:nvContentPartPr>
              <p14:xfrm>
                <a:off x="4378462" y="6607976"/>
                <a:ext cx="103320" cy="36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21E521E-4194-6448-FD85-11ED4CC35573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4369462" y="6598976"/>
                  <a:ext cx="1209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AFEB45A-32AB-1B92-BEBA-0E20C55A966C}"/>
                    </a:ext>
                  </a:extLst>
                </p14:cNvPr>
                <p14:cNvContentPartPr/>
                <p14:nvPr/>
              </p14:nvContentPartPr>
              <p14:xfrm>
                <a:off x="4363342" y="6544256"/>
                <a:ext cx="91800" cy="46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AFEB45A-32AB-1B92-BEBA-0E20C55A966C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4354342" y="6535256"/>
                  <a:ext cx="1094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971636E-F06E-FCF4-AA34-162A32C6320F}"/>
                    </a:ext>
                  </a:extLst>
                </p14:cNvPr>
                <p14:cNvContentPartPr/>
                <p14:nvPr/>
              </p14:nvContentPartPr>
              <p14:xfrm>
                <a:off x="4592662" y="6517976"/>
                <a:ext cx="176400" cy="1440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971636E-F06E-FCF4-AA34-162A32C6320F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4583662" y="6508976"/>
                  <a:ext cx="1940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7DC26FF-8CB3-E8E3-B16E-325787D220A9}"/>
                    </a:ext>
                  </a:extLst>
                </p14:cNvPr>
                <p14:cNvContentPartPr/>
                <p14:nvPr/>
              </p14:nvContentPartPr>
              <p14:xfrm>
                <a:off x="4770142" y="6368576"/>
                <a:ext cx="92520" cy="1962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7DC26FF-8CB3-E8E3-B16E-325787D220A9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4761502" y="6359936"/>
                  <a:ext cx="1101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11415996-6969-2AC2-B3A0-660EC01E30EE}"/>
                    </a:ext>
                  </a:extLst>
                </p14:cNvPr>
                <p14:cNvContentPartPr/>
                <p14:nvPr/>
              </p14:nvContentPartPr>
              <p14:xfrm>
                <a:off x="4728382" y="6232136"/>
                <a:ext cx="14040" cy="198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11415996-6969-2AC2-B3A0-660EC01E30EE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4719382" y="6223496"/>
                  <a:ext cx="31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80309CB-88B3-6CF4-77E5-C1658E885C12}"/>
                    </a:ext>
                  </a:extLst>
                </p14:cNvPr>
                <p14:cNvContentPartPr/>
                <p14:nvPr/>
              </p14:nvContentPartPr>
              <p14:xfrm>
                <a:off x="4865542" y="6283976"/>
                <a:ext cx="276480" cy="1278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80309CB-88B3-6CF4-77E5-C1658E885C12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4856902" y="6275336"/>
                  <a:ext cx="29412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5FC46DE0-D09D-4356-1E4F-5FDE833678FE}"/>
              </a:ext>
            </a:extLst>
          </p:cNvPr>
          <p:cNvGrpSpPr/>
          <p:nvPr/>
        </p:nvGrpSpPr>
        <p:grpSpPr>
          <a:xfrm>
            <a:off x="4783102" y="1227416"/>
            <a:ext cx="462960" cy="171720"/>
            <a:chOff x="4783102" y="1227416"/>
            <a:chExt cx="462960" cy="17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E516A6D-0EEE-3815-A33A-8E2C9A9F5D36}"/>
                    </a:ext>
                  </a:extLst>
                </p14:cNvPr>
                <p14:cNvContentPartPr/>
                <p14:nvPr/>
              </p14:nvContentPartPr>
              <p14:xfrm>
                <a:off x="4783102" y="1233176"/>
                <a:ext cx="214200" cy="1353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E516A6D-0EEE-3815-A33A-8E2C9A9F5D36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4774462" y="1224536"/>
                  <a:ext cx="2318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89420D2-4769-8F7B-7A72-2D46C14267DA}"/>
                    </a:ext>
                  </a:extLst>
                </p14:cNvPr>
                <p14:cNvContentPartPr/>
                <p14:nvPr/>
              </p14:nvContentPartPr>
              <p14:xfrm>
                <a:off x="5092702" y="1227416"/>
                <a:ext cx="145080" cy="1717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89420D2-4769-8F7B-7A72-2D46C14267DA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5084062" y="1218776"/>
                  <a:ext cx="1627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17AD5EAA-1EED-01F5-34A7-6447A3ACADDC}"/>
                    </a:ext>
                  </a:extLst>
                </p14:cNvPr>
                <p14:cNvContentPartPr/>
                <p14:nvPr/>
              </p14:nvContentPartPr>
              <p14:xfrm>
                <a:off x="5108902" y="1301216"/>
                <a:ext cx="137160" cy="334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17AD5EAA-1EED-01F5-34A7-6447A3ACADDC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5099902" y="1292216"/>
                  <a:ext cx="154800" cy="5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5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402232B7-C343-0C79-FB29-F2F030133253}"/>
                  </a:ext>
                </a:extLst>
              </p14:cNvPr>
              <p14:cNvContentPartPr/>
              <p14:nvPr/>
            </p14:nvContentPartPr>
            <p14:xfrm>
              <a:off x="579382" y="5422496"/>
              <a:ext cx="192600" cy="17712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402232B7-C343-0C79-FB29-F2F030133253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570382" y="5413496"/>
                <a:ext cx="21024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7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185319CE-CF78-3F83-FF78-4196FAE52125}"/>
                  </a:ext>
                </a:extLst>
              </p14:cNvPr>
              <p14:cNvContentPartPr/>
              <p14:nvPr/>
            </p14:nvContentPartPr>
            <p14:xfrm>
              <a:off x="387862" y="1142816"/>
              <a:ext cx="3987360" cy="407808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185319CE-CF78-3F83-FF78-4196FAE52125}"/>
                  </a:ext>
                </a:extLst>
              </p:cNvPr>
              <p:cNvPicPr/>
              <p:nvPr/>
            </p:nvPicPr>
            <p:blipFill>
              <a:blip r:embed="rId288"/>
              <a:stretch>
                <a:fillRect/>
              </a:stretch>
            </p:blipFill>
            <p:spPr>
              <a:xfrm>
                <a:off x="379222" y="1133816"/>
                <a:ext cx="4005000" cy="409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9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F5BAC300-8480-274C-8EF7-BE79349CD249}"/>
                  </a:ext>
                </a:extLst>
              </p14:cNvPr>
              <p14:cNvContentPartPr/>
              <p14:nvPr/>
            </p14:nvContentPartPr>
            <p14:xfrm>
              <a:off x="5441542" y="1303376"/>
              <a:ext cx="119520" cy="468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F5BAC300-8480-274C-8EF7-BE79349CD249}"/>
                  </a:ext>
                </a:extLst>
              </p:cNvPr>
              <p:cNvPicPr/>
              <p:nvPr/>
            </p:nvPicPr>
            <p:blipFill>
              <a:blip r:embed="rId290"/>
              <a:stretch>
                <a:fillRect/>
              </a:stretch>
            </p:blipFill>
            <p:spPr>
              <a:xfrm>
                <a:off x="5432542" y="1294736"/>
                <a:ext cx="13716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1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3CC95209-1E01-606D-E787-BCF79B6F75B7}"/>
                  </a:ext>
                </a:extLst>
              </p14:cNvPr>
              <p14:cNvContentPartPr/>
              <p14:nvPr/>
            </p14:nvContentPartPr>
            <p14:xfrm>
              <a:off x="5374222" y="1238216"/>
              <a:ext cx="112320" cy="684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3CC95209-1E01-606D-E787-BCF79B6F75B7}"/>
                  </a:ext>
                </a:extLst>
              </p:cNvPr>
              <p:cNvPicPr/>
              <p:nvPr/>
            </p:nvPicPr>
            <p:blipFill>
              <a:blip r:embed="rId292"/>
              <a:stretch>
                <a:fillRect/>
              </a:stretch>
            </p:blipFill>
            <p:spPr>
              <a:xfrm>
                <a:off x="5365222" y="1229576"/>
                <a:ext cx="12996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3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145283E0-4670-5A9A-4899-0C31F5B5D2C2}"/>
                  </a:ext>
                </a:extLst>
              </p14:cNvPr>
              <p14:cNvContentPartPr/>
              <p14:nvPr/>
            </p14:nvContentPartPr>
            <p14:xfrm>
              <a:off x="7118422" y="1233176"/>
              <a:ext cx="111960" cy="1116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145283E0-4670-5A9A-4899-0C31F5B5D2C2}"/>
                  </a:ext>
                </a:extLst>
              </p:cNvPr>
              <p:cNvPicPr/>
              <p:nvPr/>
            </p:nvPicPr>
            <p:blipFill>
              <a:blip r:embed="rId294"/>
              <a:stretch>
                <a:fillRect/>
              </a:stretch>
            </p:blipFill>
            <p:spPr>
              <a:xfrm>
                <a:off x="7109422" y="1224536"/>
                <a:ext cx="12960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5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C3C9CA2C-9D45-8CD6-15DF-B04FE338B146}"/>
                  </a:ext>
                </a:extLst>
              </p14:cNvPr>
              <p14:cNvContentPartPr/>
              <p14:nvPr/>
            </p14:nvContentPartPr>
            <p14:xfrm>
              <a:off x="7388782" y="1110776"/>
              <a:ext cx="72000" cy="18972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C3C9CA2C-9D45-8CD6-15DF-B04FE338B146}"/>
                  </a:ext>
                </a:extLst>
              </p:cNvPr>
              <p:cNvPicPr/>
              <p:nvPr/>
            </p:nvPicPr>
            <p:blipFill>
              <a:blip r:embed="rId296"/>
              <a:stretch>
                <a:fillRect/>
              </a:stretch>
            </p:blipFill>
            <p:spPr>
              <a:xfrm>
                <a:off x="7380142" y="1101776"/>
                <a:ext cx="8964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F2D12886-6A49-6533-0BED-B0DA21FEDA4B}"/>
                  </a:ext>
                </a:extLst>
              </p14:cNvPr>
              <p14:cNvContentPartPr/>
              <p14:nvPr/>
            </p14:nvContentPartPr>
            <p14:xfrm>
              <a:off x="7352062" y="1227776"/>
              <a:ext cx="133200" cy="1980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F2D12886-6A49-6533-0BED-B0DA21FEDA4B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7343422" y="1219136"/>
                <a:ext cx="15084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9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3F714D0C-F57D-6D1B-1DC7-5A04448556C8}"/>
                  </a:ext>
                </a:extLst>
              </p14:cNvPr>
              <p14:cNvContentPartPr/>
              <p14:nvPr/>
            </p14:nvContentPartPr>
            <p14:xfrm>
              <a:off x="7578502" y="1247216"/>
              <a:ext cx="124200" cy="6912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3F714D0C-F57D-6D1B-1DC7-5A04448556C8}"/>
                  </a:ext>
                </a:extLst>
              </p:cNvPr>
              <p:cNvPicPr/>
              <p:nvPr/>
            </p:nvPicPr>
            <p:blipFill>
              <a:blip r:embed="rId300"/>
              <a:stretch>
                <a:fillRect/>
              </a:stretch>
            </p:blipFill>
            <p:spPr>
              <a:xfrm>
                <a:off x="7569862" y="1238576"/>
                <a:ext cx="141840" cy="8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oup 212">
            <a:extLst>
              <a:ext uri="{FF2B5EF4-FFF2-40B4-BE49-F238E27FC236}">
                <a16:creationId xmlns:a16="http://schemas.microsoft.com/office/drawing/2014/main" id="{D6B81259-B074-4714-271C-B7FA80245AF5}"/>
              </a:ext>
            </a:extLst>
          </p:cNvPr>
          <p:cNvGrpSpPr/>
          <p:nvPr/>
        </p:nvGrpSpPr>
        <p:grpSpPr>
          <a:xfrm>
            <a:off x="7744462" y="1068296"/>
            <a:ext cx="342000" cy="244440"/>
            <a:chOff x="7744462" y="1068296"/>
            <a:chExt cx="342000" cy="24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01FDD957-CB3B-0523-795E-68773B1026D6}"/>
                    </a:ext>
                  </a:extLst>
                </p14:cNvPr>
                <p14:cNvContentPartPr/>
                <p14:nvPr/>
              </p14:nvContentPartPr>
              <p14:xfrm>
                <a:off x="7744462" y="1215896"/>
                <a:ext cx="174960" cy="968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01FDD957-CB3B-0523-795E-68773B1026D6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7735822" y="1207256"/>
                  <a:ext cx="1926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4DF6532C-160F-A8B1-B775-080AA3A5D0C3}"/>
                    </a:ext>
                  </a:extLst>
                </p14:cNvPr>
                <p14:cNvContentPartPr/>
                <p14:nvPr/>
              </p14:nvContentPartPr>
              <p14:xfrm>
                <a:off x="7879822" y="1148936"/>
                <a:ext cx="89280" cy="61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4DF6532C-160F-A8B1-B775-080AA3A5D0C3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7871182" y="1140296"/>
                  <a:ext cx="1069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9E483B36-2703-D177-054C-2B4A1B165C5A}"/>
                    </a:ext>
                  </a:extLst>
                </p14:cNvPr>
                <p14:cNvContentPartPr/>
                <p14:nvPr/>
              </p14:nvContentPartPr>
              <p14:xfrm>
                <a:off x="8032822" y="1068296"/>
                <a:ext cx="53640" cy="1126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9E483B36-2703-D177-054C-2B4A1B165C5A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023822" y="1059656"/>
                  <a:ext cx="71280" cy="13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3DCBB96B-487F-2C99-B10B-A0B4EEDC37DE}"/>
              </a:ext>
            </a:extLst>
          </p:cNvPr>
          <p:cNvGrpSpPr/>
          <p:nvPr/>
        </p:nvGrpSpPr>
        <p:grpSpPr>
          <a:xfrm>
            <a:off x="5742142" y="1036256"/>
            <a:ext cx="1319040" cy="378720"/>
            <a:chOff x="5742142" y="1036256"/>
            <a:chExt cx="1319040" cy="37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24C3D2F-8F7C-058D-9B1E-E2DF9008D64C}"/>
                    </a:ext>
                  </a:extLst>
                </p14:cNvPr>
                <p14:cNvContentPartPr/>
                <p14:nvPr/>
              </p14:nvContentPartPr>
              <p14:xfrm>
                <a:off x="5777422" y="1114376"/>
                <a:ext cx="81360" cy="2192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24C3D2F-8F7C-058D-9B1E-E2DF9008D64C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5768782" y="1105376"/>
                  <a:ext cx="990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49D26E06-FF7C-613F-96A0-9462F4D1657F}"/>
                    </a:ext>
                  </a:extLst>
                </p14:cNvPr>
                <p14:cNvContentPartPr/>
                <p14:nvPr/>
              </p14:nvContentPartPr>
              <p14:xfrm>
                <a:off x="5742142" y="1238576"/>
                <a:ext cx="148320" cy="133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49D26E06-FF7C-613F-96A0-9462F4D1657F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5733502" y="1229576"/>
                  <a:ext cx="165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B84F3C68-CA73-E700-6BFB-018329262D84}"/>
                    </a:ext>
                  </a:extLst>
                </p14:cNvPr>
                <p14:cNvContentPartPr/>
                <p14:nvPr/>
              </p14:nvContentPartPr>
              <p14:xfrm>
                <a:off x="5916382" y="1227776"/>
                <a:ext cx="154440" cy="799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B84F3C68-CA73-E700-6BFB-018329262D84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5907742" y="1218776"/>
                  <a:ext cx="1720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8705B0B-4589-B97D-833F-56E8FB6C5460}"/>
                    </a:ext>
                  </a:extLst>
                </p14:cNvPr>
                <p14:cNvContentPartPr/>
                <p14:nvPr/>
              </p14:nvContentPartPr>
              <p14:xfrm>
                <a:off x="6054982" y="1222736"/>
                <a:ext cx="161640" cy="572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8705B0B-4589-B97D-833F-56E8FB6C5460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6046342" y="1213736"/>
                  <a:ext cx="1792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BD0E77C-8583-032E-E3C8-D77D1BFC2F0D}"/>
                    </a:ext>
                  </a:extLst>
                </p14:cNvPr>
                <p14:cNvContentPartPr/>
                <p14:nvPr/>
              </p14:nvContentPartPr>
              <p14:xfrm>
                <a:off x="6150382" y="1109696"/>
                <a:ext cx="91080" cy="176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BD0E77C-8583-032E-E3C8-D77D1BFC2F0D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6141742" y="1100696"/>
                  <a:ext cx="1087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2FC1FB1A-95AD-77BC-4DEE-208736A33F1B}"/>
                    </a:ext>
                  </a:extLst>
                </p14:cNvPr>
                <p14:cNvContentPartPr/>
                <p14:nvPr/>
              </p14:nvContentPartPr>
              <p14:xfrm>
                <a:off x="6319582" y="1036256"/>
                <a:ext cx="48240" cy="972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2FC1FB1A-95AD-77BC-4DEE-208736A33F1B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6310942" y="1027616"/>
                  <a:ext cx="658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78CE0CF-4FDB-7E8D-48F0-8912537515BE}"/>
                    </a:ext>
                  </a:extLst>
                </p14:cNvPr>
                <p14:cNvContentPartPr/>
                <p14:nvPr/>
              </p14:nvContentPartPr>
              <p14:xfrm>
                <a:off x="6512182" y="1045976"/>
                <a:ext cx="228600" cy="1080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78CE0CF-4FDB-7E8D-48F0-8912537515BE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6503542" y="1037336"/>
                  <a:ext cx="2462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6C491B7-97DC-A861-E01B-3C0E97CDE593}"/>
                    </a:ext>
                  </a:extLst>
                </p14:cNvPr>
                <p14:cNvContentPartPr/>
                <p14:nvPr/>
              </p14:nvContentPartPr>
              <p14:xfrm>
                <a:off x="6831142" y="1079096"/>
                <a:ext cx="55080" cy="900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6C491B7-97DC-A861-E01B-3C0E97CDE593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6822502" y="1070096"/>
                  <a:ext cx="727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DBFF021-5F45-911E-EFFF-A74983268894}"/>
                    </a:ext>
                  </a:extLst>
                </p14:cNvPr>
                <p14:cNvContentPartPr/>
                <p14:nvPr/>
              </p14:nvContentPartPr>
              <p14:xfrm>
                <a:off x="6753742" y="1047056"/>
                <a:ext cx="163080" cy="118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DBFF021-5F45-911E-EFFF-A74983268894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6744742" y="1038416"/>
                  <a:ext cx="1807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DF9F4FD6-8994-DF51-99AF-9B0B551DA80A}"/>
                    </a:ext>
                  </a:extLst>
                </p14:cNvPr>
                <p14:cNvContentPartPr/>
                <p14:nvPr/>
              </p14:nvContentPartPr>
              <p14:xfrm>
                <a:off x="6531622" y="1218776"/>
                <a:ext cx="363600" cy="374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DF9F4FD6-8994-DF51-99AF-9B0B551DA80A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6522982" y="1210136"/>
                  <a:ext cx="3812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8E9E63F-0B8F-3188-5272-4122C7CE7329}"/>
                    </a:ext>
                  </a:extLst>
                </p14:cNvPr>
                <p14:cNvContentPartPr/>
                <p14:nvPr/>
              </p14:nvContentPartPr>
              <p14:xfrm>
                <a:off x="6629182" y="1328576"/>
                <a:ext cx="168480" cy="864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8E9E63F-0B8F-3188-5272-4122C7CE7329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6620542" y="1319576"/>
                  <a:ext cx="1861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720DA38-B22D-CE40-CA1A-1ED4B8AF5249}"/>
                    </a:ext>
                  </a:extLst>
                </p14:cNvPr>
                <p14:cNvContentPartPr/>
                <p14:nvPr/>
              </p14:nvContentPartPr>
              <p14:xfrm>
                <a:off x="6365302" y="1167296"/>
                <a:ext cx="83520" cy="2311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720DA38-B22D-CE40-CA1A-1ED4B8AF5249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6356662" y="1158296"/>
                  <a:ext cx="1011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886551F-C856-3273-2C7A-C42D891E9594}"/>
                    </a:ext>
                  </a:extLst>
                </p14:cNvPr>
                <p14:cNvContentPartPr/>
                <p14:nvPr/>
              </p14:nvContentPartPr>
              <p14:xfrm>
                <a:off x="6996022" y="1162616"/>
                <a:ext cx="65160" cy="1926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886551F-C856-3273-2C7A-C42D891E9594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6987382" y="1153976"/>
                  <a:ext cx="82800" cy="21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DB60D5D7-6DE0-277F-A551-E83EDF6C4FD5}"/>
              </a:ext>
            </a:extLst>
          </p:cNvPr>
          <p:cNvGrpSpPr/>
          <p:nvPr/>
        </p:nvGrpSpPr>
        <p:grpSpPr>
          <a:xfrm>
            <a:off x="8170702" y="945896"/>
            <a:ext cx="3064320" cy="464400"/>
            <a:chOff x="8170702" y="945896"/>
            <a:chExt cx="3064320" cy="46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E94EC87-AC3D-28DA-F73A-3CD020748687}"/>
                    </a:ext>
                  </a:extLst>
                </p14:cNvPr>
                <p14:cNvContentPartPr/>
                <p14:nvPr/>
              </p14:nvContentPartPr>
              <p14:xfrm>
                <a:off x="8282662" y="1137416"/>
                <a:ext cx="73080" cy="219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E94EC87-AC3D-28DA-F73A-3CD020748687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8273662" y="1128776"/>
                  <a:ext cx="907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94A2A8F-5243-7496-1D03-318F6D9FE09C}"/>
                    </a:ext>
                  </a:extLst>
                </p14:cNvPr>
                <p14:cNvContentPartPr/>
                <p14:nvPr/>
              </p14:nvContentPartPr>
              <p14:xfrm>
                <a:off x="8457982" y="1030496"/>
                <a:ext cx="203400" cy="1216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94A2A8F-5243-7496-1D03-318F6D9FE09C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8449342" y="1021856"/>
                  <a:ext cx="2210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B755CD4-E1B8-C638-DE17-FCBB8B4DA658}"/>
                    </a:ext>
                  </a:extLst>
                </p14:cNvPr>
                <p14:cNvContentPartPr/>
                <p14:nvPr/>
              </p14:nvContentPartPr>
              <p14:xfrm>
                <a:off x="8734462" y="1068296"/>
                <a:ext cx="41760" cy="763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B755CD4-E1B8-C638-DE17-FCBB8B4DA658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8725822" y="1059656"/>
                  <a:ext cx="594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C0022071-5AC5-1282-44D4-62A527D3FC8E}"/>
                    </a:ext>
                  </a:extLst>
                </p14:cNvPr>
                <p14:cNvContentPartPr/>
                <p14:nvPr/>
              </p14:nvContentPartPr>
              <p14:xfrm>
                <a:off x="8696662" y="1020416"/>
                <a:ext cx="112320" cy="140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C0022071-5AC5-1282-44D4-62A527D3FC8E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8688022" y="1011776"/>
                  <a:ext cx="1299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61740E8-E6F8-264D-2520-F91BA6B4F849}"/>
                    </a:ext>
                  </a:extLst>
                </p14:cNvPr>
                <p14:cNvContentPartPr/>
                <p14:nvPr/>
              </p14:nvContentPartPr>
              <p14:xfrm>
                <a:off x="8362942" y="1201136"/>
                <a:ext cx="387720" cy="327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61740E8-E6F8-264D-2520-F91BA6B4F849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8354302" y="1192496"/>
                  <a:ext cx="4053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9A8A622A-8A01-C07F-75FA-7788D153E6BC}"/>
                    </a:ext>
                  </a:extLst>
                </p14:cNvPr>
                <p14:cNvContentPartPr/>
                <p14:nvPr/>
              </p14:nvContentPartPr>
              <p14:xfrm>
                <a:off x="8511262" y="1301936"/>
                <a:ext cx="142200" cy="1083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9A8A622A-8A01-C07F-75FA-7788D153E6BC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8502262" y="1293296"/>
                  <a:ext cx="1598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03ABDC33-6428-E811-651B-0574349D6509}"/>
                    </a:ext>
                  </a:extLst>
                </p14:cNvPr>
                <p14:cNvContentPartPr/>
                <p14:nvPr/>
              </p14:nvContentPartPr>
              <p14:xfrm>
                <a:off x="8170702" y="1129136"/>
                <a:ext cx="100440" cy="2268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03ABDC33-6428-E811-651B-0574349D6509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8161702" y="1120136"/>
                  <a:ext cx="1180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59A9AE0-892F-453A-DB2E-6A0F7475CC22}"/>
                    </a:ext>
                  </a:extLst>
                </p14:cNvPr>
                <p14:cNvContentPartPr/>
                <p14:nvPr/>
              </p14:nvContentPartPr>
              <p14:xfrm>
                <a:off x="8819422" y="1137056"/>
                <a:ext cx="97560" cy="1868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59A9AE0-892F-453A-DB2E-6A0F7475CC22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8810782" y="1128056"/>
                  <a:ext cx="1152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CF55B128-380C-F7F2-9B29-2E18B95EA52D}"/>
                    </a:ext>
                  </a:extLst>
                </p14:cNvPr>
                <p14:cNvContentPartPr/>
                <p14:nvPr/>
              </p14:nvContentPartPr>
              <p14:xfrm>
                <a:off x="9059902" y="1260896"/>
                <a:ext cx="126720" cy="100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CF55B128-380C-F7F2-9B29-2E18B95EA52D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9051262" y="1251896"/>
                  <a:ext cx="1443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019CC70C-81E3-0936-7801-46E82CCD98B0}"/>
                    </a:ext>
                  </a:extLst>
                </p14:cNvPr>
                <p14:cNvContentPartPr/>
                <p14:nvPr/>
              </p14:nvContentPartPr>
              <p14:xfrm>
                <a:off x="9078982" y="1208336"/>
                <a:ext cx="86400" cy="147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019CC70C-81E3-0936-7801-46E82CCD98B0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069982" y="1199696"/>
                  <a:ext cx="1040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A37F2860-8C43-37E6-0A34-268D62F83559}"/>
                    </a:ext>
                  </a:extLst>
                </p14:cNvPr>
                <p14:cNvContentPartPr/>
                <p14:nvPr/>
              </p14:nvContentPartPr>
              <p14:xfrm>
                <a:off x="9323422" y="1142456"/>
                <a:ext cx="182880" cy="1825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A37F2860-8C43-37E6-0A34-268D62F83559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9314422" y="1133456"/>
                  <a:ext cx="2005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E7FE46B6-FEBA-B72F-F2D3-616A06C9958C}"/>
                    </a:ext>
                  </a:extLst>
                </p14:cNvPr>
                <p14:cNvContentPartPr/>
                <p14:nvPr/>
              </p14:nvContentPartPr>
              <p14:xfrm>
                <a:off x="9616822" y="1142816"/>
                <a:ext cx="74160" cy="18612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E7FE46B6-FEBA-B72F-F2D3-616A06C9958C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608182" y="1134176"/>
                  <a:ext cx="918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96B2D8BC-6513-DECC-7253-09B2CC1A9B3D}"/>
                    </a:ext>
                  </a:extLst>
                </p14:cNvPr>
                <p14:cNvContentPartPr/>
                <p14:nvPr/>
              </p14:nvContentPartPr>
              <p14:xfrm>
                <a:off x="9583702" y="1248656"/>
                <a:ext cx="150840" cy="165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96B2D8BC-6513-DECC-7253-09B2CC1A9B3D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9574702" y="1240016"/>
                  <a:ext cx="168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9599C42-E1BE-3AAA-CE7C-BD837793A160}"/>
                    </a:ext>
                  </a:extLst>
                </p14:cNvPr>
                <p14:cNvContentPartPr/>
                <p14:nvPr/>
              </p14:nvContentPartPr>
              <p14:xfrm>
                <a:off x="9768742" y="1231376"/>
                <a:ext cx="129240" cy="936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9599C42-E1BE-3AAA-CE7C-BD837793A160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9760102" y="1222376"/>
                  <a:ext cx="1468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9FEAEB7F-A645-BEC3-0DAE-E3FB5C6E1249}"/>
                    </a:ext>
                  </a:extLst>
                </p14:cNvPr>
                <p14:cNvContentPartPr/>
                <p14:nvPr/>
              </p14:nvContentPartPr>
              <p14:xfrm>
                <a:off x="9941182" y="1255856"/>
                <a:ext cx="155880" cy="6192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9FEAEB7F-A645-BEC3-0DAE-E3FB5C6E1249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9932542" y="1246856"/>
                  <a:ext cx="1735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BAFA0325-E477-A21E-6E3F-46FF76843E9F}"/>
                    </a:ext>
                  </a:extLst>
                </p14:cNvPr>
                <p14:cNvContentPartPr/>
                <p14:nvPr/>
              </p14:nvContentPartPr>
              <p14:xfrm>
                <a:off x="10074022" y="1155416"/>
                <a:ext cx="85320" cy="36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BAFA0325-E477-A21E-6E3F-46FF76843E9F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065382" y="1146776"/>
                  <a:ext cx="1029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669B7558-FFEE-5B7C-4E2B-9CB1FC6626F1}"/>
                    </a:ext>
                  </a:extLst>
                </p14:cNvPr>
                <p14:cNvContentPartPr/>
                <p14:nvPr/>
              </p14:nvContentPartPr>
              <p14:xfrm>
                <a:off x="10196062" y="1074416"/>
                <a:ext cx="58680" cy="1004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669B7558-FFEE-5B7C-4E2B-9CB1FC6626F1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0187422" y="1065776"/>
                  <a:ext cx="763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9431107-B085-75B6-49B2-5C42716C8C1C}"/>
                    </a:ext>
                  </a:extLst>
                </p14:cNvPr>
                <p14:cNvContentPartPr/>
                <p14:nvPr/>
              </p14:nvContentPartPr>
              <p14:xfrm>
                <a:off x="10371022" y="971096"/>
                <a:ext cx="150120" cy="4269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9431107-B085-75B6-49B2-5C42716C8C1C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0362382" y="962456"/>
                  <a:ext cx="16776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D123F789-CD30-D14B-6C5F-8F5960C58A73}"/>
                    </a:ext>
                  </a:extLst>
                </p14:cNvPr>
                <p14:cNvContentPartPr/>
                <p14:nvPr/>
              </p14:nvContentPartPr>
              <p14:xfrm>
                <a:off x="10536622" y="961736"/>
                <a:ext cx="294840" cy="1173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D123F789-CD30-D14B-6C5F-8F5960C58A73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0527982" y="952736"/>
                  <a:ext cx="3124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92A05EB0-3ABD-91E9-9291-F1004FA0D06B}"/>
                    </a:ext>
                  </a:extLst>
                </p14:cNvPr>
                <p14:cNvContentPartPr/>
                <p14:nvPr/>
              </p14:nvContentPartPr>
              <p14:xfrm>
                <a:off x="10964662" y="988736"/>
                <a:ext cx="42120" cy="932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92A05EB0-3ABD-91E9-9291-F1004FA0D06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956022" y="979736"/>
                  <a:ext cx="597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38462C82-6B48-15E8-F759-4973CE3FF0CB}"/>
                    </a:ext>
                  </a:extLst>
                </p14:cNvPr>
                <p14:cNvContentPartPr/>
                <p14:nvPr/>
              </p14:nvContentPartPr>
              <p14:xfrm>
                <a:off x="10787182" y="945896"/>
                <a:ext cx="244440" cy="111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38462C82-6B48-15E8-F759-4973CE3FF0CB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0778182" y="936896"/>
                  <a:ext cx="262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8E85E57B-E57C-FA47-2754-B27EA82166BB}"/>
                    </a:ext>
                  </a:extLst>
                </p14:cNvPr>
                <p14:cNvContentPartPr/>
                <p14:nvPr/>
              </p14:nvContentPartPr>
              <p14:xfrm>
                <a:off x="10522582" y="1153616"/>
                <a:ext cx="487440" cy="183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8E85E57B-E57C-FA47-2754-B27EA82166BB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0513942" y="1144616"/>
                  <a:ext cx="505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2DFD5FED-1E9D-6284-5470-56726C498D8B}"/>
                    </a:ext>
                  </a:extLst>
                </p14:cNvPr>
                <p14:cNvContentPartPr/>
                <p14:nvPr/>
              </p14:nvContentPartPr>
              <p14:xfrm>
                <a:off x="10696102" y="1275296"/>
                <a:ext cx="191880" cy="1177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2DFD5FED-1E9D-6284-5470-56726C498D8B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0687462" y="1266296"/>
                  <a:ext cx="2095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99653B65-5755-ECB4-0839-2B0E5B264E41}"/>
                    </a:ext>
                  </a:extLst>
                </p14:cNvPr>
                <p14:cNvContentPartPr/>
                <p14:nvPr/>
              </p14:nvContentPartPr>
              <p14:xfrm>
                <a:off x="11105422" y="988736"/>
                <a:ext cx="129600" cy="3355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99653B65-5755-ECB4-0839-2B0E5B264E41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1096782" y="980096"/>
                  <a:ext cx="147240" cy="35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5F3889E4-B64C-5C70-0A67-0EB3D9C2C18F}"/>
              </a:ext>
            </a:extLst>
          </p:cNvPr>
          <p:cNvGrpSpPr/>
          <p:nvPr/>
        </p:nvGrpSpPr>
        <p:grpSpPr>
          <a:xfrm>
            <a:off x="11398462" y="1133096"/>
            <a:ext cx="476640" cy="132840"/>
            <a:chOff x="11398462" y="1133096"/>
            <a:chExt cx="476640" cy="13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08D9C90A-F1D5-68EC-384B-A742254025A3}"/>
                    </a:ext>
                  </a:extLst>
                </p14:cNvPr>
                <p14:cNvContentPartPr/>
                <p14:nvPr/>
              </p14:nvContentPartPr>
              <p14:xfrm>
                <a:off x="11421862" y="1252976"/>
                <a:ext cx="82800" cy="75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08D9C90A-F1D5-68EC-384B-A742254025A3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1413222" y="1243976"/>
                  <a:ext cx="1004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7011C515-2214-8DDD-AB4A-1A09314A613A}"/>
                    </a:ext>
                  </a:extLst>
                </p14:cNvPr>
                <p14:cNvContentPartPr/>
                <p14:nvPr/>
              </p14:nvContentPartPr>
              <p14:xfrm>
                <a:off x="11398462" y="1196096"/>
                <a:ext cx="111600" cy="1116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7011C515-2214-8DDD-AB4A-1A09314A613A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1389462" y="1187456"/>
                  <a:ext cx="1292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FCBD0CF0-AE7A-B762-CF4D-B4DB4B905077}"/>
                    </a:ext>
                  </a:extLst>
                </p14:cNvPr>
                <p14:cNvContentPartPr/>
                <p14:nvPr/>
              </p14:nvContentPartPr>
              <p14:xfrm>
                <a:off x="11647582" y="1133096"/>
                <a:ext cx="227520" cy="1328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FCBD0CF0-AE7A-B762-CF4D-B4DB4B905077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1638942" y="1124096"/>
                  <a:ext cx="24516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96AF8332-042A-DAC6-B729-A24CDB46B083}"/>
              </a:ext>
            </a:extLst>
          </p:cNvPr>
          <p:cNvGrpSpPr/>
          <p:nvPr/>
        </p:nvGrpSpPr>
        <p:grpSpPr>
          <a:xfrm>
            <a:off x="10728142" y="113216"/>
            <a:ext cx="929880" cy="412560"/>
            <a:chOff x="10728142" y="113216"/>
            <a:chExt cx="929880" cy="41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A773157-95CD-4ADE-431A-EBF6716E385C}"/>
                    </a:ext>
                  </a:extLst>
                </p14:cNvPr>
                <p14:cNvContentPartPr/>
                <p14:nvPr/>
              </p14:nvContentPartPr>
              <p14:xfrm>
                <a:off x="10728142" y="332456"/>
                <a:ext cx="190080" cy="1933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A773157-95CD-4ADE-431A-EBF6716E385C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0719142" y="323816"/>
                  <a:ext cx="2077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252F123D-E28D-111E-4543-B50EDBA9097B}"/>
                    </a:ext>
                  </a:extLst>
                </p14:cNvPr>
                <p14:cNvContentPartPr/>
                <p14:nvPr/>
              </p14:nvContentPartPr>
              <p14:xfrm>
                <a:off x="10781062" y="430016"/>
                <a:ext cx="122760" cy="165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252F123D-E28D-111E-4543-B50EDBA9097B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0772422" y="421016"/>
                  <a:ext cx="1404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81454BB-7905-E0EE-1223-49002CA6E6C5}"/>
                    </a:ext>
                  </a:extLst>
                </p14:cNvPr>
                <p14:cNvContentPartPr/>
                <p14:nvPr/>
              </p14:nvContentPartPr>
              <p14:xfrm>
                <a:off x="11008582" y="445496"/>
                <a:ext cx="102600" cy="226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481454BB-7905-E0EE-1223-49002CA6E6C5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0999582" y="436496"/>
                  <a:ext cx="1202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8CF5D2E2-CC9A-6DAA-9A1C-1E323C254118}"/>
                    </a:ext>
                  </a:extLst>
                </p14:cNvPr>
                <p14:cNvContentPartPr/>
                <p14:nvPr/>
              </p14:nvContentPartPr>
              <p14:xfrm>
                <a:off x="10992382" y="383576"/>
                <a:ext cx="97560" cy="151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8CF5D2E2-CC9A-6DAA-9A1C-1E323C254118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0983742" y="374936"/>
                  <a:ext cx="1152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CA5DE028-8027-480E-12A1-BC5BD58C6F58}"/>
                    </a:ext>
                  </a:extLst>
                </p14:cNvPr>
                <p14:cNvContentPartPr/>
                <p14:nvPr/>
              </p14:nvContentPartPr>
              <p14:xfrm>
                <a:off x="11169502" y="351536"/>
                <a:ext cx="181080" cy="14112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CA5DE028-8027-480E-12A1-BC5BD58C6F58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1160502" y="342536"/>
                  <a:ext cx="1987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0F6BA8CB-CD88-B040-F838-988911A44600}"/>
                    </a:ext>
                  </a:extLst>
                </p14:cNvPr>
                <p14:cNvContentPartPr/>
                <p14:nvPr/>
              </p14:nvContentPartPr>
              <p14:xfrm>
                <a:off x="11338342" y="249656"/>
                <a:ext cx="75240" cy="1746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0F6BA8CB-CD88-B040-F838-988911A44600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1329342" y="241016"/>
                  <a:ext cx="928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5AEDC8F7-2523-BD55-3050-417D8B7E3EA5}"/>
                    </a:ext>
                  </a:extLst>
                </p14:cNvPr>
                <p14:cNvContentPartPr/>
                <p14:nvPr/>
              </p14:nvContentPartPr>
              <p14:xfrm>
                <a:off x="11296942" y="113216"/>
                <a:ext cx="360" cy="126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5AEDC8F7-2523-BD55-3050-417D8B7E3EA5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1287942" y="104576"/>
                  <a:ext cx="180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77A7BD95-CA9B-1A6C-C95C-C611BAF2661C}"/>
                    </a:ext>
                  </a:extLst>
                </p14:cNvPr>
                <p14:cNvContentPartPr/>
                <p14:nvPr/>
              </p14:nvContentPartPr>
              <p14:xfrm>
                <a:off x="11413942" y="185936"/>
                <a:ext cx="244080" cy="910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77A7BD95-CA9B-1A6C-C95C-C611BAF2661C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1404942" y="176936"/>
                  <a:ext cx="261720" cy="1087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FREQUENCY WARPING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price of the one-to-one map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14</a:t>
            </a:r>
          </a:p>
        </p:txBody>
      </p:sp>
      <p:pic>
        <p:nvPicPr>
          <p:cNvPr id="6" name="Picture 5" descr="eq_8fc34ff581eba4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17320"/>
            <a:ext cx="5303520" cy="971980"/>
          </a:xfrm>
          <a:prstGeom prst="rect">
            <a:avLst/>
          </a:prstGeom>
        </p:spPr>
      </p:pic>
      <p:pic>
        <p:nvPicPr>
          <p:cNvPr id="7" name="Picture 6" descr="eq_b824e165219b9b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97480"/>
            <a:ext cx="5303520" cy="113148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92240" y="1417320"/>
            <a:ext cx="457200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92240" y="141732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38544" y="15270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Low frequency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1901952"/>
            <a:ext cx="434340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small ω, tan(ω/2)≈ω/2, so Ω≈ω/T.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880360"/>
            <a:ext cx="4572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92240" y="288036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38544" y="299008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Near Nyquist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544" y="3364992"/>
            <a:ext cx="4343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map becomes strongly nonlinear; equal analog frequency intervals do not remain equal digital intervals.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76244E4-AD8E-AD77-B7EC-EFE56D02D024}"/>
                  </a:ext>
                </a:extLst>
              </p14:cNvPr>
              <p14:cNvContentPartPr/>
              <p14:nvPr/>
            </p14:nvContentPartPr>
            <p14:xfrm>
              <a:off x="862802" y="4463732"/>
              <a:ext cx="182880" cy="1825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76244E4-AD8E-AD77-B7EC-EFE56D02D02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3802" y="4454732"/>
                <a:ext cx="20052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BCD5533-BE33-2B67-ABDA-64D2419D5092}"/>
                  </a:ext>
                </a:extLst>
              </p14:cNvPr>
              <p14:cNvContentPartPr/>
              <p14:nvPr/>
            </p14:nvContentPartPr>
            <p14:xfrm>
              <a:off x="1156202" y="4464092"/>
              <a:ext cx="74160" cy="1861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BCD5533-BE33-2B67-ABDA-64D2419D509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47562" y="4455452"/>
                <a:ext cx="9180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F05F8BC-8176-F989-DC2C-A3DB5874F7FB}"/>
                  </a:ext>
                </a:extLst>
              </p14:cNvPr>
              <p14:cNvContentPartPr/>
              <p14:nvPr/>
            </p14:nvContentPartPr>
            <p14:xfrm>
              <a:off x="1123082" y="4569932"/>
              <a:ext cx="150840" cy="165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F05F8BC-8176-F989-DC2C-A3DB5874F7F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14082" y="4561292"/>
                <a:ext cx="16848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0C5E29E-5FAC-FA1D-7D82-260DB85E1354}"/>
                  </a:ext>
                </a:extLst>
              </p14:cNvPr>
              <p14:cNvContentPartPr/>
              <p14:nvPr/>
            </p14:nvContentPartPr>
            <p14:xfrm>
              <a:off x="1308122" y="4552652"/>
              <a:ext cx="129240" cy="93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0C5E29E-5FAC-FA1D-7D82-260DB85E135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99482" y="4543652"/>
                <a:ext cx="14688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DBCB39F-FF1D-2BF5-4BF8-049F6A9EF338}"/>
                  </a:ext>
                </a:extLst>
              </p14:cNvPr>
              <p14:cNvContentPartPr/>
              <p14:nvPr/>
            </p14:nvContentPartPr>
            <p14:xfrm>
              <a:off x="1480562" y="4577132"/>
              <a:ext cx="155880" cy="619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DBCB39F-FF1D-2BF5-4BF8-049F6A9EF33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71922" y="4568132"/>
                <a:ext cx="17352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E6542CA-3DA3-F805-4A02-D902D8A123C7}"/>
                  </a:ext>
                </a:extLst>
              </p14:cNvPr>
              <p14:cNvContentPartPr/>
              <p14:nvPr/>
            </p14:nvContentPartPr>
            <p14:xfrm>
              <a:off x="1613402" y="4476692"/>
              <a:ext cx="85320" cy="36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E6542CA-3DA3-F805-4A02-D902D8A123C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604762" y="4468052"/>
                <a:ext cx="10296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358A38B-2AF1-F6CE-B589-34A11811B662}"/>
                  </a:ext>
                </a:extLst>
              </p14:cNvPr>
              <p14:cNvContentPartPr/>
              <p14:nvPr/>
            </p14:nvContentPartPr>
            <p14:xfrm>
              <a:off x="1735442" y="4395692"/>
              <a:ext cx="58680" cy="1004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358A38B-2AF1-F6CE-B589-34A11811B66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26802" y="4387052"/>
                <a:ext cx="7632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D7E5FAD-CCF4-031B-E87C-5393F20B4C1F}"/>
                  </a:ext>
                </a:extLst>
              </p14:cNvPr>
              <p14:cNvContentPartPr/>
              <p14:nvPr/>
            </p14:nvContentPartPr>
            <p14:xfrm>
              <a:off x="1910402" y="4292372"/>
              <a:ext cx="150120" cy="4269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D7E5FAD-CCF4-031B-E87C-5393F20B4C1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901762" y="4283732"/>
                <a:ext cx="167760" cy="44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0D34D26-7FCC-D87D-B3C3-1B760DA17861}"/>
                  </a:ext>
                </a:extLst>
              </p14:cNvPr>
              <p14:cNvContentPartPr/>
              <p14:nvPr/>
            </p14:nvContentPartPr>
            <p14:xfrm>
              <a:off x="2076002" y="4283012"/>
              <a:ext cx="294840" cy="117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0D34D26-7FCC-D87D-B3C3-1B760DA1786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067362" y="4274012"/>
                <a:ext cx="31248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201D48B-FD02-D7AB-6020-BBD1D7D37E0F}"/>
                  </a:ext>
                </a:extLst>
              </p14:cNvPr>
              <p14:cNvContentPartPr/>
              <p14:nvPr/>
            </p14:nvContentPartPr>
            <p14:xfrm>
              <a:off x="2504042" y="4310012"/>
              <a:ext cx="42120" cy="932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201D48B-FD02-D7AB-6020-BBD1D7D37E0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495402" y="4301012"/>
                <a:ext cx="5976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EC3AE60-2FD9-B83C-60B4-20428E2BF063}"/>
                  </a:ext>
                </a:extLst>
              </p14:cNvPr>
              <p14:cNvContentPartPr/>
              <p14:nvPr/>
            </p14:nvContentPartPr>
            <p14:xfrm>
              <a:off x="2326562" y="4267172"/>
              <a:ext cx="244440" cy="111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EC3AE60-2FD9-B83C-60B4-20428E2BF06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317562" y="4258172"/>
                <a:ext cx="26208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C0E1CDF-FA5D-E379-56F4-39DB596E8D79}"/>
                  </a:ext>
                </a:extLst>
              </p14:cNvPr>
              <p14:cNvContentPartPr/>
              <p14:nvPr/>
            </p14:nvContentPartPr>
            <p14:xfrm>
              <a:off x="2061962" y="4474892"/>
              <a:ext cx="487440" cy="18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C0E1CDF-FA5D-E379-56F4-39DB596E8D7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053322" y="4465892"/>
                <a:ext cx="5050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43388D0-FC97-E185-959E-1F2B34F8DBFC}"/>
                  </a:ext>
                </a:extLst>
              </p14:cNvPr>
              <p14:cNvContentPartPr/>
              <p14:nvPr/>
            </p14:nvContentPartPr>
            <p14:xfrm>
              <a:off x="2235482" y="4596572"/>
              <a:ext cx="191880" cy="1177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43388D0-FC97-E185-959E-1F2B34F8DBF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226842" y="4587572"/>
                <a:ext cx="20952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C3B267A-ECA5-7E41-5004-6A2989C513DB}"/>
                  </a:ext>
                </a:extLst>
              </p14:cNvPr>
              <p14:cNvContentPartPr/>
              <p14:nvPr/>
            </p14:nvContentPartPr>
            <p14:xfrm>
              <a:off x="2644802" y="4310012"/>
              <a:ext cx="129600" cy="3355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C3B267A-ECA5-7E41-5004-6A2989C513D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636162" y="4301372"/>
                <a:ext cx="147240" cy="35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5C53AEF-4989-4299-238E-C7345E13DE70}"/>
                  </a:ext>
                </a:extLst>
              </p14:cNvPr>
              <p14:cNvContentPartPr/>
              <p14:nvPr/>
            </p14:nvContentPartPr>
            <p14:xfrm>
              <a:off x="2961242" y="4574252"/>
              <a:ext cx="82800" cy="75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5C53AEF-4989-4299-238E-C7345E13DE7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952602" y="4565252"/>
                <a:ext cx="10044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992886F-2E77-0873-5E54-19B5C74B10E2}"/>
                  </a:ext>
                </a:extLst>
              </p14:cNvPr>
              <p14:cNvContentPartPr/>
              <p14:nvPr/>
            </p14:nvContentPartPr>
            <p14:xfrm>
              <a:off x="2937842" y="4517372"/>
              <a:ext cx="111600" cy="111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992886F-2E77-0873-5E54-19B5C74B10E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928842" y="4508732"/>
                <a:ext cx="12924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F7CA50D-09E4-2D1C-F2C1-23EC0B35540C}"/>
                  </a:ext>
                </a:extLst>
              </p14:cNvPr>
              <p14:cNvContentPartPr/>
              <p14:nvPr/>
            </p14:nvContentPartPr>
            <p14:xfrm>
              <a:off x="3186962" y="4454372"/>
              <a:ext cx="227520" cy="1328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F7CA50D-09E4-2D1C-F2C1-23EC0B35540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178322" y="4445372"/>
                <a:ext cx="24516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3D46745F-220D-5D8C-22A6-35D552581875}"/>
                  </a:ext>
                </a:extLst>
              </p14:cNvPr>
              <p14:cNvContentPartPr/>
              <p14:nvPr/>
            </p14:nvContentPartPr>
            <p14:xfrm>
              <a:off x="1541662" y="3589736"/>
              <a:ext cx="715680" cy="5108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3D46745F-220D-5D8C-22A6-35D55258187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532662" y="3580736"/>
                <a:ext cx="733320" cy="52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AAADC2B2-283E-0959-F466-935C22B4BFD5}"/>
              </a:ext>
            </a:extLst>
          </p:cNvPr>
          <p:cNvGrpSpPr/>
          <p:nvPr/>
        </p:nvGrpSpPr>
        <p:grpSpPr>
          <a:xfrm>
            <a:off x="1364542" y="5256536"/>
            <a:ext cx="331560" cy="264960"/>
            <a:chOff x="1364542" y="5256536"/>
            <a:chExt cx="331560" cy="26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91A315D-A010-9482-6481-5BD89897158E}"/>
                    </a:ext>
                  </a:extLst>
                </p14:cNvPr>
                <p14:cNvContentPartPr/>
                <p14:nvPr/>
              </p14:nvContentPartPr>
              <p14:xfrm>
                <a:off x="1364542" y="5256536"/>
                <a:ext cx="241920" cy="1252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91A315D-A010-9482-6481-5BD89897158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55902" y="5247536"/>
                  <a:ext cx="2595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AEE0CD7-023E-4523-8FFA-193765841EBE}"/>
                    </a:ext>
                  </a:extLst>
                </p14:cNvPr>
                <p14:cNvContentPartPr/>
                <p14:nvPr/>
              </p14:nvContentPartPr>
              <p14:xfrm>
                <a:off x="1448062" y="5480816"/>
                <a:ext cx="248040" cy="406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AEE0CD7-023E-4523-8FFA-193765841EB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439062" y="5472176"/>
                  <a:ext cx="265680" cy="5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DDB1773E-9B68-A64C-18C1-E5216A2BCC25}"/>
                  </a:ext>
                </a:extLst>
              </p14:cNvPr>
              <p14:cNvContentPartPr/>
              <p14:nvPr/>
            </p14:nvContentPartPr>
            <p14:xfrm>
              <a:off x="1451302" y="5671256"/>
              <a:ext cx="212400" cy="1234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DDB1773E-9B68-A64C-18C1-E5216A2BCC2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442302" y="5662256"/>
                <a:ext cx="230040" cy="14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5703EAB4-7693-760B-DB1D-E8121737F5D6}"/>
              </a:ext>
            </a:extLst>
          </p:cNvPr>
          <p:cNvGrpSpPr/>
          <p:nvPr/>
        </p:nvGrpSpPr>
        <p:grpSpPr>
          <a:xfrm>
            <a:off x="1920382" y="5229176"/>
            <a:ext cx="2082960" cy="523800"/>
            <a:chOff x="1920382" y="5229176"/>
            <a:chExt cx="2082960" cy="52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A9B321D-B270-15DC-D18B-6BC36517C177}"/>
                    </a:ext>
                  </a:extLst>
                </p14:cNvPr>
                <p14:cNvContentPartPr/>
                <p14:nvPr/>
              </p14:nvContentPartPr>
              <p14:xfrm>
                <a:off x="1940182" y="5554616"/>
                <a:ext cx="144000" cy="172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A9B321D-B270-15DC-D18B-6BC36517C17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931542" y="5545616"/>
                  <a:ext cx="1616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F4B88AE-461F-95D5-990F-E9D0CE9495CF}"/>
                    </a:ext>
                  </a:extLst>
                </p14:cNvPr>
                <p14:cNvContentPartPr/>
                <p14:nvPr/>
              </p14:nvContentPartPr>
              <p14:xfrm>
                <a:off x="1920382" y="5482976"/>
                <a:ext cx="147600" cy="35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F4B88AE-461F-95D5-990F-E9D0CE9495C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911742" y="5474336"/>
                  <a:ext cx="1652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685F709-CFFE-463A-7F7C-DB48CD48116B}"/>
                    </a:ext>
                  </a:extLst>
                </p14:cNvPr>
                <p14:cNvContentPartPr/>
                <p14:nvPr/>
              </p14:nvContentPartPr>
              <p14:xfrm>
                <a:off x="2269942" y="5380016"/>
                <a:ext cx="138600" cy="298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685F709-CFFE-463A-7F7C-DB48CD48116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260942" y="5371016"/>
                  <a:ext cx="15624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9DBD118-5FD9-868B-B05E-7FAF392085C3}"/>
                    </a:ext>
                  </a:extLst>
                </p14:cNvPr>
                <p14:cNvContentPartPr/>
                <p14:nvPr/>
              </p14:nvContentPartPr>
              <p14:xfrm>
                <a:off x="2263462" y="5534096"/>
                <a:ext cx="182160" cy="270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9DBD118-5FD9-868B-B05E-7FAF392085C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254462" y="5525096"/>
                  <a:ext cx="1998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DF25245-85EB-0B8A-8B49-46D373BABF10}"/>
                    </a:ext>
                  </a:extLst>
                </p14:cNvPr>
                <p14:cNvContentPartPr/>
                <p14:nvPr/>
              </p14:nvContentPartPr>
              <p14:xfrm>
                <a:off x="2482342" y="5536616"/>
                <a:ext cx="180720" cy="78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DF25245-85EB-0B8A-8B49-46D373BABF1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73702" y="5527976"/>
                  <a:ext cx="1983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01A7340-909B-C2D0-D974-1BCB681DA998}"/>
                    </a:ext>
                  </a:extLst>
                </p14:cNvPr>
                <p14:cNvContentPartPr/>
                <p14:nvPr/>
              </p14:nvContentPartPr>
              <p14:xfrm>
                <a:off x="2684662" y="5534096"/>
                <a:ext cx="186120" cy="48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01A7340-909B-C2D0-D974-1BCB681DA99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675662" y="5525096"/>
                  <a:ext cx="2037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BE3A23E-B613-9DC5-3A3A-171C69303225}"/>
                    </a:ext>
                  </a:extLst>
                </p14:cNvPr>
                <p14:cNvContentPartPr/>
                <p14:nvPr/>
              </p14:nvContentPartPr>
              <p14:xfrm>
                <a:off x="2808142" y="5341496"/>
                <a:ext cx="163800" cy="28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BE3A23E-B613-9DC5-3A3A-171C6930322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799502" y="5332856"/>
                  <a:ext cx="1814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DB4D95A-60B7-D418-9ED4-9DE9E9B2CC92}"/>
                    </a:ext>
                  </a:extLst>
                </p14:cNvPr>
                <p14:cNvContentPartPr/>
                <p14:nvPr/>
              </p14:nvContentPartPr>
              <p14:xfrm>
                <a:off x="2961142" y="5241776"/>
                <a:ext cx="112320" cy="131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DB4D95A-60B7-D418-9ED4-9DE9E9B2CC9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952142" y="5232776"/>
                  <a:ext cx="1299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276D843-1B9D-75D0-4FDF-503FDCE3ABA3}"/>
                    </a:ext>
                  </a:extLst>
                </p14:cNvPr>
                <p14:cNvContentPartPr/>
                <p14:nvPr/>
              </p14:nvContentPartPr>
              <p14:xfrm>
                <a:off x="3358942" y="5245736"/>
                <a:ext cx="277560" cy="166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276D843-1B9D-75D0-4FDF-503FDCE3ABA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350302" y="5236736"/>
                  <a:ext cx="2952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8B42AA6-C428-55BA-BE1A-1A86200C2244}"/>
                    </a:ext>
                  </a:extLst>
                </p14:cNvPr>
                <p14:cNvContentPartPr/>
                <p14:nvPr/>
              </p14:nvContentPartPr>
              <p14:xfrm>
                <a:off x="3698422" y="5284256"/>
                <a:ext cx="59760" cy="99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8B42AA6-C428-55BA-BE1A-1A86200C224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689782" y="5275256"/>
                  <a:ext cx="774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12AA584-39AB-76A7-C1D7-1A36B4B862A6}"/>
                    </a:ext>
                  </a:extLst>
                </p14:cNvPr>
                <p14:cNvContentPartPr/>
                <p14:nvPr/>
              </p14:nvContentPartPr>
              <p14:xfrm>
                <a:off x="3580342" y="5229176"/>
                <a:ext cx="173160" cy="30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12AA584-39AB-76A7-C1D7-1A36B4B862A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571702" y="5220536"/>
                  <a:ext cx="1908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59A7B7E-B45D-036B-0FB5-8BA71E1DD308}"/>
                    </a:ext>
                  </a:extLst>
                </p14:cNvPr>
                <p14:cNvContentPartPr/>
                <p14:nvPr/>
              </p14:nvContentPartPr>
              <p14:xfrm>
                <a:off x="3247342" y="5480456"/>
                <a:ext cx="479880" cy="38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59A7B7E-B45D-036B-0FB5-8BA71E1DD30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238702" y="5471816"/>
                  <a:ext cx="4975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E05D49F-6840-71E2-1E4D-1FDE32C6DB4F}"/>
                    </a:ext>
                  </a:extLst>
                </p14:cNvPr>
                <p14:cNvContentPartPr/>
                <p14:nvPr/>
              </p14:nvContentPartPr>
              <p14:xfrm>
                <a:off x="3439582" y="5645696"/>
                <a:ext cx="223920" cy="1072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E05D49F-6840-71E2-1E4D-1FDE32C6DB4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430582" y="5636696"/>
                  <a:ext cx="2415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CC1E3F0-3C8D-014D-0AB3-8A81AF461BF7}"/>
                    </a:ext>
                  </a:extLst>
                </p14:cNvPr>
                <p14:cNvContentPartPr/>
                <p14:nvPr/>
              </p14:nvContentPartPr>
              <p14:xfrm>
                <a:off x="3161302" y="5383976"/>
                <a:ext cx="96120" cy="2656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CC1E3F0-3C8D-014D-0AB3-8A81AF461BF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152662" y="5375336"/>
                  <a:ext cx="1137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701772E-3DC8-CE52-82BC-2348BC959ABF}"/>
                    </a:ext>
                  </a:extLst>
                </p14:cNvPr>
                <p14:cNvContentPartPr/>
                <p14:nvPr/>
              </p14:nvContentPartPr>
              <p14:xfrm>
                <a:off x="3885982" y="5417096"/>
                <a:ext cx="117360" cy="2397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701772E-3DC8-CE52-82BC-2348BC959AB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877342" y="5408456"/>
                  <a:ext cx="135000" cy="25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AC1C50C-7D01-7D68-D18D-5C8AF5FE1951}"/>
              </a:ext>
            </a:extLst>
          </p:cNvPr>
          <p:cNvGrpSpPr/>
          <p:nvPr/>
        </p:nvGrpSpPr>
        <p:grpSpPr>
          <a:xfrm>
            <a:off x="4430662" y="5422496"/>
            <a:ext cx="377640" cy="215640"/>
            <a:chOff x="4430662" y="5422496"/>
            <a:chExt cx="377640" cy="21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134DAF6-21BF-2018-FFDB-42FF2F6389C5}"/>
                    </a:ext>
                  </a:extLst>
                </p14:cNvPr>
                <p14:cNvContentPartPr/>
                <p14:nvPr/>
              </p14:nvContentPartPr>
              <p14:xfrm>
                <a:off x="4430662" y="5576216"/>
                <a:ext cx="199800" cy="61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134DAF6-21BF-2018-FFDB-42FF2F6389C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422022" y="5567216"/>
                  <a:ext cx="2174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C1DA23A-A497-DAC1-8F86-BBE1A97BDDBE}"/>
                    </a:ext>
                  </a:extLst>
                </p14:cNvPr>
                <p14:cNvContentPartPr/>
                <p14:nvPr/>
              </p14:nvContentPartPr>
              <p14:xfrm>
                <a:off x="4455142" y="5493776"/>
                <a:ext cx="127800" cy="23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C1DA23A-A497-DAC1-8F86-BBE1A97BDDB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446142" y="5485136"/>
                  <a:ext cx="1454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10CA893-DF24-E4F0-BF3A-89DD8AF565DF}"/>
                    </a:ext>
                  </a:extLst>
                </p14:cNvPr>
                <p14:cNvContentPartPr/>
                <p14:nvPr/>
              </p14:nvContentPartPr>
              <p14:xfrm>
                <a:off x="4608862" y="5422496"/>
                <a:ext cx="199440" cy="215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10CA893-DF24-E4F0-BF3A-89DD8AF565D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600222" y="5413496"/>
                  <a:ext cx="217080" cy="23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EABFB1A-0A4D-8135-8E7A-5FF9EA8AF636}"/>
              </a:ext>
            </a:extLst>
          </p:cNvPr>
          <p:cNvGrpSpPr/>
          <p:nvPr/>
        </p:nvGrpSpPr>
        <p:grpSpPr>
          <a:xfrm>
            <a:off x="5475742" y="5352656"/>
            <a:ext cx="563760" cy="192600"/>
            <a:chOff x="5475742" y="5352656"/>
            <a:chExt cx="563760" cy="19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D361A50-4B1D-CD4E-A042-B68E456CA866}"/>
                    </a:ext>
                  </a:extLst>
                </p14:cNvPr>
                <p14:cNvContentPartPr/>
                <p14:nvPr/>
              </p14:nvContentPartPr>
              <p14:xfrm>
                <a:off x="5475742" y="5352656"/>
                <a:ext cx="323280" cy="1926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D361A50-4B1D-CD4E-A042-B68E456CA86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466742" y="5344016"/>
                  <a:ext cx="3409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E3E0EE5-748F-24C9-BD0C-15D74FE59E3B}"/>
                    </a:ext>
                  </a:extLst>
                </p14:cNvPr>
                <p14:cNvContentPartPr/>
                <p14:nvPr/>
              </p14:nvContentPartPr>
              <p14:xfrm>
                <a:off x="5908822" y="5474336"/>
                <a:ext cx="109440" cy="17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E3E0EE5-748F-24C9-BD0C-15D74FE59E3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900182" y="5465696"/>
                  <a:ext cx="1270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D907327-F3C3-3469-69BA-1500968F7041}"/>
                    </a:ext>
                  </a:extLst>
                </p14:cNvPr>
                <p14:cNvContentPartPr/>
                <p14:nvPr/>
              </p14:nvContentPartPr>
              <p14:xfrm>
                <a:off x="5949862" y="5404856"/>
                <a:ext cx="89640" cy="133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D907327-F3C3-3469-69BA-1500968F704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940862" y="5395856"/>
                  <a:ext cx="107280" cy="3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9CE06FB2-6296-4488-80E9-594B83187229}"/>
                  </a:ext>
                </a:extLst>
              </p14:cNvPr>
              <p14:cNvContentPartPr/>
              <p14:nvPr/>
            </p14:nvContentPartPr>
            <p14:xfrm>
              <a:off x="6326062" y="5214056"/>
              <a:ext cx="197640" cy="1353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9CE06FB2-6296-4488-80E9-594B8318722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317422" y="5205056"/>
                <a:ext cx="21528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8BC96B84-9D7E-D221-A4A7-78EF68280E22}"/>
                  </a:ext>
                </a:extLst>
              </p14:cNvPr>
              <p14:cNvContentPartPr/>
              <p14:nvPr/>
            </p14:nvContentPartPr>
            <p14:xfrm>
              <a:off x="6306262" y="5434736"/>
              <a:ext cx="248760" cy="900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8BC96B84-9D7E-D221-A4A7-78EF68280E22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297622" y="5426096"/>
                <a:ext cx="26640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14809521-E164-C09E-3EC6-159DF307DD8F}"/>
              </a:ext>
            </a:extLst>
          </p:cNvPr>
          <p:cNvGrpSpPr/>
          <p:nvPr/>
        </p:nvGrpSpPr>
        <p:grpSpPr>
          <a:xfrm>
            <a:off x="6304102" y="5549936"/>
            <a:ext cx="218880" cy="145080"/>
            <a:chOff x="6304102" y="5549936"/>
            <a:chExt cx="218880" cy="14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FE34D73-E4CB-F288-4929-29B9B861C07F}"/>
                    </a:ext>
                  </a:extLst>
                </p14:cNvPr>
                <p14:cNvContentPartPr/>
                <p14:nvPr/>
              </p14:nvContentPartPr>
              <p14:xfrm>
                <a:off x="6411382" y="5549936"/>
                <a:ext cx="47160" cy="1450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FE34D73-E4CB-F288-4929-29B9B861C07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402382" y="5541296"/>
                  <a:ext cx="648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BF3680C-A53C-7389-D973-4E69254596F4}"/>
                    </a:ext>
                  </a:extLst>
                </p14:cNvPr>
                <p14:cNvContentPartPr/>
                <p14:nvPr/>
              </p14:nvContentPartPr>
              <p14:xfrm>
                <a:off x="6304102" y="5554256"/>
                <a:ext cx="218880" cy="172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BF3680C-A53C-7389-D973-4E69254596F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295462" y="5545616"/>
                  <a:ext cx="23652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3869FD31-5ECB-6ADA-E494-09F4DD1E0048}"/>
              </a:ext>
            </a:extLst>
          </p:cNvPr>
          <p:cNvGrpSpPr/>
          <p:nvPr/>
        </p:nvGrpSpPr>
        <p:grpSpPr>
          <a:xfrm>
            <a:off x="6809902" y="5245016"/>
            <a:ext cx="1452240" cy="423000"/>
            <a:chOff x="6809902" y="5245016"/>
            <a:chExt cx="1452240" cy="42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2155123-7758-FD6E-19A4-4316E436CEC2}"/>
                    </a:ext>
                  </a:extLst>
                </p14:cNvPr>
                <p14:cNvContentPartPr/>
                <p14:nvPr/>
              </p14:nvContentPartPr>
              <p14:xfrm>
                <a:off x="6814942" y="5319536"/>
                <a:ext cx="86040" cy="2347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2155123-7758-FD6E-19A4-4316E436CEC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806302" y="5310536"/>
                  <a:ext cx="1036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FB56FC3-36EC-751B-FD24-F350FAC3E85A}"/>
                    </a:ext>
                  </a:extLst>
                </p14:cNvPr>
                <p14:cNvContentPartPr/>
                <p14:nvPr/>
              </p14:nvContentPartPr>
              <p14:xfrm>
                <a:off x="6809902" y="5454176"/>
                <a:ext cx="165240" cy="57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FB56FC3-36EC-751B-FD24-F350FAC3E85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800902" y="5445176"/>
                  <a:ext cx="1828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27FAAFF-AEB6-F198-F7E6-14B2A6D65246}"/>
                    </a:ext>
                  </a:extLst>
                </p14:cNvPr>
                <p14:cNvContentPartPr/>
                <p14:nvPr/>
              </p14:nvContentPartPr>
              <p14:xfrm>
                <a:off x="6980902" y="5428256"/>
                <a:ext cx="364680" cy="91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27FAAFF-AEB6-F198-F7E6-14B2A6D6524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971902" y="5419256"/>
                  <a:ext cx="3823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B0224C7-E293-C4B7-0C8B-3C482DF75DE2}"/>
                    </a:ext>
                  </a:extLst>
                </p14:cNvPr>
                <p14:cNvContentPartPr/>
                <p14:nvPr/>
              </p14:nvContentPartPr>
              <p14:xfrm>
                <a:off x="7703422" y="5245016"/>
                <a:ext cx="272160" cy="1191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B0224C7-E293-C4B7-0C8B-3C482DF75DE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94422" y="5236016"/>
                  <a:ext cx="2898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E3B0CD6-6889-7BA7-5482-49ECEE1BFA58}"/>
                    </a:ext>
                  </a:extLst>
                </p14:cNvPr>
                <p14:cNvContentPartPr/>
                <p14:nvPr/>
              </p14:nvContentPartPr>
              <p14:xfrm>
                <a:off x="7788742" y="5454176"/>
                <a:ext cx="212400" cy="72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E3B0CD6-6889-7BA7-5482-49ECEE1BFA5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780102" y="5445536"/>
                  <a:ext cx="2300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F76426B-015D-CAC3-7765-FD09D64FEE2C}"/>
                    </a:ext>
                  </a:extLst>
                </p14:cNvPr>
                <p14:cNvContentPartPr/>
                <p14:nvPr/>
              </p14:nvContentPartPr>
              <p14:xfrm>
                <a:off x="7798822" y="5570456"/>
                <a:ext cx="186120" cy="975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F76426B-015D-CAC3-7765-FD09D64FEE2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789822" y="5561816"/>
                  <a:ext cx="2037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7D74DDA-1300-D3D9-D25F-493DB3F0DABC}"/>
                    </a:ext>
                  </a:extLst>
                </p14:cNvPr>
                <p14:cNvContentPartPr/>
                <p14:nvPr/>
              </p14:nvContentPartPr>
              <p14:xfrm>
                <a:off x="7537102" y="5267696"/>
                <a:ext cx="137880" cy="3520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7D74DDA-1300-D3D9-D25F-493DB3F0DAB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528462" y="5259056"/>
                  <a:ext cx="15552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347286E-3994-D555-D943-ED839181A26F}"/>
                    </a:ext>
                  </a:extLst>
                </p14:cNvPr>
                <p14:cNvContentPartPr/>
                <p14:nvPr/>
              </p14:nvContentPartPr>
              <p14:xfrm>
                <a:off x="8096542" y="5250056"/>
                <a:ext cx="165600" cy="3398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347286E-3994-D555-D943-ED839181A26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087542" y="5241416"/>
                  <a:ext cx="183240" cy="35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7584EE09-F614-7C04-B6C9-5A56B6DF82FF}"/>
              </a:ext>
            </a:extLst>
          </p:cNvPr>
          <p:cNvGrpSpPr/>
          <p:nvPr/>
        </p:nvGrpSpPr>
        <p:grpSpPr>
          <a:xfrm>
            <a:off x="2588902" y="6176336"/>
            <a:ext cx="1436400" cy="389520"/>
            <a:chOff x="2588902" y="6176336"/>
            <a:chExt cx="1436400" cy="38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2E29282-DC82-938B-2FBF-7C8A168DB37D}"/>
                    </a:ext>
                  </a:extLst>
                </p14:cNvPr>
                <p14:cNvContentPartPr/>
                <p14:nvPr/>
              </p14:nvContentPartPr>
              <p14:xfrm>
                <a:off x="2679262" y="6384776"/>
                <a:ext cx="25920" cy="590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2E29282-DC82-938B-2FBF-7C8A168DB37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670262" y="6375776"/>
                  <a:ext cx="435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38F9D53-B618-1BBA-9F10-45E408674AC4}"/>
                    </a:ext>
                  </a:extLst>
                </p14:cNvPr>
                <p14:cNvContentPartPr/>
                <p14:nvPr/>
              </p14:nvContentPartPr>
              <p14:xfrm>
                <a:off x="2588902" y="6213416"/>
                <a:ext cx="360" cy="3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38F9D53-B618-1BBA-9F10-45E408674AC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579902" y="6204416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71DF4B7-62FF-2AE4-2507-E10B072276A6}"/>
                    </a:ext>
                  </a:extLst>
                </p14:cNvPr>
                <p14:cNvContentPartPr/>
                <p14:nvPr/>
              </p14:nvContentPartPr>
              <p14:xfrm>
                <a:off x="2705902" y="6358136"/>
                <a:ext cx="202320" cy="105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71DF4B7-62FF-2AE4-2507-E10B072276A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696902" y="6349136"/>
                  <a:ext cx="2199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7754785-02CA-BBA5-AD7F-4E84F1A9EBB4}"/>
                    </a:ext>
                  </a:extLst>
                </p14:cNvPr>
                <p14:cNvContentPartPr/>
                <p14:nvPr/>
              </p14:nvContentPartPr>
              <p14:xfrm>
                <a:off x="3077422" y="6176336"/>
                <a:ext cx="352800" cy="265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7754785-02CA-BBA5-AD7F-4E84F1A9EBB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068422" y="6167336"/>
                  <a:ext cx="37044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11984D7-BC4A-1CB5-DC40-12C59679D202}"/>
                    </a:ext>
                  </a:extLst>
                </p14:cNvPr>
                <p14:cNvContentPartPr/>
                <p14:nvPr/>
              </p14:nvContentPartPr>
              <p14:xfrm>
                <a:off x="3416542" y="6273536"/>
                <a:ext cx="125640" cy="1648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11984D7-BC4A-1CB5-DC40-12C59679D20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407542" y="6264536"/>
                  <a:ext cx="1432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F932B4E-24C5-A649-8EE2-FDB210610189}"/>
                    </a:ext>
                  </a:extLst>
                </p14:cNvPr>
                <p14:cNvContentPartPr/>
                <p14:nvPr/>
              </p14:nvContentPartPr>
              <p14:xfrm>
                <a:off x="3593662" y="6363536"/>
                <a:ext cx="36720" cy="781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F932B4E-24C5-A649-8EE2-FDB21061018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584662" y="6354536"/>
                  <a:ext cx="543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781B656-DAB3-7692-602B-5080B751FB54}"/>
                    </a:ext>
                  </a:extLst>
                </p14:cNvPr>
                <p14:cNvContentPartPr/>
                <p14:nvPr/>
              </p14:nvContentPartPr>
              <p14:xfrm>
                <a:off x="3588262" y="6256976"/>
                <a:ext cx="80280" cy="1062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781B656-DAB3-7692-602B-5080B751FB5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579622" y="6248336"/>
                  <a:ext cx="979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5086520-6CA0-C6E5-B560-35387B56EDF2}"/>
                    </a:ext>
                  </a:extLst>
                </p14:cNvPr>
                <p14:cNvContentPartPr/>
                <p14:nvPr/>
              </p14:nvContentPartPr>
              <p14:xfrm>
                <a:off x="3732262" y="6355976"/>
                <a:ext cx="102240" cy="2098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5086520-6CA0-C6E5-B560-35387B56EDF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723622" y="6347336"/>
                  <a:ext cx="11988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2D1EFBD-DA5C-4696-546E-D48EF961BEE0}"/>
                    </a:ext>
                  </a:extLst>
                </p14:cNvPr>
                <p14:cNvContentPartPr/>
                <p14:nvPr/>
              </p14:nvContentPartPr>
              <p14:xfrm>
                <a:off x="3864742" y="6379376"/>
                <a:ext cx="160560" cy="579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2D1EFBD-DA5C-4696-546E-D48EF961BEE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855742" y="6370376"/>
                  <a:ext cx="178200" cy="7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B5C28FB-5D7B-218B-8373-65CF2664DAA9}"/>
              </a:ext>
            </a:extLst>
          </p:cNvPr>
          <p:cNvGrpSpPr/>
          <p:nvPr/>
        </p:nvGrpSpPr>
        <p:grpSpPr>
          <a:xfrm>
            <a:off x="4252822" y="6301256"/>
            <a:ext cx="896760" cy="265320"/>
            <a:chOff x="4252822" y="6301256"/>
            <a:chExt cx="896760" cy="26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8D7BCE9-4F7A-EC59-734E-B4865EF974C8}"/>
                    </a:ext>
                  </a:extLst>
                </p14:cNvPr>
                <p14:cNvContentPartPr/>
                <p14:nvPr/>
              </p14:nvContentPartPr>
              <p14:xfrm>
                <a:off x="4252822" y="6362456"/>
                <a:ext cx="84960" cy="2041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8D7BCE9-4F7A-EC59-734E-B4865EF974C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244182" y="6353816"/>
                  <a:ext cx="1026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4BD2DF2-02EB-BBC7-C723-0EF9EC5C7509}"/>
                    </a:ext>
                  </a:extLst>
                </p14:cNvPr>
                <p14:cNvContentPartPr/>
                <p14:nvPr/>
              </p14:nvContentPartPr>
              <p14:xfrm>
                <a:off x="4363342" y="6332936"/>
                <a:ext cx="63720" cy="88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4BD2DF2-02EB-BBC7-C723-0EF9EC5C750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354702" y="6324296"/>
                  <a:ext cx="813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35A7D90-81FE-C60B-6708-5556EF1B480E}"/>
                    </a:ext>
                  </a:extLst>
                </p14:cNvPr>
                <p14:cNvContentPartPr/>
                <p14:nvPr/>
              </p14:nvContentPartPr>
              <p14:xfrm>
                <a:off x="4545502" y="6352736"/>
                <a:ext cx="95760" cy="705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35A7D90-81FE-C60B-6708-5556EF1B480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536502" y="6344096"/>
                  <a:ext cx="1134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BA55208-DE89-CAC3-7B1B-AE663FC678DC}"/>
                    </a:ext>
                  </a:extLst>
                </p14:cNvPr>
                <p14:cNvContentPartPr/>
                <p14:nvPr/>
              </p14:nvContentPartPr>
              <p14:xfrm>
                <a:off x="4741342" y="6335816"/>
                <a:ext cx="149400" cy="1137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BA55208-DE89-CAC3-7B1B-AE663FC678D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732342" y="6326816"/>
                  <a:ext cx="1670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61132D5-3144-C299-4BEA-30C2CA009871}"/>
                    </a:ext>
                  </a:extLst>
                </p14:cNvPr>
                <p14:cNvContentPartPr/>
                <p14:nvPr/>
              </p14:nvContentPartPr>
              <p14:xfrm>
                <a:off x="4954102" y="6301256"/>
                <a:ext cx="61560" cy="1170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61132D5-3144-C299-4BEA-30C2CA00987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945102" y="6292616"/>
                  <a:ext cx="792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121463F-A0EF-8C66-D8F7-802257DDB96B}"/>
                    </a:ext>
                  </a:extLst>
                </p14:cNvPr>
                <p14:cNvContentPartPr/>
                <p14:nvPr/>
              </p14:nvContentPartPr>
              <p14:xfrm>
                <a:off x="5068222" y="6304856"/>
                <a:ext cx="81360" cy="1242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121463F-A0EF-8C66-D8F7-802257DDB96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059222" y="6296216"/>
                  <a:ext cx="99000" cy="14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8C28956-D86C-1BC8-1EBE-0F2F10724B0E}"/>
              </a:ext>
            </a:extLst>
          </p:cNvPr>
          <p:cNvGrpSpPr/>
          <p:nvPr/>
        </p:nvGrpSpPr>
        <p:grpSpPr>
          <a:xfrm>
            <a:off x="5591662" y="6166616"/>
            <a:ext cx="806400" cy="255960"/>
            <a:chOff x="5591662" y="6166616"/>
            <a:chExt cx="806400" cy="25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8441B76-4A13-485C-B1F7-19B1B168DDD1}"/>
                    </a:ext>
                  </a:extLst>
                </p14:cNvPr>
                <p14:cNvContentPartPr/>
                <p14:nvPr/>
              </p14:nvContentPartPr>
              <p14:xfrm>
                <a:off x="5591662" y="6284696"/>
                <a:ext cx="187200" cy="1378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8441B76-4A13-485C-B1F7-19B1B168DDD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583022" y="6275696"/>
                  <a:ext cx="2048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7FAD656-0212-FD9C-9980-526DF863814C}"/>
                    </a:ext>
                  </a:extLst>
                </p14:cNvPr>
                <p14:cNvContentPartPr/>
                <p14:nvPr/>
              </p14:nvContentPartPr>
              <p14:xfrm>
                <a:off x="5762662" y="6166616"/>
                <a:ext cx="87120" cy="2408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7FAD656-0212-FD9C-9980-526DF863814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754022" y="6157976"/>
                  <a:ext cx="1047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1C7F454-D59C-3E82-6089-4AB24E6AA61E}"/>
                    </a:ext>
                  </a:extLst>
                </p14:cNvPr>
                <p14:cNvContentPartPr/>
                <p14:nvPr/>
              </p14:nvContentPartPr>
              <p14:xfrm>
                <a:off x="5760142" y="6331136"/>
                <a:ext cx="130680" cy="11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1C7F454-D59C-3E82-6089-4AB24E6AA61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751142" y="6322496"/>
                  <a:ext cx="1483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4F2A7F3-CDE2-E23C-6B34-66418DFD1C4D}"/>
                    </a:ext>
                  </a:extLst>
                </p14:cNvPr>
                <p14:cNvContentPartPr/>
                <p14:nvPr/>
              </p14:nvContentPartPr>
              <p14:xfrm>
                <a:off x="5957782" y="6285416"/>
                <a:ext cx="267120" cy="1213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4F2A7F3-CDE2-E23C-6B34-66418DFD1C4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949142" y="6276776"/>
                  <a:ext cx="2847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91A213B-79E3-3AE4-6246-44836FB71923}"/>
                    </a:ext>
                  </a:extLst>
                </p14:cNvPr>
                <p14:cNvContentPartPr/>
                <p14:nvPr/>
              </p14:nvContentPartPr>
              <p14:xfrm>
                <a:off x="6311662" y="6172016"/>
                <a:ext cx="86400" cy="2192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91A213B-79E3-3AE4-6246-44836FB7192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302662" y="6163376"/>
                  <a:ext cx="1040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8BA420E-7C50-91B6-0B76-F0875D718BF8}"/>
                    </a:ext>
                  </a:extLst>
                </p14:cNvPr>
                <p14:cNvContentPartPr/>
                <p14:nvPr/>
              </p14:nvContentPartPr>
              <p14:xfrm>
                <a:off x="6288622" y="6290096"/>
                <a:ext cx="91080" cy="46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8BA420E-7C50-91B6-0B76-F0875D718BF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279982" y="6281456"/>
                  <a:ext cx="108720" cy="2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90F252B3-9DF4-356E-9302-369EFF1719C0}"/>
              </a:ext>
            </a:extLst>
          </p:cNvPr>
          <p:cNvGrpSpPr/>
          <p:nvPr/>
        </p:nvGrpSpPr>
        <p:grpSpPr>
          <a:xfrm>
            <a:off x="6683542" y="6114416"/>
            <a:ext cx="1333080" cy="638640"/>
            <a:chOff x="6683542" y="6114416"/>
            <a:chExt cx="1333080" cy="63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BD74F8B-FECE-32C8-798C-4D1C180245CF}"/>
                    </a:ext>
                  </a:extLst>
                </p14:cNvPr>
                <p14:cNvContentPartPr/>
                <p14:nvPr/>
              </p14:nvContentPartPr>
              <p14:xfrm>
                <a:off x="6744742" y="6114416"/>
                <a:ext cx="102600" cy="368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BD74F8B-FECE-32C8-798C-4D1C180245C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735742" y="6105416"/>
                  <a:ext cx="12024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45A5FAE-6072-6872-B95B-76EDD372E4F9}"/>
                    </a:ext>
                  </a:extLst>
                </p14:cNvPr>
                <p14:cNvContentPartPr/>
                <p14:nvPr/>
              </p14:nvContentPartPr>
              <p14:xfrm>
                <a:off x="6714502" y="6330776"/>
                <a:ext cx="117000" cy="226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45A5FAE-6072-6872-B95B-76EDD372E4F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705862" y="6321776"/>
                  <a:ext cx="1346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4C2F0B3-6F13-DEDB-C2D1-5750282D88D7}"/>
                    </a:ext>
                  </a:extLst>
                </p14:cNvPr>
                <p14:cNvContentPartPr/>
                <p14:nvPr/>
              </p14:nvContentPartPr>
              <p14:xfrm>
                <a:off x="6873262" y="6288296"/>
                <a:ext cx="45720" cy="997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4C2F0B3-6F13-DEDB-C2D1-5750282D88D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864622" y="6279296"/>
                  <a:ext cx="633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3A22EDC-10FA-5653-3133-A14DC196A909}"/>
                    </a:ext>
                  </a:extLst>
                </p14:cNvPr>
                <p14:cNvContentPartPr/>
                <p14:nvPr/>
              </p14:nvContentPartPr>
              <p14:xfrm>
                <a:off x="6988822" y="6265976"/>
                <a:ext cx="108000" cy="1418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3A22EDC-10FA-5653-3133-A14DC196A90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979822" y="6257336"/>
                  <a:ext cx="1256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0CB45E5-8BD4-0E04-1EFA-C1B03D86AADB}"/>
                    </a:ext>
                  </a:extLst>
                </p14:cNvPr>
                <p14:cNvContentPartPr/>
                <p14:nvPr/>
              </p14:nvContentPartPr>
              <p14:xfrm>
                <a:off x="7123462" y="6316376"/>
                <a:ext cx="233640" cy="687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0CB45E5-8BD4-0E04-1EFA-C1B03D86AAD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114822" y="6307736"/>
                  <a:ext cx="2512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F97B022-E5FC-8F9D-EC04-54991ED4BDC1}"/>
                    </a:ext>
                  </a:extLst>
                </p14:cNvPr>
                <p14:cNvContentPartPr/>
                <p14:nvPr/>
              </p14:nvContentPartPr>
              <p14:xfrm>
                <a:off x="7630702" y="6273536"/>
                <a:ext cx="180360" cy="1166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F97B022-E5FC-8F9D-EC04-54991ED4BDC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622062" y="6264536"/>
                  <a:ext cx="1980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2CD17E6-D093-CA67-FC13-B4BCB7C46D0C}"/>
                    </a:ext>
                  </a:extLst>
                </p14:cNvPr>
                <p14:cNvContentPartPr/>
                <p14:nvPr/>
              </p14:nvContentPartPr>
              <p14:xfrm>
                <a:off x="7883422" y="6367136"/>
                <a:ext cx="133200" cy="1011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2CD17E6-D093-CA67-FC13-B4BCB7C46D0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874422" y="6358496"/>
                  <a:ext cx="1508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97EF4E3-3629-4BDD-71D8-CEFC232F2125}"/>
                    </a:ext>
                  </a:extLst>
                </p14:cNvPr>
                <p14:cNvContentPartPr/>
                <p14:nvPr/>
              </p14:nvContentPartPr>
              <p14:xfrm>
                <a:off x="6683542" y="6553616"/>
                <a:ext cx="303120" cy="1994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97EF4E3-3629-4BDD-71D8-CEFC232F212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674902" y="6544976"/>
                  <a:ext cx="3207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CCE7568-A6DF-E0EA-75A3-8C8D3CA26388}"/>
                    </a:ext>
                  </a:extLst>
                </p14:cNvPr>
                <p14:cNvContentPartPr/>
                <p14:nvPr/>
              </p14:nvContentPartPr>
              <p14:xfrm>
                <a:off x="6966502" y="6613736"/>
                <a:ext cx="137520" cy="1389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CCE7568-A6DF-E0EA-75A3-8C8D3CA2638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957502" y="6604736"/>
                  <a:ext cx="1551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E297C74-96A5-FBA7-A929-BCE79697F8A0}"/>
                    </a:ext>
                  </a:extLst>
                </p14:cNvPr>
                <p14:cNvContentPartPr/>
                <p14:nvPr/>
              </p14:nvContentPartPr>
              <p14:xfrm>
                <a:off x="7163062" y="6671696"/>
                <a:ext cx="15120" cy="626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E297C74-96A5-FBA7-A929-BCE79697F8A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54062" y="6663056"/>
                  <a:ext cx="327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8FFEA99-45D9-1719-67CA-99BC5F44583B}"/>
                    </a:ext>
                  </a:extLst>
                </p14:cNvPr>
                <p14:cNvContentPartPr/>
                <p14:nvPr/>
              </p14:nvContentPartPr>
              <p14:xfrm>
                <a:off x="7102222" y="6592136"/>
                <a:ext cx="44280" cy="306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8FFEA99-45D9-1719-67CA-99BC5F44583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093582" y="6583136"/>
                  <a:ext cx="619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9A3DB06-6AAA-D81E-1202-B216DA3063E5}"/>
                    </a:ext>
                  </a:extLst>
                </p14:cNvPr>
                <p14:cNvContentPartPr/>
                <p14:nvPr/>
              </p14:nvContentPartPr>
              <p14:xfrm>
                <a:off x="7258102" y="6629216"/>
                <a:ext cx="244800" cy="1094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9A3DB06-6AAA-D81E-1202-B216DA3063E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249102" y="6620216"/>
                  <a:ext cx="2624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A9875B1-6FBC-BD29-B924-DFD78636A443}"/>
                    </a:ext>
                  </a:extLst>
                </p14:cNvPr>
                <p14:cNvContentPartPr/>
                <p14:nvPr/>
              </p14:nvContentPartPr>
              <p14:xfrm>
                <a:off x="7515142" y="6549296"/>
                <a:ext cx="117000" cy="2030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A9875B1-6FBC-BD29-B924-DFD78636A44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506142" y="6540296"/>
                  <a:ext cx="1346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980709C-901A-E195-A964-19FF37CD8319}"/>
                    </a:ext>
                  </a:extLst>
                </p14:cNvPr>
                <p14:cNvContentPartPr/>
                <p14:nvPr/>
              </p14:nvContentPartPr>
              <p14:xfrm>
                <a:off x="7511542" y="6352736"/>
                <a:ext cx="239760" cy="1702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980709C-901A-E195-A964-19FF37CD831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502902" y="6344096"/>
                  <a:ext cx="2574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33B2181-3969-34BB-0FCA-964DC40A2A5F}"/>
                    </a:ext>
                  </a:extLst>
                </p14:cNvPr>
                <p14:cNvContentPartPr/>
                <p14:nvPr/>
              </p14:nvContentPartPr>
              <p14:xfrm>
                <a:off x="6767062" y="6428336"/>
                <a:ext cx="867240" cy="1173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33B2181-3969-34BB-0FCA-964DC40A2A5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758422" y="6419336"/>
                  <a:ext cx="88488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386E70CE-CC3D-77EC-9600-1AF0F4B46FAF}"/>
              </a:ext>
            </a:extLst>
          </p:cNvPr>
          <p:cNvGrpSpPr/>
          <p:nvPr/>
        </p:nvGrpSpPr>
        <p:grpSpPr>
          <a:xfrm>
            <a:off x="8208142" y="5665496"/>
            <a:ext cx="3163320" cy="816480"/>
            <a:chOff x="8208142" y="5665496"/>
            <a:chExt cx="3163320" cy="81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7A88657-2C06-3565-029F-7631677045CD}"/>
                    </a:ext>
                  </a:extLst>
                </p14:cNvPr>
                <p14:cNvContentPartPr/>
                <p14:nvPr/>
              </p14:nvContentPartPr>
              <p14:xfrm>
                <a:off x="8208142" y="6248696"/>
                <a:ext cx="439560" cy="1105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7A88657-2C06-3565-029F-7631677045C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199502" y="6239696"/>
                  <a:ext cx="4572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F11B837-528F-27FE-D274-61E18B17CAB2}"/>
                    </a:ext>
                  </a:extLst>
                </p14:cNvPr>
                <p14:cNvContentPartPr/>
                <p14:nvPr/>
              </p14:nvContentPartPr>
              <p14:xfrm>
                <a:off x="8917702" y="6049976"/>
                <a:ext cx="126720" cy="4320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F11B837-528F-27FE-D274-61E18B17CAB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909062" y="6040976"/>
                  <a:ext cx="14436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E8AE2C4-7418-B684-4B85-D504E1F19EC3}"/>
                    </a:ext>
                  </a:extLst>
                </p14:cNvPr>
                <p14:cNvContentPartPr/>
                <p14:nvPr/>
              </p14:nvContentPartPr>
              <p14:xfrm>
                <a:off x="8866582" y="6305576"/>
                <a:ext cx="192600" cy="26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E8AE2C4-7418-B684-4B85-D504E1F19EC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857582" y="6296576"/>
                  <a:ext cx="2102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03E2B77-68B6-DC91-E3C8-8910AA5849B6}"/>
                    </a:ext>
                  </a:extLst>
                </p14:cNvPr>
                <p14:cNvContentPartPr/>
                <p14:nvPr/>
              </p14:nvContentPartPr>
              <p14:xfrm>
                <a:off x="9127942" y="6294416"/>
                <a:ext cx="31680" cy="504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03E2B77-68B6-DC91-E3C8-8910AA5849B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118942" y="6285416"/>
                  <a:ext cx="493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AF72612-A9ED-0C08-414D-F920DB40EDD6}"/>
                    </a:ext>
                  </a:extLst>
                </p14:cNvPr>
                <p14:cNvContentPartPr/>
                <p14:nvPr/>
              </p14:nvContentPartPr>
              <p14:xfrm>
                <a:off x="9073942" y="6168056"/>
                <a:ext cx="11520" cy="226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AF72612-A9ED-0C08-414D-F920DB40EDD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065302" y="6159056"/>
                  <a:ext cx="291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FD2E0D4-9777-1414-BF72-B5CCA4B1501B}"/>
                    </a:ext>
                  </a:extLst>
                </p14:cNvPr>
                <p14:cNvContentPartPr/>
                <p14:nvPr/>
              </p14:nvContentPartPr>
              <p14:xfrm>
                <a:off x="9212902" y="6267416"/>
                <a:ext cx="129600" cy="460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FD2E0D4-9777-1414-BF72-B5CCA4B1501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204262" y="6258416"/>
                  <a:ext cx="1472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36E11A0-F69C-77F7-1685-37FFFA97BD2F}"/>
                    </a:ext>
                  </a:extLst>
                </p14:cNvPr>
                <p14:cNvContentPartPr/>
                <p14:nvPr/>
              </p14:nvContentPartPr>
              <p14:xfrm>
                <a:off x="9457702" y="6105776"/>
                <a:ext cx="109800" cy="2264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36E11A0-F69C-77F7-1685-37FFFA97BD2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448702" y="6096776"/>
                  <a:ext cx="1274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B49E980-E17D-6299-6DBA-3BD5C4F232F1}"/>
                    </a:ext>
                  </a:extLst>
                </p14:cNvPr>
                <p14:cNvContentPartPr/>
                <p14:nvPr/>
              </p14:nvContentPartPr>
              <p14:xfrm>
                <a:off x="9829582" y="6124136"/>
                <a:ext cx="392400" cy="1774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B49E980-E17D-6299-6DBA-3BD5C4F232F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820942" y="6115136"/>
                  <a:ext cx="4100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5CD4A80-3368-BB55-1779-EEE72E523388}"/>
                    </a:ext>
                  </a:extLst>
                </p14:cNvPr>
                <p14:cNvContentPartPr/>
                <p14:nvPr/>
              </p14:nvContentPartPr>
              <p14:xfrm>
                <a:off x="10313062" y="6268856"/>
                <a:ext cx="154080" cy="954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5CD4A80-3368-BB55-1779-EEE72E52338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304422" y="6259856"/>
                  <a:ext cx="1717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F994DD0-CA7A-73BB-5CF3-3A2F62E8471B}"/>
                    </a:ext>
                  </a:extLst>
                </p14:cNvPr>
                <p14:cNvContentPartPr/>
                <p14:nvPr/>
              </p14:nvContentPartPr>
              <p14:xfrm>
                <a:off x="10685662" y="6232136"/>
                <a:ext cx="189360" cy="687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F994DD0-CA7A-73BB-5CF3-3A2F62E8471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676662" y="6223136"/>
                  <a:ext cx="2070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09E2004-DA02-2376-32A0-DAA4F4E7896A}"/>
                    </a:ext>
                  </a:extLst>
                </p14:cNvPr>
                <p14:cNvContentPartPr/>
                <p14:nvPr/>
              </p14:nvContentPartPr>
              <p14:xfrm>
                <a:off x="10913182" y="6187856"/>
                <a:ext cx="67680" cy="1224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09E2004-DA02-2376-32A0-DAA4F4E7896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904542" y="6179216"/>
                  <a:ext cx="853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75B7946-E4A9-D456-2938-80C4860D1702}"/>
                    </a:ext>
                  </a:extLst>
                </p14:cNvPr>
                <p14:cNvContentPartPr/>
                <p14:nvPr/>
              </p14:nvContentPartPr>
              <p14:xfrm>
                <a:off x="11052502" y="6267776"/>
                <a:ext cx="2880" cy="118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75B7946-E4A9-D456-2938-80C4860D170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043502" y="6258776"/>
                  <a:ext cx="205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D534D01-2726-3BD4-F3F8-DEB5EF8E9604}"/>
                    </a:ext>
                  </a:extLst>
                </p14:cNvPr>
                <p14:cNvContentPartPr/>
                <p14:nvPr/>
              </p14:nvContentPartPr>
              <p14:xfrm>
                <a:off x="11020462" y="6166616"/>
                <a:ext cx="244440" cy="1126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D534D01-2726-3BD4-F3F8-DEB5EF8E960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011822" y="6157976"/>
                  <a:ext cx="2620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B78F7EA-7BAA-4A19-D593-247A0B25937C}"/>
                    </a:ext>
                  </a:extLst>
                </p14:cNvPr>
                <p14:cNvContentPartPr/>
                <p14:nvPr/>
              </p14:nvContentPartPr>
              <p14:xfrm>
                <a:off x="11265982" y="6205856"/>
                <a:ext cx="105480" cy="249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B78F7EA-7BAA-4A19-D593-247A0B25937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256982" y="6196856"/>
                  <a:ext cx="1231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D313037-9AE2-349C-CDB8-BF3381FE0A99}"/>
                    </a:ext>
                  </a:extLst>
                </p14:cNvPr>
                <p14:cNvContentPartPr/>
                <p14:nvPr/>
              </p14:nvContentPartPr>
              <p14:xfrm>
                <a:off x="8239462" y="5665496"/>
                <a:ext cx="2430360" cy="3686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D313037-9AE2-349C-CDB8-BF3381FE0A9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230462" y="5656496"/>
                  <a:ext cx="2448000" cy="38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B33D641E-2F2E-3869-6F9E-1007B7F4A1D7}"/>
              </a:ext>
            </a:extLst>
          </p:cNvPr>
          <p:cNvGrpSpPr/>
          <p:nvPr/>
        </p:nvGrpSpPr>
        <p:grpSpPr>
          <a:xfrm>
            <a:off x="9428182" y="4999496"/>
            <a:ext cx="2471040" cy="838080"/>
            <a:chOff x="9428182" y="4999496"/>
            <a:chExt cx="2471040" cy="83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8F85A2C-6A2F-263D-0FBE-7F4C35425762}"/>
                    </a:ext>
                  </a:extLst>
                </p14:cNvPr>
                <p14:cNvContentPartPr/>
                <p14:nvPr/>
              </p14:nvContentPartPr>
              <p14:xfrm>
                <a:off x="10655422" y="5540576"/>
                <a:ext cx="232560" cy="2970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8F85A2C-6A2F-263D-0FBE-7F4C3542576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646422" y="5531576"/>
                  <a:ext cx="25020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20E427D-88CA-F202-17EA-6096DFA8CFC4}"/>
                    </a:ext>
                  </a:extLst>
                </p14:cNvPr>
                <p14:cNvContentPartPr/>
                <p14:nvPr/>
              </p14:nvContentPartPr>
              <p14:xfrm>
                <a:off x="10572622" y="5454176"/>
                <a:ext cx="190080" cy="1112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20E427D-88CA-F202-17EA-6096DFA8CFC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563982" y="5445536"/>
                  <a:ext cx="2077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2838A40-7D4C-F6F7-6404-406DB012525A}"/>
                    </a:ext>
                  </a:extLst>
                </p14:cNvPr>
                <p14:cNvContentPartPr/>
                <p14:nvPr/>
              </p14:nvContentPartPr>
              <p14:xfrm>
                <a:off x="9428182" y="5089136"/>
                <a:ext cx="338040" cy="2314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2838A40-7D4C-F6F7-6404-406DB012525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419182" y="5080496"/>
                  <a:ext cx="3556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2FE218E-629F-C570-0C05-628171704460}"/>
                    </a:ext>
                  </a:extLst>
                </p14:cNvPr>
                <p14:cNvContentPartPr/>
                <p14:nvPr/>
              </p14:nvContentPartPr>
              <p14:xfrm>
                <a:off x="9738142" y="5164376"/>
                <a:ext cx="126360" cy="1461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2FE218E-629F-C570-0C05-62817170446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729142" y="5155736"/>
                  <a:ext cx="1440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8C5DA04-5D3B-772F-427E-B7CBDDEE4E1E}"/>
                    </a:ext>
                  </a:extLst>
                </p14:cNvPr>
                <p14:cNvContentPartPr/>
                <p14:nvPr/>
              </p14:nvContentPartPr>
              <p14:xfrm>
                <a:off x="9856222" y="5199296"/>
                <a:ext cx="64440" cy="788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8C5DA04-5D3B-772F-427E-B7CBDDEE4E1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847222" y="5190296"/>
                  <a:ext cx="820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A788B14-FA1D-5E73-16AD-2555EE2DA7C7}"/>
                    </a:ext>
                  </a:extLst>
                </p14:cNvPr>
                <p14:cNvContentPartPr/>
                <p14:nvPr/>
              </p14:nvContentPartPr>
              <p14:xfrm>
                <a:off x="9840382" y="5098136"/>
                <a:ext cx="62280" cy="687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A788B14-FA1D-5E73-16AD-2555EE2DA7C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831382" y="5089136"/>
                  <a:ext cx="799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3ADE6C1-93CE-AFED-413F-8EB0205C2470}"/>
                    </a:ext>
                  </a:extLst>
                </p14:cNvPr>
                <p14:cNvContentPartPr/>
                <p14:nvPr/>
              </p14:nvContentPartPr>
              <p14:xfrm>
                <a:off x="9993382" y="5202896"/>
                <a:ext cx="30960" cy="403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3ADE6C1-93CE-AFED-413F-8EB0205C247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984742" y="5194256"/>
                  <a:ext cx="486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55671E8-765A-490C-A455-B4AC4ABEBE96}"/>
                    </a:ext>
                  </a:extLst>
                </p14:cNvPr>
                <p14:cNvContentPartPr/>
                <p14:nvPr/>
              </p14:nvContentPartPr>
              <p14:xfrm>
                <a:off x="9992302" y="5215496"/>
                <a:ext cx="143280" cy="2138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55671E8-765A-490C-A455-B4AC4ABEBE9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983302" y="5206496"/>
                  <a:ext cx="1609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F2D89FC-AD88-5AC9-0C20-315BB08E7054}"/>
                    </a:ext>
                  </a:extLst>
                </p14:cNvPr>
                <p14:cNvContentPartPr/>
                <p14:nvPr/>
              </p14:nvContentPartPr>
              <p14:xfrm>
                <a:off x="10175182" y="5225576"/>
                <a:ext cx="153000" cy="482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F2D89FC-AD88-5AC9-0C20-315BB08E705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166182" y="5216936"/>
                  <a:ext cx="1706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5D1DF62-A599-C53E-DA3D-80DE3607D7C4}"/>
                    </a:ext>
                  </a:extLst>
                </p14:cNvPr>
                <p14:cNvContentPartPr/>
                <p14:nvPr/>
              </p14:nvContentPartPr>
              <p14:xfrm>
                <a:off x="10471822" y="5201816"/>
                <a:ext cx="389160" cy="889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5D1DF62-A599-C53E-DA3D-80DE3607D7C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463182" y="5193176"/>
                  <a:ext cx="4068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24A073A-921A-4404-1A7D-63098929AE13}"/>
                    </a:ext>
                  </a:extLst>
                </p14:cNvPr>
                <p14:cNvContentPartPr/>
                <p14:nvPr/>
              </p14:nvContentPartPr>
              <p14:xfrm>
                <a:off x="10922542" y="5213336"/>
                <a:ext cx="114120" cy="536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24A073A-921A-4404-1A7D-63098929AE1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913542" y="5204336"/>
                  <a:ext cx="1317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E6EDFEE-5BE3-549E-A3F8-732E9E5C0906}"/>
                    </a:ext>
                  </a:extLst>
                </p14:cNvPr>
                <p14:cNvContentPartPr/>
                <p14:nvPr/>
              </p14:nvContentPartPr>
              <p14:xfrm>
                <a:off x="11046742" y="4999496"/>
                <a:ext cx="140400" cy="2959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E6EDFEE-5BE3-549E-A3F8-732E9E5C090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037742" y="4990496"/>
                  <a:ext cx="15804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5665B10-8ACE-8153-E13D-C829E8C53092}"/>
                    </a:ext>
                  </a:extLst>
                </p14:cNvPr>
                <p14:cNvContentPartPr/>
                <p14:nvPr/>
              </p14:nvContentPartPr>
              <p14:xfrm>
                <a:off x="11220262" y="5167256"/>
                <a:ext cx="91440" cy="849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5665B10-8ACE-8153-E13D-C829E8C5309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211622" y="5158616"/>
                  <a:ext cx="1090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2A5C7B5-9CAC-FBEA-2BDE-9A8931A704D5}"/>
                    </a:ext>
                  </a:extLst>
                </p14:cNvPr>
                <p14:cNvContentPartPr/>
                <p14:nvPr/>
              </p14:nvContentPartPr>
              <p14:xfrm>
                <a:off x="11339422" y="5148896"/>
                <a:ext cx="132480" cy="2934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2A5C7B5-9CAC-FBEA-2BDE-9A8931A704D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330422" y="5139896"/>
                  <a:ext cx="15012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C570587-294A-FEC7-A710-506B92B01FAF}"/>
                    </a:ext>
                  </a:extLst>
                </p14:cNvPr>
                <p14:cNvContentPartPr/>
                <p14:nvPr/>
              </p14:nvContentPartPr>
              <p14:xfrm>
                <a:off x="11024062" y="5559656"/>
                <a:ext cx="103680" cy="1814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C570587-294A-FEC7-A710-506B92B01FA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015422" y="5551016"/>
                  <a:ext cx="1213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E0D13B9-39C1-9A47-C4EB-00D5066BE864}"/>
                    </a:ext>
                  </a:extLst>
                </p14:cNvPr>
                <p14:cNvContentPartPr/>
                <p14:nvPr/>
              </p14:nvContentPartPr>
              <p14:xfrm>
                <a:off x="11146822" y="5533376"/>
                <a:ext cx="70560" cy="914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E0D13B9-39C1-9A47-C4EB-00D5066BE86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138182" y="5524736"/>
                  <a:ext cx="882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B0844616-413B-D4CC-EA77-A0A4C866CFE0}"/>
                    </a:ext>
                  </a:extLst>
                </p14:cNvPr>
                <p14:cNvContentPartPr/>
                <p14:nvPr/>
              </p14:nvContentPartPr>
              <p14:xfrm>
                <a:off x="11285782" y="5543456"/>
                <a:ext cx="49320" cy="648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B0844616-413B-D4CC-EA77-A0A4C866CFE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276782" y="5534816"/>
                  <a:ext cx="669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B1121EE-B10F-77C2-CE38-97FEDF828BA3}"/>
                    </a:ext>
                  </a:extLst>
                </p14:cNvPr>
                <p14:cNvContentPartPr/>
                <p14:nvPr/>
              </p14:nvContentPartPr>
              <p14:xfrm>
                <a:off x="11360662" y="5432936"/>
                <a:ext cx="72000" cy="1688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B1121EE-B10F-77C2-CE38-97FEDF828BA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352022" y="5424296"/>
                  <a:ext cx="896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1E81E3B-F884-8EFF-31BD-E4A294B5042C}"/>
                    </a:ext>
                  </a:extLst>
                </p14:cNvPr>
                <p14:cNvContentPartPr/>
                <p14:nvPr/>
              </p14:nvContentPartPr>
              <p14:xfrm>
                <a:off x="11355262" y="5532296"/>
                <a:ext cx="91080" cy="129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1E81E3B-F884-8EFF-31BD-E4A294B5042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346262" y="5523296"/>
                  <a:ext cx="1087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48B4C1A-38D8-D0E8-B1C7-B6D35B395A6B}"/>
                    </a:ext>
                  </a:extLst>
                </p14:cNvPr>
                <p14:cNvContentPartPr/>
                <p14:nvPr/>
              </p14:nvContentPartPr>
              <p14:xfrm>
                <a:off x="11498902" y="5544536"/>
                <a:ext cx="97200" cy="1497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48B4C1A-38D8-D0E8-B1C7-B6D35B395A6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490262" y="5535896"/>
                  <a:ext cx="1148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D8AD9D9-CF59-DF8C-1EEA-943A368247C8}"/>
                    </a:ext>
                  </a:extLst>
                </p14:cNvPr>
                <p14:cNvContentPartPr/>
                <p14:nvPr/>
              </p14:nvContentPartPr>
              <p14:xfrm>
                <a:off x="11610862" y="5502776"/>
                <a:ext cx="88560" cy="1818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D8AD9D9-CF59-DF8C-1EEA-943A368247C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602222" y="5493776"/>
                  <a:ext cx="1062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56CCE9F-0B0E-30A4-3388-D5C8320126D2}"/>
                    </a:ext>
                  </a:extLst>
                </p14:cNvPr>
                <p14:cNvContentPartPr/>
                <p14:nvPr/>
              </p14:nvContentPartPr>
              <p14:xfrm>
                <a:off x="11728222" y="5456696"/>
                <a:ext cx="171000" cy="1310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56CCE9F-0B0E-30A4-3388-D5C8320126D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719222" y="5448056"/>
                  <a:ext cx="18864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7F01BA7A-BE99-ADF3-A682-E04C0ABF8EA7}"/>
              </a:ext>
            </a:extLst>
          </p:cNvPr>
          <p:cNvGrpSpPr/>
          <p:nvPr/>
        </p:nvGrpSpPr>
        <p:grpSpPr>
          <a:xfrm>
            <a:off x="8957302" y="4258256"/>
            <a:ext cx="2552040" cy="712800"/>
            <a:chOff x="8957302" y="4258256"/>
            <a:chExt cx="2552040" cy="71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CEA11739-4E16-DBBC-0CD0-4ADA39545527}"/>
                    </a:ext>
                  </a:extLst>
                </p14:cNvPr>
                <p14:cNvContentPartPr/>
                <p14:nvPr/>
              </p14:nvContentPartPr>
              <p14:xfrm>
                <a:off x="10191742" y="4699616"/>
                <a:ext cx="174960" cy="2714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CEA11739-4E16-DBBC-0CD0-4ADA3954552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183102" y="4690616"/>
                  <a:ext cx="1926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227012F-2AF0-5186-F910-F678A15C4D19}"/>
                    </a:ext>
                  </a:extLst>
                </p14:cNvPr>
                <p14:cNvContentPartPr/>
                <p14:nvPr/>
              </p14:nvContentPartPr>
              <p14:xfrm>
                <a:off x="10118302" y="4589816"/>
                <a:ext cx="120960" cy="986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227012F-2AF0-5186-F910-F678A15C4D1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109302" y="4580816"/>
                  <a:ext cx="1386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443B42A-D575-D808-D159-A9ED7C394F00}"/>
                    </a:ext>
                  </a:extLst>
                </p14:cNvPr>
                <p14:cNvContentPartPr/>
                <p14:nvPr/>
              </p14:nvContentPartPr>
              <p14:xfrm>
                <a:off x="8957302" y="4385696"/>
                <a:ext cx="302040" cy="1062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443B42A-D575-D808-D159-A9ED7C394F0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948302" y="4377056"/>
                  <a:ext cx="3196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836D987F-6B5D-DE99-5995-31B3C7C62F41}"/>
                    </a:ext>
                  </a:extLst>
                </p14:cNvPr>
                <p14:cNvContentPartPr/>
                <p14:nvPr/>
              </p14:nvContentPartPr>
              <p14:xfrm>
                <a:off x="9282742" y="4418096"/>
                <a:ext cx="126360" cy="644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836D987F-6B5D-DE99-5995-31B3C7C62F4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274102" y="4409096"/>
                  <a:ext cx="1440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075211A-1339-B6BB-17DA-EF1736C49065}"/>
                    </a:ext>
                  </a:extLst>
                </p14:cNvPr>
                <p14:cNvContentPartPr/>
                <p14:nvPr/>
              </p14:nvContentPartPr>
              <p14:xfrm>
                <a:off x="9414142" y="4377056"/>
                <a:ext cx="123480" cy="1677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075211A-1339-B6BB-17DA-EF1736C4906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405502" y="4368416"/>
                  <a:ext cx="1411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814526B4-C9F6-45EB-9BC1-4DA60B4AC477}"/>
                    </a:ext>
                  </a:extLst>
                </p14:cNvPr>
                <p14:cNvContentPartPr/>
                <p14:nvPr/>
              </p14:nvContentPartPr>
              <p14:xfrm>
                <a:off x="9700342" y="4263656"/>
                <a:ext cx="193680" cy="2916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814526B4-C9F6-45EB-9BC1-4DA60B4AC477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691702" y="4255016"/>
                  <a:ext cx="21132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D810ECE-4496-0504-85D6-C2C046C1F2ED}"/>
                    </a:ext>
                  </a:extLst>
                </p14:cNvPr>
                <p14:cNvContentPartPr/>
                <p14:nvPr/>
              </p14:nvContentPartPr>
              <p14:xfrm>
                <a:off x="9738502" y="4448336"/>
                <a:ext cx="107280" cy="176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D810ECE-4496-0504-85D6-C2C046C1F2E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729862" y="4439336"/>
                  <a:ext cx="1249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842FDA5-2EEF-77F3-E423-88A8544A802F}"/>
                    </a:ext>
                  </a:extLst>
                </p14:cNvPr>
                <p14:cNvContentPartPr/>
                <p14:nvPr/>
              </p14:nvContentPartPr>
              <p14:xfrm>
                <a:off x="9872422" y="4364096"/>
                <a:ext cx="84600" cy="1098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842FDA5-2EEF-77F3-E423-88A8544A802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863782" y="4355456"/>
                  <a:ext cx="1022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C810A7AC-4150-167B-22F3-CB0D23043384}"/>
                    </a:ext>
                  </a:extLst>
                </p14:cNvPr>
                <p14:cNvContentPartPr/>
                <p14:nvPr/>
              </p14:nvContentPartPr>
              <p14:xfrm>
                <a:off x="10016062" y="4378136"/>
                <a:ext cx="123480" cy="1047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C810A7AC-4150-167B-22F3-CB0D2304338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007422" y="4369136"/>
                  <a:ext cx="141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81E1A58-D2E9-7280-8C68-56826C48977C}"/>
                    </a:ext>
                  </a:extLst>
                </p14:cNvPr>
                <p14:cNvContentPartPr/>
                <p14:nvPr/>
              </p14:nvContentPartPr>
              <p14:xfrm>
                <a:off x="10212262" y="4405496"/>
                <a:ext cx="270000" cy="554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81E1A58-D2E9-7280-8C68-56826C48977C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203622" y="4396496"/>
                  <a:ext cx="2876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7F4ECC20-C281-D732-2F3D-3E8F8D8F8F17}"/>
                    </a:ext>
                  </a:extLst>
                </p14:cNvPr>
                <p14:cNvContentPartPr/>
                <p14:nvPr/>
              </p14:nvContentPartPr>
              <p14:xfrm>
                <a:off x="10683862" y="4363376"/>
                <a:ext cx="124920" cy="1512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7F4ECC20-C281-D732-2F3D-3E8F8D8F8F1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674862" y="4354736"/>
                  <a:ext cx="1425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E5311DF-6FBE-6834-BF7C-F6A6F08E61A2}"/>
                    </a:ext>
                  </a:extLst>
                </p14:cNvPr>
                <p14:cNvContentPartPr/>
                <p14:nvPr/>
              </p14:nvContentPartPr>
              <p14:xfrm>
                <a:off x="10993822" y="4258256"/>
                <a:ext cx="89280" cy="2152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E5311DF-6FBE-6834-BF7C-F6A6F08E61A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985182" y="4249256"/>
                  <a:ext cx="1069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1EA142A-15EA-F00E-6C45-63D38E097A2A}"/>
                    </a:ext>
                  </a:extLst>
                </p14:cNvPr>
                <p14:cNvContentPartPr/>
                <p14:nvPr/>
              </p14:nvContentPartPr>
              <p14:xfrm>
                <a:off x="10967182" y="4376336"/>
                <a:ext cx="117360" cy="255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1EA142A-15EA-F00E-6C45-63D38E097A2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958542" y="4367336"/>
                  <a:ext cx="1350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752C85F-24B3-1070-4665-E55D1C872C83}"/>
                    </a:ext>
                  </a:extLst>
                </p14:cNvPr>
                <p14:cNvContentPartPr/>
                <p14:nvPr/>
              </p14:nvContentPartPr>
              <p14:xfrm>
                <a:off x="11123422" y="4394336"/>
                <a:ext cx="137520" cy="619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752C85F-24B3-1070-4665-E55D1C872C8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114782" y="4385336"/>
                  <a:ext cx="1551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053ECAD-A98A-B959-3FA2-44F10ACAAA2B}"/>
                    </a:ext>
                  </a:extLst>
                </p14:cNvPr>
                <p14:cNvContentPartPr/>
                <p14:nvPr/>
              </p14:nvContentPartPr>
              <p14:xfrm>
                <a:off x="11328982" y="4295696"/>
                <a:ext cx="180360" cy="1220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053ECAD-A98A-B959-3FA2-44F10ACAAA2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319982" y="4286696"/>
                  <a:ext cx="1980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BBD9A600-BA78-3D38-512F-029F5FBF6CE7}"/>
                    </a:ext>
                  </a:extLst>
                </p14:cNvPr>
                <p14:cNvContentPartPr/>
                <p14:nvPr/>
              </p14:nvContentPartPr>
              <p14:xfrm>
                <a:off x="11390182" y="4362296"/>
                <a:ext cx="44640" cy="79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BBD9A600-BA78-3D38-512F-029F5FBF6CE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381182" y="4353296"/>
                  <a:ext cx="6228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14026818-7B3C-1E11-093F-90559AF82B5F}"/>
              </a:ext>
            </a:extLst>
          </p:cNvPr>
          <p:cNvGrpSpPr/>
          <p:nvPr/>
        </p:nvGrpSpPr>
        <p:grpSpPr>
          <a:xfrm>
            <a:off x="10919302" y="4555976"/>
            <a:ext cx="1120320" cy="208440"/>
            <a:chOff x="10919302" y="4555976"/>
            <a:chExt cx="1120320" cy="20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BC6F450-7FB9-C656-79CD-F507A9D34AF4}"/>
                    </a:ext>
                  </a:extLst>
                </p14:cNvPr>
                <p14:cNvContentPartPr/>
                <p14:nvPr/>
              </p14:nvContentPartPr>
              <p14:xfrm>
                <a:off x="10919302" y="4590536"/>
                <a:ext cx="133200" cy="1684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BC6F450-7FB9-C656-79CD-F507A9D34AF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910662" y="4581896"/>
                  <a:ext cx="1508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7FC0F40-C54E-923D-0DF2-D29DD9F0A43B}"/>
                    </a:ext>
                  </a:extLst>
                </p14:cNvPr>
                <p14:cNvContentPartPr/>
                <p14:nvPr/>
              </p14:nvContentPartPr>
              <p14:xfrm>
                <a:off x="11106862" y="4661456"/>
                <a:ext cx="105120" cy="1029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7FC0F40-C54E-923D-0DF2-D29DD9F0A43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097862" y="4652816"/>
                  <a:ext cx="1227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3343215C-E5ED-E5FB-94FA-0259ABA12B8A}"/>
                    </a:ext>
                  </a:extLst>
                </p14:cNvPr>
                <p14:cNvContentPartPr/>
                <p14:nvPr/>
              </p14:nvContentPartPr>
              <p14:xfrm>
                <a:off x="11249062" y="4689536"/>
                <a:ext cx="292680" cy="630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3343215C-E5ED-E5FB-94FA-0259ABA12B8A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240422" y="4680536"/>
                  <a:ext cx="3103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5BA8658-7768-7C7C-1985-5B62F824AE66}"/>
                    </a:ext>
                  </a:extLst>
                </p14:cNvPr>
                <p14:cNvContentPartPr/>
                <p14:nvPr/>
              </p14:nvContentPartPr>
              <p14:xfrm>
                <a:off x="11538502" y="4666496"/>
                <a:ext cx="107640" cy="806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5BA8658-7768-7C7C-1985-5B62F824AE6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1529502" y="4657496"/>
                  <a:ext cx="1252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E8F74A0-74AF-CFB8-F9AF-20536D0B7DAB}"/>
                    </a:ext>
                  </a:extLst>
                </p14:cNvPr>
                <p14:cNvContentPartPr/>
                <p14:nvPr/>
              </p14:nvContentPartPr>
              <p14:xfrm>
                <a:off x="11717062" y="4688816"/>
                <a:ext cx="37800" cy="640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E8F74A0-74AF-CFB8-F9AF-20536D0B7DA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1708062" y="4679816"/>
                  <a:ext cx="554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1267D97-0462-22E5-F970-0C24A0619D68}"/>
                    </a:ext>
                  </a:extLst>
                </p14:cNvPr>
                <p14:cNvContentPartPr/>
                <p14:nvPr/>
              </p14:nvContentPartPr>
              <p14:xfrm>
                <a:off x="11652982" y="4555976"/>
                <a:ext cx="29520" cy="284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1267D97-0462-22E5-F970-0C24A0619D6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1644342" y="4546976"/>
                  <a:ext cx="471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717A8233-095F-38C4-1D7A-477DEFAA3A12}"/>
                    </a:ext>
                  </a:extLst>
                </p14:cNvPr>
                <p14:cNvContentPartPr/>
                <p14:nvPr/>
              </p14:nvContentPartPr>
              <p14:xfrm>
                <a:off x="11860342" y="4677656"/>
                <a:ext cx="179280" cy="712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717A8233-095F-38C4-1D7A-477DEFAA3A1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851702" y="4668656"/>
                  <a:ext cx="19692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F3FF37D9-514A-4572-3742-344009A34F5E}"/>
              </a:ext>
            </a:extLst>
          </p:cNvPr>
          <p:cNvGrpSpPr/>
          <p:nvPr/>
        </p:nvGrpSpPr>
        <p:grpSpPr>
          <a:xfrm>
            <a:off x="10641742" y="3428816"/>
            <a:ext cx="1357560" cy="769680"/>
            <a:chOff x="10641742" y="3428816"/>
            <a:chExt cx="1357560" cy="76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47CAFB65-DD10-17F4-5A32-E45072EB6318}"/>
                    </a:ext>
                  </a:extLst>
                </p14:cNvPr>
                <p14:cNvContentPartPr/>
                <p14:nvPr/>
              </p14:nvContentPartPr>
              <p14:xfrm>
                <a:off x="10690702" y="3614936"/>
                <a:ext cx="244800" cy="1126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47CAFB65-DD10-17F4-5A32-E45072EB631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682062" y="3606296"/>
                  <a:ext cx="2624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6569A22-9AE2-DF55-D71E-7DF9BD6547D7}"/>
                    </a:ext>
                  </a:extLst>
                </p14:cNvPr>
                <p14:cNvContentPartPr/>
                <p14:nvPr/>
              </p14:nvContentPartPr>
              <p14:xfrm>
                <a:off x="10967182" y="3625376"/>
                <a:ext cx="60120" cy="583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6569A22-9AE2-DF55-D71E-7DF9BD6547D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958542" y="3616736"/>
                  <a:ext cx="777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6155B5EF-33F6-BEE0-214E-72680E411968}"/>
                    </a:ext>
                  </a:extLst>
                </p14:cNvPr>
                <p14:cNvContentPartPr/>
                <p14:nvPr/>
              </p14:nvContentPartPr>
              <p14:xfrm>
                <a:off x="10904902" y="3480656"/>
                <a:ext cx="12960" cy="212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6155B5EF-33F6-BEE0-214E-72680E411968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896262" y="3471656"/>
                  <a:ext cx="306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9833271C-1703-8764-FF79-ECB2950BBD57}"/>
                    </a:ext>
                  </a:extLst>
                </p14:cNvPr>
                <p14:cNvContentPartPr/>
                <p14:nvPr/>
              </p14:nvContentPartPr>
              <p14:xfrm>
                <a:off x="10993822" y="3455456"/>
                <a:ext cx="163080" cy="2102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833271C-1703-8764-FF79-ECB2950BBD5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985182" y="3446456"/>
                  <a:ext cx="1807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9236756-9A68-F520-97F7-B57FA035B235}"/>
                    </a:ext>
                  </a:extLst>
                </p14:cNvPr>
                <p14:cNvContentPartPr/>
                <p14:nvPr/>
              </p14:nvContentPartPr>
              <p14:xfrm>
                <a:off x="11025862" y="3588296"/>
                <a:ext cx="111960" cy="482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9236756-9A68-F520-97F7-B57FA035B23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016862" y="3579296"/>
                  <a:ext cx="1296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D75CDC1-C448-23BE-41CB-0CAE8CA71A10}"/>
                    </a:ext>
                  </a:extLst>
                </p14:cNvPr>
                <p14:cNvContentPartPr/>
                <p14:nvPr/>
              </p14:nvContentPartPr>
              <p14:xfrm>
                <a:off x="11105422" y="3428816"/>
                <a:ext cx="285480" cy="1612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D75CDC1-C448-23BE-41CB-0CAE8CA71A10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096782" y="3420176"/>
                  <a:ext cx="3031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1075EA57-863F-0670-C63C-C76CA8206BE3}"/>
                    </a:ext>
                  </a:extLst>
                </p14:cNvPr>
                <p14:cNvContentPartPr/>
                <p14:nvPr/>
              </p14:nvContentPartPr>
              <p14:xfrm>
                <a:off x="10641742" y="3864056"/>
                <a:ext cx="166320" cy="1774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1075EA57-863F-0670-C63C-C76CA8206BE3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633102" y="3855056"/>
                  <a:ext cx="1839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EEC0790-35DA-C014-7F7E-E46565744446}"/>
                    </a:ext>
                  </a:extLst>
                </p14:cNvPr>
                <p14:cNvContentPartPr/>
                <p14:nvPr/>
              </p14:nvContentPartPr>
              <p14:xfrm>
                <a:off x="10850182" y="3992216"/>
                <a:ext cx="360" cy="68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EEC0790-35DA-C014-7F7E-E4656574444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841542" y="3983576"/>
                  <a:ext cx="180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D111000-19A5-26DE-6212-9461588A2BA5}"/>
                    </a:ext>
                  </a:extLst>
                </p14:cNvPr>
                <p14:cNvContentPartPr/>
                <p14:nvPr/>
              </p14:nvContentPartPr>
              <p14:xfrm>
                <a:off x="10813102" y="3838136"/>
                <a:ext cx="360" cy="579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D111000-19A5-26DE-6212-9461588A2BA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804462" y="3829496"/>
                  <a:ext cx="180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B0E3D09-6A31-03B1-330B-E2B76871E78E}"/>
                    </a:ext>
                  </a:extLst>
                </p14:cNvPr>
                <p14:cNvContentPartPr/>
                <p14:nvPr/>
              </p14:nvContentPartPr>
              <p14:xfrm>
                <a:off x="10894102" y="3811136"/>
                <a:ext cx="162000" cy="2242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B0E3D09-6A31-03B1-330B-E2B76871E78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885462" y="3802136"/>
                  <a:ext cx="1796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31C90434-49C4-A6CD-9004-7178C7B70275}"/>
                    </a:ext>
                  </a:extLst>
                </p14:cNvPr>
                <p14:cNvContentPartPr/>
                <p14:nvPr/>
              </p14:nvContentPartPr>
              <p14:xfrm>
                <a:off x="11025862" y="3816896"/>
                <a:ext cx="14400" cy="547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31C90434-49C4-A6CD-9004-7178C7B70275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016862" y="3808256"/>
                  <a:ext cx="320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4CEC68EB-6A01-05B6-62E4-DD75C27859D9}"/>
                    </a:ext>
                  </a:extLst>
                </p14:cNvPr>
                <p14:cNvContentPartPr/>
                <p14:nvPr/>
              </p14:nvContentPartPr>
              <p14:xfrm>
                <a:off x="11100382" y="3831656"/>
                <a:ext cx="325440" cy="1216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4CEC68EB-6A01-05B6-62E4-DD75C27859D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091382" y="3823016"/>
                  <a:ext cx="3430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FD56C42E-C6C3-29BE-0036-22043BC9DE5D}"/>
                    </a:ext>
                  </a:extLst>
                </p14:cNvPr>
                <p14:cNvContentPartPr/>
                <p14:nvPr/>
              </p14:nvContentPartPr>
              <p14:xfrm>
                <a:off x="11438422" y="3737336"/>
                <a:ext cx="204840" cy="1501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FD56C42E-C6C3-29BE-0036-22043BC9DE5D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429422" y="3728336"/>
                  <a:ext cx="2224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DB8BF2D5-0F2F-7CCD-86AD-B8BA18986AD9}"/>
                    </a:ext>
                  </a:extLst>
                </p14:cNvPr>
                <p14:cNvContentPartPr/>
                <p14:nvPr/>
              </p14:nvContentPartPr>
              <p14:xfrm>
                <a:off x="11280022" y="4055576"/>
                <a:ext cx="65520" cy="1429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DB8BF2D5-0F2F-7CCD-86AD-B8BA18986AD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271022" y="4046576"/>
                  <a:ext cx="831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BC3BAC35-7CD5-F1AA-4460-DD4538E6F33F}"/>
                    </a:ext>
                  </a:extLst>
                </p14:cNvPr>
                <p14:cNvContentPartPr/>
                <p14:nvPr/>
              </p14:nvContentPartPr>
              <p14:xfrm>
                <a:off x="11268502" y="4130456"/>
                <a:ext cx="76680" cy="100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BC3BAC35-7CD5-F1AA-4460-DD4538E6F33F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1259502" y="4121816"/>
                  <a:ext cx="943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8C59D13-EBDD-6808-4CE3-81EEB403663E}"/>
                    </a:ext>
                  </a:extLst>
                </p14:cNvPr>
                <p14:cNvContentPartPr/>
                <p14:nvPr/>
              </p14:nvContentPartPr>
              <p14:xfrm>
                <a:off x="11369662" y="4046576"/>
                <a:ext cx="55080" cy="1069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8C59D13-EBDD-6808-4CE3-81EEB403663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1361022" y="4037576"/>
                  <a:ext cx="727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5C9CC098-0717-1CDB-DD4E-A963D8B19AA9}"/>
                    </a:ext>
                  </a:extLst>
                </p14:cNvPr>
                <p14:cNvContentPartPr/>
                <p14:nvPr/>
              </p14:nvContentPartPr>
              <p14:xfrm>
                <a:off x="11505382" y="4066736"/>
                <a:ext cx="286200" cy="748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5C9CC098-0717-1CDB-DD4E-A963D8B19AA9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1496382" y="4057736"/>
                  <a:ext cx="3038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92F20F5F-C585-8F48-42A8-802A68D73C80}"/>
                    </a:ext>
                  </a:extLst>
                </p14:cNvPr>
                <p14:cNvContentPartPr/>
                <p14:nvPr/>
              </p14:nvContentPartPr>
              <p14:xfrm>
                <a:off x="11792302" y="3968456"/>
                <a:ext cx="23760" cy="810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92F20F5F-C585-8F48-42A8-802A68D73C80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1783662" y="3959816"/>
                  <a:ext cx="414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5DF1F5C8-D352-BBDA-97F3-02C4ACE883CC}"/>
                    </a:ext>
                  </a:extLst>
                </p14:cNvPr>
                <p14:cNvContentPartPr/>
                <p14:nvPr/>
              </p14:nvContentPartPr>
              <p14:xfrm>
                <a:off x="11904622" y="3846416"/>
                <a:ext cx="94680" cy="2959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5DF1F5C8-D352-BBDA-97F3-02C4ACE883CC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1895622" y="3837416"/>
                  <a:ext cx="11232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E8491891-9812-92F1-358C-70B5961764A8}"/>
                    </a:ext>
                  </a:extLst>
                </p14:cNvPr>
                <p14:cNvContentPartPr/>
                <p14:nvPr/>
              </p14:nvContentPartPr>
              <p14:xfrm>
                <a:off x="11948902" y="3992216"/>
                <a:ext cx="44640" cy="133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E8491891-9812-92F1-358C-70B5961764A8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1940262" y="3983576"/>
                  <a:ext cx="62280" cy="309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FREQUENCY WARPING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Near Nyquist, the analog axis is stretched dramatically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15</a:t>
            </a:r>
          </a:p>
        </p:txBody>
      </p:sp>
      <p:pic>
        <p:nvPicPr>
          <p:cNvPr id="6" name="Picture 5" descr="iir_frequency_war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772400" cy="441613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95360" y="1645920"/>
            <a:ext cx="274320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95360" y="164592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41664" y="1755648"/>
            <a:ext cx="2514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Read the curve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1664" y="2130552"/>
            <a:ext cx="251460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relationship is nearly linear near DC but diverges as ω→π.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3063240"/>
            <a:ext cx="274320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595360" y="3063240"/>
            <a:ext cx="50292" cy="14173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41664" y="3172968"/>
            <a:ext cx="2514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Design consequence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1664" y="3547872"/>
            <a:ext cx="251460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If you design the analog cutoff at the unwarped numeric value, the final digital cutoff misses its target.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CC34010-C57A-BB70-9BF3-17866076F91B}"/>
                  </a:ext>
                </a:extLst>
              </p14:cNvPr>
              <p14:cNvContentPartPr/>
              <p14:nvPr/>
            </p14:nvContentPartPr>
            <p14:xfrm>
              <a:off x="2223862" y="4697816"/>
              <a:ext cx="168480" cy="2422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CC34010-C57A-BB70-9BF3-17866076F91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14862" y="4689176"/>
                <a:ext cx="186120" cy="25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73AFEFE0-6336-0C5C-6F89-88AA68BA729D}"/>
              </a:ext>
            </a:extLst>
          </p:cNvPr>
          <p:cNvGrpSpPr/>
          <p:nvPr/>
        </p:nvGrpSpPr>
        <p:grpSpPr>
          <a:xfrm>
            <a:off x="1869622" y="4278416"/>
            <a:ext cx="1110960" cy="272880"/>
            <a:chOff x="1869622" y="4278416"/>
            <a:chExt cx="1110960" cy="27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563C4F1-8289-58A4-CE97-0DD62306F89E}"/>
                    </a:ext>
                  </a:extLst>
                </p14:cNvPr>
                <p14:cNvContentPartPr/>
                <p14:nvPr/>
              </p14:nvContentPartPr>
              <p14:xfrm>
                <a:off x="1897702" y="4514576"/>
                <a:ext cx="165240" cy="36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563C4F1-8289-58A4-CE97-0DD62306F89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889062" y="4505936"/>
                  <a:ext cx="1828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B102AF8-74BD-FECA-9042-014A0CD7B825}"/>
                    </a:ext>
                  </a:extLst>
                </p14:cNvPr>
                <p14:cNvContentPartPr/>
                <p14:nvPr/>
              </p14:nvContentPartPr>
              <p14:xfrm>
                <a:off x="1869622" y="4433936"/>
                <a:ext cx="177120" cy="60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B102AF8-74BD-FECA-9042-014A0CD7B82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860982" y="4424936"/>
                  <a:ext cx="1947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B44A203-DC56-0239-3828-421BDEAD502C}"/>
                    </a:ext>
                  </a:extLst>
                </p14:cNvPr>
                <p14:cNvContentPartPr/>
                <p14:nvPr/>
              </p14:nvContentPartPr>
              <p14:xfrm>
                <a:off x="2141422" y="4282376"/>
                <a:ext cx="220680" cy="257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B44A203-DC56-0239-3828-421BDEAD502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132782" y="4273736"/>
                  <a:ext cx="2383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971BCE5-AE6C-1957-6DC3-DFA37E93F234}"/>
                    </a:ext>
                  </a:extLst>
                </p14:cNvPr>
                <p14:cNvContentPartPr/>
                <p14:nvPr/>
              </p14:nvContentPartPr>
              <p14:xfrm>
                <a:off x="2275342" y="4300736"/>
                <a:ext cx="30240" cy="68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971BCE5-AE6C-1957-6DC3-DFA37E93F23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266342" y="4291736"/>
                  <a:ext cx="478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5AFB5A3-49B3-E472-0105-FE5C38D90FE1}"/>
                    </a:ext>
                  </a:extLst>
                </p14:cNvPr>
                <p14:cNvContentPartPr/>
                <p14:nvPr/>
              </p14:nvContentPartPr>
              <p14:xfrm>
                <a:off x="2402782" y="4365896"/>
                <a:ext cx="292320" cy="86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5AFB5A3-49B3-E472-0105-FE5C38D90FE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93782" y="4356896"/>
                  <a:ext cx="3099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982B5EB-BFEA-C3A1-7CB9-0C2F19C4E634}"/>
                    </a:ext>
                  </a:extLst>
                </p14:cNvPr>
                <p14:cNvContentPartPr/>
                <p14:nvPr/>
              </p14:nvContentPartPr>
              <p14:xfrm>
                <a:off x="2714182" y="4278416"/>
                <a:ext cx="266400" cy="1447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982B5EB-BFEA-C3A1-7CB9-0C2F19C4E63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705542" y="4269416"/>
                  <a:ext cx="284040" cy="162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13C9AD7-DFCD-F037-052F-F20AA845D744}"/>
                  </a:ext>
                </a:extLst>
              </p14:cNvPr>
              <p14:cNvContentPartPr/>
              <p14:nvPr/>
            </p14:nvContentPartPr>
            <p14:xfrm>
              <a:off x="7007542" y="2924096"/>
              <a:ext cx="398160" cy="1490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13C9AD7-DFCD-F037-052F-F20AA845D74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998542" y="2915096"/>
                <a:ext cx="415800" cy="16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1E4D0DFA-0BC1-BEA7-28F5-6F9B00A2224E}"/>
              </a:ext>
            </a:extLst>
          </p:cNvPr>
          <p:cNvGrpSpPr/>
          <p:nvPr/>
        </p:nvGrpSpPr>
        <p:grpSpPr>
          <a:xfrm>
            <a:off x="5741062" y="2567696"/>
            <a:ext cx="496080" cy="112680"/>
            <a:chOff x="5741062" y="2567696"/>
            <a:chExt cx="496080" cy="11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36381E8-465D-83C9-DAC0-87108C0A6B05}"/>
                    </a:ext>
                  </a:extLst>
                </p14:cNvPr>
                <p14:cNvContentPartPr/>
                <p14:nvPr/>
              </p14:nvContentPartPr>
              <p14:xfrm>
                <a:off x="5741062" y="2567696"/>
                <a:ext cx="315000" cy="112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36381E8-465D-83C9-DAC0-87108C0A6B0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732422" y="2558696"/>
                  <a:ext cx="3326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ACE5D1B-D280-0887-36B1-5DE65FE887DE}"/>
                    </a:ext>
                  </a:extLst>
                </p14:cNvPr>
                <p14:cNvContentPartPr/>
                <p14:nvPr/>
              </p14:nvContentPartPr>
              <p14:xfrm>
                <a:off x="6060382" y="2606936"/>
                <a:ext cx="176760" cy="61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ACE5D1B-D280-0887-36B1-5DE65FE887D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051382" y="2597936"/>
                  <a:ext cx="194400" cy="7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1235749-3530-1AE1-DD99-60CCF7C053AF}"/>
              </a:ext>
            </a:extLst>
          </p:cNvPr>
          <p:cNvGrpSpPr/>
          <p:nvPr/>
        </p:nvGrpSpPr>
        <p:grpSpPr>
          <a:xfrm>
            <a:off x="5732422" y="2812136"/>
            <a:ext cx="864720" cy="340560"/>
            <a:chOff x="5732422" y="2812136"/>
            <a:chExt cx="864720" cy="34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454DE5E-1565-6F86-0D33-D9AB642E4AEA}"/>
                    </a:ext>
                  </a:extLst>
                </p14:cNvPr>
                <p14:cNvContentPartPr/>
                <p14:nvPr/>
              </p14:nvContentPartPr>
              <p14:xfrm>
                <a:off x="5732422" y="2840576"/>
                <a:ext cx="242640" cy="312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454DE5E-1565-6F86-0D33-D9AB642E4AE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723422" y="2831936"/>
                  <a:ext cx="26028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206A648-5727-F1CE-6B85-F60C9FE04F09}"/>
                    </a:ext>
                  </a:extLst>
                </p14:cNvPr>
                <p14:cNvContentPartPr/>
                <p14:nvPr/>
              </p14:nvContentPartPr>
              <p14:xfrm>
                <a:off x="5879662" y="2849216"/>
                <a:ext cx="46440" cy="57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206A648-5727-F1CE-6B85-F60C9FE04F0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870662" y="2840576"/>
                  <a:ext cx="640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453347E-8BBF-EDC9-1672-BB11FEA01D9F}"/>
                    </a:ext>
                  </a:extLst>
                </p14:cNvPr>
                <p14:cNvContentPartPr/>
                <p14:nvPr/>
              </p14:nvContentPartPr>
              <p14:xfrm>
                <a:off x="5996662" y="2881616"/>
                <a:ext cx="288720" cy="123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453347E-8BBF-EDC9-1672-BB11FEA01D9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987662" y="2872616"/>
                  <a:ext cx="3063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A531891-BE74-1D10-BA61-1ED81D976895}"/>
                    </a:ext>
                  </a:extLst>
                </p14:cNvPr>
                <p14:cNvContentPartPr/>
                <p14:nvPr/>
              </p14:nvContentPartPr>
              <p14:xfrm>
                <a:off x="6323542" y="2812136"/>
                <a:ext cx="273600" cy="1555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A531891-BE74-1D10-BA61-1ED81D97689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314902" y="2803496"/>
                  <a:ext cx="291240" cy="17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68BA8F4-C47C-954C-C747-15E572904094}"/>
              </a:ext>
            </a:extLst>
          </p:cNvPr>
          <p:cNvGrpSpPr/>
          <p:nvPr/>
        </p:nvGrpSpPr>
        <p:grpSpPr>
          <a:xfrm>
            <a:off x="8654902" y="4756136"/>
            <a:ext cx="2589120" cy="1838880"/>
            <a:chOff x="8654902" y="4756136"/>
            <a:chExt cx="2589120" cy="183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9099E98-9E32-056A-5326-3385183F7FCE}"/>
                    </a:ext>
                  </a:extLst>
                </p14:cNvPr>
                <p14:cNvContentPartPr/>
                <p14:nvPr/>
              </p14:nvContentPartPr>
              <p14:xfrm>
                <a:off x="9856222" y="4756136"/>
                <a:ext cx="85680" cy="1447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9099E98-9E32-056A-5326-3385183F7FC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847222" y="4747496"/>
                  <a:ext cx="103320" cy="146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831FFD1-BF15-CB29-DDA1-329839A333B3}"/>
                    </a:ext>
                  </a:extLst>
                </p14:cNvPr>
                <p14:cNvContentPartPr/>
                <p14:nvPr/>
              </p14:nvContentPartPr>
              <p14:xfrm>
                <a:off x="8654902" y="5687816"/>
                <a:ext cx="2589120" cy="435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831FFD1-BF15-CB29-DDA1-329839A333B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646262" y="5679176"/>
                  <a:ext cx="260676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9336DCB-CFA7-3B51-EFE2-75D0A33179EF}"/>
                    </a:ext>
                  </a:extLst>
                </p14:cNvPr>
                <p14:cNvContentPartPr/>
                <p14:nvPr/>
              </p14:nvContentPartPr>
              <p14:xfrm>
                <a:off x="9913462" y="4774496"/>
                <a:ext cx="597240" cy="914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9336DCB-CFA7-3B51-EFE2-75D0A33179E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904822" y="4765496"/>
                  <a:ext cx="614880" cy="9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1AE0E5E-604C-CD97-4E1A-08BFF4A26AA3}"/>
                    </a:ext>
                  </a:extLst>
                </p14:cNvPr>
                <p14:cNvContentPartPr/>
                <p14:nvPr/>
              </p14:nvContentPartPr>
              <p14:xfrm>
                <a:off x="9301102" y="5701136"/>
                <a:ext cx="621360" cy="8938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1AE0E5E-604C-CD97-4E1A-08BFF4A26AA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292102" y="5692496"/>
                  <a:ext cx="639000" cy="91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857CEF4-2150-63B1-F2EC-CF6CC4E94883}"/>
              </a:ext>
            </a:extLst>
          </p:cNvPr>
          <p:cNvGrpSpPr/>
          <p:nvPr/>
        </p:nvGrpSpPr>
        <p:grpSpPr>
          <a:xfrm>
            <a:off x="11147902" y="5673056"/>
            <a:ext cx="448560" cy="144360"/>
            <a:chOff x="11147902" y="5673056"/>
            <a:chExt cx="448560" cy="14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540267F-68FB-DD59-B52B-C238B4D87157}"/>
                    </a:ext>
                  </a:extLst>
                </p14:cNvPr>
                <p14:cNvContentPartPr/>
                <p14:nvPr/>
              </p14:nvContentPartPr>
              <p14:xfrm>
                <a:off x="11147902" y="5673056"/>
                <a:ext cx="138240" cy="119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540267F-68FB-DD59-B52B-C238B4D8715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138902" y="5664416"/>
                  <a:ext cx="1558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EA17EC3-5ED1-AB9E-2A61-48FF3D437E91}"/>
                    </a:ext>
                  </a:extLst>
                </p14:cNvPr>
                <p14:cNvContentPartPr/>
                <p14:nvPr/>
              </p14:nvContentPartPr>
              <p14:xfrm>
                <a:off x="11451022" y="5709416"/>
                <a:ext cx="145440" cy="104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EA17EC3-5ED1-AB9E-2A61-48FF3D437E9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442382" y="5700776"/>
                  <a:ext cx="1630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3B40E12-BC70-A8C5-99E6-5E96A7EBAC40}"/>
                    </a:ext>
                  </a:extLst>
                </p14:cNvPr>
                <p14:cNvContentPartPr/>
                <p14:nvPr/>
              </p14:nvContentPartPr>
              <p14:xfrm>
                <a:off x="11502142" y="5720216"/>
                <a:ext cx="55800" cy="97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3B40E12-BC70-A8C5-99E6-5E96A7EBAC4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493142" y="5711216"/>
                  <a:ext cx="7344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1BDDEDA-3455-5AA5-AECD-D1E5BA462D90}"/>
              </a:ext>
            </a:extLst>
          </p:cNvPr>
          <p:cNvGrpSpPr/>
          <p:nvPr/>
        </p:nvGrpSpPr>
        <p:grpSpPr>
          <a:xfrm>
            <a:off x="8824102" y="4651736"/>
            <a:ext cx="1110960" cy="241920"/>
            <a:chOff x="8824102" y="4651736"/>
            <a:chExt cx="1110960" cy="24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3F0A7CF-4E6E-E1C9-CFAE-1F93DCA73367}"/>
                    </a:ext>
                  </a:extLst>
                </p14:cNvPr>
                <p14:cNvContentPartPr/>
                <p14:nvPr/>
              </p14:nvContentPartPr>
              <p14:xfrm>
                <a:off x="9794302" y="4679096"/>
                <a:ext cx="140760" cy="124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3F0A7CF-4E6E-E1C9-CFAE-1F93DCA7336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785302" y="4670456"/>
                  <a:ext cx="1584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55F7A78-9F92-D3C3-9E99-A51E63402510}"/>
                    </a:ext>
                  </a:extLst>
                </p14:cNvPr>
                <p14:cNvContentPartPr/>
                <p14:nvPr/>
              </p14:nvContentPartPr>
              <p14:xfrm>
                <a:off x="8846062" y="4651736"/>
                <a:ext cx="58680" cy="227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55F7A78-9F92-D3C3-9E99-A51E6340251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837422" y="4642736"/>
                  <a:ext cx="763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450EE3E-8CEF-1F12-2956-B7DE2D4FC81E}"/>
                    </a:ext>
                  </a:extLst>
                </p14:cNvPr>
                <p14:cNvContentPartPr/>
                <p14:nvPr/>
              </p14:nvContentPartPr>
              <p14:xfrm>
                <a:off x="8824102" y="4784576"/>
                <a:ext cx="118080" cy="219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450EE3E-8CEF-1F12-2956-B7DE2D4FC81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815462" y="4775576"/>
                  <a:ext cx="1357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E7FF767-F4EF-3709-189F-510A7B8F85DC}"/>
                    </a:ext>
                  </a:extLst>
                </p14:cNvPr>
                <p14:cNvContentPartPr/>
                <p14:nvPr/>
              </p14:nvContentPartPr>
              <p14:xfrm>
                <a:off x="8985742" y="4774136"/>
                <a:ext cx="283320" cy="1018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E7FF767-F4EF-3709-189F-510A7B8F85D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976742" y="4765136"/>
                  <a:ext cx="3009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B2972E8-4EBD-9C94-CF69-BC52D75EA8B6}"/>
                    </a:ext>
                  </a:extLst>
                </p14:cNvPr>
                <p14:cNvContentPartPr/>
                <p14:nvPr/>
              </p14:nvContentPartPr>
              <p14:xfrm>
                <a:off x="9328822" y="4677656"/>
                <a:ext cx="86040" cy="209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B2972E8-4EBD-9C94-CF69-BC52D75EA8B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319822" y="4668656"/>
                  <a:ext cx="1036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CC0413D-184F-D270-0973-396E8F2F0833}"/>
                    </a:ext>
                  </a:extLst>
                </p14:cNvPr>
                <p14:cNvContentPartPr/>
                <p14:nvPr/>
              </p14:nvContentPartPr>
              <p14:xfrm>
                <a:off x="9420262" y="4768376"/>
                <a:ext cx="102600" cy="748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CC0413D-184F-D270-0973-396E8F2F083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411622" y="4759736"/>
                  <a:ext cx="1202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B4469BC-D370-C443-E36A-7AE3367301C5}"/>
                    </a:ext>
                  </a:extLst>
                </p14:cNvPr>
                <p14:cNvContentPartPr/>
                <p14:nvPr/>
              </p14:nvContentPartPr>
              <p14:xfrm>
                <a:off x="9479302" y="4779176"/>
                <a:ext cx="20880" cy="77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B4469BC-D370-C443-E36A-7AE3367301C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470662" y="4770176"/>
                  <a:ext cx="385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F8D32F6-5B5F-2C0C-7B9A-CB22A3DBD190}"/>
                    </a:ext>
                  </a:extLst>
                </p14:cNvPr>
                <p14:cNvContentPartPr/>
                <p14:nvPr/>
              </p14:nvContentPartPr>
              <p14:xfrm>
                <a:off x="9547702" y="4683416"/>
                <a:ext cx="72000" cy="210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F8D32F6-5B5F-2C0C-7B9A-CB22A3DBD19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539062" y="4674776"/>
                  <a:ext cx="89640" cy="2278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PREWARPING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 dirty="0">
                <a:solidFill>
                  <a:srgbClr val="122B4A"/>
                </a:solidFill>
                <a:latin typeface="Arial"/>
              </a:rPr>
              <a:t>Design the analog prototype at the frequency that maps to the desired digital edge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4444" y="1378192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16</a:t>
            </a:r>
          </a:p>
        </p:txBody>
      </p:sp>
      <p:pic>
        <p:nvPicPr>
          <p:cNvPr id="6" name="Picture 5" descr="eq_95cf1f4e17d885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80846"/>
            <a:ext cx="5212080" cy="8425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3169566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E87E37"/>
                </a:solidFill>
                <a:latin typeface="Arial"/>
              </a:rPr>
              <a:t>Design sequence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581046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3581046"/>
            <a:ext cx="50292" cy="15544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" y="3690774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 • Digital spec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4065678"/>
            <a:ext cx="233172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ω_p, ω_s, ripple / attenuation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3581046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20440" y="3581046"/>
            <a:ext cx="50292" cy="15544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66744" y="3690774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2 • Prewarp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4065678"/>
            <a:ext cx="233172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map each critical digital frequency to 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581046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80" y="3581046"/>
            <a:ext cx="50292" cy="15544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01384" y="3690774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3 • Analog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4065678"/>
            <a:ext cx="233172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design Butterworth / Chebyshev / elliptic prototype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3581046"/>
            <a:ext cx="256032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89720" y="3581046"/>
            <a:ext cx="50292" cy="15544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36024" y="3690774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4 • Bilinear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4065678"/>
            <a:ext cx="233172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substitute s(z) to obtain the digital filter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diagram depicts an Analog Pole-Zero Plot with Butterworth, Chebyshev I, and Chebyshev II filters, indicating poles and zeros at various frequencies.&#10;&#10;AI-generated content may be incorrect.">
            <a:extLst>
              <a:ext uri="{FF2B5EF4-FFF2-40B4-BE49-F238E27FC236}">
                <a16:creationId xmlns:a16="http://schemas.microsoft.com/office/drawing/2014/main" id="{0C189519-53D8-62E2-667E-C0CD7FBC0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683" y="1964437"/>
            <a:ext cx="4088189" cy="4514536"/>
          </a:xfrm>
          <a:prstGeom prst="rect">
            <a:avLst/>
          </a:prstGeom>
        </p:spPr>
      </p:pic>
      <p:pic>
        <p:nvPicPr>
          <p:cNvPr id="5" name="Picture 4" descr="The image depicts a pole-zero plot for various filter designs, showing the locations of poles and zeros for Butterworth, Chebyshev I, and Chebyshev II filters.&#10;&#10;AI-generated content may be incorrect.">
            <a:extLst>
              <a:ext uri="{FF2B5EF4-FFF2-40B4-BE49-F238E27FC236}">
                <a16:creationId xmlns:a16="http://schemas.microsoft.com/office/drawing/2014/main" id="{FFF0379C-5AD3-2BD2-B389-53C1B1EFBE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4811" y="2539250"/>
            <a:ext cx="3423803" cy="3364907"/>
          </a:xfrm>
          <a:prstGeom prst="rect">
            <a:avLst/>
          </a:prstGeom>
        </p:spPr>
      </p:pic>
      <p:sp>
        <p:nvSpPr>
          <p:cNvPr id="6" name="Arrow: Pentagon 5">
            <a:extLst>
              <a:ext uri="{FF2B5EF4-FFF2-40B4-BE49-F238E27FC236}">
                <a16:creationId xmlns:a16="http://schemas.microsoft.com/office/drawing/2014/main" id="{6ABCD24E-49FD-080B-1DE6-D2BCC5B3F047}"/>
              </a:ext>
            </a:extLst>
          </p:cNvPr>
          <p:cNvSpPr/>
          <p:nvPr/>
        </p:nvSpPr>
        <p:spPr>
          <a:xfrm>
            <a:off x="5313494" y="3798569"/>
            <a:ext cx="1719695" cy="846271"/>
          </a:xfrm>
          <a:prstGeom prst="homePlat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Bilinear Transform</a:t>
            </a:r>
          </a:p>
          <a:p>
            <a:pPr algn="ctr"/>
            <a:r>
              <a:rPr lang="en-US" dirty="0"/>
              <a:t>s to z plane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06EB8E-0177-ACDF-E220-85CF33519634}"/>
                  </a:ext>
                </a:extLst>
              </p:cNvPr>
              <p:cNvSpPr txBox="1"/>
              <p:nvPr/>
            </p:nvSpPr>
            <p:spPr>
              <a:xfrm>
                <a:off x="8289591" y="1331139"/>
                <a:ext cx="19012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=0.4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06EB8E-0177-ACDF-E220-85CF33519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591" y="1331139"/>
                <a:ext cx="19012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1DDDE6-0429-A3A2-1519-75A6A41BE4E6}"/>
                  </a:ext>
                </a:extLst>
              </p:cNvPr>
              <p:cNvSpPr txBox="1"/>
              <p:nvPr/>
            </p:nvSpPr>
            <p:spPr>
              <a:xfrm>
                <a:off x="1776982" y="1244402"/>
                <a:ext cx="2682786" cy="6186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tan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=1.453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1DDDE6-0429-A3A2-1519-75A6A41BE4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6982" y="1244402"/>
                <a:ext cx="2682786" cy="6186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Arrow: Pentagon 8">
                <a:extLst>
                  <a:ext uri="{FF2B5EF4-FFF2-40B4-BE49-F238E27FC236}">
                    <a16:creationId xmlns:a16="http://schemas.microsoft.com/office/drawing/2014/main" id="{75F3AA4E-9C49-94CD-330E-27D5D7134C1B}"/>
                  </a:ext>
                </a:extLst>
              </p:cNvPr>
              <p:cNvSpPr/>
              <p:nvPr/>
            </p:nvSpPr>
            <p:spPr>
              <a:xfrm flipH="1">
                <a:off x="5313493" y="1143000"/>
                <a:ext cx="1719694" cy="821437"/>
              </a:xfrm>
              <a:prstGeom prst="homePlat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Prewarp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Arrow: Pentagon 8">
                <a:extLst>
                  <a:ext uri="{FF2B5EF4-FFF2-40B4-BE49-F238E27FC236}">
                    <a16:creationId xmlns:a16="http://schemas.microsoft.com/office/drawing/2014/main" id="{75F3AA4E-9C49-94CD-330E-27D5D7134C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313493" y="1143000"/>
                <a:ext cx="1719694" cy="821437"/>
              </a:xfrm>
              <a:prstGeom prst="homePlat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813BE4E-B718-A3A6-E38F-0BDEA0F9CB16}"/>
              </a:ext>
            </a:extLst>
          </p:cNvPr>
          <p:cNvSpPr txBox="1"/>
          <p:nvPr/>
        </p:nvSpPr>
        <p:spPr>
          <a:xfrm>
            <a:off x="774123" y="405004"/>
            <a:ext cx="10031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Prewarping</a:t>
            </a:r>
            <a:r>
              <a:rPr lang="en-US" b="1" dirty="0"/>
              <a:t> Digital Specification and Using Bilinear Transform to Convert Analog Prototype to Digital IIR</a:t>
            </a:r>
          </a:p>
        </p:txBody>
      </p:sp>
    </p:spTree>
    <p:extLst>
      <p:ext uri="{BB962C8B-B14F-4D97-AF65-F5344CB8AC3E}">
        <p14:creationId xmlns:p14="http://schemas.microsoft.com/office/powerpoint/2010/main" val="3441481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Prewarp a desired cutoff at 0.4π rad/sample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17</a:t>
            </a:r>
          </a:p>
        </p:txBody>
      </p:sp>
      <p:pic>
        <p:nvPicPr>
          <p:cNvPr id="6" name="Picture 5" descr="eq_0de928ed302769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4023360" cy="431074"/>
          </a:xfrm>
          <a:prstGeom prst="rect">
            <a:avLst/>
          </a:prstGeom>
        </p:spPr>
      </p:pic>
      <p:pic>
        <p:nvPicPr>
          <p:cNvPr id="7" name="Picture 6" descr="eq_cbe6f5f0e454da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77440"/>
            <a:ext cx="5943600" cy="77646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3657600"/>
            <a:ext cx="50292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3767328"/>
            <a:ext cx="4800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4142232"/>
            <a:ext cx="48006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Design the analog prototype at Ω_c≈1.4531—not at 0.4π≈1.2566.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57600"/>
            <a:ext cx="50292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3657600"/>
            <a:ext cx="50292" cy="10972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4224" y="3767328"/>
            <a:ext cx="4800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4142232"/>
            <a:ext cx="48006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After the bilinear transform, the measured −3 dB point lands at approximately 0.4π.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diagram shows a comparison of different low-pass filter (LPF) pole-zero plots for various filter types (Butterworth, Chebyshev I, Chebyshev II, and Elliptic) with a normalized frequency of wc/n=0.400.&#10;&#10;AI-generated content may be incorrect.">
            <a:extLst>
              <a:ext uri="{FF2B5EF4-FFF2-40B4-BE49-F238E27FC236}">
                <a16:creationId xmlns:a16="http://schemas.microsoft.com/office/drawing/2014/main" id="{AF2F011D-970F-E9DB-584B-4D1E160F6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49" y="868546"/>
            <a:ext cx="10612581" cy="58697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E54F39-5E17-9B76-BE3D-997B4295B87F}"/>
              </a:ext>
            </a:extLst>
          </p:cNvPr>
          <p:cNvSpPr txBox="1"/>
          <p:nvPr/>
        </p:nvSpPr>
        <p:spPr>
          <a:xfrm>
            <a:off x="566305" y="202623"/>
            <a:ext cx="73867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Verify the Digital Design after Bilinear Transform</a:t>
            </a:r>
          </a:p>
        </p:txBody>
      </p:sp>
    </p:spTree>
    <p:extLst>
      <p:ext uri="{BB962C8B-B14F-4D97-AF65-F5344CB8AC3E}">
        <p14:creationId xmlns:p14="http://schemas.microsoft.com/office/powerpoint/2010/main" val="1315955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DESIGN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From digital specification to digital IIR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50292" cy="14630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Digital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ω_p, ω_s, A_p, A_s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33172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34639" y="1828800"/>
            <a:ext cx="50292" cy="14630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80943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Prewarp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0943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Ω_p, Ω_s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33172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59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66359" y="1828800"/>
            <a:ext cx="50292" cy="14630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12663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Analog prototype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2663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H_c(s)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33172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98079" y="1828800"/>
            <a:ext cx="50292" cy="146304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44383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Bilinear transform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3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H(z)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59" y="2331720"/>
            <a:ext cx="274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1828800"/>
            <a:ext cx="2011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829800" y="1828800"/>
            <a:ext cx="50292" cy="1463040"/>
          </a:xfrm>
          <a:prstGeom prst="rect">
            <a:avLst/>
          </a:prstGeom>
          <a:solidFill>
            <a:srgbClr val="7A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976104" y="1938528"/>
            <a:ext cx="1783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76104" y="2313432"/>
            <a:ext cx="1783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freqz + numerical stability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069080"/>
            <a:ext cx="1024128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 i="0">
                <a:solidFill>
                  <a:srgbClr val="122B4A"/>
                </a:solidFill>
                <a:latin typeface="Arial"/>
              </a:rPr>
              <a:t>The bilinear transform preserves stability, not exact frequency spacing. Verification is part of the design, not an optional afterthought.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Explicit analog prototype → bilinear transform in SciPy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6035040" cy="3566160"/>
          </a:xfrm>
          <a:prstGeom prst="roundRect">
            <a:avLst/>
          </a:prstGeom>
          <a:solidFill>
            <a:srgbClr val="1B232E"/>
          </a:solidFill>
          <a:ln w="12700">
            <a:solidFill>
              <a:srgbClr val="1B2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81328"/>
            <a:ext cx="576072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FFFFFF"/>
                </a:solidFill>
                <a:latin typeface="Courier New"/>
              </a:rPr>
              <a:t>wc = 0.4*np.pi
T = 1.0
Omega_c = (2/T)*np.tan(wc/2)
b_a, a_a = signal.butter(4, Omega_c, analog=True)
b_z, a_z = signal.bilinear(b_a, a_a, fs=1/T)
w, H = signal.freqz(b_z, a_z)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463040"/>
            <a:ext cx="411480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40880" y="1463040"/>
            <a:ext cx="50292" cy="14630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87184" y="1572768"/>
            <a:ext cx="38862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Why show the explicit path?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87184" y="1947672"/>
            <a:ext cx="388620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It makes prewarping and the analog prototype visible instead of hiding the mathematics inside one convenience function.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3246120"/>
            <a:ext cx="411480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40880" y="3246120"/>
            <a:ext cx="50292" cy="141732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87184" y="3355848"/>
            <a:ext cx="38862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Implementation 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4" y="3730752"/>
            <a:ext cx="388620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deployment, prefer numerically robust second-order-section forms when order becomes substantial.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prewarped design hits the intended digital cutoff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20</a:t>
            </a:r>
          </a:p>
        </p:txBody>
      </p:sp>
      <p:pic>
        <p:nvPicPr>
          <p:cNvPr id="6" name="Picture 5" descr="iir_prewarp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589520" cy="43122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554480"/>
            <a:ext cx="2834640" cy="1005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58200" y="1554480"/>
            <a:ext cx="50292" cy="10058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04504" y="16642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4504" y="2039112"/>
            <a:ext cx="26060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Desired digital cutoff: ω_c = 0.4π.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834640"/>
            <a:ext cx="283464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58200" y="2834640"/>
            <a:ext cx="50292" cy="10972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04504" y="294436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Measured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4504" y="3319272"/>
            <a:ext cx="260604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script finds the −3 dB point at ≈0.3999π.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29768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58200" y="429768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04504" y="44074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504" y="478231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Always verify the digital response after mapping.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IIR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Efficient magnitude selectivity does not usually preserve waveform shape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21</a:t>
            </a:r>
          </a:p>
        </p:txBody>
      </p:sp>
      <p:pic>
        <p:nvPicPr>
          <p:cNvPr id="6" name="Picture 5" descr="iir_nonlinear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040880" cy="40005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0" y="1554480"/>
            <a:ext cx="329184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46720" y="155448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93024" y="166420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Nonlinear 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3024" y="2039112"/>
            <a:ext cx="306324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phase is not a straight line in ω, so group delay varies with frequency.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108960"/>
            <a:ext cx="3291840" cy="15087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3108960"/>
            <a:ext cx="50292" cy="15087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93024" y="321868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3593592"/>
            <a:ext cx="3063240" cy="9418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If timing relationships are part of the feature, causal IIR preprocessing can alter them. That may or may not matter depending on the task.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IIR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Frequency-dependent group delay makes the distortion easier to see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22</a:t>
            </a:r>
          </a:p>
        </p:txBody>
      </p:sp>
      <p:pic>
        <p:nvPicPr>
          <p:cNvPr id="6" name="Picture 5" descr="iir_group_de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7315200" cy="415636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645920"/>
            <a:ext cx="301752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0" y="164592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75904" y="1755648"/>
            <a:ext cx="2788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Contrast with Lecture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5904" y="2130552"/>
            <a:ext cx="278892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symmetric FIR had nearly constant τ_g. Here the delay changes across the passband/transition.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383280"/>
            <a:ext cx="301752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3383280"/>
            <a:ext cx="50292" cy="14630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75904" y="3493008"/>
            <a:ext cx="2788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Practical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3867912"/>
            <a:ext cx="278892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Does the downstream model care about absolute timing, relative timing, or only long-term spectral statistics?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FCA50B-3C04-DE38-4DE0-57D337AD05A5}"/>
              </a:ext>
            </a:extLst>
          </p:cNvPr>
          <p:cNvSpPr txBox="1"/>
          <p:nvPr/>
        </p:nvSpPr>
        <p:spPr>
          <a:xfrm>
            <a:off x="587087" y="455363"/>
            <a:ext cx="68060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Group Delay for the Different IIR Filter Types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C7D522-9EBC-88F1-1AA2-4D54D4149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87" y="1213976"/>
            <a:ext cx="8773952" cy="532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1102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8169D0-4BD5-0E76-28CD-95BD9C206F16}"/>
                  </a:ext>
                </a:extLst>
              </p:cNvPr>
              <p:cNvSpPr txBox="1"/>
              <p:nvPr/>
            </p:nvSpPr>
            <p:spPr>
              <a:xfrm>
                <a:off x="529936" y="429385"/>
                <a:ext cx="666951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What Happens if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en-US" sz="2800" b="1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</m:t>
                    </m:r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sz="2800" b="1" dirty="0"/>
                  <a:t> ?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8169D0-4BD5-0E76-28CD-95BD9C206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36" y="429385"/>
                <a:ext cx="6669518" cy="523220"/>
              </a:xfrm>
              <a:prstGeom prst="rect">
                <a:avLst/>
              </a:prstGeom>
              <a:blipFill>
                <a:blip r:embed="rId2"/>
                <a:stretch>
                  <a:fillRect l="-1920" t="-10465" r="-823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8858865-0D0C-FC85-4A47-05C034DF4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936" y="1407967"/>
            <a:ext cx="8672909" cy="48284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0538E2F3-9880-35F2-4722-C5662FAE0AEB}"/>
                  </a:ext>
                </a:extLst>
              </p:cNvPr>
              <p:cNvSpPr/>
              <p:nvPr/>
            </p:nvSpPr>
            <p:spPr>
              <a:xfrm>
                <a:off x="9419359" y="3044537"/>
                <a:ext cx="2348346" cy="1319645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Poles congregate near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. Finite numerical precision can lead to instability.</a:t>
                </a: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0538E2F3-9880-35F2-4722-C5662FAE0A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9359" y="3044537"/>
                <a:ext cx="2348346" cy="131964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18840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OFFLINE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Forward-backward filtering cancels phase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23</a:t>
            </a:r>
          </a:p>
        </p:txBody>
      </p:sp>
      <p:pic>
        <p:nvPicPr>
          <p:cNvPr id="6" name="Picture 5" descr="eq_5885df518f8066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6400800" cy="818147"/>
          </a:xfrm>
          <a:prstGeom prst="rect">
            <a:avLst/>
          </a:prstGeom>
        </p:spPr>
      </p:pic>
      <p:pic>
        <p:nvPicPr>
          <p:cNvPr id="7" name="Picture 6" descr="eq_bb091832dc5180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60320"/>
            <a:ext cx="7498079" cy="95840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0" y="1508760"/>
            <a:ext cx="283464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412480" y="150876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58784" y="161848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Net phase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8784" y="1993392"/>
            <a:ext cx="260604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real-coefficient filters, the phases cancel: zero-phase distortion.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880360"/>
            <a:ext cx="28346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412480" y="2880360"/>
            <a:ext cx="50292" cy="11887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58784" y="299008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But magnitude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8784" y="3364992"/>
            <a:ext cx="26060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magnitude is squared, so attenuation in dB is approximately doubled.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4343400"/>
            <a:ext cx="283464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12480" y="4343400"/>
            <a:ext cx="50292" cy="10972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58784" y="445312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And causality is gone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4828032"/>
            <a:ext cx="260604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backward pass uses future samples relative to a streaming implementation.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92CCD37-2EA7-32FE-D514-731D68B10250}"/>
              </a:ext>
            </a:extLst>
          </p:cNvPr>
          <p:cNvGrpSpPr/>
          <p:nvPr/>
        </p:nvGrpSpPr>
        <p:grpSpPr>
          <a:xfrm>
            <a:off x="665100" y="3784328"/>
            <a:ext cx="1531080" cy="272880"/>
            <a:chOff x="665100" y="3784328"/>
            <a:chExt cx="1531080" cy="27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7279F10-D283-2DA5-0FA7-C860B723A3D4}"/>
                    </a:ext>
                  </a:extLst>
                </p14:cNvPr>
                <p14:cNvContentPartPr/>
                <p14:nvPr/>
              </p14:nvContentPartPr>
              <p14:xfrm>
                <a:off x="665100" y="3929408"/>
                <a:ext cx="254520" cy="127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7279F10-D283-2DA5-0FA7-C860B723A3D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6460" y="3920768"/>
                  <a:ext cx="2721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955F26D-21BF-54D4-4E74-3C5E984F4FB3}"/>
                    </a:ext>
                  </a:extLst>
                </p14:cNvPr>
                <p14:cNvContentPartPr/>
                <p14:nvPr/>
              </p14:nvContentPartPr>
              <p14:xfrm>
                <a:off x="926820" y="3801248"/>
                <a:ext cx="242280" cy="240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955F26D-21BF-54D4-4E74-3C5E984F4FB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18180" y="3792248"/>
                  <a:ext cx="2599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B34FC72-FFBF-F487-4888-FDCD7BC3163C}"/>
                    </a:ext>
                  </a:extLst>
                </p14:cNvPr>
                <p14:cNvContentPartPr/>
                <p14:nvPr/>
              </p14:nvContentPartPr>
              <p14:xfrm>
                <a:off x="1301220" y="3924728"/>
                <a:ext cx="107280" cy="114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B34FC72-FFBF-F487-4888-FDCD7BC3163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92580" y="3915728"/>
                  <a:ext cx="1249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7EAAD94-57B2-0D9C-ED96-635699D3AB95}"/>
                    </a:ext>
                  </a:extLst>
                </p14:cNvPr>
                <p14:cNvContentPartPr/>
                <p14:nvPr/>
              </p14:nvContentPartPr>
              <p14:xfrm>
                <a:off x="1467900" y="3784328"/>
                <a:ext cx="400320" cy="242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7EAAD94-57B2-0D9C-ED96-635699D3AB9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59260" y="3775328"/>
                  <a:ext cx="4179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335AF6D-2EAC-BAB9-CAF3-8B6BE6ABE400}"/>
                    </a:ext>
                  </a:extLst>
                </p14:cNvPr>
                <p14:cNvContentPartPr/>
                <p14:nvPr/>
              </p14:nvContentPartPr>
              <p14:xfrm>
                <a:off x="1839060" y="3922568"/>
                <a:ext cx="42120" cy="658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335AF6D-2EAC-BAB9-CAF3-8B6BE6ABE40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30060" y="3913568"/>
                  <a:ext cx="597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41EAF35-D4DE-2746-E2EC-88B3D7D40915}"/>
                    </a:ext>
                  </a:extLst>
                </p14:cNvPr>
                <p14:cNvContentPartPr/>
                <p14:nvPr/>
              </p14:nvContentPartPr>
              <p14:xfrm>
                <a:off x="1948140" y="3931208"/>
                <a:ext cx="125640" cy="84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41EAF35-D4DE-2746-E2EC-88B3D7D4091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39140" y="3922208"/>
                  <a:ext cx="1432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15E3264-A5C1-65A4-E231-2347441D454B}"/>
                    </a:ext>
                  </a:extLst>
                </p14:cNvPr>
                <p14:cNvContentPartPr/>
                <p14:nvPr/>
              </p14:nvContentPartPr>
              <p14:xfrm>
                <a:off x="2089260" y="3798728"/>
                <a:ext cx="106920" cy="2062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15E3264-A5C1-65A4-E231-2347441D454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80260" y="3790088"/>
                  <a:ext cx="12456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33DBA27-5F1E-A694-749F-BA1A6D12FB46}"/>
              </a:ext>
            </a:extLst>
          </p:cNvPr>
          <p:cNvGrpSpPr/>
          <p:nvPr/>
        </p:nvGrpSpPr>
        <p:grpSpPr>
          <a:xfrm>
            <a:off x="2409300" y="3748688"/>
            <a:ext cx="1556280" cy="337320"/>
            <a:chOff x="2409300" y="3748688"/>
            <a:chExt cx="1556280" cy="33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7517F23-494A-DE80-ED86-E564F486F718}"/>
                    </a:ext>
                  </a:extLst>
                </p14:cNvPr>
                <p14:cNvContentPartPr/>
                <p14:nvPr/>
              </p14:nvContentPartPr>
              <p14:xfrm>
                <a:off x="2409300" y="3886928"/>
                <a:ext cx="110520" cy="123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7517F23-494A-DE80-ED86-E564F486F71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00300" y="3877928"/>
                  <a:ext cx="1281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E66A2A4-63B0-51CC-C3F9-C270F3E9F682}"/>
                    </a:ext>
                  </a:extLst>
                </p14:cNvPr>
                <p14:cNvContentPartPr/>
                <p14:nvPr/>
              </p14:nvContentPartPr>
              <p14:xfrm>
                <a:off x="2560140" y="3911408"/>
                <a:ext cx="114840" cy="74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E66A2A4-63B0-51CC-C3F9-C270F3E9F68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51500" y="3902408"/>
                  <a:ext cx="1324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C65B423-160D-4CA2-756F-2E96D37D6641}"/>
                    </a:ext>
                  </a:extLst>
                </p14:cNvPr>
                <p14:cNvContentPartPr/>
                <p14:nvPr/>
              </p14:nvContentPartPr>
              <p14:xfrm>
                <a:off x="2727900" y="3896648"/>
                <a:ext cx="119520" cy="100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C65B423-160D-4CA2-756F-2E96D37D664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18900" y="3887648"/>
                  <a:ext cx="1371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4FC9CDA-16D9-186D-4594-31493C5B338D}"/>
                    </a:ext>
                  </a:extLst>
                </p14:cNvPr>
                <p14:cNvContentPartPr/>
                <p14:nvPr/>
              </p14:nvContentPartPr>
              <p14:xfrm>
                <a:off x="2870460" y="3763808"/>
                <a:ext cx="109440" cy="294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4FC9CDA-16D9-186D-4594-31493C5B338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61820" y="3755168"/>
                  <a:ext cx="1270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BE4121D-EDCA-D73A-A6E9-EA67E7CB158E}"/>
                    </a:ext>
                  </a:extLst>
                </p14:cNvPr>
                <p14:cNvContentPartPr/>
                <p14:nvPr/>
              </p14:nvContentPartPr>
              <p14:xfrm>
                <a:off x="2890980" y="3969728"/>
                <a:ext cx="65520" cy="259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BE4121D-EDCA-D73A-A6E9-EA67E7CB158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81980" y="3960728"/>
                  <a:ext cx="831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AB0A517-BD36-4B48-31DF-5C79101B08D1}"/>
                    </a:ext>
                  </a:extLst>
                </p14:cNvPr>
                <p14:cNvContentPartPr/>
                <p14:nvPr/>
              </p14:nvContentPartPr>
              <p14:xfrm>
                <a:off x="2932020" y="3748688"/>
                <a:ext cx="159120" cy="337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AB0A517-BD36-4B48-31DF-5C79101B08D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23380" y="3739688"/>
                  <a:ext cx="17676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6EB4E6E-0D45-2D86-6EEC-C2FD5E2DD758}"/>
                    </a:ext>
                  </a:extLst>
                </p14:cNvPr>
                <p14:cNvContentPartPr/>
                <p14:nvPr/>
              </p14:nvContentPartPr>
              <p14:xfrm>
                <a:off x="3158820" y="3963968"/>
                <a:ext cx="26640" cy="57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6EB4E6E-0D45-2D86-6EEC-C2FD5E2DD75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149820" y="3954968"/>
                  <a:ext cx="442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B6D853C-0017-9474-CD3E-C4CD966574DD}"/>
                    </a:ext>
                  </a:extLst>
                </p14:cNvPr>
                <p14:cNvContentPartPr/>
                <p14:nvPr/>
              </p14:nvContentPartPr>
              <p14:xfrm>
                <a:off x="3137940" y="3828968"/>
                <a:ext cx="4320" cy="6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B6D853C-0017-9474-CD3E-C4CD966574D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28940" y="3819968"/>
                  <a:ext cx="219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7D18730-C13C-B3DE-1389-F60DE73C7148}"/>
                    </a:ext>
                  </a:extLst>
                </p14:cNvPr>
                <p14:cNvContentPartPr/>
                <p14:nvPr/>
              </p14:nvContentPartPr>
              <p14:xfrm>
                <a:off x="3237300" y="3920768"/>
                <a:ext cx="171360" cy="100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7D18730-C13C-B3DE-1389-F60DE73C714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228300" y="3911768"/>
                  <a:ext cx="1890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2E88406-7D72-C36C-30FE-D897CE3C4A5D}"/>
                    </a:ext>
                  </a:extLst>
                </p14:cNvPr>
                <p14:cNvContentPartPr/>
                <p14:nvPr/>
              </p14:nvContentPartPr>
              <p14:xfrm>
                <a:off x="3339180" y="3792608"/>
                <a:ext cx="6840" cy="21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2E88406-7D72-C36C-30FE-D897CE3C4A5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30540" y="3783608"/>
                  <a:ext cx="244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506884B-D7A6-F994-2500-B48147ECBE73}"/>
                    </a:ext>
                  </a:extLst>
                </p14:cNvPr>
                <p14:cNvContentPartPr/>
                <p14:nvPr/>
              </p14:nvContentPartPr>
              <p14:xfrm>
                <a:off x="3448260" y="3888728"/>
                <a:ext cx="241560" cy="1224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506884B-D7A6-F994-2500-B48147ECBE7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439620" y="3879728"/>
                  <a:ext cx="2592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EC1622C-4918-B2B9-72AB-0D49D35E4918}"/>
                    </a:ext>
                  </a:extLst>
                </p14:cNvPr>
                <p14:cNvContentPartPr/>
                <p14:nvPr/>
              </p14:nvContentPartPr>
              <p14:xfrm>
                <a:off x="3753180" y="3792608"/>
                <a:ext cx="74880" cy="190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EC1622C-4918-B2B9-72AB-0D49D35E491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744540" y="3783608"/>
                  <a:ext cx="925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5E0322E-9D3C-884D-19CE-6538ECD753A8}"/>
                    </a:ext>
                  </a:extLst>
                </p14:cNvPr>
                <p14:cNvContentPartPr/>
                <p14:nvPr/>
              </p14:nvContentPartPr>
              <p14:xfrm>
                <a:off x="3710700" y="3895928"/>
                <a:ext cx="123840" cy="11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5E0322E-9D3C-884D-19CE-6538ECD753A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701700" y="3887288"/>
                  <a:ext cx="1414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9F46721-41BE-4A89-4C13-3BC99A6F9A2F}"/>
                    </a:ext>
                  </a:extLst>
                </p14:cNvPr>
                <p14:cNvContentPartPr/>
                <p14:nvPr/>
              </p14:nvContentPartPr>
              <p14:xfrm>
                <a:off x="3900420" y="3897728"/>
                <a:ext cx="65160" cy="124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9F46721-41BE-4A89-4C13-3BC99A6F9A2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891420" y="3888728"/>
                  <a:ext cx="82800" cy="14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A786F2CF-E89D-0A5B-0159-A3231382D9B7}"/>
                  </a:ext>
                </a:extLst>
              </p14:cNvPr>
              <p14:cNvContentPartPr/>
              <p14:nvPr/>
            </p14:nvContentPartPr>
            <p14:xfrm>
              <a:off x="4221540" y="3808088"/>
              <a:ext cx="2520" cy="10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A786F2CF-E89D-0A5B-0159-A3231382D9B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212900" y="3799088"/>
                <a:ext cx="20160" cy="1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ECC5BB43-C1B2-CB0A-8783-F7E1BA16BB08}"/>
              </a:ext>
            </a:extLst>
          </p:cNvPr>
          <p:cNvGrpSpPr/>
          <p:nvPr/>
        </p:nvGrpSpPr>
        <p:grpSpPr>
          <a:xfrm>
            <a:off x="4262940" y="3894128"/>
            <a:ext cx="215640" cy="75960"/>
            <a:chOff x="4262940" y="3894128"/>
            <a:chExt cx="215640" cy="7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9A652A7-EE22-4EF8-8AC6-4B94FEC3724F}"/>
                    </a:ext>
                  </a:extLst>
                </p14:cNvPr>
                <p14:cNvContentPartPr/>
                <p14:nvPr/>
              </p14:nvContentPartPr>
              <p14:xfrm>
                <a:off x="4262940" y="3922568"/>
                <a:ext cx="21600" cy="47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9A652A7-EE22-4EF8-8AC6-4B94FEC3724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254300" y="3913568"/>
                  <a:ext cx="392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1683B05-21F1-52B1-B3F4-7A6B84EFE313}"/>
                    </a:ext>
                  </a:extLst>
                </p14:cNvPr>
                <p14:cNvContentPartPr/>
                <p14:nvPr/>
              </p14:nvContentPartPr>
              <p14:xfrm>
                <a:off x="4337100" y="3894128"/>
                <a:ext cx="141480" cy="655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1683B05-21F1-52B1-B3F4-7A6B84EFE31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328460" y="3885488"/>
                  <a:ext cx="159120" cy="8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FBC88FEB-1FFB-2B2B-ED33-E6FED12E82F9}"/>
              </a:ext>
            </a:extLst>
          </p:cNvPr>
          <p:cNvGrpSpPr/>
          <p:nvPr/>
        </p:nvGrpSpPr>
        <p:grpSpPr>
          <a:xfrm>
            <a:off x="4904100" y="3564008"/>
            <a:ext cx="1034280" cy="508320"/>
            <a:chOff x="4904100" y="3564008"/>
            <a:chExt cx="1034280" cy="50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E9CDDE8-23A3-0EFF-A5F9-8DA9F3321AF2}"/>
                    </a:ext>
                  </a:extLst>
                </p14:cNvPr>
                <p14:cNvContentPartPr/>
                <p14:nvPr/>
              </p14:nvContentPartPr>
              <p14:xfrm>
                <a:off x="4904100" y="3803048"/>
                <a:ext cx="122040" cy="2692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E9CDDE8-23A3-0EFF-A5F9-8DA9F3321AF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895100" y="3794408"/>
                  <a:ext cx="1396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D3A78EA-6020-B3A1-B3DD-0702D3A4FD76}"/>
                    </a:ext>
                  </a:extLst>
                </p14:cNvPr>
                <p14:cNvContentPartPr/>
                <p14:nvPr/>
              </p14:nvContentPartPr>
              <p14:xfrm>
                <a:off x="4971780" y="3949568"/>
                <a:ext cx="110880" cy="97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D3A78EA-6020-B3A1-B3DD-0702D3A4FD7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963140" y="3940568"/>
                  <a:ext cx="1285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D1FDA03-A651-CD5E-B628-E797EA0723D0}"/>
                    </a:ext>
                  </a:extLst>
                </p14:cNvPr>
                <p14:cNvContentPartPr/>
                <p14:nvPr/>
              </p14:nvContentPartPr>
              <p14:xfrm>
                <a:off x="5013540" y="3797648"/>
                <a:ext cx="119160" cy="2329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D1FDA03-A651-CD5E-B628-E797EA0723D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004540" y="3789008"/>
                  <a:ext cx="13680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1620F0A-4F6A-6435-D658-BAFC53B5B663}"/>
                    </a:ext>
                  </a:extLst>
                </p14:cNvPr>
                <p14:cNvContentPartPr/>
                <p14:nvPr/>
              </p14:nvContentPartPr>
              <p14:xfrm>
                <a:off x="5143500" y="3752648"/>
                <a:ext cx="150840" cy="3164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1620F0A-4F6A-6435-D658-BAFC53B5B66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134500" y="3743648"/>
                  <a:ext cx="16848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91AA281-4959-6452-F947-402B816E575B}"/>
                    </a:ext>
                  </a:extLst>
                </p14:cNvPr>
                <p14:cNvContentPartPr/>
                <p14:nvPr/>
              </p14:nvContentPartPr>
              <p14:xfrm>
                <a:off x="5283540" y="3885848"/>
                <a:ext cx="217080" cy="1458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91AA281-4959-6452-F947-402B816E575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274900" y="3877208"/>
                  <a:ext cx="2347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7908920-84C7-B060-975C-B5DB9C018FB2}"/>
                    </a:ext>
                  </a:extLst>
                </p14:cNvPr>
                <p14:cNvContentPartPr/>
                <p14:nvPr/>
              </p14:nvContentPartPr>
              <p14:xfrm>
                <a:off x="5403060" y="3709448"/>
                <a:ext cx="111240" cy="1929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7908920-84C7-B060-975C-B5DB9C018FB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394420" y="3700448"/>
                  <a:ext cx="1288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E0C2FC3-F1BF-1004-1B4B-214890CA06D6}"/>
                    </a:ext>
                  </a:extLst>
                </p14:cNvPr>
                <p14:cNvContentPartPr/>
                <p14:nvPr/>
              </p14:nvContentPartPr>
              <p14:xfrm>
                <a:off x="5351220" y="3564008"/>
                <a:ext cx="14040" cy="64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E0C2FC3-F1BF-1004-1B4B-214890CA06D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342220" y="3555008"/>
                  <a:ext cx="316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2A24827-CF45-ECD9-90EE-C2C84D511E8B}"/>
                    </a:ext>
                  </a:extLst>
                </p14:cNvPr>
                <p14:cNvContentPartPr/>
                <p14:nvPr/>
              </p14:nvContentPartPr>
              <p14:xfrm>
                <a:off x="5525100" y="3637088"/>
                <a:ext cx="174240" cy="1098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2A24827-CF45-ECD9-90EE-C2C84D511E8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516460" y="3628088"/>
                  <a:ext cx="1918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30B931D5-F3FC-0E18-1018-85C3F0FCABE3}"/>
                    </a:ext>
                  </a:extLst>
                </p14:cNvPr>
                <p14:cNvContentPartPr/>
                <p14:nvPr/>
              </p14:nvContentPartPr>
              <p14:xfrm>
                <a:off x="5797980" y="3704048"/>
                <a:ext cx="140400" cy="3614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30B931D5-F3FC-0E18-1018-85C3F0FCABE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788980" y="3695408"/>
                  <a:ext cx="158040" cy="37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3C57D63D-D2C8-02BF-14B5-219A1248ACBE}"/>
              </a:ext>
            </a:extLst>
          </p:cNvPr>
          <p:cNvGrpSpPr/>
          <p:nvPr/>
        </p:nvGrpSpPr>
        <p:grpSpPr>
          <a:xfrm>
            <a:off x="881100" y="4255208"/>
            <a:ext cx="1022040" cy="428400"/>
            <a:chOff x="881100" y="4255208"/>
            <a:chExt cx="1022040" cy="42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F7321E8-F939-175B-4296-EF385FB9D5E4}"/>
                    </a:ext>
                  </a:extLst>
                </p14:cNvPr>
                <p14:cNvContentPartPr/>
                <p14:nvPr/>
              </p14:nvContentPartPr>
              <p14:xfrm>
                <a:off x="881100" y="4446728"/>
                <a:ext cx="97560" cy="1929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F7321E8-F939-175B-4296-EF385FB9D5E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72100" y="4437728"/>
                  <a:ext cx="1152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C582DA9-856F-B7B5-1D89-81F4C431FD6F}"/>
                    </a:ext>
                  </a:extLst>
                </p14:cNvPr>
                <p14:cNvContentPartPr/>
                <p14:nvPr/>
              </p14:nvContentPartPr>
              <p14:xfrm>
                <a:off x="935100" y="4577048"/>
                <a:ext cx="119880" cy="298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C582DA9-856F-B7B5-1D89-81F4C431FD6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26100" y="4568048"/>
                  <a:ext cx="1375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D363D0C-7702-155C-44A7-DB7813EE78EE}"/>
                    </a:ext>
                  </a:extLst>
                </p14:cNvPr>
                <p14:cNvContentPartPr/>
                <p14:nvPr/>
              </p14:nvContentPartPr>
              <p14:xfrm>
                <a:off x="1012860" y="4452488"/>
                <a:ext cx="93960" cy="16848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D363D0C-7702-155C-44A7-DB7813EE78E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04220" y="4443488"/>
                  <a:ext cx="1116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0D7159C-C3F6-4827-47AF-3DC4C11EE319}"/>
                    </a:ext>
                  </a:extLst>
                </p14:cNvPr>
                <p14:cNvContentPartPr/>
                <p14:nvPr/>
              </p14:nvContentPartPr>
              <p14:xfrm>
                <a:off x="1149300" y="4369328"/>
                <a:ext cx="118440" cy="2818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0D7159C-C3F6-4827-47AF-3DC4C11EE31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40300" y="4360328"/>
                  <a:ext cx="13608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0F4A0F9-9772-A94A-9A64-A6BE56F94586}"/>
                    </a:ext>
                  </a:extLst>
                </p14:cNvPr>
                <p14:cNvContentPartPr/>
                <p14:nvPr/>
              </p14:nvContentPartPr>
              <p14:xfrm>
                <a:off x="1293660" y="4515488"/>
                <a:ext cx="140400" cy="1252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0F4A0F9-9772-A94A-9A64-A6BE56F9458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284660" y="4506848"/>
                  <a:ext cx="1580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8289B0F-D8F4-7E5F-3478-E3B3D8E4249C}"/>
                    </a:ext>
                  </a:extLst>
                </p14:cNvPr>
                <p14:cNvContentPartPr/>
                <p14:nvPr/>
              </p14:nvContentPartPr>
              <p14:xfrm>
                <a:off x="1416780" y="4379768"/>
                <a:ext cx="120960" cy="1645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8289B0F-D8F4-7E5F-3478-E3B3D8E4249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408140" y="4370768"/>
                  <a:ext cx="1386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17AFCDA-96EF-C387-EA84-7B6D72D307D3}"/>
                    </a:ext>
                  </a:extLst>
                </p14:cNvPr>
                <p14:cNvContentPartPr/>
                <p14:nvPr/>
              </p14:nvContentPartPr>
              <p14:xfrm>
                <a:off x="1398780" y="4255208"/>
                <a:ext cx="14400" cy="104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17AFCDA-96EF-C387-EA84-7B6D72D307D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390140" y="4246208"/>
                  <a:ext cx="320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A824F4D-2EAF-0F7C-2741-767843FD55B6}"/>
                    </a:ext>
                  </a:extLst>
                </p14:cNvPr>
                <p14:cNvContentPartPr/>
                <p14:nvPr/>
              </p14:nvContentPartPr>
              <p14:xfrm>
                <a:off x="1556100" y="4343408"/>
                <a:ext cx="200160" cy="928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A824F4D-2EAF-0F7C-2741-767843FD55B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547100" y="4334768"/>
                  <a:ext cx="2178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EFF69F3-C4AC-2AAF-DC5D-EDA4547329CE}"/>
                    </a:ext>
                  </a:extLst>
                </p14:cNvPr>
                <p14:cNvContentPartPr/>
                <p14:nvPr/>
              </p14:nvContentPartPr>
              <p14:xfrm>
                <a:off x="1792260" y="4296608"/>
                <a:ext cx="110880" cy="3870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EFF69F3-C4AC-2AAF-DC5D-EDA4547329C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783260" y="4287608"/>
                  <a:ext cx="128520" cy="40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00E08B1B-C944-ABFD-7CA2-4FC0B80341E9}"/>
              </a:ext>
            </a:extLst>
          </p:cNvPr>
          <p:cNvGrpSpPr/>
          <p:nvPr/>
        </p:nvGrpSpPr>
        <p:grpSpPr>
          <a:xfrm>
            <a:off x="2129580" y="4486328"/>
            <a:ext cx="109800" cy="80640"/>
            <a:chOff x="2129580" y="4486328"/>
            <a:chExt cx="109800" cy="8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15A9027-95B8-6115-FEAD-CC9D1089B62F}"/>
                    </a:ext>
                  </a:extLst>
                </p14:cNvPr>
                <p14:cNvContentPartPr/>
                <p14:nvPr/>
              </p14:nvContentPartPr>
              <p14:xfrm>
                <a:off x="2145420" y="4555808"/>
                <a:ext cx="83880" cy="111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15A9027-95B8-6115-FEAD-CC9D1089B62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136420" y="4546808"/>
                  <a:ext cx="1015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2379FE8-7958-EEE2-AA94-1E603B59B626}"/>
                    </a:ext>
                  </a:extLst>
                </p14:cNvPr>
                <p14:cNvContentPartPr/>
                <p14:nvPr/>
              </p14:nvContentPartPr>
              <p14:xfrm>
                <a:off x="2129580" y="4486328"/>
                <a:ext cx="109800" cy="1044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2379FE8-7958-EEE2-AA94-1E603B59B62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120580" y="4477688"/>
                  <a:ext cx="127440" cy="2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183285CB-E55D-15BC-CC1B-BB5828FED88E}"/>
                  </a:ext>
                </a:extLst>
              </p14:cNvPr>
              <p14:cNvContentPartPr/>
              <p14:nvPr/>
            </p14:nvContentPartPr>
            <p14:xfrm>
              <a:off x="2482380" y="4357808"/>
              <a:ext cx="277560" cy="19404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183285CB-E55D-15BC-CC1B-BB5828FED88E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2473380" y="4349168"/>
                <a:ext cx="29520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1D498910-D7D8-B708-72C5-9B52E23FE73D}"/>
                  </a:ext>
                </a:extLst>
              </p14:cNvPr>
              <p14:cNvContentPartPr/>
              <p14:nvPr/>
            </p14:nvContentPartPr>
            <p14:xfrm>
              <a:off x="2582100" y="4663088"/>
              <a:ext cx="161280" cy="5976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1D498910-D7D8-B708-72C5-9B52E23FE73D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2573100" y="4654448"/>
                <a:ext cx="178920" cy="7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oup 142">
            <a:extLst>
              <a:ext uri="{FF2B5EF4-FFF2-40B4-BE49-F238E27FC236}">
                <a16:creationId xmlns:a16="http://schemas.microsoft.com/office/drawing/2014/main" id="{3D4A52CB-CBD8-55B7-AE92-0141E131F151}"/>
              </a:ext>
            </a:extLst>
          </p:cNvPr>
          <p:cNvGrpSpPr/>
          <p:nvPr/>
        </p:nvGrpSpPr>
        <p:grpSpPr>
          <a:xfrm>
            <a:off x="2989620" y="4325768"/>
            <a:ext cx="636120" cy="268200"/>
            <a:chOff x="2989620" y="4325768"/>
            <a:chExt cx="636120" cy="26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E204A2C-84E3-5422-AD82-E618D00DADF1}"/>
                    </a:ext>
                  </a:extLst>
                </p14:cNvPr>
                <p14:cNvContentPartPr/>
                <p14:nvPr/>
              </p14:nvContentPartPr>
              <p14:xfrm>
                <a:off x="2989620" y="4358888"/>
                <a:ext cx="192600" cy="2350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E204A2C-84E3-5422-AD82-E618D00DADF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980980" y="4349888"/>
                  <a:ext cx="2102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758ECB9-4605-7702-A0DA-ACFCB8733704}"/>
                    </a:ext>
                  </a:extLst>
                </p14:cNvPr>
                <p14:cNvContentPartPr/>
                <p14:nvPr/>
              </p14:nvContentPartPr>
              <p14:xfrm>
                <a:off x="3159180" y="4332608"/>
                <a:ext cx="173880" cy="22500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758ECB9-4605-7702-A0DA-ACFCB873370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150540" y="4323968"/>
                  <a:ext cx="1915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C62FB73-8396-60DC-ED9C-1A2B1D04FEBF}"/>
                    </a:ext>
                  </a:extLst>
                </p14:cNvPr>
                <p14:cNvContentPartPr/>
                <p14:nvPr/>
              </p14:nvContentPartPr>
              <p14:xfrm>
                <a:off x="3351060" y="4478408"/>
                <a:ext cx="177120" cy="788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C62FB73-8396-60DC-ED9C-1A2B1D04FEB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342060" y="4469408"/>
                  <a:ext cx="1947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813E9FD-D1CE-C638-79B4-D8C56C85D7D5}"/>
                    </a:ext>
                  </a:extLst>
                </p14:cNvPr>
                <p14:cNvContentPartPr/>
                <p14:nvPr/>
              </p14:nvContentPartPr>
              <p14:xfrm>
                <a:off x="3423780" y="4325768"/>
                <a:ext cx="201960" cy="2469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813E9FD-D1CE-C638-79B4-D8C56C85D7D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414780" y="4316768"/>
                  <a:ext cx="219600" cy="26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F8BB7898-ED47-F6E1-76F4-AD6605E05AAB}"/>
              </a:ext>
            </a:extLst>
          </p:cNvPr>
          <p:cNvGrpSpPr/>
          <p:nvPr/>
        </p:nvGrpSpPr>
        <p:grpSpPr>
          <a:xfrm>
            <a:off x="3797820" y="4210928"/>
            <a:ext cx="892440" cy="356400"/>
            <a:chOff x="3797820" y="4210928"/>
            <a:chExt cx="892440" cy="35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C75D8C3-647B-B980-D598-2FB747DA2F66}"/>
                    </a:ext>
                  </a:extLst>
                </p14:cNvPr>
                <p14:cNvContentPartPr/>
                <p14:nvPr/>
              </p14:nvContentPartPr>
              <p14:xfrm>
                <a:off x="3797820" y="4461488"/>
                <a:ext cx="187200" cy="1058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C75D8C3-647B-B980-D598-2FB747DA2F6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788820" y="4452488"/>
                  <a:ext cx="2048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5074842-1874-23D8-F0C8-56DE019F061C}"/>
                    </a:ext>
                  </a:extLst>
                </p14:cNvPr>
                <p14:cNvContentPartPr/>
                <p14:nvPr/>
              </p14:nvContentPartPr>
              <p14:xfrm>
                <a:off x="3969180" y="4338008"/>
                <a:ext cx="99360" cy="68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5074842-1874-23D8-F0C8-56DE019F061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960180" y="4329368"/>
                  <a:ext cx="1170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E626AD8-900E-42B6-90B3-7224D3F7C8F5}"/>
                    </a:ext>
                  </a:extLst>
                </p14:cNvPr>
                <p14:cNvContentPartPr/>
                <p14:nvPr/>
              </p14:nvContentPartPr>
              <p14:xfrm>
                <a:off x="4124700" y="4317128"/>
                <a:ext cx="82080" cy="1364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E626AD8-900E-42B6-90B3-7224D3F7C8F5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116060" y="4308488"/>
                  <a:ext cx="997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632EE82-6595-85D8-4162-BB247CD21669}"/>
                    </a:ext>
                  </a:extLst>
                </p14:cNvPr>
                <p14:cNvContentPartPr/>
                <p14:nvPr/>
              </p14:nvContentPartPr>
              <p14:xfrm>
                <a:off x="4125060" y="4210928"/>
                <a:ext cx="5400" cy="57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632EE82-6595-85D8-4162-BB247CD2166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116060" y="4202288"/>
                  <a:ext cx="230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D9E2664-F5E7-0179-C6EC-1C5AF6AAFEE1}"/>
                    </a:ext>
                  </a:extLst>
                </p14:cNvPr>
                <p14:cNvContentPartPr/>
                <p14:nvPr/>
              </p14:nvContentPartPr>
              <p14:xfrm>
                <a:off x="4262940" y="4286168"/>
                <a:ext cx="198720" cy="576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D9E2664-F5E7-0179-C6EC-1C5AF6AAFEE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254300" y="4277168"/>
                  <a:ext cx="2163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009F985-68E1-73B6-EC5A-D902F93FE47A}"/>
                    </a:ext>
                  </a:extLst>
                </p14:cNvPr>
                <p14:cNvContentPartPr/>
                <p14:nvPr/>
              </p14:nvContentPartPr>
              <p14:xfrm>
                <a:off x="4540500" y="4234688"/>
                <a:ext cx="149760" cy="925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009F985-68E1-73B6-EC5A-D902F93FE47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531860" y="4225688"/>
                  <a:ext cx="1674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879E1A5-678E-8753-07AC-F40819A1B6B0}"/>
                    </a:ext>
                  </a:extLst>
                </p14:cNvPr>
                <p14:cNvContentPartPr/>
                <p14:nvPr/>
              </p14:nvContentPartPr>
              <p14:xfrm>
                <a:off x="4427460" y="4250888"/>
                <a:ext cx="40320" cy="586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879E1A5-678E-8753-07AC-F40819A1B6B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418460" y="4241888"/>
                  <a:ext cx="5796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28604F06-1316-4E25-7160-F57728FC2B1E}"/>
              </a:ext>
            </a:extLst>
          </p:cNvPr>
          <p:cNvGrpSpPr/>
          <p:nvPr/>
        </p:nvGrpSpPr>
        <p:grpSpPr>
          <a:xfrm>
            <a:off x="915300" y="4940648"/>
            <a:ext cx="1046160" cy="392760"/>
            <a:chOff x="915300" y="4940648"/>
            <a:chExt cx="1046160" cy="39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5E12F59-70AD-D031-4C4E-AEA0DACF6B24}"/>
                    </a:ext>
                  </a:extLst>
                </p14:cNvPr>
                <p14:cNvContentPartPr/>
                <p14:nvPr/>
              </p14:nvContentPartPr>
              <p14:xfrm>
                <a:off x="915300" y="5126768"/>
                <a:ext cx="95760" cy="2019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5E12F59-70AD-D031-4C4E-AEA0DACF6B2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06660" y="5117768"/>
                  <a:ext cx="1134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7585FB4-23CA-9092-888D-142328B6B034}"/>
                    </a:ext>
                  </a:extLst>
                </p14:cNvPr>
                <p14:cNvContentPartPr/>
                <p14:nvPr/>
              </p14:nvContentPartPr>
              <p14:xfrm>
                <a:off x="950580" y="5181848"/>
                <a:ext cx="131760" cy="759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7585FB4-23CA-9092-888D-142328B6B03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41940" y="5173208"/>
                  <a:ext cx="1494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118C1301-454F-CD6E-7315-DD9F5FA18F6C}"/>
                    </a:ext>
                  </a:extLst>
                </p14:cNvPr>
                <p14:cNvContentPartPr/>
                <p14:nvPr/>
              </p14:nvContentPartPr>
              <p14:xfrm>
                <a:off x="1018260" y="5145488"/>
                <a:ext cx="106560" cy="1749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118C1301-454F-CD6E-7315-DD9F5FA18F6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09260" y="5136488"/>
                  <a:ext cx="1242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CB19450-2182-7395-0912-4B04329AB6EB}"/>
                    </a:ext>
                  </a:extLst>
                </p14:cNvPr>
                <p14:cNvContentPartPr/>
                <p14:nvPr/>
              </p14:nvContentPartPr>
              <p14:xfrm>
                <a:off x="1038780" y="4979528"/>
                <a:ext cx="105120" cy="6192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CB19450-2182-7395-0912-4B04329AB6E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30140" y="4970888"/>
                  <a:ext cx="1227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B76E1B4-1BBA-0DEF-A52C-F5A289449127}"/>
                    </a:ext>
                  </a:extLst>
                </p14:cNvPr>
                <p14:cNvContentPartPr/>
                <p14:nvPr/>
              </p14:nvContentPartPr>
              <p14:xfrm>
                <a:off x="1070460" y="4940648"/>
                <a:ext cx="10440" cy="11196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B76E1B4-1BBA-0DEF-A52C-F5A28944912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61460" y="4932008"/>
                  <a:ext cx="280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BFEE8E6-571C-DFAB-7F00-31E8310B0E4C}"/>
                    </a:ext>
                  </a:extLst>
                </p14:cNvPr>
                <p14:cNvContentPartPr/>
                <p14:nvPr/>
              </p14:nvContentPartPr>
              <p14:xfrm>
                <a:off x="1043460" y="4987448"/>
                <a:ext cx="73800" cy="306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BFEE8E6-571C-DFAB-7F00-31E8310B0E4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34460" y="4978808"/>
                  <a:ext cx="914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72681C8-201D-0E85-9894-90EF5AE5D02E}"/>
                    </a:ext>
                  </a:extLst>
                </p14:cNvPr>
                <p14:cNvContentPartPr/>
                <p14:nvPr/>
              </p14:nvContentPartPr>
              <p14:xfrm>
                <a:off x="1241460" y="5020568"/>
                <a:ext cx="124560" cy="3128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72681C8-201D-0E85-9894-90EF5AE5D02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232820" y="5011568"/>
                  <a:ext cx="1422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740CE970-9147-BD1A-4BBB-A4AAC1153C43}"/>
                    </a:ext>
                  </a:extLst>
                </p14:cNvPr>
                <p14:cNvContentPartPr/>
                <p14:nvPr/>
              </p14:nvContentPartPr>
              <p14:xfrm>
                <a:off x="1376820" y="5167808"/>
                <a:ext cx="153720" cy="1270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740CE970-9147-BD1A-4BBB-A4AAC1153C4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367820" y="5159168"/>
                  <a:ext cx="1713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5A89DAB-8551-4BC7-1A38-D163C8E8D2C5}"/>
                    </a:ext>
                  </a:extLst>
                </p14:cNvPr>
                <p14:cNvContentPartPr/>
                <p14:nvPr/>
              </p14:nvContentPartPr>
              <p14:xfrm>
                <a:off x="1501380" y="5075648"/>
                <a:ext cx="91080" cy="1497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5A89DAB-8551-4BC7-1A38-D163C8E8D2C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492380" y="5067008"/>
                  <a:ext cx="1087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E176FAB-2B24-3F47-E806-4D17EB408F41}"/>
                    </a:ext>
                  </a:extLst>
                </p14:cNvPr>
                <p14:cNvContentPartPr/>
                <p14:nvPr/>
              </p14:nvContentPartPr>
              <p14:xfrm>
                <a:off x="1475100" y="4955408"/>
                <a:ext cx="5760" cy="270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E176FAB-2B24-3F47-E806-4D17EB408F4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466460" y="4946768"/>
                  <a:ext cx="234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AE9F387-8900-226F-4EC6-515845BC31F2}"/>
                    </a:ext>
                  </a:extLst>
                </p14:cNvPr>
                <p14:cNvContentPartPr/>
                <p14:nvPr/>
              </p14:nvContentPartPr>
              <p14:xfrm>
                <a:off x="1600020" y="4993928"/>
                <a:ext cx="162360" cy="860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AE9F387-8900-226F-4EC6-515845BC31F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591020" y="4985288"/>
                  <a:ext cx="1800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06CD801-B5ED-18DA-3BC7-8A06951BB758}"/>
                    </a:ext>
                  </a:extLst>
                </p14:cNvPr>
                <p14:cNvContentPartPr/>
                <p14:nvPr/>
              </p14:nvContentPartPr>
              <p14:xfrm>
                <a:off x="1787220" y="4971968"/>
                <a:ext cx="174240" cy="3513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06CD801-B5ED-18DA-3BC7-8A06951BB75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778220" y="4962968"/>
                  <a:ext cx="191880" cy="36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06265DC8-488E-0452-4ECB-9A525D3562F4}"/>
              </a:ext>
            </a:extLst>
          </p:cNvPr>
          <p:cNvGrpSpPr/>
          <p:nvPr/>
        </p:nvGrpSpPr>
        <p:grpSpPr>
          <a:xfrm>
            <a:off x="2157300" y="5109128"/>
            <a:ext cx="71640" cy="59400"/>
            <a:chOff x="2157300" y="5109128"/>
            <a:chExt cx="71640" cy="5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068B6D1-3677-3553-AB5C-5C8F0B408CAF}"/>
                    </a:ext>
                  </a:extLst>
                </p14:cNvPr>
                <p14:cNvContentPartPr/>
                <p14:nvPr/>
              </p14:nvContentPartPr>
              <p14:xfrm>
                <a:off x="2183940" y="5164208"/>
                <a:ext cx="34560" cy="43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068B6D1-3677-3553-AB5C-5C8F0B408CA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175300" y="5155208"/>
                  <a:ext cx="522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00F87880-4D82-41CC-88A9-57753FFF96D6}"/>
                    </a:ext>
                  </a:extLst>
                </p14:cNvPr>
                <p14:cNvContentPartPr/>
                <p14:nvPr/>
              </p14:nvContentPartPr>
              <p14:xfrm>
                <a:off x="2157300" y="5109128"/>
                <a:ext cx="71640" cy="111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00F87880-4D82-41CC-88A9-57753FFF96D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148300" y="5100488"/>
                  <a:ext cx="89280" cy="2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357B7D32-0D12-33C1-CB2E-9C863BEAEA37}"/>
                  </a:ext>
                </a:extLst>
              </p14:cNvPr>
              <p14:cNvContentPartPr/>
              <p14:nvPr/>
            </p14:nvContentPartPr>
            <p14:xfrm>
              <a:off x="2420460" y="5011208"/>
              <a:ext cx="353880" cy="22536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357B7D32-0D12-33C1-CB2E-9C863BEAEA37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2411820" y="5002568"/>
                <a:ext cx="37152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1D6B2958-B9AA-6002-920D-6B2E6F697790}"/>
                  </a:ext>
                </a:extLst>
              </p14:cNvPr>
              <p14:cNvContentPartPr/>
              <p14:nvPr/>
            </p14:nvContentPartPr>
            <p14:xfrm>
              <a:off x="2555820" y="5368688"/>
              <a:ext cx="108720" cy="4932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1D6B2958-B9AA-6002-920D-6B2E6F697790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2547180" y="5359688"/>
                <a:ext cx="126360" cy="6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3" name="Group 182">
            <a:extLst>
              <a:ext uri="{FF2B5EF4-FFF2-40B4-BE49-F238E27FC236}">
                <a16:creationId xmlns:a16="http://schemas.microsoft.com/office/drawing/2014/main" id="{A53E4689-A1C6-8702-EDE0-A5C4FBBC8146}"/>
              </a:ext>
            </a:extLst>
          </p:cNvPr>
          <p:cNvGrpSpPr/>
          <p:nvPr/>
        </p:nvGrpSpPr>
        <p:grpSpPr>
          <a:xfrm>
            <a:off x="3023460" y="4840208"/>
            <a:ext cx="1619640" cy="418320"/>
            <a:chOff x="3023460" y="4840208"/>
            <a:chExt cx="1619640" cy="41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0993607-5D4A-182C-845C-E2019A66B282}"/>
                    </a:ext>
                  </a:extLst>
                </p14:cNvPr>
                <p14:cNvContentPartPr/>
                <p14:nvPr/>
              </p14:nvContentPartPr>
              <p14:xfrm>
                <a:off x="3023460" y="5004368"/>
                <a:ext cx="155520" cy="2199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0993607-5D4A-182C-845C-E2019A66B28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014460" y="4995368"/>
                  <a:ext cx="1731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A0102E2-C7C0-AAE6-607A-F81037D2660B}"/>
                    </a:ext>
                  </a:extLst>
                </p14:cNvPr>
                <p14:cNvContentPartPr/>
                <p14:nvPr/>
              </p14:nvContentPartPr>
              <p14:xfrm>
                <a:off x="3115260" y="4878368"/>
                <a:ext cx="114840" cy="1008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A0102E2-C7C0-AAE6-607A-F81037D2660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106260" y="4869368"/>
                  <a:ext cx="1324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1F8C665-1FB7-3028-CAE0-C56658CF717D}"/>
                    </a:ext>
                  </a:extLst>
                </p14:cNvPr>
                <p14:cNvContentPartPr/>
                <p14:nvPr/>
              </p14:nvContentPartPr>
              <p14:xfrm>
                <a:off x="3298140" y="4943888"/>
                <a:ext cx="182880" cy="3146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1F8C665-1FB7-3028-CAE0-C56658CF717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289500" y="4935248"/>
                  <a:ext cx="20052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AD94CE44-E0DD-D905-BE45-10BF46E6E7EC}"/>
                    </a:ext>
                  </a:extLst>
                </p14:cNvPr>
                <p14:cNvContentPartPr/>
                <p14:nvPr/>
              </p14:nvContentPartPr>
              <p14:xfrm>
                <a:off x="3470580" y="5122448"/>
                <a:ext cx="138960" cy="748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AD94CE44-E0DD-D905-BE45-10BF46E6E7E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461940" y="5113808"/>
                  <a:ext cx="1566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92A18216-BC00-FF4B-0A52-C1912A465C0E}"/>
                    </a:ext>
                  </a:extLst>
                </p14:cNvPr>
                <p14:cNvContentPartPr/>
                <p14:nvPr/>
              </p14:nvContentPartPr>
              <p14:xfrm>
                <a:off x="3600180" y="4960448"/>
                <a:ext cx="155880" cy="2574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92A18216-BC00-FF4B-0A52-C1912A465C0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591540" y="4951448"/>
                  <a:ext cx="1735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80BCF45-F89B-5009-4611-81E851B2F755}"/>
                    </a:ext>
                  </a:extLst>
                </p14:cNvPr>
                <p14:cNvContentPartPr/>
                <p14:nvPr/>
              </p14:nvContentPartPr>
              <p14:xfrm>
                <a:off x="3900420" y="5066288"/>
                <a:ext cx="209520" cy="1296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80BCF45-F89B-5009-4611-81E851B2F75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891780" y="5057288"/>
                  <a:ext cx="2271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DBD7160C-BC87-381A-EFAD-7E85F7EDF9EB}"/>
                    </a:ext>
                  </a:extLst>
                </p14:cNvPr>
                <p14:cNvContentPartPr/>
                <p14:nvPr/>
              </p14:nvContentPartPr>
              <p14:xfrm>
                <a:off x="4098780" y="4934528"/>
                <a:ext cx="97920" cy="2149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DBD7160C-BC87-381A-EFAD-7E85F7EDF9E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089780" y="4925888"/>
                  <a:ext cx="1155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4A3C8397-03E7-DADE-5FE3-05B223C68D3E}"/>
                    </a:ext>
                  </a:extLst>
                </p14:cNvPr>
                <p14:cNvContentPartPr/>
                <p14:nvPr/>
              </p14:nvContentPartPr>
              <p14:xfrm>
                <a:off x="4114620" y="4840208"/>
                <a:ext cx="2520" cy="126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4A3C8397-03E7-DADE-5FE3-05B223C68D3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105620" y="4831208"/>
                  <a:ext cx="201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08F3269-2847-CC90-02BE-E0E38B2653CF}"/>
                    </a:ext>
                  </a:extLst>
                </p14:cNvPr>
                <p14:cNvContentPartPr/>
                <p14:nvPr/>
              </p14:nvContentPartPr>
              <p14:xfrm>
                <a:off x="4234860" y="4875488"/>
                <a:ext cx="171360" cy="972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08F3269-2847-CC90-02BE-E0E38B2653C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225860" y="4866848"/>
                  <a:ext cx="1890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E38D1A2-E31F-6A94-2F69-CE716165EBA3}"/>
                    </a:ext>
                  </a:extLst>
                </p14:cNvPr>
                <p14:cNvContentPartPr/>
                <p14:nvPr/>
              </p14:nvContentPartPr>
              <p14:xfrm>
                <a:off x="4488660" y="4862528"/>
                <a:ext cx="154440" cy="835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E38D1A2-E31F-6A94-2F69-CE716165EBA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480020" y="4853888"/>
                  <a:ext cx="172080" cy="10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ABA776F1-A25E-B149-0754-52DEADBB20B0}"/>
                  </a:ext>
                </a:extLst>
              </p14:cNvPr>
              <p14:cNvContentPartPr/>
              <p14:nvPr/>
            </p14:nvContentPartPr>
            <p14:xfrm>
              <a:off x="3027420" y="5362568"/>
              <a:ext cx="765720" cy="7092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ABA776F1-A25E-B149-0754-52DEADBB20B0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3018420" y="5353568"/>
                <a:ext cx="783360" cy="8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9" name="Group 198">
            <a:extLst>
              <a:ext uri="{FF2B5EF4-FFF2-40B4-BE49-F238E27FC236}">
                <a16:creationId xmlns:a16="http://schemas.microsoft.com/office/drawing/2014/main" id="{6A7D4B61-C5B6-54C4-220A-BBD4B6380FCE}"/>
              </a:ext>
            </a:extLst>
          </p:cNvPr>
          <p:cNvGrpSpPr/>
          <p:nvPr/>
        </p:nvGrpSpPr>
        <p:grpSpPr>
          <a:xfrm>
            <a:off x="3013380" y="5542928"/>
            <a:ext cx="740520" cy="219600"/>
            <a:chOff x="3013380" y="5542928"/>
            <a:chExt cx="740520" cy="21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8E24B31-E414-A97F-0793-2B1C097F3D49}"/>
                    </a:ext>
                  </a:extLst>
                </p14:cNvPr>
                <p14:cNvContentPartPr/>
                <p14:nvPr/>
              </p14:nvContentPartPr>
              <p14:xfrm>
                <a:off x="3024180" y="5714648"/>
                <a:ext cx="101520" cy="111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8E24B31-E414-A97F-0793-2B1C097F3D4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015540" y="5705648"/>
                  <a:ext cx="1191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F85651DF-51B2-F108-744F-14DD27B57D5A}"/>
                    </a:ext>
                  </a:extLst>
                </p14:cNvPr>
                <p14:cNvContentPartPr/>
                <p14:nvPr/>
              </p14:nvContentPartPr>
              <p14:xfrm>
                <a:off x="3013380" y="5658128"/>
                <a:ext cx="94680" cy="104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F85651DF-51B2-F108-744F-14DD27B57D5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004740" y="5649128"/>
                  <a:ext cx="1123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784CC97C-09F4-6D21-A1CB-30915564EA6D}"/>
                    </a:ext>
                  </a:extLst>
                </p14:cNvPr>
                <p14:cNvContentPartPr/>
                <p14:nvPr/>
              </p14:nvContentPartPr>
              <p14:xfrm>
                <a:off x="3221100" y="5568848"/>
                <a:ext cx="140400" cy="1782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784CC97C-09F4-6D21-A1CB-30915564EA6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212100" y="5559848"/>
                  <a:ext cx="1580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BA58629F-0EBE-1CDE-71E8-262D4DF8B853}"/>
                    </a:ext>
                  </a:extLst>
                </p14:cNvPr>
                <p14:cNvContentPartPr/>
                <p14:nvPr/>
              </p14:nvContentPartPr>
              <p14:xfrm>
                <a:off x="3411540" y="5555168"/>
                <a:ext cx="92880" cy="1922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BA58629F-0EBE-1CDE-71E8-262D4DF8B85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402540" y="5546168"/>
                  <a:ext cx="1105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5D35EB8-569C-E1B9-035E-3144D1904465}"/>
                    </a:ext>
                  </a:extLst>
                </p14:cNvPr>
                <p14:cNvContentPartPr/>
                <p14:nvPr/>
              </p14:nvContentPartPr>
              <p14:xfrm>
                <a:off x="3542940" y="5657768"/>
                <a:ext cx="117000" cy="532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5D35EB8-569C-E1B9-035E-3144D190446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534300" y="5648768"/>
                  <a:ext cx="1346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214301E4-AB13-D147-80F9-A2C553B0751A}"/>
                    </a:ext>
                  </a:extLst>
                </p14:cNvPr>
                <p14:cNvContentPartPr/>
                <p14:nvPr/>
              </p14:nvContentPartPr>
              <p14:xfrm>
                <a:off x="3636540" y="5542928"/>
                <a:ext cx="117360" cy="2196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214301E4-AB13-D147-80F9-A2C553B0751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627900" y="5533928"/>
                  <a:ext cx="13500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9871484F-34F1-5199-32F8-7D45C5CDA1CD}"/>
              </a:ext>
            </a:extLst>
          </p:cNvPr>
          <p:cNvGrpSpPr/>
          <p:nvPr/>
        </p:nvGrpSpPr>
        <p:grpSpPr>
          <a:xfrm>
            <a:off x="3937860" y="5491088"/>
            <a:ext cx="177120" cy="285120"/>
            <a:chOff x="3937860" y="5491088"/>
            <a:chExt cx="177120" cy="28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DE8CD137-FA39-C375-85D2-FB7F5BD10F91}"/>
                    </a:ext>
                  </a:extLst>
                </p14:cNvPr>
                <p14:cNvContentPartPr/>
                <p14:nvPr/>
              </p14:nvContentPartPr>
              <p14:xfrm>
                <a:off x="3984660" y="5673248"/>
                <a:ext cx="19080" cy="597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DE8CD137-FA39-C375-85D2-FB7F5BD10F9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976020" y="5664608"/>
                  <a:ext cx="367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EF61B45-69DA-549F-0B8B-1601029A00EF}"/>
                    </a:ext>
                  </a:extLst>
                </p14:cNvPr>
                <p14:cNvContentPartPr/>
                <p14:nvPr/>
              </p14:nvContentPartPr>
              <p14:xfrm>
                <a:off x="3937860" y="5576408"/>
                <a:ext cx="360" cy="1728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EF61B45-69DA-549F-0B8B-1601029A00E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929220" y="5567408"/>
                  <a:ext cx="180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F1D1BCE-0BE6-D84A-48A0-B17D27AC8F1C}"/>
                    </a:ext>
                  </a:extLst>
                </p14:cNvPr>
                <p14:cNvContentPartPr/>
                <p14:nvPr/>
              </p14:nvContentPartPr>
              <p14:xfrm>
                <a:off x="4034340" y="5491088"/>
                <a:ext cx="80640" cy="2851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F1D1BCE-0BE6-D84A-48A0-B17D27AC8F1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025340" y="5482088"/>
                  <a:ext cx="982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B73897B6-A258-63D6-F9BD-41EFD9C547E6}"/>
                    </a:ext>
                  </a:extLst>
                </p14:cNvPr>
                <p14:cNvContentPartPr/>
                <p14:nvPr/>
              </p14:nvContentPartPr>
              <p14:xfrm>
                <a:off x="4032180" y="5700248"/>
                <a:ext cx="82800" cy="198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B73897B6-A258-63D6-F9BD-41EFD9C547E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023180" y="5691608"/>
                  <a:ext cx="10044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727A45A9-9FE0-6A2A-FC31-38F5FF2B0BB7}"/>
              </a:ext>
            </a:extLst>
          </p:cNvPr>
          <p:cNvGrpSpPr/>
          <p:nvPr/>
        </p:nvGrpSpPr>
        <p:grpSpPr>
          <a:xfrm>
            <a:off x="4320180" y="5487848"/>
            <a:ext cx="428760" cy="255240"/>
            <a:chOff x="4320180" y="5487848"/>
            <a:chExt cx="428760" cy="25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1D5B1C6-E798-D89D-5E95-E9435A74D52F}"/>
                    </a:ext>
                  </a:extLst>
                </p14:cNvPr>
                <p14:cNvContentPartPr/>
                <p14:nvPr/>
              </p14:nvContentPartPr>
              <p14:xfrm>
                <a:off x="4320180" y="5608808"/>
                <a:ext cx="133200" cy="1342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1D5B1C6-E798-D89D-5E95-E9435A74D52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311180" y="5599808"/>
                  <a:ext cx="1508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F4AC719-E8F0-F5B7-733F-7B90DBD3EDC0}"/>
                    </a:ext>
                  </a:extLst>
                </p14:cNvPr>
                <p14:cNvContentPartPr/>
                <p14:nvPr/>
              </p14:nvContentPartPr>
              <p14:xfrm>
                <a:off x="4539060" y="5487848"/>
                <a:ext cx="209880" cy="2530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F4AC719-E8F0-F5B7-733F-7B90DBD3EDC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530060" y="5479208"/>
                  <a:ext cx="227520" cy="27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F864BC9A-15AD-613B-2F18-B2ACD1D04DA4}"/>
              </a:ext>
            </a:extLst>
          </p:cNvPr>
          <p:cNvGrpSpPr/>
          <p:nvPr/>
        </p:nvGrpSpPr>
        <p:grpSpPr>
          <a:xfrm>
            <a:off x="3662460" y="5854688"/>
            <a:ext cx="808200" cy="193680"/>
            <a:chOff x="3662460" y="5854688"/>
            <a:chExt cx="808200" cy="19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07626E4-00FB-66FA-C0BE-614FA5837CD7}"/>
                    </a:ext>
                  </a:extLst>
                </p14:cNvPr>
                <p14:cNvContentPartPr/>
                <p14:nvPr/>
              </p14:nvContentPartPr>
              <p14:xfrm>
                <a:off x="3662460" y="5938928"/>
                <a:ext cx="78840" cy="939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07626E4-00FB-66FA-C0BE-614FA5837CD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653820" y="5929928"/>
                  <a:ext cx="964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7C5DD3C4-D8E8-E29E-4EF2-82D8D7DEBF9A}"/>
                    </a:ext>
                  </a:extLst>
                </p14:cNvPr>
                <p14:cNvContentPartPr/>
                <p14:nvPr/>
              </p14:nvContentPartPr>
              <p14:xfrm>
                <a:off x="3812940" y="5990048"/>
                <a:ext cx="95040" cy="583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7C5DD3C4-D8E8-E29E-4EF2-82D8D7DEBF9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804300" y="5981048"/>
                  <a:ext cx="1126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FCC12B7B-6A13-6B0A-3682-99E59184364F}"/>
                    </a:ext>
                  </a:extLst>
                </p14:cNvPr>
                <p14:cNvContentPartPr/>
                <p14:nvPr/>
              </p14:nvContentPartPr>
              <p14:xfrm>
                <a:off x="3911940" y="5865488"/>
                <a:ext cx="271800" cy="1562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FCC12B7B-6A13-6B0A-3682-99E59184364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903300" y="5856488"/>
                  <a:ext cx="2894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7A963D4-2433-5711-FAA1-E12AD85DA428}"/>
                    </a:ext>
                  </a:extLst>
                </p14:cNvPr>
                <p14:cNvContentPartPr/>
                <p14:nvPr/>
              </p14:nvContentPartPr>
              <p14:xfrm>
                <a:off x="4198140" y="5919488"/>
                <a:ext cx="87840" cy="1281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7A963D4-2433-5711-FAA1-E12AD85DA42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189140" y="5910488"/>
                  <a:ext cx="1054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B6A2E40-CCDD-9E7B-3224-83016D063092}"/>
                    </a:ext>
                  </a:extLst>
                </p14:cNvPr>
                <p14:cNvContentPartPr/>
                <p14:nvPr/>
              </p14:nvContentPartPr>
              <p14:xfrm>
                <a:off x="4346460" y="5854688"/>
                <a:ext cx="124200" cy="1875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B6A2E40-CCDD-9E7B-3224-83016D06309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337460" y="5845688"/>
                  <a:ext cx="14184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0E7E0736-843A-0098-558E-4C9282A54DF0}"/>
              </a:ext>
            </a:extLst>
          </p:cNvPr>
          <p:cNvGrpSpPr/>
          <p:nvPr/>
        </p:nvGrpSpPr>
        <p:grpSpPr>
          <a:xfrm>
            <a:off x="4870260" y="5136848"/>
            <a:ext cx="108360" cy="44280"/>
            <a:chOff x="4870260" y="5136848"/>
            <a:chExt cx="108360" cy="4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FE38FF82-47EB-98D5-3568-0EC79056442A}"/>
                    </a:ext>
                  </a:extLst>
                </p14:cNvPr>
                <p14:cNvContentPartPr/>
                <p14:nvPr/>
              </p14:nvContentPartPr>
              <p14:xfrm>
                <a:off x="4870260" y="5169248"/>
                <a:ext cx="108360" cy="118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FE38FF82-47EB-98D5-3568-0EC79056442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861620" y="5160608"/>
                  <a:ext cx="1260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CBF41BFB-430F-C8E7-5B2B-57EBE6A19CEA}"/>
                    </a:ext>
                  </a:extLst>
                </p14:cNvPr>
                <p14:cNvContentPartPr/>
                <p14:nvPr/>
              </p14:nvContentPartPr>
              <p14:xfrm>
                <a:off x="4911660" y="5136848"/>
                <a:ext cx="50040" cy="288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CBF41BFB-430F-C8E7-5B2B-57EBE6A19CE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903020" y="5128208"/>
                  <a:ext cx="67680" cy="2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3720F0C8-13F3-D31E-3794-D54F81665D0B}"/>
                  </a:ext>
                </a:extLst>
              </p14:cNvPr>
              <p14:cNvContentPartPr/>
              <p14:nvPr/>
            </p14:nvContentPartPr>
            <p14:xfrm>
              <a:off x="5229180" y="5002568"/>
              <a:ext cx="304200" cy="240840"/>
            </p14:xfrm>
          </p:contentPart>
        </mc:Choice>
        <mc:Fallback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3720F0C8-13F3-D31E-3794-D54F81665D0B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5220180" y="4993928"/>
                <a:ext cx="32184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33204E7E-DFBC-C226-ACF1-2C63E9962856}"/>
                  </a:ext>
                </a:extLst>
              </p14:cNvPr>
              <p14:cNvContentPartPr/>
              <p14:nvPr/>
            </p14:nvContentPartPr>
            <p14:xfrm>
              <a:off x="5288940" y="5385968"/>
              <a:ext cx="155160" cy="51840"/>
            </p14:xfrm>
          </p:contentPart>
        </mc:Choice>
        <mc:Fallback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33204E7E-DFBC-C226-ACF1-2C63E9962856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5279940" y="5377328"/>
                <a:ext cx="172800" cy="69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5" name="Group 214">
            <a:extLst>
              <a:ext uri="{FF2B5EF4-FFF2-40B4-BE49-F238E27FC236}">
                <a16:creationId xmlns:a16="http://schemas.microsoft.com/office/drawing/2014/main" id="{BA5F629F-9111-4A1D-D3D6-D93E0D457951}"/>
              </a:ext>
            </a:extLst>
          </p:cNvPr>
          <p:cNvGrpSpPr/>
          <p:nvPr/>
        </p:nvGrpSpPr>
        <p:grpSpPr>
          <a:xfrm>
            <a:off x="5704380" y="4952528"/>
            <a:ext cx="592920" cy="272880"/>
            <a:chOff x="5704380" y="4952528"/>
            <a:chExt cx="592920" cy="27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B719FCCF-9478-BAFD-FDF8-114B9BAE3164}"/>
                    </a:ext>
                  </a:extLst>
                </p14:cNvPr>
                <p14:cNvContentPartPr/>
                <p14:nvPr/>
              </p14:nvContentPartPr>
              <p14:xfrm>
                <a:off x="5704380" y="5007968"/>
                <a:ext cx="145080" cy="1796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B719FCCF-9478-BAFD-FDF8-114B9BAE316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695740" y="4998968"/>
                  <a:ext cx="1627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20F43EC5-1FF9-C655-E2CD-982201E371CC}"/>
                    </a:ext>
                  </a:extLst>
                </p14:cNvPr>
                <p14:cNvContentPartPr/>
                <p14:nvPr/>
              </p14:nvContentPartPr>
              <p14:xfrm>
                <a:off x="5901300" y="4952528"/>
                <a:ext cx="124920" cy="2728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20F43EC5-1FF9-C655-E2CD-982201E371C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892660" y="4943528"/>
                  <a:ext cx="1425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29A88F64-46A2-65AE-47BE-10E9BAF2C560}"/>
                    </a:ext>
                  </a:extLst>
                </p14:cNvPr>
                <p14:cNvContentPartPr/>
                <p14:nvPr/>
              </p14:nvContentPartPr>
              <p14:xfrm>
                <a:off x="6037020" y="5140448"/>
                <a:ext cx="143640" cy="6372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29A88F64-46A2-65AE-47BE-10E9BAF2C56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028020" y="5131808"/>
                  <a:ext cx="1612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FD1305DD-B622-9AD8-A14C-27780B48C7F4}"/>
                    </a:ext>
                  </a:extLst>
                </p14:cNvPr>
                <p14:cNvContentPartPr/>
                <p14:nvPr/>
              </p14:nvContentPartPr>
              <p14:xfrm>
                <a:off x="6146100" y="4964048"/>
                <a:ext cx="151200" cy="25740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FD1305DD-B622-9AD8-A14C-27780B48C7F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137100" y="4955408"/>
                  <a:ext cx="168840" cy="27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FC6ABF8F-BE75-E181-7F47-E807F18539C2}"/>
              </a:ext>
            </a:extLst>
          </p:cNvPr>
          <p:cNvGrpSpPr/>
          <p:nvPr/>
        </p:nvGrpSpPr>
        <p:grpSpPr>
          <a:xfrm>
            <a:off x="6462900" y="4833368"/>
            <a:ext cx="655200" cy="388440"/>
            <a:chOff x="6462900" y="4833368"/>
            <a:chExt cx="655200" cy="38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329ECFDB-9C44-A153-61DB-DFA4E42B4930}"/>
                    </a:ext>
                  </a:extLst>
                </p14:cNvPr>
                <p14:cNvContentPartPr/>
                <p14:nvPr/>
              </p14:nvContentPartPr>
              <p14:xfrm>
                <a:off x="6462900" y="5091848"/>
                <a:ext cx="192600" cy="1299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329ECFDB-9C44-A153-61DB-DFA4E42B493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454260" y="5083208"/>
                  <a:ext cx="2102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695A997D-A5A7-ED85-D81E-F77616819020}"/>
                    </a:ext>
                  </a:extLst>
                </p14:cNvPr>
                <p14:cNvContentPartPr/>
                <p14:nvPr/>
              </p14:nvContentPartPr>
              <p14:xfrm>
                <a:off x="6630300" y="4966208"/>
                <a:ext cx="69840" cy="1605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695A997D-A5A7-ED85-D81E-F7761681902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621660" y="4957568"/>
                  <a:ext cx="874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FFBFDCE6-429D-9431-602D-EBA70B1CAB03}"/>
                    </a:ext>
                  </a:extLst>
                </p14:cNvPr>
                <p14:cNvContentPartPr/>
                <p14:nvPr/>
              </p14:nvContentPartPr>
              <p14:xfrm>
                <a:off x="6592860" y="4833368"/>
                <a:ext cx="11160" cy="172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FFBFDCE6-429D-9431-602D-EBA70B1CAB0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583860" y="4824728"/>
                  <a:ext cx="288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E2171374-4424-63C0-9A1D-6F8043E08E35}"/>
                    </a:ext>
                  </a:extLst>
                </p14:cNvPr>
                <p14:cNvContentPartPr/>
                <p14:nvPr/>
              </p14:nvContentPartPr>
              <p14:xfrm>
                <a:off x="6697260" y="4868288"/>
                <a:ext cx="182520" cy="1206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E2171374-4424-63C0-9A1D-6F8043E08E3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688260" y="4859288"/>
                  <a:ext cx="2001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559CDA62-2431-1169-BFAD-423882731F45}"/>
                    </a:ext>
                  </a:extLst>
                </p14:cNvPr>
                <p14:cNvContentPartPr/>
                <p14:nvPr/>
              </p14:nvContentPartPr>
              <p14:xfrm>
                <a:off x="6966900" y="4878008"/>
                <a:ext cx="151200" cy="709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559CDA62-2431-1169-BFAD-423882731F4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958260" y="4869008"/>
                  <a:ext cx="168840" cy="8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BB3E9E72-3E65-E4B1-C5B1-D567FBDDD4F9}"/>
              </a:ext>
            </a:extLst>
          </p:cNvPr>
          <p:cNvGrpSpPr/>
          <p:nvPr/>
        </p:nvGrpSpPr>
        <p:grpSpPr>
          <a:xfrm>
            <a:off x="7238700" y="4836608"/>
            <a:ext cx="1199880" cy="459720"/>
            <a:chOff x="7238700" y="4836608"/>
            <a:chExt cx="1199880" cy="45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AA262660-30EE-E9C6-FB17-A1F36F917B88}"/>
                    </a:ext>
                  </a:extLst>
                </p14:cNvPr>
                <p14:cNvContentPartPr/>
                <p14:nvPr/>
              </p14:nvContentPartPr>
              <p14:xfrm>
                <a:off x="7248060" y="5184008"/>
                <a:ext cx="102600" cy="64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AA262660-30EE-E9C6-FB17-A1F36F917B8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239420" y="5175008"/>
                  <a:ext cx="1202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89D41DBC-809D-4E99-637E-2F774AF3EF50}"/>
                    </a:ext>
                  </a:extLst>
                </p14:cNvPr>
                <p14:cNvContentPartPr/>
                <p14:nvPr/>
              </p14:nvContentPartPr>
              <p14:xfrm>
                <a:off x="7238700" y="5108408"/>
                <a:ext cx="138960" cy="147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89D41DBC-809D-4E99-637E-2F774AF3EF5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229700" y="5099768"/>
                  <a:ext cx="1566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6756D331-3FB7-6743-8899-E3BF8CFF9AFD}"/>
                    </a:ext>
                  </a:extLst>
                </p14:cNvPr>
                <p14:cNvContentPartPr/>
                <p14:nvPr/>
              </p14:nvContentPartPr>
              <p14:xfrm>
                <a:off x="7522740" y="5015528"/>
                <a:ext cx="66600" cy="28080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6756D331-3FB7-6743-8899-E3BF8CFF9AF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514100" y="5006888"/>
                  <a:ext cx="842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60E40612-8016-9CAC-590D-509F73192137}"/>
                    </a:ext>
                  </a:extLst>
                </p14:cNvPr>
                <p14:cNvContentPartPr/>
                <p14:nvPr/>
              </p14:nvContentPartPr>
              <p14:xfrm>
                <a:off x="7559100" y="5148368"/>
                <a:ext cx="124560" cy="259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60E40612-8016-9CAC-590D-509F7319213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550460" y="5139728"/>
                  <a:ext cx="1422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92012894-691C-5845-EA9C-4D63124CC045}"/>
                    </a:ext>
                  </a:extLst>
                </p14:cNvPr>
                <p14:cNvContentPartPr/>
                <p14:nvPr/>
              </p14:nvContentPartPr>
              <p14:xfrm>
                <a:off x="7648020" y="5045048"/>
                <a:ext cx="61560" cy="2077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92012894-691C-5845-EA9C-4D63124CC04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639380" y="5036408"/>
                  <a:ext cx="792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5915E426-A7B5-5061-ECA2-521828A96CBB}"/>
                    </a:ext>
                  </a:extLst>
                </p14:cNvPr>
                <p14:cNvContentPartPr/>
                <p14:nvPr/>
              </p14:nvContentPartPr>
              <p14:xfrm>
                <a:off x="7766460" y="4935248"/>
                <a:ext cx="125640" cy="3434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5915E426-A7B5-5061-ECA2-521828A96CB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757460" y="4926248"/>
                  <a:ext cx="14328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B8AC5D3C-5000-EA83-62B0-7144C9076515}"/>
                    </a:ext>
                  </a:extLst>
                </p14:cNvPr>
                <p14:cNvContentPartPr/>
                <p14:nvPr/>
              </p14:nvContentPartPr>
              <p14:xfrm>
                <a:off x="7880940" y="5097968"/>
                <a:ext cx="135360" cy="1288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B8AC5D3C-5000-EA83-62B0-7144C907651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871940" y="5089328"/>
                  <a:ext cx="15300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8574816E-4431-8C74-68C0-7DC64C024E57}"/>
                    </a:ext>
                  </a:extLst>
                </p14:cNvPr>
                <p14:cNvContentPartPr/>
                <p14:nvPr/>
              </p14:nvContentPartPr>
              <p14:xfrm>
                <a:off x="7930260" y="4977008"/>
                <a:ext cx="81000" cy="540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8574816E-4431-8C74-68C0-7DC64C024E5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921620" y="4968008"/>
                  <a:ext cx="986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F886998E-6887-66E3-5B3A-ABCCF900CF03}"/>
                    </a:ext>
                  </a:extLst>
                </p14:cNvPr>
                <p14:cNvContentPartPr/>
                <p14:nvPr/>
              </p14:nvContentPartPr>
              <p14:xfrm>
                <a:off x="8104500" y="4958648"/>
                <a:ext cx="74160" cy="2109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F886998E-6887-66E3-5B3A-ABCCF900CF0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095860" y="4950008"/>
                  <a:ext cx="918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9BE21BA4-7BA4-28A5-1145-BC8ECEDFC259}"/>
                    </a:ext>
                  </a:extLst>
                </p14:cNvPr>
                <p14:cNvContentPartPr/>
                <p14:nvPr/>
              </p14:nvContentPartPr>
              <p14:xfrm>
                <a:off x="8104500" y="4859288"/>
                <a:ext cx="11160" cy="122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9BE21BA4-7BA4-28A5-1145-BC8ECEDFC25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095500" y="4850648"/>
                  <a:ext cx="288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B40C4B3-229C-269F-DAF2-339A9A64D631}"/>
                    </a:ext>
                  </a:extLst>
                </p14:cNvPr>
                <p14:cNvContentPartPr/>
                <p14:nvPr/>
              </p14:nvContentPartPr>
              <p14:xfrm>
                <a:off x="8224380" y="4917248"/>
                <a:ext cx="136440" cy="9756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B40C4B3-229C-269F-DAF2-339A9A64D63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215740" y="4908248"/>
                  <a:ext cx="1540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B50DBED8-760A-38E8-0F18-2126474A924C}"/>
                    </a:ext>
                  </a:extLst>
                </p14:cNvPr>
                <p14:cNvContentPartPr/>
                <p14:nvPr/>
              </p14:nvContentPartPr>
              <p14:xfrm>
                <a:off x="8307180" y="4836608"/>
                <a:ext cx="131400" cy="43920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B50DBED8-760A-38E8-0F18-2126474A924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298540" y="4827968"/>
                  <a:ext cx="149040" cy="45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D8C2A532-2D94-6ADF-2FFD-7117ECD66461}"/>
              </a:ext>
            </a:extLst>
          </p:cNvPr>
          <p:cNvGrpSpPr/>
          <p:nvPr/>
        </p:nvGrpSpPr>
        <p:grpSpPr>
          <a:xfrm>
            <a:off x="5191380" y="5797808"/>
            <a:ext cx="1968120" cy="467280"/>
            <a:chOff x="5191380" y="5797808"/>
            <a:chExt cx="1968120" cy="467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C166228-4509-6104-462B-44A79D90DCE8}"/>
                    </a:ext>
                  </a:extLst>
                </p14:cNvPr>
                <p14:cNvContentPartPr/>
                <p14:nvPr/>
              </p14:nvContentPartPr>
              <p14:xfrm>
                <a:off x="5231700" y="6202808"/>
                <a:ext cx="195840" cy="165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C166228-4509-6104-462B-44A79D90DCE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222700" y="6193808"/>
                  <a:ext cx="213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0E31B29F-389E-1A50-AC65-AD64961DDF52}"/>
                    </a:ext>
                  </a:extLst>
                </p14:cNvPr>
                <p14:cNvContentPartPr/>
                <p14:nvPr/>
              </p14:nvContentPartPr>
              <p14:xfrm>
                <a:off x="5191380" y="6145928"/>
                <a:ext cx="222480" cy="648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0E31B29F-389E-1A50-AC65-AD64961DDF5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182380" y="6137288"/>
                  <a:ext cx="2401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0FFE71D6-7E5D-041D-0FB6-653945BD93E4}"/>
                    </a:ext>
                  </a:extLst>
                </p14:cNvPr>
                <p14:cNvContentPartPr/>
                <p14:nvPr/>
              </p14:nvContentPartPr>
              <p14:xfrm>
                <a:off x="5366700" y="6099128"/>
                <a:ext cx="191520" cy="1490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0FFE71D6-7E5D-041D-0FB6-653945BD93E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358060" y="6090488"/>
                  <a:ext cx="2091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E94EAF60-F08C-529E-73EA-778DA06A31EB}"/>
                    </a:ext>
                  </a:extLst>
                </p14:cNvPr>
                <p14:cNvContentPartPr/>
                <p14:nvPr/>
              </p14:nvContentPartPr>
              <p14:xfrm>
                <a:off x="5772060" y="6005888"/>
                <a:ext cx="73080" cy="2422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E94EAF60-F08C-529E-73EA-778DA06A31E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763060" y="5996888"/>
                  <a:ext cx="907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567AF05B-8574-3954-1471-2A0A7B7BEC0F}"/>
                    </a:ext>
                  </a:extLst>
                </p14:cNvPr>
                <p14:cNvContentPartPr/>
                <p14:nvPr/>
              </p14:nvContentPartPr>
              <p14:xfrm>
                <a:off x="5818860" y="6162488"/>
                <a:ext cx="102600" cy="97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567AF05B-8574-3954-1471-2A0A7B7BEC0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809860" y="6153848"/>
                  <a:ext cx="1202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CE20A41E-9799-D929-38F1-FEEEAA007A57}"/>
                    </a:ext>
                  </a:extLst>
                </p14:cNvPr>
                <p14:cNvContentPartPr/>
                <p14:nvPr/>
              </p14:nvContentPartPr>
              <p14:xfrm>
                <a:off x="5886180" y="6047288"/>
                <a:ext cx="87480" cy="17460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CE20A41E-9799-D929-38F1-FEEEAA007A5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877540" y="6038648"/>
                  <a:ext cx="1051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348FD9A8-E1C2-20B5-4AA8-29754F60480C}"/>
                    </a:ext>
                  </a:extLst>
                </p14:cNvPr>
                <p14:cNvContentPartPr/>
                <p14:nvPr/>
              </p14:nvContentPartPr>
              <p14:xfrm>
                <a:off x="6031620" y="5978888"/>
                <a:ext cx="77760" cy="22500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348FD9A8-E1C2-20B5-4AA8-29754F60480C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022980" y="5970248"/>
                  <a:ext cx="954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994617EB-F8EF-301C-8D46-2A9864826481}"/>
                    </a:ext>
                  </a:extLst>
                </p14:cNvPr>
                <p14:cNvContentPartPr/>
                <p14:nvPr/>
              </p14:nvContentPartPr>
              <p14:xfrm>
                <a:off x="6145020" y="6084728"/>
                <a:ext cx="117000" cy="10440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994617EB-F8EF-301C-8D46-2A986482648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136380" y="6075728"/>
                  <a:ext cx="1346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B59AEC14-A856-E103-2922-E408B45D707F}"/>
                    </a:ext>
                  </a:extLst>
                </p14:cNvPr>
                <p14:cNvContentPartPr/>
                <p14:nvPr/>
              </p14:nvContentPartPr>
              <p14:xfrm>
                <a:off x="6244740" y="5938208"/>
                <a:ext cx="88920" cy="2019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B59AEC14-A856-E103-2922-E408B45D707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236100" y="5929568"/>
                  <a:ext cx="1065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C08FCD0F-EC19-9471-716C-02D4A641D57B}"/>
                    </a:ext>
                  </a:extLst>
                </p14:cNvPr>
                <p14:cNvContentPartPr/>
                <p14:nvPr/>
              </p14:nvContentPartPr>
              <p14:xfrm>
                <a:off x="6202980" y="5797808"/>
                <a:ext cx="11160" cy="302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C08FCD0F-EC19-9471-716C-02D4A641D57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193980" y="5789168"/>
                  <a:ext cx="288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DBC2CC16-0009-01AE-ED70-32893906C181}"/>
                    </a:ext>
                  </a:extLst>
                </p14:cNvPr>
                <p14:cNvContentPartPr/>
                <p14:nvPr/>
              </p14:nvContentPartPr>
              <p14:xfrm>
                <a:off x="6343380" y="5879528"/>
                <a:ext cx="151200" cy="853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DBC2CC16-0009-01AE-ED70-32893906C181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334740" y="5870888"/>
                  <a:ext cx="1688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6E6A11ED-1599-1E4E-E11D-E381B1B72459}"/>
                    </a:ext>
                  </a:extLst>
                </p14:cNvPr>
                <p14:cNvContentPartPr/>
                <p14:nvPr/>
              </p14:nvContentPartPr>
              <p14:xfrm>
                <a:off x="6618780" y="5948648"/>
                <a:ext cx="61200" cy="22068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6E6A11ED-1599-1E4E-E11D-E381B1B7245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610140" y="5939648"/>
                  <a:ext cx="788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C3FE011A-B934-567E-2200-0DEDF716A879}"/>
                    </a:ext>
                  </a:extLst>
                </p14:cNvPr>
                <p14:cNvContentPartPr/>
                <p14:nvPr/>
              </p14:nvContentPartPr>
              <p14:xfrm>
                <a:off x="6800580" y="5914808"/>
                <a:ext cx="36720" cy="27684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C3FE011A-B934-567E-2200-0DEDF716A87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791580" y="5906168"/>
                  <a:ext cx="543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543ED615-A48C-6404-1F54-4A6D18E85285}"/>
                    </a:ext>
                  </a:extLst>
                </p14:cNvPr>
                <p14:cNvContentPartPr/>
                <p14:nvPr/>
              </p14:nvContentPartPr>
              <p14:xfrm>
                <a:off x="5630940" y="5931368"/>
                <a:ext cx="72000" cy="33372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543ED615-A48C-6404-1F54-4A6D18E8528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622300" y="5922368"/>
                  <a:ext cx="8964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46BA894A-E70C-7FA5-3C5F-F53EF01B188E}"/>
                    </a:ext>
                  </a:extLst>
                </p14:cNvPr>
                <p14:cNvContentPartPr/>
                <p14:nvPr/>
              </p14:nvContentPartPr>
              <p14:xfrm>
                <a:off x="6885900" y="5801408"/>
                <a:ext cx="125640" cy="10116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46BA894A-E70C-7FA5-3C5F-F53EF01B188E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877260" y="5792408"/>
                  <a:ext cx="1432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C2D8BAF0-8638-DE65-3192-6AFB3688204B}"/>
                    </a:ext>
                  </a:extLst>
                </p14:cNvPr>
                <p14:cNvContentPartPr/>
                <p14:nvPr/>
              </p14:nvContentPartPr>
              <p14:xfrm>
                <a:off x="7054380" y="6114248"/>
                <a:ext cx="105120" cy="1116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C2D8BAF0-8638-DE65-3192-6AFB3688204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045380" y="6105608"/>
                  <a:ext cx="1227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3BDFDF07-F99A-2239-6DC5-A189CF1E5C1D}"/>
                    </a:ext>
                  </a:extLst>
                </p14:cNvPr>
                <p14:cNvContentPartPr/>
                <p14:nvPr/>
              </p14:nvContentPartPr>
              <p14:xfrm>
                <a:off x="7048980" y="6047648"/>
                <a:ext cx="90000" cy="1584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3BDFDF07-F99A-2239-6DC5-A189CF1E5C1D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039980" y="6038648"/>
                  <a:ext cx="10764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F7570019-6DCE-B20F-C27D-505C8936BA06}"/>
              </a:ext>
            </a:extLst>
          </p:cNvPr>
          <p:cNvGrpSpPr/>
          <p:nvPr/>
        </p:nvGrpSpPr>
        <p:grpSpPr>
          <a:xfrm>
            <a:off x="7336260" y="5720048"/>
            <a:ext cx="4266000" cy="487800"/>
            <a:chOff x="7336260" y="5720048"/>
            <a:chExt cx="4266000" cy="48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A7E03709-BEA1-4B20-09B2-9A6BE8608004}"/>
                    </a:ext>
                  </a:extLst>
                </p14:cNvPr>
                <p14:cNvContentPartPr/>
                <p14:nvPr/>
              </p14:nvContentPartPr>
              <p14:xfrm>
                <a:off x="7336260" y="5970608"/>
                <a:ext cx="57600" cy="21132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A7E03709-BEA1-4B20-09B2-9A6BE860800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327260" y="5961608"/>
                  <a:ext cx="7524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373DA62A-8269-0EA1-4586-16E8499B70BB}"/>
                    </a:ext>
                  </a:extLst>
                </p14:cNvPr>
                <p14:cNvContentPartPr/>
                <p14:nvPr/>
              </p14:nvContentPartPr>
              <p14:xfrm>
                <a:off x="7377300" y="5977448"/>
                <a:ext cx="112680" cy="19692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373DA62A-8269-0EA1-4586-16E8499B70B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368660" y="5968448"/>
                  <a:ext cx="1303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EC14B03B-DF8A-B86C-7407-A5211C6D4367}"/>
                    </a:ext>
                  </a:extLst>
                </p14:cNvPr>
                <p14:cNvContentPartPr/>
                <p14:nvPr/>
              </p14:nvContentPartPr>
              <p14:xfrm>
                <a:off x="7490340" y="5901848"/>
                <a:ext cx="110520" cy="27936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EC14B03B-DF8A-B86C-7407-A5211C6D436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481700" y="5893208"/>
                  <a:ext cx="1281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FF29380C-3BC7-F64F-1EBF-CE1CE6600A83}"/>
                    </a:ext>
                  </a:extLst>
                </p14:cNvPr>
                <p14:cNvContentPartPr/>
                <p14:nvPr/>
              </p14:nvContentPartPr>
              <p14:xfrm>
                <a:off x="7621380" y="6051968"/>
                <a:ext cx="137520" cy="1152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FF29380C-3BC7-F64F-1EBF-CE1CE6600A8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612740" y="6043328"/>
                  <a:ext cx="1551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36EF1BE6-E1D3-2215-D9D6-FAA23BC6D2C6}"/>
                    </a:ext>
                  </a:extLst>
                </p14:cNvPr>
                <p14:cNvContentPartPr/>
                <p14:nvPr/>
              </p14:nvContentPartPr>
              <p14:xfrm>
                <a:off x="7691220" y="5917328"/>
                <a:ext cx="92520" cy="17028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36EF1BE6-E1D3-2215-D9D6-FAA23BC6D2C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682220" y="5908688"/>
                  <a:ext cx="1101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44D61E0-A0A8-B127-5068-59B227457EFA}"/>
                    </a:ext>
                  </a:extLst>
                </p14:cNvPr>
                <p14:cNvContentPartPr/>
                <p14:nvPr/>
              </p14:nvContentPartPr>
              <p14:xfrm>
                <a:off x="7681140" y="5784848"/>
                <a:ext cx="18720" cy="2376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44D61E0-A0A8-B127-5068-59B227457EF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672140" y="5776208"/>
                  <a:ext cx="363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00020742-5584-D11C-8681-AE5F42BB54C3}"/>
                    </a:ext>
                  </a:extLst>
                </p14:cNvPr>
                <p14:cNvContentPartPr/>
                <p14:nvPr/>
              </p14:nvContentPartPr>
              <p14:xfrm>
                <a:off x="7803900" y="5865848"/>
                <a:ext cx="145800" cy="7200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00020742-5584-D11C-8681-AE5F42BB54C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795260" y="5857208"/>
                  <a:ext cx="1634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C9DAE9B9-20F1-BF86-0C1E-5BA66E4CAC21}"/>
                    </a:ext>
                  </a:extLst>
                </p14:cNvPr>
                <p14:cNvContentPartPr/>
                <p14:nvPr/>
              </p14:nvContentPartPr>
              <p14:xfrm>
                <a:off x="8052660" y="5880968"/>
                <a:ext cx="84240" cy="32688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C9DAE9B9-20F1-BF86-0C1E-5BA66E4CAC21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044020" y="5872328"/>
                  <a:ext cx="10188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5A0E414C-7308-1271-F533-BD456B42FB3E}"/>
                    </a:ext>
                  </a:extLst>
                </p14:cNvPr>
                <p14:cNvContentPartPr/>
                <p14:nvPr/>
              </p14:nvContentPartPr>
              <p14:xfrm>
                <a:off x="8258940" y="5943248"/>
                <a:ext cx="57240" cy="20844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5A0E414C-7308-1271-F533-BD456B42FB3E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250300" y="5934608"/>
                  <a:ext cx="748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BB896D1B-578F-7C0D-52DB-77F3D6FF495B}"/>
                    </a:ext>
                  </a:extLst>
                </p14:cNvPr>
                <p14:cNvContentPartPr/>
                <p14:nvPr/>
              </p14:nvContentPartPr>
              <p14:xfrm>
                <a:off x="8291700" y="5964848"/>
                <a:ext cx="132840" cy="19728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BB896D1B-578F-7C0D-52DB-77F3D6FF495B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283060" y="5955848"/>
                  <a:ext cx="1504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F55A2D3A-17D9-C9B8-E91A-EE455F7C711D}"/>
                    </a:ext>
                  </a:extLst>
                </p14:cNvPr>
                <p14:cNvContentPartPr/>
                <p14:nvPr/>
              </p14:nvContentPartPr>
              <p14:xfrm>
                <a:off x="8483220" y="5865488"/>
                <a:ext cx="102600" cy="31824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F55A2D3A-17D9-C9B8-E91A-EE455F7C711D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474580" y="5856488"/>
                  <a:ext cx="12024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A9AB9D01-1662-1FB4-FCAE-734381BAC902}"/>
                    </a:ext>
                  </a:extLst>
                </p14:cNvPr>
                <p14:cNvContentPartPr/>
                <p14:nvPr/>
              </p14:nvContentPartPr>
              <p14:xfrm>
                <a:off x="8602020" y="6053048"/>
                <a:ext cx="98280" cy="10944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A9AB9D01-1662-1FB4-FCAE-734381BAC902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593380" y="6044408"/>
                  <a:ext cx="1159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100C13D7-8BB0-5BCF-F946-6EF921432357}"/>
                    </a:ext>
                  </a:extLst>
                </p14:cNvPr>
                <p14:cNvContentPartPr/>
                <p14:nvPr/>
              </p14:nvContentPartPr>
              <p14:xfrm>
                <a:off x="8702100" y="5922728"/>
                <a:ext cx="70920" cy="15948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100C13D7-8BB0-5BCF-F946-6EF92143235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693460" y="5913728"/>
                  <a:ext cx="885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6B5BA6C8-1BDA-071C-E092-6F10132E09E2}"/>
                    </a:ext>
                  </a:extLst>
                </p14:cNvPr>
                <p14:cNvContentPartPr/>
                <p14:nvPr/>
              </p14:nvContentPartPr>
              <p14:xfrm>
                <a:off x="8681580" y="5782328"/>
                <a:ext cx="9720" cy="1836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6B5BA6C8-1BDA-071C-E092-6F10132E09E2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672580" y="5773688"/>
                  <a:ext cx="273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C5782235-2AB6-D2E2-D977-2687770DEC20}"/>
                    </a:ext>
                  </a:extLst>
                </p14:cNvPr>
                <p14:cNvContentPartPr/>
                <p14:nvPr/>
              </p14:nvContentPartPr>
              <p14:xfrm>
                <a:off x="8793180" y="5850728"/>
                <a:ext cx="148320" cy="7236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C5782235-2AB6-D2E2-D977-2687770DEC20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784180" y="5841728"/>
                  <a:ext cx="1659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2FF10D7B-A50E-58C0-77C3-BE0C21602634}"/>
                    </a:ext>
                  </a:extLst>
                </p14:cNvPr>
                <p14:cNvContentPartPr/>
                <p14:nvPr/>
              </p14:nvContentPartPr>
              <p14:xfrm>
                <a:off x="9024300" y="5860448"/>
                <a:ext cx="92880" cy="31500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2FF10D7B-A50E-58C0-77C3-BE0C21602634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015660" y="5851448"/>
                  <a:ext cx="11052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F92BC779-099B-B96F-8131-A98FB99FD025}"/>
                    </a:ext>
                  </a:extLst>
                </p14:cNvPr>
                <p14:cNvContentPartPr/>
                <p14:nvPr/>
              </p14:nvContentPartPr>
              <p14:xfrm>
                <a:off x="8338500" y="5745968"/>
                <a:ext cx="88560" cy="1119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F92BC779-099B-B96F-8131-A98FB99FD02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329860" y="5737328"/>
                  <a:ext cx="1062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C9D08C6A-FB08-0EE3-C2A9-58BA4F1508FC}"/>
                    </a:ext>
                  </a:extLst>
                </p14:cNvPr>
                <p14:cNvContentPartPr/>
                <p14:nvPr/>
              </p14:nvContentPartPr>
              <p14:xfrm>
                <a:off x="8383140" y="5766848"/>
                <a:ext cx="28800" cy="8820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C9D08C6A-FB08-0EE3-C2A9-58BA4F1508FC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374140" y="5757848"/>
                  <a:ext cx="464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47F3B853-E3EC-95B2-4D02-AED54A906F2E}"/>
                    </a:ext>
                  </a:extLst>
                </p14:cNvPr>
                <p14:cNvContentPartPr/>
                <p14:nvPr/>
              </p14:nvContentPartPr>
              <p14:xfrm>
                <a:off x="8340300" y="5804288"/>
                <a:ext cx="97200" cy="1476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47F3B853-E3EC-95B2-4D02-AED54A906F2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331660" y="5795288"/>
                  <a:ext cx="1148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5A64C266-757B-4471-F019-FEC79936E818}"/>
                    </a:ext>
                  </a:extLst>
                </p14:cNvPr>
                <p14:cNvContentPartPr/>
                <p14:nvPr/>
              </p14:nvContentPartPr>
              <p14:xfrm>
                <a:off x="9221940" y="6038288"/>
                <a:ext cx="83160" cy="1980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5A64C266-757B-4471-F019-FEC79936E81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212940" y="6029288"/>
                  <a:ext cx="1008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5BAE2DBD-61EF-4441-0E59-09B667E0D3FC}"/>
                    </a:ext>
                  </a:extLst>
                </p14:cNvPr>
                <p14:cNvContentPartPr/>
                <p14:nvPr/>
              </p14:nvContentPartPr>
              <p14:xfrm>
                <a:off x="9221940" y="5968448"/>
                <a:ext cx="73080" cy="118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5BAE2DBD-61EF-4441-0E59-09B667E0D3FC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212940" y="5959448"/>
                  <a:ext cx="907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AAC6FA76-20C6-FDE9-7798-BA99889A2679}"/>
                    </a:ext>
                  </a:extLst>
                </p14:cNvPr>
                <p14:cNvContentPartPr/>
                <p14:nvPr/>
              </p14:nvContentPartPr>
              <p14:xfrm>
                <a:off x="9429300" y="5893208"/>
                <a:ext cx="68760" cy="21204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AAC6FA76-20C6-FDE9-7798-BA99889A267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420660" y="5884208"/>
                  <a:ext cx="864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07646B10-EA36-00AB-CD09-18C5CFB9EDFF}"/>
                    </a:ext>
                  </a:extLst>
                </p14:cNvPr>
                <p14:cNvContentPartPr/>
                <p14:nvPr/>
              </p14:nvContentPartPr>
              <p14:xfrm>
                <a:off x="9496980" y="6019928"/>
                <a:ext cx="90000" cy="1728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07646B10-EA36-00AB-CD09-18C5CFB9EDFF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488340" y="6011288"/>
                  <a:ext cx="1076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7EFF6BB6-9A41-E96C-57AE-020CE5F108A8}"/>
                    </a:ext>
                  </a:extLst>
                </p14:cNvPr>
                <p14:cNvContentPartPr/>
                <p14:nvPr/>
              </p14:nvContentPartPr>
              <p14:xfrm>
                <a:off x="9543780" y="5927768"/>
                <a:ext cx="61920" cy="17928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7EFF6BB6-9A41-E96C-57AE-020CE5F108A8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535140" y="5919128"/>
                  <a:ext cx="795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AFFCE57F-0DBC-466C-4241-AD8C9C307A1D}"/>
                    </a:ext>
                  </a:extLst>
                </p14:cNvPr>
                <p14:cNvContentPartPr/>
                <p14:nvPr/>
              </p14:nvContentPartPr>
              <p14:xfrm>
                <a:off x="9661860" y="5829488"/>
                <a:ext cx="81360" cy="28944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AFFCE57F-0DBC-466C-4241-AD8C9C307A1D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653220" y="5820848"/>
                  <a:ext cx="9900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04258E5E-0268-48A9-450A-6D276AD1D7A8}"/>
                    </a:ext>
                  </a:extLst>
                </p14:cNvPr>
                <p14:cNvContentPartPr/>
                <p14:nvPr/>
              </p14:nvContentPartPr>
              <p14:xfrm>
                <a:off x="9746460" y="5984648"/>
                <a:ext cx="145440" cy="13608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04258E5E-0268-48A9-450A-6D276AD1D7A8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737820" y="5976008"/>
                  <a:ext cx="1630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327DE441-5FFB-C649-59C1-0CFE96DEFB9F}"/>
                    </a:ext>
                  </a:extLst>
                </p14:cNvPr>
                <p14:cNvContentPartPr/>
                <p14:nvPr/>
              </p14:nvContentPartPr>
              <p14:xfrm>
                <a:off x="9925740" y="5839568"/>
                <a:ext cx="69480" cy="22824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327DE441-5FFB-C649-59C1-0CFE96DEFB9F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916740" y="5830568"/>
                  <a:ext cx="871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8DACB044-5EEC-FA90-F21B-F57413F17718}"/>
                    </a:ext>
                  </a:extLst>
                </p14:cNvPr>
                <p14:cNvContentPartPr/>
                <p14:nvPr/>
              </p14:nvContentPartPr>
              <p14:xfrm>
                <a:off x="9933300" y="5744528"/>
                <a:ext cx="11160" cy="1404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8DACB044-5EEC-FA90-F21B-F57413F1771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924300" y="5735888"/>
                  <a:ext cx="288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DAF70898-67C0-F955-CD56-BE9C9943C3C2}"/>
                    </a:ext>
                  </a:extLst>
                </p14:cNvPr>
                <p14:cNvContentPartPr/>
                <p14:nvPr/>
              </p14:nvContentPartPr>
              <p14:xfrm>
                <a:off x="10016820" y="5800328"/>
                <a:ext cx="181080" cy="9684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DAF70898-67C0-F955-CD56-BE9C9943C3C2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0007820" y="5791688"/>
                  <a:ext cx="1987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7DB3300E-31BA-6104-9208-811815815BB2}"/>
                    </a:ext>
                  </a:extLst>
                </p14:cNvPr>
                <p14:cNvContentPartPr/>
                <p14:nvPr/>
              </p14:nvContentPartPr>
              <p14:xfrm>
                <a:off x="10318140" y="5834168"/>
                <a:ext cx="93960" cy="32220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7DB3300E-31BA-6104-9208-811815815BB2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10309140" y="5825528"/>
                  <a:ext cx="11160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B0C13D2F-F55F-B7CD-E4DE-FE3B2A4C68B9}"/>
                    </a:ext>
                  </a:extLst>
                </p14:cNvPr>
                <p14:cNvContentPartPr/>
                <p14:nvPr/>
              </p14:nvContentPartPr>
              <p14:xfrm>
                <a:off x="10489140" y="5875928"/>
                <a:ext cx="66600" cy="23076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B0C13D2F-F55F-B7CD-E4DE-FE3B2A4C68B9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0480140" y="5866928"/>
                  <a:ext cx="842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7FE3D1F5-38DA-FA1E-8BBA-1D6155948311}"/>
                    </a:ext>
                  </a:extLst>
                </p14:cNvPr>
                <p14:cNvContentPartPr/>
                <p14:nvPr/>
              </p14:nvContentPartPr>
              <p14:xfrm>
                <a:off x="10515420" y="5993288"/>
                <a:ext cx="120600" cy="3888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7FE3D1F5-38DA-FA1E-8BBA-1D6155948311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0506420" y="5984288"/>
                  <a:ext cx="1382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30E4EFF0-FB80-EB0E-E2C6-737BA2A52AEF}"/>
                    </a:ext>
                  </a:extLst>
                </p14:cNvPr>
                <p14:cNvContentPartPr/>
                <p14:nvPr/>
              </p14:nvContentPartPr>
              <p14:xfrm>
                <a:off x="10602900" y="5886368"/>
                <a:ext cx="62280" cy="20844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30E4EFF0-FB80-EB0E-E2C6-737BA2A52AEF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0593900" y="5877368"/>
                  <a:ext cx="799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630470E8-6448-D6C7-5F6B-6B6A97E82FBE}"/>
                    </a:ext>
                  </a:extLst>
                </p14:cNvPr>
                <p14:cNvContentPartPr/>
                <p14:nvPr/>
              </p14:nvContentPartPr>
              <p14:xfrm>
                <a:off x="10744020" y="5802488"/>
                <a:ext cx="95400" cy="32868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630470E8-6448-D6C7-5F6B-6B6A97E82FBE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0735380" y="5793488"/>
                  <a:ext cx="11304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DD1AC60E-035B-425D-82D7-ECE82B2A625D}"/>
                    </a:ext>
                  </a:extLst>
                </p14:cNvPr>
                <p14:cNvContentPartPr/>
                <p14:nvPr/>
              </p14:nvContentPartPr>
              <p14:xfrm>
                <a:off x="10842660" y="5955128"/>
                <a:ext cx="150840" cy="13428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DD1AC60E-035B-425D-82D7-ECE82B2A625D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0834020" y="5946488"/>
                  <a:ext cx="1684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A8DC2D45-6C85-8180-E525-8039C610D6CC}"/>
                    </a:ext>
                  </a:extLst>
                </p14:cNvPr>
                <p14:cNvContentPartPr/>
                <p14:nvPr/>
              </p14:nvContentPartPr>
              <p14:xfrm>
                <a:off x="10983420" y="5860088"/>
                <a:ext cx="72720" cy="1116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A8DC2D45-6C85-8180-E525-8039C610D6CC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0974420" y="5851088"/>
                  <a:ext cx="90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48D584C1-8BA6-4616-0F7A-639F34E613FF}"/>
                    </a:ext>
                  </a:extLst>
                </p14:cNvPr>
                <p14:cNvContentPartPr/>
                <p14:nvPr/>
              </p14:nvContentPartPr>
              <p14:xfrm>
                <a:off x="11104740" y="5824088"/>
                <a:ext cx="80280" cy="20196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48D584C1-8BA6-4616-0F7A-639F34E613FF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1096100" y="5815088"/>
                  <a:ext cx="97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1F2F10D5-7173-4EDA-CE61-FC5D755208E4}"/>
                    </a:ext>
                  </a:extLst>
                </p14:cNvPr>
                <p14:cNvContentPartPr/>
                <p14:nvPr/>
              </p14:nvContentPartPr>
              <p14:xfrm>
                <a:off x="11071260" y="5721848"/>
                <a:ext cx="11160" cy="1224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1F2F10D5-7173-4EDA-CE61-FC5D755208E4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1062620" y="5712848"/>
                  <a:ext cx="288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F9992179-434E-9A0C-D139-53A0AA63B54A}"/>
                    </a:ext>
                  </a:extLst>
                </p14:cNvPr>
                <p14:cNvContentPartPr/>
                <p14:nvPr/>
              </p14:nvContentPartPr>
              <p14:xfrm>
                <a:off x="11227500" y="5772608"/>
                <a:ext cx="173160" cy="6840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F9992179-434E-9A0C-D139-53A0AA63B54A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1218500" y="5763968"/>
                  <a:ext cx="1908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4595ACC1-B705-1234-EF2A-463164ED853E}"/>
                    </a:ext>
                  </a:extLst>
                </p14:cNvPr>
                <p14:cNvContentPartPr/>
                <p14:nvPr/>
              </p14:nvContentPartPr>
              <p14:xfrm>
                <a:off x="11471220" y="5720048"/>
                <a:ext cx="131040" cy="38916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4595ACC1-B705-1234-EF2A-463164ED853E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1462580" y="5711048"/>
                  <a:ext cx="148680" cy="40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7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59CC2F69-8AA7-804E-8A37-75A712130C9A}"/>
                  </a:ext>
                </a:extLst>
              </p14:cNvPr>
              <p14:cNvContentPartPr/>
              <p14:nvPr/>
            </p14:nvContentPartPr>
            <p14:xfrm>
              <a:off x="9180180" y="6260408"/>
              <a:ext cx="339120" cy="127080"/>
            </p14:xfrm>
          </p:contentPart>
        </mc:Choice>
        <mc:Fallback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59CC2F69-8AA7-804E-8A37-75A712130C9A}"/>
                  </a:ext>
                </a:extLst>
              </p:cNvPr>
              <p:cNvPicPr/>
              <p:nvPr/>
            </p:nvPicPr>
            <p:blipFill>
              <a:blip r:embed="rId368"/>
              <a:stretch>
                <a:fillRect/>
              </a:stretch>
            </p:blipFill>
            <p:spPr>
              <a:xfrm>
                <a:off x="9171180" y="6251408"/>
                <a:ext cx="35676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9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336FA0D2-8EF1-2B62-1C5C-D2B3A7608624}"/>
                  </a:ext>
                </a:extLst>
              </p14:cNvPr>
              <p14:cNvContentPartPr/>
              <p14:nvPr/>
            </p14:nvContentPartPr>
            <p14:xfrm>
              <a:off x="9170460" y="6291368"/>
              <a:ext cx="353880" cy="90720"/>
            </p14:xfrm>
          </p:contentPart>
        </mc:Choice>
        <mc:Fallback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336FA0D2-8EF1-2B62-1C5C-D2B3A7608624}"/>
                  </a:ext>
                </a:extLst>
              </p:cNvPr>
              <p:cNvPicPr/>
              <p:nvPr/>
            </p:nvPicPr>
            <p:blipFill>
              <a:blip r:embed="rId370"/>
              <a:stretch>
                <a:fillRect/>
              </a:stretch>
            </p:blipFill>
            <p:spPr>
              <a:xfrm>
                <a:off x="9161820" y="6282368"/>
                <a:ext cx="371520" cy="10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16" name="Group 315">
            <a:extLst>
              <a:ext uri="{FF2B5EF4-FFF2-40B4-BE49-F238E27FC236}">
                <a16:creationId xmlns:a16="http://schemas.microsoft.com/office/drawing/2014/main" id="{D45376C9-1DC9-3510-2C86-F71AEC3C217F}"/>
              </a:ext>
            </a:extLst>
          </p:cNvPr>
          <p:cNvGrpSpPr/>
          <p:nvPr/>
        </p:nvGrpSpPr>
        <p:grpSpPr>
          <a:xfrm>
            <a:off x="8443620" y="6386048"/>
            <a:ext cx="509040" cy="270000"/>
            <a:chOff x="8443620" y="6386048"/>
            <a:chExt cx="509040" cy="27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B98BC1CC-34B6-E073-01B2-044550170FD5}"/>
                    </a:ext>
                  </a:extLst>
                </p14:cNvPr>
                <p14:cNvContentPartPr/>
                <p14:nvPr/>
              </p14:nvContentPartPr>
              <p14:xfrm>
                <a:off x="8443620" y="6400448"/>
                <a:ext cx="143640" cy="23580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B98BC1CC-34B6-E073-01B2-044550170FD5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8434980" y="6391808"/>
                  <a:ext cx="1612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BFB5776D-E6BF-E1B8-6563-2EAA3401A52A}"/>
                    </a:ext>
                  </a:extLst>
                </p14:cNvPr>
                <p14:cNvContentPartPr/>
                <p14:nvPr/>
              </p14:nvContentPartPr>
              <p14:xfrm>
                <a:off x="8598780" y="6386048"/>
                <a:ext cx="99000" cy="23364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BFB5776D-E6BF-E1B8-6563-2EAA3401A52A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8590140" y="6377408"/>
                  <a:ext cx="1166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6654535B-0C89-9D4E-50D5-6F1E536B30E7}"/>
                    </a:ext>
                  </a:extLst>
                </p14:cNvPr>
                <p14:cNvContentPartPr/>
                <p14:nvPr/>
              </p14:nvContentPartPr>
              <p14:xfrm>
                <a:off x="8712540" y="6513488"/>
                <a:ext cx="153360" cy="7524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6654535B-0C89-9D4E-50D5-6F1E536B30E7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8703900" y="6504488"/>
                  <a:ext cx="1710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BEDAE9C8-E723-B1D0-5D82-ABFC778B9E9F}"/>
                    </a:ext>
                  </a:extLst>
                </p14:cNvPr>
                <p14:cNvContentPartPr/>
                <p14:nvPr/>
              </p14:nvContentPartPr>
              <p14:xfrm>
                <a:off x="8842500" y="6416288"/>
                <a:ext cx="110160" cy="23976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BEDAE9C8-E723-B1D0-5D82-ABFC778B9E9F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8833500" y="6407288"/>
                  <a:ext cx="127800" cy="25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08778709-4DF6-440F-C899-81F6828E20E9}"/>
              </a:ext>
            </a:extLst>
          </p:cNvPr>
          <p:cNvGrpSpPr/>
          <p:nvPr/>
        </p:nvGrpSpPr>
        <p:grpSpPr>
          <a:xfrm>
            <a:off x="9159660" y="6425648"/>
            <a:ext cx="979200" cy="323280"/>
            <a:chOff x="9159660" y="6425648"/>
            <a:chExt cx="979200" cy="32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4BE3D8CB-30CA-C824-794D-1F9BC9B3EF6A}"/>
                    </a:ext>
                  </a:extLst>
                </p14:cNvPr>
                <p14:cNvContentPartPr/>
                <p14:nvPr/>
              </p14:nvContentPartPr>
              <p14:xfrm>
                <a:off x="9169020" y="6457688"/>
                <a:ext cx="99720" cy="29124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4BE3D8CB-30CA-C824-794D-1F9BC9B3EF6A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9160380" y="6448688"/>
                  <a:ext cx="11736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70D7281E-1C9F-B7DD-682D-942A7FF43219}"/>
                    </a:ext>
                  </a:extLst>
                </p14:cNvPr>
                <p14:cNvContentPartPr/>
                <p14:nvPr/>
              </p14:nvContentPartPr>
              <p14:xfrm>
                <a:off x="9159660" y="6633728"/>
                <a:ext cx="114480" cy="2196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70D7281E-1C9F-B7DD-682D-942A7FF43219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9150660" y="6624728"/>
                  <a:ext cx="1321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8A664AC6-9967-36E3-11D2-CE65D7D86A44}"/>
                    </a:ext>
                  </a:extLst>
                </p14:cNvPr>
                <p14:cNvContentPartPr/>
                <p14:nvPr/>
              </p14:nvContentPartPr>
              <p14:xfrm>
                <a:off x="9292860" y="6597008"/>
                <a:ext cx="111600" cy="10080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8A664AC6-9967-36E3-11D2-CE65D7D86A44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9283860" y="6588008"/>
                  <a:ext cx="1292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7A485D2C-67FE-3EF4-E680-5333D87C24CE}"/>
                    </a:ext>
                  </a:extLst>
                </p14:cNvPr>
                <p14:cNvContentPartPr/>
                <p14:nvPr/>
              </p14:nvContentPartPr>
              <p14:xfrm>
                <a:off x="9439740" y="6549848"/>
                <a:ext cx="57960" cy="12636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7A485D2C-67FE-3EF4-E680-5333D87C24CE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9430740" y="6541208"/>
                  <a:ext cx="756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89A2FA2F-4A42-B1A3-6CA7-9724432BB1A3}"/>
                    </a:ext>
                  </a:extLst>
                </p14:cNvPr>
                <p14:cNvContentPartPr/>
                <p14:nvPr/>
              </p14:nvContentPartPr>
              <p14:xfrm>
                <a:off x="9533340" y="6562088"/>
                <a:ext cx="145800" cy="7632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89A2FA2F-4A42-B1A3-6CA7-9724432BB1A3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9524700" y="6553448"/>
                  <a:ext cx="1634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BAB55AFC-4AEF-E594-DBEC-FAF95991F51E}"/>
                    </a:ext>
                  </a:extLst>
                </p14:cNvPr>
                <p14:cNvContentPartPr/>
                <p14:nvPr/>
              </p14:nvContentPartPr>
              <p14:xfrm>
                <a:off x="9733500" y="6546248"/>
                <a:ext cx="251280" cy="13500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BAB55AFC-4AEF-E594-DBEC-FAF95991F51E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9724500" y="6537608"/>
                  <a:ext cx="2689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D4AF53FE-4C82-3E7C-75DA-1F70A2E7FC17}"/>
                    </a:ext>
                  </a:extLst>
                </p14:cNvPr>
                <p14:cNvContentPartPr/>
                <p14:nvPr/>
              </p14:nvContentPartPr>
              <p14:xfrm>
                <a:off x="10039140" y="6425648"/>
                <a:ext cx="99720" cy="25992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D4AF53FE-4C82-3E7C-75DA-1F70A2E7FC17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0030500" y="6417008"/>
                  <a:ext cx="117360" cy="27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5" name="Group 324">
            <a:extLst>
              <a:ext uri="{FF2B5EF4-FFF2-40B4-BE49-F238E27FC236}">
                <a16:creationId xmlns:a16="http://schemas.microsoft.com/office/drawing/2014/main" id="{77C73CC8-F0B3-DD5C-BD98-ECE8CAFBAC61}"/>
              </a:ext>
            </a:extLst>
          </p:cNvPr>
          <p:cNvGrpSpPr/>
          <p:nvPr/>
        </p:nvGrpSpPr>
        <p:grpSpPr>
          <a:xfrm>
            <a:off x="10744020" y="6207128"/>
            <a:ext cx="528120" cy="417960"/>
            <a:chOff x="10744020" y="6207128"/>
            <a:chExt cx="528120" cy="41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3396F69A-0125-EF40-5191-1DEACEE6C88C}"/>
                    </a:ext>
                  </a:extLst>
                </p14:cNvPr>
                <p14:cNvContentPartPr/>
                <p14:nvPr/>
              </p14:nvContentPartPr>
              <p14:xfrm>
                <a:off x="11147220" y="6207128"/>
                <a:ext cx="124920" cy="11052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3396F69A-0125-EF40-5191-1DEACEE6C88C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1138580" y="6198488"/>
                  <a:ext cx="1425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AA173484-DF71-66FC-61A6-F19C768C17CF}"/>
                    </a:ext>
                  </a:extLst>
                </p14:cNvPr>
                <p14:cNvContentPartPr/>
                <p14:nvPr/>
              </p14:nvContentPartPr>
              <p14:xfrm>
                <a:off x="10744020" y="6363728"/>
                <a:ext cx="136800" cy="23184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AA173484-DF71-66FC-61A6-F19C768C17CF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0735020" y="6355088"/>
                  <a:ext cx="1544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86B076BB-1E96-EF8F-53B0-CE81FB85EFD3}"/>
                    </a:ext>
                  </a:extLst>
                </p14:cNvPr>
                <p14:cNvContentPartPr/>
                <p14:nvPr/>
              </p14:nvContentPartPr>
              <p14:xfrm>
                <a:off x="10951020" y="6368768"/>
                <a:ext cx="100080" cy="25596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86B076BB-1E96-EF8F-53B0-CE81FB85EFD3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0942020" y="6360128"/>
                  <a:ext cx="11772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254BB822-9E47-C368-9474-6485B9CCBDF6}"/>
                    </a:ext>
                  </a:extLst>
                </p14:cNvPr>
                <p14:cNvContentPartPr/>
                <p14:nvPr/>
              </p14:nvContentPartPr>
              <p14:xfrm>
                <a:off x="11045340" y="6520688"/>
                <a:ext cx="90000" cy="4392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254BB822-9E47-C368-9474-6485B9CCBDF6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1036700" y="6511688"/>
                  <a:ext cx="1076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63DC6326-6447-73D6-C7CA-CAF31B7EA789}"/>
                    </a:ext>
                  </a:extLst>
                </p14:cNvPr>
                <p14:cNvContentPartPr/>
                <p14:nvPr/>
              </p14:nvContentPartPr>
              <p14:xfrm>
                <a:off x="11143980" y="6370568"/>
                <a:ext cx="108720" cy="25452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63DC6326-6447-73D6-C7CA-CAF31B7EA789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1135340" y="6361928"/>
                  <a:ext cx="126360" cy="27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0A979177-646D-C1F3-47DC-353455585DAA}"/>
              </a:ext>
            </a:extLst>
          </p:cNvPr>
          <p:cNvGrpSpPr/>
          <p:nvPr/>
        </p:nvGrpSpPr>
        <p:grpSpPr>
          <a:xfrm>
            <a:off x="11407140" y="6281288"/>
            <a:ext cx="563040" cy="416160"/>
            <a:chOff x="11407140" y="6281288"/>
            <a:chExt cx="563040" cy="41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B7D1091E-7254-19D5-ED54-5B23903A0BAE}"/>
                    </a:ext>
                  </a:extLst>
                </p14:cNvPr>
                <p14:cNvContentPartPr/>
                <p14:nvPr/>
              </p14:nvContentPartPr>
              <p14:xfrm>
                <a:off x="11407140" y="6348608"/>
                <a:ext cx="100080" cy="14148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B7D1091E-7254-19D5-ED54-5B23903A0BAE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1398500" y="6339968"/>
                  <a:ext cx="11772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F7D2BAD9-9379-4144-B47F-7EDFD76DBB2E}"/>
                    </a:ext>
                  </a:extLst>
                </p14:cNvPr>
                <p14:cNvContentPartPr/>
                <p14:nvPr/>
              </p14:nvContentPartPr>
              <p14:xfrm>
                <a:off x="11561580" y="6410528"/>
                <a:ext cx="61920" cy="5184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F7D2BAD9-9379-4144-B47F-7EDFD76DBB2E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1552940" y="6401528"/>
                  <a:ext cx="795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226FA7C2-3AF8-DC17-2CBF-5AE78E288988}"/>
                    </a:ext>
                  </a:extLst>
                </p14:cNvPr>
                <p14:cNvContentPartPr/>
                <p14:nvPr/>
              </p14:nvContentPartPr>
              <p14:xfrm>
                <a:off x="11687220" y="6378848"/>
                <a:ext cx="82080" cy="8568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226FA7C2-3AF8-DC17-2CBF-5AE78E288988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1678580" y="6370208"/>
                  <a:ext cx="997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37E1F536-B3AC-0CA5-7022-97D553421EAE}"/>
                    </a:ext>
                  </a:extLst>
                </p14:cNvPr>
                <p14:cNvContentPartPr/>
                <p14:nvPr/>
              </p14:nvContentPartPr>
              <p14:xfrm>
                <a:off x="11803860" y="6281288"/>
                <a:ext cx="31680" cy="14580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37E1F536-B3AC-0CA5-7022-97D553421EAE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1795220" y="6272288"/>
                  <a:ext cx="493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104EFB03-565B-7F1C-6B8D-61A646EC712F}"/>
                    </a:ext>
                  </a:extLst>
                </p14:cNvPr>
                <p14:cNvContentPartPr/>
                <p14:nvPr/>
              </p14:nvContentPartPr>
              <p14:xfrm>
                <a:off x="11861100" y="6372008"/>
                <a:ext cx="109080" cy="7092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104EFB03-565B-7F1C-6B8D-61A646EC712F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11852460" y="6363368"/>
                  <a:ext cx="1267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53B10B97-0907-5DBF-76A9-62FE7549B57A}"/>
                    </a:ext>
                  </a:extLst>
                </p14:cNvPr>
                <p14:cNvContentPartPr/>
                <p14:nvPr/>
              </p14:nvContentPartPr>
              <p14:xfrm>
                <a:off x="11412900" y="6616088"/>
                <a:ext cx="168840" cy="8136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53B10B97-0907-5DBF-76A9-62FE7549B57A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11404260" y="6607448"/>
                  <a:ext cx="1864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18C36701-9B16-0F2B-2D41-A82692B21C0F}"/>
                    </a:ext>
                  </a:extLst>
                </p14:cNvPr>
                <p14:cNvContentPartPr/>
                <p14:nvPr/>
              </p14:nvContentPartPr>
              <p14:xfrm>
                <a:off x="11627100" y="6558848"/>
                <a:ext cx="141840" cy="10260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18C36701-9B16-0F2B-2D41-A82692B21C0F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1618460" y="6550208"/>
                  <a:ext cx="1594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FE247AE6-1A85-BF2B-B316-81112E39844E}"/>
                    </a:ext>
                  </a:extLst>
                </p14:cNvPr>
                <p14:cNvContentPartPr/>
                <p14:nvPr/>
              </p14:nvContentPartPr>
              <p14:xfrm>
                <a:off x="11843820" y="6484688"/>
                <a:ext cx="75600" cy="17604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FE247AE6-1A85-BF2B-B316-81112E39844E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1834820" y="6476048"/>
                  <a:ext cx="93240" cy="19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FE84F906-08D3-A406-117F-01D3E8941435}"/>
              </a:ext>
            </a:extLst>
          </p:cNvPr>
          <p:cNvGrpSpPr/>
          <p:nvPr/>
        </p:nvGrpSpPr>
        <p:grpSpPr>
          <a:xfrm>
            <a:off x="1032300" y="1230848"/>
            <a:ext cx="1019520" cy="215280"/>
            <a:chOff x="1032300" y="1230848"/>
            <a:chExt cx="1019520" cy="21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5F730959-62D1-0BDF-CE23-D321A823CF12}"/>
                    </a:ext>
                  </a:extLst>
                </p14:cNvPr>
                <p14:cNvContentPartPr/>
                <p14:nvPr/>
              </p14:nvContentPartPr>
              <p14:xfrm>
                <a:off x="1032300" y="1334888"/>
                <a:ext cx="127440" cy="9792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5F730959-62D1-0BDF-CE23-D321A823CF12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1023660" y="1326248"/>
                  <a:ext cx="1450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1BFD5077-FA16-023E-87A8-82B785C1A93B}"/>
                    </a:ext>
                  </a:extLst>
                </p14:cNvPr>
                <p14:cNvContentPartPr/>
                <p14:nvPr/>
              </p14:nvContentPartPr>
              <p14:xfrm>
                <a:off x="1194300" y="1375568"/>
                <a:ext cx="119880" cy="4896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1BFD5077-FA16-023E-87A8-82B785C1A93B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185660" y="1366568"/>
                  <a:ext cx="1375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F598B922-1D89-B61D-FB0B-9DC2FF8A20B6}"/>
                    </a:ext>
                  </a:extLst>
                </p14:cNvPr>
                <p14:cNvContentPartPr/>
                <p14:nvPr/>
              </p14:nvContentPartPr>
              <p14:xfrm>
                <a:off x="1330020" y="1324808"/>
                <a:ext cx="103680" cy="12132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F598B922-1D89-B61D-FB0B-9DC2FF8A20B6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1321380" y="1315808"/>
                  <a:ext cx="12132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677CF76B-E32A-38CA-26D0-DEED77B1850C}"/>
                    </a:ext>
                  </a:extLst>
                </p14:cNvPr>
                <p14:cNvContentPartPr/>
                <p14:nvPr/>
              </p14:nvContentPartPr>
              <p14:xfrm>
                <a:off x="1483380" y="1339208"/>
                <a:ext cx="94680" cy="9756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677CF76B-E32A-38CA-26D0-DEED77B1850C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1474380" y="1330208"/>
                  <a:ext cx="1123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54C833B1-3871-E89E-62FB-D5A640272B07}"/>
                    </a:ext>
                  </a:extLst>
                </p14:cNvPr>
                <p14:cNvContentPartPr/>
                <p14:nvPr/>
              </p14:nvContentPartPr>
              <p14:xfrm>
                <a:off x="1660500" y="1366208"/>
                <a:ext cx="96840" cy="5868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54C833B1-3871-E89E-62FB-D5A640272B07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651860" y="1357568"/>
                  <a:ext cx="1144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C8675D0C-0785-885F-9289-68F1C6FE34E9}"/>
                    </a:ext>
                  </a:extLst>
                </p14:cNvPr>
                <p14:cNvContentPartPr/>
                <p14:nvPr/>
              </p14:nvContentPartPr>
              <p14:xfrm>
                <a:off x="1817820" y="1230848"/>
                <a:ext cx="234000" cy="19368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C8675D0C-0785-885F-9289-68F1C6FE34E9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809180" y="1222208"/>
                  <a:ext cx="251640" cy="21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06287D45-53A3-1901-60A8-262FF3799165}"/>
              </a:ext>
            </a:extLst>
          </p:cNvPr>
          <p:cNvGrpSpPr/>
          <p:nvPr/>
        </p:nvGrpSpPr>
        <p:grpSpPr>
          <a:xfrm>
            <a:off x="2321100" y="1132208"/>
            <a:ext cx="266400" cy="374760"/>
            <a:chOff x="2321100" y="1132208"/>
            <a:chExt cx="266400" cy="37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3E34C8FC-A6A9-06EC-12DC-6C26EB4729CF}"/>
                    </a:ext>
                  </a:extLst>
                </p14:cNvPr>
                <p14:cNvContentPartPr/>
                <p14:nvPr/>
              </p14:nvContentPartPr>
              <p14:xfrm>
                <a:off x="2321100" y="1323368"/>
                <a:ext cx="115560" cy="8064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3E34C8FC-A6A9-06EC-12DC-6C26EB4729CF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2312100" y="1314368"/>
                  <a:ext cx="1332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298BD53E-2B8D-6ACF-33B6-9CB90FB716D6}"/>
                    </a:ext>
                  </a:extLst>
                </p14:cNvPr>
                <p14:cNvContentPartPr/>
                <p14:nvPr/>
              </p14:nvContentPartPr>
              <p14:xfrm>
                <a:off x="2464740" y="1132208"/>
                <a:ext cx="122760" cy="37476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298BD53E-2B8D-6ACF-33B6-9CB90FB716D6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2456100" y="1123568"/>
                  <a:ext cx="14040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68DBCC35-79BE-024D-4D2B-49F1A83F2E19}"/>
                    </a:ext>
                  </a:extLst>
                </p14:cNvPr>
                <p14:cNvContentPartPr/>
                <p14:nvPr/>
              </p14:nvContentPartPr>
              <p14:xfrm>
                <a:off x="2432340" y="1381328"/>
                <a:ext cx="118800" cy="1116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68DBCC35-79BE-024D-4D2B-49F1A83F2E19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2423700" y="1372688"/>
                  <a:ext cx="13644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7" name="Group 376">
            <a:extLst>
              <a:ext uri="{FF2B5EF4-FFF2-40B4-BE49-F238E27FC236}">
                <a16:creationId xmlns:a16="http://schemas.microsoft.com/office/drawing/2014/main" id="{203D2844-194F-27FA-745B-4157C01A78CB}"/>
              </a:ext>
            </a:extLst>
          </p:cNvPr>
          <p:cNvGrpSpPr/>
          <p:nvPr/>
        </p:nvGrpSpPr>
        <p:grpSpPr>
          <a:xfrm>
            <a:off x="2971260" y="1049048"/>
            <a:ext cx="3159360" cy="541440"/>
            <a:chOff x="2971260" y="1049048"/>
            <a:chExt cx="3159360" cy="54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020FC540-B80C-8C60-D8F8-AF1696C9CC11}"/>
                    </a:ext>
                  </a:extLst>
                </p14:cNvPr>
                <p14:cNvContentPartPr/>
                <p14:nvPr/>
              </p14:nvContentPartPr>
              <p14:xfrm>
                <a:off x="3423780" y="1193048"/>
                <a:ext cx="52920" cy="33912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020FC540-B80C-8C60-D8F8-AF1696C9CC11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3414780" y="1184048"/>
                  <a:ext cx="7056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5D405E57-4EAB-B8A4-1B5C-5EDB01828C35}"/>
                    </a:ext>
                  </a:extLst>
                </p14:cNvPr>
                <p14:cNvContentPartPr/>
                <p14:nvPr/>
              </p14:nvContentPartPr>
              <p14:xfrm>
                <a:off x="3371580" y="1092248"/>
                <a:ext cx="552240" cy="3024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5D405E57-4EAB-B8A4-1B5C-5EDB01828C35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3362940" y="1083608"/>
                  <a:ext cx="5698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4CEE3524-1CFB-99EE-FCAF-73F88CDC2F52}"/>
                    </a:ext>
                  </a:extLst>
                </p14:cNvPr>
                <p14:cNvContentPartPr/>
                <p14:nvPr/>
              </p14:nvContentPartPr>
              <p14:xfrm>
                <a:off x="3963780" y="1092968"/>
                <a:ext cx="42480" cy="38268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4CEE3524-1CFB-99EE-FCAF-73F88CDC2F52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3955140" y="1084328"/>
                  <a:ext cx="6012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B34547AE-9BBE-6F00-D99E-58CE83F2DF8A}"/>
                    </a:ext>
                  </a:extLst>
                </p14:cNvPr>
                <p14:cNvContentPartPr/>
                <p14:nvPr/>
              </p14:nvContentPartPr>
              <p14:xfrm>
                <a:off x="3490740" y="1527128"/>
                <a:ext cx="561960" cy="2628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B34547AE-9BBE-6F00-D99E-58CE83F2DF8A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3481740" y="1518488"/>
                  <a:ext cx="5796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0B1725F7-D103-392F-E8C6-2C5943F089AB}"/>
                    </a:ext>
                  </a:extLst>
                </p14:cNvPr>
                <p14:cNvContentPartPr/>
                <p14:nvPr/>
              </p14:nvContentPartPr>
              <p14:xfrm>
                <a:off x="3522420" y="1215728"/>
                <a:ext cx="45360" cy="18000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0B1725F7-D103-392F-E8C6-2C5943F089AB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3513420" y="1206728"/>
                  <a:ext cx="630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FCF25ED1-8038-6210-A5E3-C2B7C95386DF}"/>
                    </a:ext>
                  </a:extLst>
                </p14:cNvPr>
                <p14:cNvContentPartPr/>
                <p14:nvPr/>
              </p14:nvContentPartPr>
              <p14:xfrm>
                <a:off x="3548340" y="1312568"/>
                <a:ext cx="56160" cy="3852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FCF25ED1-8038-6210-A5E3-C2B7C95386DF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3539340" y="1303928"/>
                  <a:ext cx="738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B2FDCB35-203D-0FF4-5C6A-02FF2B6A7E03}"/>
                    </a:ext>
                  </a:extLst>
                </p14:cNvPr>
                <p14:cNvContentPartPr/>
                <p14:nvPr/>
              </p14:nvContentPartPr>
              <p14:xfrm>
                <a:off x="3601260" y="1215728"/>
                <a:ext cx="26640" cy="16020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B2FDCB35-203D-0FF4-5C6A-02FF2B6A7E03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3592620" y="1206728"/>
                  <a:ext cx="442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3C50B20D-40C3-DEE3-38C0-F3337677D046}"/>
                    </a:ext>
                  </a:extLst>
                </p14:cNvPr>
                <p14:cNvContentPartPr/>
                <p14:nvPr/>
              </p14:nvContentPartPr>
              <p14:xfrm>
                <a:off x="3661740" y="1194488"/>
                <a:ext cx="39960" cy="20988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3C50B20D-40C3-DEE3-38C0-F3337677D046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3652740" y="1185848"/>
                  <a:ext cx="576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6144A3B4-644A-FA5E-2287-F6DD6E85E0C5}"/>
                    </a:ext>
                  </a:extLst>
                </p14:cNvPr>
                <p14:cNvContentPartPr/>
                <p14:nvPr/>
              </p14:nvContentPartPr>
              <p14:xfrm>
                <a:off x="3740580" y="1324448"/>
                <a:ext cx="70200" cy="8172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6144A3B4-644A-FA5E-2287-F6DD6E85E0C5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3731580" y="1315808"/>
                  <a:ext cx="878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F21F2602-2FD7-65FF-6E10-7BBC32CCAF17}"/>
                    </a:ext>
                  </a:extLst>
                </p14:cNvPr>
                <p14:cNvContentPartPr/>
                <p14:nvPr/>
              </p14:nvContentPartPr>
              <p14:xfrm>
                <a:off x="3761460" y="1194848"/>
                <a:ext cx="41400" cy="15840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F21F2602-2FD7-65FF-6E10-7BBC32CCAF17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3752460" y="1185848"/>
                  <a:ext cx="590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41912731-EA07-B393-EAAE-E7D3E938D138}"/>
                    </a:ext>
                  </a:extLst>
                </p14:cNvPr>
                <p14:cNvContentPartPr/>
                <p14:nvPr/>
              </p14:nvContentPartPr>
              <p14:xfrm>
                <a:off x="3740580" y="1132568"/>
                <a:ext cx="360" cy="324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41912731-EA07-B393-EAAE-E7D3E938D138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3731580" y="1123568"/>
                  <a:ext cx="180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B38AECCC-581E-1B1A-6304-62216AA96992}"/>
                    </a:ext>
                  </a:extLst>
                </p14:cNvPr>
                <p14:cNvContentPartPr/>
                <p14:nvPr/>
              </p14:nvContentPartPr>
              <p14:xfrm>
                <a:off x="3850020" y="1187288"/>
                <a:ext cx="92520" cy="5940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B38AECCC-581E-1B1A-6304-62216AA96992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3841380" y="1178288"/>
                  <a:ext cx="1101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38248036-CABC-FCFC-ED36-691CA842B88B}"/>
                    </a:ext>
                  </a:extLst>
                </p14:cNvPr>
                <p14:cNvContentPartPr/>
                <p14:nvPr/>
              </p14:nvContentPartPr>
              <p14:xfrm>
                <a:off x="3914100" y="1158488"/>
                <a:ext cx="52200" cy="22464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38248036-CABC-FCFC-ED36-691CA842B88B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3905100" y="1149488"/>
                  <a:ext cx="698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E84B1D99-74F9-F144-02C0-A2A56FA4B7D1}"/>
                    </a:ext>
                  </a:extLst>
                </p14:cNvPr>
                <p14:cNvContentPartPr/>
                <p14:nvPr/>
              </p14:nvContentPartPr>
              <p14:xfrm>
                <a:off x="4015980" y="1329848"/>
                <a:ext cx="551880" cy="1620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E84B1D99-74F9-F144-02C0-A2A56FA4B7D1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4006980" y="1321208"/>
                  <a:ext cx="5695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1BB89126-1AE0-81C2-C1A5-A7AC0891A80F}"/>
                    </a:ext>
                  </a:extLst>
                </p14:cNvPr>
                <p14:cNvContentPartPr/>
                <p14:nvPr/>
              </p14:nvContentPartPr>
              <p14:xfrm>
                <a:off x="4554900" y="1299608"/>
                <a:ext cx="60120" cy="7776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1BB89126-1AE0-81C2-C1A5-A7AC0891A80F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4545900" y="1290608"/>
                  <a:ext cx="777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1BA5BE86-B9F4-0541-51A1-15C168B43EE0}"/>
                    </a:ext>
                  </a:extLst>
                </p14:cNvPr>
                <p14:cNvContentPartPr/>
                <p14:nvPr/>
              </p14:nvContentPartPr>
              <p14:xfrm>
                <a:off x="2971260" y="1361168"/>
                <a:ext cx="445680" cy="2160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1BA5BE86-B9F4-0541-51A1-15C168B43EE0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2962260" y="1352168"/>
                  <a:ext cx="4633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3D2194C0-18CF-BC52-E2B7-630083C575EE}"/>
                    </a:ext>
                  </a:extLst>
                </p14:cNvPr>
                <p14:cNvContentPartPr/>
                <p14:nvPr/>
              </p14:nvContentPartPr>
              <p14:xfrm>
                <a:off x="3267180" y="1321208"/>
                <a:ext cx="167400" cy="9396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3D2194C0-18CF-BC52-E2B7-630083C575EE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3258180" y="1312208"/>
                  <a:ext cx="1850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01BD22B9-189F-6F13-4BB9-26B23B010111}"/>
                    </a:ext>
                  </a:extLst>
                </p14:cNvPr>
                <p14:cNvContentPartPr/>
                <p14:nvPr/>
              </p14:nvContentPartPr>
              <p14:xfrm>
                <a:off x="4646700" y="1079288"/>
                <a:ext cx="51120" cy="50940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01BD22B9-189F-6F13-4BB9-26B23B010111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4637700" y="1070288"/>
                  <a:ext cx="6876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0C292C56-3EC1-BD7A-DFEA-08A010D4B339}"/>
                    </a:ext>
                  </a:extLst>
                </p14:cNvPr>
                <p14:cNvContentPartPr/>
                <p14:nvPr/>
              </p14:nvContentPartPr>
              <p14:xfrm>
                <a:off x="4683060" y="1049048"/>
                <a:ext cx="596160" cy="5256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0C292C56-3EC1-BD7A-DFEA-08A010D4B339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4674060" y="1040408"/>
                  <a:ext cx="6138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079DEE39-5FE1-E7C5-4266-8A4E6BC5D796}"/>
                    </a:ext>
                  </a:extLst>
                </p14:cNvPr>
                <p14:cNvContentPartPr/>
                <p14:nvPr/>
              </p14:nvContentPartPr>
              <p14:xfrm>
                <a:off x="5428980" y="1059848"/>
                <a:ext cx="71280" cy="42732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079DEE39-5FE1-E7C5-4266-8A4E6BC5D796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5420340" y="1051208"/>
                  <a:ext cx="8892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175A745E-AB1D-A351-ADB2-A43069B4B0BE}"/>
                    </a:ext>
                  </a:extLst>
                </p14:cNvPr>
                <p14:cNvContentPartPr/>
                <p14:nvPr/>
              </p14:nvContentPartPr>
              <p14:xfrm>
                <a:off x="4645620" y="1553408"/>
                <a:ext cx="877320" cy="3708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175A745E-AB1D-A351-ADB2-A43069B4B0BE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4636980" y="1544408"/>
                  <a:ext cx="8949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86879489-ADA3-DE5D-97F1-8F02A1B3DF4E}"/>
                    </a:ext>
                  </a:extLst>
                </p14:cNvPr>
                <p14:cNvContentPartPr/>
                <p14:nvPr/>
              </p14:nvContentPartPr>
              <p14:xfrm>
                <a:off x="4798260" y="1234088"/>
                <a:ext cx="60120" cy="19008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86879489-ADA3-DE5D-97F1-8F02A1B3DF4E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4789620" y="1225088"/>
                  <a:ext cx="777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EFA35092-A542-4E8D-0577-AD68FA708850}"/>
                    </a:ext>
                  </a:extLst>
                </p14:cNvPr>
                <p14:cNvContentPartPr/>
                <p14:nvPr/>
              </p14:nvContentPartPr>
              <p14:xfrm>
                <a:off x="4831740" y="1257848"/>
                <a:ext cx="97200" cy="17280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EFA35092-A542-4E8D-0577-AD68FA708850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4822740" y="1249208"/>
                  <a:ext cx="1148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206160C3-30A9-9852-7958-CED5581C81EA}"/>
                    </a:ext>
                  </a:extLst>
                </p14:cNvPr>
                <p14:cNvContentPartPr/>
                <p14:nvPr/>
              </p14:nvContentPartPr>
              <p14:xfrm>
                <a:off x="4935780" y="1180448"/>
                <a:ext cx="95040" cy="24732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206160C3-30A9-9852-7958-CED5581C81EA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4927140" y="1171448"/>
                  <a:ext cx="1126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96E51607-8F9A-DBF6-EAA0-9CFAAD6BAEA8}"/>
                    </a:ext>
                  </a:extLst>
                </p14:cNvPr>
                <p14:cNvContentPartPr/>
                <p14:nvPr/>
              </p14:nvContentPartPr>
              <p14:xfrm>
                <a:off x="5023980" y="1314728"/>
                <a:ext cx="101880" cy="10944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96E51607-8F9A-DBF6-EAA0-9CFAAD6BAEA8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5014980" y="1306088"/>
                  <a:ext cx="1195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D6578DCD-B885-64A8-5A0A-9908890F34F0}"/>
                    </a:ext>
                  </a:extLst>
                </p14:cNvPr>
                <p14:cNvContentPartPr/>
                <p14:nvPr/>
              </p14:nvContentPartPr>
              <p14:xfrm>
                <a:off x="5081940" y="1246688"/>
                <a:ext cx="72000" cy="1584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D6578DCD-B885-64A8-5A0A-9908890F34F0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5073300" y="1238048"/>
                  <a:ext cx="896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BFBBE136-4CC9-CD8A-F11D-CD5BC6B20E16}"/>
                    </a:ext>
                  </a:extLst>
                </p14:cNvPr>
                <p14:cNvContentPartPr/>
                <p14:nvPr/>
              </p14:nvContentPartPr>
              <p14:xfrm>
                <a:off x="5180940" y="1205288"/>
                <a:ext cx="70920" cy="17712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BFBBE136-4CC9-CD8A-F11D-CD5BC6B20E16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5172300" y="1196288"/>
                  <a:ext cx="885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AE31B6F0-CA5B-8084-A454-547AB01EB877}"/>
                    </a:ext>
                  </a:extLst>
                </p14:cNvPr>
                <p14:cNvContentPartPr/>
                <p14:nvPr/>
              </p14:nvContentPartPr>
              <p14:xfrm>
                <a:off x="5169420" y="1142648"/>
                <a:ext cx="4320" cy="2880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AE31B6F0-CA5B-8084-A454-547AB01EB877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5160420" y="1134008"/>
                  <a:ext cx="219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9DFEBA2C-5E98-166B-EACA-16F2371A4316}"/>
                    </a:ext>
                  </a:extLst>
                </p14:cNvPr>
                <p14:cNvContentPartPr/>
                <p14:nvPr/>
              </p14:nvContentPartPr>
              <p14:xfrm>
                <a:off x="5288940" y="1192328"/>
                <a:ext cx="131760" cy="6912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9DFEBA2C-5E98-166B-EACA-16F2371A4316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5279940" y="1183328"/>
                  <a:ext cx="1494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980D4FBC-29AC-ED7C-2FE5-F57BC80EDFD6}"/>
                    </a:ext>
                  </a:extLst>
                </p14:cNvPr>
                <p14:cNvContentPartPr/>
                <p14:nvPr/>
              </p14:nvContentPartPr>
              <p14:xfrm>
                <a:off x="5501700" y="1275488"/>
                <a:ext cx="628920" cy="9360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980D4FBC-29AC-ED7C-2FE5-F57BC80EDFD6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5493060" y="1266848"/>
                  <a:ext cx="64656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30D5BB1E-D8CD-25B9-3132-ED3483D15C68}"/>
              </a:ext>
            </a:extLst>
          </p:cNvPr>
          <p:cNvGrpSpPr/>
          <p:nvPr/>
        </p:nvGrpSpPr>
        <p:grpSpPr>
          <a:xfrm>
            <a:off x="2824740" y="1125008"/>
            <a:ext cx="125640" cy="120240"/>
            <a:chOff x="2824740" y="1125008"/>
            <a:chExt cx="125640" cy="12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00792B66-49FB-47C6-DE5F-356D6272A7EE}"/>
                    </a:ext>
                  </a:extLst>
                </p14:cNvPr>
                <p14:cNvContentPartPr/>
                <p14:nvPr/>
              </p14:nvContentPartPr>
              <p14:xfrm>
                <a:off x="2824740" y="1127168"/>
                <a:ext cx="125640" cy="9180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00792B66-49FB-47C6-DE5F-356D6272A7EE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2815740" y="1118528"/>
                  <a:ext cx="1432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0B702398-9141-FAC1-A07D-1FA0E23D957E}"/>
                    </a:ext>
                  </a:extLst>
                </p14:cNvPr>
                <p14:cNvContentPartPr/>
                <p14:nvPr/>
              </p14:nvContentPartPr>
              <p14:xfrm>
                <a:off x="2859660" y="1125008"/>
                <a:ext cx="50400" cy="12024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0B702398-9141-FAC1-A07D-1FA0E23D957E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2851020" y="1116368"/>
                  <a:ext cx="68040" cy="13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1">
            <p14:nvContentPartPr>
              <p14:cNvPr id="381" name="Ink 380">
                <a:extLst>
                  <a:ext uri="{FF2B5EF4-FFF2-40B4-BE49-F238E27FC236}">
                    <a16:creationId xmlns:a16="http://schemas.microsoft.com/office/drawing/2014/main" id="{3043BE3F-A502-3C26-2CEB-E23D07DA3DE8}"/>
                  </a:ext>
                </a:extLst>
              </p14:cNvPr>
              <p14:cNvContentPartPr/>
              <p14:nvPr/>
            </p14:nvContentPartPr>
            <p14:xfrm>
              <a:off x="6213780" y="1106288"/>
              <a:ext cx="175320" cy="252360"/>
            </p14:xfrm>
          </p:contentPart>
        </mc:Choice>
        <mc:Fallback>
          <p:pic>
            <p:nvPicPr>
              <p:cNvPr id="381" name="Ink 380">
                <a:extLst>
                  <a:ext uri="{FF2B5EF4-FFF2-40B4-BE49-F238E27FC236}">
                    <a16:creationId xmlns:a16="http://schemas.microsoft.com/office/drawing/2014/main" id="{3043BE3F-A502-3C26-2CEB-E23D07DA3DE8}"/>
                  </a:ext>
                </a:extLst>
              </p:cNvPr>
              <p:cNvPicPr/>
              <p:nvPr/>
            </p:nvPicPr>
            <p:blipFill>
              <a:blip r:embed="rId502"/>
              <a:stretch>
                <a:fillRect/>
              </a:stretch>
            </p:blipFill>
            <p:spPr>
              <a:xfrm>
                <a:off x="6204780" y="1097648"/>
                <a:ext cx="192960" cy="27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9" name="Group 388">
            <a:extLst>
              <a:ext uri="{FF2B5EF4-FFF2-40B4-BE49-F238E27FC236}">
                <a16:creationId xmlns:a16="http://schemas.microsoft.com/office/drawing/2014/main" id="{B8BD627C-D17F-BE35-5286-5444EB532C20}"/>
              </a:ext>
            </a:extLst>
          </p:cNvPr>
          <p:cNvGrpSpPr/>
          <p:nvPr/>
        </p:nvGrpSpPr>
        <p:grpSpPr>
          <a:xfrm>
            <a:off x="6621660" y="912968"/>
            <a:ext cx="1208160" cy="382680"/>
            <a:chOff x="6621660" y="912968"/>
            <a:chExt cx="1208160" cy="38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ED115CDF-55C4-C8F8-CE53-189FB830DE0A}"/>
                    </a:ext>
                  </a:extLst>
                </p14:cNvPr>
                <p14:cNvContentPartPr/>
                <p14:nvPr/>
              </p14:nvContentPartPr>
              <p14:xfrm>
                <a:off x="6702300" y="1152728"/>
                <a:ext cx="307080" cy="2700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ED115CDF-55C4-C8F8-CE53-189FB830DE0A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6693660" y="1143728"/>
                  <a:ext cx="3247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8925BFC6-A372-C44F-5691-C2DDD1FB17D9}"/>
                    </a:ext>
                  </a:extLst>
                </p14:cNvPr>
                <p14:cNvContentPartPr/>
                <p14:nvPr/>
              </p14:nvContentPartPr>
              <p14:xfrm>
                <a:off x="6621660" y="1112768"/>
                <a:ext cx="157320" cy="8964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8925BFC6-A372-C44F-5691-C2DDD1FB17D9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6612660" y="1103768"/>
                  <a:ext cx="1749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FBD2A091-F312-C605-9C2A-2E7033A3252F}"/>
                    </a:ext>
                  </a:extLst>
                </p14:cNvPr>
                <p14:cNvContentPartPr/>
                <p14:nvPr/>
              </p14:nvContentPartPr>
              <p14:xfrm>
                <a:off x="7199100" y="1078928"/>
                <a:ext cx="168840" cy="21672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FBD2A091-F312-C605-9C2A-2E7033A3252F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7190460" y="1070288"/>
                  <a:ext cx="1864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1E8F5FA4-F747-994A-5AA2-7ACE0AA93359}"/>
                    </a:ext>
                  </a:extLst>
                </p14:cNvPr>
                <p14:cNvContentPartPr/>
                <p14:nvPr/>
              </p14:nvContentPartPr>
              <p14:xfrm>
                <a:off x="7397460" y="968768"/>
                <a:ext cx="182880" cy="20124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1E8F5FA4-F747-994A-5AA2-7ACE0AA93359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7388820" y="960128"/>
                  <a:ext cx="2005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1D27B8C4-9A67-0E66-3660-C93A4D7A8E32}"/>
                    </a:ext>
                  </a:extLst>
                </p14:cNvPr>
                <p14:cNvContentPartPr/>
                <p14:nvPr/>
              </p14:nvContentPartPr>
              <p14:xfrm>
                <a:off x="7559100" y="1064888"/>
                <a:ext cx="174960" cy="6228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1D27B8C4-9A67-0E66-3660-C93A4D7A8E32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7550460" y="1055888"/>
                  <a:ext cx="1926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7F088802-3F57-BB30-FA09-62B95E4B1899}"/>
                    </a:ext>
                  </a:extLst>
                </p14:cNvPr>
                <p14:cNvContentPartPr/>
                <p14:nvPr/>
              </p14:nvContentPartPr>
              <p14:xfrm>
                <a:off x="7658100" y="912968"/>
                <a:ext cx="171720" cy="24264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7F088802-3F57-BB30-FA09-62B95E4B1899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7649100" y="903968"/>
                  <a:ext cx="189360" cy="26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4" name="Group 403">
            <a:extLst>
              <a:ext uri="{FF2B5EF4-FFF2-40B4-BE49-F238E27FC236}">
                <a16:creationId xmlns:a16="http://schemas.microsoft.com/office/drawing/2014/main" id="{30BCD9B7-F9E2-01C0-B7E2-B8D445064D2C}"/>
              </a:ext>
            </a:extLst>
          </p:cNvPr>
          <p:cNvGrpSpPr/>
          <p:nvPr/>
        </p:nvGrpSpPr>
        <p:grpSpPr>
          <a:xfrm>
            <a:off x="8037900" y="584648"/>
            <a:ext cx="1765440" cy="513000"/>
            <a:chOff x="8037900" y="584648"/>
            <a:chExt cx="1765440" cy="51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E51B0624-2AA0-0D5D-E9DC-50EA84DAC0FF}"/>
                    </a:ext>
                  </a:extLst>
                </p14:cNvPr>
                <p14:cNvContentPartPr/>
                <p14:nvPr/>
              </p14:nvContentPartPr>
              <p14:xfrm>
                <a:off x="8152740" y="1044008"/>
                <a:ext cx="184320" cy="1620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E51B0624-2AA0-0D5D-E9DC-50EA84DAC0FF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8143740" y="1035368"/>
                  <a:ext cx="2019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425691E9-69FB-6626-AD11-5B8DBFD3292E}"/>
                    </a:ext>
                  </a:extLst>
                </p14:cNvPr>
                <p14:cNvContentPartPr/>
                <p14:nvPr/>
              </p14:nvContentPartPr>
              <p14:xfrm>
                <a:off x="8162460" y="976688"/>
                <a:ext cx="165960" cy="2664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425691E9-69FB-6626-AD11-5B8DBFD3292E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8153460" y="967688"/>
                  <a:ext cx="1836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381F3BA5-DA74-9A98-A714-AD03A5792BD7}"/>
                    </a:ext>
                  </a:extLst>
                </p14:cNvPr>
                <p14:cNvContentPartPr/>
                <p14:nvPr/>
              </p14:nvContentPartPr>
              <p14:xfrm>
                <a:off x="8307180" y="903968"/>
                <a:ext cx="190800" cy="18900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381F3BA5-DA74-9A98-A714-AD03A5792BD7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8298540" y="894968"/>
                  <a:ext cx="2084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64331828-AAE1-8F1C-1B7D-A39E3863FA72}"/>
                    </a:ext>
                  </a:extLst>
                </p14:cNvPr>
                <p14:cNvContentPartPr/>
                <p14:nvPr/>
              </p14:nvContentPartPr>
              <p14:xfrm>
                <a:off x="8037900" y="940328"/>
                <a:ext cx="201240" cy="15732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64331828-AAE1-8F1C-1B7D-A39E3863FA72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8028900" y="931688"/>
                  <a:ext cx="2188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70E74AD1-F962-3206-56E0-B8F36C8AB5E0}"/>
                    </a:ext>
                  </a:extLst>
                </p14:cNvPr>
                <p14:cNvContentPartPr/>
                <p14:nvPr/>
              </p14:nvContentPartPr>
              <p14:xfrm>
                <a:off x="8670060" y="830888"/>
                <a:ext cx="181080" cy="6552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70E74AD1-F962-3206-56E0-B8F36C8AB5E0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8661060" y="821888"/>
                  <a:ext cx="1987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C1F2415F-02EB-C8EB-AACA-EFDD6FCF53EA}"/>
                    </a:ext>
                  </a:extLst>
                </p14:cNvPr>
                <p14:cNvContentPartPr/>
                <p14:nvPr/>
              </p14:nvContentPartPr>
              <p14:xfrm>
                <a:off x="8800380" y="804608"/>
                <a:ext cx="95760" cy="24336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C1F2415F-02EB-C8EB-AACA-EFDD6FCF53EA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8791380" y="795968"/>
                  <a:ext cx="11340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EFB07466-23BB-478C-DD9D-AF006F7BC3EF}"/>
                    </a:ext>
                  </a:extLst>
                </p14:cNvPr>
                <p14:cNvContentPartPr/>
                <p14:nvPr/>
              </p14:nvContentPartPr>
              <p14:xfrm>
                <a:off x="8991900" y="779048"/>
                <a:ext cx="84600" cy="23148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EFB07466-23BB-478C-DD9D-AF006F7BC3EF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8983260" y="770408"/>
                  <a:ext cx="1022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D1369018-5703-BEE8-C5B6-F13BE6A5EBB4}"/>
                    </a:ext>
                  </a:extLst>
                </p14:cNvPr>
                <p14:cNvContentPartPr/>
                <p14:nvPr/>
              </p14:nvContentPartPr>
              <p14:xfrm>
                <a:off x="9122940" y="867248"/>
                <a:ext cx="155880" cy="12168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D1369018-5703-BEE8-C5B6-F13BE6A5EBB4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9114300" y="858608"/>
                  <a:ext cx="1735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C6654C66-FE6C-E8CB-72A3-C7C4E5BDB4EC}"/>
                    </a:ext>
                  </a:extLst>
                </p14:cNvPr>
                <p14:cNvContentPartPr/>
                <p14:nvPr/>
              </p14:nvContentPartPr>
              <p14:xfrm>
                <a:off x="9238140" y="727208"/>
                <a:ext cx="106200" cy="17784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C6654C66-FE6C-E8CB-72A3-C7C4E5BDB4EC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9229140" y="718208"/>
                  <a:ext cx="1238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FD327D35-2D0B-8224-DE0E-41F1D66FAB24}"/>
                    </a:ext>
                  </a:extLst>
                </p14:cNvPr>
                <p14:cNvContentPartPr/>
                <p14:nvPr/>
              </p14:nvContentPartPr>
              <p14:xfrm>
                <a:off x="9201060" y="584648"/>
                <a:ext cx="11160" cy="2952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FD327D35-2D0B-8224-DE0E-41F1D66FAB24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9192060" y="575648"/>
                  <a:ext cx="288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8A0FB266-EC74-5095-1B5D-38147AA480D0}"/>
                    </a:ext>
                  </a:extLst>
                </p14:cNvPr>
                <p14:cNvContentPartPr/>
                <p14:nvPr/>
              </p14:nvContentPartPr>
              <p14:xfrm>
                <a:off x="9361980" y="650528"/>
                <a:ext cx="199080" cy="10296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8A0FB266-EC74-5095-1B5D-38147AA480D0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9353340" y="641528"/>
                  <a:ext cx="2167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6D198D62-8A23-63BC-4A3A-147D8BF3C40C}"/>
                    </a:ext>
                  </a:extLst>
                </p14:cNvPr>
                <p14:cNvContentPartPr/>
                <p14:nvPr/>
              </p14:nvContentPartPr>
              <p14:xfrm>
                <a:off x="9663300" y="639008"/>
                <a:ext cx="140040" cy="32796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6D198D62-8A23-63BC-4A3A-147D8BF3C40C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9654660" y="630008"/>
                  <a:ext cx="157680" cy="34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2DC005FB-C10B-D7D1-4B15-C3461F1BA9B2}"/>
              </a:ext>
            </a:extLst>
          </p:cNvPr>
          <p:cNvGrpSpPr/>
          <p:nvPr/>
        </p:nvGrpSpPr>
        <p:grpSpPr>
          <a:xfrm>
            <a:off x="10130940" y="503648"/>
            <a:ext cx="1724040" cy="687240"/>
            <a:chOff x="10130940" y="503648"/>
            <a:chExt cx="1724040" cy="68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DFD46FFA-FE29-C661-1065-784319F53CC5}"/>
                    </a:ext>
                  </a:extLst>
                </p14:cNvPr>
                <p14:cNvContentPartPr/>
                <p14:nvPr/>
              </p14:nvContentPartPr>
              <p14:xfrm>
                <a:off x="10130940" y="602288"/>
                <a:ext cx="145080" cy="23724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DFD46FFA-FE29-C661-1065-784319F53CC5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10122300" y="593288"/>
                  <a:ext cx="1627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DD5FA8C0-6E96-B621-20CD-46FCB47A2E3C}"/>
                    </a:ext>
                  </a:extLst>
                </p14:cNvPr>
                <p14:cNvContentPartPr/>
                <p14:nvPr/>
              </p14:nvContentPartPr>
              <p14:xfrm>
                <a:off x="10141380" y="722168"/>
                <a:ext cx="119880" cy="972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DD5FA8C0-6E96-B621-20CD-46FCB47A2E3C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10132740" y="713168"/>
                  <a:ext cx="1375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AEF175F2-8679-45F4-C576-7A538A5BE944}"/>
                    </a:ext>
                  </a:extLst>
                </p14:cNvPr>
                <p14:cNvContentPartPr/>
                <p14:nvPr/>
              </p14:nvContentPartPr>
              <p14:xfrm>
                <a:off x="10250460" y="571328"/>
                <a:ext cx="244080" cy="21060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AEF175F2-8679-45F4-C576-7A538A5BE944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10241460" y="562328"/>
                  <a:ext cx="2617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C21AD649-2860-8481-87B0-97A5D863AF38}"/>
                    </a:ext>
                  </a:extLst>
                </p14:cNvPr>
                <p14:cNvContentPartPr/>
                <p14:nvPr/>
              </p14:nvContentPartPr>
              <p14:xfrm>
                <a:off x="10498860" y="669968"/>
                <a:ext cx="114480" cy="9576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C21AD649-2860-8481-87B0-97A5D863AF38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10489860" y="661328"/>
                  <a:ext cx="1321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E89EA4E8-D6AC-CC29-970D-4FE68D52DB18}"/>
                    </a:ext>
                  </a:extLst>
                </p14:cNvPr>
                <p14:cNvContentPartPr/>
                <p14:nvPr/>
              </p14:nvContentPartPr>
              <p14:xfrm>
                <a:off x="10639260" y="537488"/>
                <a:ext cx="70560" cy="20520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E89EA4E8-D6AC-CC29-970D-4FE68D52DB18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10630260" y="528488"/>
                  <a:ext cx="882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DF8DEE61-BE1A-51CA-2056-6D7F3D049196}"/>
                    </a:ext>
                  </a:extLst>
                </p14:cNvPr>
                <p14:cNvContentPartPr/>
                <p14:nvPr/>
              </p14:nvContentPartPr>
              <p14:xfrm>
                <a:off x="10616580" y="676448"/>
                <a:ext cx="106920" cy="1476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DF8DEE61-BE1A-51CA-2056-6D7F3D049196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10607940" y="667448"/>
                  <a:ext cx="1245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48BBE0EE-C266-2001-5D37-3B8425A1B657}"/>
                    </a:ext>
                  </a:extLst>
                </p14:cNvPr>
                <p14:cNvContentPartPr/>
                <p14:nvPr/>
              </p14:nvContentPartPr>
              <p14:xfrm>
                <a:off x="10858500" y="503648"/>
                <a:ext cx="213120" cy="19692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48BBE0EE-C266-2001-5D37-3B8425A1B657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10849500" y="495008"/>
                  <a:ext cx="2307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4F15BE33-1421-AA3B-359E-744682E4B00D}"/>
                    </a:ext>
                  </a:extLst>
                </p14:cNvPr>
                <p14:cNvContentPartPr/>
                <p14:nvPr/>
              </p14:nvContentPartPr>
              <p14:xfrm>
                <a:off x="11097540" y="585728"/>
                <a:ext cx="87480" cy="7848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4F15BE33-1421-AA3B-359E-744682E4B00D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11088540" y="577088"/>
                  <a:ext cx="1051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5A2C94C7-C77F-89BF-8BED-56FE1F5F4829}"/>
                    </a:ext>
                  </a:extLst>
                </p14:cNvPr>
                <p14:cNvContentPartPr/>
                <p14:nvPr/>
              </p14:nvContentPartPr>
              <p14:xfrm>
                <a:off x="11262060" y="532808"/>
                <a:ext cx="75600" cy="14436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5A2C94C7-C77F-89BF-8BED-56FE1F5F4829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11253420" y="523808"/>
                  <a:ext cx="932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2B3CF8B4-191E-2C8B-694B-3AA07B2F222C}"/>
                    </a:ext>
                  </a:extLst>
                </p14:cNvPr>
                <p14:cNvContentPartPr/>
                <p14:nvPr/>
              </p14:nvContentPartPr>
              <p14:xfrm>
                <a:off x="10297260" y="997568"/>
                <a:ext cx="206280" cy="19332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2B3CF8B4-191E-2C8B-694B-3AA07B2F222C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10288260" y="988568"/>
                  <a:ext cx="2239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B4D9ABDB-3C18-A503-A9C8-830DDB07CB14}"/>
                    </a:ext>
                  </a:extLst>
                </p14:cNvPr>
                <p14:cNvContentPartPr/>
                <p14:nvPr/>
              </p14:nvContentPartPr>
              <p14:xfrm>
                <a:off x="10312740" y="1068128"/>
                <a:ext cx="125640" cy="3888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B4D9ABDB-3C18-A503-A9C8-830DDB07CB14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10304100" y="1059128"/>
                  <a:ext cx="1432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FC387C22-6F6D-9884-C60E-CF9FC961F8B5}"/>
                    </a:ext>
                  </a:extLst>
                </p14:cNvPr>
                <p14:cNvContentPartPr/>
                <p14:nvPr/>
              </p14:nvContentPartPr>
              <p14:xfrm>
                <a:off x="10494900" y="1003328"/>
                <a:ext cx="194040" cy="124560"/>
              </p14:xfrm>
            </p:contentPart>
          </mc:Choice>
          <mc:Fallback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FC387C22-6F6D-9884-C60E-CF9FC961F8B5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10485900" y="994328"/>
                  <a:ext cx="2116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6F1582E2-4A9B-88E8-C9E2-E3F610D78DB9}"/>
                    </a:ext>
                  </a:extLst>
                </p14:cNvPr>
                <p14:cNvContentPartPr/>
                <p14:nvPr/>
              </p14:nvContentPartPr>
              <p14:xfrm>
                <a:off x="10780380" y="1010528"/>
                <a:ext cx="107640" cy="96840"/>
              </p14:xfrm>
            </p:contentPart>
          </mc:Choice>
          <mc:Fallback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6F1582E2-4A9B-88E8-C9E2-E3F610D78DB9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10771740" y="1001888"/>
                  <a:ext cx="1252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303595DF-1337-A216-CD3A-457EF5904B33}"/>
                    </a:ext>
                  </a:extLst>
                </p14:cNvPr>
                <p14:cNvContentPartPr/>
                <p14:nvPr/>
              </p14:nvContentPartPr>
              <p14:xfrm>
                <a:off x="11076660" y="995768"/>
                <a:ext cx="104760" cy="18000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303595DF-1337-A216-CD3A-457EF5904B33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11067660" y="987128"/>
                  <a:ext cx="1224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0300AEEA-948A-0666-7CE4-755EE48A4F9E}"/>
                    </a:ext>
                  </a:extLst>
                </p14:cNvPr>
                <p14:cNvContentPartPr/>
                <p14:nvPr/>
              </p14:nvContentPartPr>
              <p14:xfrm>
                <a:off x="11161620" y="835208"/>
                <a:ext cx="237240" cy="21384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0300AEEA-948A-0666-7CE4-755EE48A4F9E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11152980" y="826568"/>
                  <a:ext cx="2548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082C7C7D-F10E-CC2E-C91A-4B7F86F25A8C}"/>
                    </a:ext>
                  </a:extLst>
                </p14:cNvPr>
                <p14:cNvContentPartPr/>
                <p14:nvPr/>
              </p14:nvContentPartPr>
              <p14:xfrm>
                <a:off x="11422620" y="932408"/>
                <a:ext cx="118080" cy="7956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082C7C7D-F10E-CC2E-C91A-4B7F86F25A8C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11413980" y="923408"/>
                  <a:ext cx="1357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1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65B6A787-68A1-F0F5-6DBC-7236CCE57456}"/>
                    </a:ext>
                  </a:extLst>
                </p14:cNvPr>
                <p14:cNvContentPartPr/>
                <p14:nvPr/>
              </p14:nvContentPartPr>
              <p14:xfrm>
                <a:off x="11597940" y="816488"/>
                <a:ext cx="257040" cy="15588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65B6A787-68A1-F0F5-6DBC-7236CCE57456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11589300" y="807848"/>
                  <a:ext cx="27468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0" name="Group 429">
            <a:extLst>
              <a:ext uri="{FF2B5EF4-FFF2-40B4-BE49-F238E27FC236}">
                <a16:creationId xmlns:a16="http://schemas.microsoft.com/office/drawing/2014/main" id="{ED56C3A2-89EE-7F72-0E27-8ECDC21617D5}"/>
              </a:ext>
            </a:extLst>
          </p:cNvPr>
          <p:cNvGrpSpPr/>
          <p:nvPr/>
        </p:nvGrpSpPr>
        <p:grpSpPr>
          <a:xfrm>
            <a:off x="6015420" y="171008"/>
            <a:ext cx="465840" cy="406440"/>
            <a:chOff x="6015420" y="171008"/>
            <a:chExt cx="465840" cy="40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487DDF1A-C8BB-18F2-69B2-A71C9786BA28}"/>
                    </a:ext>
                  </a:extLst>
                </p14:cNvPr>
                <p14:cNvContentPartPr/>
                <p14:nvPr/>
              </p14:nvContentPartPr>
              <p14:xfrm>
                <a:off x="6015420" y="311048"/>
                <a:ext cx="178200" cy="26640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487DDF1A-C8BB-18F2-69B2-A71C9786BA28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6006780" y="302408"/>
                  <a:ext cx="1958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87C2A7C5-002F-F80F-EEDB-69CE25E9DFF7}"/>
                    </a:ext>
                  </a:extLst>
                </p14:cNvPr>
                <p14:cNvContentPartPr/>
                <p14:nvPr/>
              </p14:nvContentPartPr>
              <p14:xfrm>
                <a:off x="6145020" y="171008"/>
                <a:ext cx="111960" cy="25632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87C2A7C5-002F-F80F-EEDB-69CE25E9DFF7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6136020" y="162368"/>
                  <a:ext cx="1296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7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B1F447CB-6A13-267C-C0E4-B22F71A6B5FF}"/>
                    </a:ext>
                  </a:extLst>
                </p14:cNvPr>
                <p14:cNvContentPartPr/>
                <p14:nvPr/>
              </p14:nvContentPartPr>
              <p14:xfrm>
                <a:off x="6265620" y="321848"/>
                <a:ext cx="131400" cy="5652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B1F447CB-6A13-267C-C0E4-B22F71A6B5FF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6256620" y="313208"/>
                  <a:ext cx="1490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9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53021233-6709-E22A-B436-35BC60BA72AD}"/>
                    </a:ext>
                  </a:extLst>
                </p14:cNvPr>
                <p14:cNvContentPartPr/>
                <p14:nvPr/>
              </p14:nvContentPartPr>
              <p14:xfrm>
                <a:off x="6348780" y="182528"/>
                <a:ext cx="132480" cy="24984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53021233-6709-E22A-B436-35BC60BA72AD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6339780" y="173528"/>
                  <a:ext cx="150120" cy="26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2" name="Group 461">
            <a:extLst>
              <a:ext uri="{FF2B5EF4-FFF2-40B4-BE49-F238E27FC236}">
                <a16:creationId xmlns:a16="http://schemas.microsoft.com/office/drawing/2014/main" id="{CD51C7B4-A362-5682-AA0D-FBEDA2231C23}"/>
              </a:ext>
            </a:extLst>
          </p:cNvPr>
          <p:cNvGrpSpPr/>
          <p:nvPr/>
        </p:nvGrpSpPr>
        <p:grpSpPr>
          <a:xfrm>
            <a:off x="6676740" y="82808"/>
            <a:ext cx="3013560" cy="437760"/>
            <a:chOff x="6676740" y="82808"/>
            <a:chExt cx="3013560" cy="43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5291AD98-F813-FD25-3268-7438CDC1D88A}"/>
                    </a:ext>
                  </a:extLst>
                </p14:cNvPr>
                <p14:cNvContentPartPr/>
                <p14:nvPr/>
              </p14:nvContentPartPr>
              <p14:xfrm>
                <a:off x="6707700" y="342368"/>
                <a:ext cx="129600" cy="16560"/>
              </p14:xfrm>
            </p:contentPart>
          </mc:Choice>
          <mc:Fallback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5291AD98-F813-FD25-3268-7438CDC1D88A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6699060" y="333728"/>
                  <a:ext cx="1472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20307351-62BD-B8C7-2C1F-A6BD3C6D3FFB}"/>
                    </a:ext>
                  </a:extLst>
                </p14:cNvPr>
                <p14:cNvContentPartPr/>
                <p14:nvPr/>
              </p14:nvContentPartPr>
              <p14:xfrm>
                <a:off x="6676740" y="295568"/>
                <a:ext cx="134640" cy="11160"/>
              </p14:xfrm>
            </p:contentPart>
          </mc:Choice>
          <mc:Fallback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20307351-62BD-B8C7-2C1F-A6BD3C6D3FFB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6667740" y="286928"/>
                  <a:ext cx="152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9A99682E-E6EF-21A1-872B-288F9D707BD7}"/>
                    </a:ext>
                  </a:extLst>
                </p14:cNvPr>
                <p14:cNvContentPartPr/>
                <p14:nvPr/>
              </p14:nvContentPartPr>
              <p14:xfrm>
                <a:off x="6987060" y="176768"/>
                <a:ext cx="103320" cy="301320"/>
              </p14:xfrm>
            </p:contentPart>
          </mc:Choice>
          <mc:Fallback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9A99682E-E6EF-21A1-872B-288F9D707BD7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6978060" y="168128"/>
                  <a:ext cx="12096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7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87E81B0D-D857-C432-7543-4B6F29386C64}"/>
                    </a:ext>
                  </a:extLst>
                </p14:cNvPr>
                <p14:cNvContentPartPr/>
                <p14:nvPr/>
              </p14:nvContentPartPr>
              <p14:xfrm>
                <a:off x="6957180" y="362888"/>
                <a:ext cx="103680" cy="11160"/>
              </p14:xfrm>
            </p:contentPart>
          </mc:Choice>
          <mc:Fallback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87E81B0D-D857-C432-7543-4B6F29386C64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6948540" y="354248"/>
                  <a:ext cx="1213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9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B7BA9C75-35B4-881A-86A8-7431FD533C44}"/>
                    </a:ext>
                  </a:extLst>
                </p14:cNvPr>
                <p14:cNvContentPartPr/>
                <p14:nvPr/>
              </p14:nvContentPartPr>
              <p14:xfrm>
                <a:off x="7107300" y="353168"/>
                <a:ext cx="9000" cy="37800"/>
              </p14:xfrm>
            </p:contentPart>
          </mc:Choice>
          <mc:Fallback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B7BA9C75-35B4-881A-86A8-7431FD533C44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7098300" y="344168"/>
                  <a:ext cx="266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1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1F488731-CC64-9B18-C7DA-1D22417DD0FD}"/>
                    </a:ext>
                  </a:extLst>
                </p14:cNvPr>
                <p14:cNvContentPartPr/>
                <p14:nvPr/>
              </p14:nvContentPartPr>
              <p14:xfrm>
                <a:off x="7079220" y="238688"/>
                <a:ext cx="2520" cy="324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1F488731-CC64-9B18-C7DA-1D22417DD0FD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7070220" y="230048"/>
                  <a:ext cx="201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3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228EEB96-1A80-98DB-2296-4160CAC76517}"/>
                    </a:ext>
                  </a:extLst>
                </p14:cNvPr>
                <p14:cNvContentPartPr/>
                <p14:nvPr/>
              </p14:nvContentPartPr>
              <p14:xfrm>
                <a:off x="7169220" y="165968"/>
                <a:ext cx="81360" cy="234360"/>
              </p14:xfrm>
            </p:contentPart>
          </mc:Choice>
          <mc:Fallback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228EEB96-1A80-98DB-2296-4160CAC76517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7160580" y="157328"/>
                  <a:ext cx="990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5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9A47DE1D-2ABF-21EC-B9E3-FE24A9831780}"/>
                    </a:ext>
                  </a:extLst>
                </p14:cNvPr>
                <p14:cNvContentPartPr/>
                <p14:nvPr/>
              </p14:nvContentPartPr>
              <p14:xfrm>
                <a:off x="7268220" y="164168"/>
                <a:ext cx="34920" cy="20232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9A47DE1D-2ABF-21EC-B9E3-FE24A9831780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7259580" y="155168"/>
                  <a:ext cx="525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7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7FC0621C-CF51-FB22-B564-764ED80245AD}"/>
                    </a:ext>
                  </a:extLst>
                </p14:cNvPr>
                <p14:cNvContentPartPr/>
                <p14:nvPr/>
              </p14:nvContentPartPr>
              <p14:xfrm>
                <a:off x="7236900" y="296288"/>
                <a:ext cx="109440" cy="5040"/>
              </p14:xfrm>
            </p:contentPart>
          </mc:Choice>
          <mc:Fallback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7FC0621C-CF51-FB22-B564-764ED80245AD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7228260" y="287648"/>
                  <a:ext cx="1270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9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F56F72F7-8D79-C1EC-1F32-64AC058F5AC9}"/>
                    </a:ext>
                  </a:extLst>
                </p14:cNvPr>
                <p14:cNvContentPartPr/>
                <p14:nvPr/>
              </p14:nvContentPartPr>
              <p14:xfrm>
                <a:off x="7465140" y="161288"/>
                <a:ext cx="104760" cy="35928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F56F72F7-8D79-C1EC-1F32-64AC058F5AC9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7456140" y="152288"/>
                  <a:ext cx="12240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1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FCAC6916-95C1-3D5E-F709-7C2AABA0F165}"/>
                    </a:ext>
                  </a:extLst>
                </p14:cNvPr>
                <p14:cNvContentPartPr/>
                <p14:nvPr/>
              </p14:nvContentPartPr>
              <p14:xfrm>
                <a:off x="7437780" y="347048"/>
                <a:ext cx="106200" cy="27000"/>
              </p14:xfrm>
            </p:contentPart>
          </mc:Choice>
          <mc:Fallback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FCAC6916-95C1-3D5E-F709-7C2AABA0F165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7428780" y="338408"/>
                  <a:ext cx="1238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3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E1BB6F77-CDF3-5918-E882-1C17EFFA3CC3}"/>
                    </a:ext>
                  </a:extLst>
                </p14:cNvPr>
                <p14:cNvContentPartPr/>
                <p14:nvPr/>
              </p14:nvContentPartPr>
              <p14:xfrm>
                <a:off x="7611300" y="342728"/>
                <a:ext cx="20520" cy="72720"/>
              </p14:xfrm>
            </p:contentPart>
          </mc:Choice>
          <mc:Fallback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E1BB6F77-CDF3-5918-E882-1C17EFFA3CC3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7602300" y="333728"/>
                  <a:ext cx="381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F11469B0-8BD3-19B8-00CE-0F085784B3F2}"/>
                    </a:ext>
                  </a:extLst>
                </p14:cNvPr>
                <p14:cNvContentPartPr/>
                <p14:nvPr/>
              </p14:nvContentPartPr>
              <p14:xfrm>
                <a:off x="7590420" y="212768"/>
                <a:ext cx="1440" cy="324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F11469B0-8BD3-19B8-00CE-0F085784B3F2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7581420" y="204128"/>
                  <a:ext cx="190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7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15CD7ADF-A126-57B3-17C9-21CC97F632DC}"/>
                    </a:ext>
                  </a:extLst>
                </p14:cNvPr>
                <p14:cNvContentPartPr/>
                <p14:nvPr/>
              </p14:nvContentPartPr>
              <p14:xfrm>
                <a:off x="7668900" y="132848"/>
                <a:ext cx="87840" cy="242280"/>
              </p14:xfrm>
            </p:contentPart>
          </mc:Choice>
          <mc:Fallback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15CD7ADF-A126-57B3-17C9-21CC97F632DC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7659900" y="124208"/>
                  <a:ext cx="1054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C10845B5-1763-9446-F7A4-9B2E0C92AEC6}"/>
                    </a:ext>
                  </a:extLst>
                </p14:cNvPr>
                <p14:cNvContentPartPr/>
                <p14:nvPr/>
              </p14:nvContentPartPr>
              <p14:xfrm>
                <a:off x="7782660" y="174248"/>
                <a:ext cx="47520" cy="21024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C10845B5-1763-9446-F7A4-9B2E0C92AEC6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7773660" y="165608"/>
                  <a:ext cx="651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1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E0910D45-3389-C189-9633-4ACC3B63311A}"/>
                    </a:ext>
                  </a:extLst>
                </p14:cNvPr>
                <p14:cNvContentPartPr/>
                <p14:nvPr/>
              </p14:nvContentPartPr>
              <p14:xfrm>
                <a:off x="7775100" y="287288"/>
                <a:ext cx="75600" cy="7560"/>
              </p14:xfrm>
            </p:contentPart>
          </mc:Choice>
          <mc:Fallback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E0910D45-3389-C189-9633-4ACC3B63311A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7766100" y="278648"/>
                  <a:ext cx="932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3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EC49604C-26DB-69E9-543B-DCCA2B49A574}"/>
                    </a:ext>
                  </a:extLst>
                </p14:cNvPr>
                <p14:cNvContentPartPr/>
                <p14:nvPr/>
              </p14:nvContentPartPr>
              <p14:xfrm>
                <a:off x="7819020" y="363608"/>
                <a:ext cx="53280" cy="31320"/>
              </p14:xfrm>
            </p:contentPart>
          </mc:Choice>
          <mc:Fallback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EC49604C-26DB-69E9-543B-DCCA2B49A574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7810020" y="354608"/>
                  <a:ext cx="709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5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66A34407-3AAF-CD29-1C24-2CCC986B09F0}"/>
                    </a:ext>
                  </a:extLst>
                </p14:cNvPr>
                <p14:cNvContentPartPr/>
                <p14:nvPr/>
              </p14:nvContentPartPr>
              <p14:xfrm>
                <a:off x="7960140" y="84608"/>
                <a:ext cx="123120" cy="34596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66A34407-3AAF-CD29-1C24-2CCC986B09F0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7951140" y="75608"/>
                  <a:ext cx="14076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7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B4C61C5C-5102-72A8-7C4D-871453928195}"/>
                    </a:ext>
                  </a:extLst>
                </p14:cNvPr>
                <p14:cNvContentPartPr/>
                <p14:nvPr/>
              </p14:nvContentPartPr>
              <p14:xfrm>
                <a:off x="8063100" y="135728"/>
                <a:ext cx="187920" cy="208080"/>
              </p14:xfrm>
            </p:contentPart>
          </mc:Choice>
          <mc:Fallback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B4C61C5C-5102-72A8-7C4D-871453928195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8054460" y="126728"/>
                  <a:ext cx="2055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9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B314F053-1296-1319-0945-10AC8B8D0866}"/>
                    </a:ext>
                  </a:extLst>
                </p14:cNvPr>
                <p14:cNvContentPartPr/>
                <p14:nvPr/>
              </p14:nvContentPartPr>
              <p14:xfrm>
                <a:off x="8257860" y="116648"/>
                <a:ext cx="130320" cy="222840"/>
              </p14:xfrm>
            </p:contentPart>
          </mc:Choice>
          <mc:Fallback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B314F053-1296-1319-0945-10AC8B8D0866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8249220" y="107648"/>
                  <a:ext cx="1479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1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394B5F1E-BE9C-C7AE-D04C-57071D7D4F64}"/>
                    </a:ext>
                  </a:extLst>
                </p14:cNvPr>
                <p14:cNvContentPartPr/>
                <p14:nvPr/>
              </p14:nvContentPartPr>
              <p14:xfrm>
                <a:off x="8395740" y="257408"/>
                <a:ext cx="147240" cy="48600"/>
              </p14:xfrm>
            </p:contentPart>
          </mc:Choice>
          <mc:Fallback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394B5F1E-BE9C-C7AE-D04C-57071D7D4F64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8386740" y="248768"/>
                  <a:ext cx="1648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3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6FF2C93C-2593-379C-5BD2-3A694C728355}"/>
                    </a:ext>
                  </a:extLst>
                </p14:cNvPr>
                <p14:cNvContentPartPr/>
                <p14:nvPr/>
              </p14:nvContentPartPr>
              <p14:xfrm>
                <a:off x="8468460" y="121688"/>
                <a:ext cx="180000" cy="248400"/>
              </p14:xfrm>
            </p:contentPart>
          </mc:Choice>
          <mc:Fallback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6FF2C93C-2593-379C-5BD2-3A694C728355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8459460" y="113048"/>
                  <a:ext cx="1976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5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F572DE94-5ED3-8786-607C-6C06CA11E743}"/>
                    </a:ext>
                  </a:extLst>
                </p14:cNvPr>
                <p14:cNvContentPartPr/>
                <p14:nvPr/>
              </p14:nvContentPartPr>
              <p14:xfrm>
                <a:off x="8711460" y="374048"/>
                <a:ext cx="37800" cy="51480"/>
              </p14:xfrm>
            </p:contentPart>
          </mc:Choice>
          <mc:Fallback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F572DE94-5ED3-8786-607C-6C06CA11E743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8702460" y="365048"/>
                  <a:ext cx="554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7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483B46C0-0B38-34D2-55D7-D12E5FB67B6E}"/>
                    </a:ext>
                  </a:extLst>
                </p14:cNvPr>
                <p14:cNvContentPartPr/>
                <p14:nvPr/>
              </p14:nvContentPartPr>
              <p14:xfrm>
                <a:off x="8891820" y="222848"/>
                <a:ext cx="163440" cy="84240"/>
              </p14:xfrm>
            </p:contentPart>
          </mc:Choice>
          <mc:Fallback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483B46C0-0B38-34D2-55D7-D12E5FB67B6E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8882820" y="214208"/>
                  <a:ext cx="1810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9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E03492AE-78B1-5EFC-A25A-0095418D4838}"/>
                    </a:ext>
                  </a:extLst>
                </p14:cNvPr>
                <p14:cNvContentPartPr/>
                <p14:nvPr/>
              </p14:nvContentPartPr>
              <p14:xfrm>
                <a:off x="8947260" y="223208"/>
                <a:ext cx="67320" cy="84960"/>
              </p14:xfrm>
            </p:contentPart>
          </mc:Choice>
          <mc:Fallback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E03492AE-78B1-5EFC-A25A-0095418D4838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8938260" y="214568"/>
                  <a:ext cx="849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1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BE433A08-0696-B4AA-8DB6-698FB9887DAB}"/>
                    </a:ext>
                  </a:extLst>
                </p14:cNvPr>
                <p14:cNvContentPartPr/>
                <p14:nvPr/>
              </p14:nvContentPartPr>
              <p14:xfrm>
                <a:off x="9104220" y="120608"/>
                <a:ext cx="151560" cy="229320"/>
              </p14:xfrm>
            </p:contentPart>
          </mc:Choice>
          <mc:Fallback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BE433A08-0696-B4AA-8DB6-698FB9887DAB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9095580" y="111968"/>
                  <a:ext cx="1692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3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7E007250-C216-9934-161C-197F9353D275}"/>
                    </a:ext>
                  </a:extLst>
                </p14:cNvPr>
                <p14:cNvContentPartPr/>
                <p14:nvPr/>
              </p14:nvContentPartPr>
              <p14:xfrm>
                <a:off x="9252900" y="254528"/>
                <a:ext cx="158040" cy="67320"/>
              </p14:xfrm>
            </p:contentPart>
          </mc:Choice>
          <mc:Fallback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7E007250-C216-9934-161C-197F9353D275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9244260" y="245528"/>
                  <a:ext cx="1756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5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39D56C4E-04FB-2E0A-FFCB-13391BC66362}"/>
                    </a:ext>
                  </a:extLst>
                </p14:cNvPr>
                <p14:cNvContentPartPr/>
                <p14:nvPr/>
              </p14:nvContentPartPr>
              <p14:xfrm>
                <a:off x="9367380" y="103328"/>
                <a:ext cx="166320" cy="261000"/>
              </p14:xfrm>
            </p:contentPart>
          </mc:Choice>
          <mc:Fallback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39D56C4E-04FB-2E0A-FFCB-13391BC66362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9358380" y="94328"/>
                  <a:ext cx="1839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7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8C897377-E6BA-9B2D-4E87-EB12669A9258}"/>
                    </a:ext>
                  </a:extLst>
                </p14:cNvPr>
                <p14:cNvContentPartPr/>
                <p14:nvPr/>
              </p14:nvContentPartPr>
              <p14:xfrm>
                <a:off x="9549180" y="82808"/>
                <a:ext cx="141120" cy="296640"/>
              </p14:xfrm>
            </p:contentPart>
          </mc:Choice>
          <mc:Fallback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8C897377-E6BA-9B2D-4E87-EB12669A9258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9540180" y="74168"/>
                  <a:ext cx="158760" cy="31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0" name="Group 479">
            <a:extLst>
              <a:ext uri="{FF2B5EF4-FFF2-40B4-BE49-F238E27FC236}">
                <a16:creationId xmlns:a16="http://schemas.microsoft.com/office/drawing/2014/main" id="{AB3376C4-CA25-5328-684A-39F8168A3B9E}"/>
              </a:ext>
            </a:extLst>
          </p:cNvPr>
          <p:cNvGrpSpPr/>
          <p:nvPr/>
        </p:nvGrpSpPr>
        <p:grpSpPr>
          <a:xfrm>
            <a:off x="2369340" y="91448"/>
            <a:ext cx="1630800" cy="875160"/>
            <a:chOff x="2369340" y="91448"/>
            <a:chExt cx="1630800" cy="87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9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8466125F-2C1B-DC44-0486-A3DC8AB6D15D}"/>
                    </a:ext>
                  </a:extLst>
                </p14:cNvPr>
                <p14:cNvContentPartPr/>
                <p14:nvPr/>
              </p14:nvContentPartPr>
              <p14:xfrm>
                <a:off x="2809980" y="410048"/>
                <a:ext cx="661680" cy="556560"/>
              </p14:xfrm>
            </p:contentPart>
          </mc:Choice>
          <mc:Fallback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8466125F-2C1B-DC44-0486-A3DC8AB6D15D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2801340" y="401048"/>
                  <a:ext cx="679320" cy="57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1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A550E3A6-535E-2577-BF35-E9DF155CC998}"/>
                    </a:ext>
                  </a:extLst>
                </p14:cNvPr>
                <p14:cNvContentPartPr/>
                <p14:nvPr/>
              </p14:nvContentPartPr>
              <p14:xfrm>
                <a:off x="2369340" y="232928"/>
                <a:ext cx="88560" cy="139680"/>
              </p14:xfrm>
            </p:contentPart>
          </mc:Choice>
          <mc:Fallback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A550E3A6-535E-2577-BF35-E9DF155CC998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2360340" y="224288"/>
                  <a:ext cx="1062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3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12C847B3-399E-DB0A-3DF5-69F02302A1B2}"/>
                    </a:ext>
                  </a:extLst>
                </p14:cNvPr>
                <p14:cNvContentPartPr/>
                <p14:nvPr/>
              </p14:nvContentPartPr>
              <p14:xfrm>
                <a:off x="2490300" y="124568"/>
                <a:ext cx="49320" cy="165600"/>
              </p14:xfrm>
            </p:contentPart>
          </mc:Choice>
          <mc:Fallback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12C847B3-399E-DB0A-3DF5-69F02302A1B2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2481660" y="115568"/>
                  <a:ext cx="669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5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07AAE063-CC4E-4A74-272A-9B599046BD1E}"/>
                    </a:ext>
                  </a:extLst>
                </p14:cNvPr>
                <p14:cNvContentPartPr/>
                <p14:nvPr/>
              </p14:nvContentPartPr>
              <p14:xfrm>
                <a:off x="2588220" y="226088"/>
                <a:ext cx="86400" cy="79920"/>
              </p14:xfrm>
            </p:contentPart>
          </mc:Choice>
          <mc:Fallback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07AAE063-CC4E-4A74-272A-9B599046BD1E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2579580" y="217088"/>
                  <a:ext cx="1040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7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BE689214-4A6B-3D1C-AC66-2BE18915E1C4}"/>
                    </a:ext>
                  </a:extLst>
                </p14:cNvPr>
                <p14:cNvContentPartPr/>
                <p14:nvPr/>
              </p14:nvContentPartPr>
              <p14:xfrm>
                <a:off x="2732580" y="232208"/>
                <a:ext cx="74160" cy="169920"/>
              </p14:xfrm>
            </p:contentPart>
          </mc:Choice>
          <mc:Fallback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BE689214-4A6B-3D1C-AC66-2BE18915E1C4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2723940" y="223568"/>
                  <a:ext cx="918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9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4B9DE834-94BD-6920-047B-32BF65695D09}"/>
                    </a:ext>
                  </a:extLst>
                </p14:cNvPr>
                <p14:cNvContentPartPr/>
                <p14:nvPr/>
              </p14:nvContentPartPr>
              <p14:xfrm>
                <a:off x="2973420" y="177128"/>
                <a:ext cx="159120" cy="135720"/>
              </p14:xfrm>
            </p:contentPart>
          </mc:Choice>
          <mc:Fallback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4B9DE834-94BD-6920-047B-32BF65695D09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2964420" y="168488"/>
                  <a:ext cx="1767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1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A3B8F225-BC69-9422-0EB4-35544CF9D7B8}"/>
                    </a:ext>
                  </a:extLst>
                </p14:cNvPr>
                <p14:cNvContentPartPr/>
                <p14:nvPr/>
              </p14:nvContentPartPr>
              <p14:xfrm>
                <a:off x="3208500" y="191888"/>
                <a:ext cx="57240" cy="99360"/>
              </p14:xfrm>
            </p:contentPart>
          </mc:Choice>
          <mc:Fallback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A3B8F225-BC69-9422-0EB4-35544CF9D7B8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3199500" y="183248"/>
                  <a:ext cx="748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3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5F63A22E-23A1-6CCB-FA44-7E9753634971}"/>
                    </a:ext>
                  </a:extLst>
                </p14:cNvPr>
                <p14:cNvContentPartPr/>
                <p14:nvPr/>
              </p14:nvContentPartPr>
              <p14:xfrm>
                <a:off x="3334140" y="213128"/>
                <a:ext cx="63720" cy="71280"/>
              </p14:xfrm>
            </p:contentPart>
          </mc:Choice>
          <mc:Fallback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5F63A22E-23A1-6CCB-FA44-7E9753634971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3325140" y="204488"/>
                  <a:ext cx="813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5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4DB1580C-1369-D569-89ED-0B685039F8DA}"/>
                    </a:ext>
                  </a:extLst>
                </p14:cNvPr>
                <p14:cNvContentPartPr/>
                <p14:nvPr/>
              </p14:nvContentPartPr>
              <p14:xfrm>
                <a:off x="3433860" y="193328"/>
                <a:ext cx="33840" cy="82080"/>
              </p14:xfrm>
            </p:contentPart>
          </mc:Choice>
          <mc:Fallback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4DB1580C-1369-D569-89ED-0B685039F8DA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3424860" y="184688"/>
                  <a:ext cx="514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7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8330892F-7480-A3F9-6F41-836A43069EF8}"/>
                    </a:ext>
                  </a:extLst>
                </p14:cNvPr>
                <p14:cNvContentPartPr/>
                <p14:nvPr/>
              </p14:nvContentPartPr>
              <p14:xfrm>
                <a:off x="3563460" y="91448"/>
                <a:ext cx="63720" cy="208800"/>
              </p14:xfrm>
            </p:contentPart>
          </mc:Choice>
          <mc:Fallback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8330892F-7480-A3F9-6F41-836A43069EF8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3554460" y="82808"/>
                  <a:ext cx="813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9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913942A0-BCED-B61D-805D-84F8930D3AC0}"/>
                    </a:ext>
                  </a:extLst>
                </p14:cNvPr>
                <p14:cNvContentPartPr/>
                <p14:nvPr/>
              </p14:nvContentPartPr>
              <p14:xfrm>
                <a:off x="3121020" y="352088"/>
                <a:ext cx="77760" cy="193680"/>
              </p14:xfrm>
            </p:contentPart>
          </mc:Choice>
          <mc:Fallback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913942A0-BCED-B61D-805D-84F8930D3AC0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3112380" y="343088"/>
                  <a:ext cx="954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1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E2171E3F-1175-972F-EECA-60F4F7459003}"/>
                    </a:ext>
                  </a:extLst>
                </p14:cNvPr>
                <p14:cNvContentPartPr/>
                <p14:nvPr/>
              </p14:nvContentPartPr>
              <p14:xfrm>
                <a:off x="3101580" y="468368"/>
                <a:ext cx="93600" cy="14760"/>
              </p14:xfrm>
            </p:contentPart>
          </mc:Choice>
          <mc:Fallback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E2171E3F-1175-972F-EECA-60F4F7459003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3092940" y="459728"/>
                  <a:ext cx="1112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3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4B93EAF2-DCE8-DAD3-17BD-E4E66ECE7315}"/>
                    </a:ext>
                  </a:extLst>
                </p14:cNvPr>
                <p14:cNvContentPartPr/>
                <p14:nvPr/>
              </p14:nvContentPartPr>
              <p14:xfrm>
                <a:off x="3241620" y="456848"/>
                <a:ext cx="90000" cy="68760"/>
              </p14:xfrm>
            </p:contentPart>
          </mc:Choice>
          <mc:Fallback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4B93EAF2-DCE8-DAD3-17BD-E4E66ECE7315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3232620" y="448208"/>
                  <a:ext cx="1076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5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EF4835A5-34FC-5E47-E58D-504CDF5E519A}"/>
                    </a:ext>
                  </a:extLst>
                </p14:cNvPr>
                <p14:cNvContentPartPr/>
                <p14:nvPr/>
              </p14:nvContentPartPr>
              <p14:xfrm>
                <a:off x="3376260" y="427688"/>
                <a:ext cx="27000" cy="97200"/>
              </p14:xfrm>
            </p:contentPart>
          </mc:Choice>
          <mc:Fallback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EF4835A5-34FC-5E47-E58D-504CDF5E519A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3367260" y="419048"/>
                  <a:ext cx="446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7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4E491D10-B76D-494D-2B01-273F5F9691D7}"/>
                    </a:ext>
                  </a:extLst>
                </p14:cNvPr>
                <p14:cNvContentPartPr/>
                <p14:nvPr/>
              </p14:nvContentPartPr>
              <p14:xfrm>
                <a:off x="3512700" y="441008"/>
                <a:ext cx="141120" cy="75240"/>
              </p14:xfrm>
            </p:contentPart>
          </mc:Choice>
          <mc:Fallback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4E491D10-B76D-494D-2B01-273F5F9691D7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3504060" y="432008"/>
                  <a:ext cx="1587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9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76450CB1-9F49-A655-DE33-CF8356E29A53}"/>
                    </a:ext>
                  </a:extLst>
                </p14:cNvPr>
                <p14:cNvContentPartPr/>
                <p14:nvPr/>
              </p14:nvContentPartPr>
              <p14:xfrm>
                <a:off x="3739500" y="420848"/>
                <a:ext cx="103320" cy="82080"/>
              </p14:xfrm>
            </p:contentPart>
          </mc:Choice>
          <mc:Fallback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76450CB1-9F49-A655-DE33-CF8356E29A53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3730860" y="412208"/>
                  <a:ext cx="1209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1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C77CA8B5-7245-1919-A83A-8047CE0CF3EC}"/>
                    </a:ext>
                  </a:extLst>
                </p14:cNvPr>
                <p14:cNvContentPartPr/>
                <p14:nvPr/>
              </p14:nvContentPartPr>
              <p14:xfrm>
                <a:off x="3931380" y="316448"/>
                <a:ext cx="68760" cy="199800"/>
              </p14:xfrm>
            </p:contentPart>
          </mc:Choice>
          <mc:Fallback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C77CA8B5-7245-1919-A83A-8047CE0CF3EC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3922380" y="307448"/>
                  <a:ext cx="86400" cy="21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1" name="Group 500">
            <a:extLst>
              <a:ext uri="{FF2B5EF4-FFF2-40B4-BE49-F238E27FC236}">
                <a16:creationId xmlns:a16="http://schemas.microsoft.com/office/drawing/2014/main" id="{AA7264AA-5911-91CE-0819-204526B3237C}"/>
              </a:ext>
            </a:extLst>
          </p:cNvPr>
          <p:cNvGrpSpPr/>
          <p:nvPr/>
        </p:nvGrpSpPr>
        <p:grpSpPr>
          <a:xfrm>
            <a:off x="4306140" y="98648"/>
            <a:ext cx="1465200" cy="847080"/>
            <a:chOff x="4306140" y="98648"/>
            <a:chExt cx="1465200" cy="84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3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A88D620A-6360-C7A1-BC25-009CD839FD7C}"/>
                    </a:ext>
                  </a:extLst>
                </p14:cNvPr>
                <p14:cNvContentPartPr/>
                <p14:nvPr/>
              </p14:nvContentPartPr>
              <p14:xfrm>
                <a:off x="4751460" y="483848"/>
                <a:ext cx="168840" cy="461880"/>
              </p14:xfrm>
            </p:contentPart>
          </mc:Choice>
          <mc:Fallback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A88D620A-6360-C7A1-BC25-009CD839FD7C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4742460" y="474848"/>
                  <a:ext cx="18648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5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2B616E89-8B87-8AD2-AB19-02B1F84A2752}"/>
                    </a:ext>
                  </a:extLst>
                </p14:cNvPr>
                <p14:cNvContentPartPr/>
                <p14:nvPr/>
              </p14:nvContentPartPr>
              <p14:xfrm>
                <a:off x="4306140" y="191888"/>
                <a:ext cx="75240" cy="162720"/>
              </p14:xfrm>
            </p:contentPart>
          </mc:Choice>
          <mc:Fallback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2B616E89-8B87-8AD2-AB19-02B1F84A2752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4297140" y="182888"/>
                  <a:ext cx="928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7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37017CB0-C91F-FE9D-7078-9EBB95DD1F21}"/>
                    </a:ext>
                  </a:extLst>
                </p14:cNvPr>
                <p14:cNvContentPartPr/>
                <p14:nvPr/>
              </p14:nvContentPartPr>
              <p14:xfrm>
                <a:off x="4405500" y="109088"/>
                <a:ext cx="34920" cy="140760"/>
              </p14:xfrm>
            </p:contentPart>
          </mc:Choice>
          <mc:Fallback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37017CB0-C91F-FE9D-7078-9EBB95DD1F21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4396860" y="100088"/>
                  <a:ext cx="525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9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B851FD17-C67E-20F9-EB06-1568F30DBD68}"/>
                    </a:ext>
                  </a:extLst>
                </p14:cNvPr>
                <p14:cNvContentPartPr/>
                <p14:nvPr/>
              </p14:nvContentPartPr>
              <p14:xfrm>
                <a:off x="4533300" y="202328"/>
                <a:ext cx="76320" cy="68760"/>
              </p14:xfrm>
            </p:contentPart>
          </mc:Choice>
          <mc:Fallback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B851FD17-C67E-20F9-EB06-1568F30DBD68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4524300" y="193688"/>
                  <a:ext cx="939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1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72AEE992-56BC-F5B8-191C-33CD5008F498}"/>
                    </a:ext>
                  </a:extLst>
                </p14:cNvPr>
                <p14:cNvContentPartPr/>
                <p14:nvPr/>
              </p14:nvContentPartPr>
              <p14:xfrm>
                <a:off x="4670460" y="207728"/>
                <a:ext cx="73800" cy="147240"/>
              </p14:xfrm>
            </p:contentPart>
          </mc:Choice>
          <mc:Fallback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72AEE992-56BC-F5B8-191C-33CD5008F498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4661820" y="198728"/>
                  <a:ext cx="914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3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89CDFD67-E64B-60EE-6EC0-DC7C3410FAB4}"/>
                    </a:ext>
                  </a:extLst>
                </p14:cNvPr>
                <p14:cNvContentPartPr/>
                <p14:nvPr/>
              </p14:nvContentPartPr>
              <p14:xfrm>
                <a:off x="4935420" y="168488"/>
                <a:ext cx="176760" cy="115200"/>
              </p14:xfrm>
            </p:contentPart>
          </mc:Choice>
          <mc:Fallback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89CDFD67-E64B-60EE-6EC0-DC7C3410FAB4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4926780" y="159488"/>
                  <a:ext cx="1944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5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C9BC6A91-3693-0776-1847-4B33240AD8E8}"/>
                    </a:ext>
                  </a:extLst>
                </p14:cNvPr>
                <p14:cNvContentPartPr/>
                <p14:nvPr/>
              </p14:nvContentPartPr>
              <p14:xfrm>
                <a:off x="5164020" y="197288"/>
                <a:ext cx="72720" cy="94680"/>
              </p14:xfrm>
            </p:contentPart>
          </mc:Choice>
          <mc:Fallback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C9BC6A91-3693-0776-1847-4B33240AD8E8}"/>
                    </a:ext>
                  </a:extLst>
                </p:cNvPr>
                <p:cNvPicPr/>
                <p:nvPr/>
              </p:nvPicPr>
              <p:blipFill>
                <a:blip r:embed="rId686"/>
                <a:stretch>
                  <a:fillRect/>
                </a:stretch>
              </p:blipFill>
              <p:spPr>
                <a:xfrm>
                  <a:off x="5155380" y="188288"/>
                  <a:ext cx="903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7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BAFC3848-252B-CB2B-0ED3-6949F3F0E972}"/>
                    </a:ext>
                  </a:extLst>
                </p14:cNvPr>
                <p14:cNvContentPartPr/>
                <p14:nvPr/>
              </p14:nvContentPartPr>
              <p14:xfrm>
                <a:off x="5257980" y="167408"/>
                <a:ext cx="171360" cy="97920"/>
              </p14:xfrm>
            </p:contentPart>
          </mc:Choice>
          <mc:Fallback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BAFC3848-252B-CB2B-0ED3-6949F3F0E972}"/>
                    </a:ext>
                  </a:extLst>
                </p:cNvPr>
                <p:cNvPicPr/>
                <p:nvPr/>
              </p:nvPicPr>
              <p:blipFill>
                <a:blip r:embed="rId688"/>
                <a:stretch>
                  <a:fillRect/>
                </a:stretch>
              </p:blipFill>
              <p:spPr>
                <a:xfrm>
                  <a:off x="5249340" y="158408"/>
                  <a:ext cx="1890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9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57FBAAD4-D0D0-B9E2-539C-F01D5470154F}"/>
                    </a:ext>
                  </a:extLst>
                </p14:cNvPr>
                <p14:cNvContentPartPr/>
                <p14:nvPr/>
              </p14:nvContentPartPr>
              <p14:xfrm>
                <a:off x="5520060" y="98648"/>
                <a:ext cx="105120" cy="158040"/>
              </p14:xfrm>
            </p:contentPart>
          </mc:Choice>
          <mc:Fallback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57FBAAD4-D0D0-B9E2-539C-F01D5470154F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5511420" y="90008"/>
                  <a:ext cx="1227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1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554FD514-834F-FCFE-8DAB-8566A91B61FE}"/>
                    </a:ext>
                  </a:extLst>
                </p14:cNvPr>
                <p14:cNvContentPartPr/>
                <p14:nvPr/>
              </p14:nvContentPartPr>
              <p14:xfrm>
                <a:off x="4848300" y="419768"/>
                <a:ext cx="93240" cy="152640"/>
              </p14:xfrm>
            </p:contentPart>
          </mc:Choice>
          <mc:Fallback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554FD514-834F-FCFE-8DAB-8566A91B61FE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4839300" y="410768"/>
                  <a:ext cx="1108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3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EF09F3BD-28FE-699F-BB17-B6E40252ED37}"/>
                    </a:ext>
                  </a:extLst>
                </p14:cNvPr>
                <p14:cNvContentPartPr/>
                <p14:nvPr/>
              </p14:nvContentPartPr>
              <p14:xfrm>
                <a:off x="4977180" y="483128"/>
                <a:ext cx="86040" cy="79560"/>
              </p14:xfrm>
            </p:contentPart>
          </mc:Choice>
          <mc:Fallback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EF09F3BD-28FE-699F-BB17-B6E40252ED37}"/>
                    </a:ext>
                  </a:extLst>
                </p:cNvPr>
                <p:cNvPicPr/>
                <p:nvPr/>
              </p:nvPicPr>
              <p:blipFill>
                <a:blip r:embed="rId694"/>
                <a:stretch>
                  <a:fillRect/>
                </a:stretch>
              </p:blipFill>
              <p:spPr>
                <a:xfrm>
                  <a:off x="4968540" y="474128"/>
                  <a:ext cx="1036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5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60BA0E37-FB27-D72E-0632-0685BC78070E}"/>
                    </a:ext>
                  </a:extLst>
                </p14:cNvPr>
                <p14:cNvContentPartPr/>
                <p14:nvPr/>
              </p14:nvContentPartPr>
              <p14:xfrm>
                <a:off x="5116140" y="477728"/>
                <a:ext cx="100080" cy="84240"/>
              </p14:xfrm>
            </p:contentPart>
          </mc:Choice>
          <mc:Fallback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60BA0E37-FB27-D72E-0632-0685BC78070E}"/>
                    </a:ext>
                  </a:extLst>
                </p:cNvPr>
                <p:cNvPicPr/>
                <p:nvPr/>
              </p:nvPicPr>
              <p:blipFill>
                <a:blip r:embed="rId696"/>
                <a:stretch>
                  <a:fillRect/>
                </a:stretch>
              </p:blipFill>
              <p:spPr>
                <a:xfrm>
                  <a:off x="5107500" y="469088"/>
                  <a:ext cx="1177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7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953D055A-8235-B1B3-9E94-0AA1D094CCDA}"/>
                    </a:ext>
                  </a:extLst>
                </p14:cNvPr>
                <p14:cNvContentPartPr/>
                <p14:nvPr/>
              </p14:nvContentPartPr>
              <p14:xfrm>
                <a:off x="5179860" y="394568"/>
                <a:ext cx="48600" cy="146520"/>
              </p14:xfrm>
            </p:contentPart>
          </mc:Choice>
          <mc:Fallback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953D055A-8235-B1B3-9E94-0AA1D094CCDA}"/>
                    </a:ext>
                  </a:extLst>
                </p:cNvPr>
                <p:cNvPicPr/>
                <p:nvPr/>
              </p:nvPicPr>
              <p:blipFill>
                <a:blip r:embed="rId698"/>
                <a:stretch>
                  <a:fillRect/>
                </a:stretch>
              </p:blipFill>
              <p:spPr>
                <a:xfrm>
                  <a:off x="5170860" y="385928"/>
                  <a:ext cx="662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9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3AA8C2A4-35F7-DC00-3EA3-DC7A6BDC6D84}"/>
                    </a:ext>
                  </a:extLst>
                </p14:cNvPr>
                <p14:cNvContentPartPr/>
                <p14:nvPr/>
              </p14:nvContentPartPr>
              <p14:xfrm>
                <a:off x="5212260" y="467288"/>
                <a:ext cx="128880" cy="73440"/>
              </p14:xfrm>
            </p:contentPart>
          </mc:Choice>
          <mc:Fallback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3AA8C2A4-35F7-DC00-3EA3-DC7A6BDC6D84}"/>
                    </a:ext>
                  </a:extLst>
                </p:cNvPr>
                <p:cNvPicPr/>
                <p:nvPr/>
              </p:nvPicPr>
              <p:blipFill>
                <a:blip r:embed="rId700"/>
                <a:stretch>
                  <a:fillRect/>
                </a:stretch>
              </p:blipFill>
              <p:spPr>
                <a:xfrm>
                  <a:off x="5203620" y="458648"/>
                  <a:ext cx="1465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1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DEEA4354-7692-8F53-F30C-ED044B0E59C9}"/>
                    </a:ext>
                  </a:extLst>
                </p14:cNvPr>
                <p14:cNvContentPartPr/>
                <p14:nvPr/>
              </p14:nvContentPartPr>
              <p14:xfrm>
                <a:off x="5335380" y="456848"/>
                <a:ext cx="131400" cy="98280"/>
              </p14:xfrm>
            </p:contentPart>
          </mc:Choice>
          <mc:Fallback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DEEA4354-7692-8F53-F30C-ED044B0E59C9}"/>
                    </a:ext>
                  </a:extLst>
                </p:cNvPr>
                <p:cNvPicPr/>
                <p:nvPr/>
              </p:nvPicPr>
              <p:blipFill>
                <a:blip r:embed="rId702"/>
                <a:stretch>
                  <a:fillRect/>
                </a:stretch>
              </p:blipFill>
              <p:spPr>
                <a:xfrm>
                  <a:off x="5326740" y="448208"/>
                  <a:ext cx="1490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3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5EA97487-E6EF-D2AD-153F-7886ADEE27FE}"/>
                    </a:ext>
                  </a:extLst>
                </p14:cNvPr>
                <p14:cNvContentPartPr/>
                <p14:nvPr/>
              </p14:nvContentPartPr>
              <p14:xfrm>
                <a:off x="5506380" y="462968"/>
                <a:ext cx="181440" cy="107640"/>
              </p14:xfrm>
            </p:contentPart>
          </mc:Choice>
          <mc:Fallback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5EA97487-E6EF-D2AD-153F-7886ADEE27FE}"/>
                    </a:ext>
                  </a:extLst>
                </p:cNvPr>
                <p:cNvPicPr/>
                <p:nvPr/>
              </p:nvPicPr>
              <p:blipFill>
                <a:blip r:embed="rId704"/>
                <a:stretch>
                  <a:fillRect/>
                </a:stretch>
              </p:blipFill>
              <p:spPr>
                <a:xfrm>
                  <a:off x="5497740" y="453968"/>
                  <a:ext cx="1990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5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4795EAEF-8C11-49DE-CA67-5E491FC8BD57}"/>
                    </a:ext>
                  </a:extLst>
                </p14:cNvPr>
                <p14:cNvContentPartPr/>
                <p14:nvPr/>
              </p14:nvContentPartPr>
              <p14:xfrm>
                <a:off x="5695020" y="397448"/>
                <a:ext cx="76320" cy="200880"/>
              </p14:xfrm>
            </p:contentPart>
          </mc:Choice>
          <mc:Fallback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4795EAEF-8C11-49DE-CA67-5E491FC8BD57}"/>
                    </a:ext>
                  </a:extLst>
                </p:cNvPr>
                <p:cNvPicPr/>
                <p:nvPr/>
              </p:nvPicPr>
              <p:blipFill>
                <a:blip r:embed="rId706"/>
                <a:stretch>
                  <a:fillRect/>
                </a:stretch>
              </p:blipFill>
              <p:spPr>
                <a:xfrm>
                  <a:off x="5686020" y="388448"/>
                  <a:ext cx="93960" cy="21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7">
            <p14:nvContentPartPr>
              <p14:cNvPr id="502" name="Ink 501">
                <a:extLst>
                  <a:ext uri="{FF2B5EF4-FFF2-40B4-BE49-F238E27FC236}">
                    <a16:creationId xmlns:a16="http://schemas.microsoft.com/office/drawing/2014/main" id="{CE6B5E9D-E095-F1CA-17C7-7CEC51BB0B5D}"/>
                  </a:ext>
                </a:extLst>
              </p14:cNvPr>
              <p14:cNvContentPartPr/>
              <p14:nvPr/>
            </p14:nvContentPartPr>
            <p14:xfrm>
              <a:off x="4161060" y="1056608"/>
              <a:ext cx="172800" cy="122040"/>
            </p14:xfrm>
          </p:contentPart>
        </mc:Choice>
        <mc:Fallback>
          <p:pic>
            <p:nvPicPr>
              <p:cNvPr id="502" name="Ink 501">
                <a:extLst>
                  <a:ext uri="{FF2B5EF4-FFF2-40B4-BE49-F238E27FC236}">
                    <a16:creationId xmlns:a16="http://schemas.microsoft.com/office/drawing/2014/main" id="{CE6B5E9D-E095-F1CA-17C7-7CEC51BB0B5D}"/>
                  </a:ext>
                </a:extLst>
              </p:cNvPr>
              <p:cNvPicPr/>
              <p:nvPr/>
            </p:nvPicPr>
            <p:blipFill>
              <a:blip r:embed="rId708"/>
              <a:stretch>
                <a:fillRect/>
              </a:stretch>
            </p:blipFill>
            <p:spPr>
              <a:xfrm>
                <a:off x="4152420" y="1047608"/>
                <a:ext cx="190440" cy="139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DBFF64C-681F-2745-DBA0-2C5BE6844755}"/>
                  </a:ext>
                </a:extLst>
              </p14:cNvPr>
              <p14:cNvContentPartPr/>
              <p14:nvPr/>
            </p14:nvContentPartPr>
            <p14:xfrm>
              <a:off x="1677780" y="3039128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DBFF64C-681F-2745-DBA0-2C5BE684475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69140" y="3030488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4872C9AD-91CC-A74E-BF28-EC2775552EA1}"/>
              </a:ext>
            </a:extLst>
          </p:cNvPr>
          <p:cNvGrpSpPr/>
          <p:nvPr/>
        </p:nvGrpSpPr>
        <p:grpSpPr>
          <a:xfrm>
            <a:off x="953100" y="518048"/>
            <a:ext cx="1254600" cy="511200"/>
            <a:chOff x="953100" y="518048"/>
            <a:chExt cx="1254600" cy="51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5407832-6E43-D69E-C819-C4FF70B887F7}"/>
                    </a:ext>
                  </a:extLst>
                </p14:cNvPr>
                <p14:cNvContentPartPr/>
                <p14:nvPr/>
              </p14:nvContentPartPr>
              <p14:xfrm>
                <a:off x="1142820" y="748088"/>
                <a:ext cx="114840" cy="2491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5407832-6E43-D69E-C819-C4FF70B887F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33820" y="739088"/>
                  <a:ext cx="13248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D16D748-7B6D-7ED1-DD2E-76BCEB4D196F}"/>
                    </a:ext>
                  </a:extLst>
                </p14:cNvPr>
                <p14:cNvContentPartPr/>
                <p14:nvPr/>
              </p14:nvContentPartPr>
              <p14:xfrm>
                <a:off x="1225980" y="896408"/>
                <a:ext cx="140040" cy="23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D16D748-7B6D-7ED1-DD2E-76BCEB4D196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16980" y="887768"/>
                  <a:ext cx="1576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A51D62D-E3D9-B3AF-C065-BE5EB28D83FA}"/>
                    </a:ext>
                  </a:extLst>
                </p14:cNvPr>
                <p14:cNvContentPartPr/>
                <p14:nvPr/>
              </p14:nvContentPartPr>
              <p14:xfrm>
                <a:off x="1283220" y="776888"/>
                <a:ext cx="102600" cy="1706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A51D62D-E3D9-B3AF-C065-BE5EB28D83F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74220" y="768248"/>
                  <a:ext cx="1202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3A75C04-6FD3-76D8-1DAC-7506394BDE90}"/>
                    </a:ext>
                  </a:extLst>
                </p14:cNvPr>
                <p14:cNvContentPartPr/>
                <p14:nvPr/>
              </p14:nvContentPartPr>
              <p14:xfrm>
                <a:off x="1432980" y="690488"/>
                <a:ext cx="122400" cy="2750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3A75C04-6FD3-76D8-1DAC-7506394BDE9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23980" y="681488"/>
                  <a:ext cx="14004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14D7466-C0F1-B4E9-FFC1-959F693832A0}"/>
                    </a:ext>
                  </a:extLst>
                </p14:cNvPr>
                <p14:cNvContentPartPr/>
                <p14:nvPr/>
              </p14:nvContentPartPr>
              <p14:xfrm>
                <a:off x="1594980" y="808208"/>
                <a:ext cx="200880" cy="148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14D7466-C0F1-B4E9-FFC1-959F693832A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85980" y="799208"/>
                  <a:ext cx="2185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FE1D2F5-6335-ECDF-6B63-85F14635B574}"/>
                    </a:ext>
                  </a:extLst>
                </p14:cNvPr>
                <p14:cNvContentPartPr/>
                <p14:nvPr/>
              </p14:nvContentPartPr>
              <p14:xfrm>
                <a:off x="1731060" y="648368"/>
                <a:ext cx="102240" cy="173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FE1D2F5-6335-ECDF-6B63-85F14635B57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22060" y="639368"/>
                  <a:ext cx="1198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32AE0BE-78E6-DB70-BD4A-45C936523496}"/>
                    </a:ext>
                  </a:extLst>
                </p14:cNvPr>
                <p14:cNvContentPartPr/>
                <p14:nvPr/>
              </p14:nvContentPartPr>
              <p14:xfrm>
                <a:off x="1693620" y="518048"/>
                <a:ext cx="360" cy="10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32AE0BE-78E6-DB70-BD4A-45C93652349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84620" y="509408"/>
                  <a:ext cx="180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EBE6F5A-9BE8-0C3C-9D8E-D8139A1D7A23}"/>
                    </a:ext>
                  </a:extLst>
                </p14:cNvPr>
                <p14:cNvContentPartPr/>
                <p14:nvPr/>
              </p14:nvContentPartPr>
              <p14:xfrm>
                <a:off x="1807740" y="597968"/>
                <a:ext cx="208800" cy="82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EBE6F5A-9BE8-0C3C-9D8E-D8139A1D7A2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99100" y="588968"/>
                  <a:ext cx="2264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45EB9D4-36CA-236A-11AB-ED74D9E04946}"/>
                    </a:ext>
                  </a:extLst>
                </p14:cNvPr>
                <p14:cNvContentPartPr/>
                <p14:nvPr/>
              </p14:nvContentPartPr>
              <p14:xfrm>
                <a:off x="2088540" y="664928"/>
                <a:ext cx="119160" cy="265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45EB9D4-36CA-236A-11AB-ED74D9E0494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079540" y="655928"/>
                  <a:ext cx="1368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29E3309-5540-3488-E1BC-DB12C61E722D}"/>
                    </a:ext>
                  </a:extLst>
                </p14:cNvPr>
                <p14:cNvContentPartPr/>
                <p14:nvPr/>
              </p14:nvContentPartPr>
              <p14:xfrm>
                <a:off x="953100" y="651968"/>
                <a:ext cx="91080" cy="3772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29E3309-5540-3488-E1BC-DB12C61E722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44100" y="643328"/>
                  <a:ext cx="108720" cy="39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546D68C-6391-9571-2668-5290B5E34DD9}"/>
              </a:ext>
            </a:extLst>
          </p:cNvPr>
          <p:cNvGrpSpPr/>
          <p:nvPr/>
        </p:nvGrpSpPr>
        <p:grpSpPr>
          <a:xfrm>
            <a:off x="2348100" y="539288"/>
            <a:ext cx="262080" cy="401400"/>
            <a:chOff x="2348100" y="539288"/>
            <a:chExt cx="262080" cy="40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8546D8B-5C7C-3072-E9C2-BF48644CCB6E}"/>
                    </a:ext>
                  </a:extLst>
                </p14:cNvPr>
                <p14:cNvContentPartPr/>
                <p14:nvPr/>
              </p14:nvContentPartPr>
              <p14:xfrm>
                <a:off x="2348100" y="665288"/>
                <a:ext cx="63360" cy="2754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8546D8B-5C7C-3072-E9C2-BF48644CCB6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39460" y="656288"/>
                  <a:ext cx="8100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DC75C68-D692-5059-6EA9-A27183DC48A0}"/>
                    </a:ext>
                  </a:extLst>
                </p14:cNvPr>
                <p14:cNvContentPartPr/>
                <p14:nvPr/>
              </p14:nvContentPartPr>
              <p14:xfrm>
                <a:off x="2457180" y="539288"/>
                <a:ext cx="153000" cy="86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DC75C68-D692-5059-6EA9-A27183DC48A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48540" y="530288"/>
                  <a:ext cx="17064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09D45B3-D358-3F6B-CE42-66F5974A559D}"/>
              </a:ext>
            </a:extLst>
          </p:cNvPr>
          <p:cNvGrpSpPr/>
          <p:nvPr/>
        </p:nvGrpSpPr>
        <p:grpSpPr>
          <a:xfrm>
            <a:off x="2880540" y="820808"/>
            <a:ext cx="138240" cy="68040"/>
            <a:chOff x="2880540" y="820808"/>
            <a:chExt cx="138240" cy="6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CDF2831-9713-E685-5D0A-C0F7CB31AC8B}"/>
                    </a:ext>
                  </a:extLst>
                </p14:cNvPr>
                <p14:cNvContentPartPr/>
                <p14:nvPr/>
              </p14:nvContentPartPr>
              <p14:xfrm>
                <a:off x="2899620" y="883088"/>
                <a:ext cx="114120" cy="57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CDF2831-9713-E685-5D0A-C0F7CB31AC8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890620" y="874088"/>
                  <a:ext cx="131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440C5C1-E134-6514-C0B7-34303DD8FD55}"/>
                    </a:ext>
                  </a:extLst>
                </p14:cNvPr>
                <p14:cNvContentPartPr/>
                <p14:nvPr/>
              </p14:nvContentPartPr>
              <p14:xfrm>
                <a:off x="2880540" y="820808"/>
                <a:ext cx="138240" cy="4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440C5C1-E134-6514-C0B7-34303DD8FD5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871540" y="811808"/>
                  <a:ext cx="155880" cy="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DB6D1B4-013C-7F69-84A9-C21B237090F3}"/>
              </a:ext>
            </a:extLst>
          </p:cNvPr>
          <p:cNvGrpSpPr/>
          <p:nvPr/>
        </p:nvGrpSpPr>
        <p:grpSpPr>
          <a:xfrm>
            <a:off x="3392460" y="515528"/>
            <a:ext cx="1054440" cy="422280"/>
            <a:chOff x="3392460" y="515528"/>
            <a:chExt cx="1054440" cy="42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DD2305F-8F5B-316E-8589-D654EEA6969B}"/>
                    </a:ext>
                  </a:extLst>
                </p14:cNvPr>
                <p14:cNvContentPartPr/>
                <p14:nvPr/>
              </p14:nvContentPartPr>
              <p14:xfrm>
                <a:off x="3392460" y="696608"/>
                <a:ext cx="97920" cy="241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DD2305F-8F5B-316E-8589-D654EEA6969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83460" y="687608"/>
                  <a:ext cx="1155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6456033-85C7-D74D-FACB-1CD25785A564}"/>
                    </a:ext>
                  </a:extLst>
                </p14:cNvPr>
                <p14:cNvContentPartPr/>
                <p14:nvPr/>
              </p14:nvContentPartPr>
              <p14:xfrm>
                <a:off x="3439260" y="842048"/>
                <a:ext cx="95400" cy="15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6456033-85C7-D74D-FACB-1CD25785A56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430260" y="833408"/>
                  <a:ext cx="1130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116795D-31CA-B257-8A2C-1AE1D4AC2E2C}"/>
                    </a:ext>
                  </a:extLst>
                </p14:cNvPr>
                <p14:cNvContentPartPr/>
                <p14:nvPr/>
              </p14:nvContentPartPr>
              <p14:xfrm>
                <a:off x="3504420" y="708488"/>
                <a:ext cx="88560" cy="205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116795D-31CA-B257-8A2C-1AE1D4AC2E2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495780" y="699848"/>
                  <a:ext cx="1062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D75546E-90B0-CEA5-3237-3F2BA3F25445}"/>
                    </a:ext>
                  </a:extLst>
                </p14:cNvPr>
                <p14:cNvContentPartPr/>
                <p14:nvPr/>
              </p14:nvContentPartPr>
              <p14:xfrm>
                <a:off x="3678300" y="648368"/>
                <a:ext cx="101880" cy="243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D75546E-90B0-CEA5-3237-3F2BA3F2544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669660" y="639728"/>
                  <a:ext cx="1195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3F0A8B1-9DD7-E435-9B17-3D3BD1B14B0F}"/>
                    </a:ext>
                  </a:extLst>
                </p14:cNvPr>
                <p14:cNvContentPartPr/>
                <p14:nvPr/>
              </p14:nvContentPartPr>
              <p14:xfrm>
                <a:off x="3817620" y="783368"/>
                <a:ext cx="161280" cy="126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3F0A8B1-9DD7-E435-9B17-3D3BD1B14B0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08980" y="774368"/>
                  <a:ext cx="1789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E81B4C7-58BB-C528-9A54-BEFAD4A45D20}"/>
                    </a:ext>
                  </a:extLst>
                </p14:cNvPr>
                <p14:cNvContentPartPr/>
                <p14:nvPr/>
              </p14:nvContentPartPr>
              <p14:xfrm>
                <a:off x="3979620" y="644048"/>
                <a:ext cx="91440" cy="202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E81B4C7-58BB-C528-9A54-BEFAD4A45D2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970620" y="635408"/>
                  <a:ext cx="1090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35CEB65-4358-7207-FC7D-951AEE4082D3}"/>
                    </a:ext>
                  </a:extLst>
                </p14:cNvPr>
                <p14:cNvContentPartPr/>
                <p14:nvPr/>
              </p14:nvContentPartPr>
              <p14:xfrm>
                <a:off x="3942540" y="515528"/>
                <a:ext cx="16560" cy="147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35CEB65-4358-7207-FC7D-951AEE4082D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933540" y="506528"/>
                  <a:ext cx="342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71907AE-E9B7-A8A5-9959-E0CC335E5F07}"/>
                    </a:ext>
                  </a:extLst>
                </p14:cNvPr>
                <p14:cNvContentPartPr/>
                <p14:nvPr/>
              </p14:nvContentPartPr>
              <p14:xfrm>
                <a:off x="4036860" y="602648"/>
                <a:ext cx="87840" cy="78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71907AE-E9B7-A8A5-9959-E0CC335E5F0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027860" y="593648"/>
                  <a:ext cx="1054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9C9B0C3-B8FD-918C-4AE4-2F33D28DAF14}"/>
                    </a:ext>
                  </a:extLst>
                </p14:cNvPr>
                <p14:cNvContentPartPr/>
                <p14:nvPr/>
              </p14:nvContentPartPr>
              <p14:xfrm>
                <a:off x="4126500" y="599768"/>
                <a:ext cx="83160" cy="70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9C9B0C3-B8FD-918C-4AE4-2F33D28DAF1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117500" y="590768"/>
                  <a:ext cx="1008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951C20D-E605-5A2A-3787-0E8B891DBC44}"/>
                    </a:ext>
                  </a:extLst>
                </p14:cNvPr>
                <p14:cNvContentPartPr/>
                <p14:nvPr/>
              </p14:nvContentPartPr>
              <p14:xfrm>
                <a:off x="4301820" y="590048"/>
                <a:ext cx="145080" cy="271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951C20D-E605-5A2A-3787-0E8B891DBC4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292820" y="581048"/>
                  <a:ext cx="162720" cy="28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1A599E7-C2D8-09AA-A99E-6F4EB5EE79F2}"/>
                  </a:ext>
                </a:extLst>
              </p14:cNvPr>
              <p14:cNvContentPartPr/>
              <p14:nvPr/>
            </p14:nvContentPartPr>
            <p14:xfrm>
              <a:off x="4603140" y="768608"/>
              <a:ext cx="360" cy="3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1A599E7-C2D8-09AA-A99E-6F4EB5EE79F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594140" y="759968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D2579397-6F2B-C1AB-7D3B-610040A27C50}"/>
              </a:ext>
            </a:extLst>
          </p:cNvPr>
          <p:cNvGrpSpPr/>
          <p:nvPr/>
        </p:nvGrpSpPr>
        <p:grpSpPr>
          <a:xfrm>
            <a:off x="4753620" y="423008"/>
            <a:ext cx="1165680" cy="448560"/>
            <a:chOff x="4753620" y="423008"/>
            <a:chExt cx="1165680" cy="44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A0A69F6-D6F7-55DD-CACB-ED1EA61E2419}"/>
                    </a:ext>
                  </a:extLst>
                </p14:cNvPr>
                <p14:cNvContentPartPr/>
                <p14:nvPr/>
              </p14:nvContentPartPr>
              <p14:xfrm>
                <a:off x="4753620" y="607688"/>
                <a:ext cx="115200" cy="2638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A0A69F6-D6F7-55DD-CACB-ED1EA61E241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744980" y="598688"/>
                  <a:ext cx="13284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9D78BD1-361B-9586-410B-82EA7DF02C17}"/>
                    </a:ext>
                  </a:extLst>
                </p14:cNvPr>
                <p14:cNvContentPartPr/>
                <p14:nvPr/>
              </p14:nvContentPartPr>
              <p14:xfrm>
                <a:off x="4831740" y="739088"/>
                <a:ext cx="100440" cy="60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9D78BD1-361B-9586-410B-82EA7DF02C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822740" y="730448"/>
                  <a:ext cx="1180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021D3CD-FD40-13F2-36B7-F12217BA9DBF}"/>
                    </a:ext>
                  </a:extLst>
                </p14:cNvPr>
                <p14:cNvContentPartPr/>
                <p14:nvPr/>
              </p14:nvContentPartPr>
              <p14:xfrm>
                <a:off x="4868100" y="675368"/>
                <a:ext cx="117720" cy="177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021D3CD-FD40-13F2-36B7-F12217BA9DB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859100" y="666368"/>
                  <a:ext cx="1353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41EA098-F36B-4A81-1FC6-898BAFD9AD36}"/>
                    </a:ext>
                  </a:extLst>
                </p14:cNvPr>
                <p14:cNvContentPartPr/>
                <p14:nvPr/>
              </p14:nvContentPartPr>
              <p14:xfrm>
                <a:off x="4996620" y="566288"/>
                <a:ext cx="135000" cy="269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41EA098-F36B-4A81-1FC6-898BAFD9AD3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987620" y="557288"/>
                  <a:ext cx="15264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00C7545-388B-793C-8C1E-A26FDF498BCE}"/>
                    </a:ext>
                  </a:extLst>
                </p14:cNvPr>
                <p14:cNvContentPartPr/>
                <p14:nvPr/>
              </p14:nvContentPartPr>
              <p14:xfrm>
                <a:off x="5143500" y="726488"/>
                <a:ext cx="171720" cy="1155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00C7545-388B-793C-8C1E-A26FDF498BC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134500" y="717848"/>
                  <a:ext cx="1893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639885A-9FFC-43BE-595D-76E476CC9C94}"/>
                    </a:ext>
                  </a:extLst>
                </p14:cNvPr>
                <p14:cNvContentPartPr/>
                <p14:nvPr/>
              </p14:nvContentPartPr>
              <p14:xfrm>
                <a:off x="5284620" y="618128"/>
                <a:ext cx="87480" cy="21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639885A-9FFC-43BE-595D-76E476CC9C9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275980" y="609128"/>
                  <a:ext cx="1051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B080D5E-26C7-6A60-DBAB-4B64AD0301F5}"/>
                    </a:ext>
                  </a:extLst>
                </p14:cNvPr>
                <p14:cNvContentPartPr/>
                <p14:nvPr/>
              </p14:nvContentPartPr>
              <p14:xfrm>
                <a:off x="5419980" y="566288"/>
                <a:ext cx="105840" cy="203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B080D5E-26C7-6A60-DBAB-4B64AD0301F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410980" y="557288"/>
                  <a:ext cx="1234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53D2049-32DB-09D4-E3BC-A31E74EAD0C1}"/>
                    </a:ext>
                  </a:extLst>
                </p14:cNvPr>
                <p14:cNvContentPartPr/>
                <p14:nvPr/>
              </p14:nvContentPartPr>
              <p14:xfrm>
                <a:off x="5388300" y="423008"/>
                <a:ext cx="9720" cy="20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53D2049-32DB-09D4-E3BC-A31E74EAD0C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379660" y="414368"/>
                  <a:ext cx="273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E1D19D9-1D95-5018-FABF-59277D5BFAD8}"/>
                    </a:ext>
                  </a:extLst>
                </p14:cNvPr>
                <p14:cNvContentPartPr/>
                <p14:nvPr/>
              </p14:nvContentPartPr>
              <p14:xfrm>
                <a:off x="5496660" y="504008"/>
                <a:ext cx="177840" cy="76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E1D19D9-1D95-5018-FABF-59277D5BFAD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487660" y="495368"/>
                  <a:ext cx="1954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FD5F2DF-E9D0-97E4-09B4-89096BF8D490}"/>
                    </a:ext>
                  </a:extLst>
                </p14:cNvPr>
                <p14:cNvContentPartPr/>
                <p14:nvPr/>
              </p14:nvContentPartPr>
              <p14:xfrm>
                <a:off x="5787540" y="472688"/>
                <a:ext cx="131760" cy="3844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FD5F2DF-E9D0-97E4-09B4-89096BF8D49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778900" y="463688"/>
                  <a:ext cx="149400" cy="40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34FD5E8-E2ED-958B-F8FB-F312ADB7E5A9}"/>
              </a:ext>
            </a:extLst>
          </p:cNvPr>
          <p:cNvGrpSpPr/>
          <p:nvPr/>
        </p:nvGrpSpPr>
        <p:grpSpPr>
          <a:xfrm>
            <a:off x="968580" y="1618208"/>
            <a:ext cx="3254760" cy="735480"/>
            <a:chOff x="968580" y="1618208"/>
            <a:chExt cx="3254760" cy="73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859F421-8858-4FE6-9659-CA572051DBD1}"/>
                    </a:ext>
                  </a:extLst>
                </p14:cNvPr>
                <p14:cNvContentPartPr/>
                <p14:nvPr/>
              </p14:nvContentPartPr>
              <p14:xfrm>
                <a:off x="968580" y="1732328"/>
                <a:ext cx="143280" cy="119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859F421-8858-4FE6-9659-CA572051DBD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59940" y="1723688"/>
                  <a:ext cx="1609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0DBA725-302B-1362-85F4-B07031EB093E}"/>
                    </a:ext>
                  </a:extLst>
                </p14:cNvPr>
                <p14:cNvContentPartPr/>
                <p14:nvPr/>
              </p14:nvContentPartPr>
              <p14:xfrm>
                <a:off x="1029060" y="1759688"/>
                <a:ext cx="41040" cy="975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0DBA725-302B-1362-85F4-B07031EB093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20420" y="1751048"/>
                  <a:ext cx="586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598D586-B506-7BFD-49B8-FE519B169F73}"/>
                    </a:ext>
                  </a:extLst>
                </p14:cNvPr>
                <p14:cNvContentPartPr/>
                <p14:nvPr/>
              </p14:nvContentPartPr>
              <p14:xfrm>
                <a:off x="1199340" y="1618208"/>
                <a:ext cx="123120" cy="228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598D586-B506-7BFD-49B8-FE519B169F7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90340" y="1609568"/>
                  <a:ext cx="1407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9303EC9-15D6-03F0-ECAF-49CA2797342D}"/>
                    </a:ext>
                  </a:extLst>
                </p14:cNvPr>
                <p14:cNvContentPartPr/>
                <p14:nvPr/>
              </p14:nvContentPartPr>
              <p14:xfrm>
                <a:off x="1326060" y="1760048"/>
                <a:ext cx="162360" cy="716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9303EC9-15D6-03F0-ECAF-49CA2797342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317420" y="1751408"/>
                  <a:ext cx="1800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5E072F9-3A86-70F6-CD2C-380B9C3DACED}"/>
                    </a:ext>
                  </a:extLst>
                </p14:cNvPr>
                <p14:cNvContentPartPr/>
                <p14:nvPr/>
              </p14:nvContentPartPr>
              <p14:xfrm>
                <a:off x="1470060" y="1652048"/>
                <a:ext cx="135720" cy="1987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5E072F9-3A86-70F6-CD2C-380B9C3DACE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461420" y="1643048"/>
                  <a:ext cx="1533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0A429F5-5AC3-E7ED-57B0-50610A1137ED}"/>
                    </a:ext>
                  </a:extLst>
                </p14:cNvPr>
                <p14:cNvContentPartPr/>
                <p14:nvPr/>
              </p14:nvContentPartPr>
              <p14:xfrm>
                <a:off x="1311300" y="2046608"/>
                <a:ext cx="1029600" cy="26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0A429F5-5AC3-E7ED-57B0-50610A1137E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302660" y="2037608"/>
                  <a:ext cx="10472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7DC83D6-9CD2-9657-437C-5F677D2F9952}"/>
                    </a:ext>
                  </a:extLst>
                </p14:cNvPr>
                <p14:cNvContentPartPr/>
                <p14:nvPr/>
              </p14:nvContentPartPr>
              <p14:xfrm>
                <a:off x="2118060" y="1956608"/>
                <a:ext cx="256680" cy="1458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7DC83D6-9CD2-9657-437C-5F677D2F995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109060" y="1947608"/>
                  <a:ext cx="2743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43546D8-7170-0760-11BF-368AD830EC35}"/>
                    </a:ext>
                  </a:extLst>
                </p14:cNvPr>
                <p14:cNvContentPartPr/>
                <p14:nvPr/>
              </p14:nvContentPartPr>
              <p14:xfrm>
                <a:off x="2446740" y="1785968"/>
                <a:ext cx="59760" cy="502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43546D8-7170-0760-11BF-368AD830EC3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438100" y="1777328"/>
                  <a:ext cx="7740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6FD1C01-B2D7-2BC2-A6FA-000B41988ED4}"/>
                    </a:ext>
                  </a:extLst>
                </p14:cNvPr>
                <p14:cNvContentPartPr/>
                <p14:nvPr/>
              </p14:nvContentPartPr>
              <p14:xfrm>
                <a:off x="2420820" y="1659968"/>
                <a:ext cx="868680" cy="23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6FD1C01-B2D7-2BC2-A6FA-000B41988ED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412180" y="1650968"/>
                  <a:ext cx="8863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4373CC1-4441-35BD-71D2-D4AD6B3CFC70}"/>
                    </a:ext>
                  </a:extLst>
                </p14:cNvPr>
                <p14:cNvContentPartPr/>
                <p14:nvPr/>
              </p14:nvContentPartPr>
              <p14:xfrm>
                <a:off x="3376980" y="1665368"/>
                <a:ext cx="104400" cy="652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4373CC1-4441-35BD-71D2-D4AD6B3CFC7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367980" y="1656368"/>
                  <a:ext cx="122040" cy="66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FDF81AC-54FC-1277-066A-E4EB39EFFEDF}"/>
                    </a:ext>
                  </a:extLst>
                </p14:cNvPr>
                <p14:cNvContentPartPr/>
                <p14:nvPr/>
              </p14:nvContentPartPr>
              <p14:xfrm>
                <a:off x="2551140" y="2316968"/>
                <a:ext cx="914400" cy="36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FDF81AC-54FC-1277-066A-E4EB39EFFED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542140" y="2307968"/>
                  <a:ext cx="9320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F512560-1AB3-A32A-7C3F-4DD5497115BB}"/>
                    </a:ext>
                  </a:extLst>
                </p14:cNvPr>
                <p14:cNvContentPartPr/>
                <p14:nvPr/>
              </p14:nvContentPartPr>
              <p14:xfrm>
                <a:off x="2654820" y="1926368"/>
                <a:ext cx="73080" cy="2516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F512560-1AB3-A32A-7C3F-4DD5497115B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646180" y="1917728"/>
                  <a:ext cx="907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9A6C474-FE74-2510-AE4A-D389E79A9533}"/>
                    </a:ext>
                  </a:extLst>
                </p14:cNvPr>
                <p14:cNvContentPartPr/>
                <p14:nvPr/>
              </p14:nvContentPartPr>
              <p14:xfrm>
                <a:off x="2717100" y="2081168"/>
                <a:ext cx="56520" cy="180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9A6C474-FE74-2510-AE4A-D389E79A953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708100" y="2072528"/>
                  <a:ext cx="741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4115D6E-084B-585E-7E04-30F825498DBD}"/>
                    </a:ext>
                  </a:extLst>
                </p14:cNvPr>
                <p14:cNvContentPartPr/>
                <p14:nvPr/>
              </p14:nvContentPartPr>
              <p14:xfrm>
                <a:off x="2743020" y="1953368"/>
                <a:ext cx="52560" cy="172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4115D6E-084B-585E-7E04-30F825498DB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734020" y="1944368"/>
                  <a:ext cx="702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AE1DDB0-EAE2-A6E4-18B3-EC8C69762A28}"/>
                    </a:ext>
                  </a:extLst>
                </p14:cNvPr>
                <p14:cNvContentPartPr/>
                <p14:nvPr/>
              </p14:nvContentPartPr>
              <p14:xfrm>
                <a:off x="2846700" y="1903688"/>
                <a:ext cx="88560" cy="2066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AE1DDB0-EAE2-A6E4-18B3-EC8C69762A2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37700" y="1894688"/>
                  <a:ext cx="1062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782D11A-F230-D475-988E-705FB1C07563}"/>
                    </a:ext>
                  </a:extLst>
                </p14:cNvPr>
                <p14:cNvContentPartPr/>
                <p14:nvPr/>
              </p14:nvContentPartPr>
              <p14:xfrm>
                <a:off x="2914380" y="2014928"/>
                <a:ext cx="175320" cy="1371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782D11A-F230-D475-988E-705FB1C0756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905740" y="2006288"/>
                  <a:ext cx="1929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9F65C58-89D3-5408-5FCC-AB8B49553D53}"/>
                    </a:ext>
                  </a:extLst>
                </p14:cNvPr>
                <p14:cNvContentPartPr/>
                <p14:nvPr/>
              </p14:nvContentPartPr>
              <p14:xfrm>
                <a:off x="3039300" y="1927448"/>
                <a:ext cx="66600" cy="1598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9F65C58-89D3-5408-5FCC-AB8B49553D5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030300" y="1918448"/>
                  <a:ext cx="842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1EA54B3-B4C9-1A23-3017-40F757C182E6}"/>
                    </a:ext>
                  </a:extLst>
                </p14:cNvPr>
                <p14:cNvContentPartPr/>
                <p14:nvPr/>
              </p14:nvContentPartPr>
              <p14:xfrm>
                <a:off x="3004740" y="1822328"/>
                <a:ext cx="3600" cy="20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1EA54B3-B4C9-1A23-3017-40F757C182E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996100" y="1813328"/>
                  <a:ext cx="212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2F10D19-6390-35A0-042D-5A07B789E5D1}"/>
                    </a:ext>
                  </a:extLst>
                </p14:cNvPr>
                <p14:cNvContentPartPr/>
                <p14:nvPr/>
              </p14:nvContentPartPr>
              <p14:xfrm>
                <a:off x="3100500" y="1882808"/>
                <a:ext cx="177840" cy="964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2F10D19-6390-35A0-042D-5A07B789E5D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091500" y="1874168"/>
                  <a:ext cx="1954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4CE23C3-EAB4-AE4C-A6AC-041DDFD9EA9D}"/>
                    </a:ext>
                  </a:extLst>
                </p14:cNvPr>
                <p14:cNvContentPartPr/>
                <p14:nvPr/>
              </p14:nvContentPartPr>
              <p14:xfrm>
                <a:off x="3277980" y="1849328"/>
                <a:ext cx="99360" cy="304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4CE23C3-EAB4-AE4C-A6AC-041DDFD9EA9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269340" y="1840688"/>
                  <a:ext cx="1170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6D4F56D-ABB1-BB95-9332-F74C93931BA7}"/>
                    </a:ext>
                  </a:extLst>
                </p14:cNvPr>
                <p14:cNvContentPartPr/>
                <p14:nvPr/>
              </p14:nvContentPartPr>
              <p14:xfrm>
                <a:off x="3474900" y="2004128"/>
                <a:ext cx="748440" cy="27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6D4F56D-ABB1-BB95-9332-F74C93931BA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466260" y="1995128"/>
                  <a:ext cx="76608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90E1ABC-73E8-4FFA-31BF-5340AE72CA23}"/>
              </a:ext>
            </a:extLst>
          </p:cNvPr>
          <p:cNvGrpSpPr/>
          <p:nvPr/>
        </p:nvGrpSpPr>
        <p:grpSpPr>
          <a:xfrm>
            <a:off x="3709980" y="1549808"/>
            <a:ext cx="637920" cy="238320"/>
            <a:chOff x="3709980" y="1549808"/>
            <a:chExt cx="637920" cy="23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82658C0-6892-4D03-41A9-A2C73F25F966}"/>
                    </a:ext>
                  </a:extLst>
                </p14:cNvPr>
                <p14:cNvContentPartPr/>
                <p14:nvPr/>
              </p14:nvContentPartPr>
              <p14:xfrm>
                <a:off x="3709980" y="1662488"/>
                <a:ext cx="192960" cy="110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82658C0-6892-4D03-41A9-A2C73F25F96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700980" y="1653488"/>
                  <a:ext cx="2106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C5B154F-B5FD-CC97-2190-4AB8EE6B635F}"/>
                    </a:ext>
                  </a:extLst>
                </p14:cNvPr>
                <p14:cNvContentPartPr/>
                <p14:nvPr/>
              </p14:nvContentPartPr>
              <p14:xfrm>
                <a:off x="3952260" y="1549808"/>
                <a:ext cx="113040" cy="2275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C5B154F-B5FD-CC97-2190-4AB8EE6B635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943620" y="1540808"/>
                  <a:ext cx="1306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14FC85A-F700-6030-1651-77BF6DC7A425}"/>
                    </a:ext>
                  </a:extLst>
                </p14:cNvPr>
                <p14:cNvContentPartPr/>
                <p14:nvPr/>
              </p14:nvContentPartPr>
              <p14:xfrm>
                <a:off x="4073220" y="1676528"/>
                <a:ext cx="135720" cy="630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14FC85A-F700-6030-1651-77BF6DC7A42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064220" y="1667888"/>
                  <a:ext cx="1533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0AC1F35-10F4-85B4-412C-C2CABC641C0D}"/>
                    </a:ext>
                  </a:extLst>
                </p14:cNvPr>
                <p14:cNvContentPartPr/>
                <p14:nvPr/>
              </p14:nvContentPartPr>
              <p14:xfrm>
                <a:off x="4187340" y="1574648"/>
                <a:ext cx="160560" cy="2134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0AC1F35-10F4-85B4-412C-C2CABC641C0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178700" y="1566008"/>
                  <a:ext cx="178200" cy="23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DE415E2-EE38-1557-B3DA-E5E7C60B17BA}"/>
              </a:ext>
            </a:extLst>
          </p:cNvPr>
          <p:cNvGrpSpPr/>
          <p:nvPr/>
        </p:nvGrpSpPr>
        <p:grpSpPr>
          <a:xfrm>
            <a:off x="4185900" y="1899728"/>
            <a:ext cx="406440" cy="121320"/>
            <a:chOff x="4185900" y="1899728"/>
            <a:chExt cx="406440" cy="12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DB11387-555D-EB6D-A47F-CD5A41FABE0F}"/>
                    </a:ext>
                  </a:extLst>
                </p14:cNvPr>
                <p14:cNvContentPartPr/>
                <p14:nvPr/>
              </p14:nvContentPartPr>
              <p14:xfrm>
                <a:off x="4185900" y="1983608"/>
                <a:ext cx="406440" cy="169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DB11387-555D-EB6D-A47F-CD5A41FABE0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177260" y="1974968"/>
                  <a:ext cx="4240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6AEACDF-3772-93E4-38F9-85397BFA220C}"/>
                    </a:ext>
                  </a:extLst>
                </p14:cNvPr>
                <p14:cNvContentPartPr/>
                <p14:nvPr/>
              </p14:nvContentPartPr>
              <p14:xfrm>
                <a:off x="4346100" y="1899728"/>
                <a:ext cx="229320" cy="1213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6AEACDF-3772-93E4-38F9-85397BFA220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337460" y="1890728"/>
                  <a:ext cx="246960" cy="13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D35D6AE8-230C-4199-3B2E-612A49C09D7F}"/>
              </a:ext>
            </a:extLst>
          </p:cNvPr>
          <p:cNvGrpSpPr/>
          <p:nvPr/>
        </p:nvGrpSpPr>
        <p:grpSpPr>
          <a:xfrm>
            <a:off x="4935420" y="1886768"/>
            <a:ext cx="1038600" cy="199440"/>
            <a:chOff x="4935420" y="1886768"/>
            <a:chExt cx="1038600" cy="19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7394D48-D841-D9CE-EFD0-1367D6EF91BE}"/>
                    </a:ext>
                  </a:extLst>
                </p14:cNvPr>
                <p14:cNvContentPartPr/>
                <p14:nvPr/>
              </p14:nvContentPartPr>
              <p14:xfrm>
                <a:off x="4935420" y="1936808"/>
                <a:ext cx="91080" cy="1494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7394D48-D841-D9CE-EFD0-1367D6EF91B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926780" y="1928168"/>
                  <a:ext cx="1087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4E7C2E2-FA32-0097-A4B3-7CBFEAD17BB7}"/>
                    </a:ext>
                  </a:extLst>
                </p14:cNvPr>
                <p14:cNvContentPartPr/>
                <p14:nvPr/>
              </p14:nvContentPartPr>
              <p14:xfrm>
                <a:off x="5101380" y="1938968"/>
                <a:ext cx="135720" cy="1292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4E7C2E2-FA32-0097-A4B3-7CBFEAD17BB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092740" y="1930328"/>
                  <a:ext cx="1533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307E14E-434E-9A41-0819-A9F6B84971E5}"/>
                    </a:ext>
                  </a:extLst>
                </p14:cNvPr>
                <p14:cNvContentPartPr/>
                <p14:nvPr/>
              </p14:nvContentPartPr>
              <p14:xfrm>
                <a:off x="5247180" y="1964168"/>
                <a:ext cx="120600" cy="1004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307E14E-434E-9A41-0819-A9F6B84971E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238540" y="1955168"/>
                  <a:ext cx="1382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077C1D0-B364-9FFB-53B4-D940DB285D25}"/>
                    </a:ext>
                  </a:extLst>
                </p14:cNvPr>
                <p14:cNvContentPartPr/>
                <p14:nvPr/>
              </p14:nvContentPartPr>
              <p14:xfrm>
                <a:off x="5417820" y="1948328"/>
                <a:ext cx="162720" cy="1098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077C1D0-B364-9FFB-53B4-D940DB285D2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408820" y="1939688"/>
                  <a:ext cx="1803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4CA77CC-1FF3-E221-8605-54E8F42F6205}"/>
                    </a:ext>
                  </a:extLst>
                </p14:cNvPr>
                <p14:cNvContentPartPr/>
                <p14:nvPr/>
              </p14:nvContentPartPr>
              <p14:xfrm>
                <a:off x="5687460" y="1886768"/>
                <a:ext cx="286560" cy="1504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4CA77CC-1FF3-E221-8605-54E8F42F620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678460" y="1878128"/>
                  <a:ext cx="304200" cy="16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E2FF1A36-0C10-15D5-B50D-448F59D814CE}"/>
              </a:ext>
            </a:extLst>
          </p:cNvPr>
          <p:cNvGrpSpPr/>
          <p:nvPr/>
        </p:nvGrpSpPr>
        <p:grpSpPr>
          <a:xfrm>
            <a:off x="4950180" y="2270888"/>
            <a:ext cx="726840" cy="234360"/>
            <a:chOff x="4950180" y="2270888"/>
            <a:chExt cx="726840" cy="23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9BF0F1A-A28F-0CE9-944B-145EFEBF0165}"/>
                    </a:ext>
                  </a:extLst>
                </p14:cNvPr>
                <p14:cNvContentPartPr/>
                <p14:nvPr/>
              </p14:nvContentPartPr>
              <p14:xfrm>
                <a:off x="4950180" y="2379608"/>
                <a:ext cx="229680" cy="1076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9BF0F1A-A28F-0CE9-944B-145EFEBF016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941180" y="2370968"/>
                  <a:ext cx="2473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5EAC0CB-74BA-DC1B-B31C-96A22C5F8043}"/>
                    </a:ext>
                  </a:extLst>
                </p14:cNvPr>
                <p14:cNvContentPartPr/>
                <p14:nvPr/>
              </p14:nvContentPartPr>
              <p14:xfrm>
                <a:off x="5214420" y="2270888"/>
                <a:ext cx="155160" cy="2192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5EAC0CB-74BA-DC1B-B31C-96A22C5F804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205780" y="2262248"/>
                  <a:ext cx="1728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E3FCA52-7AD0-BD19-767B-D32FB8EA453E}"/>
                    </a:ext>
                  </a:extLst>
                </p14:cNvPr>
                <p14:cNvContentPartPr/>
                <p14:nvPr/>
              </p14:nvContentPartPr>
              <p14:xfrm>
                <a:off x="5368140" y="2376008"/>
                <a:ext cx="179640" cy="748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E3FCA52-7AD0-BD19-767B-D32FB8EA453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359500" y="2367008"/>
                  <a:ext cx="1972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4DE53A0-CC97-9E7A-7AB5-A0252910DC04}"/>
                    </a:ext>
                  </a:extLst>
                </p14:cNvPr>
                <p14:cNvContentPartPr/>
                <p14:nvPr/>
              </p14:nvContentPartPr>
              <p14:xfrm>
                <a:off x="5538060" y="2284568"/>
                <a:ext cx="138960" cy="2206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4DE53A0-CC97-9E7A-7AB5-A0252910DC0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529420" y="2275928"/>
                  <a:ext cx="15660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A30954FA-ACAB-6322-368E-AA131052698E}"/>
              </a:ext>
            </a:extLst>
          </p:cNvPr>
          <p:cNvGrpSpPr/>
          <p:nvPr/>
        </p:nvGrpSpPr>
        <p:grpSpPr>
          <a:xfrm>
            <a:off x="4731660" y="2732768"/>
            <a:ext cx="599040" cy="289440"/>
            <a:chOff x="4731660" y="2732768"/>
            <a:chExt cx="599040" cy="28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865205F-185E-F41A-6394-9CFD50B671C0}"/>
                    </a:ext>
                  </a:extLst>
                </p14:cNvPr>
                <p14:cNvContentPartPr/>
                <p14:nvPr/>
              </p14:nvContentPartPr>
              <p14:xfrm>
                <a:off x="4750380" y="2758688"/>
                <a:ext cx="102240" cy="2635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865205F-185E-F41A-6394-9CFD50B671C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741740" y="2749688"/>
                  <a:ext cx="1198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7DCB9F9-9A3E-1481-C46F-9877CECD3E7E}"/>
                    </a:ext>
                  </a:extLst>
                </p14:cNvPr>
                <p14:cNvContentPartPr/>
                <p14:nvPr/>
              </p14:nvContentPartPr>
              <p14:xfrm>
                <a:off x="4731660" y="2916368"/>
                <a:ext cx="126360" cy="90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7DCB9F9-9A3E-1481-C46F-9877CECD3E7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722660" y="2907728"/>
                  <a:ext cx="1440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A38FD2A-4EEE-4174-0C36-837B1E4554C6}"/>
                    </a:ext>
                  </a:extLst>
                </p14:cNvPr>
                <p14:cNvContentPartPr/>
                <p14:nvPr/>
              </p14:nvContentPartPr>
              <p14:xfrm>
                <a:off x="4888620" y="2883248"/>
                <a:ext cx="26280" cy="529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A38FD2A-4EEE-4174-0C36-837B1E4554C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879980" y="2874608"/>
                  <a:ext cx="439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E7C14D5-1E67-B719-B34F-86B0BBDF980C}"/>
                    </a:ext>
                  </a:extLst>
                </p14:cNvPr>
                <p14:cNvContentPartPr/>
                <p14:nvPr/>
              </p14:nvContentPartPr>
              <p14:xfrm>
                <a:off x="4876020" y="2812688"/>
                <a:ext cx="5400" cy="147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E7C14D5-1E67-B719-B34F-86B0BBDF980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867380" y="2804048"/>
                  <a:ext cx="230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EE62350-22F5-AF41-78E3-A4688E8B31DD}"/>
                    </a:ext>
                  </a:extLst>
                </p14:cNvPr>
                <p14:cNvContentPartPr/>
                <p14:nvPr/>
              </p14:nvContentPartPr>
              <p14:xfrm>
                <a:off x="4968180" y="2841848"/>
                <a:ext cx="45000" cy="849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EE62350-22F5-AF41-78E3-A4688E8B31D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959540" y="2833208"/>
                  <a:ext cx="626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78F5864-CFBE-1E22-832B-14513723D19B}"/>
                    </a:ext>
                  </a:extLst>
                </p14:cNvPr>
                <p14:cNvContentPartPr/>
                <p14:nvPr/>
              </p14:nvContentPartPr>
              <p14:xfrm>
                <a:off x="5090220" y="2829608"/>
                <a:ext cx="125640" cy="1011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78F5864-CFBE-1E22-832B-14513723D19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081220" y="2820608"/>
                  <a:ext cx="1432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252AE49-5183-9F96-419E-BCC4438F6526}"/>
                    </a:ext>
                  </a:extLst>
                </p14:cNvPr>
                <p14:cNvContentPartPr/>
                <p14:nvPr/>
              </p14:nvContentPartPr>
              <p14:xfrm>
                <a:off x="5247180" y="2732768"/>
                <a:ext cx="46440" cy="1454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252AE49-5183-9F96-419E-BCC4438F652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238540" y="2723768"/>
                  <a:ext cx="640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A87F98B-C28A-EA69-DB6C-093D889E3212}"/>
                    </a:ext>
                  </a:extLst>
                </p14:cNvPr>
                <p14:cNvContentPartPr/>
                <p14:nvPr/>
              </p14:nvContentPartPr>
              <p14:xfrm>
                <a:off x="5215860" y="2822048"/>
                <a:ext cx="114840" cy="252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A87F98B-C28A-EA69-DB6C-093D889E321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207220" y="2813408"/>
                  <a:ext cx="132480" cy="4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AA40E1FB-76DE-E014-5E96-6EF051DC612C}"/>
                  </a:ext>
                </a:extLst>
              </p14:cNvPr>
              <p14:cNvContentPartPr/>
              <p14:nvPr/>
            </p14:nvContentPartPr>
            <p14:xfrm>
              <a:off x="5522580" y="2795048"/>
              <a:ext cx="203040" cy="6660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AA40E1FB-76DE-E014-5E96-6EF051DC612C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513940" y="2786048"/>
                <a:ext cx="220680" cy="8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CD248A1-D3BD-1460-DA7C-817F95103AFD}"/>
              </a:ext>
            </a:extLst>
          </p:cNvPr>
          <p:cNvGrpSpPr/>
          <p:nvPr/>
        </p:nvGrpSpPr>
        <p:grpSpPr>
          <a:xfrm>
            <a:off x="5952060" y="2664008"/>
            <a:ext cx="1269720" cy="304920"/>
            <a:chOff x="5952060" y="2664008"/>
            <a:chExt cx="1269720" cy="30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E20A9DE-D301-78D3-B1F9-B1F881BC8E4B}"/>
                    </a:ext>
                  </a:extLst>
                </p14:cNvPr>
                <p14:cNvContentPartPr/>
                <p14:nvPr/>
              </p14:nvContentPartPr>
              <p14:xfrm>
                <a:off x="5952060" y="2797568"/>
                <a:ext cx="145080" cy="1713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E20A9DE-D301-78D3-B1F9-B1F881BC8E4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943060" y="2788568"/>
                  <a:ext cx="1627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05B42E4-6055-E2A4-34FE-8B0FB30527E9}"/>
                    </a:ext>
                  </a:extLst>
                </p14:cNvPr>
                <p14:cNvContentPartPr/>
                <p14:nvPr/>
              </p14:nvContentPartPr>
              <p14:xfrm>
                <a:off x="6173460" y="2841848"/>
                <a:ext cx="93240" cy="579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05B42E4-6055-E2A4-34FE-8B0FB30527E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164460" y="2832848"/>
                  <a:ext cx="1108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75E9E5E-F913-2680-E27C-42BF2B9A9558}"/>
                    </a:ext>
                  </a:extLst>
                </p14:cNvPr>
                <p14:cNvContentPartPr/>
                <p14:nvPr/>
              </p14:nvContentPartPr>
              <p14:xfrm>
                <a:off x="6322500" y="2813768"/>
                <a:ext cx="112320" cy="968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75E9E5E-F913-2680-E27C-42BF2B9A955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313860" y="2805128"/>
                  <a:ext cx="1299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4EB3228-8E1F-A214-7DD1-7C1E5E4DF5EA}"/>
                    </a:ext>
                  </a:extLst>
                </p14:cNvPr>
                <p14:cNvContentPartPr/>
                <p14:nvPr/>
              </p14:nvContentPartPr>
              <p14:xfrm>
                <a:off x="6493500" y="2805488"/>
                <a:ext cx="94320" cy="1206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4EB3228-8E1F-A214-7DD1-7C1E5E4DF5E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484860" y="2796488"/>
                  <a:ext cx="1119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C1CA840-B5FD-6D6B-D146-A1E80D79BEA6}"/>
                    </a:ext>
                  </a:extLst>
                </p14:cNvPr>
                <p14:cNvContentPartPr/>
                <p14:nvPr/>
              </p14:nvContentPartPr>
              <p14:xfrm>
                <a:off x="6701220" y="2664008"/>
                <a:ext cx="102960" cy="2354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C1CA840-B5FD-6D6B-D146-A1E80D79BEA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692580" y="2655008"/>
                  <a:ext cx="1206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3459B3B-D0A8-1F88-A856-71F114287EC8}"/>
                    </a:ext>
                  </a:extLst>
                </p14:cNvPr>
                <p14:cNvContentPartPr/>
                <p14:nvPr/>
              </p14:nvContentPartPr>
              <p14:xfrm>
                <a:off x="6877620" y="2826008"/>
                <a:ext cx="105120" cy="684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3459B3B-D0A8-1F88-A856-71F114287EC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868620" y="2817368"/>
                  <a:ext cx="1227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F79BCCE-35D3-6A7D-EE0A-7D8B575FEADE}"/>
                    </a:ext>
                  </a:extLst>
                </p14:cNvPr>
                <p14:cNvContentPartPr/>
                <p14:nvPr/>
              </p14:nvContentPartPr>
              <p14:xfrm>
                <a:off x="7008300" y="2813048"/>
                <a:ext cx="125280" cy="1058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F79BCCE-35D3-6A7D-EE0A-7D8B575FEAD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999660" y="2804048"/>
                  <a:ext cx="1429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7DD73A2-0BB1-0359-6DAF-103DE940DAED}"/>
                    </a:ext>
                  </a:extLst>
                </p14:cNvPr>
                <p14:cNvContentPartPr/>
                <p14:nvPr/>
              </p14:nvContentPartPr>
              <p14:xfrm>
                <a:off x="7159140" y="2701448"/>
                <a:ext cx="44280" cy="1753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7DD73A2-0BB1-0359-6DAF-103DE940DAE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150500" y="2692808"/>
                  <a:ext cx="619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F261F74-A7EE-E184-F5EB-9112FBC7B5BC}"/>
                    </a:ext>
                  </a:extLst>
                </p14:cNvPr>
                <p14:cNvContentPartPr/>
                <p14:nvPr/>
              </p14:nvContentPartPr>
              <p14:xfrm>
                <a:off x="7147260" y="2787128"/>
                <a:ext cx="74520" cy="129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F261F74-A7EE-E184-F5EB-9112FBC7B5B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38620" y="2778488"/>
                  <a:ext cx="9216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7E03E448-DC73-2EE4-3848-6FCE64B32DB0}"/>
              </a:ext>
            </a:extLst>
          </p:cNvPr>
          <p:cNvGrpSpPr/>
          <p:nvPr/>
        </p:nvGrpSpPr>
        <p:grpSpPr>
          <a:xfrm>
            <a:off x="4774140" y="3117248"/>
            <a:ext cx="2318040" cy="343800"/>
            <a:chOff x="4774140" y="3117248"/>
            <a:chExt cx="2318040" cy="34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C80F0FA-07E2-B24A-441E-337C930CF3EE}"/>
                    </a:ext>
                  </a:extLst>
                </p14:cNvPr>
                <p14:cNvContentPartPr/>
                <p14:nvPr/>
              </p14:nvContentPartPr>
              <p14:xfrm>
                <a:off x="4774140" y="3209768"/>
                <a:ext cx="135360" cy="2044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C80F0FA-07E2-B24A-441E-337C930CF3E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765140" y="3200768"/>
                  <a:ext cx="1530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F4D552E-7ECA-1F21-10B0-7FCC659EBACF}"/>
                    </a:ext>
                  </a:extLst>
                </p14:cNvPr>
                <p14:cNvContentPartPr/>
                <p14:nvPr/>
              </p14:nvContentPartPr>
              <p14:xfrm>
                <a:off x="4903740" y="3314528"/>
                <a:ext cx="151560" cy="914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F4D552E-7ECA-1F21-10B0-7FCC659EBAC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894740" y="3305528"/>
                  <a:ext cx="1692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1C5AB19-6BDC-9572-A4D2-2E07CE641592}"/>
                    </a:ext>
                  </a:extLst>
                </p14:cNvPr>
                <p14:cNvContentPartPr/>
                <p14:nvPr/>
              </p14:nvContentPartPr>
              <p14:xfrm>
                <a:off x="5048100" y="3310568"/>
                <a:ext cx="115200" cy="936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1C5AB19-6BDC-9572-A4D2-2E07CE64159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039460" y="3301928"/>
                  <a:ext cx="1328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435735D-BE2A-F464-183C-D53DD2B4F7E9}"/>
                    </a:ext>
                  </a:extLst>
                </p14:cNvPr>
                <p14:cNvContentPartPr/>
                <p14:nvPr/>
              </p14:nvContentPartPr>
              <p14:xfrm>
                <a:off x="5153580" y="3174128"/>
                <a:ext cx="87840" cy="1990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435735D-BE2A-F464-183C-D53DD2B4F7E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144940" y="3165488"/>
                  <a:ext cx="1054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55E5199-0CD2-FCDB-D8FD-5998484A5F03}"/>
                    </a:ext>
                  </a:extLst>
                </p14:cNvPr>
                <p14:cNvContentPartPr/>
                <p14:nvPr/>
              </p14:nvContentPartPr>
              <p14:xfrm>
                <a:off x="5153940" y="3262688"/>
                <a:ext cx="104040" cy="349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55E5199-0CD2-FCDB-D8FD-5998484A5F0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144940" y="3253688"/>
                  <a:ext cx="1216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7935C3D-3F7D-E323-C756-2CFE0012F2DE}"/>
                    </a:ext>
                  </a:extLst>
                </p14:cNvPr>
                <p14:cNvContentPartPr/>
                <p14:nvPr/>
              </p14:nvContentPartPr>
              <p14:xfrm>
                <a:off x="5434380" y="3268088"/>
                <a:ext cx="182520" cy="817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7935C3D-3F7D-E323-C756-2CFE0012F2D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425380" y="3259088"/>
                  <a:ext cx="2001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991CF11-4F39-F6F4-D687-A458EA5B9020}"/>
                    </a:ext>
                  </a:extLst>
                </p14:cNvPr>
                <p14:cNvContentPartPr/>
                <p14:nvPr/>
              </p14:nvContentPartPr>
              <p14:xfrm>
                <a:off x="5777100" y="3267368"/>
                <a:ext cx="139680" cy="1936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991CF11-4F39-F6F4-D687-A458EA5B902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768100" y="3258728"/>
                  <a:ext cx="1573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529D62E-7816-66E9-20DD-9B695DFE3E6D}"/>
                    </a:ext>
                  </a:extLst>
                </p14:cNvPr>
                <p14:cNvContentPartPr/>
                <p14:nvPr/>
              </p14:nvContentPartPr>
              <p14:xfrm>
                <a:off x="5974020" y="3300488"/>
                <a:ext cx="100440" cy="518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529D62E-7816-66E9-20DD-9B695DFE3E6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965380" y="3291848"/>
                  <a:ext cx="1180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75C77E6-FBB8-8DD2-5FD4-C96EA315CC53}"/>
                    </a:ext>
                  </a:extLst>
                </p14:cNvPr>
                <p14:cNvContentPartPr/>
                <p14:nvPr/>
              </p14:nvContentPartPr>
              <p14:xfrm>
                <a:off x="6124140" y="3248288"/>
                <a:ext cx="94320" cy="1188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75C77E6-FBB8-8DD2-5FD4-C96EA315CC5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115500" y="3239288"/>
                  <a:ext cx="1119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B5218BB-502B-870F-7B35-5971FFE264E1}"/>
                    </a:ext>
                  </a:extLst>
                </p14:cNvPr>
                <p14:cNvContentPartPr/>
                <p14:nvPr/>
              </p14:nvContentPartPr>
              <p14:xfrm>
                <a:off x="6219900" y="3231368"/>
                <a:ext cx="83160" cy="1011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B5218BB-502B-870F-7B35-5971FFE264E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211260" y="3222728"/>
                  <a:ext cx="1008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6512A12-D493-C7C2-2252-F47F44BF4A23}"/>
                    </a:ext>
                  </a:extLst>
                </p14:cNvPr>
                <p14:cNvContentPartPr/>
                <p14:nvPr/>
              </p14:nvContentPartPr>
              <p14:xfrm>
                <a:off x="6477660" y="3120128"/>
                <a:ext cx="136440" cy="2844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6512A12-D493-C7C2-2252-F47F44BF4A2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468660" y="3111128"/>
                  <a:ext cx="15408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B72A9DB-7EC9-CBB1-674C-8805C5FCAF1D}"/>
                    </a:ext>
                  </a:extLst>
                </p14:cNvPr>
                <p14:cNvContentPartPr/>
                <p14:nvPr/>
              </p14:nvContentPartPr>
              <p14:xfrm>
                <a:off x="6510780" y="3303368"/>
                <a:ext cx="92880" cy="165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B72A9DB-7EC9-CBB1-674C-8805C5FCAF1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501780" y="3294728"/>
                  <a:ext cx="1105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5862FF9-6328-97ED-FA32-E41F98B8006B}"/>
                    </a:ext>
                  </a:extLst>
                </p14:cNvPr>
                <p14:cNvContentPartPr/>
                <p14:nvPr/>
              </p14:nvContentPartPr>
              <p14:xfrm>
                <a:off x="6670620" y="3299048"/>
                <a:ext cx="25560" cy="277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5862FF9-6328-97ED-FA32-E41F98B8006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661980" y="3290048"/>
                  <a:ext cx="432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74709D0-C4A8-0FEC-60B5-2208A16033B1}"/>
                    </a:ext>
                  </a:extLst>
                </p14:cNvPr>
                <p14:cNvContentPartPr/>
                <p14:nvPr/>
              </p14:nvContentPartPr>
              <p14:xfrm>
                <a:off x="6608340" y="3189968"/>
                <a:ext cx="22680" cy="118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74709D0-C4A8-0FEC-60B5-2208A16033B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599700" y="3180968"/>
                  <a:ext cx="403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73A86F6-1C8B-2F00-269E-BE1892099910}"/>
                    </a:ext>
                  </a:extLst>
                </p14:cNvPr>
                <p14:cNvContentPartPr/>
                <p14:nvPr/>
              </p14:nvContentPartPr>
              <p14:xfrm>
                <a:off x="6742980" y="3213368"/>
                <a:ext cx="53640" cy="1015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73A86F6-1C8B-2F00-269E-BE189209991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733980" y="3204368"/>
                  <a:ext cx="712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54099C9-9ADB-D734-7416-1E2024E8BF3B}"/>
                    </a:ext>
                  </a:extLst>
                </p14:cNvPr>
                <p14:cNvContentPartPr/>
                <p14:nvPr/>
              </p14:nvContentPartPr>
              <p14:xfrm>
                <a:off x="6854220" y="3189608"/>
                <a:ext cx="72720" cy="1148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54099C9-9ADB-D734-7416-1E2024E8BF3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845580" y="3180968"/>
                  <a:ext cx="903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C14BDD0-135B-23D6-CFBE-7EABF1FC81E9}"/>
                    </a:ext>
                  </a:extLst>
                </p14:cNvPr>
                <p14:cNvContentPartPr/>
                <p14:nvPr/>
              </p14:nvContentPartPr>
              <p14:xfrm>
                <a:off x="7013340" y="3117248"/>
                <a:ext cx="68760" cy="1980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C14BDD0-135B-23D6-CFBE-7EABF1FC81E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004700" y="3108248"/>
                  <a:ext cx="864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44BB80C-DCC7-9E3D-6672-11DD76443610}"/>
                    </a:ext>
                  </a:extLst>
                </p14:cNvPr>
                <p14:cNvContentPartPr/>
                <p14:nvPr/>
              </p14:nvContentPartPr>
              <p14:xfrm>
                <a:off x="6996060" y="3231368"/>
                <a:ext cx="96120" cy="97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44BB80C-DCC7-9E3D-6672-11DD7644361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987060" y="3222728"/>
                  <a:ext cx="11376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4335A338-27FD-B8FD-68D4-1D6E854BABD6}"/>
              </a:ext>
            </a:extLst>
          </p:cNvPr>
          <p:cNvGrpSpPr/>
          <p:nvPr/>
        </p:nvGrpSpPr>
        <p:grpSpPr>
          <a:xfrm>
            <a:off x="5926140" y="2150648"/>
            <a:ext cx="1257120" cy="279360"/>
            <a:chOff x="5926140" y="2150648"/>
            <a:chExt cx="1257120" cy="27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6065909-1940-8F92-F008-CB9885CAA4DB}"/>
                    </a:ext>
                  </a:extLst>
                </p14:cNvPr>
                <p14:cNvContentPartPr/>
                <p14:nvPr/>
              </p14:nvContentPartPr>
              <p14:xfrm>
                <a:off x="5989500" y="2327408"/>
                <a:ext cx="150120" cy="741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6065909-1940-8F92-F008-CB9885CAA4D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980500" y="2318408"/>
                  <a:ext cx="1677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FCC8BD6-0543-1EF5-FFA4-01647CD7216D}"/>
                    </a:ext>
                  </a:extLst>
                </p14:cNvPr>
                <p14:cNvContentPartPr/>
                <p14:nvPr/>
              </p14:nvContentPartPr>
              <p14:xfrm>
                <a:off x="5926140" y="2342168"/>
                <a:ext cx="317520" cy="432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FCC8BD6-0543-1EF5-FFA4-01647CD7216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917140" y="2333528"/>
                  <a:ext cx="3351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FF10591-26AA-C607-F8C3-0EE49A4F95A4}"/>
                    </a:ext>
                  </a:extLst>
                </p14:cNvPr>
                <p14:cNvContentPartPr/>
                <p14:nvPr/>
              </p14:nvContentPartPr>
              <p14:xfrm>
                <a:off x="6071220" y="2270528"/>
                <a:ext cx="284760" cy="1594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FF10591-26AA-C607-F8C3-0EE49A4F95A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062220" y="2261528"/>
                  <a:ext cx="3024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29BBF8A-1B77-EA3F-0931-D0081F7E75AA}"/>
                    </a:ext>
                  </a:extLst>
                </p14:cNvPr>
                <p14:cNvContentPartPr/>
                <p14:nvPr/>
              </p14:nvContentPartPr>
              <p14:xfrm>
                <a:off x="6473340" y="2277008"/>
                <a:ext cx="141120" cy="1335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29BBF8A-1B77-EA3F-0931-D0081F7E75A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464700" y="2268008"/>
                  <a:ext cx="1587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B76EBA3-FB5D-7B8D-A1A2-F04FE8CE2ADB}"/>
                    </a:ext>
                  </a:extLst>
                </p14:cNvPr>
                <p14:cNvContentPartPr/>
                <p14:nvPr/>
              </p14:nvContentPartPr>
              <p14:xfrm>
                <a:off x="6688980" y="2150648"/>
                <a:ext cx="179280" cy="2656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B76EBA3-FB5D-7B8D-A1A2-F04FE8CE2AD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680340" y="2142008"/>
                  <a:ext cx="1969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E0F9704-3B71-6653-465C-AF6B15F29907}"/>
                    </a:ext>
                  </a:extLst>
                </p14:cNvPr>
                <p14:cNvContentPartPr/>
                <p14:nvPr/>
              </p14:nvContentPartPr>
              <p14:xfrm>
                <a:off x="6854940" y="2296448"/>
                <a:ext cx="178560" cy="738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E0F9704-3B71-6653-465C-AF6B15F2990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846300" y="2287448"/>
                  <a:ext cx="1962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DFCB8D0-0B16-D609-3805-93D166978859}"/>
                    </a:ext>
                  </a:extLst>
                </p14:cNvPr>
                <p14:cNvContentPartPr/>
                <p14:nvPr/>
              </p14:nvContentPartPr>
              <p14:xfrm>
                <a:off x="6966900" y="2150648"/>
                <a:ext cx="216360" cy="2772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DFCB8D0-0B16-D609-3805-93D16697885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958260" y="2142008"/>
                  <a:ext cx="234000" cy="29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21954789-2458-2419-BC32-63F50A9C9AA2}"/>
                  </a:ext>
                </a:extLst>
              </p14:cNvPr>
              <p14:cNvContentPartPr/>
              <p14:nvPr/>
            </p14:nvContentPartPr>
            <p14:xfrm>
              <a:off x="4540500" y="3834368"/>
              <a:ext cx="89280" cy="15732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21954789-2458-2419-BC32-63F50A9C9AA2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4531860" y="3825368"/>
                <a:ext cx="10692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BC4DF951-F87E-4B56-0D97-7023D88470FD}"/>
                  </a:ext>
                </a:extLst>
              </p14:cNvPr>
              <p14:cNvContentPartPr/>
              <p14:nvPr/>
            </p14:nvContentPartPr>
            <p14:xfrm>
              <a:off x="4945860" y="3921848"/>
              <a:ext cx="126360" cy="2160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BC4DF951-F87E-4B56-0D97-7023D88470FD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4937220" y="3912848"/>
                <a:ext cx="1440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AD0246FE-80BF-2D7D-0A52-33082EF06F1D}"/>
                  </a:ext>
                </a:extLst>
              </p14:cNvPr>
              <p14:cNvContentPartPr/>
              <p14:nvPr/>
            </p14:nvContentPartPr>
            <p14:xfrm>
              <a:off x="4941180" y="3859928"/>
              <a:ext cx="109080" cy="576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AD0246FE-80BF-2D7D-0A52-33082EF06F1D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4932180" y="3850928"/>
                <a:ext cx="126720" cy="2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Group 154">
            <a:extLst>
              <a:ext uri="{FF2B5EF4-FFF2-40B4-BE49-F238E27FC236}">
                <a16:creationId xmlns:a16="http://schemas.microsoft.com/office/drawing/2014/main" id="{B1A4F780-01AE-0689-81DE-1CDE88CACF99}"/>
              </a:ext>
            </a:extLst>
          </p:cNvPr>
          <p:cNvGrpSpPr/>
          <p:nvPr/>
        </p:nvGrpSpPr>
        <p:grpSpPr>
          <a:xfrm>
            <a:off x="5247180" y="3630608"/>
            <a:ext cx="1512000" cy="355680"/>
            <a:chOff x="5247180" y="3630608"/>
            <a:chExt cx="1512000" cy="35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B1C885B-8205-7B6F-7445-787852DAA062}"/>
                    </a:ext>
                  </a:extLst>
                </p14:cNvPr>
                <p14:cNvContentPartPr/>
                <p14:nvPr/>
              </p14:nvContentPartPr>
              <p14:xfrm>
                <a:off x="5247180" y="3829328"/>
                <a:ext cx="245520" cy="1245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B1C885B-8205-7B6F-7445-787852DAA06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238540" y="3820328"/>
                  <a:ext cx="2631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57F3A2A-AF46-F3A3-41D2-8ADE517F4663}"/>
                    </a:ext>
                  </a:extLst>
                </p14:cNvPr>
                <p14:cNvContentPartPr/>
                <p14:nvPr/>
              </p14:nvContentPartPr>
              <p14:xfrm>
                <a:off x="5573340" y="3693248"/>
                <a:ext cx="178200" cy="29304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57F3A2A-AF46-F3A3-41D2-8ADE517F466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564340" y="3684248"/>
                  <a:ext cx="19584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91BCA7B-4647-77F1-A5DC-DD063CD01D44}"/>
                    </a:ext>
                  </a:extLst>
                </p14:cNvPr>
                <p14:cNvContentPartPr/>
                <p14:nvPr/>
              </p14:nvContentPartPr>
              <p14:xfrm>
                <a:off x="5836860" y="3768128"/>
                <a:ext cx="33480" cy="198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91BCA7B-4647-77F1-A5DC-DD063CD01D4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827860" y="3759488"/>
                  <a:ext cx="511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EE81113-269E-F69B-46D5-9E2E32CD4A4D}"/>
                    </a:ext>
                  </a:extLst>
                </p14:cNvPr>
                <p14:cNvContentPartPr/>
                <p14:nvPr/>
              </p14:nvContentPartPr>
              <p14:xfrm>
                <a:off x="5860260" y="3865328"/>
                <a:ext cx="35280" cy="2412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EE81113-269E-F69B-46D5-9E2E32CD4A4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851620" y="3856328"/>
                  <a:ext cx="529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A5CCD854-41FC-CB55-EFDF-1B9C79681B13}"/>
                    </a:ext>
                  </a:extLst>
                </p14:cNvPr>
                <p14:cNvContentPartPr/>
                <p14:nvPr/>
              </p14:nvContentPartPr>
              <p14:xfrm>
                <a:off x="6059340" y="3740768"/>
                <a:ext cx="36360" cy="4968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A5CCD854-41FC-CB55-EFDF-1B9C79681B1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050700" y="3732128"/>
                  <a:ext cx="540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B23F314-EFCC-D9B1-3B79-243D8EE9F802}"/>
                    </a:ext>
                  </a:extLst>
                </p14:cNvPr>
                <p14:cNvContentPartPr/>
                <p14:nvPr/>
              </p14:nvContentPartPr>
              <p14:xfrm>
                <a:off x="6070860" y="3867848"/>
                <a:ext cx="48240" cy="284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B23F314-EFCC-D9B1-3B79-243D8EE9F80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061860" y="3858848"/>
                  <a:ext cx="658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008DC56-2F3A-CC3A-46AF-04D9E0ADB8A4}"/>
                    </a:ext>
                  </a:extLst>
                </p14:cNvPr>
                <p14:cNvContentPartPr/>
                <p14:nvPr/>
              </p14:nvContentPartPr>
              <p14:xfrm>
                <a:off x="6283260" y="3802688"/>
                <a:ext cx="128160" cy="115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9008DC56-2F3A-CC3A-46AF-04D9E0ADB8A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274620" y="3794048"/>
                  <a:ext cx="1458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606BE9E-54AD-10D4-7492-2C825BAC5EA1}"/>
                    </a:ext>
                  </a:extLst>
                </p14:cNvPr>
                <p14:cNvContentPartPr/>
                <p14:nvPr/>
              </p14:nvContentPartPr>
              <p14:xfrm>
                <a:off x="6512580" y="3719888"/>
                <a:ext cx="63000" cy="1321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606BE9E-54AD-10D4-7492-2C825BAC5EA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503580" y="3710888"/>
                  <a:ext cx="806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0B74696-9CAD-5B1B-002B-E0B5E6D73CC9}"/>
                    </a:ext>
                  </a:extLst>
                </p14:cNvPr>
                <p14:cNvContentPartPr/>
                <p14:nvPr/>
              </p14:nvContentPartPr>
              <p14:xfrm>
                <a:off x="6566940" y="3630608"/>
                <a:ext cx="192240" cy="2725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0B74696-9CAD-5B1B-002B-E0B5E6D73CC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557940" y="3621968"/>
                  <a:ext cx="209880" cy="29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575B316B-C8DD-BD7E-ED9B-BF998AF28413}"/>
              </a:ext>
            </a:extLst>
          </p:cNvPr>
          <p:cNvGrpSpPr/>
          <p:nvPr/>
        </p:nvGrpSpPr>
        <p:grpSpPr>
          <a:xfrm>
            <a:off x="7412580" y="1431368"/>
            <a:ext cx="3460320" cy="859680"/>
            <a:chOff x="7412580" y="1431368"/>
            <a:chExt cx="3460320" cy="85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04EC5B0-0CFA-1E04-18E7-4D57623D92AE}"/>
                    </a:ext>
                  </a:extLst>
                </p14:cNvPr>
                <p14:cNvContentPartPr/>
                <p14:nvPr/>
              </p14:nvContentPartPr>
              <p14:xfrm>
                <a:off x="7460460" y="1974248"/>
                <a:ext cx="566280" cy="111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04EC5B0-0CFA-1E04-18E7-4D57623D92AE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451460" y="1965248"/>
                  <a:ext cx="5839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991F1E63-39B9-D229-4308-06F62B1725FB}"/>
                    </a:ext>
                  </a:extLst>
                </p14:cNvPr>
                <p14:cNvContentPartPr/>
                <p14:nvPr/>
              </p14:nvContentPartPr>
              <p14:xfrm>
                <a:off x="7412580" y="1663568"/>
                <a:ext cx="106200" cy="1126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991F1E63-39B9-D229-4308-06F62B1725F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403940" y="1654568"/>
                  <a:ext cx="1238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AFFB44C-F134-3DB9-BD64-637EBB755F64}"/>
                    </a:ext>
                  </a:extLst>
                </p14:cNvPr>
                <p14:cNvContentPartPr/>
                <p14:nvPr/>
              </p14:nvContentPartPr>
              <p14:xfrm>
                <a:off x="7642620" y="1555568"/>
                <a:ext cx="105480" cy="2070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AFFB44C-F134-3DB9-BD64-637EBB755F6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633980" y="1546568"/>
                  <a:ext cx="1231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0A84F13-CCA5-CE9E-9933-52E864C09385}"/>
                    </a:ext>
                  </a:extLst>
                </p14:cNvPr>
                <p14:cNvContentPartPr/>
                <p14:nvPr/>
              </p14:nvContentPartPr>
              <p14:xfrm>
                <a:off x="7746300" y="1661408"/>
                <a:ext cx="160920" cy="712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0A84F13-CCA5-CE9E-9933-52E864C0938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737300" y="1652408"/>
                  <a:ext cx="1785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A51B77B-F1AC-CFD5-87D9-5E104D31413C}"/>
                    </a:ext>
                  </a:extLst>
                </p14:cNvPr>
                <p14:cNvContentPartPr/>
                <p14:nvPr/>
              </p14:nvContentPartPr>
              <p14:xfrm>
                <a:off x="7876260" y="1529648"/>
                <a:ext cx="165960" cy="2419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A51B77B-F1AC-CFD5-87D9-5E104D31413C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867260" y="1520648"/>
                  <a:ext cx="1836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95D43DA2-4A94-FC48-184F-F2C1A073EB72}"/>
                    </a:ext>
                  </a:extLst>
                </p14:cNvPr>
                <p14:cNvContentPartPr/>
                <p14:nvPr/>
              </p14:nvContentPartPr>
              <p14:xfrm>
                <a:off x="8001180" y="1967408"/>
                <a:ext cx="387720" cy="133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95D43DA2-4A94-FC48-184F-F2C1A073EB7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992540" y="1958768"/>
                  <a:ext cx="4053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827BEFA-A6C8-CB24-8E43-56E1913F67D3}"/>
                    </a:ext>
                  </a:extLst>
                </p14:cNvPr>
                <p14:cNvContentPartPr/>
                <p14:nvPr/>
              </p14:nvContentPartPr>
              <p14:xfrm>
                <a:off x="8198100" y="1974248"/>
                <a:ext cx="177120" cy="3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827BEFA-A6C8-CB24-8E43-56E1913F67D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189460" y="1965248"/>
                  <a:ext cx="194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78110C6-B03A-AC84-7941-212EF01E01DA}"/>
                    </a:ext>
                  </a:extLst>
                </p14:cNvPr>
                <p14:cNvContentPartPr/>
                <p14:nvPr/>
              </p14:nvContentPartPr>
              <p14:xfrm>
                <a:off x="8390340" y="1984328"/>
                <a:ext cx="1080" cy="3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78110C6-B03A-AC84-7941-212EF01E01D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381700" y="1975688"/>
                  <a:ext cx="18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55E5458-FF74-3882-6877-8054D178E7F8}"/>
                    </a:ext>
                  </a:extLst>
                </p14:cNvPr>
                <p14:cNvContentPartPr/>
                <p14:nvPr/>
              </p14:nvContentPartPr>
              <p14:xfrm>
                <a:off x="8418780" y="1706768"/>
                <a:ext cx="46440" cy="51768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55E5458-FF74-3882-6877-8054D178E7F8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409780" y="1698128"/>
                  <a:ext cx="64080" cy="5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BCBD0E4-AE97-C329-EFDD-330703AF7DF4}"/>
                    </a:ext>
                  </a:extLst>
                </p14:cNvPr>
                <p14:cNvContentPartPr/>
                <p14:nvPr/>
              </p14:nvContentPartPr>
              <p14:xfrm>
                <a:off x="8282340" y="1888568"/>
                <a:ext cx="122400" cy="14616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BCBD0E4-AE97-C329-EFDD-330703AF7DF4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273700" y="1879928"/>
                  <a:ext cx="1400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FF93EADA-C58E-2759-6D12-F1999124E023}"/>
                    </a:ext>
                  </a:extLst>
                </p14:cNvPr>
                <p14:cNvContentPartPr/>
                <p14:nvPr/>
              </p14:nvContentPartPr>
              <p14:xfrm>
                <a:off x="8415900" y="1568528"/>
                <a:ext cx="1038240" cy="475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FF93EADA-C58E-2759-6D12-F1999124E023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406900" y="1559528"/>
                  <a:ext cx="10558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6043623-268A-E80C-6C4C-50D2ECA54A1D}"/>
                    </a:ext>
                  </a:extLst>
                </p14:cNvPr>
                <p14:cNvContentPartPr/>
                <p14:nvPr/>
              </p14:nvContentPartPr>
              <p14:xfrm>
                <a:off x="9440100" y="1584368"/>
                <a:ext cx="90720" cy="6224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76043623-268A-E80C-6C4C-50D2ECA54A1D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9431100" y="1575728"/>
                  <a:ext cx="108360" cy="64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8A8E450-5CAE-E91B-37D6-D0BEE89E44CD}"/>
                    </a:ext>
                  </a:extLst>
                </p14:cNvPr>
                <p14:cNvContentPartPr/>
                <p14:nvPr/>
              </p14:nvContentPartPr>
              <p14:xfrm>
                <a:off x="8400780" y="2265128"/>
                <a:ext cx="1049760" cy="259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8A8E450-5CAE-E91B-37D6-D0BEE89E44CD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392140" y="2256128"/>
                  <a:ext cx="10674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850566E-583F-F25C-6A85-20523E09098B}"/>
                    </a:ext>
                  </a:extLst>
                </p14:cNvPr>
                <p14:cNvContentPartPr/>
                <p14:nvPr/>
              </p14:nvContentPartPr>
              <p14:xfrm>
                <a:off x="8581500" y="1846088"/>
                <a:ext cx="89640" cy="23148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850566E-583F-F25C-6A85-20523E09098B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8572860" y="1837088"/>
                  <a:ext cx="1072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FFE91CD-E1E4-AF5C-A1E9-55027D3472DB}"/>
                    </a:ext>
                  </a:extLst>
                </p14:cNvPr>
                <p14:cNvContentPartPr/>
                <p14:nvPr/>
              </p14:nvContentPartPr>
              <p14:xfrm>
                <a:off x="8650260" y="1959488"/>
                <a:ext cx="70200" cy="306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FFE91CD-E1E4-AF5C-A1E9-55027D3472DB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8641260" y="1950848"/>
                  <a:ext cx="878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7307A0F0-D5D5-F6A6-DC32-C323D5188288}"/>
                    </a:ext>
                  </a:extLst>
                </p14:cNvPr>
                <p14:cNvContentPartPr/>
                <p14:nvPr/>
              </p14:nvContentPartPr>
              <p14:xfrm>
                <a:off x="8671140" y="1870208"/>
                <a:ext cx="96840" cy="1612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7307A0F0-D5D5-F6A6-DC32-C323D5188288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8662140" y="1861208"/>
                  <a:ext cx="1144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09421C4-E863-11B9-D024-64C4CA90EACD}"/>
                    </a:ext>
                  </a:extLst>
                </p14:cNvPr>
                <p14:cNvContentPartPr/>
                <p14:nvPr/>
              </p14:nvContentPartPr>
              <p14:xfrm>
                <a:off x="8817300" y="1809368"/>
                <a:ext cx="88560" cy="2912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09421C4-E863-11B9-D024-64C4CA90EACD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8808300" y="1800728"/>
                  <a:ext cx="10620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8A6E919-6459-421B-2F26-9F1F44229020}"/>
                    </a:ext>
                  </a:extLst>
                </p14:cNvPr>
                <p14:cNvContentPartPr/>
                <p14:nvPr/>
              </p14:nvContentPartPr>
              <p14:xfrm>
                <a:off x="8914860" y="1953008"/>
                <a:ext cx="129240" cy="1004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8A6E919-6459-421B-2F26-9F1F44229020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905860" y="1944008"/>
                  <a:ext cx="1468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C26B4FF-4E62-3924-4212-F387E5F08DA5}"/>
                    </a:ext>
                  </a:extLst>
                </p14:cNvPr>
                <p14:cNvContentPartPr/>
                <p14:nvPr/>
              </p14:nvContentPartPr>
              <p14:xfrm>
                <a:off x="9024300" y="1833848"/>
                <a:ext cx="84600" cy="1875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C26B4FF-4E62-3924-4212-F387E5F08DA5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9015660" y="1824848"/>
                  <a:ext cx="1022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7F333390-1EA5-6636-B294-4B9937CB849B}"/>
                    </a:ext>
                  </a:extLst>
                </p14:cNvPr>
                <p14:cNvContentPartPr/>
                <p14:nvPr/>
              </p14:nvContentPartPr>
              <p14:xfrm>
                <a:off x="8982900" y="1713968"/>
                <a:ext cx="23760" cy="162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7F333390-1EA5-6636-B294-4B9937CB849B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8973900" y="1704968"/>
                  <a:ext cx="41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3A43D0A-32CD-2F91-3303-C5E84911065F}"/>
                    </a:ext>
                  </a:extLst>
                </p14:cNvPr>
                <p14:cNvContentPartPr/>
                <p14:nvPr/>
              </p14:nvContentPartPr>
              <p14:xfrm>
                <a:off x="9081540" y="1782368"/>
                <a:ext cx="194040" cy="633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3A43D0A-32CD-2F91-3303-C5E84911065F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9072540" y="1773728"/>
                  <a:ext cx="2116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A812930-4F30-2D60-D4A6-9F33DE2A38B2}"/>
                    </a:ext>
                  </a:extLst>
                </p14:cNvPr>
                <p14:cNvContentPartPr/>
                <p14:nvPr/>
              </p14:nvContentPartPr>
              <p14:xfrm>
                <a:off x="9284220" y="1750688"/>
                <a:ext cx="110160" cy="26820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A812930-4F30-2D60-D4A6-9F33DE2A38B2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9275220" y="1741688"/>
                  <a:ext cx="12780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904C8F35-D30E-143D-CF61-3B96226FA58E}"/>
                    </a:ext>
                  </a:extLst>
                </p14:cNvPr>
                <p14:cNvContentPartPr/>
                <p14:nvPr/>
              </p14:nvContentPartPr>
              <p14:xfrm>
                <a:off x="9498780" y="1860848"/>
                <a:ext cx="874080" cy="1288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904C8F35-D30E-143D-CF61-3B96226FA58E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9489780" y="1851848"/>
                  <a:ext cx="8917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D3133E1A-FD1E-CBFB-DC11-4AEB70117051}"/>
                    </a:ext>
                  </a:extLst>
                </p14:cNvPr>
                <p14:cNvContentPartPr/>
                <p14:nvPr/>
              </p14:nvContentPartPr>
              <p14:xfrm>
                <a:off x="10147500" y="1590488"/>
                <a:ext cx="216720" cy="2030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D3133E1A-FD1E-CBFB-DC11-4AEB70117051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0138860" y="1581848"/>
                  <a:ext cx="2343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06C1FA0-B503-F4C5-69C4-BE54864FA591}"/>
                    </a:ext>
                  </a:extLst>
                </p14:cNvPr>
                <p14:cNvContentPartPr/>
                <p14:nvPr/>
              </p14:nvContentPartPr>
              <p14:xfrm>
                <a:off x="10385100" y="1448648"/>
                <a:ext cx="166320" cy="2779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06C1FA0-B503-F4C5-69C4-BE54864FA591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0376460" y="1439648"/>
                  <a:ext cx="1839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0D70742-9869-0DCF-49C2-958FDA7E07D5}"/>
                    </a:ext>
                  </a:extLst>
                </p14:cNvPr>
                <p14:cNvContentPartPr/>
                <p14:nvPr/>
              </p14:nvContentPartPr>
              <p14:xfrm>
                <a:off x="10560780" y="1593728"/>
                <a:ext cx="167760" cy="579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0D70742-9869-0DCF-49C2-958FDA7E07D5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0551780" y="1585088"/>
                  <a:ext cx="1854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21E1CC6-0CBE-1FA5-4291-820EA1E1AF90}"/>
                    </a:ext>
                  </a:extLst>
                </p14:cNvPr>
                <p14:cNvContentPartPr/>
                <p14:nvPr/>
              </p14:nvContentPartPr>
              <p14:xfrm>
                <a:off x="10697220" y="1431368"/>
                <a:ext cx="175680" cy="3376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21E1CC6-0CBE-1FA5-4291-820EA1E1AF90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0688580" y="1422728"/>
                  <a:ext cx="193320" cy="35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39D90044-0385-EA9D-483F-BA475321641A}"/>
              </a:ext>
            </a:extLst>
          </p:cNvPr>
          <p:cNvGrpSpPr/>
          <p:nvPr/>
        </p:nvGrpSpPr>
        <p:grpSpPr>
          <a:xfrm>
            <a:off x="8279820" y="2774168"/>
            <a:ext cx="2660040" cy="424440"/>
            <a:chOff x="8279820" y="2774168"/>
            <a:chExt cx="2660040" cy="42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9812CFEB-E690-96FF-097E-F333AF8DAE61}"/>
                    </a:ext>
                  </a:extLst>
                </p14:cNvPr>
                <p14:cNvContentPartPr/>
                <p14:nvPr/>
              </p14:nvContentPartPr>
              <p14:xfrm>
                <a:off x="8279820" y="2934368"/>
                <a:ext cx="215640" cy="2642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9812CFEB-E690-96FF-097E-F333AF8DAE61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270820" y="2925728"/>
                  <a:ext cx="2332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CFE5DE9-D401-B2EA-F817-C7A32AF60D76}"/>
                    </a:ext>
                  </a:extLst>
                </p14:cNvPr>
                <p14:cNvContentPartPr/>
                <p14:nvPr/>
              </p14:nvContentPartPr>
              <p14:xfrm>
                <a:off x="8467380" y="2825648"/>
                <a:ext cx="179280" cy="25668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CFE5DE9-D401-B2EA-F817-C7A32AF60D76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8458740" y="2817008"/>
                  <a:ext cx="1969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9A1E745-EA3B-3626-C562-4DD0D18029C1}"/>
                    </a:ext>
                  </a:extLst>
                </p14:cNvPr>
                <p14:cNvContentPartPr/>
                <p14:nvPr/>
              </p14:nvContentPartPr>
              <p14:xfrm>
                <a:off x="8633700" y="2958488"/>
                <a:ext cx="156960" cy="658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9A1E745-EA3B-3626-C562-4DD0D18029C1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8625060" y="2949848"/>
                  <a:ext cx="1746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60C06A5-0597-8A16-510B-09BC09C0F929}"/>
                    </a:ext>
                  </a:extLst>
                </p14:cNvPr>
                <p14:cNvContentPartPr/>
                <p14:nvPr/>
              </p14:nvContentPartPr>
              <p14:xfrm>
                <a:off x="8785260" y="2834288"/>
                <a:ext cx="127800" cy="2422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60C06A5-0597-8A16-510B-09BC09C0F929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8776620" y="2825288"/>
                  <a:ext cx="1454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C2F01E95-4087-0166-1D81-6009BA537109}"/>
                    </a:ext>
                  </a:extLst>
                </p14:cNvPr>
                <p14:cNvContentPartPr/>
                <p14:nvPr/>
              </p14:nvContentPartPr>
              <p14:xfrm>
                <a:off x="9108180" y="3018248"/>
                <a:ext cx="119160" cy="162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C2F01E95-4087-0166-1D81-6009BA537109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9099180" y="3009608"/>
                  <a:ext cx="1368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79D4D70-B59F-9D85-2F98-2254ABB6ADA0}"/>
                    </a:ext>
                  </a:extLst>
                </p14:cNvPr>
                <p14:cNvContentPartPr/>
                <p14:nvPr/>
              </p14:nvContentPartPr>
              <p14:xfrm>
                <a:off x="9059580" y="2967488"/>
                <a:ext cx="167760" cy="201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79D4D70-B59F-9D85-2F98-2254ABB6ADA0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9050940" y="2958488"/>
                  <a:ext cx="1854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91CE5025-FD50-1A61-30CB-484C4A8F89B9}"/>
                    </a:ext>
                  </a:extLst>
                </p14:cNvPr>
                <p14:cNvContentPartPr/>
                <p14:nvPr/>
              </p14:nvContentPartPr>
              <p14:xfrm>
                <a:off x="9382140" y="2925008"/>
                <a:ext cx="110520" cy="1234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91CE5025-FD50-1A61-30CB-484C4A8F89B9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9373140" y="2916008"/>
                  <a:ext cx="1281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E663B185-8970-9F5A-68E3-4E48E49611F3}"/>
                    </a:ext>
                  </a:extLst>
                </p14:cNvPr>
                <p14:cNvContentPartPr/>
                <p14:nvPr/>
              </p14:nvContentPartPr>
              <p14:xfrm>
                <a:off x="9592020" y="2807288"/>
                <a:ext cx="133560" cy="2653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E663B185-8970-9F5A-68E3-4E48E49611F3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9583020" y="2798288"/>
                  <a:ext cx="1512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E783AB0-6AEC-BBE2-8BEE-417D635A9DDE}"/>
                    </a:ext>
                  </a:extLst>
                </p14:cNvPr>
                <p14:cNvContentPartPr/>
                <p14:nvPr/>
              </p14:nvContentPartPr>
              <p14:xfrm>
                <a:off x="9725580" y="2935088"/>
                <a:ext cx="157680" cy="752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E783AB0-6AEC-BBE2-8BEE-417D635A9DDE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716940" y="2926448"/>
                  <a:ext cx="1753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408E2BB-8285-C726-51E4-77C7F05CC207}"/>
                    </a:ext>
                  </a:extLst>
                </p14:cNvPr>
                <p14:cNvContentPartPr/>
                <p14:nvPr/>
              </p14:nvContentPartPr>
              <p14:xfrm>
                <a:off x="9845100" y="2808728"/>
                <a:ext cx="191880" cy="27288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408E2BB-8285-C726-51E4-77C7F05CC207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9836460" y="2799728"/>
                  <a:ext cx="2095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BDD08FB5-8E46-AEE0-CB51-14BB6045ACCF}"/>
                    </a:ext>
                  </a:extLst>
                </p14:cNvPr>
                <p14:cNvContentPartPr/>
                <p14:nvPr/>
              </p14:nvContentPartPr>
              <p14:xfrm>
                <a:off x="10135980" y="2909168"/>
                <a:ext cx="109800" cy="7848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BDD08FB5-8E46-AEE0-CB51-14BB6045ACCF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0127340" y="2900528"/>
                  <a:ext cx="1274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C89CC7F-1B71-4BE2-EBC9-82DC7A88C962}"/>
                    </a:ext>
                  </a:extLst>
                </p14:cNvPr>
                <p14:cNvContentPartPr/>
                <p14:nvPr/>
              </p14:nvContentPartPr>
              <p14:xfrm>
                <a:off x="10181700" y="2904128"/>
                <a:ext cx="43200" cy="885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C89CC7F-1B71-4BE2-EBC9-82DC7A88C962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0172700" y="2895128"/>
                  <a:ext cx="608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5D505504-E6F2-E191-685C-5751FB07EBC4}"/>
                    </a:ext>
                  </a:extLst>
                </p14:cNvPr>
                <p14:cNvContentPartPr/>
                <p14:nvPr/>
              </p14:nvContentPartPr>
              <p14:xfrm>
                <a:off x="10162260" y="2935088"/>
                <a:ext cx="104040" cy="165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5D505504-E6F2-E191-685C-5751FB07EBC4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0153620" y="2926448"/>
                  <a:ext cx="1216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0BD103D-AB05-4936-BA54-207E4702AE44}"/>
                    </a:ext>
                  </a:extLst>
                </p14:cNvPr>
                <p14:cNvContentPartPr/>
                <p14:nvPr/>
              </p14:nvContentPartPr>
              <p14:xfrm>
                <a:off x="10307700" y="2800088"/>
                <a:ext cx="207000" cy="20808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0BD103D-AB05-4936-BA54-207E4702AE44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0298700" y="2791448"/>
                  <a:ext cx="2246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6BE4FBED-5622-426D-90DF-6B83CF421CDD}"/>
                    </a:ext>
                  </a:extLst>
                </p14:cNvPr>
                <p14:cNvContentPartPr/>
                <p14:nvPr/>
              </p14:nvContentPartPr>
              <p14:xfrm>
                <a:off x="10535220" y="2798288"/>
                <a:ext cx="146160" cy="2422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6BE4FBED-5622-426D-90DF-6B83CF421CDD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0526580" y="2789288"/>
                  <a:ext cx="1638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8E369D7F-C5C5-EBD9-9357-25A27246C72A}"/>
                    </a:ext>
                  </a:extLst>
                </p14:cNvPr>
                <p14:cNvContentPartPr/>
                <p14:nvPr/>
              </p14:nvContentPartPr>
              <p14:xfrm>
                <a:off x="10702620" y="2930048"/>
                <a:ext cx="126720" cy="442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8E369D7F-C5C5-EBD9-9357-25A27246C72A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0693620" y="2921048"/>
                  <a:ext cx="1443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A313BEE-2714-3F17-4AF5-06F573F233B6}"/>
                    </a:ext>
                  </a:extLst>
                </p14:cNvPr>
                <p14:cNvContentPartPr/>
                <p14:nvPr/>
              </p14:nvContentPartPr>
              <p14:xfrm>
                <a:off x="10801260" y="2774168"/>
                <a:ext cx="138600" cy="2275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A313BEE-2714-3F17-4AF5-06F573F233B6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0792260" y="2765528"/>
                  <a:ext cx="15624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CCB67AF2-705C-438F-28BA-8B6CB6C8A5AC}"/>
              </a:ext>
            </a:extLst>
          </p:cNvPr>
          <p:cNvGrpSpPr/>
          <p:nvPr/>
        </p:nvGrpSpPr>
        <p:grpSpPr>
          <a:xfrm>
            <a:off x="8044740" y="3300128"/>
            <a:ext cx="3396600" cy="482760"/>
            <a:chOff x="8044740" y="3300128"/>
            <a:chExt cx="3396600" cy="48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3F924B17-C47E-E980-504F-6B48557B2891}"/>
                    </a:ext>
                  </a:extLst>
                </p14:cNvPr>
                <p14:cNvContentPartPr/>
                <p14:nvPr/>
              </p14:nvContentPartPr>
              <p14:xfrm>
                <a:off x="8044740" y="3501728"/>
                <a:ext cx="159120" cy="10404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3F924B17-C47E-E980-504F-6B48557B2891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8036100" y="3492728"/>
                  <a:ext cx="1767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6F851784-36F9-A343-C92A-E3E06341F9A2}"/>
                    </a:ext>
                  </a:extLst>
                </p14:cNvPr>
                <p14:cNvContentPartPr/>
                <p14:nvPr/>
              </p14:nvContentPartPr>
              <p14:xfrm>
                <a:off x="8184780" y="3507128"/>
                <a:ext cx="102240" cy="2563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6F851784-36F9-A343-C92A-E3E06341F9A2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8176140" y="3498128"/>
                  <a:ext cx="1198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D7C00E20-4F59-67C3-EDB4-EC846245AC63}"/>
                    </a:ext>
                  </a:extLst>
                </p14:cNvPr>
                <p14:cNvContentPartPr/>
                <p14:nvPr/>
              </p14:nvContentPartPr>
              <p14:xfrm>
                <a:off x="8317620" y="3511448"/>
                <a:ext cx="104040" cy="20952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D7C00E20-4F59-67C3-EDB4-EC846245AC63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8308620" y="3502448"/>
                  <a:ext cx="1216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C77A9F6-BA07-80F2-0645-42B6251BC75E}"/>
                    </a:ext>
                  </a:extLst>
                </p14:cNvPr>
                <p14:cNvContentPartPr/>
                <p14:nvPr/>
              </p14:nvContentPartPr>
              <p14:xfrm>
                <a:off x="8452260" y="3631688"/>
                <a:ext cx="133920" cy="936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EC77A9F6-BA07-80F2-0645-42B6251BC75E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8443620" y="3622688"/>
                  <a:ext cx="1515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813AFC5F-BDE2-3286-2EC7-26DF5827E13B}"/>
                    </a:ext>
                  </a:extLst>
                </p14:cNvPr>
                <p14:cNvContentPartPr/>
                <p14:nvPr/>
              </p14:nvContentPartPr>
              <p14:xfrm>
                <a:off x="8593020" y="3532688"/>
                <a:ext cx="52920" cy="1807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813AFC5F-BDE2-3286-2EC7-26DF5827E13B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8584380" y="3524048"/>
                  <a:ext cx="705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D0892B6-C00A-00C4-E957-5F361C364B2B}"/>
                    </a:ext>
                  </a:extLst>
                </p14:cNvPr>
                <p14:cNvContentPartPr/>
                <p14:nvPr/>
              </p14:nvContentPartPr>
              <p14:xfrm>
                <a:off x="8560620" y="3406328"/>
                <a:ext cx="22680" cy="72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D0892B6-C00A-00C4-E957-5F361C364B2B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8551620" y="3397328"/>
                  <a:ext cx="403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261AB28-1BA7-D8C4-94AE-4C5F0806FD84}"/>
                    </a:ext>
                  </a:extLst>
                </p14:cNvPr>
                <p14:cNvContentPartPr/>
                <p14:nvPr/>
              </p14:nvContentPartPr>
              <p14:xfrm>
                <a:off x="8670780" y="3467528"/>
                <a:ext cx="182880" cy="9720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261AB28-1BA7-D8C4-94AE-4C5F0806FD84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8661780" y="3458528"/>
                  <a:ext cx="2005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CA09429B-5CD9-6F3E-18B0-CE65502C120C}"/>
                    </a:ext>
                  </a:extLst>
                </p14:cNvPr>
                <p14:cNvContentPartPr/>
                <p14:nvPr/>
              </p14:nvContentPartPr>
              <p14:xfrm>
                <a:off x="8894340" y="3485888"/>
                <a:ext cx="109800" cy="2970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CA09429B-5CD9-6F3E-18B0-CE65502C120C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8885700" y="3477248"/>
                  <a:ext cx="12744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ACB27590-E391-2CA5-75B8-71F84D52F82B}"/>
                    </a:ext>
                  </a:extLst>
                </p14:cNvPr>
                <p14:cNvContentPartPr/>
                <p14:nvPr/>
              </p14:nvContentPartPr>
              <p14:xfrm>
                <a:off x="9179100" y="3668408"/>
                <a:ext cx="95040" cy="50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ACB27590-E391-2CA5-75B8-71F84D52F82B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9170460" y="3659408"/>
                  <a:ext cx="1126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1D619477-AE29-5DA8-AE35-BF7A81317BC8}"/>
                    </a:ext>
                  </a:extLst>
                </p14:cNvPr>
                <p14:cNvContentPartPr/>
                <p14:nvPr/>
              </p14:nvContentPartPr>
              <p14:xfrm>
                <a:off x="9143820" y="3594248"/>
                <a:ext cx="119880" cy="219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1D619477-AE29-5DA8-AE35-BF7A81317BC8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9134820" y="3585248"/>
                  <a:ext cx="1375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626C7C31-1DB0-4EA1-2572-7EB13AC9C403}"/>
                    </a:ext>
                  </a:extLst>
                </p14:cNvPr>
                <p14:cNvContentPartPr/>
                <p14:nvPr/>
              </p14:nvContentPartPr>
              <p14:xfrm>
                <a:off x="9321300" y="3499208"/>
                <a:ext cx="161280" cy="2044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626C7C31-1DB0-4EA1-2572-7EB13AC9C403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9312660" y="3490568"/>
                  <a:ext cx="17892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A3759A1D-79AC-28A0-6697-583E60DF3A24}"/>
                    </a:ext>
                  </a:extLst>
                </p14:cNvPr>
                <p14:cNvContentPartPr/>
                <p14:nvPr/>
              </p14:nvContentPartPr>
              <p14:xfrm>
                <a:off x="9597060" y="3477608"/>
                <a:ext cx="97560" cy="2426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A3759A1D-79AC-28A0-6697-583E60DF3A24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9588060" y="3468968"/>
                  <a:ext cx="1152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D084C5FD-1676-5FA3-DCC1-3E83E659F09B}"/>
                    </a:ext>
                  </a:extLst>
                </p14:cNvPr>
                <p14:cNvContentPartPr/>
                <p14:nvPr/>
              </p14:nvContentPartPr>
              <p14:xfrm>
                <a:off x="9694260" y="3590288"/>
                <a:ext cx="135720" cy="1562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D084C5FD-1676-5FA3-DCC1-3E83E659F09B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9685260" y="3581648"/>
                  <a:ext cx="1533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ECBE2C08-B9AD-1FA9-7D5F-7A37C89DEFC4}"/>
                    </a:ext>
                  </a:extLst>
                </p14:cNvPr>
                <p14:cNvContentPartPr/>
                <p14:nvPr/>
              </p14:nvContentPartPr>
              <p14:xfrm>
                <a:off x="9808740" y="3485888"/>
                <a:ext cx="83880" cy="1616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ECBE2C08-B9AD-1FA9-7D5F-7A37C89DEFC4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9800100" y="3477248"/>
                  <a:ext cx="1015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5C30DEDE-2B79-D2EE-0139-2EE211E3F662}"/>
                    </a:ext>
                  </a:extLst>
                </p14:cNvPr>
                <p14:cNvContentPartPr/>
                <p14:nvPr/>
              </p14:nvContentPartPr>
              <p14:xfrm>
                <a:off x="9793260" y="3348008"/>
                <a:ext cx="5040" cy="136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5C30DEDE-2B79-D2EE-0139-2EE211E3F662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9784260" y="3339008"/>
                  <a:ext cx="226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2E98DD65-0F1A-8886-BF6E-D933A8D637AA}"/>
                    </a:ext>
                  </a:extLst>
                </p14:cNvPr>
                <p14:cNvContentPartPr/>
                <p14:nvPr/>
              </p14:nvContentPartPr>
              <p14:xfrm>
                <a:off x="9893700" y="3397328"/>
                <a:ext cx="170640" cy="943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2E98DD65-0F1A-8886-BF6E-D933A8D637AA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9885060" y="3388688"/>
                  <a:ext cx="1882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D8FC47BE-2165-F04A-59FF-6C6602067B9C}"/>
                    </a:ext>
                  </a:extLst>
                </p14:cNvPr>
                <p14:cNvContentPartPr/>
                <p14:nvPr/>
              </p14:nvContentPartPr>
              <p14:xfrm>
                <a:off x="10105020" y="3376808"/>
                <a:ext cx="125280" cy="3236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D8FC47BE-2165-F04A-59FF-6C6602067B9C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0096020" y="3368168"/>
                  <a:ext cx="14292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76BFA596-0190-8665-CE57-12805C8DB9C6}"/>
                    </a:ext>
                  </a:extLst>
                </p14:cNvPr>
                <p14:cNvContentPartPr/>
                <p14:nvPr/>
              </p14:nvContentPartPr>
              <p14:xfrm>
                <a:off x="10356660" y="3588128"/>
                <a:ext cx="13680" cy="32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76BFA596-0190-8665-CE57-12805C8DB9C6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0348020" y="3579488"/>
                  <a:ext cx="313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9A542537-D15C-D6B5-022E-E92DB2468D15}"/>
                    </a:ext>
                  </a:extLst>
                </p14:cNvPr>
                <p14:cNvContentPartPr/>
                <p14:nvPr/>
              </p14:nvContentPartPr>
              <p14:xfrm>
                <a:off x="10492020" y="3439088"/>
                <a:ext cx="114840" cy="2732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9A542537-D15C-D6B5-022E-E92DB2468D15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0483380" y="3430448"/>
                  <a:ext cx="13248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F4A9BD7-A72C-726B-83B1-02595192985F}"/>
                    </a:ext>
                  </a:extLst>
                </p14:cNvPr>
                <p14:cNvContentPartPr/>
                <p14:nvPr/>
              </p14:nvContentPartPr>
              <p14:xfrm>
                <a:off x="10520460" y="3453128"/>
                <a:ext cx="208440" cy="23652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F4A9BD7-A72C-726B-83B1-02595192985F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0511820" y="3444128"/>
                  <a:ext cx="2260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1292D7B7-5B4D-E827-036D-C3459E70133C}"/>
                    </a:ext>
                  </a:extLst>
                </p14:cNvPr>
                <p14:cNvContentPartPr/>
                <p14:nvPr/>
              </p14:nvContentPartPr>
              <p14:xfrm>
                <a:off x="10743300" y="3389048"/>
                <a:ext cx="104760" cy="2829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1292D7B7-5B4D-E827-036D-C3459E70133C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0734300" y="3380408"/>
                  <a:ext cx="1224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E79995FE-99F9-0976-728B-C8450148BC6F}"/>
                    </a:ext>
                  </a:extLst>
                </p14:cNvPr>
                <p14:cNvContentPartPr/>
                <p14:nvPr/>
              </p14:nvContentPartPr>
              <p14:xfrm>
                <a:off x="10848060" y="3528728"/>
                <a:ext cx="172080" cy="1551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E79995FE-99F9-0976-728B-C8450148BC6F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839060" y="3520088"/>
                  <a:ext cx="1897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1DCEA07A-9613-BD4B-A58F-2D136FE1141B}"/>
                    </a:ext>
                  </a:extLst>
                </p14:cNvPr>
                <p14:cNvContentPartPr/>
                <p14:nvPr/>
              </p14:nvContentPartPr>
              <p14:xfrm>
                <a:off x="11040300" y="3454928"/>
                <a:ext cx="86760" cy="1573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1DCEA07A-9613-BD4B-A58F-2D136FE1141B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1031300" y="3445928"/>
                  <a:ext cx="1044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DD2E838-37CF-9242-0853-912AE80C3C9B}"/>
                    </a:ext>
                  </a:extLst>
                </p14:cNvPr>
                <p14:cNvContentPartPr/>
                <p14:nvPr/>
              </p14:nvContentPartPr>
              <p14:xfrm>
                <a:off x="10983060" y="3300128"/>
                <a:ext cx="4320" cy="147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DD2E838-37CF-9242-0853-912AE80C3C9B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974060" y="3291488"/>
                  <a:ext cx="219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8E1358E6-A686-8EC2-D37C-A56302719675}"/>
                    </a:ext>
                  </a:extLst>
                </p14:cNvPr>
                <p14:cNvContentPartPr/>
                <p14:nvPr/>
              </p14:nvContentPartPr>
              <p14:xfrm>
                <a:off x="11092140" y="3361328"/>
                <a:ext cx="203760" cy="1051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8E1358E6-A686-8EC2-D37C-A56302719675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1083140" y="3352688"/>
                  <a:ext cx="2214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762E1066-3310-EFB0-7B23-D1BEE36FC2EC}"/>
                    </a:ext>
                  </a:extLst>
                </p14:cNvPr>
                <p14:cNvContentPartPr/>
                <p14:nvPr/>
              </p14:nvContentPartPr>
              <p14:xfrm>
                <a:off x="11310300" y="3319568"/>
                <a:ext cx="131040" cy="3510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762E1066-3310-EFB0-7B23-D1BEE36FC2EC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1301660" y="3310928"/>
                  <a:ext cx="148680" cy="36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E00CB267-70F6-F740-D8B9-773DDD54311B}"/>
              </a:ext>
            </a:extLst>
          </p:cNvPr>
          <p:cNvGrpSpPr/>
          <p:nvPr/>
        </p:nvGrpSpPr>
        <p:grpSpPr>
          <a:xfrm>
            <a:off x="9130500" y="4052168"/>
            <a:ext cx="2539080" cy="457200"/>
            <a:chOff x="9130500" y="4052168"/>
            <a:chExt cx="2539080" cy="45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C1F5391A-9C4F-7205-5156-F3AC919B5722}"/>
                    </a:ext>
                  </a:extLst>
                </p14:cNvPr>
                <p14:cNvContentPartPr/>
                <p14:nvPr/>
              </p14:nvContentPartPr>
              <p14:xfrm>
                <a:off x="9133020" y="4389848"/>
                <a:ext cx="131400" cy="1080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C1F5391A-9C4F-7205-5156-F3AC919B5722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9124380" y="4380848"/>
                  <a:ext cx="1490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9D161E5-B83E-8D2B-48AC-BF5582D53E22}"/>
                    </a:ext>
                  </a:extLst>
                </p14:cNvPr>
                <p14:cNvContentPartPr/>
                <p14:nvPr/>
              </p14:nvContentPartPr>
              <p14:xfrm>
                <a:off x="9130500" y="4336928"/>
                <a:ext cx="112680" cy="169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9D161E5-B83E-8D2B-48AC-BF5582D53E22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9121500" y="4328288"/>
                  <a:ext cx="1303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8D7E7D60-2844-024A-AEFE-55A472F341E3}"/>
                    </a:ext>
                  </a:extLst>
                </p14:cNvPr>
                <p14:cNvContentPartPr/>
                <p14:nvPr/>
              </p14:nvContentPartPr>
              <p14:xfrm>
                <a:off x="9424260" y="4228928"/>
                <a:ext cx="266760" cy="28044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8D7E7D60-2844-024A-AEFE-55A472F341E3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9415260" y="4220288"/>
                  <a:ext cx="28440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FF7F0C87-E750-2E24-01F8-D16EB1200294}"/>
                    </a:ext>
                  </a:extLst>
                </p14:cNvPr>
                <p14:cNvContentPartPr/>
                <p14:nvPr/>
              </p14:nvContentPartPr>
              <p14:xfrm>
                <a:off x="9756900" y="4192568"/>
                <a:ext cx="105840" cy="2901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FF7F0C87-E750-2E24-01F8-D16EB1200294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748260" y="4183568"/>
                  <a:ext cx="12348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7C6A8217-A9B1-6A7D-8C59-8BC2695ABCF1}"/>
                    </a:ext>
                  </a:extLst>
                </p14:cNvPr>
                <p14:cNvContentPartPr/>
                <p14:nvPr/>
              </p14:nvContentPartPr>
              <p14:xfrm>
                <a:off x="9865980" y="4316408"/>
                <a:ext cx="167400" cy="16308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7C6A8217-A9B1-6A7D-8C59-8BC2695ABCF1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9857340" y="4307768"/>
                  <a:ext cx="1850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6EB07840-6E0C-931C-390E-E7DCE62D5118}"/>
                    </a:ext>
                  </a:extLst>
                </p14:cNvPr>
                <p14:cNvContentPartPr/>
                <p14:nvPr/>
              </p14:nvContentPartPr>
              <p14:xfrm>
                <a:off x="10015380" y="4192568"/>
                <a:ext cx="75240" cy="1983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6EB07840-6E0C-931C-390E-E7DCE62D5118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0006380" y="4183568"/>
                  <a:ext cx="928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49650D52-7E07-7757-1956-E676407DDDCF}"/>
                    </a:ext>
                  </a:extLst>
                </p14:cNvPr>
                <p14:cNvContentPartPr/>
                <p14:nvPr/>
              </p14:nvContentPartPr>
              <p14:xfrm>
                <a:off x="9981540" y="4052168"/>
                <a:ext cx="4320" cy="1800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49650D52-7E07-7757-1956-E676407DDDCF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9972540" y="4043528"/>
                  <a:ext cx="219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7C7A7DCE-45EB-D144-0FD6-D4F24C39BE12}"/>
                    </a:ext>
                  </a:extLst>
                </p14:cNvPr>
                <p14:cNvContentPartPr/>
                <p14:nvPr/>
              </p14:nvContentPartPr>
              <p14:xfrm>
                <a:off x="10094580" y="4176368"/>
                <a:ext cx="198720" cy="489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7C7A7DCE-45EB-D144-0FD6-D4F24C39BE12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0085940" y="4167728"/>
                  <a:ext cx="2163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C62833D0-023C-E3D0-624E-9D731C53418B}"/>
                    </a:ext>
                  </a:extLst>
                </p14:cNvPr>
                <p14:cNvContentPartPr/>
                <p14:nvPr/>
              </p14:nvContentPartPr>
              <p14:xfrm>
                <a:off x="10323180" y="4109408"/>
                <a:ext cx="115200" cy="3607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C62833D0-023C-E3D0-624E-9D731C53418B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0314540" y="4100768"/>
                  <a:ext cx="13284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DCDC027F-83A7-57EF-D973-A06E14198308}"/>
                    </a:ext>
                  </a:extLst>
                </p14:cNvPr>
                <p14:cNvContentPartPr/>
                <p14:nvPr/>
              </p14:nvContentPartPr>
              <p14:xfrm>
                <a:off x="10556820" y="4228928"/>
                <a:ext cx="71640" cy="1861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DCDC027F-83A7-57EF-D973-A06E14198308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0548180" y="4219928"/>
                  <a:ext cx="892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47C880F9-D133-EC7D-BD68-ED38ADE8E053}"/>
                    </a:ext>
                  </a:extLst>
                </p14:cNvPr>
                <p14:cNvContentPartPr/>
                <p14:nvPr/>
              </p14:nvContentPartPr>
              <p14:xfrm>
                <a:off x="10609020" y="4308128"/>
                <a:ext cx="89640" cy="4608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47C880F9-D133-EC7D-BD68-ED38ADE8E053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600020" y="4299128"/>
                  <a:ext cx="1072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17BB629F-13DC-B0EA-1872-E0CD705CE28B}"/>
                    </a:ext>
                  </a:extLst>
                </p14:cNvPr>
                <p14:cNvContentPartPr/>
                <p14:nvPr/>
              </p14:nvContentPartPr>
              <p14:xfrm>
                <a:off x="10669500" y="4223888"/>
                <a:ext cx="83520" cy="20340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17BB629F-13DC-B0EA-1872-E0CD705CE28B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660860" y="4214888"/>
                  <a:ext cx="1011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CBBD4594-D9A2-1BED-2A49-5877B603E0D7}"/>
                    </a:ext>
                  </a:extLst>
                </p14:cNvPr>
                <p14:cNvContentPartPr/>
                <p14:nvPr/>
              </p14:nvContentPartPr>
              <p14:xfrm>
                <a:off x="10831860" y="4145768"/>
                <a:ext cx="145080" cy="3434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CBBD4594-D9A2-1BED-2A49-5877B603E0D7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0823220" y="4137128"/>
                  <a:ext cx="16272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D283D218-2B60-75A7-F0B8-B10D389050AE}"/>
                    </a:ext>
                  </a:extLst>
                </p14:cNvPr>
                <p14:cNvContentPartPr/>
                <p14:nvPr/>
              </p14:nvContentPartPr>
              <p14:xfrm>
                <a:off x="10962180" y="4337288"/>
                <a:ext cx="155880" cy="10548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D283D218-2B60-75A7-F0B8-B10D389050AE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0953180" y="4328288"/>
                  <a:ext cx="1735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903342E9-F0A1-E93B-ED69-AAD28073DC7B}"/>
                    </a:ext>
                  </a:extLst>
                </p14:cNvPr>
                <p14:cNvContentPartPr/>
                <p14:nvPr/>
              </p14:nvContentPartPr>
              <p14:xfrm>
                <a:off x="11052540" y="4223888"/>
                <a:ext cx="86760" cy="1620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903342E9-F0A1-E93B-ED69-AAD28073DC7B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1043540" y="4214888"/>
                  <a:ext cx="104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E6088B3D-38C9-A78B-2227-42C8B0B9ABB5}"/>
                    </a:ext>
                  </a:extLst>
                </p14:cNvPr>
                <p14:cNvContentPartPr/>
                <p14:nvPr/>
              </p14:nvContentPartPr>
              <p14:xfrm>
                <a:off x="11196900" y="4187528"/>
                <a:ext cx="64080" cy="18072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E6088B3D-38C9-A78B-2227-42C8B0B9ABB5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1187900" y="4178528"/>
                  <a:ext cx="817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C57B459C-806C-B0E0-3D2F-4EF13AEE89D9}"/>
                    </a:ext>
                  </a:extLst>
                </p14:cNvPr>
                <p14:cNvContentPartPr/>
                <p14:nvPr/>
              </p14:nvContentPartPr>
              <p14:xfrm>
                <a:off x="11180340" y="4073408"/>
                <a:ext cx="5760" cy="1332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C57B459C-806C-B0E0-3D2F-4EF13AEE89D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171340" y="4064408"/>
                  <a:ext cx="234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BFC3AAD4-E497-3F63-18A3-425A5894234A}"/>
                    </a:ext>
                  </a:extLst>
                </p14:cNvPr>
                <p14:cNvContentPartPr/>
                <p14:nvPr/>
              </p14:nvContentPartPr>
              <p14:xfrm>
                <a:off x="11291940" y="4093928"/>
                <a:ext cx="149400" cy="10944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BFC3AAD4-E497-3F63-18A3-425A5894234A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1283300" y="4084928"/>
                  <a:ext cx="1670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CC45F14B-D987-C753-4637-B4015B62BC35}"/>
                    </a:ext>
                  </a:extLst>
                </p14:cNvPr>
                <p14:cNvContentPartPr/>
                <p14:nvPr/>
              </p14:nvContentPartPr>
              <p14:xfrm>
                <a:off x="11528460" y="4062608"/>
                <a:ext cx="141120" cy="41220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CC45F14B-D987-C753-4637-B4015B62BC35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1519820" y="4053968"/>
                  <a:ext cx="158760" cy="42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1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162ABBA5-5CED-A215-CF9E-CAFAD9BBEB01}"/>
                  </a:ext>
                </a:extLst>
              </p14:cNvPr>
              <p14:cNvContentPartPr/>
              <p14:nvPr/>
            </p14:nvContentPartPr>
            <p14:xfrm>
              <a:off x="4951620" y="1069208"/>
              <a:ext cx="1013040" cy="32760"/>
            </p14:xfrm>
          </p:contentPart>
        </mc:Choice>
        <mc:Fallback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162ABBA5-5CED-A215-CF9E-CAFAD9BBEB01}"/>
                  </a:ext>
                </a:extLst>
              </p:cNvPr>
              <p:cNvPicPr/>
              <p:nvPr/>
            </p:nvPicPr>
            <p:blipFill>
              <a:blip r:embed="rId432"/>
              <a:stretch>
                <a:fillRect/>
              </a:stretch>
            </p:blipFill>
            <p:spPr>
              <a:xfrm>
                <a:off x="4942620" y="1060208"/>
                <a:ext cx="1030680" cy="5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14" name="Group 313">
            <a:extLst>
              <a:ext uri="{FF2B5EF4-FFF2-40B4-BE49-F238E27FC236}">
                <a16:creationId xmlns:a16="http://schemas.microsoft.com/office/drawing/2014/main" id="{F4BF1D48-E568-6BF4-2715-E1DAF150BD90}"/>
              </a:ext>
            </a:extLst>
          </p:cNvPr>
          <p:cNvGrpSpPr/>
          <p:nvPr/>
        </p:nvGrpSpPr>
        <p:grpSpPr>
          <a:xfrm>
            <a:off x="6909660" y="228248"/>
            <a:ext cx="3664080" cy="804960"/>
            <a:chOff x="6909660" y="228248"/>
            <a:chExt cx="3664080" cy="80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40B961EC-3D8C-C6F8-F125-1564A56553D5}"/>
                    </a:ext>
                  </a:extLst>
                </p14:cNvPr>
                <p14:cNvContentPartPr/>
                <p14:nvPr/>
              </p14:nvContentPartPr>
              <p14:xfrm>
                <a:off x="7117740" y="347768"/>
                <a:ext cx="55080" cy="1393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40B961EC-3D8C-C6F8-F125-1564A56553D5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7108740" y="339128"/>
                  <a:ext cx="727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89FC9DDA-4A06-AC94-0982-ECB747B7C6FB}"/>
                    </a:ext>
                  </a:extLst>
                </p14:cNvPr>
                <p14:cNvContentPartPr/>
                <p14:nvPr/>
              </p14:nvContentPartPr>
              <p14:xfrm>
                <a:off x="6909660" y="281168"/>
                <a:ext cx="322560" cy="1548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89FC9DDA-4A06-AC94-0982-ECB747B7C6FB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6901020" y="272528"/>
                  <a:ext cx="3402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AEF15BE7-D50C-AA8A-CEEB-5A2A75196C3B}"/>
                    </a:ext>
                  </a:extLst>
                </p14:cNvPr>
                <p14:cNvContentPartPr/>
                <p14:nvPr/>
              </p14:nvContentPartPr>
              <p14:xfrm>
                <a:off x="7241940" y="285488"/>
                <a:ext cx="301680" cy="18540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AEF15BE7-D50C-AA8A-CEEB-5A2A75196C3B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7233300" y="276848"/>
                  <a:ext cx="3193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979CA4F0-23F4-BC0E-C1EF-9B45321B51BD}"/>
                    </a:ext>
                  </a:extLst>
                </p14:cNvPr>
                <p14:cNvContentPartPr/>
                <p14:nvPr/>
              </p14:nvContentPartPr>
              <p14:xfrm>
                <a:off x="7450020" y="282248"/>
                <a:ext cx="360" cy="2268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979CA4F0-23F4-BC0E-C1EF-9B45321B51BD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7441380" y="273248"/>
                  <a:ext cx="180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0659411D-797E-F235-866E-658ADD7BCF79}"/>
                    </a:ext>
                  </a:extLst>
                </p14:cNvPr>
                <p14:cNvContentPartPr/>
                <p14:nvPr/>
              </p14:nvContentPartPr>
              <p14:xfrm>
                <a:off x="7537860" y="347768"/>
                <a:ext cx="173880" cy="13140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0659411D-797E-F235-866E-658ADD7BCF79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7529220" y="339128"/>
                  <a:ext cx="1915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7AAE8825-3FD1-B9B8-FC9E-A7F16CB21298}"/>
                    </a:ext>
                  </a:extLst>
                </p14:cNvPr>
                <p14:cNvContentPartPr/>
                <p14:nvPr/>
              </p14:nvContentPartPr>
              <p14:xfrm>
                <a:off x="7920900" y="419408"/>
                <a:ext cx="27360" cy="3960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7AAE8825-3FD1-B9B8-FC9E-A7F16CB21298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7911900" y="410768"/>
                  <a:ext cx="450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AD205D8F-E0C4-18B0-D252-46F701E6E8A2}"/>
                    </a:ext>
                  </a:extLst>
                </p14:cNvPr>
                <p14:cNvContentPartPr/>
                <p14:nvPr/>
              </p14:nvContentPartPr>
              <p14:xfrm>
                <a:off x="7870860" y="297728"/>
                <a:ext cx="21600" cy="2592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AD205D8F-E0C4-18B0-D252-46F701E6E8A2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7862220" y="289088"/>
                  <a:ext cx="392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8C5DBCFF-D022-0CB2-85BF-4E9C36323C6A}"/>
                    </a:ext>
                  </a:extLst>
                </p14:cNvPr>
                <p14:cNvContentPartPr/>
                <p14:nvPr/>
              </p14:nvContentPartPr>
              <p14:xfrm>
                <a:off x="7981740" y="349568"/>
                <a:ext cx="139320" cy="14544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8C5DBCFF-D022-0CB2-85BF-4E9C36323C6A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7973100" y="340928"/>
                  <a:ext cx="1569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8924C225-0415-63F6-884C-865F667E3DB9}"/>
                    </a:ext>
                  </a:extLst>
                </p14:cNvPr>
                <p14:cNvContentPartPr/>
                <p14:nvPr/>
              </p14:nvContentPartPr>
              <p14:xfrm>
                <a:off x="8414460" y="331208"/>
                <a:ext cx="221400" cy="14652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8924C225-0415-63F6-884C-865F667E3DB9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8405820" y="322208"/>
                  <a:ext cx="2390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040FDBD6-C73F-0AA6-8187-686544FB38AD}"/>
                    </a:ext>
                  </a:extLst>
                </p14:cNvPr>
                <p14:cNvContentPartPr/>
                <p14:nvPr/>
              </p14:nvContentPartPr>
              <p14:xfrm>
                <a:off x="8655300" y="228248"/>
                <a:ext cx="219600" cy="24264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040FDBD6-C73F-0AA6-8187-686544FB38AD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8646660" y="219608"/>
                  <a:ext cx="2372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CA9B6216-B744-F5E8-A103-3839367FF76A}"/>
                    </a:ext>
                  </a:extLst>
                </p14:cNvPr>
                <p14:cNvContentPartPr/>
                <p14:nvPr/>
              </p14:nvContentPartPr>
              <p14:xfrm>
                <a:off x="8922420" y="363608"/>
                <a:ext cx="87840" cy="8820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CA9B6216-B744-F5E8-A103-3839367FF76A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8913420" y="354608"/>
                  <a:ext cx="1054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2576325E-F8FA-63F4-8D0C-AA3F4F929F15}"/>
                    </a:ext>
                  </a:extLst>
                </p14:cNvPr>
                <p14:cNvContentPartPr/>
                <p14:nvPr/>
              </p14:nvContentPartPr>
              <p14:xfrm>
                <a:off x="9071100" y="228248"/>
                <a:ext cx="76680" cy="25020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2576325E-F8FA-63F4-8D0C-AA3F4F929F15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9062100" y="219608"/>
                  <a:ext cx="943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BB0F5A7D-25B0-2E9D-84F2-09594FA37632}"/>
                    </a:ext>
                  </a:extLst>
                </p14:cNvPr>
                <p14:cNvContentPartPr/>
                <p14:nvPr/>
              </p14:nvContentPartPr>
              <p14:xfrm>
                <a:off x="9056700" y="369008"/>
                <a:ext cx="108360" cy="2088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BB0F5A7D-25B0-2E9D-84F2-09594FA37632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9047700" y="360008"/>
                  <a:ext cx="1260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9D8DCB38-29DB-595B-487A-D31107793C53}"/>
                    </a:ext>
                  </a:extLst>
                </p14:cNvPr>
                <p14:cNvContentPartPr/>
                <p14:nvPr/>
              </p14:nvContentPartPr>
              <p14:xfrm>
                <a:off x="7203420" y="768248"/>
                <a:ext cx="117360" cy="12564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9D8DCB38-29DB-595B-487A-D31107793C53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7194420" y="759608"/>
                  <a:ext cx="1350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C0132218-F07B-EAB0-4ACF-8CB225E85A14}"/>
                    </a:ext>
                  </a:extLst>
                </p14:cNvPr>
                <p14:cNvContentPartPr/>
                <p14:nvPr/>
              </p14:nvContentPartPr>
              <p14:xfrm>
                <a:off x="7361100" y="799568"/>
                <a:ext cx="123480" cy="7452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C0132218-F07B-EAB0-4ACF-8CB225E85A14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7352100" y="790568"/>
                  <a:ext cx="1411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620E90C6-972D-383B-6C9D-DF29F7E91AD4}"/>
                    </a:ext>
                  </a:extLst>
                </p14:cNvPr>
                <p14:cNvContentPartPr/>
                <p14:nvPr/>
              </p14:nvContentPartPr>
              <p14:xfrm>
                <a:off x="7559100" y="846728"/>
                <a:ext cx="22320" cy="410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620E90C6-972D-383B-6C9D-DF29F7E91AD4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7550460" y="837728"/>
                  <a:ext cx="399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19C6C271-C5F1-1DE3-F2E8-5B45345279BA}"/>
                    </a:ext>
                  </a:extLst>
                </p14:cNvPr>
                <p14:cNvContentPartPr/>
                <p14:nvPr/>
              </p14:nvContentPartPr>
              <p14:xfrm>
                <a:off x="7535700" y="720728"/>
                <a:ext cx="8280" cy="1512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19C6C271-C5F1-1DE3-F2E8-5B45345279BA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7527060" y="711728"/>
                  <a:ext cx="259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F92CECDC-E715-68BF-32D9-F1A24FAF59D8}"/>
                    </a:ext>
                  </a:extLst>
                </p14:cNvPr>
                <p14:cNvContentPartPr/>
                <p14:nvPr/>
              </p14:nvContentPartPr>
              <p14:xfrm>
                <a:off x="7642260" y="783368"/>
                <a:ext cx="92520" cy="15660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F92CECDC-E715-68BF-32D9-F1A24FAF59D8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7633620" y="774728"/>
                  <a:ext cx="1101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5ECA04AD-6C2B-C2DB-40B7-32DC076AF02D}"/>
                    </a:ext>
                  </a:extLst>
                </p14:cNvPr>
                <p14:cNvContentPartPr/>
                <p14:nvPr/>
              </p14:nvContentPartPr>
              <p14:xfrm>
                <a:off x="7782660" y="821168"/>
                <a:ext cx="114480" cy="21204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5ECA04AD-6C2B-C2DB-40B7-32DC076AF02D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7773660" y="812528"/>
                  <a:ext cx="1321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26FA4735-07A0-6DFC-A10F-D7AA352EAD07}"/>
                    </a:ext>
                  </a:extLst>
                </p14:cNvPr>
                <p14:cNvContentPartPr/>
                <p14:nvPr/>
              </p14:nvContentPartPr>
              <p14:xfrm>
                <a:off x="8026740" y="862208"/>
                <a:ext cx="2520" cy="1332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26FA4735-07A0-6DFC-A10F-D7AA352EAD07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8018100" y="853568"/>
                  <a:ext cx="201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F218B0EF-6F5F-F814-2689-1AB3D12DC427}"/>
                    </a:ext>
                  </a:extLst>
                </p14:cNvPr>
                <p14:cNvContentPartPr/>
                <p14:nvPr/>
              </p14:nvContentPartPr>
              <p14:xfrm>
                <a:off x="8122860" y="770768"/>
                <a:ext cx="95400" cy="11412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F218B0EF-6F5F-F814-2689-1AB3D12DC427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8113860" y="762128"/>
                  <a:ext cx="1130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BDBDC89D-7D67-455A-E1D2-FB3F89A21689}"/>
                    </a:ext>
                  </a:extLst>
                </p14:cNvPr>
                <p14:cNvContentPartPr/>
                <p14:nvPr/>
              </p14:nvContentPartPr>
              <p14:xfrm>
                <a:off x="8265780" y="820808"/>
                <a:ext cx="3600" cy="3024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BDBDC89D-7D67-455A-E1D2-FB3F89A21689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8257140" y="811808"/>
                  <a:ext cx="212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86D4ABA2-16B6-E330-75DA-B8D57A6BD053}"/>
                    </a:ext>
                  </a:extLst>
                </p14:cNvPr>
                <p14:cNvContentPartPr/>
                <p14:nvPr/>
              </p14:nvContentPartPr>
              <p14:xfrm>
                <a:off x="8255340" y="711728"/>
                <a:ext cx="5760" cy="2988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86D4ABA2-16B6-E330-75DA-B8D57A6BD053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8246340" y="703088"/>
                  <a:ext cx="234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7EED8E80-882F-07A3-483A-C5F2ACF8AC0E}"/>
                    </a:ext>
                  </a:extLst>
                </p14:cNvPr>
                <p14:cNvContentPartPr/>
                <p14:nvPr/>
              </p14:nvContentPartPr>
              <p14:xfrm>
                <a:off x="8383140" y="797048"/>
                <a:ext cx="111240" cy="18108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7EED8E80-882F-07A3-483A-C5F2ACF8AC0E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8374500" y="788048"/>
                  <a:ext cx="1288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374E273B-EAEF-9B09-569E-87E79FC6017C}"/>
                    </a:ext>
                  </a:extLst>
                </p14:cNvPr>
                <p14:cNvContentPartPr/>
                <p14:nvPr/>
              </p14:nvContentPartPr>
              <p14:xfrm>
                <a:off x="8549820" y="784448"/>
                <a:ext cx="112320" cy="7704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374E273B-EAEF-9B09-569E-87E79FC6017C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8541180" y="775448"/>
                  <a:ext cx="1299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79B40459-858E-7CB3-5FF7-108F371F0D96}"/>
                    </a:ext>
                  </a:extLst>
                </p14:cNvPr>
                <p14:cNvContentPartPr/>
                <p14:nvPr/>
              </p14:nvContentPartPr>
              <p14:xfrm>
                <a:off x="8706780" y="610928"/>
                <a:ext cx="208800" cy="25632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79B40459-858E-7CB3-5FF7-108F371F0D96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8697780" y="602288"/>
                  <a:ext cx="2264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66C4BE76-F05D-29F3-E195-F6A0159D050A}"/>
                    </a:ext>
                  </a:extLst>
                </p14:cNvPr>
                <p14:cNvContentPartPr/>
                <p14:nvPr/>
              </p14:nvContentPartPr>
              <p14:xfrm>
                <a:off x="9036180" y="851768"/>
                <a:ext cx="17280" cy="2412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66C4BE76-F05D-29F3-E195-F6A0159D050A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9027540" y="843128"/>
                  <a:ext cx="349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D9742CA9-77B8-9296-222A-17E9464BB80F}"/>
                    </a:ext>
                  </a:extLst>
                </p14:cNvPr>
                <p14:cNvContentPartPr/>
                <p14:nvPr/>
              </p14:nvContentPartPr>
              <p14:xfrm>
                <a:off x="9164700" y="602648"/>
                <a:ext cx="85320" cy="35712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D9742CA9-77B8-9296-222A-17E9464BB80F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9155700" y="594008"/>
                  <a:ext cx="10296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3349A858-CE73-852C-5354-A35E6CFBB43C}"/>
                    </a:ext>
                  </a:extLst>
                </p14:cNvPr>
                <p14:cNvContentPartPr/>
                <p14:nvPr/>
              </p14:nvContentPartPr>
              <p14:xfrm>
                <a:off x="9158940" y="838448"/>
                <a:ext cx="73800" cy="1368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3349A858-CE73-852C-5354-A35E6CFBB43C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9149940" y="829808"/>
                  <a:ext cx="914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1A3CBF71-ABB3-5228-1735-816BD19140CA}"/>
                    </a:ext>
                  </a:extLst>
                </p14:cNvPr>
                <p14:cNvContentPartPr/>
                <p14:nvPr/>
              </p14:nvContentPartPr>
              <p14:xfrm>
                <a:off x="9294660" y="774008"/>
                <a:ext cx="32760" cy="7812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1A3CBF71-ABB3-5228-1735-816BD19140CA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9285660" y="765008"/>
                  <a:ext cx="504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8E1EE888-0EFA-F01D-DE67-7CC07413AFA3}"/>
                    </a:ext>
                  </a:extLst>
                </p14:cNvPr>
                <p14:cNvContentPartPr/>
                <p14:nvPr/>
              </p14:nvContentPartPr>
              <p14:xfrm>
                <a:off x="9263340" y="639008"/>
                <a:ext cx="4320" cy="1800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8E1EE888-0EFA-F01D-DE67-7CC07413AFA3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9254340" y="630008"/>
                  <a:ext cx="219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73AD09C0-84CF-9609-0A64-A91FA8F9EC1F}"/>
                    </a:ext>
                  </a:extLst>
                </p14:cNvPr>
                <p14:cNvContentPartPr/>
                <p14:nvPr/>
              </p14:nvContentPartPr>
              <p14:xfrm>
                <a:off x="9418140" y="606248"/>
                <a:ext cx="82080" cy="24588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73AD09C0-84CF-9609-0A64-A91FA8F9EC1F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9409140" y="597608"/>
                  <a:ext cx="997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30512F26-F9BE-A7AB-62DD-04FD13F79A49}"/>
                    </a:ext>
                  </a:extLst>
                </p14:cNvPr>
                <p14:cNvContentPartPr/>
                <p14:nvPr/>
              </p14:nvContentPartPr>
              <p14:xfrm>
                <a:off x="9517860" y="633608"/>
                <a:ext cx="56880" cy="20304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30512F26-F9BE-A7AB-62DD-04FD13F79A49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9509220" y="624968"/>
                  <a:ext cx="745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866C4DDA-180A-DFB4-39B5-33F82838F4E8}"/>
                    </a:ext>
                  </a:extLst>
                </p14:cNvPr>
                <p14:cNvContentPartPr/>
                <p14:nvPr/>
              </p14:nvContentPartPr>
              <p14:xfrm>
                <a:off x="9522900" y="742688"/>
                <a:ext cx="57600" cy="1188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866C4DDA-180A-DFB4-39B5-33F82838F4E8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9513900" y="734048"/>
                  <a:ext cx="752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BAA049E1-0A7E-F476-D8DF-F8F9DBFFA74F}"/>
                    </a:ext>
                  </a:extLst>
                </p14:cNvPr>
                <p14:cNvContentPartPr/>
                <p14:nvPr/>
              </p14:nvContentPartPr>
              <p14:xfrm>
                <a:off x="9699660" y="612008"/>
                <a:ext cx="102960" cy="32040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BAA049E1-0A7E-F476-D8DF-F8F9DBFFA74F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9691020" y="603368"/>
                  <a:ext cx="12060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385B030D-A6C2-2037-C932-63500644962C}"/>
                    </a:ext>
                  </a:extLst>
                </p14:cNvPr>
                <p14:cNvContentPartPr/>
                <p14:nvPr/>
              </p14:nvContentPartPr>
              <p14:xfrm>
                <a:off x="9700020" y="786608"/>
                <a:ext cx="99000" cy="2376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385B030D-A6C2-2037-C932-63500644962C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9691020" y="777968"/>
                  <a:ext cx="1166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5288D7F9-B010-8F81-7E8E-C7FEDACFF978}"/>
                    </a:ext>
                  </a:extLst>
                </p14:cNvPr>
                <p14:cNvContentPartPr/>
                <p14:nvPr/>
              </p14:nvContentPartPr>
              <p14:xfrm>
                <a:off x="9840060" y="774008"/>
                <a:ext cx="39960" cy="6948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5288D7F9-B010-8F81-7E8E-C7FEDACFF978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9831060" y="765008"/>
                  <a:ext cx="576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DF2E3C43-024B-468C-3D07-C911AEED82C2}"/>
                    </a:ext>
                  </a:extLst>
                </p14:cNvPr>
                <p14:cNvContentPartPr/>
                <p14:nvPr/>
              </p14:nvContentPartPr>
              <p14:xfrm>
                <a:off x="9848700" y="660248"/>
                <a:ext cx="7200" cy="1440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DF2E3C43-024B-468C-3D07-C911AEED82C2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9840060" y="651608"/>
                  <a:ext cx="248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A191AB69-0AA5-873D-02A6-1DD1A1C919D2}"/>
                    </a:ext>
                  </a:extLst>
                </p14:cNvPr>
                <p14:cNvContentPartPr/>
                <p14:nvPr/>
              </p14:nvContentPartPr>
              <p14:xfrm>
                <a:off x="9970740" y="600128"/>
                <a:ext cx="107280" cy="26244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A191AB69-0AA5-873D-02A6-1DD1A1C919D2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9962100" y="591488"/>
                  <a:ext cx="12492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0B28C373-5E1C-963E-E4EC-F72BF0BBA6FC}"/>
                    </a:ext>
                  </a:extLst>
                </p14:cNvPr>
                <p14:cNvContentPartPr/>
                <p14:nvPr/>
              </p14:nvContentPartPr>
              <p14:xfrm>
                <a:off x="10109340" y="607688"/>
                <a:ext cx="37080" cy="22860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0B28C373-5E1C-963E-E4EC-F72BF0BBA6FC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10100700" y="598688"/>
                  <a:ext cx="547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272C3AAD-B776-7193-65B3-0B255BE8D3FB}"/>
                    </a:ext>
                  </a:extLst>
                </p14:cNvPr>
                <p14:cNvContentPartPr/>
                <p14:nvPr/>
              </p14:nvContentPartPr>
              <p14:xfrm>
                <a:off x="10063260" y="746288"/>
                <a:ext cx="109440" cy="1260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272C3AAD-B776-7193-65B3-0B255BE8D3FB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10054620" y="737288"/>
                  <a:ext cx="1270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42FE4406-7BD2-BA8A-0E48-3AA300EDCBFC}"/>
                    </a:ext>
                  </a:extLst>
                </p14:cNvPr>
                <p14:cNvContentPartPr/>
                <p14:nvPr/>
              </p14:nvContentPartPr>
              <p14:xfrm>
                <a:off x="10276380" y="573848"/>
                <a:ext cx="83520" cy="28368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42FE4406-7BD2-BA8A-0E48-3AA300EDCBFC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10267380" y="565208"/>
                  <a:ext cx="1011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B88499C0-7822-258D-1B47-714D46EDABCF}"/>
                    </a:ext>
                  </a:extLst>
                </p14:cNvPr>
                <p14:cNvContentPartPr/>
                <p14:nvPr/>
              </p14:nvContentPartPr>
              <p14:xfrm>
                <a:off x="10447740" y="592208"/>
                <a:ext cx="126000" cy="25488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B88499C0-7822-258D-1B47-714D46EDABCF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10439100" y="583208"/>
                  <a:ext cx="143640" cy="27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B7BC328D-0520-AB21-F6D9-A3D260143B7D}"/>
              </a:ext>
            </a:extLst>
          </p:cNvPr>
          <p:cNvGrpSpPr/>
          <p:nvPr/>
        </p:nvGrpSpPr>
        <p:grpSpPr>
          <a:xfrm>
            <a:off x="10838340" y="560528"/>
            <a:ext cx="595800" cy="246240"/>
            <a:chOff x="10838340" y="560528"/>
            <a:chExt cx="595800" cy="24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299DCD4B-7AE9-3FBD-58D0-637FB1C99263}"/>
                    </a:ext>
                  </a:extLst>
                </p14:cNvPr>
                <p14:cNvContentPartPr/>
                <p14:nvPr/>
              </p14:nvContentPartPr>
              <p14:xfrm>
                <a:off x="10838340" y="560528"/>
                <a:ext cx="89280" cy="24588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299DCD4B-7AE9-3FBD-58D0-637FB1C99263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10829340" y="551528"/>
                  <a:ext cx="1069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C03085F1-A7D9-E89F-5E43-EA5165F96468}"/>
                    </a:ext>
                  </a:extLst>
                </p14:cNvPr>
                <p14:cNvContentPartPr/>
                <p14:nvPr/>
              </p14:nvContentPartPr>
              <p14:xfrm>
                <a:off x="11002500" y="711728"/>
                <a:ext cx="106200" cy="9504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C03085F1-A7D9-E89F-5E43-EA5165F96468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10993860" y="703088"/>
                  <a:ext cx="1238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AD6AFDF7-19C8-CCBE-E990-28A7799FBE34}"/>
                    </a:ext>
                  </a:extLst>
                </p14:cNvPr>
                <p14:cNvContentPartPr/>
                <p14:nvPr/>
              </p14:nvContentPartPr>
              <p14:xfrm>
                <a:off x="11118060" y="646928"/>
                <a:ext cx="182160" cy="14904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AD6AFDF7-19C8-CCBE-E990-28A7799FBE34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11109420" y="637928"/>
                  <a:ext cx="1998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8F3996B0-1653-D08B-C9A5-68143D9C3D08}"/>
                    </a:ext>
                  </a:extLst>
                </p14:cNvPr>
                <p14:cNvContentPartPr/>
                <p14:nvPr/>
              </p14:nvContentPartPr>
              <p14:xfrm>
                <a:off x="11326860" y="646568"/>
                <a:ext cx="107280" cy="15444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8F3996B0-1653-D08B-C9A5-68143D9C3D08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11317860" y="637568"/>
                  <a:ext cx="1249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187E3640-3C19-EA45-55EC-B5A7A92A4866}"/>
                    </a:ext>
                  </a:extLst>
                </p14:cNvPr>
                <p14:cNvContentPartPr/>
                <p14:nvPr/>
              </p14:nvContentPartPr>
              <p14:xfrm>
                <a:off x="11211660" y="633248"/>
                <a:ext cx="47880" cy="7200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187E3640-3C19-EA45-55EC-B5A7A92A4866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11202660" y="624608"/>
                  <a:ext cx="65520" cy="8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CE457298-AD7F-91DD-46EF-5259A45C137C}"/>
              </a:ext>
            </a:extLst>
          </p:cNvPr>
          <p:cNvGrpSpPr/>
          <p:nvPr/>
        </p:nvGrpSpPr>
        <p:grpSpPr>
          <a:xfrm>
            <a:off x="867060" y="4905728"/>
            <a:ext cx="1985400" cy="389880"/>
            <a:chOff x="867060" y="4905728"/>
            <a:chExt cx="1985400" cy="38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B05BC8AA-B885-6EE0-2308-350DC27333BB}"/>
                    </a:ext>
                  </a:extLst>
                </p14:cNvPr>
                <p14:cNvContentPartPr/>
                <p14:nvPr/>
              </p14:nvContentPartPr>
              <p14:xfrm>
                <a:off x="867060" y="4971248"/>
                <a:ext cx="208440" cy="21420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B05BC8AA-B885-6EE0-2308-350DC27333BB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858420" y="4962608"/>
                  <a:ext cx="2260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6478EF27-2BFF-D541-9960-FF55016EE656}"/>
                    </a:ext>
                  </a:extLst>
                </p14:cNvPr>
                <p14:cNvContentPartPr/>
                <p14:nvPr/>
              </p14:nvContentPartPr>
              <p14:xfrm>
                <a:off x="1116900" y="5116688"/>
                <a:ext cx="121680" cy="7488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6478EF27-2BFF-D541-9960-FF55016EE656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1107900" y="5108048"/>
                  <a:ext cx="1393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886EE860-3DA6-FAC8-E0DB-2768EB400A82}"/>
                    </a:ext>
                  </a:extLst>
                </p14:cNvPr>
                <p14:cNvContentPartPr/>
                <p14:nvPr/>
              </p14:nvContentPartPr>
              <p14:xfrm>
                <a:off x="1261980" y="5100848"/>
                <a:ext cx="125280" cy="7164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886EE860-3DA6-FAC8-E0DB-2768EB400A82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1253340" y="5092208"/>
                  <a:ext cx="1429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F6CEA329-CECD-9EB8-ECCC-79ED57D7CCDB}"/>
                    </a:ext>
                  </a:extLst>
                </p14:cNvPr>
                <p14:cNvContentPartPr/>
                <p14:nvPr/>
              </p14:nvContentPartPr>
              <p14:xfrm>
                <a:off x="1436940" y="4940648"/>
                <a:ext cx="128880" cy="23868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F6CEA329-CECD-9EB8-ECCC-79ED57D7CCDB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1427940" y="4931648"/>
                  <a:ext cx="1465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819D951E-A72B-6D8D-71CA-962E3222C2DA}"/>
                    </a:ext>
                  </a:extLst>
                </p14:cNvPr>
                <p14:cNvContentPartPr/>
                <p14:nvPr/>
              </p14:nvContentPartPr>
              <p14:xfrm>
                <a:off x="1807740" y="4940648"/>
                <a:ext cx="131040" cy="24552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819D951E-A72B-6D8D-71CA-962E3222C2DA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1799100" y="4932008"/>
                  <a:ext cx="14868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26C298F5-DA5B-A2BD-942D-2D704D01FAB9}"/>
                    </a:ext>
                  </a:extLst>
                </p14:cNvPr>
                <p14:cNvContentPartPr/>
                <p14:nvPr/>
              </p14:nvContentPartPr>
              <p14:xfrm>
                <a:off x="1761660" y="5067008"/>
                <a:ext cx="191880" cy="3528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26C298F5-DA5B-A2BD-942D-2D704D01FAB9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1753020" y="5058368"/>
                  <a:ext cx="2095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9EB178CC-2115-8A78-2BCC-3E5BBEE30037}"/>
                    </a:ext>
                  </a:extLst>
                </p14:cNvPr>
                <p14:cNvContentPartPr/>
                <p14:nvPr/>
              </p14:nvContentPartPr>
              <p14:xfrm>
                <a:off x="1916820" y="4946048"/>
                <a:ext cx="307080" cy="18828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9EB178CC-2115-8A78-2BCC-3E5BBEE30037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1908180" y="4937048"/>
                  <a:ext cx="3247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6FB5644A-8536-6ED5-8555-9E005AE55568}"/>
                    </a:ext>
                  </a:extLst>
                </p14:cNvPr>
                <p14:cNvContentPartPr/>
                <p14:nvPr/>
              </p14:nvContentPartPr>
              <p14:xfrm>
                <a:off x="2150100" y="4905728"/>
                <a:ext cx="16560" cy="2304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6FB5644A-8536-6ED5-8555-9E005AE55568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2141100" y="4896728"/>
                  <a:ext cx="342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F209C06D-3C77-6522-C490-9E91E45A6F16}"/>
                    </a:ext>
                  </a:extLst>
                </p14:cNvPr>
                <p14:cNvContentPartPr/>
                <p14:nvPr/>
              </p14:nvContentPartPr>
              <p14:xfrm>
                <a:off x="2270340" y="5036768"/>
                <a:ext cx="140040" cy="5436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F209C06D-3C77-6522-C490-9E91E45A6F16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2261340" y="5027768"/>
                  <a:ext cx="1576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14E7C599-D70B-EED9-0ED9-26154FD030B7}"/>
                    </a:ext>
                  </a:extLst>
                </p14:cNvPr>
                <p14:cNvContentPartPr/>
                <p14:nvPr/>
              </p14:nvContentPartPr>
              <p14:xfrm>
                <a:off x="2540340" y="5062328"/>
                <a:ext cx="94320" cy="23328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14E7C599-D70B-EED9-0ED9-26154FD030B7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2531340" y="5053328"/>
                  <a:ext cx="1119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22653810-A297-DCAA-CB35-62E1A733CBDC}"/>
                    </a:ext>
                  </a:extLst>
                </p14:cNvPr>
                <p14:cNvContentPartPr/>
                <p14:nvPr/>
              </p14:nvContentPartPr>
              <p14:xfrm>
                <a:off x="2783340" y="5034248"/>
                <a:ext cx="4320" cy="1944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22653810-A297-DCAA-CB35-62E1A733CBDC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2774700" y="5025248"/>
                  <a:ext cx="219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D5FC3BD1-0B5B-F674-3811-FCE0E292687B}"/>
                    </a:ext>
                  </a:extLst>
                </p14:cNvPr>
                <p14:cNvContentPartPr/>
                <p14:nvPr/>
              </p14:nvContentPartPr>
              <p14:xfrm>
                <a:off x="2852100" y="5138288"/>
                <a:ext cx="360" cy="648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D5FC3BD1-0B5B-F674-3811-FCE0E292687B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2843460" y="5129288"/>
                  <a:ext cx="1800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6" name="Group 355">
            <a:extLst>
              <a:ext uri="{FF2B5EF4-FFF2-40B4-BE49-F238E27FC236}">
                <a16:creationId xmlns:a16="http://schemas.microsoft.com/office/drawing/2014/main" id="{1A1A47D0-E85F-108B-93DC-2C9BD484E587}"/>
              </a:ext>
            </a:extLst>
          </p:cNvPr>
          <p:cNvGrpSpPr/>
          <p:nvPr/>
        </p:nvGrpSpPr>
        <p:grpSpPr>
          <a:xfrm>
            <a:off x="3234780" y="4888808"/>
            <a:ext cx="764280" cy="355320"/>
            <a:chOff x="3234780" y="4888808"/>
            <a:chExt cx="764280" cy="35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D8BF2B43-8881-0F10-9DB7-E51C4BC1F05A}"/>
                    </a:ext>
                  </a:extLst>
                </p14:cNvPr>
                <p14:cNvContentPartPr/>
                <p14:nvPr/>
              </p14:nvContentPartPr>
              <p14:xfrm>
                <a:off x="3234780" y="5070248"/>
                <a:ext cx="142920" cy="17388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D8BF2B43-8881-0F10-9DB7-E51C4BC1F05A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3226140" y="5061248"/>
                  <a:ext cx="1605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FC584CD4-9127-35B6-4B4A-ACD9F102AEE3}"/>
                    </a:ext>
                  </a:extLst>
                </p14:cNvPr>
                <p14:cNvContentPartPr/>
                <p14:nvPr/>
              </p14:nvContentPartPr>
              <p14:xfrm>
                <a:off x="3345660" y="4888808"/>
                <a:ext cx="311400" cy="25524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FC584CD4-9127-35B6-4B4A-ACD9F102AEE3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3337020" y="4879808"/>
                  <a:ext cx="3290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7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447BBB55-6297-1BA0-064D-D21E5B17DF00}"/>
                    </a:ext>
                  </a:extLst>
                </p14:cNvPr>
                <p14:cNvContentPartPr/>
                <p14:nvPr/>
              </p14:nvContentPartPr>
              <p14:xfrm>
                <a:off x="3730860" y="5015168"/>
                <a:ext cx="268200" cy="12312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447BBB55-6297-1BA0-064D-D21E5B17DF00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3722220" y="5006528"/>
                  <a:ext cx="28584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7AFE6496-FB35-AC7B-08AE-ADA7F3876B29}"/>
              </a:ext>
            </a:extLst>
          </p:cNvPr>
          <p:cNvGrpSpPr/>
          <p:nvPr/>
        </p:nvGrpSpPr>
        <p:grpSpPr>
          <a:xfrm>
            <a:off x="4265460" y="4904288"/>
            <a:ext cx="1314720" cy="388800"/>
            <a:chOff x="4265460" y="4904288"/>
            <a:chExt cx="1314720" cy="38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9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3DB2FDD4-45A6-1000-5FBB-C84692AD9ED4}"/>
                    </a:ext>
                  </a:extLst>
                </p14:cNvPr>
                <p14:cNvContentPartPr/>
                <p14:nvPr/>
              </p14:nvContentPartPr>
              <p14:xfrm>
                <a:off x="4265460" y="5101928"/>
                <a:ext cx="142560" cy="6984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3DB2FDD4-45A6-1000-5FBB-C84692AD9ED4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4256820" y="5092928"/>
                  <a:ext cx="1602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1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BE788419-B49A-5AF2-080A-A6FC79457CE8}"/>
                    </a:ext>
                  </a:extLst>
                </p14:cNvPr>
                <p14:cNvContentPartPr/>
                <p14:nvPr/>
              </p14:nvContentPartPr>
              <p14:xfrm>
                <a:off x="4409460" y="4906448"/>
                <a:ext cx="125280" cy="38664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BE788419-B49A-5AF2-080A-A6FC79457CE8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4400820" y="4897448"/>
                  <a:ext cx="14292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3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FB3291E9-559D-4654-D088-EA2022A2F502}"/>
                    </a:ext>
                  </a:extLst>
                </p14:cNvPr>
                <p14:cNvContentPartPr/>
                <p14:nvPr/>
              </p14:nvContentPartPr>
              <p14:xfrm>
                <a:off x="4394700" y="5143688"/>
                <a:ext cx="130680" cy="4680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FB3291E9-559D-4654-D088-EA2022A2F502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4386060" y="5134688"/>
                  <a:ext cx="1483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5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1AF4054B-7CCC-18B3-1006-65ECD6F95EBE}"/>
                    </a:ext>
                  </a:extLst>
                </p14:cNvPr>
                <p14:cNvContentPartPr/>
                <p14:nvPr/>
              </p14:nvContentPartPr>
              <p14:xfrm>
                <a:off x="4674060" y="5054048"/>
                <a:ext cx="122400" cy="11448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1AF4054B-7CCC-18B3-1006-65ECD6F95EBE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4665060" y="5045048"/>
                  <a:ext cx="1400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7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0ACBE5CB-E849-0F36-4AF4-0D7242E49237}"/>
                    </a:ext>
                  </a:extLst>
                </p14:cNvPr>
                <p14:cNvContentPartPr/>
                <p14:nvPr/>
              </p14:nvContentPartPr>
              <p14:xfrm>
                <a:off x="4815900" y="5075648"/>
                <a:ext cx="127080" cy="5328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0ACBE5CB-E849-0F36-4AF4-0D7242E49237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4807260" y="5067008"/>
                  <a:ext cx="1447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9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BEC87397-0C63-F0D8-3704-28793AD7D74A}"/>
                    </a:ext>
                  </a:extLst>
                </p14:cNvPr>
                <p14:cNvContentPartPr/>
                <p14:nvPr/>
              </p14:nvContentPartPr>
              <p14:xfrm>
                <a:off x="4977180" y="4904288"/>
                <a:ext cx="78840" cy="25992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BEC87397-0C63-F0D8-3704-28793AD7D74A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4968180" y="4895648"/>
                  <a:ext cx="964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1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F4B83FFE-89A5-159B-0CB1-73719B81B053}"/>
                    </a:ext>
                  </a:extLst>
                </p14:cNvPr>
                <p14:cNvContentPartPr/>
                <p14:nvPr/>
              </p14:nvContentPartPr>
              <p14:xfrm>
                <a:off x="4932900" y="5042888"/>
                <a:ext cx="137880" cy="2268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F4B83FFE-89A5-159B-0CB1-73719B81B053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4924260" y="5034248"/>
                  <a:ext cx="1555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37EA59D7-45E2-D1B4-3957-1762522E5648}"/>
                    </a:ext>
                  </a:extLst>
                </p14:cNvPr>
                <p14:cNvContentPartPr/>
                <p14:nvPr/>
              </p14:nvContentPartPr>
              <p14:xfrm>
                <a:off x="5164020" y="5065208"/>
                <a:ext cx="131760" cy="19188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37EA59D7-45E2-D1B4-3957-1762522E5648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5155380" y="5056568"/>
                  <a:ext cx="1494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7F204EE7-2DDF-96B5-DC3C-98F808D8A4AE}"/>
                    </a:ext>
                  </a:extLst>
                </p14:cNvPr>
                <p14:cNvContentPartPr/>
                <p14:nvPr/>
              </p14:nvContentPartPr>
              <p14:xfrm>
                <a:off x="5325300" y="5091488"/>
                <a:ext cx="115560" cy="5292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7F204EE7-2DDF-96B5-DC3C-98F808D8A4AE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5316300" y="5082488"/>
                  <a:ext cx="1332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7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C0FD6816-E8DF-5B40-6BDD-6C196169249C}"/>
                    </a:ext>
                  </a:extLst>
                </p14:cNvPr>
                <p14:cNvContentPartPr/>
                <p14:nvPr/>
              </p14:nvContentPartPr>
              <p14:xfrm>
                <a:off x="5475780" y="4940648"/>
                <a:ext cx="80280" cy="22428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C0FD6816-E8DF-5B40-6BDD-6C196169249C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5467140" y="4932008"/>
                  <a:ext cx="979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9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9DA7C7C8-7230-D49E-EDFA-538589D5F449}"/>
                    </a:ext>
                  </a:extLst>
                </p14:cNvPr>
                <p14:cNvContentPartPr/>
                <p14:nvPr/>
              </p14:nvContentPartPr>
              <p14:xfrm>
                <a:off x="5459940" y="5047928"/>
                <a:ext cx="120240" cy="1800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9DA7C7C8-7230-D49E-EDFA-538589D5F449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5450940" y="5038928"/>
                  <a:ext cx="137880" cy="3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34B94789-6AF5-C6BC-5F34-A1EAFAFA4200}"/>
              </a:ext>
            </a:extLst>
          </p:cNvPr>
          <p:cNvGrpSpPr/>
          <p:nvPr/>
        </p:nvGrpSpPr>
        <p:grpSpPr>
          <a:xfrm>
            <a:off x="5865660" y="4945688"/>
            <a:ext cx="603360" cy="380880"/>
            <a:chOff x="5865660" y="4945688"/>
            <a:chExt cx="603360" cy="38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CC58AD3F-7CA3-8849-16DF-F2F468CFE826}"/>
                    </a:ext>
                  </a:extLst>
                </p14:cNvPr>
                <p14:cNvContentPartPr/>
                <p14:nvPr/>
              </p14:nvContentPartPr>
              <p14:xfrm>
                <a:off x="5865660" y="5050808"/>
                <a:ext cx="165240" cy="27576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CC58AD3F-7CA3-8849-16DF-F2F468CFE826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5856660" y="5041808"/>
                  <a:ext cx="1828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537D4F3F-749B-6CC8-6416-5435F41ED190}"/>
                    </a:ext>
                  </a:extLst>
                </p14:cNvPr>
                <p14:cNvContentPartPr/>
                <p14:nvPr/>
              </p14:nvContentPartPr>
              <p14:xfrm>
                <a:off x="6009300" y="4945688"/>
                <a:ext cx="116280" cy="23004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537D4F3F-749B-6CC8-6416-5435F41ED190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6000300" y="4937048"/>
                  <a:ext cx="1339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5044CB00-9166-8A89-E839-B336F749D1EF}"/>
                    </a:ext>
                  </a:extLst>
                </p14:cNvPr>
                <p14:cNvContentPartPr/>
                <p14:nvPr/>
              </p14:nvContentPartPr>
              <p14:xfrm>
                <a:off x="6156540" y="5075648"/>
                <a:ext cx="187560" cy="10980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5044CB00-9166-8A89-E839-B336F749D1EF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6147540" y="5067008"/>
                  <a:ext cx="2052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7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8816AF38-2D4D-3AC9-B5D7-65FA14771877}"/>
                    </a:ext>
                  </a:extLst>
                </p14:cNvPr>
                <p14:cNvContentPartPr/>
                <p14:nvPr/>
              </p14:nvContentPartPr>
              <p14:xfrm>
                <a:off x="6296580" y="4971968"/>
                <a:ext cx="172440" cy="25128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8816AF38-2D4D-3AC9-B5D7-65FA14771877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6287940" y="4962968"/>
                  <a:ext cx="190080" cy="26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602B2399-DA06-5AE3-B9EC-BBE38BCD5C69}"/>
              </a:ext>
            </a:extLst>
          </p:cNvPr>
          <p:cNvGrpSpPr/>
          <p:nvPr/>
        </p:nvGrpSpPr>
        <p:grpSpPr>
          <a:xfrm>
            <a:off x="6732540" y="4984928"/>
            <a:ext cx="932040" cy="204840"/>
            <a:chOff x="6732540" y="4984928"/>
            <a:chExt cx="932040" cy="20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9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B3E1A2B4-AD96-EBE2-2E4D-4EBB513C33CA}"/>
                    </a:ext>
                  </a:extLst>
                </p14:cNvPr>
                <p14:cNvContentPartPr/>
                <p14:nvPr/>
              </p14:nvContentPartPr>
              <p14:xfrm>
                <a:off x="6769260" y="5112008"/>
                <a:ext cx="18360" cy="7776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B3E1A2B4-AD96-EBE2-2E4D-4EBB513C33CA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6760620" y="5103368"/>
                  <a:ext cx="360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1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DDEBCBEF-679F-D0BF-5416-550BAB991283}"/>
                    </a:ext>
                  </a:extLst>
                </p14:cNvPr>
                <p14:cNvContentPartPr/>
                <p14:nvPr/>
              </p14:nvContentPartPr>
              <p14:xfrm>
                <a:off x="6732540" y="4984928"/>
                <a:ext cx="11160" cy="2088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DDEBCBEF-679F-D0BF-5416-550BAB991283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6723900" y="4976288"/>
                  <a:ext cx="288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3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3E376983-4C66-B664-9DCD-B4BDA9B5B9AE}"/>
                    </a:ext>
                  </a:extLst>
                </p14:cNvPr>
                <p14:cNvContentPartPr/>
                <p14:nvPr/>
              </p14:nvContentPartPr>
              <p14:xfrm>
                <a:off x="6838740" y="5025968"/>
                <a:ext cx="93600" cy="15012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3E376983-4C66-B664-9DCD-B4BDA9B5B9AE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6829740" y="5016968"/>
                  <a:ext cx="1112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5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D2005D6C-4842-D86D-EACA-78173869C0C4}"/>
                    </a:ext>
                  </a:extLst>
                </p14:cNvPr>
                <p14:cNvContentPartPr/>
                <p14:nvPr/>
              </p14:nvContentPartPr>
              <p14:xfrm>
                <a:off x="7112340" y="5021648"/>
                <a:ext cx="182880" cy="14868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D2005D6C-4842-D86D-EACA-78173869C0C4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7103700" y="5012648"/>
                  <a:ext cx="2005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7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B32BAC4F-2699-612C-8BE8-DA041D17E73B}"/>
                    </a:ext>
                  </a:extLst>
                </p14:cNvPr>
                <p14:cNvContentPartPr/>
                <p14:nvPr/>
              </p14:nvContentPartPr>
              <p14:xfrm>
                <a:off x="7169580" y="5018408"/>
                <a:ext cx="300240" cy="12096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B32BAC4F-2699-612C-8BE8-DA041D17E73B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7160580" y="5009408"/>
                  <a:ext cx="3178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9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27DD1BAC-4434-63A5-1C1B-58B93100E3C2}"/>
                    </a:ext>
                  </a:extLst>
                </p14:cNvPr>
                <p14:cNvContentPartPr/>
                <p14:nvPr/>
              </p14:nvContentPartPr>
              <p14:xfrm>
                <a:off x="7522380" y="5019848"/>
                <a:ext cx="142200" cy="14040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27DD1BAC-4434-63A5-1C1B-58B93100E3C2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7513380" y="5011208"/>
                  <a:ext cx="15984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7" name="Group 366">
            <a:extLst>
              <a:ext uri="{FF2B5EF4-FFF2-40B4-BE49-F238E27FC236}">
                <a16:creationId xmlns:a16="http://schemas.microsoft.com/office/drawing/2014/main" id="{79131F2A-22BE-F81C-30D2-DA4AE359A825}"/>
              </a:ext>
            </a:extLst>
          </p:cNvPr>
          <p:cNvGrpSpPr/>
          <p:nvPr/>
        </p:nvGrpSpPr>
        <p:grpSpPr>
          <a:xfrm>
            <a:off x="856260" y="5614208"/>
            <a:ext cx="437400" cy="263160"/>
            <a:chOff x="856260" y="5614208"/>
            <a:chExt cx="437400" cy="26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1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9AF53867-F138-2DFF-C3B4-4EC9A9BD64D1}"/>
                    </a:ext>
                  </a:extLst>
                </p14:cNvPr>
                <p14:cNvContentPartPr/>
                <p14:nvPr/>
              </p14:nvContentPartPr>
              <p14:xfrm>
                <a:off x="997380" y="5677568"/>
                <a:ext cx="84240" cy="19980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9AF53867-F138-2DFF-C3B4-4EC9A9BD64D1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988380" y="5668928"/>
                  <a:ext cx="1018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3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0EFDA998-5B98-DCAF-92A1-CD9873F05EA6}"/>
                    </a:ext>
                  </a:extLst>
                </p14:cNvPr>
                <p14:cNvContentPartPr/>
                <p14:nvPr/>
              </p14:nvContentPartPr>
              <p14:xfrm>
                <a:off x="856260" y="5614208"/>
                <a:ext cx="229680" cy="4356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0EFDA998-5B98-DCAF-92A1-CD9873F05EA6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847620" y="5605568"/>
                  <a:ext cx="2473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15E5D5BF-F244-C9F0-DD11-67B507FBBEA4}"/>
                    </a:ext>
                  </a:extLst>
                </p14:cNvPr>
                <p14:cNvContentPartPr/>
                <p14:nvPr/>
              </p14:nvContentPartPr>
              <p14:xfrm>
                <a:off x="1116900" y="5776208"/>
                <a:ext cx="176760" cy="8568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15E5D5BF-F244-C9F0-DD11-67B507FBBEA4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1108260" y="5767568"/>
                  <a:ext cx="19440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29819BB2-C273-2B61-9688-21D2A680F985}"/>
              </a:ext>
            </a:extLst>
          </p:cNvPr>
          <p:cNvGrpSpPr/>
          <p:nvPr/>
        </p:nvGrpSpPr>
        <p:grpSpPr>
          <a:xfrm>
            <a:off x="1495260" y="5580728"/>
            <a:ext cx="1378080" cy="275040"/>
            <a:chOff x="1495260" y="5580728"/>
            <a:chExt cx="1378080" cy="27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7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AB4C4B97-4BCA-492A-2168-86D1088978B6}"/>
                    </a:ext>
                  </a:extLst>
                </p14:cNvPr>
                <p14:cNvContentPartPr/>
                <p14:nvPr/>
              </p14:nvContentPartPr>
              <p14:xfrm>
                <a:off x="1495260" y="5744528"/>
                <a:ext cx="158040" cy="9576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AB4C4B97-4BCA-492A-2168-86D1088978B6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1486260" y="5735528"/>
                  <a:ext cx="1756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2873D2E8-3495-A277-BFA2-ADA903BD9E91}"/>
                    </a:ext>
                  </a:extLst>
                </p14:cNvPr>
                <p14:cNvContentPartPr/>
                <p14:nvPr/>
              </p14:nvContentPartPr>
              <p14:xfrm>
                <a:off x="1666260" y="5760728"/>
                <a:ext cx="351360" cy="9504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2873D2E8-3495-A277-BFA2-ADA903BD9E91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1657620" y="5752088"/>
                  <a:ext cx="3690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1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014295BD-F5DE-8D3E-C37D-44D788B016E6}"/>
                    </a:ext>
                  </a:extLst>
                </p14:cNvPr>
                <p14:cNvContentPartPr/>
                <p14:nvPr/>
              </p14:nvContentPartPr>
              <p14:xfrm>
                <a:off x="2089980" y="5722568"/>
                <a:ext cx="147240" cy="13248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014295BD-F5DE-8D3E-C37D-44D788B016E6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2080980" y="5713568"/>
                  <a:ext cx="1648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3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BB5B3D1A-D79A-D613-03E4-19FDE5473BF8}"/>
                    </a:ext>
                  </a:extLst>
                </p14:cNvPr>
                <p14:cNvContentPartPr/>
                <p14:nvPr/>
              </p14:nvContentPartPr>
              <p14:xfrm>
                <a:off x="2259900" y="5751368"/>
                <a:ext cx="60480" cy="7596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BB5B3D1A-D79A-D613-03E4-19FDE5473BF8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2250900" y="5742368"/>
                  <a:ext cx="781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5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AA7529A8-A60C-8BD3-96A4-F20FF64AAD8E}"/>
                    </a:ext>
                  </a:extLst>
                </p14:cNvPr>
                <p14:cNvContentPartPr/>
                <p14:nvPr/>
              </p14:nvContentPartPr>
              <p14:xfrm>
                <a:off x="2223540" y="5616008"/>
                <a:ext cx="9720" cy="4212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AA7529A8-A60C-8BD3-96A4-F20FF64AAD8E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2214540" y="5607368"/>
                  <a:ext cx="273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7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644AF38F-0F15-F208-11DC-F1792E9358FC}"/>
                    </a:ext>
                  </a:extLst>
                </p14:cNvPr>
                <p14:cNvContentPartPr/>
                <p14:nvPr/>
              </p14:nvContentPartPr>
              <p14:xfrm>
                <a:off x="2358540" y="5580728"/>
                <a:ext cx="388800" cy="24264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644AF38F-0F15-F208-11DC-F1792E9358FC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2349900" y="5572088"/>
                  <a:ext cx="4064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9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A65F809B-C4B2-DAF8-5882-4D8BD582B254}"/>
                    </a:ext>
                  </a:extLst>
                </p14:cNvPr>
                <p14:cNvContentPartPr/>
                <p14:nvPr/>
              </p14:nvContentPartPr>
              <p14:xfrm>
                <a:off x="2847060" y="5677208"/>
                <a:ext cx="5400" cy="1044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A65F809B-C4B2-DAF8-5882-4D8BD582B254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2838060" y="5668568"/>
                  <a:ext cx="230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1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3FB1BA06-9349-249F-B8D9-730E4BAF0D69}"/>
                    </a:ext>
                  </a:extLst>
                </p14:cNvPr>
                <p14:cNvContentPartPr/>
                <p14:nvPr/>
              </p14:nvContentPartPr>
              <p14:xfrm>
                <a:off x="2872980" y="5777288"/>
                <a:ext cx="360" cy="108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3FB1BA06-9349-249F-B8D9-730E4BAF0D69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2863980" y="5768288"/>
                  <a:ext cx="18000" cy="1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B066C50C-8C0A-48A2-A31C-1B5A662F59CB}"/>
              </a:ext>
            </a:extLst>
          </p:cNvPr>
          <p:cNvGrpSpPr/>
          <p:nvPr/>
        </p:nvGrpSpPr>
        <p:grpSpPr>
          <a:xfrm>
            <a:off x="3329820" y="5491808"/>
            <a:ext cx="2188080" cy="417240"/>
            <a:chOff x="3329820" y="5491808"/>
            <a:chExt cx="2188080" cy="41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3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90E803AE-5ADF-AA2B-8D4A-DFD0FA7D4BB1}"/>
                    </a:ext>
                  </a:extLst>
                </p14:cNvPr>
                <p14:cNvContentPartPr/>
                <p14:nvPr/>
              </p14:nvContentPartPr>
              <p14:xfrm>
                <a:off x="3329820" y="5686928"/>
                <a:ext cx="263520" cy="9792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90E803AE-5ADF-AA2B-8D4A-DFD0FA7D4BB1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3320820" y="5678288"/>
                  <a:ext cx="2811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5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866D97BB-E6A6-7075-C907-043B4C8B75C4}"/>
                    </a:ext>
                  </a:extLst>
                </p14:cNvPr>
                <p14:cNvContentPartPr/>
                <p14:nvPr/>
              </p14:nvContentPartPr>
              <p14:xfrm>
                <a:off x="3625380" y="5703848"/>
                <a:ext cx="137520" cy="7416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866D97BB-E6A6-7075-C907-043B4C8B75C4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3616740" y="5695208"/>
                  <a:ext cx="1551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7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D19CFE0F-BF00-841F-4807-0C1FD057006D}"/>
                    </a:ext>
                  </a:extLst>
                </p14:cNvPr>
                <p14:cNvContentPartPr/>
                <p14:nvPr/>
              </p14:nvContentPartPr>
              <p14:xfrm>
                <a:off x="3838500" y="5707448"/>
                <a:ext cx="131400" cy="20160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D19CFE0F-BF00-841F-4807-0C1FD057006D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3829500" y="5698448"/>
                  <a:ext cx="1490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9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DA296657-4F3C-F8D6-1F9E-390C5E6CDC56}"/>
                    </a:ext>
                  </a:extLst>
                </p14:cNvPr>
                <p14:cNvContentPartPr/>
                <p14:nvPr/>
              </p14:nvContentPartPr>
              <p14:xfrm>
                <a:off x="3990060" y="5718608"/>
                <a:ext cx="157680" cy="6696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DA296657-4F3C-F8D6-1F9E-390C5E6CDC56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3981060" y="5709608"/>
                  <a:ext cx="1753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1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2B2ACBDB-29D2-D7E7-BED2-DDB399D0D849}"/>
                    </a:ext>
                  </a:extLst>
                </p14:cNvPr>
                <p14:cNvContentPartPr/>
                <p14:nvPr/>
              </p14:nvContentPartPr>
              <p14:xfrm>
                <a:off x="4176900" y="5688728"/>
                <a:ext cx="41400" cy="7884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2B2ACBDB-29D2-D7E7-BED2-DDB399D0D849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4168260" y="5680088"/>
                  <a:ext cx="590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3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7C6F26E3-CEAC-B1DD-4C53-7A2A560F9DFF}"/>
                    </a:ext>
                  </a:extLst>
                </p14:cNvPr>
                <p14:cNvContentPartPr/>
                <p14:nvPr/>
              </p14:nvContentPartPr>
              <p14:xfrm>
                <a:off x="4130100" y="5538248"/>
                <a:ext cx="5760" cy="1512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7C6F26E3-CEAC-B1DD-4C53-7A2A560F9DFF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4121460" y="5529248"/>
                  <a:ext cx="234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5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A7165AA1-EC90-5415-1662-4B6F27EE1CE3}"/>
                    </a:ext>
                  </a:extLst>
                </p14:cNvPr>
                <p14:cNvContentPartPr/>
                <p14:nvPr/>
              </p14:nvContentPartPr>
              <p14:xfrm>
                <a:off x="4270500" y="5553728"/>
                <a:ext cx="73800" cy="22248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A7165AA1-EC90-5415-1662-4B6F27EE1CE3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4261500" y="5545088"/>
                  <a:ext cx="914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7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0D1E752B-81D4-6896-D1B0-03E5611E1351}"/>
                    </a:ext>
                  </a:extLst>
                </p14:cNvPr>
                <p14:cNvContentPartPr/>
                <p14:nvPr/>
              </p14:nvContentPartPr>
              <p14:xfrm>
                <a:off x="4256100" y="5678648"/>
                <a:ext cx="102960" cy="2628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0D1E752B-81D4-6896-D1B0-03E5611E1351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4247460" y="5669648"/>
                  <a:ext cx="1206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9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0FD47CBA-AFDC-178B-E2A5-CC69C7139C0E}"/>
                    </a:ext>
                  </a:extLst>
                </p14:cNvPr>
                <p14:cNvContentPartPr/>
                <p14:nvPr/>
              </p14:nvContentPartPr>
              <p14:xfrm>
                <a:off x="4420980" y="5690888"/>
                <a:ext cx="134640" cy="5616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0FD47CBA-AFDC-178B-E2A5-CC69C7139C0E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4412340" y="5682248"/>
                  <a:ext cx="1522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1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97595589-C988-0221-B1DB-4AFDB977E78F}"/>
                    </a:ext>
                  </a:extLst>
                </p14:cNvPr>
                <p14:cNvContentPartPr/>
                <p14:nvPr/>
              </p14:nvContentPartPr>
              <p14:xfrm>
                <a:off x="4606020" y="5512688"/>
                <a:ext cx="405000" cy="25344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97595589-C988-0221-B1DB-4AFDB977E78F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4597020" y="5503688"/>
                  <a:ext cx="4226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3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9CB2FC71-366C-0120-4C31-D6F0B8A93EB1}"/>
                    </a:ext>
                  </a:extLst>
                </p14:cNvPr>
                <p14:cNvContentPartPr/>
                <p14:nvPr/>
              </p14:nvContentPartPr>
              <p14:xfrm>
                <a:off x="5282460" y="5491808"/>
                <a:ext cx="168120" cy="40068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9CB2FC71-366C-0120-4C31-D6F0B8A93EB1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5273820" y="5483168"/>
                  <a:ext cx="18576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5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3AF0B265-871D-EE67-D672-7F3FA328FA7F}"/>
                    </a:ext>
                  </a:extLst>
                </p14:cNvPr>
                <p14:cNvContentPartPr/>
                <p14:nvPr/>
              </p14:nvContentPartPr>
              <p14:xfrm>
                <a:off x="5305140" y="5745608"/>
                <a:ext cx="119160" cy="2160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3AF0B265-871D-EE67-D672-7F3FA328FA7F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5296500" y="5736608"/>
                  <a:ext cx="1368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7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596B5F75-3B04-2DB6-B7E8-807F2BC4E330}"/>
                    </a:ext>
                  </a:extLst>
                </p14:cNvPr>
                <p14:cNvContentPartPr/>
                <p14:nvPr/>
              </p14:nvContentPartPr>
              <p14:xfrm>
                <a:off x="5505300" y="5696648"/>
                <a:ext cx="12600" cy="2376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596B5F75-3B04-2DB6-B7E8-807F2BC4E330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5496300" y="5688008"/>
                  <a:ext cx="302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9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39ACA20E-52A3-F8E2-4237-846AEFC1D07B}"/>
                    </a:ext>
                  </a:extLst>
                </p14:cNvPr>
                <p14:cNvContentPartPr/>
                <p14:nvPr/>
              </p14:nvContentPartPr>
              <p14:xfrm>
                <a:off x="5161860" y="5695568"/>
                <a:ext cx="133200" cy="8244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39ACA20E-52A3-F8E2-4237-846AEFC1D07B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5153220" y="5686568"/>
                  <a:ext cx="150840" cy="10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2" name="Group 401">
            <a:extLst>
              <a:ext uri="{FF2B5EF4-FFF2-40B4-BE49-F238E27FC236}">
                <a16:creationId xmlns:a16="http://schemas.microsoft.com/office/drawing/2014/main" id="{B97046A3-B2D4-3291-C0AA-B6C6FA6AB29B}"/>
              </a:ext>
            </a:extLst>
          </p:cNvPr>
          <p:cNvGrpSpPr/>
          <p:nvPr/>
        </p:nvGrpSpPr>
        <p:grpSpPr>
          <a:xfrm>
            <a:off x="5723460" y="5411528"/>
            <a:ext cx="990000" cy="387360"/>
            <a:chOff x="5723460" y="5411528"/>
            <a:chExt cx="990000" cy="38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1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1C907351-27A9-28C6-DBB6-2ADE53F7AF43}"/>
                    </a:ext>
                  </a:extLst>
                </p14:cNvPr>
                <p14:cNvContentPartPr/>
                <p14:nvPr/>
              </p14:nvContentPartPr>
              <p14:xfrm>
                <a:off x="5723460" y="5555528"/>
                <a:ext cx="184680" cy="22284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1C907351-27A9-28C6-DBB6-2ADE53F7AF43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5714460" y="5546528"/>
                  <a:ext cx="2023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3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F5B387B7-0FB2-BE3E-2C99-47AEEA675C40}"/>
                    </a:ext>
                  </a:extLst>
                </p14:cNvPr>
                <p14:cNvContentPartPr/>
                <p14:nvPr/>
              </p14:nvContentPartPr>
              <p14:xfrm>
                <a:off x="5959620" y="5538248"/>
                <a:ext cx="116640" cy="24732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F5B387B7-0FB2-BE3E-2C99-47AEEA675C40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5950980" y="5529248"/>
                  <a:ext cx="1342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5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6100710A-954E-68CC-86DE-6B3211A107F4}"/>
                    </a:ext>
                  </a:extLst>
                </p14:cNvPr>
                <p14:cNvContentPartPr/>
                <p14:nvPr/>
              </p14:nvContentPartPr>
              <p14:xfrm>
                <a:off x="6073020" y="5651648"/>
                <a:ext cx="146160" cy="136800"/>
              </p14:xfrm>
            </p:contentPart>
          </mc:Choice>
          <mc:Fallback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6100710A-954E-68CC-86DE-6B3211A107F4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6064020" y="5642648"/>
                  <a:ext cx="1638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7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ABCC9B71-667D-6442-A2D8-47F15925E95F}"/>
                    </a:ext>
                  </a:extLst>
                </p14:cNvPr>
                <p14:cNvContentPartPr/>
                <p14:nvPr/>
              </p14:nvContentPartPr>
              <p14:xfrm>
                <a:off x="6203340" y="5553728"/>
                <a:ext cx="86040" cy="16812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ABCC9B71-667D-6442-A2D8-47F15925E95F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6194340" y="5545088"/>
                  <a:ext cx="1036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9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38B62C9F-FF0B-DB49-7E90-F58973A71C2C}"/>
                    </a:ext>
                  </a:extLst>
                </p14:cNvPr>
                <p14:cNvContentPartPr/>
                <p14:nvPr/>
              </p14:nvContentPartPr>
              <p14:xfrm>
                <a:off x="6161580" y="5411528"/>
                <a:ext cx="5760" cy="1800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38B62C9F-FF0B-DB49-7E90-F58973A71C2C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6152940" y="5402888"/>
                  <a:ext cx="234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1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4CAC66D1-FB62-7C31-3DEB-EB1B5E2B936E}"/>
                    </a:ext>
                  </a:extLst>
                </p14:cNvPr>
                <p14:cNvContentPartPr/>
                <p14:nvPr/>
              </p14:nvContentPartPr>
              <p14:xfrm>
                <a:off x="6275700" y="5483528"/>
                <a:ext cx="213840" cy="10620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4CAC66D1-FB62-7C31-3DEB-EB1B5E2B936E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6267060" y="5474528"/>
                  <a:ext cx="2314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3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9D365CF4-4FFE-E329-4DAA-F23FC58058D4}"/>
                    </a:ext>
                  </a:extLst>
                </p14:cNvPr>
                <p14:cNvContentPartPr/>
                <p14:nvPr/>
              </p14:nvContentPartPr>
              <p14:xfrm>
                <a:off x="6613740" y="5517368"/>
                <a:ext cx="99720" cy="28152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9D365CF4-4FFE-E329-4DAA-F23FC58058D4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6604740" y="5508728"/>
                  <a:ext cx="117360" cy="29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2C0CCCDF-3AB1-9C03-A810-C0579718633E}"/>
              </a:ext>
            </a:extLst>
          </p:cNvPr>
          <p:cNvGrpSpPr/>
          <p:nvPr/>
        </p:nvGrpSpPr>
        <p:grpSpPr>
          <a:xfrm>
            <a:off x="6918660" y="5455448"/>
            <a:ext cx="789840" cy="388080"/>
            <a:chOff x="6918660" y="5455448"/>
            <a:chExt cx="789840" cy="38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5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74AB12B2-0F25-2EC5-71B5-81CE736A9815}"/>
                    </a:ext>
                  </a:extLst>
                </p14:cNvPr>
                <p14:cNvContentPartPr/>
                <p14:nvPr/>
              </p14:nvContentPartPr>
              <p14:xfrm>
                <a:off x="6924780" y="5455448"/>
                <a:ext cx="141480" cy="38808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74AB12B2-0F25-2EC5-71B5-81CE736A9815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6916140" y="5446808"/>
                  <a:ext cx="15912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7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FAE8D75B-1A14-7D2E-0C6E-06DDA9632B99}"/>
                    </a:ext>
                  </a:extLst>
                </p14:cNvPr>
                <p14:cNvContentPartPr/>
                <p14:nvPr/>
              </p14:nvContentPartPr>
              <p14:xfrm>
                <a:off x="6918660" y="5677568"/>
                <a:ext cx="126360" cy="5328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FAE8D75B-1A14-7D2E-0C6E-06DDA9632B99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6910020" y="5668568"/>
                  <a:ext cx="1440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9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7A324D57-FFCD-743D-5C66-B3322B2AAE91}"/>
                    </a:ext>
                  </a:extLst>
                </p14:cNvPr>
                <p14:cNvContentPartPr/>
                <p14:nvPr/>
              </p14:nvContentPartPr>
              <p14:xfrm>
                <a:off x="7117740" y="5688728"/>
                <a:ext cx="32040" cy="8424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7A324D57-FFCD-743D-5C66-B3322B2AAE91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7108740" y="5680088"/>
                  <a:ext cx="496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1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9424B499-555C-1281-C9BB-599D67B99FB9}"/>
                    </a:ext>
                  </a:extLst>
                </p14:cNvPr>
                <p14:cNvContentPartPr/>
                <p14:nvPr/>
              </p14:nvContentPartPr>
              <p14:xfrm>
                <a:off x="7081380" y="5543288"/>
                <a:ext cx="360" cy="36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9424B499-555C-1281-C9BB-599D67B99FB9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7072380" y="553464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3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9E9DC20A-6CF8-6DD6-B2F5-1A8DFE55279A}"/>
                    </a:ext>
                  </a:extLst>
                </p14:cNvPr>
                <p14:cNvContentPartPr/>
                <p14:nvPr/>
              </p14:nvContentPartPr>
              <p14:xfrm>
                <a:off x="7210260" y="5509808"/>
                <a:ext cx="138960" cy="25236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9E9DC20A-6CF8-6DD6-B2F5-1A8DFE55279A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7201260" y="5500808"/>
                  <a:ext cx="1566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5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74377660-2FE8-7FD7-8964-A764B2E390B8}"/>
                    </a:ext>
                  </a:extLst>
                </p14:cNvPr>
                <p14:cNvContentPartPr/>
                <p14:nvPr/>
              </p14:nvContentPartPr>
              <p14:xfrm>
                <a:off x="7366140" y="5506928"/>
                <a:ext cx="84960" cy="25956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74377660-2FE8-7FD7-8964-A764B2E390B8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7357500" y="5498288"/>
                  <a:ext cx="1026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7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B5791DAD-37D4-74B6-1C08-91D1276498C7}"/>
                    </a:ext>
                  </a:extLst>
                </p14:cNvPr>
                <p14:cNvContentPartPr/>
                <p14:nvPr/>
              </p14:nvContentPartPr>
              <p14:xfrm>
                <a:off x="7361820" y="5596208"/>
                <a:ext cx="346680" cy="17640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B5791DAD-37D4-74B6-1C08-91D1276498C7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7352820" y="5587568"/>
                  <a:ext cx="3643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9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AE519858-ABBF-2476-1435-1FD8ABF69799}"/>
                    </a:ext>
                  </a:extLst>
                </p14:cNvPr>
                <p14:cNvContentPartPr/>
                <p14:nvPr/>
              </p14:nvContentPartPr>
              <p14:xfrm>
                <a:off x="7476660" y="5595848"/>
                <a:ext cx="51840" cy="10368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AE519858-ABBF-2476-1435-1FD8ABF69799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7468020" y="5586848"/>
                  <a:ext cx="69480" cy="1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8" name="Group 417">
            <a:extLst>
              <a:ext uri="{FF2B5EF4-FFF2-40B4-BE49-F238E27FC236}">
                <a16:creationId xmlns:a16="http://schemas.microsoft.com/office/drawing/2014/main" id="{E72446B8-EA25-152D-A9EA-8BFDFB8EF298}"/>
              </a:ext>
            </a:extLst>
          </p:cNvPr>
          <p:cNvGrpSpPr/>
          <p:nvPr/>
        </p:nvGrpSpPr>
        <p:grpSpPr>
          <a:xfrm>
            <a:off x="7906140" y="5499728"/>
            <a:ext cx="488160" cy="254880"/>
            <a:chOff x="7906140" y="5499728"/>
            <a:chExt cx="488160" cy="25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1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5EC8504E-2E9A-07AD-A5C2-75DB3CDE6073}"/>
                    </a:ext>
                  </a:extLst>
                </p14:cNvPr>
                <p14:cNvContentPartPr/>
                <p14:nvPr/>
              </p14:nvContentPartPr>
              <p14:xfrm>
                <a:off x="7906140" y="5499728"/>
                <a:ext cx="257760" cy="25488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5EC8504E-2E9A-07AD-A5C2-75DB3CDE6073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7897500" y="5491088"/>
                  <a:ext cx="27540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3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CF5F963C-6A91-703E-B2A2-75A62B5C4CB6}"/>
                    </a:ext>
                  </a:extLst>
                </p14:cNvPr>
                <p14:cNvContentPartPr/>
                <p14:nvPr/>
              </p14:nvContentPartPr>
              <p14:xfrm>
                <a:off x="8162460" y="5614568"/>
                <a:ext cx="104760" cy="8424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CF5F963C-6A91-703E-B2A2-75A62B5C4CB6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8153460" y="5605568"/>
                  <a:ext cx="1224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5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9F87F54A-C671-79A4-9028-E9BF0BA47D4D}"/>
                    </a:ext>
                  </a:extLst>
                </p14:cNvPr>
                <p14:cNvContentPartPr/>
                <p14:nvPr/>
              </p14:nvContentPartPr>
              <p14:xfrm>
                <a:off x="8278740" y="5558768"/>
                <a:ext cx="115560" cy="17172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9F87F54A-C671-79A4-9028-E9BF0BA47D4D}"/>
                    </a:ext>
                  </a:extLst>
                </p:cNvPr>
                <p:cNvPicPr/>
                <p:nvPr/>
              </p:nvPicPr>
              <p:blipFill>
                <a:blip r:embed="rId686"/>
                <a:stretch>
                  <a:fillRect/>
                </a:stretch>
              </p:blipFill>
              <p:spPr>
                <a:xfrm>
                  <a:off x="8270100" y="5550128"/>
                  <a:ext cx="13320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C0C8BBF5-B195-9CA2-78A0-A13ECF3BA584}"/>
              </a:ext>
            </a:extLst>
          </p:cNvPr>
          <p:cNvGrpSpPr/>
          <p:nvPr/>
        </p:nvGrpSpPr>
        <p:grpSpPr>
          <a:xfrm>
            <a:off x="8639820" y="5441048"/>
            <a:ext cx="725760" cy="267840"/>
            <a:chOff x="8639820" y="5441048"/>
            <a:chExt cx="725760" cy="26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7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2A197F5A-DA4E-865B-6D63-057459D01486}"/>
                    </a:ext>
                  </a:extLst>
                </p14:cNvPr>
                <p14:cNvContentPartPr/>
                <p14:nvPr/>
              </p14:nvContentPartPr>
              <p14:xfrm>
                <a:off x="8639820" y="5441048"/>
                <a:ext cx="524160" cy="25272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2A197F5A-DA4E-865B-6D63-057459D01486}"/>
                    </a:ext>
                  </a:extLst>
                </p:cNvPr>
                <p:cNvPicPr/>
                <p:nvPr/>
              </p:nvPicPr>
              <p:blipFill>
                <a:blip r:embed="rId688"/>
                <a:stretch>
                  <a:fillRect/>
                </a:stretch>
              </p:blipFill>
              <p:spPr>
                <a:xfrm>
                  <a:off x="8630820" y="5432048"/>
                  <a:ext cx="5418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9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3356AA3A-957E-B89F-FF61-5394D3FBD3D5}"/>
                    </a:ext>
                  </a:extLst>
                </p14:cNvPr>
                <p14:cNvContentPartPr/>
                <p14:nvPr/>
              </p14:nvContentPartPr>
              <p14:xfrm>
                <a:off x="9128340" y="5585048"/>
                <a:ext cx="237240" cy="12384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3356AA3A-957E-B89F-FF61-5394D3FBD3D5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9119340" y="5576048"/>
                  <a:ext cx="25488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6" name="Group 415">
            <a:extLst>
              <a:ext uri="{FF2B5EF4-FFF2-40B4-BE49-F238E27FC236}">
                <a16:creationId xmlns:a16="http://schemas.microsoft.com/office/drawing/2014/main" id="{8505D9C9-41A7-B3C9-D27F-5D933606CA26}"/>
              </a:ext>
            </a:extLst>
          </p:cNvPr>
          <p:cNvGrpSpPr/>
          <p:nvPr/>
        </p:nvGrpSpPr>
        <p:grpSpPr>
          <a:xfrm>
            <a:off x="9611460" y="5428808"/>
            <a:ext cx="987480" cy="406440"/>
            <a:chOff x="9611460" y="5428808"/>
            <a:chExt cx="987480" cy="40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1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4088B4C0-8F69-82D4-426E-F19DCCC72913}"/>
                    </a:ext>
                  </a:extLst>
                </p14:cNvPr>
                <p14:cNvContentPartPr/>
                <p14:nvPr/>
              </p14:nvContentPartPr>
              <p14:xfrm>
                <a:off x="9611460" y="5584688"/>
                <a:ext cx="126000" cy="11304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4088B4C0-8F69-82D4-426E-F19DCCC72913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9602820" y="5576048"/>
                  <a:ext cx="1436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3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320F1B3B-4FF5-5DF3-3AFA-EEF0BFA02D6D}"/>
                    </a:ext>
                  </a:extLst>
                </p14:cNvPr>
                <p14:cNvContentPartPr/>
                <p14:nvPr/>
              </p14:nvContentPartPr>
              <p14:xfrm>
                <a:off x="9808380" y="5590088"/>
                <a:ext cx="84240" cy="23076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320F1B3B-4FF5-5DF3-3AFA-EEF0BFA02D6D}"/>
                    </a:ext>
                  </a:extLst>
                </p:cNvPr>
                <p:cNvPicPr/>
                <p:nvPr/>
              </p:nvPicPr>
              <p:blipFill>
                <a:blip r:embed="rId694"/>
                <a:stretch>
                  <a:fillRect/>
                </a:stretch>
              </p:blipFill>
              <p:spPr>
                <a:xfrm>
                  <a:off x="9799740" y="5581448"/>
                  <a:ext cx="1018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5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76D7F912-5A6C-4B7F-970A-D22098B0457C}"/>
                    </a:ext>
                  </a:extLst>
                </p14:cNvPr>
                <p14:cNvContentPartPr/>
                <p14:nvPr/>
              </p14:nvContentPartPr>
              <p14:xfrm>
                <a:off x="9958860" y="5589008"/>
                <a:ext cx="94680" cy="24624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76D7F912-5A6C-4B7F-970A-D22098B0457C}"/>
                    </a:ext>
                  </a:extLst>
                </p:cNvPr>
                <p:cNvPicPr/>
                <p:nvPr/>
              </p:nvPicPr>
              <p:blipFill>
                <a:blip r:embed="rId696"/>
                <a:stretch>
                  <a:fillRect/>
                </a:stretch>
              </p:blipFill>
              <p:spPr>
                <a:xfrm>
                  <a:off x="9949860" y="5580008"/>
                  <a:ext cx="1123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7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9868E413-BD0D-7217-45D8-12B30F09BE30}"/>
                    </a:ext>
                  </a:extLst>
                </p14:cNvPr>
                <p14:cNvContentPartPr/>
                <p14:nvPr/>
              </p14:nvContentPartPr>
              <p14:xfrm>
                <a:off x="10089900" y="5449688"/>
                <a:ext cx="158400" cy="25488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9868E413-BD0D-7217-45D8-12B30F09BE30}"/>
                    </a:ext>
                  </a:extLst>
                </p:cNvPr>
                <p:cNvPicPr/>
                <p:nvPr/>
              </p:nvPicPr>
              <p:blipFill>
                <a:blip r:embed="rId698"/>
                <a:stretch>
                  <a:fillRect/>
                </a:stretch>
              </p:blipFill>
              <p:spPr>
                <a:xfrm>
                  <a:off x="10080900" y="5441048"/>
                  <a:ext cx="17604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9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31E7C666-F951-E57C-472D-BA2DD124589E}"/>
                    </a:ext>
                  </a:extLst>
                </p14:cNvPr>
                <p14:cNvContentPartPr/>
                <p14:nvPr/>
              </p14:nvContentPartPr>
              <p14:xfrm>
                <a:off x="10214100" y="5465528"/>
                <a:ext cx="2520" cy="1872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31E7C666-F951-E57C-472D-BA2DD124589E}"/>
                    </a:ext>
                  </a:extLst>
                </p:cNvPr>
                <p:cNvPicPr/>
                <p:nvPr/>
              </p:nvPicPr>
              <p:blipFill>
                <a:blip r:embed="rId700"/>
                <a:stretch>
                  <a:fillRect/>
                </a:stretch>
              </p:blipFill>
              <p:spPr>
                <a:xfrm>
                  <a:off x="10205100" y="5456528"/>
                  <a:ext cx="201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1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8A19BE01-7D62-FA2B-E25B-D0B05808FB91}"/>
                    </a:ext>
                  </a:extLst>
                </p14:cNvPr>
                <p14:cNvContentPartPr/>
                <p14:nvPr/>
              </p14:nvContentPartPr>
              <p14:xfrm>
                <a:off x="10348020" y="5555888"/>
                <a:ext cx="57600" cy="15516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8A19BE01-7D62-FA2B-E25B-D0B05808FB91}"/>
                    </a:ext>
                  </a:extLst>
                </p:cNvPr>
                <p:cNvPicPr/>
                <p:nvPr/>
              </p:nvPicPr>
              <p:blipFill>
                <a:blip r:embed="rId702"/>
                <a:stretch>
                  <a:fillRect/>
                </a:stretch>
              </p:blipFill>
              <p:spPr>
                <a:xfrm>
                  <a:off x="10339380" y="5547248"/>
                  <a:ext cx="752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3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6E7E04BB-2A2E-CEB2-B734-8BE20441B4F7}"/>
                    </a:ext>
                  </a:extLst>
                </p14:cNvPr>
                <p14:cNvContentPartPr/>
                <p14:nvPr/>
              </p14:nvContentPartPr>
              <p14:xfrm>
                <a:off x="10498500" y="5428808"/>
                <a:ext cx="100440" cy="25560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6E7E04BB-2A2E-CEB2-B734-8BE20441B4F7}"/>
                    </a:ext>
                  </a:extLst>
                </p:cNvPr>
                <p:cNvPicPr/>
                <p:nvPr/>
              </p:nvPicPr>
              <p:blipFill>
                <a:blip r:embed="rId704"/>
                <a:stretch>
                  <a:fillRect/>
                </a:stretch>
              </p:blipFill>
              <p:spPr>
                <a:xfrm>
                  <a:off x="10489860" y="5419808"/>
                  <a:ext cx="118080" cy="27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5" name="Group 424">
            <a:extLst>
              <a:ext uri="{FF2B5EF4-FFF2-40B4-BE49-F238E27FC236}">
                <a16:creationId xmlns:a16="http://schemas.microsoft.com/office/drawing/2014/main" id="{2EFFE0B0-E950-89E7-B21D-9ADCA6F64D20}"/>
              </a:ext>
            </a:extLst>
          </p:cNvPr>
          <p:cNvGrpSpPr/>
          <p:nvPr/>
        </p:nvGrpSpPr>
        <p:grpSpPr>
          <a:xfrm>
            <a:off x="10889460" y="5366888"/>
            <a:ext cx="898560" cy="323280"/>
            <a:chOff x="10889460" y="5366888"/>
            <a:chExt cx="898560" cy="32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5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BB016D00-87D2-575B-FB8B-1A6D790B5133}"/>
                    </a:ext>
                  </a:extLst>
                </p14:cNvPr>
                <p14:cNvContentPartPr/>
                <p14:nvPr/>
              </p14:nvContentPartPr>
              <p14:xfrm>
                <a:off x="10889460" y="5366888"/>
                <a:ext cx="94320" cy="32328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BB016D00-87D2-575B-FB8B-1A6D790B5133}"/>
                    </a:ext>
                  </a:extLst>
                </p:cNvPr>
                <p:cNvPicPr/>
                <p:nvPr/>
              </p:nvPicPr>
              <p:blipFill>
                <a:blip r:embed="rId706"/>
                <a:stretch>
                  <a:fillRect/>
                </a:stretch>
              </p:blipFill>
              <p:spPr>
                <a:xfrm>
                  <a:off x="10880820" y="5357888"/>
                  <a:ext cx="11196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7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029BA350-43BE-3FEA-9002-6058AF9F126A}"/>
                    </a:ext>
                  </a:extLst>
                </p14:cNvPr>
                <p14:cNvContentPartPr/>
                <p14:nvPr/>
              </p14:nvContentPartPr>
              <p14:xfrm>
                <a:off x="10890900" y="5527448"/>
                <a:ext cx="118440" cy="1296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029BA350-43BE-3FEA-9002-6058AF9F126A}"/>
                    </a:ext>
                  </a:extLst>
                </p:cNvPr>
                <p:cNvPicPr/>
                <p:nvPr/>
              </p:nvPicPr>
              <p:blipFill>
                <a:blip r:embed="rId708"/>
                <a:stretch>
                  <a:fillRect/>
                </a:stretch>
              </p:blipFill>
              <p:spPr>
                <a:xfrm>
                  <a:off x="10882260" y="5518448"/>
                  <a:ext cx="1360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9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57FB9824-BE7C-8B49-274C-678799BC36D9}"/>
                    </a:ext>
                  </a:extLst>
                </p14:cNvPr>
                <p14:cNvContentPartPr/>
                <p14:nvPr/>
              </p14:nvContentPartPr>
              <p14:xfrm>
                <a:off x="11024460" y="5537168"/>
                <a:ext cx="218160" cy="14148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57FB9824-BE7C-8B49-274C-678799BC36D9}"/>
                    </a:ext>
                  </a:extLst>
                </p:cNvPr>
                <p:cNvPicPr/>
                <p:nvPr/>
              </p:nvPicPr>
              <p:blipFill>
                <a:blip r:embed="rId710"/>
                <a:stretch>
                  <a:fillRect/>
                </a:stretch>
              </p:blipFill>
              <p:spPr>
                <a:xfrm>
                  <a:off x="11015820" y="5528528"/>
                  <a:ext cx="2358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1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429124E2-1B09-4FC4-B92C-A6606224288F}"/>
                    </a:ext>
                  </a:extLst>
                </p14:cNvPr>
                <p14:cNvContentPartPr/>
                <p14:nvPr/>
              </p14:nvContentPartPr>
              <p14:xfrm>
                <a:off x="11294820" y="5553728"/>
                <a:ext cx="50040" cy="11556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429124E2-1B09-4FC4-B92C-A6606224288F}"/>
                    </a:ext>
                  </a:extLst>
                </p:cNvPr>
                <p:cNvPicPr/>
                <p:nvPr/>
              </p:nvPicPr>
              <p:blipFill>
                <a:blip r:embed="rId712"/>
                <a:stretch>
                  <a:fillRect/>
                </a:stretch>
              </p:blipFill>
              <p:spPr>
                <a:xfrm>
                  <a:off x="11285820" y="5545088"/>
                  <a:ext cx="676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3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3022272F-7F4B-FBFE-713B-A37329A62F47}"/>
                    </a:ext>
                  </a:extLst>
                </p14:cNvPr>
                <p14:cNvContentPartPr/>
                <p14:nvPr/>
              </p14:nvContentPartPr>
              <p14:xfrm>
                <a:off x="11273940" y="5413328"/>
                <a:ext cx="12960" cy="2160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3022272F-7F4B-FBFE-713B-A37329A62F47}"/>
                    </a:ext>
                  </a:extLst>
                </p:cNvPr>
                <p:cNvPicPr/>
                <p:nvPr/>
              </p:nvPicPr>
              <p:blipFill>
                <a:blip r:embed="rId714"/>
                <a:stretch>
                  <a:fillRect/>
                </a:stretch>
              </p:blipFill>
              <p:spPr>
                <a:xfrm>
                  <a:off x="11265300" y="5404688"/>
                  <a:ext cx="306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5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73395EBC-7884-76CE-3BE6-1B5EA2066A62}"/>
                    </a:ext>
                  </a:extLst>
                </p14:cNvPr>
                <p14:cNvContentPartPr/>
                <p14:nvPr/>
              </p14:nvContentPartPr>
              <p14:xfrm>
                <a:off x="11413620" y="5512328"/>
                <a:ext cx="374400" cy="15228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73395EBC-7884-76CE-3BE6-1B5EA2066A62}"/>
                    </a:ext>
                  </a:extLst>
                </p:cNvPr>
                <p:cNvPicPr/>
                <p:nvPr/>
              </p:nvPicPr>
              <p:blipFill>
                <a:blip r:embed="rId716"/>
                <a:stretch>
                  <a:fillRect/>
                </a:stretch>
              </p:blipFill>
              <p:spPr>
                <a:xfrm>
                  <a:off x="11404980" y="5503688"/>
                  <a:ext cx="39204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2" name="Group 451">
            <a:extLst>
              <a:ext uri="{FF2B5EF4-FFF2-40B4-BE49-F238E27FC236}">
                <a16:creationId xmlns:a16="http://schemas.microsoft.com/office/drawing/2014/main" id="{DC794CF4-0CBE-B40C-B986-D7C67D9F4D2E}"/>
              </a:ext>
            </a:extLst>
          </p:cNvPr>
          <p:cNvGrpSpPr/>
          <p:nvPr/>
        </p:nvGrpSpPr>
        <p:grpSpPr>
          <a:xfrm>
            <a:off x="949500" y="6171848"/>
            <a:ext cx="1043640" cy="249120"/>
            <a:chOff x="949500" y="6171848"/>
            <a:chExt cx="1043640" cy="24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7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76EE9D93-2C51-E674-575C-E6B3E7C580A0}"/>
                    </a:ext>
                  </a:extLst>
                </p14:cNvPr>
                <p14:cNvContentPartPr/>
                <p14:nvPr/>
              </p14:nvContentPartPr>
              <p14:xfrm>
                <a:off x="949500" y="6223688"/>
                <a:ext cx="183240" cy="19332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76EE9D93-2C51-E674-575C-E6B3E7C580A0}"/>
                    </a:ext>
                  </a:extLst>
                </p:cNvPr>
                <p:cNvPicPr/>
                <p:nvPr/>
              </p:nvPicPr>
              <p:blipFill>
                <a:blip r:embed="rId718"/>
                <a:stretch>
                  <a:fillRect/>
                </a:stretch>
              </p:blipFill>
              <p:spPr>
                <a:xfrm>
                  <a:off x="940860" y="6215048"/>
                  <a:ext cx="2008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9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07AD90A9-9540-94AB-A522-4B1A9381A257}"/>
                    </a:ext>
                  </a:extLst>
                </p14:cNvPr>
                <p14:cNvContentPartPr/>
                <p14:nvPr/>
              </p14:nvContentPartPr>
              <p14:xfrm>
                <a:off x="1171620" y="6325928"/>
                <a:ext cx="158400" cy="9504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07AD90A9-9540-94AB-A522-4B1A9381A257}"/>
                    </a:ext>
                  </a:extLst>
                </p:cNvPr>
                <p:cNvPicPr/>
                <p:nvPr/>
              </p:nvPicPr>
              <p:blipFill>
                <a:blip r:embed="rId720"/>
                <a:stretch>
                  <a:fillRect/>
                </a:stretch>
              </p:blipFill>
              <p:spPr>
                <a:xfrm>
                  <a:off x="1162980" y="6317288"/>
                  <a:ext cx="1760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1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89A81AA4-2663-739C-D826-F25F55B0D025}"/>
                    </a:ext>
                  </a:extLst>
                </p14:cNvPr>
                <p14:cNvContentPartPr/>
                <p14:nvPr/>
              </p14:nvContentPartPr>
              <p14:xfrm>
                <a:off x="1355940" y="6354008"/>
                <a:ext cx="167760" cy="6264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89A81AA4-2663-739C-D826-F25F55B0D025}"/>
                    </a:ext>
                  </a:extLst>
                </p:cNvPr>
                <p:cNvPicPr/>
                <p:nvPr/>
              </p:nvPicPr>
              <p:blipFill>
                <a:blip r:embed="rId722"/>
                <a:stretch>
                  <a:fillRect/>
                </a:stretch>
              </p:blipFill>
              <p:spPr>
                <a:xfrm>
                  <a:off x="1346940" y="6345008"/>
                  <a:ext cx="1854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3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0DA278FD-60B4-1CCC-EA06-F90E08535C87}"/>
                    </a:ext>
                  </a:extLst>
                </p14:cNvPr>
                <p14:cNvContentPartPr/>
                <p14:nvPr/>
              </p14:nvContentPartPr>
              <p14:xfrm>
                <a:off x="1558620" y="6340688"/>
                <a:ext cx="174600" cy="5292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0DA278FD-60B4-1CCC-EA06-F90E08535C87}"/>
                    </a:ext>
                  </a:extLst>
                </p:cNvPr>
                <p:cNvPicPr/>
                <p:nvPr/>
              </p:nvPicPr>
              <p:blipFill>
                <a:blip r:embed="rId724"/>
                <a:stretch>
                  <a:fillRect/>
                </a:stretch>
              </p:blipFill>
              <p:spPr>
                <a:xfrm>
                  <a:off x="1549620" y="6331688"/>
                  <a:ext cx="1922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5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9DC1A5A5-B29D-31EC-52B9-AF9A8AE1D69F}"/>
                    </a:ext>
                  </a:extLst>
                </p14:cNvPr>
                <p14:cNvContentPartPr/>
                <p14:nvPr/>
              </p14:nvContentPartPr>
              <p14:xfrm>
                <a:off x="1771380" y="6323408"/>
                <a:ext cx="83160" cy="92880"/>
              </p14:xfrm>
            </p:contentPart>
          </mc:Choice>
          <mc:Fallback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9DC1A5A5-B29D-31EC-52B9-AF9A8AE1D69F}"/>
                    </a:ext>
                  </a:extLst>
                </p:cNvPr>
                <p:cNvPicPr/>
                <p:nvPr/>
              </p:nvPicPr>
              <p:blipFill>
                <a:blip r:embed="rId726"/>
                <a:stretch>
                  <a:fillRect/>
                </a:stretch>
              </p:blipFill>
              <p:spPr>
                <a:xfrm>
                  <a:off x="1762740" y="6314408"/>
                  <a:ext cx="1008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7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6016F7B7-7D27-6624-B9A6-46FF30C22EBB}"/>
                    </a:ext>
                  </a:extLst>
                </p14:cNvPr>
                <p14:cNvContentPartPr/>
                <p14:nvPr/>
              </p14:nvContentPartPr>
              <p14:xfrm>
                <a:off x="1841940" y="6171848"/>
                <a:ext cx="151200" cy="231480"/>
              </p14:xfrm>
            </p:contentPart>
          </mc:Choice>
          <mc:Fallback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6016F7B7-7D27-6624-B9A6-46FF30C22EBB}"/>
                    </a:ext>
                  </a:extLst>
                </p:cNvPr>
                <p:cNvPicPr/>
                <p:nvPr/>
              </p:nvPicPr>
              <p:blipFill>
                <a:blip r:embed="rId728"/>
                <a:stretch>
                  <a:fillRect/>
                </a:stretch>
              </p:blipFill>
              <p:spPr>
                <a:xfrm>
                  <a:off x="1833300" y="6163208"/>
                  <a:ext cx="168840" cy="24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9">
            <p14:nvContentPartPr>
              <p14:cNvPr id="432" name="Ink 431">
                <a:extLst>
                  <a:ext uri="{FF2B5EF4-FFF2-40B4-BE49-F238E27FC236}">
                    <a16:creationId xmlns:a16="http://schemas.microsoft.com/office/drawing/2014/main" id="{39FE4B25-974D-AE6A-4B72-008CA8610D5F}"/>
                  </a:ext>
                </a:extLst>
              </p14:cNvPr>
              <p14:cNvContentPartPr/>
              <p14:nvPr/>
            </p14:nvContentPartPr>
            <p14:xfrm>
              <a:off x="2264940" y="6156368"/>
              <a:ext cx="343080" cy="240120"/>
            </p14:xfrm>
          </p:contentPart>
        </mc:Choice>
        <mc:Fallback>
          <p:pic>
            <p:nvPicPr>
              <p:cNvPr id="432" name="Ink 431">
                <a:extLst>
                  <a:ext uri="{FF2B5EF4-FFF2-40B4-BE49-F238E27FC236}">
                    <a16:creationId xmlns:a16="http://schemas.microsoft.com/office/drawing/2014/main" id="{39FE4B25-974D-AE6A-4B72-008CA8610D5F}"/>
                  </a:ext>
                </a:extLst>
              </p:cNvPr>
              <p:cNvPicPr/>
              <p:nvPr/>
            </p:nvPicPr>
            <p:blipFill>
              <a:blip r:embed="rId730"/>
              <a:stretch>
                <a:fillRect/>
              </a:stretch>
            </p:blipFill>
            <p:spPr>
              <a:xfrm>
                <a:off x="2256300" y="6147728"/>
                <a:ext cx="360720" cy="257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51" name="Group 450">
            <a:extLst>
              <a:ext uri="{FF2B5EF4-FFF2-40B4-BE49-F238E27FC236}">
                <a16:creationId xmlns:a16="http://schemas.microsoft.com/office/drawing/2014/main" id="{0DF8E519-BC61-3313-DD33-D04FFE7244E1}"/>
              </a:ext>
            </a:extLst>
          </p:cNvPr>
          <p:cNvGrpSpPr/>
          <p:nvPr/>
        </p:nvGrpSpPr>
        <p:grpSpPr>
          <a:xfrm>
            <a:off x="3834180" y="6203168"/>
            <a:ext cx="348480" cy="182160"/>
            <a:chOff x="3834180" y="6203168"/>
            <a:chExt cx="348480" cy="18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1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BD503058-CB47-35BE-28AF-8ED55E3455ED}"/>
                    </a:ext>
                  </a:extLst>
                </p14:cNvPr>
                <p14:cNvContentPartPr/>
                <p14:nvPr/>
              </p14:nvContentPartPr>
              <p14:xfrm>
                <a:off x="3865140" y="6317648"/>
                <a:ext cx="59760" cy="6768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BD503058-CB47-35BE-28AF-8ED55E3455ED}"/>
                    </a:ext>
                  </a:extLst>
                </p:cNvPr>
                <p:cNvPicPr/>
                <p:nvPr/>
              </p:nvPicPr>
              <p:blipFill>
                <a:blip r:embed="rId732"/>
                <a:stretch>
                  <a:fillRect/>
                </a:stretch>
              </p:blipFill>
              <p:spPr>
                <a:xfrm>
                  <a:off x="3856500" y="6308648"/>
                  <a:ext cx="774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3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FBA53C33-AD0A-C505-2132-2E97C5A5BABC}"/>
                    </a:ext>
                  </a:extLst>
                </p14:cNvPr>
                <p14:cNvContentPartPr/>
                <p14:nvPr/>
              </p14:nvContentPartPr>
              <p14:xfrm>
                <a:off x="3834180" y="6203168"/>
                <a:ext cx="28800" cy="23760"/>
              </p14:xfrm>
            </p:contentPart>
          </mc:Choice>
          <mc:Fallback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FBA53C33-AD0A-C505-2132-2E97C5A5BABC}"/>
                    </a:ext>
                  </a:extLst>
                </p:cNvPr>
                <p:cNvPicPr/>
                <p:nvPr/>
              </p:nvPicPr>
              <p:blipFill>
                <a:blip r:embed="rId734"/>
                <a:stretch>
                  <a:fillRect/>
                </a:stretch>
              </p:blipFill>
              <p:spPr>
                <a:xfrm>
                  <a:off x="3825180" y="6194528"/>
                  <a:ext cx="464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5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51110CAA-3452-C128-5115-75969FA4FFD5}"/>
                    </a:ext>
                  </a:extLst>
                </p14:cNvPr>
                <p14:cNvContentPartPr/>
                <p14:nvPr/>
              </p14:nvContentPartPr>
              <p14:xfrm>
                <a:off x="3953700" y="6301808"/>
                <a:ext cx="228960" cy="8280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51110CAA-3452-C128-5115-75969FA4FFD5}"/>
                    </a:ext>
                  </a:extLst>
                </p:cNvPr>
                <p:cNvPicPr/>
                <p:nvPr/>
              </p:nvPicPr>
              <p:blipFill>
                <a:blip r:embed="rId736"/>
                <a:stretch>
                  <a:fillRect/>
                </a:stretch>
              </p:blipFill>
              <p:spPr>
                <a:xfrm>
                  <a:off x="3944700" y="6293168"/>
                  <a:ext cx="24660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5706E936-088B-2F7F-DC36-E5492347B67B}"/>
              </a:ext>
            </a:extLst>
          </p:cNvPr>
          <p:cNvGrpSpPr/>
          <p:nvPr/>
        </p:nvGrpSpPr>
        <p:grpSpPr>
          <a:xfrm>
            <a:off x="2912220" y="6153488"/>
            <a:ext cx="672120" cy="238320"/>
            <a:chOff x="2912220" y="6153488"/>
            <a:chExt cx="672120" cy="23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7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2230EB3B-C577-0FE0-9D32-1A2327018F56}"/>
                    </a:ext>
                  </a:extLst>
                </p14:cNvPr>
                <p14:cNvContentPartPr/>
                <p14:nvPr/>
              </p14:nvContentPartPr>
              <p14:xfrm>
                <a:off x="2912220" y="6153488"/>
                <a:ext cx="138240" cy="237240"/>
              </p14:xfrm>
            </p:contentPart>
          </mc:Choice>
          <mc:Fallback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2230EB3B-C577-0FE0-9D32-1A2327018F56}"/>
                    </a:ext>
                  </a:extLst>
                </p:cNvPr>
                <p:cNvPicPr/>
                <p:nvPr/>
              </p:nvPicPr>
              <p:blipFill>
                <a:blip r:embed="rId738"/>
                <a:stretch>
                  <a:fillRect/>
                </a:stretch>
              </p:blipFill>
              <p:spPr>
                <a:xfrm>
                  <a:off x="2903220" y="6144848"/>
                  <a:ext cx="15588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9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26DE2084-45A0-8F42-89C1-C3709471DACF}"/>
                    </a:ext>
                  </a:extLst>
                </p14:cNvPr>
                <p14:cNvContentPartPr/>
                <p14:nvPr/>
              </p14:nvContentPartPr>
              <p14:xfrm>
                <a:off x="3105180" y="6306488"/>
                <a:ext cx="106200" cy="85320"/>
              </p14:xfrm>
            </p:contentPart>
          </mc:Choice>
          <mc:Fallback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26DE2084-45A0-8F42-89C1-C3709471DACF}"/>
                    </a:ext>
                  </a:extLst>
                </p:cNvPr>
                <p:cNvPicPr/>
                <p:nvPr/>
              </p:nvPicPr>
              <p:blipFill>
                <a:blip r:embed="rId740"/>
                <a:stretch>
                  <a:fillRect/>
                </a:stretch>
              </p:blipFill>
              <p:spPr>
                <a:xfrm>
                  <a:off x="3096180" y="6297488"/>
                  <a:ext cx="1238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1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666F063A-C502-82B0-04F0-0CD266E19369}"/>
                    </a:ext>
                  </a:extLst>
                </p14:cNvPr>
                <p14:cNvContentPartPr/>
                <p14:nvPr/>
              </p14:nvContentPartPr>
              <p14:xfrm>
                <a:off x="3293820" y="6275888"/>
                <a:ext cx="273600" cy="97560"/>
              </p14:xfrm>
            </p:contentPart>
          </mc:Choice>
          <mc:Fallback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666F063A-C502-82B0-04F0-0CD266E19369}"/>
                    </a:ext>
                  </a:extLst>
                </p:cNvPr>
                <p:cNvPicPr/>
                <p:nvPr/>
              </p:nvPicPr>
              <p:blipFill>
                <a:blip r:embed="rId742"/>
                <a:stretch>
                  <a:fillRect/>
                </a:stretch>
              </p:blipFill>
              <p:spPr>
                <a:xfrm>
                  <a:off x="3284820" y="6267248"/>
                  <a:ext cx="2912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3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E5E17C41-C60E-69E8-0C72-E11D64B648B9}"/>
                    </a:ext>
                  </a:extLst>
                </p14:cNvPr>
                <p14:cNvContentPartPr/>
                <p14:nvPr/>
              </p14:nvContentPartPr>
              <p14:xfrm>
                <a:off x="3543300" y="6364088"/>
                <a:ext cx="41040" cy="360"/>
              </p14:xfrm>
            </p:contentPart>
          </mc:Choice>
          <mc:Fallback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E5E17C41-C60E-69E8-0C72-E11D64B648B9}"/>
                    </a:ext>
                  </a:extLst>
                </p:cNvPr>
                <p:cNvPicPr/>
                <p:nvPr/>
              </p:nvPicPr>
              <p:blipFill>
                <a:blip r:embed="rId744"/>
                <a:stretch>
                  <a:fillRect/>
                </a:stretch>
              </p:blipFill>
              <p:spPr>
                <a:xfrm>
                  <a:off x="3534300" y="6355448"/>
                  <a:ext cx="5868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9" name="Group 448">
            <a:extLst>
              <a:ext uri="{FF2B5EF4-FFF2-40B4-BE49-F238E27FC236}">
                <a16:creationId xmlns:a16="http://schemas.microsoft.com/office/drawing/2014/main" id="{B36B4E6C-B0FD-76DB-67D1-01AADEA0877C}"/>
              </a:ext>
            </a:extLst>
          </p:cNvPr>
          <p:cNvGrpSpPr/>
          <p:nvPr/>
        </p:nvGrpSpPr>
        <p:grpSpPr>
          <a:xfrm>
            <a:off x="4407660" y="6091568"/>
            <a:ext cx="1715760" cy="304920"/>
            <a:chOff x="4407660" y="6091568"/>
            <a:chExt cx="1715760" cy="30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5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4FFA96D4-FB7C-A213-A1EF-D502A95AB8B9}"/>
                    </a:ext>
                  </a:extLst>
                </p14:cNvPr>
                <p14:cNvContentPartPr/>
                <p14:nvPr/>
              </p14:nvContentPartPr>
              <p14:xfrm>
                <a:off x="4407660" y="6220088"/>
                <a:ext cx="252360" cy="17640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4FFA96D4-FB7C-A213-A1EF-D502A95AB8B9}"/>
                    </a:ext>
                  </a:extLst>
                </p:cNvPr>
                <p:cNvPicPr/>
                <p:nvPr/>
              </p:nvPicPr>
              <p:blipFill>
                <a:blip r:embed="rId746"/>
                <a:stretch>
                  <a:fillRect/>
                </a:stretch>
              </p:blipFill>
              <p:spPr>
                <a:xfrm>
                  <a:off x="4399020" y="6211448"/>
                  <a:ext cx="2700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7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6A8B9E3A-8673-C440-11C7-284335A1210D}"/>
                    </a:ext>
                  </a:extLst>
                </p14:cNvPr>
                <p14:cNvContentPartPr/>
                <p14:nvPr/>
              </p14:nvContentPartPr>
              <p14:xfrm>
                <a:off x="4735980" y="6091568"/>
                <a:ext cx="236160" cy="258840"/>
              </p14:xfrm>
            </p:contentPart>
          </mc:Choice>
          <mc:Fallback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6A8B9E3A-8673-C440-11C7-284335A1210D}"/>
                    </a:ext>
                  </a:extLst>
                </p:cNvPr>
                <p:cNvPicPr/>
                <p:nvPr/>
              </p:nvPicPr>
              <p:blipFill>
                <a:blip r:embed="rId748"/>
                <a:stretch>
                  <a:fillRect/>
                </a:stretch>
              </p:blipFill>
              <p:spPr>
                <a:xfrm>
                  <a:off x="4726980" y="6082928"/>
                  <a:ext cx="2538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9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4A9E82C1-F1AB-6D58-1DBC-A47AA8995A4F}"/>
                    </a:ext>
                  </a:extLst>
                </p14:cNvPr>
                <p14:cNvContentPartPr/>
                <p14:nvPr/>
              </p14:nvContentPartPr>
              <p14:xfrm>
                <a:off x="5099220" y="6279128"/>
                <a:ext cx="54720" cy="18000"/>
              </p14:xfrm>
            </p:contentPart>
          </mc:Choice>
          <mc:Fallback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4A9E82C1-F1AB-6D58-1DBC-A47AA8995A4F}"/>
                    </a:ext>
                  </a:extLst>
                </p:cNvPr>
                <p:cNvPicPr/>
                <p:nvPr/>
              </p:nvPicPr>
              <p:blipFill>
                <a:blip r:embed="rId750"/>
                <a:stretch>
                  <a:fillRect/>
                </a:stretch>
              </p:blipFill>
              <p:spPr>
                <a:xfrm>
                  <a:off x="5090580" y="6270488"/>
                  <a:ext cx="723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1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91D0B135-17A6-4755-04C5-322D67A39FD3}"/>
                    </a:ext>
                  </a:extLst>
                </p14:cNvPr>
                <p14:cNvContentPartPr/>
                <p14:nvPr/>
              </p14:nvContentPartPr>
              <p14:xfrm>
                <a:off x="5273100" y="6140888"/>
                <a:ext cx="95400" cy="20088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91D0B135-17A6-4755-04C5-322D67A39FD3}"/>
                    </a:ext>
                  </a:extLst>
                </p:cNvPr>
                <p:cNvPicPr/>
                <p:nvPr/>
              </p:nvPicPr>
              <p:blipFill>
                <a:blip r:embed="rId752"/>
                <a:stretch>
                  <a:fillRect/>
                </a:stretch>
              </p:blipFill>
              <p:spPr>
                <a:xfrm>
                  <a:off x="5264460" y="6131888"/>
                  <a:ext cx="1130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3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0859B9AA-5768-EB83-9BF6-0BC8B4CDC9EF}"/>
                    </a:ext>
                  </a:extLst>
                </p14:cNvPr>
                <p14:cNvContentPartPr/>
                <p14:nvPr/>
              </p14:nvContentPartPr>
              <p14:xfrm>
                <a:off x="5268420" y="6270488"/>
                <a:ext cx="119520" cy="5760"/>
              </p14:xfrm>
            </p:contentPart>
          </mc:Choice>
          <mc:Fallback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0859B9AA-5768-EB83-9BF6-0BC8B4CDC9EF}"/>
                    </a:ext>
                  </a:extLst>
                </p:cNvPr>
                <p:cNvPicPr/>
                <p:nvPr/>
              </p:nvPicPr>
              <p:blipFill>
                <a:blip r:embed="rId754"/>
                <a:stretch>
                  <a:fillRect/>
                </a:stretch>
              </p:blipFill>
              <p:spPr>
                <a:xfrm>
                  <a:off x="5259420" y="6261848"/>
                  <a:ext cx="137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5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ADE432F2-FC7F-DB57-3536-A83866256454}"/>
                    </a:ext>
                  </a:extLst>
                </p14:cNvPr>
                <p14:cNvContentPartPr/>
                <p14:nvPr/>
              </p14:nvContentPartPr>
              <p14:xfrm>
                <a:off x="5408460" y="6255008"/>
                <a:ext cx="54000" cy="8172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ADE432F2-FC7F-DB57-3536-A83866256454}"/>
                    </a:ext>
                  </a:extLst>
                </p:cNvPr>
                <p:cNvPicPr/>
                <p:nvPr/>
              </p:nvPicPr>
              <p:blipFill>
                <a:blip r:embed="rId756"/>
                <a:stretch>
                  <a:fillRect/>
                </a:stretch>
              </p:blipFill>
              <p:spPr>
                <a:xfrm>
                  <a:off x="5399460" y="6246368"/>
                  <a:ext cx="716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7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BDF94667-8764-6E49-9CD5-C22916D39B63}"/>
                    </a:ext>
                  </a:extLst>
                </p14:cNvPr>
                <p14:cNvContentPartPr/>
                <p14:nvPr/>
              </p14:nvContentPartPr>
              <p14:xfrm>
                <a:off x="5377140" y="6125408"/>
                <a:ext cx="12960" cy="18360"/>
              </p14:xfrm>
            </p:contentPart>
          </mc:Choice>
          <mc:Fallback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BDF94667-8764-6E49-9CD5-C22916D39B63}"/>
                    </a:ext>
                  </a:extLst>
                </p:cNvPr>
                <p:cNvPicPr/>
                <p:nvPr/>
              </p:nvPicPr>
              <p:blipFill>
                <a:blip r:embed="rId758"/>
                <a:stretch>
                  <a:fillRect/>
                </a:stretch>
              </p:blipFill>
              <p:spPr>
                <a:xfrm>
                  <a:off x="5368140" y="6116408"/>
                  <a:ext cx="306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9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5A82A347-3A77-2926-2BC9-E15BBFD206B6}"/>
                    </a:ext>
                  </a:extLst>
                </p14:cNvPr>
                <p14:cNvContentPartPr/>
                <p14:nvPr/>
              </p14:nvContentPartPr>
              <p14:xfrm>
                <a:off x="5512140" y="6233408"/>
                <a:ext cx="310320" cy="83520"/>
              </p14:xfrm>
            </p:contentPart>
          </mc:Choice>
          <mc:Fallback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5A82A347-3A77-2926-2BC9-E15BBFD206B6}"/>
                    </a:ext>
                  </a:extLst>
                </p:cNvPr>
                <p:cNvPicPr/>
                <p:nvPr/>
              </p:nvPicPr>
              <p:blipFill>
                <a:blip r:embed="rId760"/>
                <a:stretch>
                  <a:fillRect/>
                </a:stretch>
              </p:blipFill>
              <p:spPr>
                <a:xfrm>
                  <a:off x="5503500" y="6224408"/>
                  <a:ext cx="3279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1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01348592-7C72-E060-8D25-4E18AD8075D1}"/>
                    </a:ext>
                  </a:extLst>
                </p14:cNvPr>
                <p14:cNvContentPartPr/>
                <p14:nvPr/>
              </p14:nvContentPartPr>
              <p14:xfrm>
                <a:off x="5866020" y="6180488"/>
                <a:ext cx="257400" cy="15156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01348592-7C72-E060-8D25-4E18AD8075D1}"/>
                    </a:ext>
                  </a:extLst>
                </p:cNvPr>
                <p:cNvPicPr/>
                <p:nvPr/>
              </p:nvPicPr>
              <p:blipFill>
                <a:blip r:embed="rId762"/>
                <a:stretch>
                  <a:fillRect/>
                </a:stretch>
              </p:blipFill>
              <p:spPr>
                <a:xfrm>
                  <a:off x="5857020" y="6171848"/>
                  <a:ext cx="275040" cy="169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022534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OFFLINE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Compare causal IIR delay with forward-backward zero phase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24</a:t>
            </a:r>
          </a:p>
        </p:txBody>
      </p:sp>
      <p:pic>
        <p:nvPicPr>
          <p:cNvPr id="6" name="Picture 5" descr="iir_filtfilt_trans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7818120" cy="425154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595360" y="1554480"/>
            <a:ext cx="265176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95360" y="155448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41664" y="1664208"/>
            <a:ext cx="24231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Causal 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1664" y="2039112"/>
            <a:ext cx="242316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transient is delayed and reshaped according to the filter phase/group delay.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3200400"/>
            <a:ext cx="265176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595360" y="3200400"/>
            <a:ext cx="50292" cy="13258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41664" y="3310128"/>
            <a:ext cx="24231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Forward-backward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1664" y="3685032"/>
            <a:ext cx="242316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transient aligns much more closely in time—but the method is offline and noncausal.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FORWARD-BACKWARD FILTERING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Zero phase does not mean “the same filter twice for free”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25</a:t>
            </a:r>
          </a:p>
        </p:txBody>
      </p:sp>
      <p:pic>
        <p:nvPicPr>
          <p:cNvPr id="6" name="Picture 5" descr="iir_filtfilt_magn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7680960" cy="43641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55448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58200" y="1554480"/>
            <a:ext cx="50292" cy="914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04504" y="16642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One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4504" y="203911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Magnitude is |H|.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788920"/>
            <a:ext cx="283464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58200" y="278892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04504" y="289864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Two passes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4504" y="3273552"/>
            <a:ext cx="260604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Magnitude becomes |H|²; order/effective selectivity are increased.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251960"/>
            <a:ext cx="28346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58200" y="4251960"/>
            <a:ext cx="50292" cy="11887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04504" y="436168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Design implication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504" y="4736592"/>
            <a:ext cx="26060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If you need a final −3 dB edge after forward-backward filtering, design with the two-pass response in mind.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Zero-phase preprocessing can quietly change the learning problem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1488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Noncausal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Future samples are used; not reproducible in a strict real-time stream.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1488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Boundary transients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Finite-record initial conditions and padding can distort the beginning/end.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1488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Magnitude squared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effective response is not the same as one causal pass.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1488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14884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Train/serve skew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1581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model trained with future-aware filtering may see a different distribution when deployed causally.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251960"/>
            <a:ext cx="1005840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122B4A"/>
                </a:solidFill>
                <a:latin typeface="Arial"/>
              </a:rPr>
              <a:t>Good engineering question: “Will the exact same preprocessing be available when the model is actually used?”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ML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Where a classical IIR can fit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0292" cy="14173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3544" y="1938528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Raw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313432"/>
            <a:ext cx="21031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sensor / audio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2" y="2286000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66160" y="1828800"/>
            <a:ext cx="50292" cy="141732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12464" y="1938528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Fixed IIR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2313432"/>
            <a:ext cx="21031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remove nuisance band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2286000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79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55079" y="1828800"/>
            <a:ext cx="50292" cy="14173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01383" y="1938528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DSP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3" y="2313432"/>
            <a:ext cx="21031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MFCCs, energy, flux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4232" y="2286000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606A77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3999" y="1828800"/>
            <a:ext cx="23317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3999" y="1828800"/>
            <a:ext cx="50292" cy="141732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0303" y="1938528"/>
            <a:ext cx="2103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Classifier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3" y="2313432"/>
            <a:ext cx="21031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SVM / RF / MLP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023360"/>
            <a:ext cx="484632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4400" y="4023360"/>
            <a:ext cx="50292" cy="12344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0704" y="4133088"/>
            <a:ext cx="4617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Appropriate example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" y="4507992"/>
            <a:ext cx="461772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known high-frequency interference band is irrelevant to the classification task and can be attenuated efficiently before features are computed.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023360"/>
            <a:ext cx="484632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402336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64224" y="4133088"/>
            <a:ext cx="4617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Question before filtering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4507992"/>
            <a:ext cx="461772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Could the “noise” contain class information? Fixed preprocessing is an inductive assumption and should be validated.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DESIGN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FIR, IIR, or learned front end?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164592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554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Choice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325880"/>
            <a:ext cx="265176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06039" y="1463040"/>
            <a:ext cx="25603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Strength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325880"/>
            <a:ext cx="265176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32120" y="1463040"/>
            <a:ext cx="25603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Cost /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325880"/>
            <a:ext cx="301752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1463040"/>
            <a:ext cx="2926079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Good fit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874519"/>
            <a:ext cx="1645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1984248"/>
            <a:ext cx="155448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Linear-phase FIR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1874519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06039" y="198424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controlled phase + finite 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1874519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32120" y="198424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more taps / delay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1874519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58200" y="1984248"/>
            <a:ext cx="2926079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waveform alignment matters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651760"/>
            <a:ext cx="16459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2761488"/>
            <a:ext cx="155448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IIR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65176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06039" y="276148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sharp response with few coefficients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265176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32120" y="276148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nonlinear phase; feedback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2651760"/>
            <a:ext cx="30175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58200" y="2761488"/>
            <a:ext cx="2926079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efficient causal preprocessing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429000"/>
            <a:ext cx="1645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3538728"/>
            <a:ext cx="155448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filtfilt IIR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342900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606039" y="353872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zero phase offline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3429000"/>
            <a:ext cx="26517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32120" y="353872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noncausal; |H|²; edges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3429000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58200" y="3538728"/>
            <a:ext cx="2926079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offline dataset preparation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4206240"/>
            <a:ext cx="16459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4315968"/>
            <a:ext cx="155448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Learned Conv1d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0" y="420624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606039" y="431596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task-adaptive front end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0" y="4206240"/>
            <a:ext cx="265176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532120" y="4315968"/>
            <a:ext cx="256032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needs data/validation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0" y="4206240"/>
            <a:ext cx="3017520" cy="777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58200" y="4315968"/>
            <a:ext cx="2926079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19" b="0" i="0">
                <a:solidFill>
                  <a:srgbClr val="2A323D"/>
                </a:solidFill>
                <a:latin typeface="Arial"/>
              </a:rPr>
              <a:t>end-to-end models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Lecture 8 synthesis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Choose where ripple is allowed and how much transition width you need.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Bilinear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Stable analog LHP → stable digital unit disk.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Prewarp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Critical frequencies must be mapped through tan(ω/2).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Preprocessing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Phase, causality, edges, and deployment consistency are part of the ML problem.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1033272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900" b="1" i="0">
                <a:solidFill>
                  <a:srgbClr val="122B4A"/>
                </a:solidFill>
                <a:latin typeface="Arial"/>
              </a:rPr>
              <a:t>Minute paper: Why can a zero-phase offline preprocessing pipeline give misleading confidence about a streaming deployment?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1384</TotalTime>
  <Words>2587</Words>
  <Application>Microsoft Office PowerPoint</Application>
  <PresentationFormat>Widescreen</PresentationFormat>
  <Paragraphs>405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Aptos</vt:lpstr>
      <vt:lpstr>Arial</vt:lpstr>
      <vt:lpstr>Calibri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viby</dc:creator>
  <cp:keywords/>
  <dc:description>generated using python-pptx</dc:description>
  <cp:lastModifiedBy>Peter Mathys</cp:lastModifiedBy>
  <cp:revision>15</cp:revision>
  <cp:lastPrinted>2026-09-01T19:55:00Z</cp:lastPrinted>
  <dcterms:created xsi:type="dcterms:W3CDTF">2013-01-27T09:14:16Z</dcterms:created>
  <dcterms:modified xsi:type="dcterms:W3CDTF">2026-09-22T21:26:06Z</dcterms:modified>
  <cp:category/>
</cp:coreProperties>
</file>