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10, 9-29-26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10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A(ω)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π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τg=α.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03" y="1464826"/>
            <a:ext cx="4391314" cy="590428"/>
          </a:xfrm>
          <a:prstGeom prst="rect">
            <a:avLst/>
          </a:prstGeom>
        </p:spPr>
      </p:pic>
      <p:pic>
        <p:nvPicPr>
          <p:cNvPr id="29" name="Picture 28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28" y="2607826"/>
            <a:ext cx="5696664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31786" y="5361068"/>
            <a:ext cx="9692280" cy="9417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n with M-n yields cosine terms after factoring out e^(-jω M/2).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±π/2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0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64" y="1453853"/>
            <a:ext cx="4214832" cy="520934"/>
          </a:xfrm>
          <a:prstGeom prst="rect">
            <a:avLst/>
          </a:prstGeom>
        </p:spPr>
      </p:pic>
      <p:pic>
        <p:nvPicPr>
          <p:cNvPr id="52" name="Picture 51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23" y="1460258"/>
            <a:ext cx="4586313" cy="508123"/>
          </a:xfrm>
          <a:prstGeom prst="rect">
            <a:avLst/>
          </a:prstGeom>
        </p:spPr>
      </p:pic>
      <p:pic>
        <p:nvPicPr>
          <p:cNvPr id="53" name="Picture 52" descr="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56" y="4842619"/>
            <a:ext cx="5136967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H(e^(jω))=Σₙ₌₀^(M)h[n]e^(-jω 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n with M-n using h[n]=h[M-n].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e^(-jω M/2).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 descr="eq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86" y="5025499"/>
            <a:ext cx="2445948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h[n]=-h[M-n], paired terms become proportional to sin((M/2-n)ω).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39"/>
            <a:ext cx="4571640" cy="1469571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M/2=(N-1)/2.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z=1 or z=-1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0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647" y="1459339"/>
            <a:ext cx="7642426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H(e^(jπ)).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88" descr="eq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39" y="1459339"/>
            <a:ext cx="7996041" cy="555681"/>
          </a:xfrm>
          <a:prstGeom prst="rect">
            <a:avLst/>
          </a:prstGeom>
        </p:spPr>
      </p:pic>
      <p:pic>
        <p:nvPicPr>
          <p:cNvPr id="90" name="Picture 89" descr="eq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43" y="2607826"/>
            <a:ext cx="8889233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z=1 and z=-1.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6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8" y="1413619"/>
            <a:ext cx="8162024" cy="555681"/>
          </a:xfrm>
          <a:prstGeom prst="rect">
            <a:avLst/>
          </a:prstGeom>
        </p:spPr>
      </p:pic>
      <p:pic>
        <p:nvPicPr>
          <p:cNvPr id="98" name="Picture 97" descr="eq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9" y="2562106"/>
            <a:ext cx="661280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04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40" y="1413619"/>
            <a:ext cx="8515640" cy="555681"/>
          </a:xfrm>
          <a:prstGeom prst="rect">
            <a:avLst/>
          </a:prstGeom>
        </p:spPr>
      </p:pic>
      <p:pic>
        <p:nvPicPr>
          <p:cNvPr id="106" name="Picture 105" descr="eq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60" y="2556619"/>
            <a:ext cx="2444999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ω=π.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H(e^(jπ))=0.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3" descr="eq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32" y="1424592"/>
            <a:ext cx="3112855" cy="6251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z₀ is a zero, reciprocal symmetry forces 1/z₀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7" y="4802386"/>
            <a:ext cx="5025205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A(ω)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π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30078"/>
            <a:ext cx="3990298" cy="6599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59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9" y="1464826"/>
            <a:ext cx="824386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1915</Words>
  <Application>Microsoft Office PowerPoint</Application>
  <PresentationFormat>Widescreen</PresentationFormat>
  <Paragraphs>246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6</cp:revision>
  <dcterms:modified xsi:type="dcterms:W3CDTF">2026-09-29T06:32:09Z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