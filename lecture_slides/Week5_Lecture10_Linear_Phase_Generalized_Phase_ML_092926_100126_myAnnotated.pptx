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notesSlides/notesSlide4.xml" ContentType="application/vnd.openxmlformats-officedocument.presentationml.notesSlide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notesSlides/notesSlide5.xml" ContentType="application/vnd.openxmlformats-officedocument.presentationml.notesSlide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notesSlides/notesSlide6.xml" ContentType="application/vnd.openxmlformats-officedocument.presentationml.notesSlide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notesSlides/notesSlide7.xml" ContentType="application/vnd.openxmlformats-officedocument.presentationml.notesSlide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notesSlides/notesSlide8.xml" ContentType="application/vnd.openxmlformats-officedocument.presentationml.notesSlide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notesSlides/notesSlide9.xml" ContentType="application/vnd.openxmlformats-officedocument.presentationml.notesSlide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notesSlides/notesSlide10.xml" ContentType="application/vnd.openxmlformats-officedocument.presentationml.notesSlide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notesSlides/notesSlide11.xml" ContentType="application/vnd.openxmlformats-officedocument.presentationml.notesSlide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notesSlides/notesSlide12.xml" ContentType="application/vnd.openxmlformats-officedocument.presentationml.notesSlide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notesSlides/notesSlide13.xml" ContentType="application/vnd.openxmlformats-officedocument.presentationml.notesSlide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notesSlides/notesSlide14.xml" ContentType="application/vnd.openxmlformats-officedocument.presentationml.notesSlide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notesSlides/notesSlide15.xml" ContentType="application/vnd.openxmlformats-officedocument.presentationml.notesSlide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notesSlides/notesSlide16.xml" ContentType="application/vnd.openxmlformats-officedocument.presentationml.notesSlide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notesSlides/notesSlide17.xml" ContentType="application/vnd.openxmlformats-officedocument.presentationml.notesSlide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notesSlides/notesSlide18.xml" ContentType="application/vnd.openxmlformats-officedocument.presentationml.notesSlide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notesSlides/notesSlide19.xml" ContentType="application/vnd.openxmlformats-officedocument.presentationml.notesSlide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notesSlides/notesSlide20.xml" ContentType="application/vnd.openxmlformats-officedocument.presentationml.notesSlide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notesSlides/notesSlide21.xml" ContentType="application/vnd.openxmlformats-officedocument.presentationml.notesSlide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94" r:id="rId2"/>
    <p:sldId id="256" r:id="rId3"/>
    <p:sldId id="257" r:id="rId4"/>
    <p:sldId id="258" r:id="rId5"/>
    <p:sldId id="259" r:id="rId6"/>
    <p:sldId id="260" r:id="rId7"/>
    <p:sldId id="296" r:id="rId8"/>
    <p:sldId id="261" r:id="rId9"/>
    <p:sldId id="262" r:id="rId10"/>
    <p:sldId id="263" r:id="rId11"/>
    <p:sldId id="297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98" r:id="rId21"/>
    <p:sldId id="299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95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6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829 1035 24575,'-1'-7'0,"1"0"0,-1 1 0,-1-1 0,1 0 0,-1 0 0,0 1 0,-1-1 0,0 1 0,0 0 0,-4-7 0,-7-9 0,-23-27 0,22 31 0,-248-282 0,102 122 0,-110-157 0,241 296-1365,18 24-5461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27 24575,'-13'-6'0,"-1"1"0,0 1 0,0 0 0,-15-2 0,25 5 0,0 1 0,1 0 0,-1 0 0,0 0 0,1 0 0,-1 0 0,0 1 0,1 0 0,-1 0 0,0 0 0,1 0 0,0 0 0,-1 1 0,1-1 0,0 1 0,-1 0 0,1 0 0,0 0 0,1 1 0,-1-1 0,-3 4 0,2-1 0,1 0 0,-1 0 0,1 0 0,0 0 0,0 1 0,1 0 0,0-1 0,0 1 0,0 0 0,1 0 0,-1 0 0,1 0 0,1 0 0,-1 1 0,1 5 0,1-8 0,-1 0 0,0 0 0,1 0 0,-1 0 0,1 0 0,1 0 0,-1 0 0,0 0 0,1-1 0,0 1 0,0 0 0,0-1 0,0 1 0,0-1 0,1 0 0,-1 0 0,1 0 0,0 0 0,0 0 0,0-1 0,1 1 0,-1-1 0,5 3 0,20 6 0,0-1 0,0-2 0,1-1 0,42 6 0,-67-12-105,1-1 0,-1 1 0,1-1 0,-1 0 0,0 0 0,1 0 0,-1-1 0,0 1 0,1-1 0,-1 0 0,0-1 0,6-1 0,0-3-6721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7.6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19 24575,'7'-2'0,"0"1"0,0 0 0,0 0 0,-1 0 0,14 2 0,-18-1 0,0 1 0,0-1 0,0 1 0,0 0 0,0-1 0,0 1 0,0 0 0,0 0 0,0 0 0,-1 1 0,1-1 0,0 0 0,-1 1 0,1-1 0,-1 1 0,1-1 0,-1 1 0,0 0 0,0 0 0,1 0 0,-1-1 0,1 5 0,1 3 0,0 0 0,-1 1 0,0-1 0,-1 1 0,1-1 0,-2 1 0,0 0 0,0-1 0,-2 12 0,2-20 0,0 0 0,0 1 0,0-1 0,0 0 0,-1 0 0,1 1 0,0-1 0,-1 0 0,1 0 0,-1 0 0,1 0 0,-1 0 0,0 1 0,1-1 0,-1 0 0,0 0 0,0 0 0,0-1 0,0 1 0,0 0 0,0 0 0,-2 1 0,1-2 0,1 1 0,-1-1 0,0 1 0,0-1 0,0 0 0,0 0 0,1 0 0,-1 0 0,0 0 0,0 0 0,0-1 0,0 1 0,-3-2 0,-5-2 0,0 0 0,0-1 0,1 0 0,-11-7 0,17 10 0,-4-3 0,0 0 0,0-1 0,0 1 0,1-1 0,0-1 0,0 1 0,-7-12 0,11 17 0,1-1 0,0 0 0,0 0 0,0 0 0,0 0 0,0 0 0,0 0 0,1 0 0,-1 0 0,1 0 0,-1 0 0,1-1 0,0 1 0,0 0 0,0 0 0,0 0 0,0 0 0,0-1 0,1 1 0,-1 0 0,1 0 0,-1 0 0,1 0 0,0 0 0,0 0 0,0 0 0,0 0 0,0 0 0,1 1 0,-1-1 0,0 0 0,1 1 0,-1-1 0,1 1 0,1-2 0,1 0-97,0 1-1,0 1 1,0-1-1,1 0 1,-1 1-1,0 0 1,1 0-1,-1 0 1,0 0-1,1 1 1,-1 0-1,1 0 0,5 1 1,3-1-6729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45 24575,'-4'-4'0,"4"5"0,8 6 0,13 7 0,-2 1 0,0 0 0,21 23 0,5 3 0,-3-2 0,-42-39 0,0 0 0,1 0 0,-1 1 0,0-1 0,1 0 0,-1 0 0,0 0 0,1 1 0,-1-1 0,0 0 0,1 0 0,-1 0 0,0 0 0,1 0 0,-1 0 0,1 0 0,-1 0 0,0 0 0,1 0 0,-1 0 0,1 0 0,-1 0 0,0 0 0,1 0 0,-1 0 0,0 0 0,1 0 0,-1-1 0,1 1 0,0-1 0,-1 1 0,1-1 0,-1 0 0,1 1 0,-1-1 0,0 0 0,1 0 0,-1 1 0,0-1 0,1 0 0,-1 0 0,0 0 0,0 0 0,2-31 0,-2 29 0,-1-44 0,1-43 0,0 88 0,0 1 0,0 0 0,0 0 0,0 0 0,0-1 0,1 1 0,-1 0 0,0 0 0,1 0 0,-1 0 0,1 0 0,0 0 0,-1 0 0,1 0 0,-1 0 0,1 0 0,0 0 0,0 0 0,0 0 0,0 1 0,0-1 0,0 0 0,0 0 0,0 1 0,0-1 0,0 1 0,0-1 0,0 1 0,0-1 0,0 1 0,0 0 0,0 0 0,1-1 0,0 1 0,1 0 0,-1 0 0,1 1 0,-1-1 0,1 0 0,-1 1 0,1 0 0,-1 0 0,0-1 0,1 1 0,-1 1 0,0-1 0,0 0 0,0 0 0,0 1 0,3 2 0,52 54 0,-20-19 0,8 6-1365,-36-36-5461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8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266 103 24575,'-4'-6'0,"-4"-7"0,-1 0 0,0 1 0,0 0 0,-1 1 0,-19-17 0,28 27 0,0 1 0,1-1 0,-1 0 0,0 1 0,0-1 0,0 1 0,1-1 0,-1 1 0,0-1 0,0 1 0,0 0 0,0-1 0,0 1 0,0 0 0,0 0 0,0 0 0,0 0 0,0 0 0,-1 0 0,1 0 0,1 0 0,-1 1 0,1-1 0,-1 0 0,1 1 0,-1-1 0,1 1 0,0-1 0,-1 0 0,1 1 0,0-1 0,-1 1 0,1-1 0,0 1 0,0-1 0,0 1 0,-1 0 0,1-1 0,0 1 0,0-1 0,0 1 0,0-1 0,0 2 0,0 3 0,0 1 0,1 0 0,0-1 0,0 0 0,2 7 0,1-2 0,0 0 0,1 0 0,1-1 0,-1 0 0,2 0 0,-1 0 0,11 9 0,-6-5 0,17 27 0,-25-36 0,0 1 0,-1 0 0,0 0 0,0 0 0,0 0 0,-1 0 0,0 0 0,0 0 0,0 1 0,0 5 0,-1-10 0,0 1 0,0 0 0,0-1 0,0 1 0,-1-1 0,1 1 0,-1-1 0,1 1 0,-1-1 0,1 1 0,-1-1 0,0 0 0,1 1 0,-1-1 0,0 0 0,0 1 0,-2 1 0,1-1 0,-1-1 0,1 1 0,0-1 0,-1 1 0,1-1 0,-1 0 0,1 0 0,-1 0 0,-4 1 0,-4 0 0,-1 0 0,0-1 0,-21-1 0,24 0 0,-140-3-1365,135 3-5461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24575,'1'0'0,"-1"0"0,1 1 0,0-1 0,0 0 0,0 0 0,0 1 0,0-1 0,0 1 0,0-1 0,0 1 0,-1-1 0,1 1 0,0-1 0,0 1 0,-1 0 0,1-1 0,0 1 0,-1 0 0,1 0 0,0 1 0,10 20 0,-10-20 0,9 27 0,-2 0 0,9 56 0,-1-4 0,76 221 0,-86-288-1365,-1-4-5461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32 24575,'-10'-5'0,"-6"-2"0,-2 1 0,-2 0 0,2 3 0,0 1 0,1 0 0,1 2 0,0 0 0,1 0 0,0 0 0,1 1 0,-1-1 0,1 3 0,-1 0 0,0 0 0,3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29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42 24575,'-4'-1'0,"-19"-7"0,-30-8 0,47 15 0,0 0 0,0 0 0,0 0 0,-1 1 0,1 0 0,0 0 0,-1 1 0,1-1 0,0 1 0,-7 3 0,11-4 0,0 1 0,1-1 0,-1 1 0,0 0 0,1 0 0,-1 0 0,1 0 0,0 0 0,-1 0 0,1 1 0,0-1 0,-1 0 0,1 1 0,0-1 0,0 1 0,0-1 0,-1 3 0,1-1 0,0 0 0,0 1 0,1-1 0,-1 0 0,1 0 0,-1 0 0,1 0 0,0 1 0,1 3 0,0 1 0,0-1 0,1 1 0,0-1 0,0 1 0,0-1 0,1 0 0,6 10 0,-6-13 0,0 1 0,0-1 0,0 0 0,1 0 0,0-1 0,0 1 0,0-1 0,0 0 0,0 0 0,0 0 0,1-1 0,0 1 0,-1-1 0,1 0 0,7 2 0,-10-4 0,0 1 0,1-1 0,-1 1 0,1-1 0,-1 0 0,0 0 0,1 0 0,-1 0 0,1 0 0,-1-1 0,1 1 0,-1-1 0,0 0 0,1 1 0,-1-1 0,0 0 0,0 0 0,0-1 0,0 1 0,1 0 0,-2-1 0,1 1 0,0-1 0,0 0 0,0 1 0,-1-1 0,1 0 0,-1 0 0,1 0 0,-1 0 0,0 0 0,0-1 0,1-3 0,1-1 0,-1 0 0,0 0 0,-1-1 0,1 1 0,-1-14 0,-2-40 0,0 29 0,0 32 0,1-1 0,0 1 0,0-1 0,0 1 0,0-1 0,0 1 0,0-1 0,0 1 0,0-1 0,0 0 0,1 1 0,-1-1 0,0 1 0,0-1 0,0 1 0,1 0 0,-1-1 0,0 1 0,0-1 0,1 1 0,-1-1 0,1 1 0,-1 0 0,0 0 0,1 0 0,-1 0 0,1 0 0,-1 0 0,0 0 0,1 0 0,-1 0 0,0 0 0,1 0 0,-1 1 0,0-1 0,1 0 0,-1 0 0,0 0 0,1 1 0,-1-1 0,0 0 0,1 0 0,-1 1 0,0 0 0,16 20 0,7 18 0,2-2 0,1 0 0,41 43 0,-59-74-1365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24575,'17'15'0,"0"-1"0,20 12 0,-17-11 0,22 18 0,-17-9 0,-9-8 0,31 23 0,-46-38 0,0 0 0,1 0 0,-1 0 0,1 0 0,-1-1 0,1 1 0,-1 0 0,1-1 0,-1 1 0,1-1 0,0 0 0,-1 1 0,1-1 0,-1 0 0,1 0 0,3 0 0,-4-1 0,0 1 0,1-1 0,-1 1 0,0-1 0,0 1 0,0-1 0,1 0 0,-1 0 0,0 0 0,0 1 0,0-1 0,0 0 0,0 0 0,0 0 0,-1 0 0,2-2 0,0-2 0,1 1 0,-2-1 0,1 1 0,0-1 0,-1 0 0,0 0 0,0 0 0,0 0 0,-1-8 0,0 2 0,-1 9 0,1 0 0,0-1 0,0 1 0,-1-1 0,2 1 0,-1-1 0,0 1 0,0-1 0,1 1 0,-1-1 0,1 1 0,0 0 0,0-1 0,1-2 0,-2 5 0,1 0 0,-1 0 0,0 0 0,0 0 0,1 0 0,-1 0 0,0 0 0,1 0 0,-1 0 0,0 0 0,0 0 0,1 0 0,-1 0 0,0 0 0,1 0 0,-1 0 0,0 0 0,0 0 0,1 0 0,-1 0 0,0 0 0,0 0 0,1 1 0,-1-1 0,0 0 0,0 0 0,1 0 0,-1 1 0,0-1 0,0 0 0,0 0 0,1 0 0,-1 1 0,8 9 0,-7-7 0,13 16 0,0 0 0,1-1 0,1-1 0,18 16 0,-10-12-1365,-15-11-5461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24575,'1'-9'0,"4"-16"0,-5 24 0,0 0 0,0 0 0,1 0 0,-1 0 0,1 0 0,-1 0 0,1 0 0,-1 0 0,1 0 0,0 0 0,-1 0 0,1 0 0,0 0 0,0 1 0,0-1 0,-1 0 0,3 0 0,-3 1 0,1 0 0,0 0 0,0 0 0,-1 0 0,1 0 0,0 0 0,0 0 0,-1 0 0,1 0 0,0 1 0,0-1 0,-1 0 0,1 1 0,0-1 0,-1 0 0,1 1 0,-1-1 0,1 1 0,0-1 0,-1 1 0,1-1 0,-1 1 0,1 0 0,-1-1 0,0 1 0,1-1 0,-1 1 0,0 0 0,1-1 0,-1 2 0,11 23 0,1 19 0,-2 1 0,-2 1 0,3 50 0,-1-8 0,-6-56 0,-1-3 0,8 32 0,-9-53 0,0 0 0,1-1 0,0 1 0,0-1 0,0 1 0,1-1 0,0 0 0,10 12 0,-12-17 11,0 0 0,1 0 0,-1 0 0,1 0 0,-1 0 0,1 0-1,0 0 1,0-1 0,0 0 0,4 2 0,-6-2-85,1-1-1,0 0 1,0 1 0,0-1 0,-1 0-1,1 0 1,0 0 0,0 0 0,0 0-1,-1 0 1,1 0 0,0-1 0,0 1-1,-1-1 1,1 1 0,0-1 0,0 0-1,-1 0 1,3-1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3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21 24575,'-28'-5'0,"-13"-2"0,-6 1 0,-2 3 0,2 3 0,7 1 0,10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6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8 109 24575,'-7'-18'0,"6"15"0,6 11 0,30 61 0,26 47 0,-60-114 0,0 0 0,0 0 0,0-1 0,0 1 0,1-1 0,-1 1 0,0-1 0,3 2 0,-3-2 0,-1-1 0,0 0 0,0 0 0,1 0 0,-1 0 0,0 0 0,1 0 0,-1 0 0,0 0 0,0 0 0,1 0 0,-1 0 0,0 0 0,1 0 0,-1 0 0,0 0 0,0 0 0,1 0 0,-1 0 0,0 0 0,0 0 0,1 0 0,-1 0 0,1-1 0,5-9 0,-1-4 0,-1-1 0,0 0 0,2-28 0,-3 20 0,30-135 0,-29 146 120,-4 12-160,0 0 0,0-1 0,0 1-1,0 0 1,0-1 0,0 1 0,0 0 0,1 0 0,-1-1 0,0 1 0,0 0-1,0 0 1,0-1 0,1 1 0,-1 0 0,0 0 0,0 0 0,0-1-1,1 1 1,-1 0 0,0 0 0,0 0 0,1 0 0,-1 0 0,0-1-1,0 1 1,1 0 0,-1 0 0,0 0 0,1 0 0,-1 0 0,0 0 0,0 0-1,1 0 1,-1 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195 182 24575,'-55'-59'0,"47"52"0,0 0 0,0 0 0,-1 1 0,0 0 0,-14-6 0,21 11 0,1 0 0,-1 0 0,0 1 0,0-1 0,0 0 0,0 1 0,0 0 0,0-1 0,0 1 0,0 0 0,0 0 0,0 0 0,0 0 0,0 1 0,0-1 0,0 0 0,0 1 0,0 0 0,0-1 0,0 1 0,1 0 0,-1 0 0,0 0 0,0 0 0,1 0 0,-1 0 0,1 1 0,-1-1 0,1 0 0,-1 1 0,1-1 0,0 1 0,0 0 0,0-1 0,0 1 0,0 0 0,-1 2 0,0 0 0,1 0 0,-1-1 0,1 1 0,0 0 0,0 0 0,1 0 0,-1 0 0,1 0 0,0 0 0,0 0 0,0 0 0,1 0 0,-1 0 0,1-1 0,0 1 0,0 0 0,0 0 0,3 5 0,0-3 0,-1-1 0,1 0 0,0 0 0,0 0 0,0 0 0,1 0 0,-1-1 0,1 0 0,1 0 0,-1 0 0,0-1 0,1 0 0,0 0 0,-1 0 0,1-1 0,0 1 0,1-1 0,-1-1 0,0 1 0,0-1 0,1-1 0,-1 1 0,1-1 0,7 0 0,-12 0 0,0-1 0,0 1 0,0-1 0,0 1 0,0-1 0,0 0 0,0 0 0,0 0 0,0 0 0,0 0 0,0 0 0,-1 0 0,1 0 0,-1-1 0,1 1 0,1-3 0,0 1 0,-1 0 0,0-1 0,0 0 0,0 1 0,0-1 0,0 0 0,1-7 0,0-2 0,-1 0 0,0 0 0,-1 0 0,0-16 0,-1 24 0,1-13 0,3 14 0,5 9 0,87 82 0,-76-72 0,0-1 0,0-1 0,30 14 0,-21-14 0,1-1 0,1-1 0,38 7 0,-67-17 0,0-1 0,1 1 0,-1-1 0,1 0 0,-1 0 0,1 0 0,-1 0 0,0 0 0,1 0 0,-1-1 0,1 1 0,-1-1 0,0 1 0,3-2 0,-4 1 0,0 0 0,1 0 0,-1 0 0,0 0 0,0 0 0,-1 0 0,1 0 0,0 0 0,0-1 0,0 1 0,-1 0 0,1-1 0,-1 1 0,1 0 0,-1-1 0,1 1 0,-1 0 0,0-1 0,0 1 0,0-1 0,0 1 0,0 0 0,0-1 0,0 1 0,0-3 0,-1-1 0,0 0 0,-1 0 0,1 0 0,-1 0 0,0 0 0,0 1 0,0-1 0,-1 1 0,0-1 0,0 1 0,0 0 0,-6-6 0,-6-6 0,-28-22 0,31 28 0,4 4 0,1 0 0,1-1 0,-1 0 0,1 0 0,-10-15 0,15 21 0,1 0 0,-1-1 0,0 1 0,0-1 0,1 1 0,-1 0 0,1-1 0,-1 0 0,1 1 0,-1-1 0,1 1 0,0-1 0,0 1 0,0-1 0,0 0 0,0 1 0,0-1 0,0 1 0,1-1 0,-1 1 0,1-1 0,-1 0 0,1 1 0,-1 0 0,1-1 0,0 1 0,0-1 0,-1 1 0,1 0 0,0-1 0,0 1 0,1 0 0,-1 0 0,0 0 0,0 0 0,0 0 0,1 0 0,-1 0 0,1 0 0,-1 1 0,3-2 0,3-1 0,0 1 0,0-1 0,0 1 0,0 0 0,0 1 0,1 0 0,-1 0 0,14 1 0,4 1 0,32 7 0,-9-1 0,-45-6 0,1-1 0,-1-1 0,0 1 0,1 0 0,-1-1 0,0 0 0,0 1 0,0-1 0,0 0 0,0-1 0,0 1 0,0-1 0,0 1 0,5-4 0,14-8 0,-20 12 0,-1 1 0,0-1 0,1 1 0,-1-1 0,1 1 0,0 0 0,-1 0 0,1-1 0,-1 1 0,1 0 0,-1 0 0,1 0 0,-1 1 0,1-1 0,0 0 0,-1 1 0,1-1 0,-1 1 0,3 0 0,-1 1 0,-1 0 0,0-1 0,0 1 0,1 0 0,-1 0 0,0 0 0,-1 1 0,1-1 0,0 0 0,1 4 0,2 3 0,-1 0 0,0 0 0,-1 1 0,0 0 0,2 11 0,5 29 0,-5-17 0,12 36 0,-16-66 50,-2-5-1465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7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24575,'3'8'0,"0"7"0,3 4 0,0 3 0,-1 4 0,1-1 0,0 0 0,1-3 0,-1-6-8191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24575,'-4'-1'0,"-4"-4"0,0 1 0,-1 1 0,0 0 0,1 0 0,-1 0 0,0 1 0,0 1 0,0-1 0,-12 1 0,20 1 0,-1 0 0,1 0 0,0 0 0,0 0 0,0 1 0,0-1 0,0 0 0,0 0 0,0 1 0,0-1 0,0 1 0,0-1 0,0 1 0,0-1 0,0 1 0,0 0 0,0-1 0,0 1 0,1 0 0,-3 1 0,3-1 0,0 0 0,-1 0 0,1 0 0,0 0 0,0 0 0,0 0 0,0 0 0,0 0 0,0 0 0,0 0 0,0 0 0,0 0 0,0 0 0,1 0 0,-1 0 0,0 0 0,1 0 0,0 1 0,1 3 0,2 1 0,-1-1 0,0 0 0,1 0 0,0 0 0,5 4 0,24 21 0,47 32 0,-76-59 0,8 6 0,21 11 0,-30-19 0,0 1 0,0-1 0,0 0 0,0 1 0,0-1 0,0-1 0,0 1 0,0 0 0,1-1 0,-1 0 0,0 1 0,0-1 0,7-1 0,-9 0 0,1 0 0,0 1 0,-1-1 0,1 0 0,0 0 0,-1 0 0,0-1 0,1 1 0,-1 0 0,1 0 0,-1-1 0,0 1 0,0-1 0,0 1 0,0-1 0,0 1 0,0-1 0,-1 0 0,1 0 0,0 1 0,-1-1 0,1 0 0,-1 0 0,1-2 0,-1-1 0,1 0 0,-1 0 0,1 0 0,-2 0 0,1 0 0,0 0 0,-3-9 0,2 8 0,-1 0 0,0 0 0,-1 0 0,1 0 0,-1 1 0,0-1 0,0 1 0,-1-1 0,0 1 0,-7-8 0,11 13 0,-1 0 0,1-1 0,0 1 0,0 0 0,-1 0 0,1-1 0,0 1 0,-1 0 0,1 0 0,0 0 0,-1-1 0,1 1 0,0 0 0,-1 0 0,1 0 0,0 0 0,-1 0 0,1 0 0,-1 0 0,1 0 0,0 0 0,-1 0 0,1 0 0,0 0 0,-1 0 0,1 0 0,0 0 0,-1 0 0,1 0 0,-1 1 0,1-1 0,-1 1 0,1-1 0,-1 1 0,1 0 0,0-1 0,0 1 0,-1-1 0,1 1 0,0 0 0,0-1 0,0 1 0,0 0 0,-1 0 0,1 0 0,3 25 0,0-11 0,1-1 0,0 0 0,1-1 0,1 1 0,0-1 0,1 0 0,0 0 0,1-1 0,12 15 0,-11-18-1365,-1-2-5461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8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24575,'0'-19'0,"0"13"0,0 10 0,0 29 0,2-1 0,2 1 0,0-1 0,2 0 0,2 0 0,16 45 0,-20-67 0,3 10 0,1 0 0,1-1 0,0 0 0,16 22 0,-21-36 0,0 0 0,0-1 0,1 1 0,0-1 0,0 0 0,0 0 0,10 6 0,-14-10 0,0 1 0,1 0 0,-1-1 0,0 1 0,0-1 0,0 1 0,1-1 0,-1 1 0,0-1 0,0 0 0,1 0 0,-1 0 0,0 0 0,0 0 0,1 0 0,-1 0 0,0 0 0,1 0 0,-1 0 0,0-1 0,0 1 0,1-1 0,-1 1 0,0-1 0,0 1 0,0-1 0,0 0 0,0 1 0,0-1 0,0 0 0,0 0 0,0 0 0,0 0 0,0 0 0,0 0 0,-1 0 0,1 0 0,0 0 0,-1 0 0,1 0 0,-1 0 0,1-1 0,-1 1 0,1-2 0,1-3 0,-2 4 0,1-1 0,0 1 0,0 0 0,-1 0 0,1 0 0,1-1 0,-1 1 0,3-3 0,-4 4 0,1 1 0,-1 0 0,0-1 0,1 1 0,-1 0 0,1 0 0,-1-1 0,1 1 0,-1 0 0,1 0 0,-1 0 0,1 0 0,-1 0 0,1 0 0,-1 0 0,1 0 0,-1 0 0,2 0 0,13 7 0,-2 5 0,0 1 0,0 0 0,-1 0 0,15 23 0,-25-33 0,0-1 0,-1 0 0,1 1 0,-1-1 0,0 1 0,0 0 0,0-1 0,0 1 0,0 0 0,0-1 0,-1 1 0,1 5 0,-1-7 0,0 1 0,-1-1 0,1 0 0,0 1 0,-1-1 0,1 0 0,-1 1 0,1-1 0,-1 0 0,0 0 0,1 0 0,-1 1 0,0-1 0,0 0 0,0 0 0,0 0 0,0 0 0,0 0 0,0-1 0,0 1 0,0 0 0,0 0 0,-1-1 0,1 1 0,0-1 0,0 1 0,-3 0 0,-9 3 0,0 0 0,0-2 0,-1 1 0,-17 0 0,-56-2 0,55-2 0,16 1 0,0 0 0,0-2 0,0 1 0,0-2 0,-27-8 0,30 4-1365,3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5:59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24575,'0'0'0,"1"0"0,0-1 0,0 1 0,-1 0 0,1 0 0,0 0 0,0 0 0,0 0 0,-1 0 0,1 0 0,0 0 0,0 1 0,-1-1 0,1 0 0,0 0 0,0 1 0,-1-1 0,1 0 0,0 1 0,-1-1 0,1 1 0,0-1 0,-1 1 0,1-1 0,-1 1 0,1-1 0,-1 1 0,1 0 0,-1-1 0,1 1 0,-1 0 0,1-1 0,-1 1 0,1 1 0,12 29 0,-11-26 0,33 98 0,10 24 0,-36-103 0,1-1 0,1-1 0,1 1 0,29 39 0,-39-60 0,1 1 0,-1-1 0,1 1 0,0-1 0,0 0 0,0 0 0,0 0 0,0-1 0,0 1 0,1-1 0,-1 1 0,0-1 0,1 0 0,-1 0 0,7 0 0,-8-1 0,0 0 0,0 1 0,0-2 0,0 1 0,0 0 0,0 0 0,0-1 0,-1 1 0,1-1 0,0 1 0,0-1 0,0 0 0,0 0 0,-1 0 0,1 0 0,0 0 0,-1 0 0,1 0 0,-1 0 0,1-1 0,-1 1 0,0-1 0,1 1 0,-1-1 0,0 1 0,0-1 0,0 0 0,0 0 0,1-3 0,3-10 0,-1 0 0,-1-1 0,0 1 0,1-25 0,-3-65 0,-1 72 0,0 30 0,0 0 0,0 1 0,-1-1 0,1 0 0,-1 0 0,0 1 0,1-1 0,-1 0 0,-2-3 0,3 5 0,-1 1 0,1-1 0,-1 1 0,1-1 0,-1 1 0,1-1 0,-1 1 0,1-1 0,-1 1 0,0-1 0,1 1 0,-1 0 0,0 0 0,1-1 0,-1 1 0,0 0 0,1 0 0,-1-1 0,0 1 0,0 0 0,1 0 0,-1 0 0,0 0 0,0 0 0,1 0 0,-1 0 0,0 1 0,1-1 0,-1 0 0,0 0 0,1 0 0,-1 1 0,0-1 0,1 0 0,-1 1 0,0-1 0,1 1 0,-1-1 0,1 0 0,-2 2 0,-4 3 0,0-1 0,-1 2 0,2-1 0,-1 1 0,1 0 0,0 0 0,0 0 0,-7 14 0,10-16 0,0-1 0,0 1 0,0 0 0,1 0 0,0 0 0,0-1 0,0 1 0,0 0 0,0 0 0,1 1 0,0-1 0,0 0 0,0 0 0,0 0 0,1 0 0,-1 0 0,1 0 0,0 0 0,2 4 0,-1-5 0,-1 0 0,1-1 0,0 1 0,0 0 0,0-1 0,1 0 0,-1 1 0,1-1 0,-1 0 0,1 0 0,0-1 0,-1 1 0,1 0 0,0-1 0,0 0 0,6 2 0,5 1 0,1 0 0,22 1 0,-10-1 0,21 2 0,-31-5 0,0 2 0,24 5 0,-38-7-195,0 0 0,1 1 0,-1-1 0,0 1 0,0 0 0,4 3 0,2 3-6631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24575,'5'17'0,"2"9"0,2 2 0,-1-1 0,1-5 0,2-4 0,-1-2 0,0-5 0,-2 0 0,1-3 0,1-3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24575,'3'8'0,"0"4"0,0 4 0,0-2-8191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24575,'0'3'0,"1"-1"0,-1 1 0,1 0 0,0 0 0,0-1 0,0 1 0,0-1 0,0 1 0,3 4 0,16 19 0,-13-19 0,1 1 0,0-1 0,0 0 0,0-1 0,1 0 0,0 0 0,0-1 0,17 7 0,-19-9 0,1 0 0,-1-1 0,0 0 0,1 0 0,-1-1 0,1 0 0,0 0 0,-1-1 0,1 0 0,0 0 0,0-1 0,12-3 0,-17 3 0,-1 1 0,0-1 0,0 0 0,0 0 0,0 0 0,0-1 0,0 1 0,-1 0 0,1-1 0,0 1 0,-1-1 0,1 0 0,-1 0 0,1 1 0,-1-1 0,0 0 0,0 0 0,0 0 0,0 0 0,0 0 0,1-5 0,1-3 0,-1 0 0,0-1 0,0-16 0,1-3 0,-3 30 0,0 0 0,0 0 0,0-1 0,0 1 0,0 0 0,0-1 0,0 1 0,0 0 0,0 0 0,0-1 0,1 1 0,-1 0 0,0 0 0,0 0 0,0-1 0,0 1 0,1 0 0,-1 0 0,0 0 0,0-1 0,0 1 0,1 0 0,-1 0 0,0 0 0,0 0 0,1 0 0,-1 0 0,0-1 0,1 1 0,-1 0 0,0 0 0,0 0 0,1 0 0,-1 0 0,0 0 0,0 0 0,1 0 0,-1 0 0,0 0 0,1 0 0,-1 1 0,0-1 0,0 0 0,1 0 0,-1 0 0,0 0 0,0 0 0,1 0 0,-1 1 0,0-1 0,0 0 0,0 0 0,1 0 0,-1 0 0,0 1 0,0-1 0,0 0 0,1 1 0,15 15 0,-12-12 0,20 18 0,1-2 0,0 0 0,1-2 0,33 17 0,-35-21-1365,-15-9-5461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01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24575,'13'23'0,"1"0"0,1 0 0,1-2 0,0 0 0,2-1 0,1 0 0,0-2 0,1 0 0,1-1 0,43 26 0,-59-40 0,0-1 0,1 1 0,-1-1 0,1 0 0,-1 0 0,1 0 0,0-1 0,0 0 0,0 0 0,11 0 0,-14-1 0,0-1 0,-1 1 0,1 0 0,-1-1 0,1 0 0,-1 1 0,1-1 0,-1 0 0,0 0 0,1-1 0,-1 1 0,0 0 0,0-1 0,0 1 0,0-1 0,0 0 0,0 0 0,0 1 0,-1-1 0,1 0 0,-1-1 0,1 1 0,-1 0 0,0 0 0,0-1 0,0 1 0,1-4 0,0-2 0,0-1 0,0 1 0,-1-1 0,-1 0 0,1 1 0,-1-1 0,-1 1 0,0-1 0,0 0 0,0 1 0,-1-1 0,-1 1 0,1 0 0,-1 0 0,-1 0 0,-4-8 0,13 23 0,0-1 0,0 0 0,0 0 0,1 0 0,0 0 0,0-1 0,11 7 0,-6-4 0,1-1 0,1 0 0,25 10 0,-18-10 0,0-1 0,-1-2 0,2 0 0,-1 0 0,0-2 0,1-1 0,21-1 0,-38 0 0,0 0 0,0-1 0,0 0 0,0 1 0,0-1 0,0 0 0,0-1 0,-1 1 0,1-1 0,0 0 0,-1 0 0,1 0 0,-1 0 0,0-1 0,5-3 0,-6 3 0,1 0 0,-1 0 0,-1 0 0,1 0 0,0 0 0,-1 0 0,1-1 0,-1 1 0,0 0 0,0-1 0,-1 1 0,1-1 0,-1 1 0,1-1 0,-1 0 0,0 1 0,-1-7 0,0 3 8,-1 0 0,1 1 0,-1-1 0,0 1 0,-1-1 0,0 1 0,0-1 0,0 1 0,-1 1 0,0-1 0,0 0 0,0 1 0,-1 0 0,-7-8 0,-4 0-379,0 0-1,-1 0 1,-27-14 0,22 15-6455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4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24575,'0'2'0,"1"1"0,-1-1 0,1 1 0,0-1 0,0 1 0,0-1 0,0 1 0,0-1 0,0 1 0,2 1 0,17 23 0,-19-26 0,279 309 0,-246-275 0,95 87 0,-77-76 0,69 78 0,-121-123-48,8 10 222,-8-11-215,0 0-1,1 1 1,-1-1 0,0 0-1,0 0 1,0 1-1,1-1 1,-1 0-1,0 0 1,0 1 0,0-1-1,0 0 1,0 1-1,0-1 1,0 0-1,0 1 1,1-1 0,-1 0-1,0 1 1,0-1-1,-1 0 1,1 0-1,0 1 1,0-1 0,0 0-1,0 1 1,0-1-1,0 0 1,0 1 0,0-1-1,-1 0 1,1 0-1,0 1 1,0-1-1,-1 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5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24575,'12'-5'0,"0"2"0,0 0 0,0 0 0,1 1 0,-1 1 0,1 0 0,-1 0 0,1 1 0,0 1 0,-1 0 0,1 1 0,22 7 0,123 50 0,-144-50 0,-10-4 0,-11-3 0,-43-8 0,0-3 0,-61-18 0,70 16 0,31 8 0,8 2 0,0 0 0,0 1 0,0-1 0,-1 1 0,1-1 0,0 1 0,-1 0 0,-2 0 0,4 0 0,1 0 0,-1 1 0,1-1 0,-1 0 0,0 1 0,1-1 0,-1 0 0,1 1 0,-1-1 0,1 1 0,-1-1 0,1 1 0,-1-1 0,1 1 0,0-1 0,-1 1 0,1 0 0,0-1 0,-1 1 0,1 0 0,0-1 0,0 1 0,-1 0 0,1-1 0,0 1 0,0 0 0,0-1 0,0 1 0,0 0 0,0-1 0,0 1 0,0 0 0,1 0 0,0 8 11,0-1 0,0 0 0,1 0 0,0 0 0,1 0 0,3 7 0,-4-9-132,1-1 1,-1 1 0,0 0 0,-1 1 0,1-1 0,-1 0 0,0 0 0,-1 0-1,1 1 1,-1-1 0,-2 12 0,-1-6-6706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2 123 24575,'0'0'0,"0"0"0,0 0 0,0-1 0,0 1 0,0 0 0,0 0 0,0 0 0,0 0 0,0 0 0,0 0 0,0 0 0,0 0 0,0 0 0,0 0 0,0 0 0,0 0 0,0-1 0,0 1 0,0 0 0,0 0 0,1 0 0,-1 0 0,0 0 0,0 0 0,0 0 0,0 0 0,0 0 0,0 0 0,0 0 0,0 0 0,0 0 0,0 0 0,0 0 0,1 0 0,-1 0 0,0 0 0,0 0 0,0 0 0,0 0 0,0 0 0,0 0 0,0 0 0,0 0 0,0 0 0,0 0 0,1 0 0,-1 0 0,0 0 0,0 0 0,0 0 0,0 0 0,0 0 0,0 1 0,0-1 0,0 0 0,8 5 0,6 7 0,-8-4 0,0-1 0,0 1 0,0 0 0,8 16 0,14 39 0,-25-55 0,-3-8 0,1 2 0,0 0 0,0 0 0,0 0 0,0 0 0,-1 1 0,1-1 0,-1 0 0,0 0 0,1 0 0,-1 0 0,0 0 0,-1 4 0,1-6 0,0 0 0,0 1 0,0-1 0,-1 0 0,1 0 0,0 0 0,0 0 0,0 1 0,-1-1 0,1 0 0,0 0 0,0 0 0,-1 0 0,1 0 0,0 0 0,0 0 0,-1 0 0,1 1 0,0-1 0,-1 0 0,1 0 0,0 0 0,0 0 0,-1-1 0,1 1 0,0 0 0,0 0 0,-1 0 0,1 0 0,0 0 0,0 0 0,-1 0 0,1 0 0,0 0 0,0-1 0,-1 1 0,1 0 0,0 0 0,0 0 0,0-1 0,-1 1 0,1 0 0,0 0 0,0 0 0,0-1 0,0 1 0,0 0 0,-1-1 0,-9-10 0,-2-6 0,0-2 0,2 1 0,-14-32 0,19 39 0,1 0 0,1 0 0,0 0 0,0 0 0,2-1 0,-1 1 0,1-1 0,1-15 0,0 25 0,0-1 0,1 1 0,-1-1 0,1 1 0,-1-1 0,1 1 0,0-1 0,0 1 0,0 0 0,0-1 0,1 1 0,-1 0 0,1 0 0,-1 0 0,1 0 0,0 0 0,3-3 0,-2 3 0,1 0 0,-1 0 0,1 0 0,-1 1 0,1-1 0,0 1 0,0 0 0,0 0 0,0 0 0,5-1 0,2 2 0,-1 0 0,0 0 0,1 1 0,-1 0 0,0 0 0,0 1 0,0 1 0,11 4 0,-12-4-151,0 1-1,-1 0 0,1 0 0,-1 1 1,0 0-1,-1 1 0,1 0 1,6 6-1,-5-1-6674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29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0 213 24575,'26'-7'0,"2"1"0,-1-1 0,0-1 0,0-1 0,43-23 0,-67 30 0,0 0 0,0 0 0,-1-1 0,1 1 0,-1-1 0,1 0 0,-1 1 0,0-1 0,0 0 0,0 0 0,-1 0 0,1-1 0,-1 1 0,1 0 0,-1-1 0,0 1 0,0-1 0,-1 1 0,1-5 0,0 3 0,-1 1 0,0-1 0,0 0 0,-1 0 0,1 0 0,-1 1 0,0-1 0,0 0 0,-1 1 0,1-1 0,-1 1 0,0-1 0,-4-6 0,5 10 0,1 0 0,-1 1 0,1-1 0,-1 1 0,1-1 0,-1 1 0,0-1 0,1 1 0,-1-1 0,0 1 0,1-1 0,-1 1 0,0 0 0,1-1 0,-1 1 0,0 0 0,0 0 0,1 0 0,-1-1 0,0 1 0,0 0 0,0 0 0,1 0 0,-1 0 0,0 0 0,0 0 0,0 1 0,1-1 0,-1 0 0,0 0 0,0 1 0,1-1 0,-1 0 0,-1 1 0,-3 2 0,0 0 0,1 1 0,-1-1 0,-4 5 0,-1 1 0,-2-1 0,7-5 0,1 0 0,0 0 0,-1 1 0,1-1 0,1 1 0,-7 7 0,9-10 0,1 0 0,-1 0 0,1 1 0,-1-1 0,1 0 0,-1 0 0,1 0 0,0 1 0,0-1 0,0 0 0,0 1 0,0-1 0,0 0 0,0 1 0,0-1 0,0 0 0,0 0 0,1 1 0,-1-1 0,1 0 0,-1 0 0,1 0 0,-1 1 0,1-1 0,0 0 0,-1 0 0,1 0 0,0 0 0,0 0 0,0 0 0,0 0 0,0-1 0,1 2 0,6 5 0,0-1 0,0-1 0,0 1 0,0-1 0,14 5 0,48 17 0,-45-18 0,70 22 0,-81-28 0,-1 0 0,1-1 0,0-1 0,0 0 0,16-1 0,-28 0-52,0 0-1,0 0 1,0-1-1,0 1 1,-1-1-1,1 1 1,0-1-1,0 0 1,0 1-1,-1-1 1,1 0-1,0 0 1,-1 0-1,1 0 1,-1-1-1,0 1 1,1 0-1,-1-1 1,0 1-1,1-1 1,-1 1-1,0-1 0,0 0 1,-1 1-1,3-4 1,0-6-6774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0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151 413 24575,'-17'-8'0,"-1"0"0,-22-7 0,36 13 0,0 1 0,0 0 0,-1 0 0,1 0 0,-1 1 0,1-1 0,-1 1 0,1 0 0,0 1 0,-9 1 0,12-2 0,0 0 0,0 0 0,0 1 0,0-1 0,0 0 0,0 1 0,0-1 0,0 1 0,0 0 0,0-1 0,0 1 0,1 0 0,-1-1 0,0 1 0,0 0 0,1 0 0,-1 0 0,0-1 0,1 1 0,-1 0 0,1 0 0,-1 2 0,1-1 0,-1-1 0,1 1 0,0 0 0,0 0 0,0 0 0,0-1 0,1 1 0,-1 0 0,0 0 0,1-1 0,-1 1 0,2 2 0,2 5 0,1-1 0,0 1 0,12 14 0,-15-20 0,7 8 0,1-1 0,0-1 0,0 1 0,1-2 0,0 1 0,0-1 0,1-1 0,0 0 0,22 8 0,-33-14 0,1 0 0,0 0 0,-1-1 0,1 1 0,0-1 0,0 1 0,0-1 0,0 0 0,0 1 0,0-1 0,-1 0 0,1 0 0,0-1 0,0 1 0,0 0 0,0-1 0,0 1 0,0-1 0,-1 1 0,1-1 0,0 0 0,-1 0 0,3-1 0,-2 0 0,-1 1 0,1-1 0,-1 0 0,0 0 0,0 0 0,1 0 0,-1 0 0,-1 0 0,1 0 0,0 0 0,0 0 0,-1 0 0,1-1 0,-1 1 0,0 0 0,0 0 0,0-1 0,0 1 0,0-3 0,-1-2 0,0 0 0,0 0 0,-1 1 0,0-1 0,0 1 0,0 0 0,-1-1 0,0 1 0,-4-6 0,3 9 0,3 7 0,4 9 0,0-7 0,0-1 0,0 1 0,1-1 0,0 1 0,0-1 0,1 0 0,-1-1 0,1 1 0,0-1 0,0 0 0,0 0 0,1-1 0,0 1 0,-1-1 0,11 4 0,-3-2 0,0-1 0,0 0 0,1-1 0,-1 0 0,1-1 0,19 1 0,-29-3 0,0 0 0,-1 0 0,1 0 0,0-1 0,0 1 0,-1-1 0,1 0 0,0 0 0,-1 0 0,1-1 0,-1 1 0,1-1 0,-1 0 0,0 0 0,0 0 0,5-4 0,-5 3 0,0-1 0,0 1 0,-1-1 0,1 0 0,-1 1 0,0-1 0,0 0 0,0-1 0,-1 1 0,1 0 0,-1 0 0,0-1 0,0-8 0,0 1 0,0 0 0,-2-1 0,1 1 0,-2-1 0,0 1 0,0 0 0,-7-20 0,-36-81 0,35 92 0,-75-192 0,79 202 0,3 18 0,3 19 0,3-6 0,0-1 0,0 1 0,2-1 0,1 1 0,12 27 0,-2-10 0,39 60 0,-32-61 40,2-1 0,47 50 0,-57-69-226,0-2 1,1 0-1,1-1 0,0 0 1,1-1-1,0-2 1,24 12-1,-29-17-6640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2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24575,'7'7'0,"2"8"0,8 18 0,2-1 0,1-1 0,2-1 0,0 0 0,30 27 0,-51-56 0,0 0 0,0 0 0,1 1 0,-1-1 0,0 0 0,1 0 0,-1 0 0,1 0 0,-1-1 0,1 1 0,-1 0 0,1-1 0,0 1 0,-1-1 0,1 1 0,0-1 0,0 0 0,-1 0 0,1 0 0,3 0 0,-3 0 0,0-1 0,0 0 0,0 0 0,0 0 0,0 0 0,-1 0 0,1 0 0,0 0 0,0 0 0,-1-1 0,1 1 0,-1-1 0,1 1 0,1-4 0,2-1 0,-1-1 0,0 0 0,-1 0 0,1 0 0,-1 0 0,-1-1 0,4-14 0,-3 0 0,-1-1 0,-1 1 0,0 0 0,-2 0 0,-1 0 0,-1 0 0,-6-24 0,9 45 0,0 0 0,0 0 0,0 0 0,-1 0 0,1 0 0,-1-1 0,1 1 0,-1 0 0,1 0 0,-1 0 0,1 0 0,-1 1 0,0-1 0,0 0 0,1 0 0,-1 0 0,0 0 0,0 1 0,0-1 0,-2-1 0,3 2 0,0 0 0,-1 0 0,1 0 0,-1 0 0,1 0 0,0 0 0,-1 0 0,1 0 0,0 0 0,-1 0 0,1 0 0,0 1 0,-1-1 0,1 0 0,0 0 0,-1 0 0,1 0 0,0 1 0,-1-1 0,1 0 0,0 0 0,-1 1 0,1-1 0,-7 15 0,3 13-1365,4-15-5461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3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146 450 24575,'-48'-59'0,"42"53"0,1 0 0,-2 0 0,1 1 0,0 0 0,-1 0 0,-14-7 0,20 12 0,0-1 0,0 1 0,0-1 0,0 1 0,0-1 0,0 1 0,0 0 0,0 0 0,0-1 0,0 1 0,0 0 0,0 0 0,0 0 0,0 0 0,0 0 0,0 0 0,0 0 0,0 1 0,0-1 0,0 0 0,1 0 0,-1 1 0,0-1 0,0 1 0,0-1 0,0 1 0,0-1 0,0 1 0,1 0 0,-1-1 0,0 1 0,0 0 0,1-1 0,-1 1 0,1 0 0,-1 0 0,0 0 0,1 0 0,0 0 0,-1 1 0,0 1 0,0 0 0,0-1 0,1 1 0,-1 0 0,1 0 0,0 0 0,0 0 0,0 0 0,0 0 0,0-1 0,1 1 0,1 5 0,1-1 0,0 0 0,0-1 0,1 1 0,0-1 0,0 0 0,0-1 0,1 1 0,0-1 0,0 1 0,0-2 0,1 1 0,-1 0 0,8 3 0,-3-2 0,0 0 0,0-1 0,0-1 0,1 1 0,-1-2 0,1 0 0,20 4 0,-29-6 0,0-1 0,0 0 0,0 1 0,0-1 0,0 0 0,0 0 0,1 0 0,-1-1 0,0 1 0,0 0 0,0-1 0,0 1 0,-1-1 0,1 0 0,0 1 0,0-1 0,0 0 0,0 0 0,-1 0 0,1-1 0,0 1 0,-1 0 0,1-1 0,-1 1 0,1-1 0,-1 1 0,0-1 0,0 1 0,0-1 0,0 0 0,0 0 0,0 0 0,0 0 0,0 1 0,-1-1 0,1 0 0,0-4 0,-1 6 0,0-1 0,0 0 0,0 0 0,0 1 0,0-1 0,0 0 0,0 1 0,0-1 0,1 0 0,-1 1 0,0-1 0,1 1 0,-1-1 0,0 0 0,1 1 0,-1-1 0,0 1 0,1-1 0,-1 1 0,1-1 0,-1 1 0,1 0 0,0-1 0,0 0 0,0 1 0,0 0 0,0 1 0,1-1 0,-1 0 0,0 0 0,0 1 0,0-1 0,0 1 0,0-1 0,0 1 0,2 0 0,3 3 0,7 2 0,-1-1 0,1 0 0,0-1 0,0 0 0,1-1 0,-1-1 0,1 0 0,13 0 0,-22-2 0,0 0 0,0 0 0,-1-1 0,1 0 0,0 0 0,0 0 0,-1-1 0,1 1 0,-1-1 0,1 0 0,4-3 0,-6 2 0,0 1 0,1-1 0,-2 0 0,1 0 0,0 0 0,-1 0 0,1 0 0,-1-1 0,0 1 0,0-1 0,0 0 0,0 1 0,-1-1 0,0 0 0,2-5 0,-2-1 0,1 0 0,-1 0 0,-1-1 0,0 1 0,0 0 0,-1 0 0,0 0 0,-5-17 0,-27-78 0,31 101 0,-9-28 0,-2 0 0,-1 1 0,-2 0 0,-29-43 0,44 73 0,0-1 0,0 1 0,-1 0 0,1-1 0,0 1 0,0 0 0,-1 0 0,1 0 0,-1 0 0,1 0 0,-1 0 0,1 0 0,-1 0 0,0 1 0,-2-2 0,3 2 0,0 1 0,1-1 0,-1 0 0,0 0 0,0 0 0,0 1 0,0-1 0,0 0 0,1 1 0,-1-1 0,0 0 0,0 1 0,1-1 0,-1 1 0,0-1 0,1 1 0,-1 0 0,0-1 0,1 1 0,-1 0 0,1-1 0,-1 1 0,1 0 0,-1 0 0,1 0 0,0-1 0,-1 1 0,1 0 0,0 0 0,0 0 0,0 0 0,-1 1 0,-2 10 0,1 1 0,0-1 0,1 0 0,1 1 0,0-1 0,0 1 0,3 14 0,1 1 0,2-1 0,10 30 0,-9-38 0,0-1 0,1-1 0,0 0 0,2 0 0,0 0 0,0-1 0,2-1 0,0 0 0,1 0 0,0-1 0,1-1 0,19 14 0,-25-22 0,0 0 0,1 0 0,-1-1 0,1 0 0,0-1 0,0 0 0,0 0 0,0-1 0,0 0 0,11 0 0,-16-1 0,0-1 0,-1 0 0,1 0 0,-1 0 0,1 0 0,0-1 0,-1 0 0,1 1 0,-1-1 0,1-1 0,-1 1 0,0 0 0,0-1 0,1 0 0,-1 1 0,0-1 0,0-1 0,-1 1 0,1 0 0,0-1 0,-1 1 0,1-1 0,-1 0 0,0 0 0,0 0 0,0 0 0,0 0 0,-1 0 0,3-5 0,-2 1 0,0 0 0,-1 0 0,0 0 0,0 0 0,0-8 0,-1 10 0,0 1 0,0 0 0,0-1 0,-1 1 0,0 0 0,1 0 0,-2-1 0,1 1 0,-3-5 0,4 8 0,0 1 0,0 0 0,0 0 0,0 0 0,0 0 0,0 0 0,0 0 0,0-1 0,0 1 0,0 0 0,0 0 0,0 0 0,0 0 0,0 0 0,0 0 0,-1 0 0,1 0 0,0-1 0,0 1 0,0 0 0,0 0 0,0 0 0,0 0 0,0 0 0,-1 0 0,1 0 0,0 0 0,0 0 0,0 0 0,0 0 0,0 0 0,0 0 0,-1 0 0,1 0 0,0 0 0,0 0 0,0 0 0,0 0 0,0 0 0,0 0 0,-1 0 0,1 0 0,-3 6 0,1 10 0,2-10 0,1-1 0,0 0 0,0 1 0,0-1 0,0 0 0,1 0 0,0 0 0,0 0 0,0 0 0,1 0 0,0 0 0,0-1 0,0 0 0,0 1 0,1-1 0,-1 0 0,1-1 0,0 1 0,0-1 0,1 1 0,-1-1 0,1 0 0,-1-1 0,10 5 0,0-2 0,0 0 0,0-1 0,0 0 0,1-1 0,-1 0 0,1-2 0,29 1 0,-44-2 0,6 0 0,0 0 0,0-1 0,0 1 0,9-3 0,-13 2 0,0 0 0,0 1 0,-1-1 0,1 0 0,0 0 0,-1 0 0,1 0 0,-1 0 0,1 0 0,-1-1 0,0 1 0,0 0 0,1-1 0,-1 1 0,0-1 0,0 1 0,0-1 0,-1 0 0,2-2 0,1-5 0,-2 7 0,0 1 0,-1-1 0,1 0 0,0 0 0,0 0 0,0 1 0,0-1 0,0 0 0,2-1 0,-3 3 0,1-1 0,0 1 0,-1 0 0,1 0 0,0-1 0,-1 1 0,1 0 0,0 0 0,-1 0 0,1 0 0,0 0 0,0 0 0,-1 0 0,1 0 0,0 0 0,-1 1 0,1-1 0,0 0 0,-1 0 0,1 1 0,0-1 0,-1 0 0,1 1 0,0-1 0,-1 0 0,1 1 0,-1-1 0,1 1 0,-1-1 0,1 1 0,0 0 0,2 2 0,0-1 0,1 0 0,-1 0 0,1 0 0,-1 0 0,1 0 0,0-1 0,0 0 0,0 0 0,0 0 0,0 0 0,0 0 0,0-1 0,0 0 0,0 0 0,0 0 0,0 0 0,0-1 0,0 1 0,0-1 0,0 0 0,0 0 0,0-1 0,0 1 0,4-3 0,1-1 0,-1 0 0,1-1 0,-1 1 0,0-2 0,-1 1 0,1-1 0,-2 0 0,1-1 0,8-11 0,-13 16 0,0 0 0,0 0 0,0-1 0,0 1 0,-1-1 0,0 0 0,1 1 0,-1-1 0,0 0 0,-1 0 0,1 0 0,-1 0 0,1 1 0,-1-1 0,-1 0 0,0-5 0,1 6 0,-1 0 0,0 1 0,0-1 0,0 1 0,0-1 0,0 1 0,-1-1 0,1 1 0,-1 0 0,1 0 0,-1 0 0,0 0 0,0 0 0,0 0 0,0 0 0,0 1 0,-1-1 0,1 1 0,0-1 0,-1 1 0,1 0 0,-1 0 0,-5-1 0,7 1 0,-1 1 0,0-1 0,1 1 0,-1-1 0,0 1 0,1 0 0,-1 0 0,0 0 0,0 0 0,1 0 0,-1 1 0,0-1 0,1 0 0,-1 1 0,0-1 0,1 1 0,-1 0 0,1 0 0,-1-1 0,1 1 0,-1 0 0,1 0 0,-1 0 0,1 0 0,0 1 0,0-1 0,-1 0 0,0 3 0,1-3 0,0 1 0,0 0 0,0 0 0,0 0 0,1 0 0,-1 0 0,1 0 0,-1 0 0,1 0 0,0 0 0,0 0 0,0 1 0,0-1 0,0 0 0,0 0 0,1 0 0,-1 0 0,1 0 0,-1 0 0,1 0 0,0 0 0,0 0 0,2 3 0,2 3 20,1 0 0,0 0 0,1 0 0,0-1 0,14 12 0,-2-5-763,26 16 1,-29-20-6084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65 353 24575,'-6'5'0,"-1"1"0,1-1 0,0 1 0,1 0 0,0 1 0,0-1 0,0 1 0,-7 13 0,11-16 0,-1-1 0,1 1 0,0 0 0,0 0 0,0-1 0,1 1 0,-1 0 0,1 0 0,0 0 0,0 0 0,1 0 0,-1 0 0,1 0 0,-1 0 0,1-1 0,1 1 0,-1 0 0,0 0 0,1-1 0,3 6 0,0 0 0,1 0 0,0 0 0,1 0 0,14 14 0,-18-21 0,0 1 0,0-1 0,0 0 0,0 1 0,0-2 0,1 1 0,5 2 0,-7-3 0,0-1 0,0 1 0,-1-1 0,1 0 0,0 1 0,0-1 0,0 0 0,-1 0 0,1-1 0,0 1 0,0 0 0,0 0 0,-1-1 0,1 1 0,0-1 0,0 0 0,1 0 0,-1-1 0,1 0 0,-1 0 0,1 0 0,-1-1 0,0 1 0,0-1 0,0 1 0,0-1 0,-1 1 0,1-1 0,-1 0 0,0 0 0,1 0 0,-1 0 0,0 0 0,-1 0 0,1 0 0,-1 0 0,1-6 0,0-4 0,0 1 0,-2-1 0,-1-19 0,-7-14 0,-2 1 0,-1 1 0,-23-54 0,1 6 0,33 88 0,-43-119 0,44 123 0,0 0 0,0 0 0,0 0 0,0 0 0,0 0 0,0 0 0,0 0 0,0 0 0,0 0 0,0 0 0,0 0 0,0 0 0,0 0 0,0 0 0,-1 0 0,1 0 0,0 0 0,0 0 0,0 0 0,0 1 0,0-1 0,0 0 0,0 0 0,0 0 0,0 0 0,0 0 0,0 0 0,0 0 0,0 0 0,0 0 0,0 0 0,0 0 0,0 0 0,0 0 0,0 0 0,0 0 0,-1 0 0,1 0 0,0-1 0,0 1 0,0 0 0,0 0 0,0 0 0,0 0 0,0 0 0,0 0 0,0 0 0,0 0 0,0 0 0,0 0 0,0 0 0,0 0 0,0 0 0,0 0 0,0 0 0,-1 9 0,1 12 0,5 17 0,2 1 0,2-1 0,16 43 0,-24-79 0,68 165-58,-44-110-1249,-14-32-5519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4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24575,'0'-5'0,"0"1"0,3 1 0,3 3 0,3 5 0,0 3 0,1 2 0,1 0 0,-1 1 0,1 2 0,-3-2-8191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24575,'30'2'0,"12"1"0,2 1 0,-4-2 0,-9 3 0,-7-1 0,-8 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88 24575,'-19'-16'0,"4"2"0,-1 1 0,-21-13 0,33 24 0,0-1 0,0 1 0,0 0 0,0 0 0,-1 1 0,1-1 0,0 1 0,-1 0 0,1 0 0,-1 0 0,0 1 0,1 0 0,-1 0 0,1 0 0,-8 1 0,10 0 0,-1 0 0,1 0 0,0 0 0,0 0 0,0 0 0,0 0 0,0 1 0,0-1 0,1 1 0,-1-1 0,0 1 0,1 0 0,-1-1 0,1 1 0,-1 0 0,1 0 0,0 0 0,0 0 0,0 1 0,0-1 0,0 0 0,1 0 0,-2 4 0,0 5 0,0 0 0,1 1 0,-1 16 0,2-24 0,1 25 0,0-1 0,2 0 0,2 1 0,0-1 0,2-1 0,0 1 0,2-1 0,16 32 0,9 10 0,77 117 0,-54-104 0,35 57 0,-90-136 0,-1-1 0,1 1 0,-1 0 0,0 0 0,0 0 0,-1 0 0,1 0 0,0 5 0,-1-8 0,0 1 0,0 0 0,0-1 0,0 1 0,0-1 0,0 1 0,-1 0 0,1-1 0,0 1 0,0-1 0,0 1 0,-1 0 0,1-1 0,0 1 0,-1-1 0,1 1 0,-1-1 0,1 1 0,-1 0 0,0-1 0,0 1 0,1-1 0,-1 0 0,0 1 0,0-1 0,0 0 0,0 0 0,0 0 0,0 1 0,0-1 0,0 0 0,1 0 0,-1 0 0,0 0 0,0-1 0,0 1 0,-1 0 0,-6-2 0,1 0 0,-1-1 0,1 0 0,0 0 0,0-1 0,0 0 0,-8-6 0,-3-3 0,-22-21 0,27 22 0,1-2 0,0 1 0,1-1 0,-15-25 0,22 32 0,0-1 0,0 1 0,1 0 0,0-1 0,0 0 0,1 0 0,0 0 0,0 0 0,1 0 0,0 0 0,0 0 0,2-12 0,-1 18 0,0 0 0,1-1 0,-1 1 0,1 0 0,0 0 0,0 0 0,0 0 0,0 0 0,0 0 0,0 0 0,0 0 0,1 1 0,-1-1 0,1 0 0,-1 1 0,1-1 0,0 1 0,-1 0 0,1-1 0,0 1 0,0 0 0,0 0 0,0 0 0,0 0 0,0 1 0,0-1 0,1 0 0,-1 1 0,0 0 0,0-1 0,3 1 0,6-1 0,0 1 0,0 0 0,0 1 0,21 4 0,16 7 0,-38-8 0,1-1 0,0 0 0,0-1 0,0-1 0,15 1 0,-24-2 0,-1 0 0,1 0 0,-1 0 0,1-1 0,-1 1 0,1-1 0,-1 1 0,0-1 0,1 0 0,-1 1 0,0-1 0,0 0 0,1 0 0,-1 0 0,0 0 0,0 0 0,0 0 0,0 0 0,0 0 0,0-1 0,-1 1 0,1 0 0,0 0 0,-1-1 0,1 1 0,0-3 0,12-15 0,-12 19 0,-1-1 0,1 0 0,0 1 0,0 0 0,0-1 0,0 1 0,0 0 0,0-1 0,0 1 0,0 0 0,0 0 0,0 0 0,0 0 0,0 0 0,0 0 0,0 0 0,0 0 0,0 0 0,0 0 0,0 0 0,0 1 0,0-1 0,0 0 0,0 1 0,-1-1 0,1 1 0,0-1 0,0 1 0,0 0 0,1 0 0,3 3 0,-1 0 0,1 0 0,6 8 0,10 14-52,-12-13-276,1-1-1,0-1 1,18 16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24575,'7'25'0,"3"14"0,0 2 0,-2-3 0,-3-8-8191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77 552 24575,'18'-29'0,"-1"0"0,-2-2 0,15-38 0,-26 57 0,-1 0 0,0-1 0,0 1 0,-1-1 0,-1 1 0,0-1 0,-1 0 0,0 1 0,-1-1 0,0 0 0,-6-22 0,0 12 0,-1 1 0,-1 0 0,-1 0 0,0 1 0,-2 0 0,-1 1 0,-21-26 0,32 43 0,0 1 0,0 0 0,0 0 0,0-1 0,-1 1 0,1 1 0,-1-1 0,0 0 0,-3-1 0,6 3 0,-1-1 0,0 1 0,1 0 0,-1 0 0,0 0 0,1 0 0,-1 0 0,0 0 0,1 0 0,-1 0 0,0 0 0,1 0 0,-1 0 0,0 0 0,1 0 0,-1 1 0,0-1 0,0 1 0,0 0 0,0-1 0,0 1 0,0 0 0,0 0 0,0 0 0,1 0 0,-1 0 0,0 0 0,1 0 0,-1 0 0,0 0 0,1 0 0,-1 3 0,-2 6 0,1 1 0,0 0 0,0 0 0,0 20 0,7 44 0,-2-49 0,2 0 0,1 0 0,1-1 0,1 1 0,1-2 0,1 1 0,1-1 0,16 24 0,-14-28 0,0-1 0,1-1 0,1 0 0,1-1 0,0-1 0,1 0 0,1-1 0,0-1 0,31 18 0,-43-28 0,0-1 0,1 0 0,0 0 0,0 0 0,0-1 0,0 0 0,0 0 0,11 0 0,-15-2 0,-1 0 0,1 0 0,-1 0 0,0 0 0,1-1 0,-1 1 0,1-1 0,-1 1 0,0-1 0,1 0 0,-1 0 0,0 0 0,0 0 0,1-1 0,-1 1 0,0-1 0,-1 1 0,1-1 0,0 0 0,0 1 0,-1-1 0,1 0 0,-1 0 0,1 0 0,-1 0 0,0-1 0,0 1 0,1-2 0,3-13-1365,-1 3-5461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1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24575,'91'205'0,"-34"-83"0,38 102 0,-87-205 0,-5-13 0,0 1 0,0-1 0,1 9 0,-4-15 0,0 0 0,0 0 0,0-1 0,0 1 0,0 0 0,0 0 0,-1 0 0,1 0 0,0 0 0,0 0 0,0 0 0,0 0 0,0 0 0,0 0 0,0 0 0,-1 0 0,1 0 0,0 0 0,0-1 0,0 1 0,0 0 0,0 0 0,0 0 0,-1 0 0,1 0 0,0 0 0,0 1 0,0-1 0,0 0 0,0 0 0,0 0 0,-1 0 0,1 0 0,0 0 0,0 0 0,0 0 0,0 0 0,0 0 0,0 0 0,0 0 0,0 0 0,-1 0 0,1 1 0,0-1 0,0 0 0,0 0 0,0 0 0,0 0 0,0 0 0,0 0 0,0 0 0,0 1 0,0-1 0,0 0 0,0 0 0,0 0 0,0 0 0,0 0 0,0 0 0,0 1 0,0-1 0,0 0 0,0 0 0,-9-8 0,-30-35 0,-39-38 0,76 79 0,-1-1 0,1 1 0,0 0 0,0-1 0,0 1 0,0-1 0,0 0 0,1 0 0,-2-3 0,2 6 0,1-1 0,0 1 0,0-1 0,0 1 0,0-1 0,0 1 0,0-1 0,0 1 0,0-1 0,0 1 0,0-1 0,0 1 0,0-1 0,0 1 0,0-1 0,0 1 0,1-1 0,-1 1 0,0-1 0,0 1 0,1 0 0,-1-1 0,1 0 0,0 0 0,0 1 0,0-1 0,0 0 0,0 1 0,0-1 0,0 1 0,0 0 0,1-1 0,-1 1 0,0 0 0,0-1 0,0 1 0,1 0 0,1 0 0,13 1 0,1 0 0,-1 2 0,29 6 0,7 2 0,-28-7 0,0-2 0,26 0 0,-43-2 0,0 0 0,0-1 0,0 0 0,0 0 0,0-1 0,0 1 0,0-2 0,-1 1 0,1-1 0,-1 0 0,11-6 0,-16 8 0,1 0 0,-1 0 0,0 0 0,1 0 0,-1 0 0,0 0 0,0-1 0,0 1 0,0 0 0,0-1 0,0 1 0,0-1 0,-1 1 0,1-1 0,0 1 0,-1-1 0,1 0 0,-1 1 0,1-1 0,-1 0 0,0 1 0,0-1 0,0 0 0,0 1 0,0-1 0,0 0 0,-1-2 0,0 2 0,0 1 0,1-1 0,-1 1 0,0-1 0,0 1 0,0 0 0,0-1 0,-1 1 0,1 0 0,0 0 0,0 0 0,-1 0 0,1 0 0,-1 0 0,1 0 0,-1 1 0,1-1 0,-1 0 0,1 1 0,-1-1 0,0 1 0,1 0 0,-1-1 0,0 1 0,1 0 0,-1 0 0,-2 0 0,3 0 0,-1 0 0,1 0 0,0 0 0,-1 1 0,1-1 0,-1 0 0,1 1 0,0-1 0,-1 0 0,1 1 0,0 0 0,0-1 0,-1 1 0,1 0 0,0 0 0,0-1 0,0 1 0,0 0 0,0 0 0,-2 2 0,2-1 0,0 0 0,0 0 0,0 0 0,1 0 0,-1 0 0,0 0 0,1 0 0,-1 1 0,1-1 0,0 0 0,0 0 0,0 3 0,0 0 0,0 0 0,1 1 0,0-1 0,0 0 0,1 0 0,-1 0 0,1 0 0,0 0 0,0 0 0,4 6 0,3 0 0,1 1 0,0-2 0,1 1 0,0-2 0,0 1 0,1-1 0,0-1 0,25 13 0,-19-13 0,-1 0 0,1-1 0,0-1 0,1-1 0,-1-1 0,28 4 0,-37-7 0,1-1 0,0 0 0,-1 0 0,1-1 0,0 0 0,16-4 0,-22 4 0,0-1 0,0 1 0,-1-1 0,1 0 0,0 0 0,-1 0 0,1 0 0,-1-1 0,1 1 0,-1-1 0,0 0 0,0 0 0,-1 0 0,1 0 0,-1 0 0,1-1 0,-1 1 0,2-5 0,1-3 0,-1 0 0,-1 0 0,0-1 0,-1 1 0,0-1 0,0 1 0,-1-1 0,-1 0 0,0 1 0,0-1 0,-1 1 0,-1-1 0,-4-17 0,5 26-170,-1-1-1,1 1 0,-1-1 1,1 1-1,-1 0 0,0 0 1,-4-4-1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24575,'-2'5'0,"-2"4"0,1 4 0,1 1 0,2 1 0,3 1 0,2 0 0,3-1 0,3 1 0,2-1 0,1 0 0,1-3 0,-3 0 0,-2-3-8191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24575,'12'5'0,"7"7"0,3 3 0,0 3 0,-1 2 0,-2 1 0,-4-1 0,-2-4 0,-3-4-8191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24575,'-10'10'0,"1"2"0,1-1 0,0 1 0,1 0 0,0 1 0,1 0 0,0 0 0,1 0 0,1 1 0,0-1 0,0 1 0,2 0 0,0 0 0,0 1 0,1-1 0,1 0 0,1 0 0,0 1 0,0-1 0,7 24 0,1-4 0,1-1 0,2 0 0,1 0 0,2-1 0,1-1 0,1-1 0,1 0 0,2-1 0,1-1 0,2-2 0,26 26 0,-39-43-273,0 0 0,1-1 0,0-1 0,20 12 0,-17-13-6553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77 24575,'-20'-12'0,"-9"-5"0,-5 1 0,1 3 0,1 4 0,1 3 0,1 3 0,0 2 0,0 1 0,4 1 0,2-1 0,6 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24575,'1'18'0,"0"0"0,2 0 0,0 0 0,1 0 0,1-1 0,0 1 0,2-1 0,16 32 0,-6-19 0,2 0 0,1-1 0,40 45 0,-40-54-1365,-12-14-5461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24575,'25'-13'0,"11"-4"0,1 1 0,-2 1 0,-5 3 0,-5 3 0,-5 3 0,-2 3 0,-3 2 0,-5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24575,'8'-8'0,"4"-2"0,4 1 0,-2-2 0,0 3 0,-1 1 0,1 3 0,0 1 0,0 2 0,-2 3 0,0 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7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24575,'7'25'0,"3"11"0,2 1 0,-1-2 0,1-5 0,-3-5 0,0-5 0,1-5 0,-1-3 0,1 0 0,0-1 0,-1-2-8191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24575,'24'42'0,"1"3"0,-1 1 0,26 73 0,-48-108 0,-8-17 0,-11-23 0,15 25 0,-52-79-1365,41 65-5461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38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24575,'13'-20'0,"-6"8"0,0 1 0,1 0 0,12-13 0,-17 21 0,1 1 0,-1-1 0,0 0 0,1 1 0,-1 0 0,1-1 0,0 1 0,0 1 0,0-1 0,0 1 0,0-1 0,0 1 0,0 0 0,7 0 0,5 1 0,-1 0 0,1 2 0,-1 0 0,1 0 0,-1 1 0,0 1 0,26 11 0,-40-15 0,1 1 0,0-1 0,-1 1 0,1 0 0,0 0 0,-1 0 0,1 0 0,-1 0 0,0 0 0,1 0 0,-1 0 0,0 0 0,1 1 0,-1-1 0,0 0 0,0 1 0,0-1 0,0 1 0,-1 0 0,2 2 0,-1-2 0,-1 0 0,0 0 0,0 1 0,0-1 0,0 0 0,0 0 0,-1 0 0,1 1 0,0-1 0,-1 0 0,0 0 0,1 0 0,-1 0 0,-2 2 0,-2 5 0,0-1 0,0 0 0,-1-1 0,0 0 0,-1 0 0,-9 8 0,-1-2 0,13-10 0,0-1 0,0 1 0,0 1 0,1-1 0,-1 0 0,1 1 0,0 0 0,0-1 0,-5 9 0,8-11 0,-1 0 0,1 0 0,0 0 0,0 0 0,0 0 0,0 0 0,0 0 0,0 0 0,0-1 0,0 1 0,0 0 0,1 0 0,-1 0 0,0 0 0,0 0 0,1 0 0,-1 0 0,1-1 0,-1 1 0,1 0 0,-1 0 0,1-1 0,-1 1 0,1 0 0,0-1 0,-1 1 0,1 0 0,0-1 0,0 1 0,-1-1 0,1 1 0,0-1 0,0 1 0,2-1 0,3 3 0,0-1 0,1 1 0,11 1 0,-13-3 0,61 12 0,45 13 0,-95-21 0,-1 0 0,0 2 0,0-1 0,27 18 0,-38-21-151,0 0-1,0 1 0,0 0 0,-1-1 1,1 1-1,-1 0 0,0 1 1,3 4-1,-2-1-6674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2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24575,'0'-5'0,"0"-12"0,1 14 0,1 8 0,41 191 0,-39-178 0,41 139 0,-37-136 0,1-1 0,0 1 0,2-2 0,0 1 0,18 22 0,-13-20 0,-10-13 0,1 0 0,0 0 0,0 0 0,1-1 0,10 8 0,-17-15 0,0 0 0,0-1 0,-1 1 0,1-1 0,0 1 0,0-1 0,0 1 0,0-1 0,0 0 0,0 1 0,0-1 0,0 0 0,0 0 0,0 0 0,0 0 0,1 0 0,-1 0 0,0 0 0,0 0 0,0 0 0,0 0 0,0 0 0,0-1 0,0 1 0,0 0 0,0-1 0,0 1 0,0-1 0,0 1 0,-1-1 0,1 0 0,0 1 0,0-1 0,0 0 0,-1 0 0,1 1 0,0-1 0,-1 0 0,1 0 0,-1 0 0,1 0 0,-1 0 0,1 0 0,0-1 0,2-6 0,0 0 0,-1 1 0,0-1 0,2-11 0,-4 19 0,15-97 0,-15 95 0,1-1 0,-1 1 0,1-1 0,-1 0 0,1 1 0,0 0 0,0-1 0,0 1 0,1-1 0,-1 1 0,2-3 0,-2 5 0,0-1 0,-1 0 0,1 1 0,0-1 0,0 1 0,0-1 0,0 1 0,0-1 0,-1 1 0,1 0 0,0-1 0,0 1 0,0 0 0,0 0 0,0 0 0,0 0 0,0 0 0,0 0 0,0 0 0,0 0 0,0 0 0,0 0 0,0 0 0,0 1 0,0-1 0,0 0 0,0 1 0,0-1 0,0 1 0,-1-1 0,1 1 0,1 0 0,19 13 0,-2 0 0,34 33 0,-32-28 0,37 27 0,38 12 0,-83-51 0,2 0 0,-1-1 0,1-1 0,0 0 0,18 2 0,-31-6 0,0-1 0,1 1 0,-1-1 0,1 0 0,-1 0 0,0 0 0,1-1 0,-1 1 0,0 0 0,1-1 0,-1 1 0,0-1 0,1 0 0,-1 0 0,4-2 0,-5 2 0,1-1 0,-1 1 0,1-1 0,-1 1 0,0-1 0,0 1 0,0-1 0,1 0 0,-2 0 0,1 0 0,0 1 0,0-1 0,0 0 0,-1 0 0,1 0 0,-1 0 0,0 0 0,0-4 0,1-20 0,-1 0 0,-2 0 0,-1 0 0,-1 0 0,0 1 0,-10-26 0,14 50 0,0 0 0,0 0 0,-1-1 0,1 1 0,0 0 0,-1 0 0,1 0 0,-1 0 0,1 0 0,-1 0 0,0 0 0,1 0 0,-1 0 0,0 0 0,0 0 0,0 0 0,0 0 0,1 1 0,-1-1 0,0 0 0,0 1 0,-1-1 0,1 1 0,0-1 0,0 1 0,0-1 0,0 1 0,0 0 0,0 0 0,-1-1 0,-1 1 0,2 1 0,-1-1 0,0 1 0,0-1 0,0 1 0,1 0 0,-1 0 0,0 0 0,1 0 0,-1 0 0,1 0 0,-1 0 0,1 1 0,-1-1 0,1 0 0,0 1 0,0-1 0,0 1 0,0 0 0,-2 2 0,1 1 0,-1 1 0,1 0 0,-1 0 0,2 0 0,-1 0 0,1 0 0,0 0 0,0 0 0,0 1 0,1-1 0,0 0 0,0 0 0,1 1 0,2 8 0,-3-11 0,1 0 0,1 0 0,-1 0 0,1 0 0,-1 0 0,1-1 0,0 1 0,0-1 0,1 1 0,-1-1 0,1 0 0,-1 1 0,1-2 0,0 1 0,1 0 0,-1 0 0,0-1 0,1 0 0,-1 0 0,1 0 0,0 0 0,7 3 0,-9-5 0,-1 1 0,1-1 0,0 1 0,0-1 0,0 0 0,0 0 0,0 0 0,0 0 0,0 0 0,-1 0 0,1 0 0,0-1 0,0 1 0,0-1 0,0 1 0,0-1 0,-1 0 0,1 0 0,0 0 0,1-1 0,-1 0 0,1 0 0,-1 0 0,0-1 0,0 1 0,0-1 0,0 1 0,0-1 0,-1 0 0,1 0 0,-1 1 0,1-5 0,2-4 0,-2 1 0,1-2 0,-1 1 0,-1 0 0,0-20 0,6 44 0,-1-2 0,11 15 0,-3-5-227,1-1-1,0 0 1,2-1-1,0-1 1,31 25-1,-38-36-6598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24575,'1'16'0,"0"0"0,1 0 0,1-1 0,0 1 0,1-1 0,0 0 0,12 25 0,4-1 0,36 56 0,-54-93 0,-1 0 0,1 1 0,-1-1 0,0 1 0,0 0 0,0-1 0,0 1 0,0 0 0,0 5 0,-1-7 0,0 0 0,0 0 0,0 0 0,-1 0 0,1 0 0,0 0 0,0 0 0,-1 0 0,1 0 0,0 0 0,-1 0 0,1 0 0,-1 0 0,0-1 0,1 1 0,-1 0 0,1 0 0,-1-1 0,0 1 0,0 0 0,0-1 0,1 1 0,-1 0 0,0-1 0,0 1 0,0-1 0,0 0 0,0 1 0,0-1 0,-2 1 0,-20 4-243,0-1 1,-49 2-1,61-5-394,-4 0-6189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0 24575,'-42'9'0,"0"3"0,-41 16 0,81-28 0,-1 1 0,1 0 0,0 1 0,-1-1 0,1 0 0,0 1 0,0-1 0,0 1 0,0 0 0,0-1 0,0 1 0,0 0 0,1 0 0,-1 0 0,1 1 0,-1-1 0,1 0 0,-2 5 0,3-4 0,-1-1 0,1 0 0,0 1 0,0-1 0,0 0 0,0 1 0,1-1 0,-1 1 0,1-1 0,-1 0 0,1 1 0,0-1 0,0 0 0,0 0 0,0 0 0,0 0 0,1 0 0,-1 0 0,0 0 0,4 3 0,6 7 0,1 0 0,1 0 0,0-2 0,14 10 0,62 34 0,-68-42 0,7 3 0,-16-9 0,0 0 0,-1 1 0,17 14 0,-27-21 0,0 1 0,0-1 0,-1 1 0,1-1 0,0 1 0,-1 0 0,1 0 0,0-1 0,-1 1 0,1 0 0,-1 0 0,1-1 0,-1 1 0,1 0 0,-1 0 0,0 0 0,1 0 0,-1 0 0,0 0 0,0 0 0,0 0 0,0 2 0,0-3 0,-1 1 0,1 0 0,-1-1 0,1 1 0,-1 0 0,1-1 0,-1 1 0,0 0 0,1-1 0,-1 1 0,0-1 0,1 0 0,-1 1 0,0-1 0,0 1 0,1-1 0,-1 0 0,0 0 0,-1 1 0,-7 1 0,1-1 0,-1 0 0,-13-1 0,-1 0 0,-1-1 0,1-1 0,0-2 0,1 0 0,-35-11 0,56 14-54,-1 1-1,0-1 0,1 0 1,-1 0-1,0 1 1,1-1-1,-1-1 0,1 1 1,0 0-1,-1 0 1,1 0-1,0-1 0,0 1 1,0-1-1,0 1 0,0-1 1,0 1-1,0-1 1,0 1-1,1-1 0,-1 0 1,1 1-1,-1-1 1,0-3-1,0-6-6771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59 207 24575,'-1'10'0,"0"-1"0,0 1 0,1-1 0,0 1 0,1-1 0,0 0 0,0 1 0,1-1 0,1 0 0,-1 0 0,2 0 0,-1 0 0,10 17 0,-3-9 0,1-1 0,0 1 0,2-2 0,0 0 0,24 23 0,-33-35 0,0 0 0,0 0 0,0 0 0,0 0 0,8 3 0,-11-6 0,0 1 0,0-1 0,-1 0 0,1 0 0,0 1 0,0-1 0,0 0 0,-1 0 0,1 0 0,0 0 0,0 0 0,0 0 0,-1 0 0,1-1 0,0 1 0,0 0 0,1-1 0,-1 1 0,-1-1 0,1 0 0,-1 1 0,1-1 0,0 0 0,-1 1 0,1-1 0,-1 0 0,1 0 0,-1 1 0,0-1 0,1 0 0,-1 0 0,0 0 0,0 0 0,0 0 0,1 0 0,-1 1 0,0-1 0,0-1 0,0-2 0,-1 0 0,1 0 0,-1 0 0,1 0 0,-1 1 0,0-1 0,0 0 0,-1 0 0,1 1 0,-3-5 0,-23-34 0,21 34 0,-62-78 0,-3-4 0,62 77 0,1 0 0,1-1 0,0 0 0,0 0 0,-5-20 0,12 33 0,-1-1 0,1 1 0,-1-1 0,1 0 0,0 1 0,-1-1 0,1 0 0,0 1 0,0-1 0,0 0 0,1 1 0,-1-1 0,0 1 0,1-1 0,-1 0 0,1 1 0,-1-1 0,1 1 0,0-1 0,1-1 0,-1 2 0,0 0 0,0 0 0,0 0 0,1 0 0,-1 1 0,0-1 0,1 0 0,-1 1 0,0-1 0,1 1 0,-1-1 0,1 1 0,-1 0 0,1-1 0,-1 1 0,1 0 0,-1 0 0,1 0 0,-1 0 0,1 1 0,0-1 0,1 1 0,4 1 0,-1 0 0,0 0 0,0 0 0,1 1 0,-2 0 0,1 1 0,0-1 0,-1 1 0,1 0 0,-1 1 0,0-1 0,7 10 0,-8-10 0,-1 0 0,0 0 0,-1 0 0,1 1 0,-1-1 0,0 1 0,0-1 0,1 6 0,-2-7 0,0-1 0,-1 1 0,0 0 0,1 0 0,-1 0 0,0 0 0,0 0 0,-1 0 0,1-1 0,-1 1 0,1 0 0,-1 0 0,0 0 0,-2 3 0,2-4 0,0 0 0,0-1 0,0 1 0,0 0 0,-1-1 0,1 1 0,0-1 0,-1 1 0,0-1 0,1 0 0,-1 0 0,0 0 0,1 0 0,-3 1 0,-29 8 0,9-3 0,24-7 0,0 0 0,-1 0 0,1 0 0,0 0 0,-1 0 0,1 0 0,0 0 0,-1 1 0,1-1 0,0 0 0,-1 0 0,1 0 0,0 0 0,-1 1 0,1-1 0,0 0 0,0 0 0,-1 1 0,1-1 0,0 0 0,0 1 0,-1-1 0,1 0 0,0 1 0,0 0 0,7 1 0,17-1 0,37-8 0,54-9 0,-99 13 0,0-1 0,0-1 0,0-1 0,26-12 0,-35 14 0,-1 0 0,1 0 0,-1 0 0,-1-1 0,1 0 0,-1 0 0,0-1 0,0 1 0,7-11 0,-10 13 0,-1 0 0,1 0 0,0 0 0,-1 0 0,0-1 0,1 1 0,-1 0 0,-1-1 0,1 1 0,0-1 0,-1 1 0,0-1 0,0 1 0,0-1 0,0 0 0,0 1 0,-1-1 0,0 1 0,0 0 0,0-1 0,0 1 0,-2-5 0,1 4 0,-1 1 0,1-1 0,-1 1 0,0 0 0,0 0 0,0 0 0,-1 0 0,1 0 0,-1 1 0,1-1 0,-6-1 0,6 2 0,0 0 0,0 1 0,0 0 0,0 0 0,0 0 0,0 0 0,0 0 0,-1 1 0,1-1 0,0 1 0,0 0 0,-1 0 0,1 0 0,0 0 0,-4 1 0,6 0 0,-1-1 0,1 1 0,-1 0 0,1 0 0,0 0 0,0 0 0,-1 0 0,1 0 0,0 0 0,0 0 0,0 1 0,0-1 0,0 0 0,1 1 0,-1-1 0,0 1 0,1-1 0,-1 0 0,1 1 0,-1-1 0,1 1 0,0 0 0,-1-1 0,1 1 0,0-1 0,0 1 0,0 3 0,1 0 0,-1 0 0,0 0 0,1 0 0,0 0 0,1 0 0,-1 0 0,4 7 0,3 4 0,2-2 0,0 1 0,1-1 0,0-1 0,1 0 0,1 0 0,0-1 0,0-1 0,22 15 0,-15-15-170,1 0-1,0-1 0,0-1 1,1-1-1,0-1 0,0-1 1,30 4-1,-33-7-6655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0 24575,'-13'5'0,"0"0"0,0 0 0,1 1 0,0 1 0,0 0 0,1 1 0,-15 12 0,25-19 0,0 0 0,0 0 0,0 0 0,0 0 0,0 0 0,0 1 0,0-1 0,0 0 0,0 0 0,1 1 0,-1-1 0,0 0 0,1 1 0,-1-1 0,1 1 0,0-1 0,-1 1 0,1-1 0,0 1 0,0-1 0,0 1 0,0-1 0,0 1 0,0-1 0,0 1 0,1-1 0,-1 0 0,0 1 0,1-1 0,-1 1 0,1-1 0,0 0 0,-1 1 0,1-1 0,0 0 0,0 0 0,0 1 0,0-1 0,0 0 0,0 0 0,0 0 0,0 0 0,3 1 0,5 4 0,-1-1 0,1 0 0,1 0 0,18 6 0,5-1 0,0-1 0,58 7 0,-86-16 0,0 1 0,-1-1 0,1 0 0,0 0 0,-1 0 0,1 0 0,0-1 0,-1 0 0,1 0 0,-1 0 0,1-1 0,-1 1 0,6-4 0,-7 3 0,0 0 0,0 0 0,0 0 0,0-1 0,-1 1 0,1-1 0,-1 0 0,0 1 0,0-1 0,0 0 0,0 0 0,0-1 0,-1 1 0,0 0 0,1-1 0,-1 1 0,1-6 0,1-2 0,-1 18 0,1 5 0,-1-6-136,0 0-1,1-1 1,0 1-1,0-1 1,0 1-1,0-1 1,1 0-1,0 0 0,5 4 1,2 2-6690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24575,'3'-5'0,"0"1"0,0 3 0,0 5 0,-2 4 0,1 3 0,-2 5 0,0 2 0,0-2-8191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5 24575,'-4'-1'0,"0"0"0,-1 0 0,1 1 0,-1-1 0,1 1 0,-1 0 0,1 0 0,-1 0 0,1 1 0,-1 0 0,1 0 0,-8 2 0,9-2 0,1 1 0,-1-1 0,1 1 0,0 0 0,-1-1 0,1 1 0,0 0 0,0 0 0,0 1 0,0-1 0,0 0 0,1 1 0,-1-1 0,1 1 0,0-1 0,-1 1 0,1-1 0,0 1 0,1 0 0,-2 5 0,0 3 0,1 0 0,0 0 0,1 0 0,0 0 0,0 1 0,3 11 0,17 68 0,-16-77 0,104 305 0,-96-291 0,-4-8 0,0 1 0,5 26 0,-12-47 0,-1 1 0,0 0 0,0-1 0,1 1 0,-1 0 0,0-1 0,0 1 0,0 0 0,0-1 0,0 1 0,0 0 0,0-1 0,0 1 0,0 0 0,0-1 0,-1 1 0,1 0 0,0-1 0,0 1 0,-1-1 0,1 1 0,0 0 0,-1-1 0,1 1 0,0-1 0,-1 1 0,0-1 0,0 1 0,0-1 0,1 0 0,-1 0 0,0 0 0,0 0 0,1 0 0,-1 0 0,0-1 0,0 1 0,0 0 0,1 0 0,-1 0 0,0-1 0,1 1 0,-1 0 0,0-1 0,0 0 0,-7-4 0,0 0 0,-10-11 0,16 15 0,-14-14 0,2 0 0,0 0 0,1-1 0,0-1 0,1 0 0,1-1 0,1 0 0,1-1 0,0 0 0,2 0 0,-9-32 0,14 45 0,1 0 0,0 1 0,1-1 0,0 0 0,0 0 0,0 0 0,0 0 0,1 0 0,0 0 0,3-10 0,-2 13 0,-1 0 0,0 1 0,0-1 0,1 1 0,0-1 0,-1 1 0,1-1 0,0 1 0,0 0 0,0 0 0,1 0 0,-1 0 0,0 0 0,1 1 0,-1-1 0,1 1 0,0-1 0,0 1 0,-1 0 0,1 0 0,0 0 0,0 1 0,4-2 0,13 0 0,0 1 0,0 0 0,0 1 0,0 1 0,36 7 0,96 31 0,-109-27 0,-40-11 3,-1 0-1,1 1 1,-1-1 0,1 0-1,-1 1 1,0-1-1,0 1 1,1 0 0,-1 0-1,0-1 1,-1 1-1,1 1 1,0-1 0,0 0-1,-1 0 1,0 1-1,3 4 1,1 4-88,-1 1 1,5 22 0,-2-8-1075,-3-12-5667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1 24575,'-5'2'0,"-1"4"0,-3 1 0,0 1 0,0 2 0,1 2 0,2-1-8191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6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28 24575,'-8'-3'0,"-8"-3"0,0 0 0,-24-4 0,36 9 0,0 1 0,1-1 0,-1 1 0,0 0 0,0 0 0,0 0 0,0 0 0,0 0 0,0 1 0,0 0 0,1 0 0,-1 0 0,0 0 0,1 1 0,-1 0 0,-4 2 0,6-2 0,0-1 0,1 1 0,-1-1 0,0 1 0,1 0 0,0 0 0,-1 0 0,1 0 0,0 0 0,0 0 0,0 0 0,0 0 0,1 0 0,-1 1 0,0-1 0,1 0 0,0 0 0,-1 1 0,1-1 0,0 0 0,0 1 0,0-1 0,1 0 0,-1 1 0,0-1 0,2 4 0,0 0 0,0-1 0,0 1 0,1-1 0,-1 1 0,1-1 0,0 0 0,1 0 0,-1 0 0,6 5 0,3 1 0,0 0 0,1-2 0,-1 1 0,2-2 0,0 1 0,0-2 0,0 0 0,1-1 0,0 0 0,0-1 0,0-1 0,1 0 0,0-1 0,-1-1 0,1 0 0,25-1 0,-26-2-1365,-3 1-5461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7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 24575,'-97'26'0,"57"-16"0,-46 17 0,82-25 0,-1 0 0,1 0 0,0 0 0,0 1 0,0 0 0,0 0 0,0 0 0,0 0 0,-5 6 0,8-7 0,0-1 0,0 1 0,0 0 0,0 0 0,0-1 0,0 1 0,0 0 0,1 0 0,-1 0 0,1 0 0,-1 0 0,1 0 0,0 0 0,-1 0 0,1 0 0,0 0 0,1 0 0,-1 0 0,0-1 0,0 1 0,1 0 0,-1 0 0,1 0 0,0 0 0,1 3 0,2 2 0,0 0 0,1-1 0,0 0 0,0 0 0,0 0 0,1 0 0,9 7 0,51 31 0,-16-11 0,46 36 0,-94-67 0,-1-1 0,1 0 0,-1 0 0,1 1 0,-1-1 0,0 1 0,0-1 0,1 1 0,-1-1 0,1 4 0,-2-4 0,0-1 0,0 0 0,1 1 0,-1-1 0,0 1 0,0-1 0,0 0 0,0 1 0,0-1 0,0 0 0,0 1 0,0-1 0,-1 1 0,1-1 0,0 0 0,0 1 0,0-1 0,0 0 0,0 1 0,-1-1 0,1 0 0,0 1 0,-1 0 0,0-1 0,0 1 0,0-1 0,1 1 0,-1-1 0,0 1 0,0-1 0,0 1 0,0-1 0,0 0 0,0 0 0,-2 1 0,-20 1 0,-1-1 0,0-1 0,0-1 0,0-2 0,-31-6 0,45 8 0,-7-2 0,1 0 0,-1-1 0,-29-12 0,44 15-97,0 0-1,-1 0 1,1 0-1,0-1 1,0 1-1,1-1 1,-1 0-1,0 1 1,0-1-1,1 0 1,-1 0-1,1 0 0,-2-3 1,-2-5-6729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24575,'-1'0'0,"1"-1"0,0 1 0,-1 0 0,1 0 0,0 1 0,0-1 0,-1 0 0,1 0 0,0 0 0,0 0 0,-1 0 0,1 0 0,0 0 0,0 0 0,-1 0 0,1 1 0,0-1 0,0 0 0,-1 0 0,1 0 0,0 0 0,0 1 0,0-1 0,0 0 0,-1 0 0,1 0 0,0 1 0,0-1 0,0 0 0,0 0 0,0 1 0,0-1 0,0 0 0,-1 0 0,1 1 0,0-1 0,0 0 0,0 1 0,0-1 0,0 0 0,0 0 0,0 1 0,0-1 0,1 0 0,-1 0 0,0 1 0,0-1 0,0 0 0,0 0 0,0 1 0,0-1 0,0 0 0,1 0 0,-1 1 0,0-1 0,0 0 0,0 0 0,1 1 0,9 12 0,-2-7 0,0 0 0,0-1 0,0-1 0,0 1 0,1-1 0,0-1 0,10 4 0,67 11 0,-77-16 0,-4-2 0,-1 1 0,1-1 0,-1 0 0,1 0 0,-1 0 0,1-1 0,-1 1 0,0-1 0,1 0 0,6-3 0,-9 3 0,0 0 0,0 0 0,0 0 0,0 0 0,0 0 0,0-1 0,0 1 0,-1-1 0,1 1 0,-1-1 0,1 1 0,-1-1 0,0 0 0,1 0 0,-1 0 0,0 0 0,0 0 0,0 0 0,0 0 0,-1 0 0,1 0 0,0-5 0,-1 7 0,0 0 0,0 0 0,0 0 0,0 0 0,1 0 0,-1-1 0,0 1 0,0 0 0,0 0 0,0 0 0,0-1 0,0 1 0,0 0 0,0 0 0,0 0 0,0 0 0,0-1 0,0 1 0,0 0 0,0 0 0,-1 0 0,1 0 0,0-1 0,0 1 0,0 0 0,0 0 0,0 0 0,0 0 0,0 0 0,0-1 0,-1 1 0,1 0 0,0 0 0,0 0 0,0 0 0,-5 4 0,-5 11 0,6-4 0,1 0 0,0 0 0,1 0 0,0 0 0,0 16 0,2 61 0,1-46 0,0-7 0,1 0 0,2 0 0,10 43 0,-13-75 0,0 0 0,-1 0 0,1 0 0,-1 0 0,0 0 0,0 0 0,0 4 0,-1-6 0,1-1 0,0 1 0,0 0 0,0-1 0,-1 1 0,1-1 0,0 1 0,-1 0 0,1-1 0,-1 1 0,1-1 0,0 1 0,-1-1 0,1 0 0,-1 1 0,1-1 0,-1 1 0,0-1 0,1 0 0,-1 1 0,1-1 0,-1 0 0,0 0 0,1 0 0,-1 1 0,1-1 0,-1 0 0,0 0 0,1 0 0,-1 0 0,0 0 0,1 0 0,-1 0 0,0 0 0,1 0 0,-1-1 0,0 1 0,1 0 0,-1 0 0,0-1 0,-8-2 0,1 0 0,0-1 0,0 0 0,1-1 0,-1 1 0,-11-11 0,3 3 0,1 0-1365,3 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49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59 24575,'-6'-10'0,"5"8"0,0 0 0,-1 0 0,1 0 0,0 0 0,0 0 0,0 0 0,1 0 0,-1 0 0,0-4 0,1 6 0,0-1 0,0 1 0,1 0 0,-1 0 0,0 0 0,0 0 0,1 0 0,-1 0 0,0 0 0,0 0 0,1 0 0,-1 0 0,0 0 0,1 0 0,-1 0 0,0 0 0,0 0 0,1 0 0,-1 1 0,0-1 0,0 0 0,1 0 0,-1 0 0,0 0 0,0 0 0,0 1 0,1-1 0,-1 0 0,0 0 0,0 0 0,1 1 0,8 5 0,54 52 0,-44-39 0,2 0 0,30 21 0,-40-32 0,0-1 0,24 11 0,-31-17 0,-1 0 0,0 0 0,0 0 0,1 0 0,-1 0 0,0-1 0,1 1 0,-1-1 0,0 0 0,1 0 0,-1 0 0,1-1 0,-1 1 0,0-1 0,1 0 0,-1 0 0,4-1 0,-5 0 0,0 1 0,0-1 0,-1 1 0,1-1 0,0 0 0,-1 0 0,1 1 0,-1-1 0,0 0 0,0 0 0,0-1 0,0 1 0,0 0 0,0 0 0,0 0 0,-1-1 0,1 1 0,-1 0 0,1-1 0,-1 1 0,0 0 0,0-1 0,-1-3 0,1-6 0,-1 1 0,-1-1 0,-3-15 0,4 23 0,-2-4 0,1 0 0,1-1 0,-1 0 0,1 1 0,1-14 0,0 22 0,0 0 0,0 0 0,0 0 0,0-1 0,0 1 0,0 0 0,0 0 0,0 0 0,0 0 0,0 0 0,0 0 0,0 0 0,0 0 0,0 0 0,0 0 0,0-1 0,0 1 0,0 0 0,0 0 0,0 0 0,0 0 0,1 0 0,-1 0 0,0 0 0,0 0 0,0 0 0,0 0 0,0 0 0,0 0 0,0 0 0,0 0 0,0 0 0,0 0 0,0 0 0,1 0 0,-1 0 0,0 0 0,0 0 0,0 0 0,0 0 0,0 0 0,0 0 0,0 0 0,0 0 0,0 0 0,1 0 0,-1 0 0,6 4 0,6 9 0,-10-11 0,99 103 0,-93-96 0,1-1 0,0-1 0,1 1 0,-1-1 0,17 8 0,-25-15 0,-1 1 0,1-1 0,0 0 0,-1 1 0,1-1 0,0 0 0,-1 0 0,1 0 0,0 0 0,-1 1 0,1-1 0,0 0 0,0 0 0,-1-1 0,1 1 0,0 0 0,-1 0 0,1 0 0,0 0 0,0 0 0,-1-1 0,1 1 0,0 0 0,-1-1 0,1 1 0,-1-1 0,1 1 0,1-1 0,-1-1 0,-1 1 0,1-1 0,0 1 0,0-1 0,0 0 0,-1 1 0,1-1 0,-1 0 0,1 0 0,-1 1 0,0-4 0,1-3 0,-1-1 0,0 1 0,-1 0 0,-2-11 0,-1 0 0,-5-24 0,9 39 0,-1 0 0,1 0 0,0 0 0,0 0 0,0-1 0,1 1 0,1-7 0,-2 10 0,1 0 0,-1 0 0,1 0 0,-1 0 0,0 1 0,1-1 0,0 0 0,-1 0 0,1 0 0,-1 1 0,1-1 0,0 0 0,0 0 0,-1 1 0,1-1 0,0 1 0,0-1 0,0 1 0,0-1 0,-1 1 0,1 0 0,0-1 0,0 1 0,0 0 0,0-1 0,0 1 0,0 0 0,0 0 0,0 0 0,0 0 0,0 0 0,0 0 0,0 0 0,0 1 0,0-1 0,0 0 0,0 0 0,0 1 0,1 0 0,5 1 0,-1 1 0,1 1 0,-1-1 0,7 6 0,-9-7 0,176 124 0,-99-68 0,-65-47-1365,-3-2-5461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51 24575,'4'1'0,"0"0"0,0 0 0,0 0 0,0 1 0,0 0 0,0 0 0,0 0 0,0 0 0,-1 0 0,7 6 0,-2-2 0,9 6 0,0 0 0,1-2 0,0 0 0,1-1 0,0-1 0,0-1 0,35 9 0,-53-16 0,1 1 0,0-1 0,-1 0 0,1 1 0,-1-1 0,1 0 0,0 0 0,-1 0 0,1-1 0,0 1 0,-1 0 0,1-1 0,-1 1 0,1-1 0,0 1 0,-1-1 0,1 0 0,-1 1 0,2-2 0,-2 0 0,1 1 0,-1-1 0,0 0 0,0 1 0,0-1 0,0 0 0,0 0 0,-1 1 0,1-1 0,0 0 0,-1 0 0,0 0 0,1 0 0,-1 0 0,0 0 0,0-2 0,-2-42 0,1 36 0,1 0 0,-1 1 0,2-1 0,-1 0 0,3-13 0,-3 23 0,0-1 0,1 1 0,-1 0 0,0-1 0,0 1 0,0-1 0,0 1 0,1-1 0,-1 1 0,0 0 0,1-1 0,-1 1 0,0-1 0,1 1 0,-1 0 0,0-1 0,1 1 0,-1 0 0,0 0 0,1-1 0,-1 1 0,1 0 0,-1 0 0,1 0 0,-1-1 0,1 1 0,0 0 0,0 0 0,0 0 0,0 0 0,1 0 0,-1 0 0,0 1 0,0-1 0,1 0 0,-1 1 0,0-1 0,2 1 0,26 18 0,-28-17 0,25 17 0,0 0 0,54 28 0,-69-42 0,1 0 0,0 0 0,0-1 0,0-1 0,0 0 0,1 0 0,-1-1 0,1-1 0,-1 0 0,19-2 0,-7-2-1365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0 150 24575,'44'-52'0,"-34"38"0,1 1 0,25-24 0,-31 33 0,-1 1 0,1-1 0,0 1 0,0 0 0,0 1 0,1-1 0,-1 1 0,1 0 0,-1 0 0,1 1 0,0 0 0,10-2 0,-9 3 0,0 0 0,0 0 0,-1 1 0,1-1 0,0 2 0,-1-1 0,1 1 0,-1 0 0,10 4 0,-6-1 0,-1 0 0,0 1 0,0 0 0,0 0 0,9 10 0,-11-10-124,0 0 0,-1 1 0,0 0 0,-1-1 0,0 2 0,0-1-1,0 1 1,-1-1 0,0 1 0,6 17 0,-8-14-6702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5 298 24575,'22'-27'0,"30"-49"0,-46 66 0,-1 0 0,0 0 0,0-1 0,-1 0 0,-1 1 0,0-1 0,0-1 0,2-21 0,-5 29 0,-1 1 0,1-1 0,0 0 0,-1 1 0,0-1 0,0 1 0,0-1 0,0 1 0,-1-1 0,1 1 0,-1 0 0,0 0 0,0 0 0,0 0 0,0 0 0,0 0 0,-1 0 0,-2-2 0,3 4 0,1 0 0,0 0 0,-1 0 0,0 0 0,1 0 0,-1 0 0,0 0 0,1 0 0,-1 1 0,0-1 0,0 1 0,1-1 0,-1 1 0,0 0 0,0 0 0,0 0 0,0 0 0,0 0 0,1 0 0,-1 0 0,0 1 0,0-1 0,0 1 0,1-1 0,-1 1 0,0 0 0,0-1 0,1 1 0,-1 0 0,1 0 0,-1 0 0,1 1 0,-1-1 0,1 0 0,-3 3 0,1 0 0,0 0 0,1 1 0,-1-1 0,1 0 0,0 1 0,0 0 0,0 0 0,0-1 0,1 1 0,0 0 0,0 0 0,1 0 0,-1 10 0,1 4 0,0-1 0,5 26 0,-3-32 0,1-1 0,0 0 0,0-1 0,1 1 0,1-1 0,0 1 0,0-1 0,1-1 0,0 1 0,1-1 0,0 0 0,0 0 0,1-1 0,0 0 0,0 0 0,1-1 0,0 0 0,0-1 0,1 0 0,0 0 0,0-1 0,14 5 0,-20-9-80,1 1 0,0-1-1,0 0 1,0 0 0,-1-1-1,1 1 1,0-1 0,0 0-1,0-1 1,0 1 0,0-1 0,0 0-1,0 0 1,0 0 0,-1-1-1,8-3 1,-1 0-6746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1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24575,'116'324'0,"-60"-159"0,-44-128 0,11 29 0,-20-59 0,0 0 0,0-1 0,1 1 0,0-1 0,0 0 0,1 0 0,5 5 0,-9-10 0,0 1 0,1-1 0,-1 0 0,1 0 0,0 0 0,-1 0 0,1 0 0,0 0 0,-1 0 0,1 0 0,0-1 0,0 1 0,0-1 0,0 1 0,0-1 0,0 0 0,0 0 0,-1 0 0,1 0 0,0 0 0,0 0 0,0 0 0,0-1 0,0 1 0,2-1 0,-2 0 0,0 0 0,0-1 0,0 1 0,0 0 0,0-1 0,0 1 0,0-1 0,-1 1 0,1-1 0,-1 0 0,1 0 0,-1 0 0,0 0 0,1 0 0,-1 0 0,0 0 0,0 0 0,-1 0 0,1-1 0,1-2 0,0-14 0,0-1 0,-1 1 0,0 0 0,-5-38 0,3 52 0,0 0 0,0 0 0,0 0 0,-1 0 0,1 0 0,-1 1 0,0-1 0,-1 0 0,1 1 0,-1 0 0,0-1 0,0 1 0,0 0 0,-1 1 0,1-1 0,-1 0 0,0 1 0,0 0 0,0 0 0,-5-3 0,1 2 0,-1 0 0,0 0 0,1 1 0,-1 0 0,0 1 0,0-1 0,-1 2 0,1-1 0,0 1 0,-11 1 0,4 0 0,-64 2 0,69 0 0,1-1 0,-1 1 0,0 1 0,1 0 0,-13 5 0,22-7-91,-1-1 0,1 1 0,0 0 0,-1-1 0,1 1 0,0 0 0,0 0 0,0 0 0,0 0 0,0 0 0,0 0 0,0 0 0,0 0 0,-1 3 0,-1 4-6735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74 270 24575,'32'13'0,"-21"-8"0,0-1 0,1 0 0,0 0 0,-1-1 0,15 2 0,-26-5 0,1 0 0,-1 0 0,1 0 0,-1 0 0,1 0 0,0 0 0,-1 0 0,1 0 0,-1 0 0,1 0 0,-1 0 0,1 0 0,-1 0 0,1-1 0,0 1 0,-1 0 0,1 0 0,-1-1 0,1 1 0,-1 0 0,1-1 0,-1 0 0,0 1 0,0 0 0,0-1 0,0 1 0,0-1 0,0 1 0,0-1 0,0 1 0,0 0 0,0-1 0,0 1 0,0-1 0,0 1 0,-1 0 0,1-1 0,0 1 0,0 0 0,0-1 0,-1 1 0,1 0 0,-1-1 0,-22-21 0,19 19 0,-19-16 0,0-2 0,2 0 0,0-2 0,2 0 0,-28-43 0,44 62 0,1-1 0,0 1 0,0 0 0,0-1 0,1 0 0,-1 1 0,1-1 0,-1-9 0,2 12 0,0 0 0,0 1 0,0-1 0,1 0 0,-1 1 0,0-1 0,1 1 0,-1-1 0,1 0 0,-1 1 0,1-1 0,0 1 0,0-1 0,0 1 0,0 0 0,0-1 0,0 1 0,0 0 0,0 0 0,0 0 0,1-1 0,-1 1 0,0 1 0,1-1 0,-1 0 0,1 0 0,-1 0 0,4 0 0,2-1 0,1 0 0,-1 0 0,0 1 0,1 0 0,0 0 0,-1 1 0,1 0 0,-1 1 0,1 0 0,-1 0 0,1 0 0,-1 1 0,1 0 0,-1 0 0,0 1 0,0 0 0,9 6 0,10 6 0,-1 1 0,-1 1 0,23 22 0,-38-32 0,85 75 0,-81-66 120,-12-16-171,-1 1 0,0-1-1,1 1 1,-1-1 0,0 1 0,0 0 0,0-1-1,1 1 1,-1-1 0,0 1 0,0 0-1,0-1 1,0 1 0,0-1 0,0 1 0,0 0-1,0-1 1,0 1 0,-1-1 0,1 1 0,0 0-1,0-1 1,0 1 0,-1-1 0,1 1 0,0-1-1,-1 1 1,0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24575,'0'5'0,"0"4"0,3 1 0,0 1 0,3-2 0,2-1 0,1-1 0,-3-3 0,-1-5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24575,'5'-5'0,"2"1"0,-1 3 0,-1 5 0,-1 4 0,-2 3 0,2 3 0,0 1 0,-1 0 0,-1 1 0,0-1 0,-1 1 0,2-1 0,0 0 0,0 0 0,0-3-8191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24575,'-10'0'0,"-6"3"0,-3 0 0,2 3 0,4 0-8191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61 307 24575,'10'-17'0,"-1"0"0,0 0 0,-1-1 0,-2 0 0,9-33 0,-13 43 0,-1 1 0,0-1 0,0 1 0,-1-1 0,0 1 0,0-1 0,-1 0 0,1 1 0,-2-1 0,1 1 0,-1 0 0,0-1 0,-1 1 0,0 0 0,0 0 0,0 0 0,-7-9 0,8 14 0,1 0 0,-1 0 0,0 0 0,0 0 0,0 0 0,0 0 0,0 0 0,0 1 0,-1-1 0,1 1 0,0 0 0,-1 0 0,1 0 0,-1 0 0,-3-1 0,4 2 0,1 0 0,-1 0 0,1 0 0,-1 0 0,0 0 0,1 0 0,-1 1 0,1-1 0,-1 0 0,1 1 0,-1 0 0,1-1 0,-1 1 0,1 0 0,0 0 0,-1-1 0,1 1 0,0 0 0,0 1 0,-1-1 0,1 0 0,0 0 0,0 0 0,0 1 0,1-1 0,-3 3 0,0 2 0,1 0 0,-1 0 0,1 0 0,0 1 0,1-1 0,0 1 0,0-1 0,0 1 0,0-1 0,1 1 0,0 0 0,1-1 0,0 1 0,2 10 0,2 3 0,0 0 0,2 1 0,11 22 0,-11-27 0,1-1 0,1 1 0,0-2 0,16 20 0,-20-28 0,1 1 0,0-1 0,1 0 0,0 0 0,0-1 0,0 0 0,0 0 0,1 0 0,-1-1 0,14 5 0,-14-7-227,0-1-1,0 0 1,0 0-1,0-1 1,11 0-1,-6 0-6598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6:53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43 24575,'-16'-7'0,"0"0"0,0 0 0,0 2 0,-1 0 0,-31-5 0,46 9 0,0 1 0,0 0 0,0 0 0,0 0 0,0 0 0,0 0 0,1 0 0,-1 1 0,0-1 0,0 0 0,0 1 0,0 0 0,0-1 0,1 1 0,-1 0 0,0 0 0,1 0 0,-1 0 0,1 0 0,-1 1 0,1-1 0,-1 0 0,1 1 0,0-1 0,-1 1 0,0 1 0,1 0 0,0 1 0,-1-1 0,1 0 0,1 1 0,-1-1 0,0 1 0,1-1 0,0 1 0,0-1 0,0 1 0,0 0 0,1-1 0,0 5 0,4 14 0,1-1 0,0 0 0,2 0 0,13 26 0,49 76 0,-54-97 0,-14-23 0,0 1 0,0-1 0,0 1 0,0 0 0,-1 0 0,0 0 0,1 0 0,-1 0 0,0 7 0,-1-9 0,0 0 0,0 0 0,0 0 0,-1 0 0,1-1 0,-1 1 0,1 0 0,-1 0 0,0-1 0,0 1 0,0 0 0,1-1 0,-2 1 0,1-1 0,0 1 0,0-1 0,0 0 0,-1 1 0,1-1 0,0 0 0,-1 0 0,1 0 0,-1 0 0,-2 1 0,-4 1-151,0 0-1,0 0 0,0-1 0,-1 0 1,1 0-1,-1-1 0,1 0 1,-11 0-1,-2 0-6674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38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2436 282 24575,'-27'-40'0,"-34"-39"0,-26-13 0,78 85 0,0 0 0,0 1 0,0 0 0,0 1 0,-1 0 0,0 0 0,0 1 0,-21-5 0,11 4 0,-2 1 0,1 0 0,-35 1 0,51 3 0,0 0 0,0 0 0,0 1 0,0 0 0,0 0 0,0 1 0,0-1 0,0 1 0,-7 4 0,-2 2 0,-22 17 0,25-16 0,-1-1 0,-20 11 0,-3-3 0,-45 14 0,63-25 0,0 0 0,-1-2 0,1 0 0,-36 1 0,36-4 0,-5 0 0,0-1 0,0 0 0,-33-7 0,7 1 0,37 6 0,1 0 0,-1-1 0,1 0 0,-16-5 0,-13-10 0,-51-30 0,72 34 0,18 12 0,-1 1 0,1 0 0,-1-1 0,1 1 0,-1-1 0,1 1 0,0-1 0,-1 1 0,1-1 0,0 1 0,0-1 0,-1 1 0,1-1 0,0 1 0,0-1 0,0 0 0,0 1 0,0-1 0,-1 1 0,1-1 0,0 1 0,0-1 0,1 0 0,-1 1 0,0-1 0,0 1 0,0-1 0,0 0 0,0 1 0,1-1 0,-1 1 0,1-2 0,-1 2 0,0 0 0,0 0 0,0 0 0,1-1 0,-1 1 0,0 0 0,0 0 0,1 0 0,-1 0 0,0 0 0,0-1 0,1 1 0,-1 0 0,0 0 0,1 0 0,-1 0 0,0 0 0,0 0 0,1 0 0,-1 0 0,0 0 0,1 0 0,-1 0 0,0 0 0,0 0 0,1 0 0,-1 0 0,0 1 0,1-1 0,-1 0 0,0 0 0,0 0 0,1 0 0,-1 0 0,0 1 0,0-1 0,0 0 0,1 0 0,-1 0 0,0 1 0,0-1 0,0 0 0,1 0 0,-1 1 0,0-1 0,0 0 0,0 0 0,0 1 0,0-1 0,0 1 0,6 14 0,-6-9 0,0-1 0,0 0 0,0 1 0,-1-1 0,0 0 0,0 0 0,0 0 0,-1 0 0,0 0 0,0 0 0,0 0 0,-1 0 0,-4 6 0,2-3 0,0 0 0,-1-1 0,0 0 0,0-1 0,-1 1 0,0-1 0,-8 6 0,8-9 0,1 1 0,-1-1 0,0 0 0,0-1 0,0 1 0,0-1 0,0-1 0,-12 2 0,-60 0 0,69-3 0,-11-1 0,0 0 0,-32-7 0,-64-13 0,38 3 0,40 9 0,-93-17 0,108 22 0,-1 2 0,1 1 0,-38 2 0,44 2 0,0 1 0,0 0 0,-20 9 0,-26 5 0,58-16 0,-85 20 0,75-17 0,0 0 0,0 1 0,-22 13 0,32-15-85,0 1 0,1-1-1,0 1 1,0 0 0,0 0-1,0 0 1,1 1 0,0-1-1,0 1 1,0 0 0,1 0-1,0 1 1,0-1 0,1 1-1,-3 7 1,2-3-6741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0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0 24575,'-6'0'0,"0"1"0,1 0 0,-1 0 0,1 0 0,-1 1 0,1 0 0,-1 0 0,1 0 0,0 1 0,-8 4 0,-2 3 0,1 1 0,-14 13 0,19-15-136,1 0-1,0 1 1,1 0-1,0 0 1,1 0-1,0 1 1,0 0-1,1 0 0,-4 14 1,3-8-6690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1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1 24575,'0'4'0,"-1"-1"0,0 1 0,-1-1 0,1 1 0,-1-1 0,1 0 0,-1 1 0,-3 2 0,-3 8 0,-4 16 0,-15 60 0,18-55 0,-19 45 0,24-70 0,-1 0 0,-1 0 0,1 0 0,-1-1 0,-1 0 0,0 0 0,0-1 0,-14 13 0,17-17 0,-1-1 0,1 0 0,0 0 0,-1-1 0,1 1 0,-1-1 0,0 0 0,0-1 0,0 1 0,0-1 0,-8 2 0,10-3 0,0 0 0,0 0 0,0 0 0,-1 0 0,1 0 0,0-1 0,0 0 0,0 1 0,0-1 0,0 0 0,0-1 0,0 1 0,0 0 0,0-1 0,0 0 0,1 1 0,-1-1 0,1 0 0,-4-4 0,-2-3 0,0 0 0,0-1 0,1 0 0,1-1 0,0 0 0,0 0 0,1 0 0,0 0 0,1-1 0,0 0 0,1 0 0,1 0 0,-1 0 0,2 0 0,0-1 0,1-18 0,0 26 0,0-1 0,0 0 0,1 0 0,0 0 0,0 0 0,3-8 0,-4 13 0,1-1 0,0 0 0,0 1 0,0-1 0,0 1 0,0-1 0,1 1 0,-1 0 0,0 0 0,1-1 0,-1 1 0,1 0 0,-1 0 0,1 0 0,-1 0 0,1 1 0,0-1 0,-1 0 0,1 1 0,0-1 0,0 1 0,-1-1 0,1 1 0,3 0 0,2 0 0,0 0 0,1 0 0,-1 1 0,0 0 0,0 0 0,0 1 0,0 0 0,-1 0 0,1 0 0,0 1 0,-1 0 0,12 8 0,5 5 0,-1 0 0,21 21 0,-18-16 0,67 63 0,34 28 0,-115-103-1365,-3-1-5461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2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24575,'0'3'0,"-3"0"0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2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45 24575,'-27'-10'0,"0"-1"0,-32-7 0,51 16 0,1 1 0,-1 0 0,0 0 0,1 0 0,-1 1 0,0 0 0,0 1 0,1-1 0,-10 4 0,14-4 0,1 1 0,0-1 0,0 1 0,-1 0 0,1 0 0,0 0 0,0 1 0,0-1 0,0 0 0,0 1 0,0-1 0,1 1 0,-1 0 0,0 0 0,1-1 0,-1 1 0,-1 4 0,2-3 0,-1 0 0,1 0 0,0 1 0,1-1 0,-1 0 0,1 0 0,-1 1 0,1-1 0,0 0 0,0 1 0,1 4 0,1 1 0,-1 0 0,2-1 0,0 1 0,0-1 0,0 0 0,1 0 0,0 0 0,10 13 0,1-1 0,1-2 0,1 0 0,1-1 0,1-1 0,0-1 0,1-1 0,0 0 0,41 20 0,-57-33-72,-1 1 1,0-1-1,1 1 0,0-1 0,-1 0 0,1 0 0,0-1 0,-1 1 1,1-1-1,0 1 0,-1-1 0,1-1 0,0 1 0,0 0 0,-1-1 1,1 0-1,0 0 0,5-2 0,3-4-6754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3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49 24575,'-2'2'0,"0"-1"0,-1 1 0,1 0 0,0 0 0,0 0 0,0 0 0,0 0 0,0 0 0,1 0 0,-1 0 0,1 1 0,-1-1 0,1 1 0,0-1 0,0 1 0,0-1 0,0 1 0,1 0 0,-1 0 0,0 4 0,1-4 0,1 0 0,-1-1 0,1 1 0,-1 0 0,1 0 0,0 0 0,0-1 0,0 1 0,0-1 0,1 1 0,-1-1 0,1 1 0,0-1 0,-1 0 0,1 1 0,0-1 0,0 0 0,0 0 0,5 3 0,5 3 0,1 0 0,0 0 0,0-1 0,1-1 0,27 9 0,-39-14 0,0 0 0,0-1 0,0 0 0,0 1 0,0-1 0,0 0 0,-1 0 0,1 0 0,0 0 0,0 0 0,0-1 0,0 1 0,0-1 0,0 1 0,0-1 0,-1 1 0,1-1 0,0 0 0,0 0 0,-1 0 0,4-2 0,-4 1 0,1 0 0,-1 1 0,0-1 0,1 0 0,-1 0 0,0 0 0,0 0 0,-1 0 0,1 0 0,0 0 0,0 0 0,-1 0 0,0 0 0,1 0 0,-1-1 0,0 1 0,0 0 0,0 0 0,-1-4 0,0-1 0,0 0 0,-1 0 0,0 0 0,-1 0 0,1 0 0,-1 0 0,-1 1 0,1-1 0,-9-10 0,6 9 0,-1 0 0,0 0 0,0 0 0,-1 1 0,0 0 0,-11-7 0,14 11 0,0 1 0,-1 0 0,1 0 0,0 0 0,-1 1 0,1 0 0,-1 0 0,1 0 0,-1 1 0,-7-1 0,-3 2 0,0 0 0,-22 4 0,22-1-1365,2-1-5461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24575,'0'6'0,"1"1"0,0 0 0,1 0 0,-1-1 0,1 1 0,1-1 0,-1 0 0,1 1 0,0-1 0,7 10 0,-4-7 0,1 0 0,0-1 0,0 0 0,0 0 0,1-1 0,10 8 0,-16-14 0,0 1 0,1 0 0,-1-1 0,1 0 0,0 1 0,-1-1 0,1 0 0,0 0 0,0-1 0,0 1 0,-1 0 0,6-1 0,-7 0 0,1 0 0,-1 0 0,1 0 0,-1-1 0,0 1 0,1-1 0,-1 1 0,0-1 0,1 1 0,-1-1 0,0 0 0,1 0 0,-1 0 0,0 1 0,0-1 0,0 0 0,0 0 0,0-1 0,0 1 0,0 0 0,0 0 0,-1 0 0,1-1 0,0 1 0,-1 0 0,2-3 0,1-5 0,-1 0 0,3-15 0,-4 15 0,1 1 0,0 0 0,5-13 0,-7 20 0,1 0 0,-1 1 0,0-1 0,1 0 0,-1 0 0,1 1 0,-1-1 0,1 0 0,-1 1 0,1-1 0,-1 1 0,1-1 0,0 1 0,-1-1 0,1 1 0,0-1 0,0 1 0,-1 0 0,1-1 0,0 1 0,0 0 0,1-1 0,-1 1 0,0 0 0,1 0 0,-1 1 0,1-1 0,-1 0 0,0 0 0,0 1 0,1-1 0,-1 1 0,0-1 0,0 1 0,3 1 0,2 3 0,1 0 0,-1 0 0,11 12 0,-11-11 0,27 32 66,-23-26-543,1 0 0,16 15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4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62 24575,'-10'-7'0,"1"0"0,-1-1 0,0 1 0,-1 1 0,1-1 0,-1 2 0,-19-8 0,29 13 0,0 0 0,0-1 0,0 1 0,-1 0 0,1-1 0,0 1 0,0 0 0,0 0 0,0 0 0,-1 0 0,1 0 0,0 0 0,0 1 0,0-1 0,0 0 0,0 0 0,-1 1 0,1-1 0,0 1 0,0-1 0,0 1 0,0 0 0,0-1 0,0 1 0,0 0 0,1-1 0,-1 1 0,0 0 0,0 0 0,0 0 0,1 0 0,-1 0 0,1 0 0,-1 0 0,0 0 0,1 0 0,0 0 0,-1 0 0,1 0 0,0 0 0,-1 1 0,1-1 0,0 0 0,0 0 0,0 2 0,0 4 0,0 1 0,0 0 0,0 0 0,1 0 0,3 10 0,3 7 0,1 0 0,2 0 0,0-1 0,24 39 0,-25-46 0,-7-15 0,-1 1 0,0-1 0,0 1 0,0-1 0,0 1 0,0 0 0,0 0 0,-1-1 0,0 1 0,1 0 0,-1 0 0,0-1 0,0 1 0,0 0 0,-1 0 0,0 3 0,0-4 0,0 0 0,1 0 0,-1-1 0,0 1 0,0 0 0,-1-1 0,1 1 0,0-1 0,0 1 0,-1-1 0,1 0 0,-1 1 0,1-1 0,-1 0 0,0 0 0,1 0 0,-1 0 0,0-1 0,0 1 0,1 0 0,-1-1 0,0 1 0,0-1 0,-2 1 0,-5 0-91,1 0 0,0-1 0,0 1 0,0-2 0,-1 1 0,1-1 0,0 0 0,0-1 0,0 0 0,0 0 0,0-1 0,0 1 0,1-2 0,-14-7 0,12 4-6735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4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24575,'31'86'0,"23"106"0,11 149 0,-39-194 0,-18-113-1365,-5-20-5461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4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392 77 24575,'-5'-2'0,"-102"-47"0,92 43 0,0 2 0,0-1 0,0 2 0,-1 0 0,-22-2 0,27 6 14,0 0 0,0 0 0,0 1 0,-12 3-1,16-2-156,-1-1-1,1-1 1,-1 1 0,0-1-1,1-1 1,-1 0-1,0 0 1,0 0-1,-13-3 1,12 0-6683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5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148 102 24575,'-7'-9'0,"1"-2"0,0 1 0,-2 0 0,1 1 0,-1-1 0,0 2 0,-1-1 0,-13-9 0,21 17 0,0 0 0,0 0 0,0 0 0,-1 1 0,1-1 0,0 1 0,0-1 0,-1 1 0,1-1 0,0 1 0,-1 0 0,1-1 0,0 1 0,-1 0 0,1 0 0,0 0 0,-1 0 0,1 0 0,0 0 0,-1 1 0,1-1 0,0 0 0,-3 2 0,3-1 0,-1 0 0,0 0 0,1 1 0,-1-1 0,1 1 0,-1-1 0,1 1 0,0 0 0,0 0 0,0-1 0,0 1 0,0 0 0,-1 4 0,-2 5 0,1 1 0,0 0 0,-1 25 0,4-37 0,0 9 0,0-1 0,1 1 0,0 0 0,0-1 0,1 1 0,1-1 0,-1 0 0,1 0 0,0 0 0,1 0 0,0 0 0,0 0 0,1-1 0,0 0 0,0 0 0,1 0 0,-1-1 0,1 0 0,1 0 0,-1 0 0,1-1 0,0 0 0,1-1 0,-1 1 0,14 5 0,-20-10 0,1 1 0,0-1 0,-1 1 0,1-1 0,-1 1 0,1-1 0,0 0 0,-1 0 0,1 0 0,0 0 0,-1 0 0,1-1 0,0 1 0,-1 0 0,1-1 0,-1 1 0,1-1 0,0 1 0,-1-1 0,3-1 0,-2 0 0,-1 0 0,1 1 0,0-1 0,0 0 0,-1 0 0,1 0 0,-1-1 0,1 1 0,-1 0 0,0 0 0,1-5 0,2-6 0,-1 1 0,-1 0 0,0-1 0,0-15 0,-2 28 0,0-12 0,0-12 0,0 23 0,0 0 0,0 0 0,1 0 0,-1 0 0,0 0 0,0 0 0,1 0 0,-1 0 0,1 0 0,-1 0 0,1 0 0,-1 0 0,1 0 0,1-2 0,-2 3 0,1 0 0,-1 0 0,1 0 0,0 0 0,-1 0 0,1 0 0,-1 0 0,1 0 0,-1 1 0,1-1 0,-1 0 0,1 0 0,-1 0 0,1 1 0,-1-1 0,1 0 0,-1 0 0,1 1 0,-1-1 0,1 1 0,-1-1 0,0 0 0,1 1 0,-1-1 0,0 1 0,1-1 0,-1 1 0,1 0 0,10 15 0,15 30 32,19 28-1429,-37-64-5429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5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24575,'101'177'0,"-99"-175"0,0 1 0,-1-1 0,1 1 0,0-1 0,0 0 0,1 0 0,-1 0 0,0 0 0,1 0 0,4 3 0,-6-5 0,0 1 0,0-1 0,0 0 0,0 0 0,1 1 0,-1-1 0,0 0 0,0 0 0,0 0 0,0 0 0,0 0 0,0 0 0,0-1 0,0 1 0,0 0 0,0-1 0,0 1 0,0 0 0,0-1 0,0 1 0,0-1 0,0 1 0,0-1 0,0 0 0,0 1 0,0-1 0,-1 0 0,1 0 0,0 0 0,-1 1 0,1-1 0,0 0 0,0-1 0,2-4 0,-1 1 0,1 0 0,-1-1 0,0 0 0,0 1 0,1-10 0,-3 10 0,1 1 0,0-1 0,1 0 0,-1 1 0,1 0 0,-1-1 0,1 1 0,1 0 0,-1 0 0,1 0 0,5-7 0,-7 10 0,-1 1 0,1-1 0,0 0 0,0 1 0,0-1 0,0 1 0,0-1 0,0 1 0,0-1 0,0 1 0,0 0 0,1 0 0,-1-1 0,0 1 0,0 0 0,0 0 0,0 0 0,0 0 0,0 0 0,2 1 0,0 0 0,0 0 0,0 0 0,0 0 0,-1 0 0,1 0 0,-1 1 0,5 3 0,2 2 0,-1 1 0,0 0 0,8 10 0,31 39-682,45 74-1,-87-122-6143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6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24575,'1'-1'0,"0"-1"0,0 1 0,0 0 0,0-1 0,0 1 0,1 0 0,-1 0 0,0 0 0,0 0 0,1 0 0,-1 0 0,2-1 0,-3 2 0,1 0 0,-1 0 0,0 0 0,1 0 0,-1 0 0,0 0 0,0 0 0,1 0 0,-1 0 0,0 0 0,1 0 0,-1 0 0,0 0 0,1 0 0,-1 0 0,0 0 0,0 1 0,1-1 0,-1 0 0,0 0 0,0 0 0,1 0 0,-1 1 0,0-1 0,1 0 0,3 13 0,-1 13 0,-2-1 0,-3 36 0,1-8 0,1 212 0,0-260 8,0 0 0,0-1 0,1 1 0,-1-1 0,1 1 0,0-1 0,0 0 0,1 1 0,0-1 0,-1 0 0,1 0 0,1 0 0,-1 0 0,5 6 0,-3-5-143,1-1 0,-1 0 0,1-1 0,0 1 0,0-1 0,1 0 0,-1 0 0,0 0 0,1-1 0,8 3 0,-1-1-6691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37:46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50 24575,'-28'-10'0,"-14"-4"0,-2 2 0,-2 4 0,3 4 0,1 3 0,2 3 0,3 2 0,8 1-8191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24575,'-1'0'0,"1"0"0,-1 0 0,1 0 0,-1 1 0,0-1 0,1 0 0,-1 1 0,1-1 0,0 0 0,-1 1 0,1-1 0,-1 0 0,1 1 0,0-1 0,-1 1 0,1-1 0,0 1 0,-1-1 0,1 1 0,0-1 0,0 1 0,-1-1 0,1 1 0,0-1 0,0 1 0,0 0 0,0-1 0,0 1 0,0-1 0,0 1 0,0-1 0,0 1 0,0 0 0,0-1 0,0 1 0,0 0 0,4 23 0,-3-23 0,13 50 0,3-1 0,25 52 0,17 46 0,-26-44 0,-38-130-1365,-2 11-5461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24575,'32'-5'0,"14"-4"0,4-1 0,-4 2 0,-5 1 0,-7 3 0,-7 2 0,-5-2 0,-4 1 0,-3 0 0,-3-2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24575,'37'0'0,"62"-8"0,3-8 0,-58 11-1365,-32 4-5461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2 24575,'40'-1'0,"-2"1"0,39 4 0,-74-4 0,0 0 0,-1 1 0,1-1 0,0 1 0,-1 0 0,1 0 0,0 0 0,-1 0 0,1 0 0,-1 1 0,1-1 0,-1 1 0,0-1 0,0 1 0,0 0 0,0 0 0,0 0 0,3 3 0,-4-1 0,1-1 0,0 1 0,-1-1 0,1 1 0,-1-1 0,0 1 0,-1 0 0,1 0 0,0-1 0,-1 1 0,0 0 0,0 7 0,-2-2 0,1 0 0,-1-1 0,0 1 0,0 0 0,-1-1 0,-1 0 0,1 1 0,-1-1 0,-1-1 0,1 1 0,-1 0 0,-1-1 0,1 0 0,-1-1 0,-11 11 0,12-14 0,1-1 0,-1 1 0,0-1 0,0 0 0,0 0 0,0-1 0,0 1 0,0-1 0,0 0 0,0-1 0,-1 1 0,1-1 0,0 0 0,-1 0 0,1-1 0,0 1 0,0-1 0,-7-3 0,-1 1 0,1-1 0,0 0 0,1-1 0,-1-1 0,1 1 0,-17-13 0,16 9 0,0 0 0,-16-17 0,24 21 0,0 1 0,1-1 0,-1 1 0,1-1 0,0 0 0,0-1 0,0 1 0,1 0 0,-3-9 0,4 12 0,1-1 0,0 1 0,0 0 0,0 0 0,0 0 0,0-1 0,0 1 0,1 0 0,-1 0 0,1 0 0,-1 0 0,1 0 0,0 0 0,0 0 0,0 0 0,0 0 0,0 0 0,0 0 0,0 0 0,1 1 0,-1-1 0,1 0 0,-1 1 0,1 0 0,0-1 0,0 1 0,-1 0 0,1 0 0,0 0 0,4-2 0,0 0 0,-1 1 0,1 0 0,0 0 0,0 1 0,0-1 0,0 1 0,0 0 0,0 1 0,0 0 0,7 0 0,-3 1-195,1 1 0,0 0 0,-1 1 0,1 0 0,-1 1 0,11 5 0,-8-2-6631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24575,'21'43'0,"-16"-31"0,1 0 0,0 0 0,1-1 0,9 12 0,-15-22 0,-1 0 0,1 0 0,0-1 0,-1 1 0,1 0 0,-1-1 0,1 1 0,0 0 0,0-1 0,-1 1 0,1-1 0,0 1 0,0-1 0,0 1 0,0-1 0,0 0 0,0 0 0,-1 1 0,1-1 0,1 0 0,-1 0 0,-1 0 0,1-1 0,-1 1 0,1 0 0,-1-1 0,1 1 0,-1 0 0,1-1 0,-1 1 0,1 0 0,-1-1 0,0 1 0,1-1 0,-1 1 0,0-1 0,1 1 0,-1-1 0,0 1 0,1-1 0,-1 0 0,0 1 0,0-2 0,1-3 0,0 0 0,0-1 0,-1 1 0,1-1 0,-2-6 0,-1-1 0,0 1 0,-1-1 0,-1 0 0,0 1 0,-1 0 0,0 0 0,-11-18 0,-11-26 0,27 55 0,-1-1 0,1 1 0,-1 0 0,1 0 0,-1 0 0,1-1 0,0 1 0,0 0 0,0-1 0,0 1 0,0 0 0,0 0 0,0-1 0,0 1 0,0 0 0,0-1 0,1 1 0,-1 0 0,1 0 0,-1 0 0,1-1 0,-1 1 0,1 0 0,0 0 0,-1 0 0,1 0 0,0 0 0,0 0 0,0 0 0,0 0 0,0 0 0,0 1 0,0-1 0,0 0 0,0 1 0,0-1 0,0 0 0,0 1 0,1-1 0,-1 1 0,0 0 0,0-1 0,3 1 0,2-1 0,0 0 0,0 0 0,0 1 0,0-1 0,0 2 0,0-1 0,0 1 0,7 1 0,3 3-285,-1 0 1,19 10-1,-29-13-226,8 4-6315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76 274 24575,'11'-12'0,"0"-1"0,-2 0 0,1-1 0,12-25 0,-20 35 0,0-1 0,-1 0 0,1 0 0,-1 0 0,0 0 0,0 0 0,0 0 0,-1 0 0,0 0 0,0 0 0,0 0 0,-1 0 0,1 0 0,-1 0 0,0 0 0,-1 0 0,1 0 0,-1 1 0,-3-8 0,0 5 0,0-1 0,0 1 0,0-1 0,-12-11 0,14 16 0,0 1 0,1-1 0,-1 1 0,0-1 0,-1 1 0,1 0 0,0 0 0,-1 1 0,1-1 0,-1 1 0,1-1 0,-1 1 0,-6-1 0,8 2 0,1 0 0,-1 0 0,1 0 0,-1 0 0,1 0 0,-1 0 0,1 1 0,-1-1 0,1 1 0,-1-1 0,1 1 0,0-1 0,-1 1 0,1 0 0,0 0 0,0 0 0,-1 0 0,0 1 0,0 0 0,0 0 0,1 1 0,-1-1 0,1 0 0,0 1 0,-1-1 0,1 1 0,0-1 0,-1 5 0,0 4 0,1 0 0,0 0 0,0 20 0,1-29 0,0 5 0,1 1 0,-1 0 0,1-1 0,1 1 0,-1-1 0,1 1 0,1-1 0,5 13 0,-5-15 0,0 0 0,1 0 0,-1 0 0,1 0 0,0-1 0,0 0 0,0 0 0,1 0 0,-1 0 0,1-1 0,0 0 0,6 3 0,0-1 0,-1 0 0,1-1 0,0-1 0,0 0 0,14 2 0,58 2 0,-52-6-1365,-18-2-5461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5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24575,'30'10'0,"15"6"0,5 3 0,-1 0 0,-6 0 0,-6-1 0,-6-1 0,-4-1 0,-4-1 0,-3 0 0,-2-2 0,-5-2 0,-2-2 0,-2-1 0,-1-1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 24575,'-12'8'0,"-5"4"0,1 3 0,1 2 0,2 0 0,2 0 0,2-1 0,0 0 0,2 0 0,-1-1 0,2 0 0,-2-3 0,2-1 0,-2-2 0,1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0 24575,'-7'3'0,"1"-1"0,-1 1 0,1 0 0,0 0 0,0 1 0,0 0 0,1 0 0,-1 0 0,-9 10 0,14-12 0,-1 0 0,1 0 0,-1 0 0,1 0 0,0 0 0,0 0 0,0 0 0,0 1 0,0-1 0,0 0 0,1 1 0,-1-1 0,1 0 0,-1 1 0,1-1 0,0 1 0,0-1 0,0 1 0,0-1 0,1 0 0,-1 1 0,1-1 0,-1 1 0,1-1 0,0 0 0,0 0 0,0 1 0,0-1 0,0 0 0,1 0 0,1 2 0,5 6 0,0 0 0,1-1 0,0 0 0,0-1 0,1 0 0,0 0 0,15 8 0,-22-15 0,0 1 0,0-1 0,0 0 0,0 0 0,0 0 0,0 0 0,0 0 0,0-1 0,0 1 0,0-1 0,0 0 0,0 0 0,1 0 0,-1-1 0,0 1 0,0-1 0,0 1 0,0-1 0,0 0 0,0 0 0,4-2 0,-5 1 0,1 0 0,-1 0 0,0 0 0,1 0 0,-1 0 0,0 0 0,0-1 0,-1 1 0,1 0 0,0-1 0,-1 0 0,1 1 0,-1-1 0,0 0 0,0 0 0,0 0 0,0 0 0,-1 0 0,1 0 0,-1 0 0,0 0 0,0-4 0,-3-12 0,2 17 0,1 0 0,-1-1 0,1 1 0,-1 0 0,1 0 0,0-1 0,0 1 0,0-1 0,0 1 0,0 0 0,1-3 0,0 5 0,-1 0 0,0 0 0,0 0 0,0-1 0,1 1 0,-1 0 0,0 1 0,0-1 0,1 0 0,-1 0 0,0 0 0,0 0 0,0 0 0,1 0 0,-1 0 0,0 0 0,0 0 0,0 0 0,1 0 0,-1 1 0,0-1 0,0 0 0,0 0 0,0 0 0,1 0 0,-1 1 0,0-1 0,0 0 0,0 0 0,0 0 0,0 1 0,0-1 0,1 0 0,-1 1 0,7 9 0,-6-9 0,64 84-1365,-58-75-5461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4 24575,'-15'-2'0,"-1"1"0,0 1 0,0 0 0,1 1 0,-1 0 0,0 1 0,1 1 0,-20 6 0,33-8 0,0 0 0,0-1 0,1 1 0,-1 0 0,0 0 0,1-1 0,-1 1 0,1 1 0,-1-1 0,1 0 0,0 0 0,-1 0 0,1 1 0,0-1 0,0 1 0,0-1 0,0 1 0,0-1 0,0 1 0,0 0 0,1-1 0,-1 1 0,0 2 0,1-1 0,0-1 0,0 1 0,0 0 0,0-1 0,1 1 0,0-1 0,-1 1 0,1-1 0,0 1 0,0-1 0,0 1 0,0-1 0,1 0 0,-1 0 0,4 5 0,5 5 0,0-1 0,1 0 0,1 0 0,0-1 0,0 0 0,25 14 0,-4-6 0,60 24 0,-69-33 0,0-1 0,0-1 0,1-1 0,0-1 0,32 2 0,-55-7-57,0 0 0,0 1 1,0-1-1,0 0 0,0 0 0,0-1 0,0 1 0,0 0 0,0-1 0,0 1 0,0-1 1,0 1-1,0-1 0,-1 0 0,1 0 0,0 0 0,0 0 0,-1 0 0,1-1 1,0 1-1,-1 0 0,0-1 0,3-2 0,0-5-6769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24575,'80'194'0,"-61"-137"0,4-2 0,48 89 0,-57-121-120,-4-6 205,0 0-1,19 22 1,-25-35-192,0 0-1,0 0 1,0 0 0,1-1 0,-1 1 0,1-1 0,0 0 0,0 0 0,0-1 0,0 1 0,0-1 0,1 0 0,5 1 0,0-1-6719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7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0 24575,'-28'3'0,"-11"0"0,-2 3 0,4 0 0,5 1 0,6 0 0,3 1 0,2-1 0,2-1 0,5-2-8191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263 736 24575,'-6'-53'0,"-16"-65"0,-22-51 0,-7-28 0,13 22 0,38 174 0,0-1 0,-1 1 0,1 0 0,0 0 0,-1-1 0,1 1 0,-1 0 0,0 0 0,1 0 0,-1-1 0,0 1 0,0 0 0,1 0 0,-1 0 0,0 0 0,0 1 0,0-1 0,-2-1 0,2 2 0,0-1 0,0 1 0,0 0 0,0 0 0,0-1 0,0 1 0,0 0 0,0 0 0,0 0 0,0 0 0,0 1 0,0-1 0,0 0 0,0 0 0,0 1 0,0-1 0,0 0 0,-1 1 0,-2 2 0,-1 0 0,1 0 0,0 0 0,0 1 0,0-1 0,1 1 0,-6 7 0,5-6 0,1 0 0,-1 0 0,1 0 0,1 0 0,-1 1 0,1-1 0,0 1 0,0 0 0,1-1 0,-1 1 0,1 0 0,1 0 0,-1 0 0,1 0 0,0 0 0,1 8 0,1-4 0,0 0 0,1 0 0,0 0 0,0 0 0,1-1 0,1 1 0,0-1 0,9 14 0,24 29 0,2 0 0,86 84 0,111 71 0,-236-206 0,1 0 0,-1 0 0,0 0 0,0-1 0,0 1 0,1 0 0,-1 0 0,0-1 0,1 1 0,-1-1 0,0 1 0,1-1 0,-1 0 0,2 1 0,-2-2 0,0 1 0,-1 0 0,1 0 0,-1-1 0,1 1 0,0-1 0,-1 1 0,1-1 0,-1 1 0,1 0 0,-1-1 0,1 0 0,-1 1 0,1-1 0,-1 1 0,0-1 0,1 0 0,-1 1 0,0-1 0,0 0 0,1 1 0,-1-1 0,0 0 0,0 1 0,0-1 0,0 0 0,0 1 0,0-1 0,0 0 0,0 0 0,0 0 0,1-14 0,-1 1 0,-1-1 0,0 1 0,-1-1 0,-6-21 0,-26-69 0,24 79 0,8 17 0,3 9 0,7 11 0,-2-1 0,13 16 0,2-1 0,1 0 0,0-2 0,36 29 0,-32-32-1365,-16-13-5461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24575,'12'18'0,"7"7"0,1 4 0,-4 0 0,-5-1 0,-3-4 0,-4-5-8191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24575,'34'19'0,"-1"2"0,35 28 0,-13-8 0,-52-39 0,-1 0 0,1-1 0,0 1 0,-1-1 0,1 1 0,0-1 0,0 0 0,0 0 0,0-1 0,0 1 0,3 0 0,-5-1 0,0 0 0,0 0 0,0 0 0,0-1 0,0 1 0,0 0 0,0-1 0,0 1 0,0-1 0,0 1 0,0-1 0,0 1 0,0-1 0,0 1 0,0-1 0,0 0 0,-1 0 0,1 1 0,0-1 0,-1 0 0,1 0 0,0 0 0,-1 0 0,1 0 0,-1 0 0,0 0 0,1 0 0,-1 0 0,0 0 0,1 0 0,-1 0 0,0 0 0,0 0 0,0-1 0,0-5 0,1 1 0,-2-1 0,1 1 0,-1-1 0,0 1 0,0-1 0,-3-6 0,2 5 0,0-1 0,1 1 0,-1-13 0,2 20 0,0 1 0,0-1 0,0 1 0,0-1 0,0 0 0,0 1 0,0-1 0,0 1 0,0-1 0,0 1 0,0-1 0,0 0 0,1 1 0,-1-1 0,0 1 0,1-1 0,-1 1 0,0-1 0,1 1 0,-1-1 0,0 1 0,1-1 0,-1 1 0,1 0 0,-1-1 0,1 1 0,-1 0 0,1-1 0,-1 1 0,1 0 0,-1 0 0,1-1 0,-1 1 0,1 0 0,-1 0 0,1 0 0,0 0 0,-1 0 0,1 0 0,-1 0 0,1 0 0,0 0 0,-1 0 0,1 0 0,-1 0 0,1 0 0,-1 0 0,1 1 0,0-1 0,-1 0 0,1 1 0,6 1 0,-1 1 0,0 0 0,9 7 0,-8-6 0,56 36 0,-36-21 0,44 21 0,-42-31-1365,-16-6-5461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49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24575,'47'8'0,"-18"-3"0,-1 0 0,1-2 0,0-1 0,40-3 0,-65 1 0,0-1 0,0 0 0,0 0 0,-1-1 0,1 1 0,0-1 0,0 0 0,-1 0 0,1 0 0,-1 0 0,0-1 0,0 1 0,1-1 0,-2 0 0,1 0 0,0 0 0,-1 0 0,1 0 0,-1-1 0,0 1 0,4-8 0,-3 2 0,1 0 0,-1-1 0,0 1 0,-1 0 0,0-1 0,-1 0 0,0 1 0,0-13 0,-2 15 0,0 1 0,0-1 0,0 1 0,-1 0 0,0-1 0,0 1 0,0 0 0,-1 0 0,0 0 0,0 1 0,-6-8 0,8 11 0,-1 0 0,1 0 0,-1 1 0,0-1 0,0 0 0,1 1 0,-1-1 0,0 1 0,-1 0 0,1 0 0,0-1 0,0 2 0,0-1 0,-3-1 0,3 2 0,0 0 0,0 0 0,0 0 0,0 0 0,0 0 0,0 0 0,0 1 0,0-1 0,0 1 0,0-1 0,0 1 0,1 0 0,-1 0 0,0 0 0,0 0 0,1 0 0,-1 0 0,1 0 0,-3 3 0,-1 0 0,1 1 0,-1 0 0,1 0 0,1 0 0,-1 1 0,1-1 0,0 1 0,0-1 0,1 1 0,-1 0 0,1 0 0,1 1 0,-1-1 0,1 0 0,0 0 0,0 12 0,1-8 0,0 0 0,1 0 0,0 0 0,1 0 0,0-1 0,1 1 0,0 0 0,0-1 0,9 18 0,-3-12 0,1 1 0,0-1 0,1-1 0,0 0 0,1 0 0,1-1 0,0-1 0,22 16 0,-26-22 0,1 1 0,0-1 0,0-1 0,0 0 0,1 0 0,0-1 0,0-1 0,0 0 0,0 0 0,1-1 0,-1 0 0,1-1 0,-1-1 0,15 0 0,-21-1-114,-1 0 1,0 0-1,1 0 0,-1 0 0,0-1 1,0 1-1,1-1 0,-1 0 0,-1-1 1,1 1-1,7-6 0,-3 0-6712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0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172 137 24575,'-12'-4'0,"-5"-3"0,-35-7 0,48 13 0,0 0 0,0 0 0,0 1 0,0 0 0,0 0 0,0 0 0,0 0 0,0 1 0,0-1 0,0 1 0,0 0 0,0 0 0,0 1 0,-6 2 0,8-2 0,0-1 0,0 1 0,0 0 0,1 0 0,-1 0 0,0 0 0,1 0 0,-1 0 0,1 1 0,0-1 0,0 0 0,0 1 0,0-1 0,0 1 0,0-1 0,1 1 0,-1-1 0,1 1 0,0 0 0,-1-1 0,1 1 0,0 0 0,1-1 0,0 5 0,0 3 0,1 0 0,1 0 0,-1-1 0,2 1 0,4 9 0,-4-9 0,1-1 0,0-1 0,1 1 0,0-1 0,0 1 0,1-2 0,0 1 0,1-1 0,-1 0 0,17 10 0,-23-16 0,0 0 0,1 0 0,-1 0 0,1 0 0,-1-1 0,1 1 0,-1-1 0,1 1 0,-1-1 0,1 0 0,0 1 0,-1-1 0,1 0 0,-1 0 0,1 0 0,0 0 0,-1 0 0,1-1 0,-1 1 0,4-1 0,-3 0 0,0-1 0,0 1 0,0 0 0,0-1 0,0 1 0,0-1 0,-1 1 0,1-1 0,-1 0 0,1 0 0,-1 0 0,3-4 0,-1-1 0,1 0 0,-2-1 0,1 1 0,-1-1 0,0 0 0,0 0 0,1-11 0,-4-82 0,1 101 0,0 0 0,0 0 0,0 0 0,0 0 0,0 0 0,0 0 0,0 1 0,0-1 0,0 0 0,0 0 0,0 0 0,0 0 0,0 0 0,0 0 0,0 0 0,0 0 0,0 0 0,0 0 0,0 0 0,0 0 0,1 0 0,-1 0 0,0 0 0,0 0 0,0 0 0,0 0 0,0 0 0,0 0 0,0 0 0,0 0 0,0 0 0,0 0 0,0 0 0,0 0 0,0 0 0,0 0 0,0 0 0,0 0 0,0 0 0,0 0 0,1 0 0,-1 0 0,0 0 0,0 0 0,0 0 0,0 0 0,0 0 0,0 0 0,0 0 0,0 0 0,0 0 0,0 0 0,0 0 0,0 0 0,0 0 0,0 0 0,0 0 0,0 0 0,0 0 0,0 0 0,0 0 0,0 0 0,0 0 0,0 0 0,0 0 0,0-1 0,6 8 0,5 10 0,4 5 0,32 39 0,-39-52 0,1-1 0,-1-1 0,1 1 0,0-1 0,1-1 0,20 11 0,0-3 0,1-1 0,53 14 0,-83-27 0,0 1 0,-1-1 0,1 0 0,0 0 0,0 0 0,-1 1 0,1-1 0,0 0 0,0 0 0,0 0 0,-1 0 0,1 0 0,0 0 0,0 0 0,-1-1 0,1 1 0,0 0 0,0 0 0,-1-1 0,1 1 0,0 0 0,-1-1 0,1 1 0,0 0 0,0-2 0,0 1 0,-1 0 0,0 0 0,0 1 0,0-1 0,1 0 0,-1 0 0,0 0 0,0 0 0,0 0 0,0 0 0,-1 0 0,1 0 0,0 0 0,0 0 0,0 1 0,-1-1 0,0-2 0,-3-5 0,0 0 0,-1 0 0,-5-8 0,9 15 0,-30-42 0,12 18 0,1-1 0,2-1 0,-17-33 0,31 56 0,1-1 0,-1 1 0,1-1 0,0 0 0,0 1 0,0-1 0,0 0 0,1 0 0,0 0 0,0 1 0,0-1 0,1 0 0,1-6 0,-1 8 0,0 0 0,0 0 0,0 0 0,1 0 0,-1 0 0,1 1 0,0-1 0,0 0 0,0 1 0,0-1 0,0 1 0,1 0 0,-1 0 0,1 0 0,0 0 0,-1 0 0,1 1 0,0-1 0,0 1 0,4-2 0,3 0 0,0 0 0,0 1 0,0 0 0,0 0 0,0 1 0,19 1 0,-9 1 0,-1 1 0,32 7 0,-20 1-1365,-21-5-5461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1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65 24575,'41'137'0,"38"99"0,-66-211 0,19 31 0,-5-10 0,-55-77 0,-9-15 0,2-2 0,3-2 0,1 0 0,-32-76 0,52 100 0,-10-37 0,19 55 0,0 1 0,0-1 0,1 0 0,0 1 0,1-1 0,0 0 0,0 0 0,1 0 0,2-14 0,-2 20 0,-1 1 0,1-1 0,-1 0 0,1 1 0,0-1 0,0 1 0,0-1 0,0 1 0,0 0 0,0-1 0,0 1 0,1 0 0,-1 0 0,0 0 0,1 0 0,-1 0 0,2-1 0,0 0 0,1 1 0,-1 0 0,0 0 0,0 0 0,0 1 0,1-1 0,-1 1 0,5-1 0,2 2 0,-1-1 0,0 1 0,1 1 0,-1 0 0,14 5 0,-5-1 0,-1 1 0,29 17 0,-39-20 0,-1 0 0,1 1 0,-1 0 0,1 0 0,-1 0 0,-1 1 0,1 0 0,8 13 0,-13-18 0,0 1 0,0 0 0,0 0 0,0 0 0,0 0 0,0 0 0,-1 0 0,1 0 0,-1 0 0,1 0 0,-1 0 0,0 0 0,0 0 0,0 1 0,0-1 0,0 0 0,0 0 0,-1 0 0,0 3 0,0-3 0,0 0 0,-1 0 0,1 0 0,0 0 0,-1 0 0,0 0 0,1 0 0,-1-1 0,0 1 0,0 0 0,0-1 0,0 0 0,0 1 0,-1-1 0,-3 2 0,-5 1 0,0 0 0,0-1 0,0-1 0,-1 1 0,1-2 0,-15 1 0,-69-3 0,72-1-341,0-1 0,0-1-1,-27-8 1,35 8-6485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24575,'1'0'0,"-1"0"0,0-1 0,1 1 0,-1-1 0,1 1 0,-1 0 0,1-1 0,-1 1 0,1 0 0,-1-1 0,1 1 0,-1 0 0,1 0 0,0 0 0,-1 0 0,1-1 0,-1 1 0,1 0 0,0 0 0,-1 0 0,1 0 0,-1 0 0,1 0 0,0 1 0,-1-1 0,1 0 0,-1 0 0,1 0 0,-1 0 0,1 1 0,-1-1 0,1 0 0,0 1 0,-1-1 0,0 0 0,1 1 0,-1-1 0,1 1 0,-1-1 0,1 0 0,-1 1 0,0-1 0,1 1 0,-1-1 0,1 2 0,1 2 0,1 1 0,0 0 0,3 10 0,-5-12 0,25 67 0,36 88 0,-37-103 0,3-2 0,51 75 0,-75-123 0,0 0 0,1 0 0,-1 0 0,1 0 0,7 5 0,-11-10 0,0 1 0,-1 0 0,1-1 0,0 1 0,0 0 0,0-1 0,0 1 0,0-1 0,0 0 0,-1 1 0,1-1 0,0 0 0,0 1 0,0-1 0,1 0 0,-1 0 0,0 0 0,0 0 0,0 0 0,0 0 0,0 0 0,0 0 0,0 0 0,0-1 0,0 1 0,0 0 0,0-1 0,0 1 0,0-1 0,-1 1 0,1-1 0,0 1 0,0-1 0,0 0 0,0 1 0,-1-1 0,1 0 0,0 1 0,-1-1 0,1 0 0,-1 0 0,2-1 0,0-3 0,0 0 0,0 0 0,0-1 0,-1 1 0,0-1 0,0 1 0,0-1 0,-1 1 0,1-1 0,-2-6 0,0-11 0,-6-24 0,6 43 0,-15-63 0,16 67 0,0 0 0,0 0 0,0-1 0,0 1 0,0 0 0,0 0 0,0 0 0,0 0 0,0-1 0,0 1 0,0 0 0,0 0 0,0 0 0,0-1 0,0 1 0,0 0 0,0 0 0,0 0 0,0 0 0,0-1 0,0 1 0,0 0 0,0 0 0,1 0 0,-1 0 0,0 0 0,0-1 0,0 1 0,0 0 0,0 0 0,0 0 0,1 0 0,-1 0 0,0 0 0,7 2 0,7 9 0,-13-11 0,78 75 0,11 9 0,-72-69 0,1-1 0,0 0 0,25 12 0,-38-23 17,0 0 0,1 0 1,-1-1-1,0 0 0,1 0 0,13 1 0,-17-2-116,1-1 0,-1 0 0,1 0 0,-1-1 0,1 1 0,-1-1 0,0 0 0,1 0 0,-1 0 0,0 0 0,1 0 0,-1-1 0,0 0 0,5-3 0,5-5-6727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2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24575,'-5'-3'0,"-1"0"0,0 1 0,0 0 0,0 0 0,0 1 0,0-1 0,0 1 0,-1 1 0,1-1 0,-7 1 0,10 0 0,1 1 0,-1-1 0,0 1 0,1-1 0,-1 1 0,1 0 0,-1 0 0,1 0 0,-1 0 0,1 0 0,-1 1 0,1-1 0,0 1 0,0 0 0,0-1 0,0 1 0,0 0 0,0 0 0,1 0 0,-1 1 0,0-1 0,1 0 0,0 1 0,0-1 0,-2 5 0,1 0 0,0-1 0,1 1 0,0 0 0,0-1 0,1 1 0,0 0 0,0 0 0,0 0 0,1 0 0,0-1 0,0 1 0,1 0 0,0-1 0,0 1 0,1-1 0,0 0 0,0 1 0,0-1 0,0-1 0,1 1 0,0 0 0,1-1 0,-1 0 0,1 0 0,0 0 0,0-1 0,0 0 0,1 1 0,0-2 0,8 6 0,-11-9 0,-1 1 0,0 0 0,0 0 0,0-1 0,1 1 0,-1-1 0,0 0 0,1 0 0,-1 0 0,0 0 0,1 0 0,-1 0 0,0-1 0,1 1 0,-1-1 0,0 1 0,0-1 0,0 0 0,1 0 0,-1 0 0,0 0 0,0 0 0,0-1 0,-1 1 0,1 0 0,0-1 0,0 0 0,-1 1 0,1-1 0,-1 0 0,2-3 0,1 0 0,-1 0 0,0-1 0,0 1 0,0-1 0,-1 0 0,0 0 0,0 0 0,0 0 0,-1 0 0,2-10 0,-4 3 0,1 10 0,0 1 0,0-1 0,0 1 0,0-1 0,0 0 0,0 1 0,0-1 0,1 1 0,0-1 0,-1 1 0,1-1 0,2-2 0,-3 5 0,0 0 0,0 0 0,0 0 0,1 0 0,-1 0 0,0 0 0,0 0 0,1 0 0,-1 0 0,0 0 0,0 0 0,1 0 0,-1 0 0,0 0 0,0 0 0,0 0 0,1 0 0,-1 1 0,0-1 0,0 0 0,0 0 0,1 0 0,-1 0 0,0 0 0,0 1 0,0-1 0,0 0 0,0 0 0,1 0 0,-1 1 0,0-1 0,0 0 0,0 0 0,0 0 0,0 1 0,0-1 0,6 11 0,-6-10 0,11 20-120,-3-3-87,0-1-1,1 0 1,1-1-1,1 0 0,21 24 1,-22-30-6619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3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4 24575,'-1'-1'0,"0"1"0,-1-1 0,1 1 0,0 0 0,0-1 0,0 1 0,-1 0 0,1 0 0,0 0 0,0 0 0,-1 0 0,1 0 0,0 0 0,0 0 0,-1 1 0,1-1 0,0 0 0,0 1 0,-1-1 0,1 1 0,0-1 0,0 1 0,-2 1 0,2-1 0,0 1 0,0-1 0,0 1 0,0 0 0,0-1 0,0 1 0,0 0 0,1 0 0,-1 0 0,0-1 0,1 1 0,0 0 0,-1 4 0,1 2 0,0 0 0,0 0 0,1 0 0,0 0 0,0-1 0,4 13 0,7 10 0,1-1 0,1 0 0,2-2 0,19 28 0,-16-26 0,-18-27 0,1 0 0,-1 1 0,0-1 0,0 0 0,0 0 0,0 1 0,0-1 0,-1 0 0,1 1 0,-1-1 0,0 1 0,1-1 0,-1 3 0,-1-4 0,1 0 0,0 1 0,0-1 0,-1 0 0,1 0 0,-1 0 0,1 0 0,-1 0 0,0 0 0,1 0 0,-1 0 0,0-1 0,1 1 0,-1 0 0,0 0 0,0 0 0,0-1 0,0 1 0,0 0 0,0-1 0,0 1 0,0-1 0,0 1 0,0-1 0,0 0 0,0 0 0,0 1 0,0-1 0,-3 0 0,-4 2 0,-1-1 0,1-1 0,-1 0 0,0 0 0,1 0 0,-1-1 0,1 0 0,-1-1 0,1 0 0,0 0 0,-15-7 0,22 9 0,1 0 0,0 0 0,-1 0 0,1 0 0,0 0 0,0 0 0,-1-1 0,1 1 0,0 0 0,0 0 0,-1 0 0,1 0 0,0-1 0,0 1 0,0 0 0,-1 0 0,1-1 0,0 1 0,0 0 0,0 0 0,0 0 0,0-1 0,-1 1 0,1 0 0,0-1 0,0 1 0,0 0 0,0 0 0,0-1 0,0 1 0,0 0 0,0-1 0,0 1 0,0 0 0,0 0 0,0-1 0,0 1 0,0 0 0,1-1 0,10-7 0,20 0 0,42-3 0,22-4 0,-82 12 0,0-1 0,0 0 0,0 0 0,-1-2 0,13-6 0,-22 10 0,0 0 0,0-1 0,1 1 0,-1-1 0,-1 1 0,1-1 0,0 0 0,-1 0 0,1 0 0,-1-1 0,0 1 0,0-1 0,0 1 0,-1-1 0,1 1 0,-1-1 0,0 0 0,0 0 0,1-7 0,-2 5 0,0 1 0,0-1 0,0 1 0,-1-1 0,1 1 0,-1 0 0,-1-1 0,1 1 0,-1 0 0,0 0 0,0-1 0,-1 2 0,1-1 0,-4-5 0,0 1 0,0 0 0,-1-1 0,1 1 0,-2 1 0,1-1 0,-10-8 0,15 16 0,0-1 0,0 1 0,0 0 0,0-1 0,0 1 0,0 0 0,-1 0 0,1 0 0,0 1 0,0-1 0,-1 1 0,1-1 0,-1 1 0,1 0 0,0-1 0,-1 1 0,1 0 0,0 1 0,-1-1 0,1 0 0,-1 1 0,1-1 0,0 1 0,0 0 0,-1 0 0,1 0 0,0 0 0,0 0 0,0 0 0,-2 2 0,0 0 0,0 0 0,1 0 0,0 0 0,-1 0 0,1 1 0,0-1 0,1 1 0,-1-1 0,1 1 0,-1 0 0,1 0 0,0 0 0,0 1 0,1-1 0,0 0 0,-1 1 0,1-1 0,1 1 0,-1-1 0,1 1 0,0-1 0,0 5 0,0-2 0,1-1 0,0 1 0,1-1 0,0 0 0,0 0 0,0 0 0,0 0 0,1 0 0,0-1 0,0 1 0,1-1 0,-1 1 0,1-1 0,1 0 0,4 5 0,6 2 14,-1-1-1,1-1 0,1 0 0,0-1 1,0 0-1,1-1 0,0-1 1,29 8-1,11-1-756,79 9 1,-115-20-6084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62 24575,'-1'0'0,"0"1"0,-1-1 0,1 0 0,0 1 0,0-1 0,0 1 0,0-1 0,0 1 0,0-1 0,0 1 0,0 0 0,0-1 0,0 1 0,0 0 0,1 0 0,-1 0 0,0-1 0,0 1 0,1 0 0,-1 0 0,1 0 0,-1 0 0,1 1 0,-1-1 0,1 0 0,0 0 0,-1 2 0,0 1 0,0-1 0,0 1 0,0 0 0,1 0 0,0 0 0,0 7 0,1-3 0,1 0 0,0 0 0,1 0 0,0 0 0,0 0 0,0-1 0,1 0 0,0 0 0,1 0 0,0 0 0,0 0 0,0-1 0,0 0 0,8 6 0,-1-1 0,0-1 0,1-1 0,0 0 0,1-1 0,0 0 0,21 8 0,-31-14 0,0-1 0,0 0 0,1 1 0,-1-1 0,1-1 0,-1 1 0,0-1 0,1 0 0,-1 0 0,9-1 0,-12 1 0,1 0 0,0-1 0,-1 0 0,1 1 0,-1-1 0,1 0 0,-1 1 0,1-1 0,-1 0 0,1 0 0,-1 0 0,0-1 0,1 1 0,-1 0 0,0 0 0,0-1 0,0 1 0,0 0 0,0-1 0,0 1 0,-1-1 0,1 1 0,0-1 0,-1 0 0,1 1 0,-1-1 0,0 0 0,1 1 0,-1-1 0,0-3 0,-1-4 0,0 0 0,0 0 0,-1 0 0,0 0 0,0 0 0,-1 1 0,0-1 0,-1 1 0,-6-12 0,2 3 0,59 54 0,-37-29 0,0-1 0,0 0 0,1-1 0,-1-1 0,1 0 0,0-1 0,18 2 0,-26-5 0,1 0 0,-1-1 0,1 0 0,-1 0 0,0-1 0,1 0 0,10-3 0,-14 2 0,1 1 0,-1-1 0,1 0 0,-1 0 0,0-1 0,0 1 0,0-1 0,0 0 0,-1 0 0,1 0 0,-1-1 0,5-5 0,-6 6 0,0 1 0,0-1 0,-1 0 0,1 0 0,-1 1 0,0-1 0,0 0 0,0 0 0,0 0 0,-1-1 0,1 1 0,-1 0 0,0 0 0,0-3 0,0 0 0,-1 1 0,0 0 0,0 0 0,0-1 0,-1 1 0,1 0 0,-6-9 0,2 5 0,0 1 0,-1-1 0,0 1 0,0 0 0,-1 0 0,0 1 0,-1 0 0,-10-8 0,15 12-76,0 1 1,-1 0-1,0 0 0,1 0 0,-1 1 0,0-1 0,0 1 0,0 0 1,0 0-1,0 0 0,0 0 0,-1 1 0,1 0 0,0 0 1,0 0-1,0 0 0,-5 2 0,-4 1-6750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5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93 279 24575,'9'-22'0,"-1"-1"0,0 0 0,4-26 0,-11 40 0,1 1 0,-2 0 0,1 0 0,-1-1 0,0 1 0,-1-1 0,0 1 0,0 0 0,0 0 0,-1 0 0,-1 0 0,-5-13 0,7 18 0,-1 0 0,0 0 0,0 0 0,0 1 0,0-1 0,0 1 0,0-1 0,-1 1 0,1 0 0,-1 0 0,0 0 0,1 0 0,-1 1 0,0-1 0,0 1 0,0-1 0,-4 0 0,5 2 0,0-1 0,0 1 0,0 0 0,0 0 0,0 0 0,1 0 0,-1 0 0,0 0 0,0 0 0,0 1 0,0-1 0,0 1 0,0-1 0,0 1 0,1 0 0,-1 0 0,0 0 0,1 0 0,-1 0 0,0 0 0,1 0 0,0 1 0,-1-1 0,1 0 0,0 1 0,-1-1 0,1 1 0,0 0 0,-1 2 0,-1 2 0,0 0 0,0 1 0,1 0 0,0-1 0,0 1 0,1 0 0,0 0 0,0 0 0,1 0 0,0 0 0,0 9 0,1-5 0,1 0 0,-1 0 0,2-1 0,-1 1 0,2-1 0,6 16 0,-4-15 0,0 0 0,1-1 0,0 0 0,1 0 0,0-1 0,1 0 0,0 0 0,0-1 0,1 0 0,0-1 0,0 0 0,1 0 0,22 9 0,-13-8 0,0 0 0,1-1 0,0-2 0,0 0 0,1-1 0,-1-1 0,25 1 0,-23-5-163,-1-1-1,0-1 1,40-10-1,-48 10-547,3-1-6115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6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29 24575,'-1'2'0,"0"1"0,0 0 0,1 0 0,-1 0 0,1 0 0,0 0 0,0-1 0,0 1 0,0 0 0,0 0 0,1 0 0,-1 0 0,1 0 0,0 0 0,0-1 0,0 1 0,0 0 0,0-1 0,2 3 0,5 8 0,-1-1 0,13 15 0,-19-26 0,21 24 0,1-1 0,1-1 0,36 27 0,-26-23 0,-32-25 0,0-1 0,0 1 0,0-1 0,1 1 0,-1-1 0,0 0 0,0 0 0,1 0 0,-1 0 0,5 1 0,-6-2 0,0 0 0,-1 0 0,1 0 0,-1 0 0,1 0 0,-1 0 0,1 0 0,0-1 0,-1 1 0,1 0 0,-1 0 0,1 0 0,-1-1 0,1 1 0,-1 0 0,1-1 0,-1 1 0,1 0 0,0-1 0,0 0 0,-1 0 0,1 0 0,-1 0 0,1 0 0,-1-1 0,1 1 0,-1 0 0,0 0 0,1 0 0,-1 0 0,0 0 0,0 0 0,0-3 0,0-3 0,-1-1 0,-1 1 0,1 0 0,-1-1 0,-1 1 0,1 0 0,-1 0 0,0 0 0,-1 0 0,-5-7 0,3 3 0,1 0 0,-7-17 0,-4-29 0,15 50 0,0 0 0,0 1 0,0-1 0,1 0 0,0 0 0,1-11 0,-1 17 0,0 0 0,1-1 0,-1 1 0,0 0 0,0 0 0,1-1 0,-1 1 0,1 0 0,-1 0 0,1-1 0,-1 1 0,1 0 0,0 0 0,0 0 0,0 0 0,-1 0 0,1 0 0,0 0 0,0 0 0,0 1 0,0-1 0,0 0 0,1 0 0,-1 1 0,0-1 0,0 1 0,0-1 0,1 1 0,-1 0 0,0-1 0,0 1 0,1 0 0,-1 0 0,0 0 0,1 0 0,-1 0 0,0 0 0,1 0 0,-1 0 0,2 1 0,2 0 0,0 1 0,0 0 0,-1 0 0,1 0 0,0 1 0,-1 0 0,1 0 0,6 6 0,178 145 0,-141-120 0,1-2 0,62 29 0,-101-58 120,-10-3-147,0 1 1,0-1-1,1 0 1,-1 0-1,0 0 1,0 0-1,0 0 1,0 0-1,1 0 1,-1 0-1,0 0 1,0 0-1,0 0 1,0 0-1,0 0 1,1 0-1,-1 0 1,0 0-1,0 0 1,0 0-1,0 0 1,1 0-1,-1-1 1,0 1-1,0 0 1,0 0-1,0 0 0,0 0 1,1 0-1,-1 0 1,0 0-1,0 0 1,0-1-1,0 1 1,0 0-1,0 0 1,0 0-1,0 0 1,0 0-1,0-1 1,1 1-1,-1 0 1,0 0-1,0 0 1,0 0-1,0-1 1,0 1-1,0 0 1,0 0-1,0 0 1,0 0-1,0-1 1,0 1-1,0 0 0,-1 0 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2 319 24575,'15'-15'0,"-1"0"0,-1 0 0,0-1 0,-1 0 0,10-19 0,-19 29 0,0-1 0,0 1 0,-1-1 0,0 1 0,0-1 0,0 0 0,-1 0 0,0 0 0,0 0 0,-1 0 0,0 0 0,0 0 0,-1 0 0,1 0 0,-2 1 0,1-1 0,-1 0 0,-2-8 0,0 7 0,0-1 0,0 1 0,-7-11 0,10 17 0,0 0 0,0 0 0,-1 1 0,1-1 0,0 1 0,-1-1 0,1 1 0,-1-1 0,0 1 0,1 0 0,-1 0 0,0 0 0,0 0 0,0 0 0,1 0 0,-1 0 0,0 1 0,0-1 0,0 1 0,0-1 0,-4 1 0,5 0 0,-1 0 0,1 1 0,-1-1 0,1 1 0,-1 0 0,1-1 0,0 1 0,-1 0 0,1 0 0,0 0 0,0 0 0,-1 0 0,1 0 0,0 0 0,0 1 0,0-1 0,0 0 0,0 1 0,1-1 0,-1 0 0,0 1 0,1-1 0,-1 1 0,1-1 0,-1 3 0,-1 3 0,0 0 0,0 0 0,0 15 0,1-6 0,0 1 0,1-1 0,4 25 0,-3-35 0,0-1 0,1 1 0,-1-1 0,1 0 0,0 1 0,1-1 0,-1 0 0,1-1 0,0 1 0,0 0 0,1-1 0,-1 1 0,1-1 0,4 4 0,2-1 0,0 0 0,0 0 0,1 0 0,0-2 0,0 1 0,0-1 0,1-1 0,-1 0 0,1-1 0,0 0 0,0-1 0,1 0 0,-1-1 0,18 0 0,-15-2 0,0 0 0,0 0 0,0-2 0,-1 0 0,1 0 0,-1-2 0,0 0 0,0 0 0,0-1 0,-1-1 0,21-13 0,-29 16 0,-1 1 0,0-1 0,0 0 0,0 0 0,0 0 0,0 0 0,-1-1 0,0 0 0,0 1 0,0-1 0,-1 0 0,4-10 0,-5 11 0,0 0 0,0 0 0,0 0 0,-1 0 0,1 0 0,-1 0 0,0 0 0,-1 0 0,1 0 0,0 0 0,-1 0 0,0 0 0,0 0 0,0 1 0,-1-1 0,1 0 0,-1 0 0,-4-5 0,3 5 0,1 1 0,-1-1 0,-1 1 0,1 0 0,0 0 0,-1 0 0,0 1 0,1-1 0,-1 1 0,0 0 0,0 0 0,0 0 0,-1 1 0,1 0 0,0-1 0,-1 1 0,1 1 0,-1-1 0,-6 0 0,6 1 0,0 0 0,0 0 0,0 1 0,1-1 0,-1 1 0,0 0 0,0 0 0,1 1 0,-1-1 0,1 1 0,-1 0 0,1 0 0,0 1 0,-1-1 0,1 1 0,1 0 0,-8 7 0,8-7 0,0 0 0,1 0 0,0 1 0,-1-1 0,1 1 0,1-1 0,-1 1 0,0 0 0,1 0 0,0 0 0,0 0 0,0 0 0,0 0 0,0 0 0,1 0 0,0 0 0,0 0 0,0 0 0,1 0 0,-1 0 0,2 5 0,0-3 0,0 0 0,0-1 0,1 1 0,0-1 0,0 1 0,0-1 0,1 0 0,-1-1 0,1 1 0,0-1 0,1 1 0,-1-1 0,10 6 0,0-1 0,0-1 0,0 0 0,1-1 0,28 9 0,65 12 0,-79-22 0,27 4-1365,-41-8-5461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7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125 626 24575,'-5'-1'0,"-10"-2"0,-24-2 0,35 5 0,0 0 0,0 0 0,-1 0 0,1 1 0,0-1 0,0 1 0,0 0 0,0 0 0,0 1 0,-5 2 0,8-4 0,0 1 0,0-1 0,0 1 0,0-1 0,0 1 0,0 0 0,0 0 0,0 0 0,1-1 0,-1 1 0,0 0 0,0 0 0,1 0 0,-1 0 0,1 0 0,-1 0 0,1 0 0,-1 0 0,1 1 0,0-1 0,-1 2 0,1-1 0,0 1 0,0-1 0,1 0 0,-1 0 0,0 0 0,1 1 0,0-1 0,-1 0 0,1 0 0,2 4 0,2 3 0,1-1 0,0 1 0,13 13 0,-18-21 0,8 9 0,0-1 0,1-1 0,0 1 0,0-1 0,1-1 0,22 12 0,-28-17 0,0 0 0,0 0 0,0 0 0,1-1 0,-1 0 0,0 0 0,1 0 0,7-1 0,-9 0 0,-1 0 0,1-1 0,-1 0 0,1 1 0,-1-1 0,0 0 0,1-1 0,-1 1 0,0-1 0,0 1 0,0-1 0,0 0 0,0 0 0,3-3 0,-3 2 0,0-1 0,0 1 0,-1-1 0,1 1 0,-1-1 0,0 0 0,0 0 0,-1 0 0,1 0 0,-1 0 0,0 0 0,0 0 0,1-7 0,0-7 0,-1-33 0,-1 49 0,-2-34 0,-1-1 0,-2 1 0,-2 1 0,-1-1 0,-15-40 0,-7-2 0,-44-84 0,61 135 0,-54-99 0,62 121 0,5 12 0,3 14 0,9 23 0,1 0 0,32 69 0,51 80 0,-56-118 0,-20-35-98,49 102-1169,-61-122-5559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24575,'8'9'0,"-2"1"0,1-1 0,-1 1 0,-1 0 0,0 0 0,0 1 0,5 17 0,-1-4 0,182 370 0,-185-383-341,1-1 0,0 0-1,16 17 1,-15-18-6485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46 24575,'-28'-8'0,"-11"-2"0,-2 1 0,4 1 0,5 3 0,6 1 0,5 2 0,3 4 0,2 2 0,2-1 0,1 0 0,1-1-8191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7:5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37 24575,'-10'-3'0,"0"1"0,-19-3 0,27 5 0,-1 0 0,1 0 0,-1 0 0,1 0 0,-1 0 0,0 1 0,1-1 0,-1 1 0,1-1 0,0 1 0,-1 0 0,1 0 0,-1 0 0,1 0 0,0 1 0,-3 1 0,4-2 0,1 0 0,-1-1 0,1 1 0,-1 0 0,1 0 0,-1 0 0,1-1 0,0 1 0,-1 0 0,1 0 0,0 0 0,0 0 0,0 0 0,0-1 0,-1 1 0,1 0 0,0 0 0,1 0 0,-1 0 0,0 0 0,0 0 0,0 0 0,0 0 0,1-1 0,-1 1 0,0 0 0,1 0 0,-1 0 0,1-1 0,-1 1 0,1 0 0,-1 0 0,1-1 0,0 2 0,4 3 0,-1 0 0,1 0 0,6 5 0,-9-8 0,7 5 0,1 0 0,0-1 0,0 0 0,1 0 0,-1-1 0,1 0 0,0-1 0,0 0 0,1-1 0,-1 0 0,1-1 0,0-1 0,-1 1 0,1-2 0,20 0 0,-30 0 0,-1 0 0,1 0 0,-1-1 0,0 1 0,1 0 0,-1 0 0,1-1 0,-1 1 0,1 0 0,-1-1 0,0 0 0,0 1 0,1-1 0,-1 0 0,0 0 0,0 1 0,0-1 0,1 0 0,-1 0 0,0 0 0,0 0 0,-1-1 0,1 1 0,0 0 0,0 0 0,0-1 0,-1 1 0,1 0 0,-1-1 0,1 1 0,-1 0 0,0-1 0,1 1 0,-1-1 0,0 1 0,0-1 0,0 1 0,0 0 0,0-1 0,0 1 0,0-1 0,-1 1 0,0-3 0,0-2 0,-1 0 0,0 0 0,0 0 0,-1 1 0,0-1 0,0 1 0,0-1 0,-8-8 0,5 8-195,0 0 0,0 0 0,-1 1 0,0-1 0,0 2 0,-13-8 0,6 5-6631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24575,'1'23'0,"0"1"0,2 0 0,0-1 0,2 0 0,0 0 0,11 28 0,5-1 0,53 92 0,-26-54 0,-33-59 0,-5-12 0,-1 0 0,0 1 0,-2 0 0,0 0 0,7 31 0,-14-48 0,0 0 0,0 0 0,1 0 0,-1 0 0,0 0 0,0 0 0,-1 0 0,1-1 0,0 1 0,0 0 0,0 0 0,-1 0 0,1 0 0,0 0 0,-1 0 0,1 0 0,-1-1 0,0 3 0,1-3 0,-1 0 0,1 0 0,0 0 0,0 0 0,0 0 0,0 0 0,-1 0 0,1 1 0,0-1 0,0 0 0,-1 0 0,1 0 0,0 0 0,0 0 0,0 0 0,-1 0 0,1 0 0,0 0 0,0 0 0,-1 0 0,1 0 0,0 0 0,0 0 0,0 0 0,-1 0 0,1-1 0,0 1 0,-8-9 0,4-1 0,-1-1 0,1 0 0,1 0 0,0 0 0,-2-18 0,4 21 0,0 0 0,1 0 0,0-1 0,0 1 0,1 0 0,0 0 0,0 0 0,5-13 0,-6 19 0,1 0 0,0 0 0,1 0 0,-1 0 0,0 0 0,0 0 0,1 0 0,-1 0 0,1 0 0,0 1 0,-1-1 0,1 1 0,0-1 0,0 1 0,0 0 0,3-2 0,-2 2 0,1-1 0,0 1 0,0 0 0,0 0 0,1 0 0,-1 1 0,0-1 0,7 1 0,-1 1 0,-1 0 0,1 0 0,0 1 0,0 0 0,-1 1 0,0 0 0,11 5 0,-4 0 0,-1 0 0,0 1 0,23 19 0,-32-22 0,1-1 0,-1 1 0,-1 0 0,1 0 0,-1 0 0,0 1 0,-1 0 0,0 0 0,0 0 0,3 8 0,-6-13 0,0 0 0,0 1 0,-1-1 0,0 0 0,1 0 0,-1 0 0,0 0 0,0 0 0,0 0 0,0 0 0,0 1 0,-1-1 0,1 0 0,-1 0 0,1 0 0,-1 0 0,0 0 0,0 0 0,-1 3 0,0-3 0,0 1 0,-1-1 0,1 1 0,-1-1 0,1 0 0,-1 0 0,0 0 0,0 0 0,0 0 0,0 0 0,-4 1 0,-3 1 0,-1-1 0,-1 0 0,1-1 0,0 0 0,-1 0 0,-13-1 0,2 0-107,9 0-144,1 0-1,-1-2 0,0 1 1,-24-6-1,29 3-6574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1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118 180 24575,'32'-34'0,"-24"26"0,0 0 0,-1 0 0,0-1 0,11-17 0,-18 25 0,1 0 0,0 0 0,-1-1 0,1 1 0,-1 0 0,0 0 0,1-1 0,-1 1 0,0 0 0,0-1 0,0 1 0,0 0 0,0-1 0,0 1 0,0 0 0,-1-1 0,1 1 0,0 0 0,-1 0 0,1-1 0,-1 1 0,1 0 0,-1 0 0,0 0 0,0-1 0,1 1 0,-1 0 0,0 0 0,0 0 0,0 0 0,0 0 0,0 1 0,0-1 0,0 0 0,0 0 0,-2 0 0,-5-3 0,1 0 0,-1 1 0,0 0 0,-13-3 0,15 4 0,-12-4 0,-29-7 0,43 12 0,1 0 0,-1 1 0,0 0 0,1 0 0,-1 0 0,1 0 0,-1 0 0,0 1 0,1-1 0,-6 2 0,8-1 0,0-1 0,0 0 0,1 1 0,-1-1 0,0 1 0,0-1 0,0 1 0,0 0 0,1-1 0,-1 1 0,0 0 0,1 0 0,-1-1 0,0 1 0,1 0 0,-1 0 0,1 0 0,-1 0 0,1 0 0,0-1 0,-1 3 0,1-1 0,-1 0 0,1 0 0,0 0 0,0 0 0,1 0 0,-1 0 0,0 0 0,1 0 0,-1 0 0,2 3 0,0 1 0,1 1 0,1-1 0,-1 0 0,1 1 0,5 5 0,3 1 0,0 0 0,0 0 0,1-1 0,1-1 0,0 0 0,1-1 0,0-1 0,0 0 0,1-1 0,0-1 0,0 0 0,1-1 0,0-1 0,0 0 0,1-2 0,-1 0 0,24 1 0,-38-4-91,1 1 0,-1-2 0,1 1 0,-1 0 0,1-1 0,0 1 0,-1-1 0,0 0 0,1 0 0,-1 0 0,0-1 0,1 1 0,-1-1 0,3-2 0,3-2-6735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65 24575,'-22'-10'0,"1"-1"0,0 2 0,-1 0 0,0 1 0,0 2 0,-23-5 0,43 11 0,-1 0 0,1 0 0,-1-1 0,1 1 0,-1 1 0,0-1 0,1 0 0,0 1 0,-1-1 0,1 1 0,-1 0 0,1 0 0,0-1 0,-1 2 0,1-1 0,0 0 0,0 0 0,0 1 0,0-1 0,0 1 0,0 0 0,-2 2 0,3-2 0,0 0 0,0 0 0,0 0 0,0 0 0,0 0 0,0 1 0,1-1 0,-1 0 0,1 0 0,-1 1 0,1-1 0,0 1 0,0-1 0,0 0 0,0 1 0,1-1 0,-1 0 0,1 1 0,-1-1 0,1 0 0,0 0 0,0 1 0,1 2 0,4 6 0,0-1 0,1 1 0,0-1 0,0 0 0,1-1 0,1 0 0,0 0 0,0-1 0,12 9 0,-13-11 0,0-1 0,0 0 0,1 0 0,-1-1 0,1 0 0,0-1 0,0 1 0,1-2 0,-1 1 0,0-1 0,1-1 0,12 1 0,-20-2 0,0 0 0,0 0 0,0 0 0,-1-1 0,1 1 0,0 0 0,0-1 0,-1 1 0,1-1 0,0 0 0,-1 1 0,1-1 0,-1 0 0,1 0 0,-1 0 0,1 0 0,-1 0 0,0-1 0,1 1 0,1-2 0,-2 0 0,0 1 0,1-1 0,-1 1 0,0-1 0,0 0 0,0 0 0,0 0 0,-1 1 0,1-1 0,-1 0 0,0-4 0,0-4 0,-1 1 0,0 0 0,0 0 0,-1 0 0,-1 1 0,-3-12 0,4 17 0,1 2 0,0 0 0,0 0 0,1 1 0,-1-1 0,1 0 0,-1 0 0,1 0 0,-1 0 0,1 0 0,0 0 0,0 0 0,0 0 0,1-2 0,-1 4 0,0 0 0,0 0 0,1 0 0,-1 0 0,0 0 0,0 0 0,1 0 0,-1 0 0,0 0 0,0 0 0,1 0 0,-1 0 0,0 1 0,0-1 0,1 0 0,-1 0 0,0 0 0,0 0 0,0 0 0,1 1 0,-1-1 0,0 0 0,0 0 0,0 0 0,0 1 0,1-1 0,-1 0 0,0 0 0,0 1 0,0-1 0,0 0 0,8 11 0,-7-10 0,6 9-195,0 0 0,-1 0 0,0 1 0,0 0 0,-1 0 0,5 17 0,-7-15-6631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3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24575,'74'208'0,"-8"-66"0,-25-60 0,-31-58 0,-5-61 0,-4 35 0,-1-1 0,1 1 0,0-1 0,0 1 0,0 0 0,0-1 0,0 1 0,0 0 0,1 0 0,-1 0 0,1 0 0,-1 0 0,1 0 0,0 0 0,0 0 0,0 1 0,3-3 0,-2 3 0,0-1 0,0 1 0,0 1 0,0-1 0,0 0 0,0 1 0,0-1 0,0 1 0,0 0 0,0 0 0,0 0 0,5 1 0,3 2 0,-1-1 0,0 2 0,0-1 0,0 1 0,-1 1 0,1 0 0,11 8 0,-10-6 0,1 1 0,-2 1 0,1 0 0,16 18 0,-25-24 0,1 0 0,-1 0 0,0 0 0,-1 0 0,1 0 0,0 1 0,-1-1 0,0 1 0,0-1 0,1 5 0,-2-6 0,1 1 0,-1 0 0,-1-1 0,1 1 0,0-1 0,0 1 0,-1 0 0,0-1 0,1 1 0,-1-1 0,0 1 0,0-1 0,0 0 0,-1 1 0,1-1 0,-2 2 0,-1 0 0,1 0 0,-1 0 0,0 0 0,0-1 0,-1 1 0,1-1 0,-1 0 0,0 0 0,0-1 0,0 1 0,0-1 0,0-1 0,0 1 0,-1 0 0,-8 0 0,-8 1 0,0-1 0,-33-2 0,43 0 0,-15 0 0,-32-5 0,52 4 0,-1 0 0,0-1 0,1 0 0,-1-1 0,1 0 0,0 0 0,0 0 0,-12-8 0,17 10 8,1-1-1,-1 1 0,0-1 1,1 1-1,0-1 1,-1 0-1,1 0 1,0 1-1,0-1 0,0 0 1,0 0-1,0 0 1,1 0-1,-1 0 0,0-4 1,0-1-369,0 0 1,1-1 0,0-7-1,0 15 319,0-13-6784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 24575,'-4'-9'0,"3"10"0,4 17 0,15 38 0,32 69 0,-39-104 0,0 0 0,1-1 0,1 0 0,2-1 0,-1 0 0,21 18 0,-18-20 0,1-1 0,1-1 0,29 17 0,-36-25 0,1 0 0,0-1 0,1-1 0,0 0 0,-1 0 0,28 4 0,-38-8 0,1-1 0,0 0 0,-1 0 0,1 0 0,-1 0 0,1 0 0,-1-1 0,1 0 0,-1 1 0,1-1 0,-1 0 0,0-1 0,1 1 0,-1-1 0,0 1 0,0-1 0,0 0 0,0 0 0,0 0 0,4-6 0,-3 4 0,-1 0 0,0 0 0,0 0 0,-1-1 0,1 1 0,-1-1 0,0 0 0,0 0 0,-1 0 0,1 0 0,-1 0 0,0 0 0,0-8 0,0-2 0,-1 0 0,0 0 0,-5-28 0,3 36 0,1 0 0,-1 1 0,0-1 0,-1 0 0,0 1 0,0 0 0,0 0 0,-1-1 0,0 2 0,-6-9 0,9 12 0,-1 1 0,1 0 0,0-1 0,-1 1 0,1 0 0,-1 0 0,0 0 0,1 0 0,-1 0 0,0 0 0,0 0 0,1 1 0,-1-1 0,0 1 0,0-1 0,0 1 0,0 0 0,0-1 0,0 1 0,1 0 0,-1 0 0,0 0 0,0 1 0,0-1 0,0 0 0,0 1 0,0 0 0,-1 0 0,0 0 0,0 1 0,1-1 0,0 1 0,-1-1 0,1 1 0,0 0 0,0 0 0,0 0 0,0 0 0,0 0 0,0 1 0,1-1 0,-1 1 0,1-1 0,0 1 0,0-1 0,0 1 0,-1 3 0,-1 2 0,2 1 0,-1-1 0,1 1 0,1-1 0,-1 1 0,2 0 0,-1-1 0,1 1 0,0-1 0,1 1 0,4 15 0,-2-14 0,1-1 0,-1 1 0,2-1 0,-1 1 0,1-1 0,1-1 0,-1 0 0,1 1 0,10 6 0,1 2 0,0-1 0,2-2 0,0 0 0,0-1 0,2 0 0,-1-2 0,2-1 0,-1 0 0,1-2 0,0-1 0,1-1 0,0 0 0,0-2 0,26 1 0,-44-5-273,-1 1 0,1-2 0,-1 1 0,7-2 0,1-1-6553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24575,'0'0'0,"0"0"0,-1 0 0,1 0 0,-1 1 0,1-1 0,-1 0 0,1 0 0,0 0 0,-1 1 0,1-1 0,-1 0 0,1 0 0,0 1 0,-1-1 0,1 0 0,0 1 0,-1-1 0,1 0 0,0 1 0,0-1 0,-1 1 0,1-1 0,0 1 0,0-1 0,0 0 0,0 1 0,-1-1 0,1 1 0,0-1 0,0 1 0,0-1 0,0 1 0,0-1 0,0 1 0,0 0 0,2 18 0,2-6 0,-1 0 0,2 0 0,0 0 0,9 16 0,30 47 0,-33-59 0,79 140 0,-75-126 0,-2 0 0,0 1 0,9 43 0,-16-48-1365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428 46 24575,'-30'-5'0,"-15"-2"0,-3 1 0,3 1 0,3-1 0,4 0 0,6 2 0,6 1 0,5 1 0,3 1 0,2 3 0,2 1 0,1 1 0,-1 1 0,0 0 0,3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7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24575,'31'-5'0,"45"-2"0,-61 6 0,0 2 0,0 0 0,0 0 0,0 2 0,16 3 0,-28-5 0,0 0 0,-1 0 0,1 0 0,0 0 0,0 0 0,-1 1 0,1-1 0,-1 1 0,1 0 0,-1 0 0,0 0 0,1 0 0,-1 0 0,0 0 0,0 1 0,-1-1 0,1 0 0,0 1 0,-1 0 0,0-1 0,1 1 0,0 4 0,-1-3 0,-1-1 0,1 1 0,-1-1 0,0 1 0,0-1 0,-1 1 0,1-1 0,-1 1 0,1-1 0,-1 1 0,0-1 0,0 0 0,-1 1 0,1-1 0,-1 0 0,0 0 0,1 0 0,-5 4 0,3-2 0,-1-1 0,0 0 0,-1 0 0,1 0 0,-1-1 0,0 1 0,1-1 0,-1 0 0,-1-1 0,1 1 0,0-1 0,-1 0 0,1 0 0,-1-1 0,1 1 0,-11 0 0,6-1 0,1-1 0,0 0 0,0 0 0,-1-1 0,1-1 0,0 1 0,0-1 0,0-1 0,-16-6 0,22 8 5,1-1 0,0 1 0,-1-1 0,1 0 0,0 0 0,0 0 0,0 0 0,0 0 0,0 0 0,1 0 0,-1-1 0,0 1 0,1-1 0,0 1 0,0-1 0,0 0 0,0 1 0,0-1 0,0 0 0,1 0 0,-1 1 0,1-1 0,0-6 0,0 3-129,0 0 0,0 1 1,1-1-1,0 0 0,0 0 0,0 0 1,1 1-1,0-1 0,0 1 0,0-1 1,4-4-1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24575,'160'358'0,"-154"-347"0,0-1 0,0 1 0,-1 0 0,0 0 0,0 0 0,-2 1 0,1-1 0,2 17 0,-6-27 0,0-1 0,0 1 0,0 0 0,0-1 0,0 1 0,0 0 0,0 0 0,0-1 0,0 1 0,0 0 0,0-1 0,0 1 0,-1 0 0,1-1 0,0 1 0,-1 0 0,1-1 0,0 1 0,-1 0 0,1-1 0,0 1 0,-1-1 0,1 1 0,-2 0 0,2-1 0,-1 0 0,0 0 0,1 0 0,-1 0 0,0 0 0,1 0 0,-1 0 0,0 0 0,0 0 0,1 0 0,-1 0 0,0 0 0,1-1 0,-1 1 0,0 0 0,1 0 0,-1-1 0,1 1 0,-2-1 0,-1-1 0,0 0 0,0 0 0,0-1 0,1 1 0,-1-1 0,0 0 0,1 0 0,-3-3 0,4 3 0,0 1 0,-1 0 0,1-1 0,0 0 0,1 1 0,-1-1 0,0 1 0,1-1 0,-1 0 0,1 0 0,0 1 0,0-1 0,0 0 0,0 0 0,0 1 0,1-1 0,-1 0 0,1 0 0,0 1 0,0-1 0,1-2 0,0 2 0,0 0 0,0 0 0,0 0 0,1 0 0,-1 0 0,1 1 0,0-1 0,0 1 0,0 0 0,0 0 0,0 0 0,0 0 0,1 0 0,-1 1 0,5-2 0,-1 1 0,-1 0 0,1 1 0,0 0 0,-1 0 0,1 0 0,0 1 0,0 0 0,-1 0 0,1 1 0,0 0 0,-1 0 0,9 3 0,-4-1 0,-1 1 0,0 1 0,0 0 0,0 0 0,0 1 0,14 11 0,-21-15 0,0 1 0,0 0 0,-1 0 0,1 0 0,-1 0 0,0 0 0,0 1 0,0-1 0,0 1 0,-1-1 0,1 1 0,-1 0 0,0-1 0,0 1 0,0 0 0,-1 0 0,1 0 0,-1 0 0,0 0 0,0 0 0,0-1 0,-1 1 0,1 0 0,-1 0 0,0 0 0,0 0 0,-1-1 0,1 1 0,-1 0 0,1-1 0,-1 1 0,0-1 0,0 0 0,-1 0 0,1 0 0,-1 0 0,0 0 0,1 0 0,-1-1 0,0 1 0,-1-1 0,-4 3 0,-2 0 0,1-1 0,-1-1 0,0 0 0,0 0 0,0-1 0,-18 2 0,8-3 0,0 0 0,-31-4 0,49 3 4,1 0 1,-1-1-1,1 1 0,0 0 0,-1-1 0,1 1 0,0-1 0,0 1 0,-1-1 1,1 1-1,0-1 0,0 0 0,0 0 0,0 1 0,0-1 0,0 0 0,0 0 1,0 0-1,0 0 0,0 0 0,0-1 0,1 1 0,-1 0 0,0 0 0,1 0 1,-1-1-1,1 1 0,-1-2 0,1 0-139,-1-1 0,1 1 0,0 0 0,0-1 0,0 1 0,0 0 0,1 0 0,-1-1 0,1 1 0,2-5 0,1-3-6691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132 233 24575,'1'11'0,"0"0"0,0 15 0,-1-24 0,0 1 0,0-1 0,0 0 0,-1 1 0,1-1 0,-1 1 0,0-1 0,1 0 0,-1 0 0,0 1 0,0-1 0,0 0 0,-1 0 0,1 0 0,0 0 0,-1 0 0,-2 2 0,4-4 0,-1 1 0,0-1 0,0 0 0,0 1 0,0-1 0,0 0 0,0 1 0,1-1 0,-1 0 0,0 0 0,0 0 0,0 0 0,0 0 0,0 0 0,0 0 0,0 0 0,0-1 0,0 1 0,0 0 0,0 0 0,1-1 0,-1 1 0,0-1 0,0 1 0,0-1 0,0 1 0,1-1 0,-1 1 0,0-1 0,0-1 0,-3-1 0,1 0 0,0 0 0,0-1 0,1 1 0,-4-5 0,-2-7 0,1 1 0,1-1 0,0 0 0,-5-22 0,-10-67 0,14 63 0,6 37 0,0-1 0,0 0 0,1 0 0,0 0 0,0-8 0,0 12 0,0 1 0,0-1 0,1 0 0,-1 1 0,0-1 0,0 0 0,0 1 0,1-1 0,-1 0 0,0 1 0,1-1 0,-1 0 0,0 1 0,1-1 0,-1 1 0,1-1 0,-1 1 0,1-1 0,-1 1 0,1-1 0,-1 1 0,1 0 0,0-1 0,-1 1 0,1 0 0,0-1 0,-1 1 0,1 0 0,0 0 0,-1 0 0,1 0 0,0-1 0,-1 1 0,1 0 0,0 0 0,-1 0 0,1 0 0,0 1 0,-1-1 0,1 0 0,0 0 0,-1 0 0,1 0 0,0 1 0,-1-1 0,1 0 0,0 1 0,-1-1 0,1 1 0,8 4 0,-1 0 0,1 0 0,-1 1 0,-1 0 0,12 11 0,20 16 0,-21-22 0,-1-1 0,1-1 0,1 0 0,-1-1 0,1-1 0,1-1 0,-1-1 0,1 0 0,0-2 0,0 0 0,34 0 0,-51-3 0,0 0 0,0 0 0,1-1 0,-1 1 0,0-1 0,0 0 0,0 0 0,0 0 0,1 0 0,-1 0 0,-1-1 0,1 0 0,0 1 0,0-1 0,4-4 0,-5 3 0,0 1 0,0-1 0,0 0 0,0 0 0,-1 0 0,0 0 0,1 0 0,-1 0 0,0 0 0,0-1 0,-1 1 0,1 0 0,-1-1 0,0 1 0,0-5 0,1 4 0,-1-1 0,-1 1 0,1-1 0,-1 1 0,0-1 0,0 1 0,-3-9 0,4 12 0,-1 1 0,1-1 0,0 0 0,-1 1 0,1-1 0,-1 1 0,1-1 0,-1 0 0,1 1 0,-1-1 0,1 1 0,-1-1 0,0 1 0,1 0 0,-1-1 0,0 1 0,1-1 0,-1 1 0,0 0 0,-1-1 0,1 1 0,-1 0 0,1 1 0,0-1 0,-1 0 0,1 0 0,0 1 0,-1-1 0,1 1 0,0-1 0,0 1 0,0 0 0,-1-1 0,1 1 0,0 0 0,0 0 0,-1 1 0,-1 1 0,0-1 0,0 1 0,0 0 0,0 0 0,1 1 0,-1-1 0,1 0 0,0 1 0,0 0 0,0-1 0,1 1 0,-1 0 0,1 0 0,0 0 0,-1 4 0,2-2 0,0 0 0,0-1 0,0 1 0,0-1 0,1 1 0,0-1 0,0 1 0,1-1 0,0 0 0,2 6 0,2 2 0,0-1 0,1 0 0,1 0 0,0-1 0,1 0 0,0 0 0,0-1 0,12 9 0,-13-12-91,1-1 0,-1 1 0,1-2 0,1 1 0,-1-2 0,1 1 0,-1-1 0,1 0 0,0-1 0,1 0 0,-1-1 0,0 0 0,1-1 0,14 1 0,-12-2-6735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47 24575,'-28'-12'0,"-38"-13"0,57 23 0,1 0 0,0 0 0,-1 0 0,1 1 0,-1 0 0,0 1 0,1 0 0,-1 1 0,-13 1 0,19-1 0,1 0 0,-1 0 0,1 0 0,-1 1 0,1-1 0,-1 0 0,1 1 0,0 0 0,0-1 0,-1 1 0,1 0 0,1 0 0,-1 0 0,0 1 0,0-1 0,1 0 0,-1 1 0,1-1 0,0 1 0,0-1 0,0 1 0,0 0 0,0-1 0,1 1 0,-2 4 0,1 0 0,1 0 0,-1 0 0,1 0 0,0 1 0,0-1 0,1 0 0,0 0 0,4 14 0,-1-11 0,1-1 0,0 1 0,0-1 0,1 1 0,0-2 0,1 1 0,0-1 0,0 0 0,1 0 0,0-1 0,11 9 0,-16-14 0,0 0 0,0 0 0,1 0 0,-1 0 0,1-1 0,-1 1 0,1-1 0,0 0 0,-1 0 0,7 1 0,-8-2 0,0 0 0,-1 0 0,1-1 0,-1 1 0,1 0 0,-1-1 0,1 1 0,-1 0 0,1-1 0,-1 0 0,1 1 0,-1-1 0,1 0 0,-1 0 0,0 0 0,0 0 0,1 0 0,-1 0 0,0 0 0,0 0 0,0 0 0,0-1 0,0 1 0,-1 0 0,1-1 0,0 1 0,1-4 0,0-2 0,1-1 0,-1 0 0,-1 0 0,1 0 0,-1 0 0,-1-12 0,0-2 0,-3-24 0,0 34 0,2 10 0,0 1 0,1-1 0,0 1 0,-1 0 0,1-1 0,0 1 0,0-1 0,-1 1 0,1-1 0,1-1 0,-1 3 0,0-1 0,1 1 0,-1 0 0,0 0 0,1 0 0,-1 0 0,0 0 0,1 0 0,-1 0 0,0 0 0,0 1 0,1-1 0,-1 0 0,0 0 0,1 0 0,-1 0 0,0 0 0,1 0 0,-1 1 0,0-1 0,0 0 0,1 0 0,-1 0 0,0 1 0,0-1 0,0 0 0,1 0 0,-1 1 0,0-1 0,0 0 0,0 1 0,0-1 0,1 0 0,-1 1 0,9 10 0,19 35 0,62 71 0,-60-84-1365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09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24575,'50'98'0,"47"98"0,-59-102 0,-25-58 0,2-1 0,21 38 0,-21-53-1365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21 24575,'0'0'0,"0"-1"0,0 0 0,0 0 0,1 1 0,-1-1 0,-1 0 0,1 0 0,0 1 0,0-1 0,0 0 0,0 0 0,0 1 0,-1-1 0,1 0 0,0 1 0,0-1 0,-1 0 0,1 1 0,-1-1 0,1 1 0,-1-1 0,1 0 0,-1 1 0,1-1 0,-1 1 0,1-1 0,-1 1 0,0 0 0,1-1 0,-1 1 0,1 0 0,-1-1 0,-1 1 0,1 0 0,0 0 0,0 0 0,-1 0 0,1 1 0,0-1 0,0 0 0,0 1 0,0-1 0,0 1 0,0 0 0,0-1 0,0 1 0,0 0 0,0-1 0,0 1 0,0 0 0,0 0 0,0 0 0,0 0 0,0 1 0,-4 4 0,0 0 0,1 1 0,0-1 0,0 1 0,0 0 0,-3 11 0,6-16 0,1 0 0,-1 1 0,1-1 0,0 0 0,-1 0 0,1 0 0,0 0 0,1 0 0,-1 1 0,0-1 0,0 0 0,1 0 0,0 0 0,-1 0 0,1 0 0,0 0 0,0 0 0,0 0 0,0 0 0,0-1 0,0 1 0,1 0 0,-1-1 0,0 1 0,1-1 0,0 1 0,-1-1 0,4 2 0,2 2 0,1 0 0,0-1 0,0 0 0,0 0 0,0-1 0,9 2 0,56 11 0,-4-2 0,-52-9-118,-2-1-132,0 0 1,-1 1 0,0 0-1,16 10 1,-20-9-6577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0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24575,'0'1'0,"0"1"0,1 0 0,-1-1 0,1 1 0,-1-1 0,1 1 0,0-1 0,0 1 0,0-1 0,-1 0 0,1 1 0,0-1 0,1 0 0,-1 0 0,2 3 0,23 15 0,-21-15 0,14 9 0,0-1 0,1-1 0,0-1 0,28 11 0,-35-17 0,1 0 0,-1 0 0,1-1 0,0-1 0,0-1 0,0 0 0,0 0 0,16-2 0,-28 1 0,0-1 0,0 1 0,0 0 0,0-1 0,0 0 0,0 1 0,0-1 0,0 0 0,0 0 0,-1 0 0,1 0 0,0 0 0,0 0 0,-1-1 0,1 1 0,-1 0 0,2-3 0,-1 1 0,0 1 0,-1-1 0,1 0 0,-1 0 0,0 0 0,0 0 0,0 0 0,0 0 0,-1 0 0,1-5 0,0 0 0,-1 0 0,-1 0 0,1-1 0,-1 1 0,-1 0 0,0 0 0,-5-15 0,13 33 0,0 0 0,13 15 0,2 5 0,-8-11-682,20 21-1,-22-28-6143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105 166 24575,'55'107'0,"59"167"0,-107-257 0,-5-13 0,0 1 0,0-1 0,-1 1 0,1 0 0,-1-1 0,0 1 0,0 10 0,0-15 0,-1 0 0,0 0 0,0 0 0,0 1 0,0-1 0,0 0 0,0 0 0,0 0 0,0 1 0,-1-1 0,1 0 0,0 0 0,0 0 0,0 0 0,0 1 0,0-1 0,0 0 0,0 0 0,0 0 0,0 0 0,0 0 0,-1 1 0,1-1 0,0 0 0,0 0 0,0 0 0,0 0 0,0 0 0,-1 0 0,1 0 0,0 0 0,0 1 0,0-1 0,0 0 0,-1 0 0,1 0 0,0 0 0,0 0 0,-8-4 0,-6-10 0,-43-61 0,4-1 0,-48-93 0,89 146 0,1-1 0,-11-32 0,19 48 0,1 0 0,0 0 0,0-1 0,1 1 0,0 0 0,1-1 0,-1 1 0,2-1 0,-1 1 0,1-1 0,2-9 0,-2 15 0,0 0 0,1 0 0,-1-1 0,1 1 0,-1 0 0,1 0 0,0 0 0,0 1 0,0-1 0,1 0 0,-1 1 0,1-1 0,4-3 0,-2 3 0,-1 1 0,1-1 0,0 1 0,-1 0 0,1 1 0,0-1 0,0 1 0,8-2 0,-1 2 0,-1 0 0,0 1 0,0 1 0,1-1 0,-1 2 0,0 0 0,22 6 0,8 7 0,-1 1 0,-1 2 0,0 2 0,47 33 0,-64-34 0,-21-19 0,-1 0 0,1 0 0,-1 1 0,0-1 0,1 1 0,-1-1 0,1 0 0,-1 1 0,0-1 0,1 1 0,-1-1 0,0 1 0,0-1 0,1 1 0,-1-1 0,0 1 0,0-1 0,0 1 0,0-1 0,0 1 0,0-1 0,0 1 0,0-1 0,0 1 0,0 0 0,0-1 0,0 1 0,0-1 0,0 1 0,0-1 0,0 1 0,-1-1 0,1 1 0,0-1 0,0 1 0,-1-1 0,1 1 0,0-1 0,-1 0 0,1 1 0,0-1 0,-1 1 0,1-1 0,-1 0 0,1 1 0,-9 2 0,0 0 0,0 0 0,0-1 0,0 0 0,-1 0 0,1-1 0,-13 0 0,9-1 0,-67 3-195,-83-10 0,118 4-780,7 1-5851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24575,'1'18'0,"0"-1"0,1 1 0,1-1 0,1 1 0,0-1 0,2 0 0,0-1 0,11 24 0,48 101 0,94 231 0,-153-353 0,22 67 0,-25-73 0,0 1 0,-1-1 0,-1 1 0,0 20 0,-20-59 0,-91-196-1365,100 198-5461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24575,'7'-2'0,"6"-2"0,2-1 0,2-1 0,0 1 0,2 1 0,1 2 0,-1-2 0,-1 0 0,-1 1 0,-1 0 0,0 2 0,-2-3 0,1 0 0,-3-1 0,-6-4 0,-3-1 0,-4 0-8191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63 24575,'-11'-21'0,"8"14"0,-1 0 0,0 0 0,0 0 0,-6-7 0,8 16 0,3 4 0,2 9 0,46 106 0,-11-28 0,61 143 0,-95-227 40,1 0 0,7 11 0,-11-18-108,0-1 1,0 1-1,0-1 1,0 1-1,1-1 1,-1 0-1,0 0 1,1 0-1,-1 1 1,0-1-1,1 0 1,0-1-1,-1 1 1,1 0-1,-1 0 1,1-1-1,0 1 1,0-1-1,-1 1 1,1-1-1,2 1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3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58 24575,'0'-58'0,"-18"193"0,2-13 0,10-84 0,2 1 0,2 1 0,4 48 0,-1-77 0,1 0 0,1 0 0,0 0 0,0 0 0,1-1 0,1 0 0,-1 0 0,2 0 0,-1 0 0,1-1 0,1 0 0,0 0 0,10 10 0,8 6 0,1 0 0,52 36 0,-69-54 0,0-1 0,1 0 0,0 0 0,0-1 0,0 0 0,1-1 0,0 0 0,0-1 0,22 4 0,-21-7-1365,-3-2-5461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4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1 194 24575,'24'-9'0,"78"-34"0,-82 33 0,1-1 0,31-24 0,-50 35 0,-1-1 0,0 1 0,0-1 0,0 0 0,0 0 0,0 0 0,0 1 0,-1-1 0,1 0 0,0 0 0,0 0 0,0-1 0,-1 1 0,1 0 0,-1 0 0,1 0 0,-1 0 0,1 0 0,-1-1 0,0 1 0,0 0 0,1 0 0,-1-1 0,0 1 0,0 0 0,0-1 0,0 1 0,0 0 0,-1 0 0,1-1 0,0 1 0,-1 0 0,1 0 0,-1 0 0,1-1 0,-1 1 0,1 0 0,-1 0 0,0 0 0,1 0 0,-1 0 0,0 0 0,0 0 0,0 0 0,0 1 0,0-1 0,-1-1 0,-4-2 0,1 0 0,0 1 0,-1 0 0,0 0 0,0 0 0,0 0 0,0 1 0,-7-2 0,7 3 0,0-1 0,0 1 0,0 1 0,0-1 0,0 1 0,0 0 0,-1 0 0,-11 3 0,15-2 0,0 0 0,0 0 0,-1 1 0,1-1 0,0 1 0,0 0 0,0 0 0,1 0 0,-1 0 0,0 0 0,1 0 0,-1 1 0,1 0 0,0-1 0,0 1 0,0 0 0,-2 4 0,1-1 0,-1 0 0,2 0 0,-1 0 0,1 1 0,0 0 0,0-1 0,0 1 0,1 0 0,-1 14 0,3-17 0,-1 1 0,0 0 0,1 0 0,0-1 0,0 1 0,1-1 0,-1 1 0,1-1 0,0 1 0,0-1 0,0 0 0,1 0 0,-1 0 0,1 0 0,4 4 0,10 12 0,1-2 0,1 0 0,1-1 0,31 21 0,-41-33 0,-1 0 0,1-1 0,0 0 0,0 0 0,0-1 0,1 0 0,-1-1 0,1 0 0,-1-1 0,19 0 0,33 5 16,-50-4-189,0-1 1,-1 0-1,1 0 0,0-1 1,0-1-1,0 0 1,15-3-1,-17 1-6653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24575,'-1'0'0,"1"0"0,-1 0 0,1 0 0,-1 0 0,1 0 0,-1 0 0,1 0 0,-1 1 0,1-1 0,-1 0 0,1 0 0,-1 0 0,1 1 0,-1-1 0,1 0 0,0 0 0,-1 1 0,1-1 0,-1 0 0,1 1 0,0-1 0,-1 1 0,1-1 0,0 0 0,0 1 0,-1-1 0,1 1 0,0-1 0,0 1 0,0-1 0,-1 1 0,1-1 0,0 1 0,0-1 0,0 1 0,0-1 0,0 1 0,0-1 0,0 1 0,0-1 0,0 1 0,0-1 0,0 1 0,1-1 0,-1 1 0,0-1 0,0 1 0,0-1 0,1 1 0,12 26 0,-13-26 0,157 229 0,-15-24 0,-138-199 0,0 0 0,0 0 0,-1 0 0,4 16 0,-6-22 0,-1 0 0,0 0 0,1 0 0,-1 1 0,0-1 0,0 0 0,0 0 0,0 0 0,0 1 0,-1-1 0,1 0 0,0 0 0,-1 0 0,1 1 0,0-1 0,-1 0 0,0 1 0,0-1 0,0 0 0,0-1 0,0 1 0,1 0 0,-1-1 0,0 1 0,0-1 0,0 0 0,-1 1 0,1-1 0,0 0 0,0 1 0,0-1 0,0 0 0,0 0 0,0 0 0,0 0 0,0 0 0,0 0 0,-1 0 0,1 0 0,0-1 0,-1 1 0,-12-4 0,0-1 0,0 0 0,0 0 0,0-2 0,1 1 0,-15-11 0,5 2 0,1-1 0,-34-32 0,46 38 0,1 1 0,0-2 0,0 0 0,1 0 0,1 0 0,0-1 0,-7-17 0,13 27 0,0 0 0,0-1 0,0 1 0,0 0 0,1-1 0,-1 1 0,1-1 0,0 1 0,0-1 0,0 1 0,0-1 0,0 1 0,0-1 0,1 1 0,-1 0 0,1-1 0,0 1 0,-1-1 0,1 1 0,0 0 0,1 0 0,1-3 0,-1 2 0,1 0 0,0 0 0,0 0 0,0 1 0,0-1 0,0 1 0,0 0 0,1 0 0,-1 0 0,1 1 0,0-1 0,-1 1 0,6-2 0,1 2 30,-1-1 0,1 1 0,16 0 0,-17 1-401,0 0 0,0-1-1,17-3 1,-16 1-6455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24575,'3'-13'0,"0"-1"0,0 4 0,0 6 0,-2 7 0,1 4 0,-2 5 0,0 2 0,0-1-8191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5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46 111 24575,'-13'-6'0,"10"5"0,0-1 0,0 1 0,0-1 0,0 1 0,-1 0 0,1 0 0,0 1 0,-4-1 0,7 1 0,0 0 0,0 0 0,0 1 0,-1-1 0,1 0 0,0 0 0,0 1 0,0-1 0,0 0 0,0 0 0,0 1 0,0-1 0,0 0 0,0 0 0,0 1 0,1-1 0,-1 0 0,0 1 0,0-1 0,0 0 0,0 0 0,0 0 0,0 1 0,1-1 0,-1 0 0,0 0 0,0 1 0,0-1 0,0 0 0,1 0 0,-1 0 0,0 0 0,1 1 0,6 8 0,9 7 0,1-1 0,0-1 0,1 0 0,24 13 0,-34-22 0,1 0 0,1-1 0,-1 0 0,0-1 0,1 0 0,0 0 0,0-1 0,0 0 0,0-1 0,0 0 0,18-1 0,-25-1 0,0 1 0,0-1 0,-1 0 0,1 0 0,0 0 0,-1 0 0,1 0 0,-1-1 0,1 1 0,-1-1 0,0 0 0,1 1 0,-1-1 0,0 0 0,0-1 0,0 1 0,-1 0 0,1 0 0,1-3 0,0 1 0,-2 3 0,0 0 0,0 0 0,0 0 0,0 0 0,0 1 0,0-1 0,0 0 0,0 1 0,0-1 0,1 1 0,-1-1 0,0 1 0,0-1 0,1 1 0,-1 0 0,0 0 0,0 0 0,1-1 0,-1 1 0,0 0 0,1 1 0,-1-1 0,2 0 0,4 2 0,0 0 0,0 0 0,8 4 0,2 1 0,-5-4 0,0 0 0,0-1 0,1 0 0,-1-1 0,21 0 0,-24-2 0,0 0 0,-1 0 0,1 0 0,-1-1 0,1 0 0,-1-1 0,0 0 0,0 0 0,8-5 0,-14 6 0,1 1 0,0-1 0,-1 0 0,0 0 0,1 0 0,-1 0 0,0-1 0,0 1 0,0 0 0,0-1 0,-1 0 0,1 1 0,-1-1 0,1 0 0,-1 0 0,0 0 0,0 0 0,0 0 0,-1 0 0,1 0 0,-1 0 0,0 0 0,1 0 0,-1 0 0,-1 0 0,1 0 0,0 0 0,-1 0 0,1 0 0,-1 0 0,0 0 0,0 0 0,-2-4 0,0 1 0,0 0 0,0 0 0,0 1 0,-1-1 0,0 1 0,0 0 0,0-1 0,-1 2 0,1-1 0,-1 1 0,0-1 0,-1 1 0,1 1 0,-11-7 0,-4 2-1365,1 2-5461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6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24575,'163'180'-1028,"-135"-143"1002,-2 1 1,-1 1 0,24 53-1,-29-47 340,26 88 0,-38-101-188,-1 1-1,-1-1 1,2 57-1,-8-82-125,0 0 0,-1 0 0,1 0 0,-1 0 0,-1 0 0,1 0 0,-1-1 0,0 1 0,-1-1 0,-3 8 0,4-10 0,-1 1 0,-1-1 0,1 0 0,0 0 0,-1 0 0,0 0 0,0-1 0,0 1 0,0-1 0,-1 0 0,1 0 0,-1-1 0,-8 4 0,-7 1-341,1-1 0,-1 0-1,-25 2 1,26-5-6485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24575,'-3'7'0,"0"6"0,0 2 0,0 2 0,4-2 0,1-2 0,0 0 0,3-2 0,3-1 0,2-1 0,0-4-8191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1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3 0,2 5 0,1 4 0,1 1 0,-2-1-8191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24575,'-2'1'0,"1"1"0,0 0 0,0 0 0,0-1 0,-1 1 0,2 0 0,-1 0 0,0 0 0,0 0 0,1 0 0,-1 0 0,1 0 0,-1 0 0,1 0 0,0 1 0,0-1 0,0 0 0,0 0 0,0 0 0,0 0 0,1 0 0,-1 0 0,1 0 0,0 0 0,-1 0 0,1 0 0,0 0 0,0 0 0,2 3 0,0 0 0,0 0 0,1-1 0,-1 1 0,1-1 0,0 1 0,1-1 0,-1 0 0,1 0 0,6 4 0,-4-5 0,0 1 0,-1-1 0,1 0 0,0-1 0,0 1 0,1-1 0,-1-1 0,12 2 0,-16-3 0,0 0 0,1 0 0,-1 0 0,0 0 0,0-1 0,0 1 0,1-1 0,-1 0 0,0 0 0,0 0 0,0 0 0,0-1 0,0 1 0,0-1 0,-1 1 0,1-1 0,0 0 0,-1 0 0,1-1 0,-1 1 0,3-4 0,3-5 0,-6 8 0,0 0 0,0 0 0,0 0 0,1 0 0,0 0 0,0 0 0,3-2 0,-5 4 0,1 1 0,-1-1 0,1 1 0,-1-1 0,1 1 0,-1-1 0,1 1 0,-1 0 0,1 0 0,-1 0 0,1 0 0,0 0 0,-1 0 0,1 0 0,-1 0 0,1 1 0,-1-1 0,1 1 0,-1-1 0,1 1 0,-1-1 0,2 2 0,82 46 0,-17-8 0,-57-33-1365,-3-2-5461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24575,'1'-1'0,"-1"0"0,1 0 0,-1 1 0,1-1 0,-1 0 0,1 0 0,0 1 0,-1-1 0,1 1 0,0-1 0,-1 1 0,1-1 0,0 1 0,0-1 0,0 1 0,-1 0 0,1-1 0,0 1 0,0 0 0,0 0 0,0 0 0,0-1 0,0 1 0,0 0 0,0 0 0,0 1 0,1-1 0,0 1 0,0-1 0,0 1 0,0 0 0,0 0 0,0 0 0,0 0 0,0 0 0,-1 1 0,4 2 0,2 3 0,0 1 0,-1 0 0,10 15 0,7 18 0,-1 2 0,-3 0 0,-1 1 0,-2 1 0,16 74 0,-27-90-341,-1 0 0,-2 0-1,-1 51 1,-2-68-6485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0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457 62 24575,'-33'-8'0,"-15"-2"0,-5-2 0,1 1 0,5 3 0,6 2 0,4 2 0,6 2 0,3 2 0,4 2 0,4 2 0,2 0 0,5 1 0,2 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1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48 24575,'-3'0'0,"-1"-1"0,1 1 0,0-1 0,-1 1 0,1 0 0,-1 0 0,-6 2 0,9-2 0,0 0 0,1 0 0,-1 1 0,0-1 0,0 0 0,0 1 0,1-1 0,-1 1 0,0-1 0,1 1 0,-1-1 0,0 1 0,1-1 0,-1 1 0,1 0 0,-1-1 0,1 1 0,-1 0 0,1 0 0,-1-1 0,1 1 0,0 0 0,-1 0 0,1 0 0,0-1 0,0 1 0,0 0 0,-1 0 0,1 0 0,0 0 0,0-1 0,0 1 0,0 0 0,1 0 0,-1 0 0,0 0 0,1 1 0,0 4 0,2 0 0,-1 1 0,1-1 0,0 0 0,0 0 0,0 0 0,1-1 0,0 1 0,0-1 0,1 0 0,9 9 0,6 4 0,35 23 0,-52-40 0,10 8 0,1 0 0,0-1 0,27 10 0,-32-15 0,1 0 0,0 0 0,-1-1 0,1 0 0,0-1 0,0 0 0,13 0 0,-20-1 0,-1-1 0,1 1 0,-1 0 0,0-1 0,1 1 0,-1-1 0,0 1 0,0-1 0,1 0 0,-1 0 0,0 0 0,0-1 0,0 1 0,0 0 0,0-1 0,-1 1 0,1-1 0,0 0 0,-1 1 0,1-1 0,-1 0 0,1 0 0,1-3 0,-2 1 0,0 1 0,0-1 0,0 1 0,0-1 0,0 0 0,-1 1 0,0-1 0,0 0 0,0 1 0,0-1 0,0 0 0,-1 1 0,1-1 0,-3-5 0,-1-6 0,-2 0 0,0 0 0,0 0 0,-1 1 0,-1 0 0,-13-19 0,16 27 0,0 0 0,0 1 0,-1 0 0,1-1 0,-1 2 0,-12-9 0,14 11 0,-1 0 0,1 0 0,-1 0 0,0 0 0,1 1 0,-1 0 0,0 0 0,0 0 0,0 0 0,0 1 0,-7 0 0,5 1-124,0 1 0,0 0 0,0 0 0,0 0 0,1 1 0,-1 0-1,1 0 1,-1 1 0,1 0 0,-7 6 0,1 0-6702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49 24575,'0'-4'0,"0"0"0,0 0 0,0 1 0,0-1 0,-1 0 0,0 0 0,1 1 0,-1-1 0,-1 0 0,1 1 0,-2-5 0,3 8 0,-1 0 0,1 0 0,0 0 0,0 0 0,0 0 0,0 0 0,0 0 0,-1 0 0,1 0 0,0 0 0,0 1 0,0-1 0,0 0 0,-1 0 0,1 0 0,0 0 0,0 0 0,0 0 0,0 0 0,0 0 0,0 0 0,-1 1 0,1-1 0,0 0 0,0 0 0,0 0 0,0 0 0,0 0 0,0 0 0,0 1 0,0-1 0,0 0 0,0 0 0,0 0 0,0 0 0,0 1 0,-1-1 0,1 0 0,0 0 0,0 0 0,1 0 0,-1 1 0,0-1 0,0 0 0,0 0 0,0 0 0,0 0 0,0 1 0,-2 9 0,1 196 0,2-107 0,7 66 0,-1-5 0,-6-142 0,-1-2 0,0-1 0,0 0 0,-1 0 0,-1 0 0,-1 0 0,-4 15 0,16-62-682,6-48-1,-13 65-6143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56 24575,'-41'-56'0,"266"371"0,-177-250 0,8 22 0,-40-60 0,1 0 0,1-1 0,1-2 0,23 24 0,-41-47-39,0 0-27,0 0-1,0 1 1,1-1 0,-1 0-1,0 0 1,1 1 0,-1-1 0,1 0-1,0-1 1,-1 1 0,1 0-1,0 0 1,-1-1 0,1 1-1,0-1 1,0 1 0,-1-1 0,1 0-1,3 0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3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559 60 24575,'-71'-13'0,"-124"-19"0,162 29 0,-131-9 0,83 13-1365,66-1-5461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4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65 24575,'0'-2'0,"1"-3"0,-1 0 0,0 0 0,-1-1 0,1 1 0,-1 0 0,0 0 0,0 0 0,-1 0 0,-2-7 0,4 12 0,-1-1 0,1 1 0,0 0 0,0-1 0,-1 1 0,1 0 0,0-1 0,-1 1 0,1 0 0,-1 0 0,1 0 0,0-1 0,-1 1 0,1 0 0,-1 0 0,1 0 0,0 0 0,-1 0 0,1 0 0,-1 0 0,1 0 0,-1 0 0,1 0 0,0 0 0,-1 0 0,1 0 0,-1 0 0,1 0 0,-1 0 0,1 0 0,0 0 0,-1 1 0,1-1 0,-1 0 0,1 0 0,0 1 0,-1-1 0,1 0 0,0 0 0,-1 1 0,1-1 0,0 0 0,0 1 0,-1 0 0,-13 16 0,-1 13 0,1 1 0,-15 45 0,24-58 0,0 1 0,1-1 0,0 1 0,2 0 0,0 0 0,2 0 0,0 0 0,1 0 0,4 27 0,2-13 0,1 0 0,2 0 0,1-1 0,21 43 0,-8-26 0,42 68 0,-57-103 0,1 0 0,0-1 0,1-1 0,0 0 0,1 0 0,0-2 0,1 1 0,0-1 0,20 11 0,-4-9-1365,-16-9-5461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91 24575,'-1'-1'0,"-1"0"0,1 0 0,0 0 0,-1 1 0,1-1 0,-1 1 0,1-1 0,-1 1 0,1-1 0,-1 1 0,1 0 0,-1-1 0,0 1 0,-2 0 0,4 0 0,-1 1 0,1-1 0,0 0 0,0 0 0,-1 0 0,1 0 0,0 0 0,0 0 0,-1 1 0,1-1 0,0 0 0,0 0 0,-1 0 0,1 1 0,0-1 0,0 0 0,0 0 0,0 0 0,-1 1 0,1-1 0,0 0 0,0 0 0,0 1 0,0-1 0,0 0 0,0 1 0,0-1 0,0 1 0,0 0 0,0 0 0,0 0 0,0 1 0,0-1 0,1 0 0,-1 0 0,1 0 0,-1 1 0,1-1 0,-1 0 0,1 1 0,8 11 0,0 1 0,1-2 0,1 1 0,-1-2 0,2 1 0,19 14 0,-2-4 0,57 32 0,-73-48 0,-1 1 0,24 7 0,-33-13 0,0 0 0,0 0 0,1 0 0,-1 0 0,0-1 0,0 0 0,0 1 0,0-1 0,1 0 0,-1 0 0,0-1 0,0 1 0,0-1 0,0 0 0,0 0 0,0 0 0,0 0 0,5-2 0,-6 1 0,0 0 0,-1 0 0,1 0 0,0 0 0,-1 0 0,1 0 0,-1-1 0,1 1 0,-1 0 0,0-1 0,0 1 0,0-1 0,-1 1 0,1-1 0,-1 1 0,1-1 0,-1 0 0,0 1 0,0-1 0,0-3 0,0-1 0,-1-1 0,0 1 0,0-1 0,-1 1 0,-5-14 0,4 12 0,-1 1 0,1-1 0,0 0 0,-2-11 0,5 20 0,0 0 0,0-1 0,0 1 0,0 0 0,0 0 0,0 0 0,0 0 0,0 0 0,0 0 0,0 0 0,0 0 0,1-1 0,-1 1 0,0 0 0,0 0 0,0 0 0,0 0 0,0 0 0,0 0 0,0 0 0,0 0 0,0 0 0,0 0 0,0 0 0,1 0 0,-1-1 0,0 1 0,0 0 0,0 0 0,0 0 0,0 0 0,0 0 0,0 0 0,1 0 0,-1 0 0,0 0 0,0 0 0,0 0 0,0 0 0,0 0 0,0 0 0,0 0 0,0 0 0,1 0 0,-1 1 0,0-1 0,0 0 0,0 0 0,0 0 0,0 0 0,0 0 0,0 0 0,0 0 0,0 0 0,1 0 0,-1 0 0,0 0 0,0 0 0,0 1 0,0-1 0,0 0 0,0 0 0,0 0 0,0 0 0,0 0 0,0 0 0,0 0 0,9 8 0,-8-7 0,26 23 0,52 34 0,-67-50 0,-1-2 0,1 1 0,1-2 0,-1 1 0,1-2 0,0 0 0,26 5 0,-37-9 0,0 1 0,0-1 0,0 0 0,1 0 0,-1 0 0,0 0 0,0 0 0,0 0 0,1-1 0,-1 1 0,0-1 0,0 1 0,0-1 0,0 0 0,0 0 0,0 0 0,0 0 0,0 0 0,0-1 0,0 1 0,-1 0 0,1-1 0,0 0 0,-1 1 0,1-1 0,-1 0 0,0 1 0,0-1 0,1 0 0,-1 0 0,0 0 0,-1 0 0,1 0 0,0-1 0,-1 1 0,1 0 0,-1 0 0,1-5 0,-1 0 0,1 0 0,-1-1 0,-1 1 0,1-1 0,-1 1 0,-1 0 0,1-1 0,-1 1 0,-1 0 0,-4-11 0,0 4 24,-1 2 0,0-1 0,0 1 0,-20-21 0,23 27-148,-1 1 0,1 0 1,-1 0-1,-1 0 0,1 1 0,-1 0 1,0 0-1,1 1 0,-2 0 0,1 0 1,-8-2-1,0 2-6702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5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24575,'25'6'0,"0"1"0,-1 1 0,0 2 0,0 0 0,-1 1 0,-1 1 0,0 2 0,0 0 0,-2 1 0,0 1 0,0 1 0,-2 0 0,0 2 0,-1 0 0,21 31 0,-9-8 0,-2 1 0,25 57 0,-43-79 0,0 0 0,-2 1 0,0-1 0,-2 2 0,0-1 0,-2 0 0,2 32 0,-6-43-62,0 1 0,0-1 0,-1 0 0,-1 1 0,0-1 0,0 0 0,-1 0 0,-1-1 0,1 1 0,-2-1 0,1 0 0,-2-1-1,1 1 1,-1-1 0,-1 0 0,1-1 0,-2 0 0,1 0 0,-1 0 0,0-1 0,-11 6 0,3-3-6764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123 108 24575,'-1'24'0,"2"0"0,1 0 0,1 0 0,0-1 0,2 0 0,15 43 0,-17-59 0,0 0 0,1-1 0,0 1 0,0-1 0,1 0 0,-1-1 0,1 1 0,1-1 0,5 5 0,-11-10 0,0 0 0,0 0 0,0 0 0,0 0 0,0 0 0,0 0 0,0 0 0,0 0 0,0-1 0,0 1 0,0 0 0,0 0 0,0 0 0,0 0 0,1 0 0,-1 0 0,0 0 0,0 0 0,0 0 0,0 0 0,0 0 0,0 0 0,0 0 0,0 0 0,0 0 0,0-1 0,0 1 0,0 0 0,0 0 0,1 0 0,-1 0 0,0 0 0,0 0 0,0 0 0,0 0 0,0 0 0,0 0 0,0 0 0,0 0 0,0 0 0,0 0 0,1 0 0,-1 0 0,0 1 0,0-1 0,0 0 0,0 0 0,0 0 0,0 0 0,0 0 0,0 0 0,0 0 0,0 0 0,0 0 0,0 0 0,0 0 0,0 0 0,1 0 0,-1 0 0,0 0 0,0 0 0,0 1 0,0-1 0,0 0 0,0 0 0,0 0 0,-4-10 0,-7-12 0,-120-149 0,101 136 0,21 25 0,-15-19 0,75 62 0,-35-21 0,0-2 0,1 0 0,0 0 0,1-2 0,-1 0 0,2-1 0,-1-1 0,1-1 0,-1 0 0,2-2 0,-1 0 0,0-1 0,21 0 0,-33-2 0,0-1 0,0 0 0,0 0 0,-1-1 0,1 1 0,0-1 0,-1-1 0,1 1 0,-1-1 0,9-6 0,-11 7 0,-1-1 0,1 1 0,-1-1 0,0 0 0,0 0 0,-1 0 0,1 0 0,0-1 0,-1 1 0,0-1 0,0 1 0,0-1 0,0 0 0,-1 0 0,1 0 0,-1 0 0,0 0 0,1-6 0,-2 4 0,1 0 0,-1 0 0,0 0 0,0 0 0,-1 0 0,1 0 0,-1 0 0,-1 0 0,1 0 0,-1 0 0,0 1 0,0-1 0,-1 1 0,0-1 0,0 1 0,0 0 0,-1 0 0,1 0 0,-1 1 0,0-1 0,-6-4 0,10 8 0,-1 1 0,0-1 0,0 0 0,0 1 0,0-1 0,1 1 0,-1-1 0,0 1 0,0 0 0,0-1 0,0 1 0,0 0 0,0 0 0,0 0 0,0 0 0,0-1 0,0 1 0,0 1 0,0-1 0,0 0 0,0 0 0,0 0 0,0 0 0,0 1 0,-1 0 0,0 0 0,0 0 0,1 0 0,-1 0 0,1 1 0,0-1 0,-1 1 0,1-1 0,0 1 0,0-1 0,0 1 0,0 0 0,-1 2 0,-1 3 0,1-1 0,0 1 0,0 0 0,1-1 0,0 1 0,-1 11 0,3-7 0,0-1 0,1 0 0,0 0 0,0 0 0,1 0 0,0-1 0,1 1 0,0-1 0,1 0 0,0 0 0,0 0 0,1-1 0,0 1 0,0-1 0,12 11 0,-4-6 0,1 0 0,-1-1 0,2-1 0,0 0 0,0-1 0,1-1 0,25 11 0,-28-15 0,0-1 0,1 0 0,20 3 0,-27-6 0,0 0 0,1 0 0,-1-1 0,1 0 0,-1-1 0,1 0 0,10-3 0,-5-2-1365,-3-1-5461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270 558 24575,'-9'-4'0,"-97"-38"0,83 35 0,1 1 0,-43-7 0,63 12 0,0 1 0,-1 0 0,1 0 0,0 0 0,0 0 0,-1 0 0,1 0 0,0 1 0,0-1 0,0 1 0,-1-1 0,1 1 0,0 0 0,-3 2 0,4-3 0,0 1 0,1 0 0,-1 0 0,0 0 0,1 0 0,-1 0 0,0 0 0,1 0 0,-1 0 0,1 0 0,-1 0 0,1 0 0,0 0 0,0 1 0,-1-1 0,1 0 0,0 0 0,0 0 0,0 0 0,0 1 0,0-1 0,0 0 0,1 0 0,-1 0 0,0 0 0,1 1 0,-1-1 0,1 2 0,2 3 0,0 1 0,0-1 0,1 0 0,-1 0 0,1 0 0,1 0 0,-1-1 0,1 1 0,0-1 0,0 0 0,1-1 0,8 7 0,8 3 0,0-1 0,26 11 0,-40-20 0,-1-1 0,0 0 0,0-1 0,1 1 0,-1-1 0,0-1 0,1 1 0,14 0 0,-20-2 0,0 0 0,-1 0 0,1 0 0,0 0 0,0-1 0,-1 1 0,1 0 0,0-1 0,0 1 0,-1-1 0,1 0 0,0 1 0,-1-1 0,1 0 0,-1 0 0,1 0 0,-1 0 0,1 0 0,-1 0 0,0-1 0,0 1 0,1 0 0,-1-1 0,0 1 0,0-1 0,0 1 0,-1-1 0,1 0 0,0 1 0,0-1 0,-1 0 0,1 1 0,-1-1 0,0 0 0,1 0 0,-1 1 0,0-1 0,0-3 0,-1-1 0,0 0 0,0 0 0,0 0 0,-1 0 0,0 1 0,0-1 0,0 0 0,-1 1 0,0-1 0,0 1 0,0 0 0,0 0 0,-8-8 0,10 12 0,1 1 0,-1-1 0,1 1 0,-1-1 0,1 1 0,-1-1 0,0 1 0,1-1 0,-1 1 0,0 0 0,1-1 0,-1 1 0,0 0 0,0-1 0,-1 1 0,2 0 0,0 0 0,0 0 0,-1 0 0,1 0 0,0 0 0,0 0 0,-1 1 0,1-1 0,0 0 0,-1 0 0,1 0 0,0 0 0,0 0 0,0 1 0,-1-1 0,1 0 0,0 0 0,0 1 0,0-1 0,-1 0 0,1 0 0,0 0 0,0 1 0,0-1 0,0 0 0,0 1 0,0-1 0,-1 2 0,1 0 0,-1 0 0,1 0 0,0 0 0,0 0 0,0 0 0,0 0 0,0 0 0,1 0 0,0 2 0,0 1 0,1-1 0,0 1 0,0 0 0,1-1 0,-1 0 0,1 1 0,0-1 0,0 0 0,0-1 0,1 1 0,-1 0 0,1-1 0,0 0 0,0 0 0,0 0 0,1 0 0,6 3 0,-2-2 0,0 0 0,1-1 0,-1 0 0,1 0 0,0-1 0,0-1 0,19 2 0,-20-3 0,-1 0 0,0 0 0,1-1 0,-1 0 0,1 0 0,-1-1 0,12-5 0,-16 6 0,0-1 0,0 0 0,-1 0 0,0-1 0,1 1 0,-1-1 0,0 1 0,0-1 0,0 0 0,0 0 0,-1-1 0,1 1 0,-1 0 0,0-1 0,0 1 0,0-1 0,2-6 0,0-2 0,-1 0 0,0-1 0,-1 1 0,0-1 0,0-12 0,-3-66 0,0 82 0,0-20 0,-2 1 0,-2-1 0,0 0 0,-2 1 0,-1 0 0,-1 1 0,-2 0 0,0 0 0,-2 1 0,-1 1 0,-1 0 0,-32-40 0,47 64 0,-1-1 0,0 1 0,0 0 0,0 0 0,0 0 0,0 1 0,0-1 0,0 0 0,0 0 0,-1 0 0,1 1 0,0-1 0,0 1 0,-1-1 0,1 1 0,-2-1 0,2 1 0,1 0 0,0 0 0,-1 0 0,1 0 0,0 0 0,-1 1 0,1-1 0,0 0 0,-1 0 0,1 0 0,0 0 0,-1 1 0,1-1 0,0 0 0,-1 0 0,1 1 0,0-1 0,0 0 0,-1 0 0,1 1 0,0-1 0,0 1 0,-4 13 0,4 0 0,1 1 0,0-1 0,1 0 0,0 0 0,6 18 0,2-2 0,17 38 0,-13-38 0,1-1 0,2-1 0,0-1 0,2 0 0,1-1 0,1-2 0,2 0 0,0-1 0,1-1 0,1-1 0,1-1 0,1-2 0,1 0 0,0-2 0,47 19 0,-21-15-1365,-41-17-5461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29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24575,'13'17'0,"1"-1"0,1 0 0,0-1 0,27 20 0,-8-7 0,72 55 0,-82-66 0,-1-2 0,46 21 0,-68-35 0,0-1 0,0 1 0,0-1 0,0 1 0,0-1 0,1 0 0,-1 1 0,0-1 0,0 0 0,0 0 0,0 0 0,0 0 0,1 0 0,-1 0 0,0 0 0,0 0 0,0-1 0,2 0 0,-2 1 0,-1-1 0,1 1 0,0-1 0,-1 1 0,1-1 0,-1 1 0,1-1 0,-1 0 0,0 1 0,1-1 0,-1 0 0,1 1 0,-1-1 0,0 0 0,0 0 0,1 0 0,-1 1 0,0-1 0,0 0 0,0-1 0,0-3 0,0 0 0,-1 0 0,1 0 0,-1 0 0,0 0 0,-3-9 0,-44-99 0,-3-12 0,51 124 0,-1 0 0,1-1 0,0 1 0,0 0 0,0 0 0,-1-1 0,1 1 0,0 0 0,0 0 0,1-3 0,2 2 0,4 8 0,8 15-1365,-7-12-5461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0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252 554 24575,'-50'-25'0,"-25"-10"0,65 31 0,0 0 0,0 1 0,-1 0 0,1 1 0,-15-1 0,23 3 0,0-1 0,0 1 0,1 0 0,-1 0 0,0 0 0,0 0 0,0 0 0,0 1 0,1-1 0,-1 1 0,0-1 0,0 1 0,1-1 0,-1 1 0,1 0 0,-1 0 0,0 0 0,1 0 0,-1 0 0,1 0 0,0 0 0,-1 1 0,1-1 0,0 0 0,0 1 0,0-1 0,0 1 0,0 0 0,0-1 0,0 1 0,1-1 0,-1 1 0,0 0 0,1 0 0,-1-1 0,1 1 0,0 3 0,-1 0 0,1 0 0,1 0 0,-1 0 0,1 0 0,0-1 0,0 1 0,0 0 0,1 0 0,-1-1 0,1 1 0,0-1 0,5 9 0,1-2 0,1-1 0,0 0 0,0 0 0,1 0 0,0-1 0,22 15 0,-24-19 0,-1-1 0,1 0 0,-1 0 0,1 0 0,1-1 0,-1-1 0,0 1 0,1-1 0,-1-1 0,1 1 0,16-1 0,-22-1 0,0 0 0,0 0 0,-1-1 0,1 1 0,0-1 0,-1 0 0,1 0 0,-1 0 0,1 0 0,-1 0 0,1 0 0,-1-1 0,0 1 0,0-1 0,1 0 0,-1 0 0,0 0 0,-1 0 0,1 0 0,0 0 0,-1 0 0,1 0 0,-1-1 0,1 1 0,-1-1 0,1-3 0,0 2 0,-1 0 0,0-1 0,0 1 0,-1-1 0,0 1 0,1-1 0,-1 1 0,-1-1 0,1 1 0,-1-1 0,1 1 0,-1-1 0,-1 1 0,1-1 0,-3-4 0,-1-5 0,3 9 0,0 0 0,0 0 0,-1 0 0,1 0 0,-1 1 0,0-1 0,-7-7 0,10 12 0,0 0 0,0 0 0,0 0 0,0 0 0,0 0 0,0 0 0,0-1 0,0 1 0,-1 0 0,1 0 0,0 0 0,0 0 0,0 0 0,0 0 0,0 0 0,0 0 0,0 0 0,0 0 0,-1 0 0,1 0 0,0 0 0,0 0 0,0 0 0,0 0 0,0 0 0,0 0 0,0 0 0,0 0 0,0 0 0,-1 0 0,1 0 0,0 0 0,0 0 0,0 0 0,0 1 0,0-1 0,0 0 0,0 0 0,0 0 0,0 0 0,0 0 0,0 0 0,-1 0 0,1 0 0,0 0 0,0 0 0,0 0 0,0 1 0,0-1 0,0 0 0,0 0 0,-1 8 0,2 9 0,1-10 0,0-1 0,0 0 0,1 1 0,0-1 0,1 0 0,-1-1 0,1 1 0,0-1 0,0 0 0,1 1 0,-1-2 0,11 9 0,-4-4 0,2 0 0,-1-1 0,1 0 0,24 11 0,-29-16 0,0 0 0,0-1 0,0 0 0,0 0 0,0-1 0,1 0 0,-1 0 0,0-1 0,1 0 0,-1 0 0,10-3 0,-15 3 0,1-1 0,0 0 0,-1 0 0,1 0 0,-1-1 0,1 1 0,-1-1 0,1 0 0,-1 0 0,0 0 0,0 0 0,0-1 0,0 1 0,0-1 0,-1 0 0,1 1 0,-1-1 0,0-1 0,0 1 0,0 0 0,0 0 0,0-1 0,-1 1 0,0-1 0,1 1 0,0-8 0,0-2 0,-1 0 0,0-1 0,-1 1 0,0 0 0,-1-1 0,-4-17 0,-22-79 0,12 64 0,-34-71 0,-32-40 0,64 125 0,10 19 0,6 9 0,-1 0 0,0 1 0,0-1 0,0 0 0,0 1 0,-1 0 0,0-1 0,1 1 0,-6-4 0,8 7 0,0 0 0,-1 0 0,1 0 0,0-1 0,0 1 0,-1 0 0,1 0 0,0 0 0,0 0 0,-1 0 0,1 0 0,0 0 0,-1 0 0,1 0 0,0 0 0,0 0 0,-1 0 0,1 0 0,0 0 0,0 0 0,-1 1 0,1-1 0,0 0 0,0 0 0,-1 0 0,1 0 0,0 0 0,0 1 0,-1-1 0,1 0 0,0 0 0,0 0 0,0 0 0,0 1 0,-1-1 0,1 0 0,0 0 0,0 1 0,0-1 0,0 0 0,0 0 0,0 1 0,0-1 0,0 0 0,0 0 0,0 1 0,-1-1 0,1 0 0,0 1 0,1-1 0,-4 17 0,3-15 0,0 20 0,0 1 0,2-1 0,7 38 0,22 68 0,-19-86 0,-2-4 0,2-2 0,1 1 0,2-2 0,1 0 0,2-1 0,30 43 0,-41-68 0,0-1 0,1 0 0,0 0 0,0 0 0,1-1 0,0 0 0,0-1 0,0 0 0,14 6 0,-18-10 0,0 0 0,1 0 0,-1 0 0,1-1 0,0 0 0,0 0 0,-1 0 0,11-1 0,-12 0 0,0 0 0,0-1 0,0 0 0,0 0 0,0 0 0,0 0 0,-1-1 0,1 0 0,0 1 0,-1-1 0,1 0 0,-1-1 0,5-3 0,-4 1 0,0 1 0,0-1 0,0 0 0,-1 0 0,0 0 0,0 0 0,0-1 0,-1 1 0,1-1 0,-1 0 0,-1 0 0,3-11 0,-2 6 0,-1 0 0,0 0 0,-1 0 0,0 0 0,0 0 0,-4-14 0,-4-6 0,8 29 0,-1 1 0,1 0 0,-1-1 0,1 1 0,-1 0 0,1 0 0,-1-1 0,0 1 0,0 0 0,1 0 0,-1 0 0,0 0 0,0 0 0,0 0 0,0 0 0,0 1 0,0-1 0,-1 0 0,1 0 0,-2 0 0,2 1 0,1 0 0,-1 0 0,1 0 0,-1 0 0,1 1 0,-1-1 0,1 0 0,-1 0 0,1 1 0,0-1 0,-1 0 0,1 0 0,-1 1 0,1-1 0,0 0 0,-1 1 0,1-1 0,0 1 0,-1-1 0,1 1 0,0-1 0,0 0 0,-1 1 0,1-1 0,0 1 0,0-1 0,0 1 0,0-1 0,0 1 0,0-1 0,0 2 0,-3 17 0,3-17 0,0 2 0,0 1 0,0-1 0,0 1 0,1-1 0,-1 0 0,1 1 0,0-1 0,0 0 0,1 0 0,-1 0 0,1 0 0,0 0 0,0 0 0,1 0 0,-1-1 0,1 1 0,-1-1 0,6 6 0,0-3 0,0 0 0,0 0 0,1 0 0,0-1 0,0 0 0,19 6 0,-10-3 0,0-2 0,21 5 0,-34-10 0,0 0 0,0 0 0,1-1 0,-1 0 0,0 0 0,1 0 0,-1 0 0,0-1 0,1 0 0,-1 0 0,0 0 0,9-4 0,-13 4 0,1 0 0,0 0 0,-1-1 0,1 1 0,-1 0 0,1-1 0,-1 0 0,0 1 0,1-1 0,-1 0 0,0 0 0,0 1 0,0-1 0,-1 0 0,1 0 0,0 0 0,-1 0 0,1 0 0,-1 0 0,0-1 0,1 1 0,-1 0 0,0 0 0,0 0 0,-1 0 0,1-3 0,-2-5 0,1 1 0,-1-1 0,-1 1 0,-4-12 0,9 25 0,0 0 0,0 0 0,1 0 0,-1 0 0,1-1 0,0 1 0,0-1 0,0 0 0,0 0 0,4 3 0,8 4 0,18 12 0,-16-12 0,-16-10-21,61 36-1323,-50-31-5482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190 354 24575,'3'-35'0,"-2"0"0,-1 0 0,-5-36 0,4 59 0,-1 0 0,-1-1 0,0 1 0,-1 0 0,0 1 0,-1-1 0,0 1 0,-1 0 0,0 0 0,0 0 0,-16-18 0,20 27 0,1 0 0,-1 1 0,0-1 0,1 1 0,-1-1 0,0 1 0,0 0 0,1 0 0,-1 0 0,0 0 0,0 0 0,-1 0 0,1 0 0,0 1 0,0-1 0,0 1 0,0-1 0,0 1 0,-1 0 0,1 0 0,0 0 0,0 0 0,-1 0 0,1 1 0,0-1 0,0 1 0,0-1 0,-3 2 0,2 0 0,0 0 0,0 0 0,0 0 0,0 0 0,0 0 0,0 1 0,0-1 0,1 1 0,0 0 0,-1 0 0,1 0 0,0 0 0,0 0 0,1 1 0,-1-1 0,-1 5 0,-1 3 0,1 0 0,0 0 0,0 0 0,-1 20 0,4-27 0,0-1 0,0 1 0,0-1 0,0 1 0,1 0 0,0-1 0,0 1 0,0-1 0,0 1 0,1-1 0,-1 0 0,1 0 0,0 1 0,0-1 0,0 0 0,0-1 0,0 1 0,1 0 0,2 2 0,7 5 0,-1-1 0,2-1 0,-1 0 0,2-1 0,-1 0 0,0 0 0,1-2 0,0 0 0,1 0 0,-1-2 0,1 1 0,0-2 0,0 0 0,0-1 0,22-1 0,-19 0-1365,-3-1-5461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1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146 396 24575,'-6'3'0,"-1"1"0,1 0 0,1-1 0,-1 2 0,1-1 0,-1 1 0,1 0 0,1 0 0,-1 0 0,-7 12 0,10-14 0,0 0 0,1 1 0,-1 0 0,1-1 0,0 1 0,-1 0 0,2 0 0,-1-1 0,0 1 0,1 0 0,0 0 0,0 0 0,0 0 0,0 0 0,0 0 0,1 0 0,0-1 0,0 1 0,0 0 0,3 6 0,1 2 0,1 0 0,1-1 0,0 0 0,0 0 0,1-1 0,1 0 0,0 0 0,0-1 0,17 13 0,-25-21 0,0 0 0,0 0 0,0 0 0,1-1 0,-1 1 0,0 0 0,1-1 0,-1 1 0,1-1 0,-1 1 0,1-1 0,-1 0 0,1 1 0,-1-1 0,1 0 0,-1 0 0,1 0 0,-1 0 0,1 0 0,-1-1 0,1 1 0,-1 0 0,0-1 0,1 1 0,1-2 0,-1 1 0,0-1 0,0 1 0,0-1 0,0 1 0,-1-1 0,1 0 0,-1 0 0,1 0 0,-1 0 0,0 0 0,0 0 0,1 0 0,-2-1 0,1 1 0,1-4 0,0-5 0,0 0 0,0 0 0,-2 0 0,1 0 0,-1 0 0,-1 0 0,0 0 0,0 0 0,-4-12 0,-3-7 0,-1 1 0,-13-30 0,-95-170 0,94 187 0,14 27 0,-18-36 0,25 46 0,0 0 0,0-1 0,0 1 0,1-1 0,-1 1 0,1-1 0,0-7 0,1 13 0,0 0 0,0 0 0,0 0 0,0 1 0,1-1 0,-1 0 0,0 0 0,0 0 0,0 0 0,0 0 0,0 0 0,0 0 0,0 0 0,1 1 0,-1-1 0,0 0 0,0 0 0,0 0 0,0 0 0,0 0 0,1 0 0,-1 0 0,0 0 0,0 0 0,0 0 0,0 0 0,0 0 0,1 0 0,-1 0 0,0 0 0,0 0 0,0 0 0,0 0 0,0 0 0,1 0 0,-1 0 0,0 0 0,0 0 0,0 0 0,0 0 0,0-1 0,1 1 0,-1 0 0,0 0 0,0 0 0,0 0 0,0 0 0,0 0 0,0 0 0,0-1 0,0 1 0,1 0 0,-1 0 0,0 0 0,0 0 0,0 0 0,0 0 0,0-1 0,0 1 0,0 0 0,0 0 0,0 0 0,0 0 0,0-1 0,9 12 0,72 130 0,-48-78 0,-8-19-116,168 275-1133,-183-307-5577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51 24575,'-3'-10'0,"2"7"0,0-1 0,0 1 0,0 0 0,0-1 0,-1 1 0,1 0 0,-1 0 0,0 0 0,0 0 0,0 0 0,-2-3 0,1 8 0,3 4 0,1 10 0,-1-15 0,6 33 0,1 0 0,2-1 0,23 58 0,-6-31 0,37 60 0,35 31 0,-23-38 0,-72-110 0,-1 1 0,0 0 0,0 0 0,-1 0 0,0 1 0,2 5 0,-3-10 0,0 1 0,0-1 0,1 1 0,-1 0 0,0-1 0,0 1 0,0-1 0,-1 1 0,1-1 0,0 1 0,0-1 0,0 1 0,0-1 0,0 1 0,-1-1 0,1 1 0,0-1 0,0 1 0,-1-1 0,1 1 0,0-1 0,-1 1 0,1-1 0,-1 1 0,0-1 0,0 0 0,0 0 0,0 1 0,0-1 0,0 0 0,0 0 0,0 0 0,0 0 0,1 0 0,-1 0 0,0-1 0,0 1 0,0 0 0,0 0 0,0-1 0,0 1 0,0 0 0,0-1 0,-8-3-227,1-1-1,1 0 1,-1 0-1,0 0 1,-9-11-1,6 6-6598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3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0 132 24575,'20'-10'0,"12"-5"0,3-2 0,0 1 0,0 3 0,-5 1 0,-1 3 0,-1 0 0,-3 1 0,-3 3 0,0-1 0,-1 1 0,-3 1 0,0 2 0,-5 3 0,-3 1-8191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8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24575,'-2'1'0,"0"0"0,1 0 0,-1 0 0,0 0 0,1 1 0,-1-1 0,1 1 0,-1-1 0,1 1 0,0-1 0,-1 1 0,1 0 0,0 0 0,0 0 0,0-1 0,1 1 0,-1 0 0,0 0 0,1 0 0,-1 1 0,1-1 0,0 0 0,-1 0 0,1 0 0,0 0 0,0 0 0,1 0 0,0 4 0,0-1 0,0 0 0,0-1 0,1 1 0,-1 0 0,1-1 0,1 1 0,-1-1 0,1 1 0,-1-1 0,1 0 0,4 4 0,11 12 0,-10-11 0,1 1 0,-1-1 0,18 12 0,-26-21-3,0 0 1,0 1-1,0-1 0,1 0 0,-1 0 1,0 0-1,0 1 0,0-1 0,1 0 0,-1 0 1,0 0-1,0 0 0,1 0 0,-1 0 0,0 0 1,1 0-1,-1 0 0,0 0 0,0 0 0,1 0 1,-1 0-1,0 0 0,0 0 0,1 0 0,-1 0 1,0 0-1,0 0 0,1 0 0,-1 0 1,1 0-1,-1-9 188,-7-13-1196,7 21 558,-5-11-6373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39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24575,'0'2'0,"-2"2"0,-1 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0 142 24575,'1'5'0,"-1"0"0,1 0 0,0 0 0,0 0 0,1 0 0,-1-1 0,1 1 0,0 0 0,1-1 0,-1 0 0,1 1 0,4 4 0,6 7 0,24 24 0,-25-28 0,4 3 0,30 23 0,-41-33 0,1-1 0,0 0 0,1-1 0,-1 0 0,1 0 0,-1 0 0,1-1 0,0 1 0,8 0 0,-14-3 0,0 0 0,0 1 0,1-1 0,-1 0 0,0-1 0,0 1 0,0 0 0,0 0 0,0 0 0,0-1 0,0 1 0,0 0 0,0-1 0,0 1 0,0-1 0,0 1 0,0-1 0,0 0 0,0 1 0,0-1 0,0 0 0,-1 0 0,1 0 0,0 1 0,-1-1 0,1 0 0,0 0 0,-1 0 0,1 0 0,-1 0 0,0 0 0,1 0 0,-1 0 0,0 0 0,1-2 0,0-4 0,0 0 0,-1 0 0,1 0 0,-2-10 0,1 8 0,-2-6 0,-5-31 0,4 35 0,1 0 0,0-1 0,1 1 0,0-22 0,1 33 0,0-1 0,0 1 0,0 0 0,0 0 0,0 0 0,0 0 0,0-1 0,0 1 0,0 0 0,0 0 0,0 0 0,0 0 0,1-1 0,-1 1 0,0 0 0,0 0 0,0 0 0,0 0 0,0 0 0,0-1 0,0 1 0,0 0 0,1 0 0,-1 0 0,0 0 0,0 0 0,0 0 0,0-1 0,0 1 0,1 0 0,-1 0 0,0 0 0,0 0 0,0 0 0,0 0 0,1 0 0,-1 0 0,0 0 0,8 4 0,8 15 0,-13-16 0,14 16 0,32 28 0,-41-40 0,1-1 0,-1 0 0,1 0 0,1-1 0,-1-1 0,20 8 0,-28-12 0,0 1 0,0-1 0,1 1 0,-1-1 0,0 0 0,1 0 0,-1 1 0,0-1 0,1 0 0,-1 0 0,0 0 0,1-1 0,-1 1 0,0 0 0,1 0 0,-1-1 0,0 1 0,0-1 0,1 1 0,1-2 0,-2 1 0,0 0 0,-1 0 0,1 0 0,0 0 0,0 0 0,-1 0 0,1 0 0,-1 0 0,1 0 0,-1 0 0,0-1 0,1 1 0,-1 0 0,0 0 0,0-1 0,0 1 0,0 0 0,0-2 0,0-1 0,0-1 0,-1 0 0,0 1 0,0-1 0,0 1 0,-1-1 0,0 1 0,0-1 0,0 1 0,-4-7 0,5 10 0,0 0 0,0-1 0,0 1 0,0 0 0,1-1 0,-1 1 0,0-1 0,1 1 0,-1-3 0,1 4 0,0 0 0,0-1 0,0 1 0,0 0 0,0 0 0,0 0 0,0 0 0,0 0 0,0-1 0,0 1 0,0 0 0,0 0 0,0 0 0,0 0 0,0 0 0,0 0 0,1 0 0,-1-1 0,0 1 0,0 0 0,0 0 0,0 0 0,0 0 0,0 0 0,0 0 0,0 0 0,0 0 0,1 0 0,-1-1 0,0 1 0,0 0 0,0 0 0,0 0 0,0 0 0,1 0 0,-1 0 0,0 0 0,11 4 0,30 18 0,55 26 0,-84-43 0,1-1 0,0 0 0,0-1 0,0 0 0,0-1 0,15 0 0,11 0 0,39-5 0,-74 2 0,1 0 0,-1 0 0,0 0 0,1-1 0,-1 0 0,0 0 0,0 0 0,0 0 0,-1-1 0,1 1 0,0-1 0,-1 0 0,0 0 0,1 0 0,-1-1 0,-1 1 0,1-1 0,0 1 0,-1-1 0,0 0 0,2-5 0,1 0 0,-1 0 0,-1-1 0,1 0 0,-2 1 0,1-1 0,-2 0 0,1-1 0,-1-12 0,-1 20 0,1-8 0,-2 0 0,1 0 0,-4-17 0,3 26 0,1-1 0,-1 1 0,0-1 0,0 1 0,0-1 0,0 1 0,0-1 0,-1 1 0,1 0 0,-1 0 0,1 0 0,-1 0 0,0 0 0,0 0 0,0 0 0,0 0 0,0 1 0,0-1 0,-1 1 0,-2-2 0,3 2 0,1 1 0,-1 0 0,1-1 0,-1 1 0,1 0 0,-1 0 0,0 0 0,1 0 0,-1 0 0,1 0 0,-1 0 0,0 0 0,1 1 0,-1-1 0,1 1 0,-1-1 0,1 1 0,-1 0 0,1-1 0,0 1 0,-1 0 0,1 0 0,0 0 0,0 0 0,-1 0 0,1 0 0,0 0 0,0 1 0,0-1 0,0 0 0,0 1 0,-1 1 0,-1 3 0,1-1 0,-1 0 0,1 1 0,-1 0 0,2 0 0,-1-1 0,-1 9 0,2-4 0,0 1 0,0-1 0,1 1 0,1-1 0,0 1 0,0-1 0,4 16 0,-3-19 0,1 0 0,-1-1 0,1 1 0,1-1 0,-1 0 0,1 0 0,0 0 0,0-1 0,1 1 0,-1-1 0,1 0 0,7 5 0,-4-3 0,0-1 0,1 0 0,0-1 0,0 0 0,0 0 0,1-1 0,12 4 0,-17-7 0,0 1 0,0-1 0,1 0 0,-1-1 0,0 1 0,0-1 0,1 0 0,-1-1 0,0 1 0,1-1 0,-1 0 0,0 0 0,0-1 0,0 0 0,0 0 0,5-2 0,-7 2-68,-1 1 0,0-1-1,0 0 1,0 1 0,0-1 0,0 0-1,0 0 1,-1 0 0,1-1 0,-1 1-1,1 0 1,-1-1 0,0 1 0,0-1-1,0 1 1,0-1 0,0 1 0,0-1-1,-1-3 1,2-6-6758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0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8 24575,'-3'-1'0,"-1"-1"0,0 1 0,1 0 0,-1 0 0,0 1 0,0-1 0,0 1 0,1 0 0,-9 0 0,11 0 0,0 0 0,0 1 0,0-1 0,-1 1 0,1-1 0,0 1 0,0-1 0,0 1 0,0-1 0,0 1 0,0 0 0,0 0 0,0 0 0,0 0 0,0-1 0,0 1 0,0 0 0,1 1 0,-1-1 0,0 0 0,1 0 0,-1 0 0,1 0 0,-1 0 0,1 1 0,0-1 0,-1 0 0,1 0 0,0 1 0,0-1 0,0 0 0,0 0 0,0 3 0,1 4 0,-1-1 0,2 1 0,-1 0 0,1-1 0,0 1 0,1-1 0,0 1 0,6 10 0,35 54 0,23 16 0,-24-35 0,-32-41 0,-9-9 0,1-1 0,-1 0 0,0 1 0,0-1 0,0 1 0,1 3 0,-3-5 0,0-1 0,0 1 0,0-1 0,0 1 0,-1-1 0,1 1 0,0-1 0,0 1 0,-1-1 0,1 0 0,0 1 0,-1-1 0,1 1 0,-1-1 0,1 0 0,0 1 0,-1-1 0,1 0 0,-1 0 0,1 1 0,-1-1 0,1 0 0,-1 0 0,1 0 0,-1 1 0,1-1 0,-1 0 0,0 0 0,-17 4 0,-16 0 0,-1-1 0,-59-4 0,34 0 0,8 0-1365,33 1-5461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2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18 181 24575,'29'6'0,"0"-1"0,0-2 0,1-1 0,-1-2 0,0 0 0,1-2 0,45-9 0,-71 11 0,-1-1 0,0 0 0,0 0 0,0 0 0,0-1 0,0 1 0,0-1 0,0 1 0,0-1 0,-1 0 0,1 0 0,-1 0 0,1 0 0,-1-1 0,0 1 0,4-6 0,-5 6 0,0-1 0,0 1 0,0 0 0,-1-1 0,1 1 0,-1-1 0,1 1 0,-1-1 0,0 0 0,0 1 0,0-1 0,0 1 0,0-1 0,-1 1 0,1-1 0,-1 1 0,0-1 0,0 1 0,0 0 0,0-1 0,0 1 0,-1-3 0,-4-3 0,0-1 0,0 1 0,0 0 0,-1 0 0,0 1 0,0 0 0,-1 0 0,-13-8 0,17 12 0,1 1 0,-1 1 0,-1-1 0,1 1 0,0-1 0,0 1 0,0 0 0,-1 1 0,-7-1 0,-45 2 0,27 1 0,22-2 0,0 0 0,0 1 0,0 1 0,0-1 0,0 1 0,1 0 0,-1 1 0,1 0 0,-8 3 0,12-4 0,-1 0 0,1 0 0,0 1 0,0-1 0,0 0 0,0 1 0,1 0 0,-1 0 0,0 0 0,1 0 0,0 0 0,0 0 0,0 1 0,0-1 0,1 1 0,-1-1 0,1 1 0,0-1 0,0 1 0,-1 6 0,0 16 0,1 0 0,5 40 0,-4-59 0,1-1 0,0 0 0,1 1 0,-1-1 0,1 0 0,1 0 0,-1 0 0,1 0 0,0-1 0,5 8 0,-5-9 0,0 0 0,1 0 0,-1-1 0,1 1 0,0-1 0,0 0 0,0 0 0,1-1 0,-1 1 0,0-1 0,1 0 0,0 0 0,7 2 0,65 17 0,116 16 0,-188-37-101,3 1-80,-1 0 1,1 0-1,-1-1 1,1 0-1,-1-1 1,9-1-1,-6-1-6645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24575,'0'15'0,"2"0"0,0 0 0,0-1 0,1 1 0,9 22 0,32 69 0,-22-58 0,9 19 0,-13-31 0,15 44 0,-31-74 0,-1-1 0,1 0 0,-1 0 0,0 0 0,-1 1 0,1 8 0,-1-13 0,0 0 0,0 0 0,-1 1 0,1-1 0,0 0 0,-1 0 0,1 0 0,0 0 0,-1 0 0,0 0 0,1 0 0,-1 0 0,1 0 0,-1 0 0,0 0 0,0 0 0,0 0 0,1-1 0,-1 1 0,0 0 0,0-1 0,0 1 0,0 0 0,0-1 0,0 1 0,0-1 0,0 0 0,-1 1 0,1-1 0,0 0 0,0 1 0,0-1 0,0 0 0,0 0 0,-1 0 0,0 0 0,-7-1 0,0-1 0,0 0 0,0 0 0,1 0 0,-1-1 0,1-1 0,0 1 0,-14-9 0,8 4 0,-7-2 0,-29-21 0,41 25 0,0-1 0,1 0 0,0 0 0,1-1 0,-12-13 0,18 19 0,0 1 0,0-1 0,0 0 0,0 1 0,0-1 0,1 0 0,-1 0 0,0 0 0,1 1 0,-1-1 0,1 0 0,0 0 0,-1-3 0,2 4 0,-1 0 0,0 0 0,0 1 0,1-1 0,-1 0 0,0 0 0,1 0 0,-1 0 0,1 1 0,-1-1 0,1 0 0,0 0 0,-1 1 0,1-1 0,0 1 0,-1-1 0,1 0 0,0 1 0,0-1 0,-1 1 0,1 0 0,0-1 0,0 1 0,0 0 0,0-1 0,0 1 0,-1 0 0,1 0 0,0 0 0,1 0 0,18-2 0,-1 1 0,0 0 0,30 4 0,-39-2 0,27 5-35,7 0 158,-41-5-285,1-1 1,0 0-1,0 0 1,0-1 0,-1 1-1,1-1 1,0 0-1,6-2 1,1-3-6665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77 24575,'-7'-20'0,"-3"-5"0,2 6 0,4 7 0,2 12 0,1 7 0,4 6 0,0 3 0,1-1-8191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5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27 24575,'-3'-3'0,"0"0"0,0 0 0,-1 0 0,1 1 0,-1-1 0,1 1 0,-8-3 0,10 5 0,0-1 0,0 1 0,-1-1 0,1 1 0,0 0 0,0 0 0,-1 0 0,1 0 0,0 0 0,0 0 0,-1 0 0,1 0 0,0 1 0,0-1 0,-1 0 0,1 1 0,0-1 0,0 1 0,0-1 0,0 1 0,0-1 0,0 1 0,0 0 0,0 0 0,0-1 0,0 1 0,0 0 0,0 0 0,0 0 0,0 2 0,-3 3 0,0 0 0,1 0 0,0 1 0,0-1 0,0 1 0,-2 13 0,-6 45 0,6-31 0,1-9 0,1 1 0,1 0 0,1 0 0,1 0 0,2 0 0,8 46 0,-7-58 0,1 0 0,0 0 0,2 0 0,-1 0 0,2-1 0,0 0 0,0 0 0,1-1 0,0 0 0,2 0 0,-1-1 0,1 0 0,15 13 0,-17-17 0,0-1 0,1 0 0,-1 0 0,1 0 0,0-1 0,1 0 0,-1-1 0,1 0 0,0-1 0,14 4 0,-9-4-1365,-3 0-5461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269 651 24575,'0'1'0,"0"0"0,1 0 0,-1 0 0,0 1 0,0-1 0,-1 0 0,1 0 0,0 0 0,0 0 0,0 0 0,-1 0 0,1 0 0,0 0 0,-1 0 0,1 0 0,-1 0 0,0 0 0,1 0 0,-1 0 0,0 0 0,1 0 0,-1 0 0,0-1 0,0 1 0,0 0 0,0 0 0,0-1 0,-1 2 0,0-2 0,1 0 0,-1 0 0,1 0 0,-1 0 0,1-1 0,-1 1 0,1 0 0,-1-1 0,1 1 0,-1 0 0,1-1 0,0 0 0,-1 1 0,1-1 0,0 0 0,-1 0 0,1 0 0,0 0 0,0 0 0,0 0 0,-1-1 0,-9-10 0,0 0 0,1-1 0,1-1 0,-12-19 0,-26-63 0,29 56 0,-65-159 0,79 181 0,1 1 0,0-1 0,1 0 0,1 1 0,2-36 0,0 20 0,-1 30 0,0 0 0,0 0 0,1 0 0,-1-1 0,1 1 0,-1 0 0,1 0 0,0 0 0,0 0 0,0 0 0,1 1 0,-1-1 0,1 0 0,0 1 0,0-1 0,3-3 0,-3 4 0,1 0 0,0-1 0,0 1 0,0 1 0,1-1 0,-1 0 0,0 1 0,1 0 0,-1 0 0,1 0 0,-1 0 0,1 0 0,7 0 0,-4 1 0,1 0 0,-1 1 0,0 0 0,1 0 0,-1 0 0,0 1 0,0 0 0,0 1 0,0-1 0,9 6 0,-8-4 0,0 1 0,0 0 0,0 1 0,0 0 0,-1 0 0,0 0 0,10 12 0,-16-16 0,1-1 0,-1 1 0,0 0 0,0 0 0,0-1 0,0 1 0,0 0 0,0 0 0,0 0 0,0 0 0,-1 0 0,1 0 0,-1 0 0,0 0 0,1 1 0,-1-1 0,0 0 0,0 0 0,-1 0 0,1 4 0,-1-4 0,0 0 0,-1 0 0,1 0 0,0 0 0,-1 0 0,1 0 0,-1 0 0,1 0 0,-1 0 0,0-1 0,0 1 0,0-1 0,0 1 0,0-1 0,0 0 0,0 0 0,-4 2 0,0-1 0,1-1 0,-1 1 0,1-1 0,-1 0 0,-6 0 0,5 0 0,1-1 0,0 1 0,-10 3 0,15-3 0,1-1 0,-1 0 0,0 0 0,1 1 0,-1-1 0,1 0 0,-1 1 0,0-1 0,1 1 0,-1-1 0,1 0 0,-1 1 0,1-1 0,-1 1 0,1 0 0,-1-1 0,1 1 0,0-1 0,-1 1 0,1 0 0,0-1 0,-1 1 0,1 0 0,0 0 0,0 1 0,0-1 0,0 0 0,0 1 0,0-1 0,0 1 0,1-1 0,-1 0 0,1 0 0,-1 1 0,1-1 0,-1 0 0,2 2 0,2 3 0,1 1 0,-1-1 0,10 9 0,-12-13 0,15 14 0,26 18 0,-30-24 0,1 1 0,-2 0 0,0 1 0,13 15 0,-24-26 0,1 1 0,-1 0 0,1 0 0,-1 0 0,0 0 0,0 0 0,0 0 0,0 0 0,-1 0 0,1 0 0,0 1 0,-1-1 0,0 0 0,1 0 0,-1 1 0,0-1 0,0 0 0,0 0 0,0 1 0,-2 3 0,1-4 0,0 0 0,0 0 0,0 1 0,-1-2 0,1 1 0,-1 0 0,0 0 0,1 0 0,-1-1 0,0 1 0,0-1 0,0 1 0,0-1 0,0 0 0,0 0 0,0 0 0,-1 0 0,1 0 0,-3 1 0,-9 1-52,0 0-1,0-1 1,0-1 0,-1 0-1,-26-3 1,17 2-999,11 0-5775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16 24575,'0'0'0,"0"0"0,0 0 0,0 0 0,0 0 0,1 0 0,-1 0 0,0 0 0,0 0 0,0 0 0,0 0 0,1 0 0,-1 0 0,0 0 0,0 0 0,0 0 0,0 0 0,0 0 0,1 0 0,-1 0 0,0 0 0,0 0 0,0 0 0,0 0 0,0 0 0,1 0 0,-1 0 0,0 0 0,0 0 0,0 0 0,0 0 0,0-1 0,0 1 0,1 0 0,-1 0 0,0 0 0,0 0 0,0 0 0,0 0 0,0-1 0,0 1 0,0 0 0,0 0 0,0 0 0,0 0 0,0 0 0,0-1 0,0 1 0,0 0 0,0 0 0,0 0 0,0 0 0,0-1 0,0 1 0,0 0 0,0 0 0,0 0 0,0 0 0,0 0 0,0-1 0,0 1 0,0 0 0,0 0 0,0 0 0,-10-7 0,-1 6 0,0-1 0,0 2 0,0-1 0,-1 2 0,1-1 0,0 2 0,-15 2 0,12-1 0,0-1 0,0-1 0,0 0 0,-17-2 0,15 0-109,-125-10-1147,126 10-5570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8:5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24575,'0'0'0,"1"0"0,-1 0 0,1 0 0,-1 1 0,0-1 0,1 0 0,-1 0 0,1 1 0,-1-1 0,0 0 0,0 1 0,1-1 0,-1 1 0,0-1 0,1 0 0,-1 1 0,0-1 0,0 1 0,0-1 0,0 1 0,1-1 0,-1 0 0,0 1 0,0-1 0,0 1 0,0-1 0,0 1 0,0-1 0,0 1 0,0-1 0,0 1 0,0-1 0,-1 1 0,-1 22 0,1-17 0,-1 37 0,1-25 0,-5 32 0,5-44 0,0 0 0,-1 0 0,0 0 0,-1 0 0,1 0 0,-1 0 0,0-1 0,-1 0 0,-3 6 0,2-5 0,0 0 0,-1 0 0,1-1 0,-1 1 0,0-1 0,-1-1 0,1 1 0,-1-1 0,0 0 0,-11 4 0,13-6 0,0-1 0,0 0 0,0 0 0,0 0 0,0-1 0,0 1 0,0-1 0,0 0 0,0-1 0,1 1 0,-1-1 0,0 0 0,0 0 0,0-1 0,0 0 0,1 1 0,-9-6 0,7 4 0,0-1 0,0 0 0,0 0 0,1-1 0,0 1 0,0-1 0,0 0 0,0-1 0,1 1 0,-7-12 0,9 14 0,0-1 0,1 1 0,-1 0 0,1-1 0,0 1 0,0-1 0,0 0 0,1 1 0,-1-1 0,1 0 0,0 1 0,0-1 0,0 0 0,0 0 0,1 1 0,-1-1 0,1 1 0,0-1 0,0 0 0,1 1 0,-1 0 0,3-5 0,-3 6 0,1-1 0,-1 1 0,1 0 0,-1 0 0,1 0 0,0 0 0,0 0 0,0 0 0,0 1 0,0-1 0,0 1 0,0-1 0,0 1 0,1 0 0,-1 0 0,6-2 0,-5 3 0,1-1 0,0 1 0,0-1 0,-1 1 0,1 1 0,0-1 0,0 0 0,-1 1 0,1 0 0,6 2 0,4 3 0,1 0 0,-1 2 0,0-1 0,18 15 0,-25-17 0,21 14 0,45 33 0,-66-46 0,0 0 0,0 1 0,-1-1 0,0 2 0,0-1 0,-1 1 0,6 9 0,-10-15-136,0 0-1,0 1 1,0-1-1,0 0 1,0 1-1,-1-1 1,1 0-1,-1 1 0,0 3 1,-1 3-6690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24575,'0'3'0,"-1"0"0,1 1 0,-1-1 0,0 0 0,-2 5 0,-2 10 0,3-7 0,1-1 0,0 1 0,0 0 0,3 18 0,-1-24 0,0 0 0,0 0 0,0 0 0,1 1 0,0-1 0,0-1 0,1 1 0,-1 0 0,1-1 0,0 1 0,4 5 0,6 5 0,-1-1 0,2 0 0,0-1 0,1 0 0,0-1 0,22 13 0,-33-23 0,1 0 0,0 0 0,0 0 0,0-1 0,0 0 0,0 0 0,0 0 0,1 0 0,-1-1 0,0 0 0,0 0 0,1 0 0,-1-1 0,0 0 0,0 0 0,7-2 0,-9 2 0,0-1 0,1 1 0,-1-1 0,0 1 0,0-1 0,0 0 0,-1 0 0,1-1 0,0 1 0,-1 0 0,1-1 0,-1 0 0,0 1 0,0-1 0,0 0 0,0 0 0,0 0 0,-1 0 0,0-1 0,1 1 0,-1 0 0,0-1 0,0 1 0,0-7 0,-1 6 0,0 1 0,1 0 0,-1 0 0,1 0 0,-1 0 0,1 0 0,1-4 0,-2 7 0,1 0 0,-1-1 0,0 1 0,0 0 0,0 0 0,1-1 0,-1 1 0,0 0 0,0 0 0,0-1 0,1 1 0,-1 0 0,0 0 0,1 0 0,-1 0 0,0-1 0,0 1 0,1 0 0,-1 0 0,0 0 0,1 0 0,-1 0 0,0 0 0,1 0 0,0 0 0,0 0 0,0 0 0,0 1 0,0-1 0,0 0 0,-1 1 0,1-1 0,0 1 0,0-1 0,-1 1 0,1-1 0,0 1 0,0 0 0,10 8 0,0-1 0,0 0 0,1-1 0,0-1 0,0 0 0,0 0 0,1-2 0,0 1 0,0-1 0,0-1 0,0-1 0,1 0 0,-1 0 0,1-1 0,16-1 0,-26-1 0,0 1 0,-1-1 0,1 1 0,0-1 0,0 0 0,-1-1 0,1 1 0,0-1 0,-1 1 0,0-1 0,1 0 0,-1 0 0,0-1 0,0 1 0,0-1 0,3-3 0,-4 4 0,0-1 0,-1 1 0,1-1 0,0 1 0,-1-1 0,0 0 0,0 1 0,0-1 0,0 0 0,0 0 0,0 0 0,-1 0 0,1 0 0,-1 0 0,0 0 0,0 0 0,0 0 0,-1 0 0,1 0 0,-2-6 0,1 4 9,-1 0-1,0-1 1,0 1-1,0 1 1,-1-1 0,0 0-1,0 0 1,0 1-1,0 0 1,-1 0-1,0 0 1,1 0-1,-7-4 1,2 2-257,-1 0 1,0 1-1,0 0 1,-1 1-1,-18-6 1,11 4-6579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24575,'1'-2'0,"0"0"0,0 0 0,1 0 0,-1 0 0,1 0 0,-1 1 0,1-1 0,-1 1 0,1-1 0,0 1 0,0 0 0,0-1 0,0 1 0,0 0 0,0 0 0,0 0 0,0 1 0,0-1 0,0 0 0,1 1 0,-1 0 0,0-1 0,0 1 0,1 0 0,-1 0 0,0 0 0,0 0 0,1 1 0,-1-1 0,0 1 0,0-1 0,0 1 0,1 0 0,-1 0 0,0 0 0,4 2 0,3 3 0,0 1 0,0 0 0,0 1 0,-1 0 0,15 17 0,0 3 0,-2 0 0,0 1 0,-2 1 0,-2 1 0,18 43 0,-30-63-52,-2 1-1,1-1 1,-2 1-1,0 0 1,0 1-1,-1-1 1,0 0-1,-1 0 1,-1 0-1,0 1 1,0-1-1,-1 0 1,-1 0-1,0-1 1,-1 1-1,0 0 1,-1-1-1,0 0 1,0 0-1,-1-1 0,-1 1 1,0-1-1,0 0 1,-1-1-1,-10 10 1,-1-1-6774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6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846 5 24575,'0'0'0,"0"0"0,1 0 0,-1 0 0,0 0 0,0 0 0,0 0 0,0 0 0,0 0 0,0 0 0,0 0 0,0 0 0,1 0 0,-1 0 0,0 0 0,0 0 0,0 0 0,0 0 0,0 0 0,0-1 0,0 1 0,0 0 0,0 0 0,0 0 0,0 0 0,0 0 0,0 0 0,0 0 0,1 0 0,-1-1 0,0 1 0,0 0 0,0 0 0,0 0 0,0 0 0,0 0 0,0 0 0,0 0 0,0-1 0,0 1 0,0 0 0,-1 0 0,1 0 0,0 0 0,0 0 0,0 0 0,0 0 0,0 0 0,0-1 0,0 1 0,0 0 0,0 0 0,0 0 0,0 0 0,0 0 0,0 0 0,-1 0 0,-8 1 0,-11 6 0,-85 52 0,72-41 0,1 1 0,1 2 0,1 1 0,-28 26 0,21-16 0,-46 32 0,39-36 0,-36 27 0,-60 43 0,131-92 0,6-4 0,-82 49 0,83-50-54,1-1-1,-1 1 0,0 0 1,0 0-1,1-1 1,-1 0-1,0 1 0,0-1 1,0 0-1,0 0 1,0 0-1,0 0 0,1 0 1,-1 0-1,0 0 0,0-1 1,0 1-1,0-1 1,1 1-1,-1-1 0,0 0 1,0 1-1,1-1 1,-3-2-1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07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61 24575,'23'-15'0,"-5"4"0,26-23 0,-114 52 0,61-16 0,-15 2 0,-1 0 0,0-2 0,0 0 0,-27-3 0,-99-15 0,150 16 0,-14-3 0,14 3 0,0 0 0,1 0 0,-1 0 0,1 0 0,-1 0 0,0 0 0,1 0 0,-1-1 0,1 1 0,-1 0 0,1 0 0,-1-1 0,1 1 0,-1 0 0,1-1 0,-1 1 0,1-1 0,-1 1 0,1 0 0,0-1 0,-1 0 0,2 0 0,0 0 0,0 1 0,1-1 0,-1 1 0,0-1 0,1 1 0,-1-1 0,0 1 0,1 0 0,-1 0 0,1-1 0,-1 1 0,0 0 0,3 1 0,-2-1 0,183-2 0,-93 4 0,41 9 0,-94-7 0,-36-4 0,0 1 0,1-1 0,-1 1 0,1 0 0,-1 0 0,0 0 0,1 0 0,-1 0 0,0 1 0,0 0 0,5 3 0,-7-4 0,0 0 0,0 0 0,-1 0 0,1 0 0,0 0 0,0 1 0,-1-1 0,1 0 0,-1 0 0,1 1 0,-1-1 0,0 0 0,1 1 0,-1-1 0,0 1 0,0-1 0,0 0 0,0 1 0,0-1 0,0 0 0,-1 1 0,1-1 0,0 0 0,-1 1 0,1-1 0,-1 0 0,1 1 0,-1-1 0,0 0 0,1 0 0,-2 2 0,-31 56 0,-44 90 0,72-135-1365,1-1-5461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85 24575,'4'-22'0,"-3"19"0,-6 14 0,-12 41 0,-13 69 0,0 55 0,-7 29 0,35-195 0,0 1 0,-1-1 0,-1 0 0,1-1 0,-10 17 0,13-25 0,0-1 0,0 0 0,0 0 0,0 0 0,0 0 0,0 0 0,0 0 0,0 0 0,-1 1 0,1-1 0,0 0 0,0 0 0,0 0 0,0 0 0,0 0 0,0 0 0,0 0 0,0 0 0,0 0 0,0 0 0,-1 0 0,1 0 0,0 1 0,0-1 0,0 0 0,0 0 0,0 0 0,0 0 0,0 0 0,-1 0 0,1 0 0,0 0 0,0 0 0,0 0 0,0 0 0,0 0 0,0 0 0,0 0 0,-1 0 0,1 0 0,0 0 0,0-1 0,0 1 0,0 0 0,0 0 0,-3-6 0,2-11 0,3-264 0,0 254 0,0 0 0,2 0 0,2 0 0,16-52 0,-2 28 0,39-72 0,-56 116 0,-1 3 0,0 0 0,0 0 0,0 0 0,4-5 0,-6 9 0,1-1 0,-1 1 0,0 0 0,1-1 0,-1 1 0,0 0 0,1-1 0,-1 1 0,0 0 0,1-1 0,-1 1 0,0 0 0,1 0 0,-1 0 0,1-1 0,-1 1 0,1 0 0,-1 0 0,1 0 0,-1 0 0,0 0 0,1 0 0,-1 0 0,1 0 0,-1 0 0,1 0 0,-1 0 0,1 0 0,-1 0 0,1 0 0,-1 0 0,0 1 0,1-1 0,-1 0 0,1 0 0,-1 0 0,0 1 0,1-1 0,-1 0 0,1 1 0,-1-1 0,0 0 0,1 1 0,-1-1 0,0 0 0,0 1 0,1-1 0,-1 0 0,0 1 0,0 0 0,7 10 0,-1 1 0,0 0 0,4 13 0,5 11 0,18 31 0,3-2 0,54 73 0,-57-94 0,2-1 0,2-2 0,70 61 0,-100-96 0,7 5 0,-1 1 0,13 14 0,-23-20 0,-9-6 0,-9-8 0,-69-48 0,44 28 0,-54-29 0,65 41 0,13 7 0,-1 1 0,-27-11 0,40 18 0,-1-1 0,0 1 0,0 0 0,0 0 0,0 1 0,0 0 0,0-1 0,0 2 0,0-1 0,0 0 0,0 1 0,0 0 0,0 0 0,-5 3 0,-19 7-1365,17-7-5461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22 24575,'14'-16'0,"-9"10"0,-13 20 0,-15 23 0,2 2 0,-23 56 0,38-79 0,1 1 0,0 0 0,2 0 0,0 0 0,0 1 0,2-1 0,0 1 0,3 33 0,3-15 0,1 0 0,2-1 0,1 0 0,2-1 0,2 0 0,1 0 0,1-2 0,2 1 0,32 45 0,-41-67 0,1 0 0,-1-1 0,2-1 0,0 1 0,0-2 0,16 12 0,-24-19-114,-1 0 1,1 0-1,0 0 0,-1 0 0,1-1 1,0 1-1,-1 0 0,1-1 0,0 0 1,0 1-1,2-1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1 246 24575,'40'1'0,"-12"-1"0,0 0 0,36-5 0,-56 4 0,0-1 0,0 0 0,0 0 0,-1 0 0,1-1 0,-1-1 0,1 1 0,-1-1 0,0 0 0,0-1 0,-1 0 0,9-7 0,-12 9 0,0 0 0,0-1 0,0 1 0,-1 0 0,0-1 0,0 1 0,0-1 0,0 0 0,0 1 0,-1-1 0,0 0 0,1 0 0,-1 0 0,-1 0 0,1-1 0,-1 1 0,1 0 0,-2-8 0,0 7 0,1 1 0,-2-1 0,1 0 0,0 1 0,-1-1 0,0 1 0,0-1 0,-1 1 0,1 0 0,-1 0 0,0 0 0,0 0 0,0 0 0,0 1 0,-7-6 0,4 4 0,0 1 0,0 0 0,0 0 0,-1 0 0,0 1 0,0-1 0,0 2 0,0-1 0,0 1 0,0 0 0,-11-1 0,14 3 0,1-1 0,-1 1 0,0 0 0,1 1 0,-1-1 0,1 1 0,-1-1 0,1 1 0,-1 0 0,1 0 0,-1 1 0,1-1 0,0 1 0,0-1 0,-1 1 0,1 0 0,1 0 0,-1 1 0,0-1 0,0 1 0,1-1 0,0 1 0,-1 0 0,1 0 0,-3 5 0,1 0 0,1 0 0,0 0 0,0 0 0,0 0 0,1 1 0,1-1 0,0 1 0,-1 10 0,1 5 0,5 41 0,-2-46 0,1 0 0,9 28 0,-10-42 0,0 0 0,1-1 0,-1 1 0,1-1 0,0 0 0,0 0 0,0 0 0,1 0 0,-1 0 0,1-1 0,0 1 0,0-1 0,0 0 0,8 4 0,8 3 0,0-1 0,24 8 0,-17-7 0,-11-3 0,60 20 0,-67-24 0,0-1 0,1-1 0,-1 0 0,0 0 0,1-1 0,14 0 0,-12-3-1365,-3 0-5461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19 24575,'-3'-3'0,"-1"1"0,1 0 0,-1-1 0,0 2 0,0-1 0,-7-2 0,11 4 0,-1-1 0,0 1 0,0 0 0,1 0 0,-1 0 0,0 0 0,1 0 0,-1 0 0,0 0 0,0 0 0,1 0 0,-1 0 0,0 0 0,0 0 0,1 1 0,-1-1 0,0 0 0,1 1 0,-1-1 0,0 0 0,1 1 0,-1-1 0,1 1 0,-1-1 0,1 1 0,-1-1 0,1 1 0,-1-1 0,1 1 0,-1-1 0,1 1 0,0 0 0,-1-1 0,1 1 0,0 0 0,-1-1 0,1 1 0,0 0 0,0-1 0,0 1 0,0 0 0,0 0 0,0-1 0,0 1 0,0 0 0,0 0 0,0 0 0,0 13 0,1 1 0,0-1 0,1 0 0,7 25 0,23 54 0,27 31 0,-2-8 0,-57-114 0,1 0 0,0 0 0,0 0 0,-1 0 0,1 0 0,-1 1 0,0-1 0,0 0 0,0 0 0,0 0 0,0 3 0,0-5 0,0 1 0,-1 0 0,1-1 0,0 1 0,-1-1 0,1 1 0,-1 0 0,1-1 0,-1 1 0,1-1 0,-1 1 0,1-1 0,-1 0 0,1 1 0,-1-1 0,0 1 0,1-1 0,-1 0 0,0 0 0,1 1 0,-1-1 0,0 0 0,1 0 0,-1 0 0,0 0 0,0 0 0,1 0 0,-1 0 0,0 0 0,1 0 0,-1 0 0,0 0 0,0 0 0,1 0 0,-1-1 0,0 1 0,-10-3 0,0 0 0,1 0 0,0-1 0,0 0 0,0-1 0,-15-9 0,2-1 0,-30-27 0,48 38 0,1 0 0,0 0 0,0 0 0,0-1 0,1 0 0,-4-5 0,6 9 0,1 0 0,0 0 0,-1 1 0,1-1 0,-1 0 0,1 0 0,0 0 0,0 0 0,0 0 0,0 0 0,0 0 0,0 0 0,0 0 0,0 0 0,0 0 0,0 0 0,0 1 0,1-3 0,-1 3 0,1-1 0,0 0 0,-1 0 0,1 0 0,0 1 0,0-1 0,-1 0 0,1 1 0,0-1 0,0 1 0,0-1 0,0 1 0,0-1 0,0 1 0,0-1 0,0 1 0,0 0 0,0 0 0,0 0 0,2-1 0,96-5 0,-69 3-103,-19 2-55,1 0 1,-1 0-1,1-1 0,-1-1 0,0 0 0,0 0 1,17-8-1,-14 2-6668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3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24575,'13'-7'0,"4"-1"0,-1 4 0,-4 6 0,-2 4 0,-7 4 0,-4 3 0,-1-1-8191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55 117 24575,'-2'-1'0,"0"1"0,-1-1 0,1 1 0,0 0 0,-1 0 0,1 0 0,-1 0 0,1 0 0,0 0 0,-1 1 0,1-1 0,0 1 0,-1-1 0,1 1 0,0 0 0,-2 1 0,3-1 0,0 0 0,0 0 0,0 0 0,0 0 0,0 0 0,0 0 0,0 0 0,0 0 0,1 0 0,-1 0 0,0 0 0,1 0 0,-1 1 0,1-1 0,0 0 0,-1 0 0,1 1 0,0-1 0,0 0 0,0 1 0,0-1 0,0 0 0,0 1 0,0-1 0,0 0 0,0 0 0,1 1 0,-1-1 0,0 0 0,1 2 0,2 4 0,0 0 0,0 0 0,1-1 0,0 0 0,0 1 0,0-1 0,1 0 0,0-1 0,0 1 0,1-1 0,-1 0 0,13 8 0,-7-6 0,0 0 0,0-1 0,1-1 0,0 1 0,0-2 0,21 6 0,-30-9 0,0-1 0,0 1 0,-1-1 0,1 1 0,0-1 0,0 0 0,-1 0 0,1-1 0,0 1 0,0-1 0,-1 1 0,1-1 0,0 0 0,-1 0 0,1 0 0,0 0 0,-1 0 0,0-1 0,1 1 0,-1-1 0,0 1 0,0-1 0,0 0 0,0 0 0,0 0 0,0 0 0,0 0 0,2-5 0,-1 2 0,-1 1 0,0-1 0,-1 0 0,1 1 0,-1-1 0,0 0 0,0 0 0,0 0 0,-1 0 0,0 0 0,0 0 0,0-1 0,0 1 0,-1 0 0,-1-5 0,-15-38 0,17 48 0,0 0 0,0 0 0,0 0 0,0 0 0,0-1 0,0 1 0,0 0 0,0 0 0,0 0 0,0 0 0,0-1 0,0 1 0,0 0 0,0 0 0,0 0 0,0 0 0,0-1 0,0 1 0,0 0 0,0 0 0,0 0 0,1 0 0,-1 0 0,0 0 0,0-1 0,0 1 0,0 0 0,0 0 0,0 0 0,1 0 0,-1 0 0,0 0 0,0 0 0,0 0 0,0 0 0,1 0 0,-1 0 0,0 0 0,0 0 0,0 0 0,0 0 0,1 0 0,-1 0 0,0 0 0,0 0 0,0 0 0,0 0 0,0 0 0,1 0 0,-1 0 0,0 0 0,0 0 0,0 0 0,0 0 0,1 0 0,-1 0 0,0 0 0,0 0 0,0 1 0,0-1 0,0 0 0,0 0 0,0 0 0,1 0 0,-1 1 0,12 7 0,-10-7 0,18 13 0,42 22 0,-54-32 0,0-1 0,1 0 0,-1 0 0,0-1 0,1 0 0,0 0 0,-1-1 0,1 0 0,9-1 0,-15 0 0,0 0 0,0 0 0,0-1 0,0 1 0,0-1 0,0 0 0,0 0 0,0 0 0,0 0 0,-1-1 0,1 1 0,0-1 0,-1 1 0,1-1 0,-1 0 0,0 0 0,1 0 0,-1-1 0,0 1 0,0 0 0,-1-1 0,1 1 0,0-1 0,-1 0 0,0 1 0,1-1 0,-1 0 0,0 0 0,0 0 0,-1 0 0,1-4 0,0 1 0,0 0 0,-1 0 0,0 0 0,0 0 0,0 0 0,-1 0 0,0 0 0,0 0 0,-1 0 0,1 1 0,-1-1 0,0 0 0,-1 1 0,0-1 0,-3-5 0,3 7-124,0 0 0,-1 0 0,1 0 0,-1 1 0,0-1 0,1 1-1,-2 0 1,1 0 0,0 1 0,-6-4 0,-3 1-6702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5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24575,'2'-4'0,"-1"0"0,1 1 0,-1 0 0,1-1 0,0 1 0,0 0 0,0 0 0,1 0 0,-1 0 0,5-4 0,-5 6 0,-1 0 0,1-1 0,-1 1 0,1 0 0,0 1 0,0-1 0,-1 0 0,1 0 0,0 1 0,0-1 0,0 1 0,0 0 0,0-1 0,-1 1 0,1 0 0,0 0 0,0 0 0,0 0 0,0 1 0,0-1 0,0 1 0,3 0 0,2 3 0,0-1 0,0 1 0,0 0 0,0 1 0,-1 0 0,1 0 0,-1 0 0,7 9 0,41 52 0,-51-62 0,33 46 0,-2 1 0,-1 1 0,34 79 0,-60-112 0,0-1 0,-1 2 0,-1-1 0,0 1 0,-2-1 0,0 1 0,-2 0 0,0 0 0,-4 40 0,2-47 0,-2 0 0,1 0 0,-2 0 0,0 0 0,0 0 0,-1-1 0,-1 0 0,0 0 0,0 0 0,-1-1 0,-1 0 0,0 0 0,-1-1 0,0 0 0,-17 15 0,2-7 35,-33 18 0,17-11-1470,22-13-5391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24 24575,'4'-19'0,"-5"15"0,-3 13 0,1 1 0,0 1 0,0 0 0,1 0 0,1 0 0,0 0 0,0 0 0,1 0 0,3 21 0,3 3 0,16 50 0,-14-58 0,-1 0 0,-1 1 0,2 35 0,-8-60-90,1-2 29,-1 1 0,0-1 0,0 0 1,0 1-1,0-1 0,0 1 1,0-1-1,0 1 0,0-1 1,-1 0-1,1 1 0,-1-1 1,1 1-1,-1-1 0,1 0 0,-1 0 1,0 1-1,1-1 0,-1 0 1,-2 2-1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1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24575,'14'-12'0,"1"1"0,1 1 0,0 0 0,1 1 0,26-10 0,-32 15 0,1 0 0,1 1 0,-1 1 0,0 0 0,1 0 0,-1 2 0,1-1 0,-1 1 0,16 3 0,-3 1 0,-1 2 0,0 0 0,0 1 0,-1 2 0,0 0 0,-1 2 0,28 16 0,-24-10 0,-1 1 0,0 1 0,-1 0 0,-1 2 0,28 34 0,-42-45 0,0 1 0,-1 1 0,0-1 0,-1 1 0,0 1 0,-1-1 0,7 21 0,-12-27 0,1-1 0,-1 1 0,0 0 0,0 0 0,-1-1 0,0 1 0,0 0 0,0 0 0,-1 0 0,0-1 0,0 1 0,-1 0 0,1-1 0,-1 1 0,0-1 0,-1 1 0,1-1 0,-1 0 0,0 0 0,-6 7 0,0-1 0,-1 0 0,-1-1 0,0 0 0,0 0 0,-1-1 0,0-1 0,-1 0 0,0-1 0,-22 9 0,7-5 0,0-1 0,-1-2 0,-51 8 0,39-11-455,0-2 0,-48-4 0,77 1-6371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24575,'27'122'0,"-14"-58"0,40 118 0,-52-179-109,-1-2 19,0 0 1,1 0-1,-1 0 0,0-1 0,1 1 1,-1 0-1,1 0 0,-1 0 1,1-1-1,-1 1 0,1 0 0,0-1 1,0 2-1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2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46 24575,'-33'-7'0,"-15"-3"0,-6 0 0,3 3 0,4 1 0,5 3 0,5 1 0,4 4 0,2 1 0,-1 3 0,0 0 0,0 2 0,1 0 0,3-2 0,1 0 0,3 0 0,3-1 0,5-2-8191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24575,'12'58'0,"-3"-14"0,1 0 0,2-1 0,24 56 0,-5-35 0,-67-126-1365,24 46-5461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0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1 169 24575,'9'-10'0,"84"-76"0,-81 76 0,0 1 0,0 1 0,1 0 0,0 1 0,1 0 0,18-6 0,-21 10 0,0 0 0,0 1 0,0 1 0,1 0 0,-1 0 0,0 1 0,0 1 0,17 2 0,-13 3 0,-13-1 0,-8 0 0,-6 0-6,1 0-1,0-1 1,-1-1 0,-22 4-1,5-1-1326,6 0-5493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24575,'15'9'0,"0"-1"0,1-1 0,32 11 0,-40-16 0,0-1 0,0 1 0,0-1 0,0-1 0,0 1 0,0-1 0,0-1 0,1 0 0,-1 0 0,12-3 0,0-1-218,1 2 1,-1 0-1,1 1 0,37 2 0,-53 1-58,8-1-6550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0,-1 0 0,1 1 0,-1-1 0,1 0 0,-1 0 0,1 1 0,-1-1 0,1 0 0,-1 1 0,1-1 0,-1 0 0,1 1 0,-1-1 0,0 1 0,1 0 0,2 2 0,0 0 0,0 0 0,-1 0 0,0 1 0,4 6 0,62 140 0,9 17 0,-66-141 0,-18-33 85,-4-7-1535,3 2-5376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635 125 24575,'1'-19'0,"-1"4"0,-1-22 0,0 33 0,1 1 0,-1 0 0,1 0 0,-1-1 0,0 1 0,0 0 0,-1 0 0,1 0 0,-1 0 0,1 0 0,-1 0 0,-3-3 0,4 5 0,0 0 0,0 0 0,0 0 0,-1 0 0,1 1 0,0-1 0,-1 0 0,1 1 0,-1-1 0,1 1 0,0-1 0,-1 1 0,1 0 0,-1 0 0,1 0 0,-1 0 0,0 0 0,1 0 0,-1 0 0,1 0 0,-3 1 0,-5 1 0,1 1 0,-15 6 0,5-2 0,-10 0 0,0-1 0,0-2 0,-39 2 0,50-5 0,-274 13 0,255-12-1365,5 0-5461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36 24575,'-13'-29'0,"10"22"0,10 22 0,88 177 0,-40-78 0,59 143 0,-111-251 0,-1 0 0,0 0 0,-1 0 0,1 1 0,-1-1 0,0 1 0,0 10 0,-2-17 1,1 0 1,0 0-1,0 0 0,0 0 0,0-1 1,0 1-1,0 0 0,0 0 0,0 0 1,-1 0-1,1 0 0,0 0 0,0 0 1,0 0-1,0 0 0,0-1 0,-1 1 0,1 0 1,0 0-1,0 0 0,0 0 0,0 0 1,0 0-1,-1 0 0,1 0 0,0 0 1,0 0-1,0 0 0,0 0 0,-1 0 0,1 0 1,0 0-1,0 0 0,0 1 0,0-1 1,0 0-1,-1 0 0,1 0 0,0 0 1,0 0-1,0 0 0,0 0 0,0 0 0,0 0 1,-1 1-1,1-1 0,0 0 0,0 0 1,0 0-1,0 0 0,0 0 0,0 1 1,0-1-1,0 0 0,0 0 0,0 0 0,0 0 1,0 0-1,0 1 0,0-1 0,0 0 1,0 0-1,0 0 0,0 1 0,-8-14-1001,7 12 555,-4-9-6381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55 24575,'-30'-5'0,"-15"-1"0,-5-1 0,1 0 0,4 0 0,4 1 0,5 3 0,3 0 0,5 0 0,4-1 0,4 1 0,3 3 0,2 2 0,3 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7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0,1 1 0,0-1 0,-1 0 0,1 0 0,5 8 0,2 6 0,94 203 0,-65-150 0,-33-61 0,2-1 0,-1-1 0,1 1 0,1-1 0,10 9 0,-18-17 0,0 0 0,0 0 0,0 0 0,0 0 0,0 0 0,0 1 0,1-1 0,-1 0 0,0 0 0,0 0 0,0 0 0,0 0 0,0 0 0,1 0 0,-1 0 0,0 0 0,0 0 0,0 0 0,0 0 0,0 0 0,1 0 0,-1 0 0,0 0 0,0 0 0,0 0 0,0 0 0,0 0 0,1 0 0,-1 0 0,0-1 0,0 1 0,0 0 0,0 0 0,0 0 0,0 0 0,1 0 0,-1 0 0,0 0 0,0 0 0,0-1 0,0 1 0,0 0 0,0 0 0,0 0 0,0 0 0,0 0 0,0-1 0,0 1 0,0 0 0,0 0 0,0 0 0,1-1 0,2-13 0,-3 12 0,0 0 0,0 0 0,1 0 0,-1 0 0,1 0 0,0 0 0,1-3 0,-1 4 0,0 0 0,1 0 0,-1 0 0,0 0 0,1 0 0,-1 0 0,1 0 0,-1 0 0,1 1 0,-1-1 0,1 1 0,0-1 0,-1 1 0,1 0 0,-1-1 0,1 1 0,0 0 0,-1 0 0,1 0 0,0 0 0,-1 1 0,1-1 0,0 0 0,-1 1 0,4 0 0,3 2 0,1 1 0,-1 0 0,11 6 0,-14-7 0,190 113 0,-191-114 0,0 1 0,-1-2 0,1 1 0,1 0 0,-1-1 0,7 2 0,-11-3 0,1 0 0,0 0 0,-1 0 0,1 0 0,0 0 0,-1 0 0,1 0 0,0 0 0,-1 0 0,1 0 0,0-1 0,-1 1 0,1 0 0,0-1 0,-1 1 0,1 0 0,-1-1 0,1 1 0,0-1 0,0 0 0,-1 0 0,1 0 0,-1 1 0,1-1 0,-1 0 0,0 0 0,1 0 0,-1 0 0,0 0 0,0 0 0,0 0 0,1 0 0,-1 0 0,0 0 0,0 0 0,-1 0 0,1-2 0,-2-10-1365,0 1-5461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24575,'0'0'0,"-20"0"0,-28 4 0,43-4 0,0 1 0,1 0 0,-1 0 0,1 0 0,-1 1 0,1 0 0,0 0 0,-1 0 0,1 0 0,0 1 0,0-1 0,-3 4 0,6-5 0,0 0 0,0 0 0,0 1 0,0-1 0,0 0 0,1 0 0,-1 0 0,0 1 0,1-1 0,-1 0 0,1 1 0,-1-1 0,1 1 0,0-1 0,0 0 0,0 1 0,0-1 0,0 2 0,0 0 0,0 0 0,1 0 0,0 0 0,0-1 0,-1 1 0,2 0 0,-1 0 0,2 3 0,2 1 0,-1 0 0,2 0 0,-1-1 0,1 0 0,8 8 0,-8-9 0,1 0 0,0 0 0,0 0 0,1-1 0,0 0 0,-1-1 0,1 1 0,0-2 0,0 1 0,12 1 0,-18-3 0,1-1 0,-1 0 0,1 1 0,-1-1 0,1 0 0,-1 0 0,1-1 0,-1 1 0,1 0 0,-1-1 0,1 0 0,-1 0 0,0 1 0,1-1 0,-1 0 0,0-1 0,0 1 0,0 0 0,0-1 0,0 1 0,0-1 0,0 0 0,0 1 0,-1-1 0,1 0 0,-1 0 0,1 0 0,-1 0 0,0-1 0,1 1 0,-1 0 0,0 0 0,-1-1 0,1 1 0,0-1 0,-1 1 0,1 0 0,-1-5 0,1-49 0,-1 56 0,0 0 0,0 0 0,0 0 0,0 0 0,0 0 0,0-1 0,0 1 0,0 0 0,0 0 0,0 0 0,0 0 0,0 0 0,0 0 0,0 0 0,0 0 0,0 0 0,0-1 0,1 1 0,-1 0 0,0 0 0,0 0 0,0 0 0,0 0 0,0 0 0,0 0 0,0 0 0,0 0 0,0 0 0,0 0 0,0 0 0,0 0 0,0 0 0,1 0 0,-1 0 0,0 0 0,0-1 0,0 1 0,0 0 0,0 0 0,0 0 0,0 0 0,0 0 0,0 0 0,0 0 0,1 0 0,-1 0 0,0 0 0,0 1 0,0-1 0,0 0 0,0 0 0,0 0 0,0 0 0,0 0 0,0 0 0,1 0 0,5 6 0,5 9 0,-10-15 0,22 31 0,43 43 0,-27-32 0,-31-33-1365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24575,'94'320'0,"-69"-257"0,56 100 0,-69-141 0,-4-8-1365,-1-3-5461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8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404 97 24575,'-25'-18'0,"-11"-5"0,-1 1 0,-1 4 0,5 7 0,5 7 0,3 5 0,2 6 0,1 1 0,-2 2 0,2 2 0,-1 1 0,-2-1 0,1-1 0,5-1-8191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24575,'5'18'0,"4"8"0,3 2 0,0-1 0,0-5 0,0-4 0,-1-2 0,-1-5 0,-1 0 0,0-4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53 24575,'-2'-15'0,"-2"-2"0,4 3 0,0 8 0,4 7 0,3 8 0,1 5 0,1 5 0,0 3 0,0-1 0,-2-1 0,-1-5-8191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29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24575,'-32'-29'0,"30"28"0,-1-1 0,1 1 0,0 0 0,0-1 0,-1 1 0,1 0 0,-1 0 0,1 1 0,-1-1 0,1 0 0,-1 1 0,1 0 0,-6-1 0,7 2 0,0-1 0,0 1 0,0-1 0,0 1 0,0-1 0,0 1 0,0-1 0,0 1 0,0 0 0,0 0 0,0 0 0,0-1 0,0 1 0,1 0 0,-1 0 0,0 0 0,1 0 0,-1 0 0,1 1 0,-1-1 0,1 0 0,-1 0 0,1 0 0,0 0 0,-1 0 0,1 1 0,0-1 0,0 0 0,0 0 0,0 2 0,0 5 0,0-1 0,0 1 0,2 10 0,0-6 0,1 1 0,0 0 0,1-1 0,9 20 0,27 44 0,3 5 0,-42-80 0,-1 0 0,1 0 0,-1 0 0,1 1 0,-1-1 0,1 0 0,-1 0 0,0 1 0,1-1 0,-1 0 0,0 1 0,0-1 0,0 0 0,0 0 0,0 1 0,0-1 0,-1 0 0,1 1 0,0-1 0,-1 0 0,1 0 0,-1 1 0,1-1 0,-2 2 0,0-2 0,1 1 0,-1-1 0,0 0 0,1 0 0,-1 0 0,0 0 0,0-1 0,0 1 0,0 0 0,0-1 0,0 1 0,0-1 0,0 0 0,0 0 0,-3 0 0,-83-1 81,43 0-1527,25 1-5380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109 217 24575,'28'121'0,"-40"-166"0,-26-62 0,30 90 0,0 0 0,-1 0 0,-1 1 0,0 0 0,-1 1 0,-20-21 0,53 64 0,-3-13 0,0 0 0,1-2 0,1 0 0,24 11 0,-28-16 0,1-1 0,0 0 0,1-1 0,-1-1 0,35 5 0,-38-8 0,-1-1 0,1 0 0,0-1 0,0-1 0,0-1 0,-1 0 0,1-1 0,16-5 0,-27 7 0,0-1 0,0 1 0,0-1 0,0-1 0,0 1 0,0 0 0,0-1 0,-1 0 0,1 0 0,-1 0 0,0 0 0,0-1 0,0 1 0,0-1 0,-1 1 0,0-1 0,1 0 0,2-7 0,-4 7 0,0 0 0,0 0 0,0 0 0,-1 0 0,1 0 0,-1 0 0,0 0 0,0 1 0,0-1 0,-1 0 0,1 0 0,-1 0 0,0 0 0,0 0 0,-1 0 0,1 1 0,-1-1 0,1 0 0,-1 1 0,0 0 0,-4-5 0,3 4 0,0 0 0,-1 0 0,1 1 0,-1-1 0,0 1 0,0 0 0,0 0 0,0 1 0,-9-5 0,11 6 0,0 0 0,0 0 0,0 1 0,0-1 0,0 1 0,0 0 0,0-1 0,0 1 0,0 0 0,0 0 0,0 0 0,0 1 0,0-1 0,0 0 0,0 1 0,0-1 0,0 1 0,0 0 0,0-1 0,0 1 0,1 0 0,-1 0 0,0 1 0,1-1 0,-1 0 0,-2 3 0,0 0 0,0 1 0,1 0 0,0 0 0,0 0 0,0 0 0,1 1 0,-1-1 0,1 1 0,1-1 0,-1 1 0,1 0 0,0 0 0,0 0 0,1 0 0,-1-1 0,1 1 0,2 12 0,-1-10 0,0 0 0,1 0 0,0 0 0,0 0 0,1 0 0,0 0 0,0 0 0,1-1 0,0 0 0,0 0 0,1 0 0,7 8 0,-3-5 14,0-1-1,1 0 0,0-1 0,1 0 1,0-1-1,0 0 0,0 0 1,15 5-1,-17-9-119,-1 0 0,1-1 0,-1 0 0,1 0 0,0-1 0,0 0-1,-1-1 1,1 1 0,0-2 0,0 1 0,0-1 0,0-1 0,8-2 0,-4 0-6720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1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183 462 24575,'-33'3'0,"-37"4"0,63-6 0,0 0 0,0 1 0,0 0 0,0 1 0,0-1 0,-13 8 0,19-9 0,0 0 0,0-1 0,0 1 0,0 0 0,0 0 0,0-1 0,0 1 0,0 0 0,0 0 0,0 0 0,0 0 0,1 0 0,-1 0 0,0 1 0,1-1 0,-1 0 0,1 0 0,-1 0 0,1 1 0,0-1 0,-1 0 0,1 0 0,0 1 0,0 0 0,0 0 0,1 0 0,-1 0 0,1 0 0,0 0 0,-1-1 0,1 1 0,0 0 0,0-1 0,0 1 0,1 0 0,-1-1 0,0 1 0,0-1 0,3 2 0,5 4 0,0 0 0,1-1 0,0 0 0,11 6 0,-10-7 0,1 0 0,0 0 0,12 2 0,-18-5 0,-1-1 0,0 0 0,0-1 0,1 1 0,-1-1 0,0 0 0,1 0 0,-1-1 0,10-1 0,-13 1 0,-1 0 0,1 0 0,0 0 0,0 0 0,-1 0 0,1 0 0,-1-1 0,1 1 0,-1 0 0,0-1 0,1 1 0,-1-1 0,0 1 0,0-1 0,0 0 0,0 1 0,0-1 0,-1 0 0,1 0 0,0 0 0,-1 0 0,1 0 0,-1 1 0,0-1 0,0 0 0,0 0 0,0 0 0,0 0 0,0 0 0,0 0 0,0 0 0,-1 0 0,1 0 0,-1 0 0,0 0 0,1 1 0,-1-1 0,0 0 0,0 0 0,0 1 0,0-1 0,0 1 0,-1-1 0,1 1 0,0-1 0,-2 0 0,2 1 0,1 1 0,0 0 0,-1-1 0,1 1 0,0 0 0,-1 0 0,1-1 0,-1 1 0,1 0 0,-1 0 0,1 0 0,0-1 0,-1 1 0,1 0 0,-1 0 0,1 0 0,-1 0 0,1 0 0,-1 0 0,1 0 0,-1 0 0,1 0 0,-1 0 0,1 0 0,0 0 0,-1 0 0,1 1 0,-1-1 0,1 0 0,-1 0 0,1 0 0,0 1 0,-1-1 0,1 0 0,-1 1 0,1-1 0,-1 1 0,1 0 0,0-1 0,-1 1 0,1 0 0,0-1 0,0 1 0,0 0 0,-1-1 0,1 1 0,0 0 0,0 0 0,0-1 0,0 1 0,0 0 0,0-1 0,1 1 0,-1 0 0,0 0 0,0-1 0,0 1 0,1 0 0,0 2 0,1 0 0,-1 0 0,1-1 0,0 1 0,-1-1 0,1 1 0,0-1 0,1 0 0,-1 0 0,0 0 0,1 0 0,-1 0 0,4 2 0,-1-2 0,0 1 0,0-1 0,1 0 0,-1-1 0,0 1 0,1-1 0,5 1 0,-2-2 0,0 1 0,0-1 0,0 0 0,1-1 0,-1 0 0,0-1 0,-1 0 0,18-6 0,-21 6 0,0 0 0,0-1 0,-1 0 0,1 0 0,-1 0 0,1 0 0,-1-1 0,0 0 0,0 1 0,-1-2 0,1 1 0,3-6 0,-3 2 0,0 1 0,0-1 0,-1 1 0,0-1 0,-1 0 0,0 0 0,2-12 0,-2-1 0,-1-1 0,-1 1 0,-1 0 0,-1-1 0,-6-29 0,-1 9 0,-2 1 0,-1 1 0,-19-40 0,23 61 0,0 1 0,-2 0 0,-12-17 0,22 35 0,-1-1 0,1 0 0,-1 0 0,1 1 0,-1-1 0,1 0 0,-1 1 0,0-1 0,0 1 0,1-1 0,-1 1 0,0-1 0,0 1 0,1-1 0,-1 1 0,-1-1 0,2 1 0,-1 0 0,1 0 0,0 1 0,-1-1 0,1 0 0,0 0 0,0 0 0,-1 0 0,1 0 0,0 1 0,-1-1 0,1 0 0,0 0 0,0 0 0,-1 1 0,1-1 0,0 0 0,0 0 0,0 1 0,-1-1 0,1 0 0,0 0 0,0 1 0,0-1 0,0 0 0,0 1 0,0-1 0,-1 1 0,1 2 0,-1 0 0,1 1 0,0-1 0,-1 0 0,1 1 0,1-1 0,0 4 0,3 18 0,2-1 0,15 38 0,25 44 0,-24-61 0,2-1 0,37 51 0,-40-67 0,1 0 0,1-2 0,54 47 0,-70-67-136,-1-1-1,2 1 1,-1-1-1,0-1 1,1 1-1,0-2 1,0 1-1,0-1 0,13 4 1,-9-6-6690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73 24575,'-28'-12'0,"-14"-5"0,-4 1 0,2 3 0,4 4 0,6 4 0,5 4 0,3 3 0,5 4 0,3 0 0,4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2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24575,'10'21'0,"0"-1"0,0 1 0,1-2 0,1 1 0,26 30 0,-19-29 0,2-1 0,24 20 0,-37-34 0,0 0 0,1-1 0,0 0 0,0 0 0,0 0 0,0-2 0,1 1 0,0-1 0,14 3 0,-21-6 0,-1 1 0,1-1 0,0 0 0,-1 0 0,1 0 0,0 0 0,-1 0 0,1-1 0,-1 1 0,1-1 0,-1 0 0,1 0 0,-1 0 0,1 0 0,-1 0 0,0 0 0,1 0 0,-1-1 0,0 1 0,0-1 0,3-3 0,-3 2 0,0 0 0,0 1 0,0-1 0,-1 0 0,1 0 0,-1 0 0,0-1 0,0 1 0,0 0 0,0 0 0,-1-1 0,1 1 0,-1 0 0,0 0 0,0-1 0,-1-6 0,-3-12 0,0 1 0,-2-1 0,-10-24 0,10 29 0,0-1 0,1 1 0,0-1 0,2-1 0,-2-24 0,5 41-24,0 5 80,0 5-1453,1 2-5429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3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10 24575,'-9'-3'0,"0"1"0,0 0 0,-1 1 0,1 0 0,0 1 0,-13 0 0,20 1 0,0-1 0,0 0 0,0 1 0,0-1 0,0 1 0,0-1 0,0 1 0,0 0 0,0 0 0,0 0 0,0 0 0,0 0 0,1 1 0,-1-1 0,0 0 0,1 1 0,-1-1 0,1 1 0,0 0 0,0 0 0,-1-1 0,1 1 0,0 0 0,0 0 0,0 0 0,1 0 0,-1 0 0,0 0 0,1 0 0,0 0 0,-1 0 0,1 0 0,0 3 0,0 2 0,0 0 0,1 0 0,-1-1 0,2 1 0,-1 0 0,1 0 0,0-1 0,0 1 0,1-1 0,-1 0 0,8 12 0,-8-15 0,0 0 0,0 0 0,0 0 0,1 0 0,-1-1 0,1 1 0,-1-1 0,1 1 0,0-1 0,0 0 0,0 0 0,0 0 0,0-1 0,0 1 0,1-1 0,-1 0 0,0 0 0,1 0 0,-1 0 0,1 0 0,-1-1 0,1 1 0,0-1 0,5-1 0,-7 1 0,0 0 0,-1-1 0,1 1 0,0-1 0,0 1 0,-1-1 0,1 0 0,0 0 0,-1 0 0,1 0 0,-1 0 0,1 0 0,-1 0 0,0 0 0,1-1 0,0-1 0,0 0 0,0 0 0,0 0 0,0 0 0,-1 0 0,1 0 0,-1-1 0,2-5 0,-1-4 0,0 0 0,-1 0 0,0-19 0,-2 16 0,0-9 0,2 19 0,1 10 0,3 10 0,0 0 0,1 0 0,1-1 0,0 0 0,1 0 0,0 0 0,1-1 0,0 0 0,1-1 0,0 0 0,15 12 0,-21-20 0,0-1 0,-1 1 0,1-1 0,0 1 0,0-1 0,0 0 0,1-1 0,-1 1 0,0-1 0,1 1 0,-1-2 0,1 1 0,7 0 0,-10-1 0,1 0 0,-1 0 0,0 0 0,1-1 0,-1 1 0,1-1 0,-1 0 0,0 0 0,0 1 0,0-1 0,1-1 0,-1 1 0,0 0 0,0-1 0,0 1 0,-1-1 0,1 1 0,0-1 0,-1 0 0,1 0 0,-1 1 0,1-1 0,-1 0 0,0-1 0,0 1 0,0 0 0,1-3 0,5-23-1365,-6 14-5461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4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208 710 24575,'10'-17'0,"-1"-1"0,-2 0 0,1 0 0,-2 0 0,7-32 0,-11 37 0,-1 0 0,0-1 0,0 1 0,-2-1 0,0 1 0,0-1 0,-1 1 0,-7-26 0,-6-1 0,-2 1 0,-35-62 0,33 66 0,-76-142 0,93 174 0,0-1 0,0 0 0,-1 0 0,0 0 0,-4-5 0,7 9 0,0-1 0,-1 1 0,1 0 0,0-1 0,-1 1 0,1 0 0,0-1 0,-1 1 0,1 0 0,-1 0 0,1 0 0,-1-1 0,1 1 0,0 0 0,-1 0 0,1 0 0,-1 0 0,1 0 0,-1 0 0,1 0 0,-1 0 0,0 0 0,0 1 0,1-1 0,-1 0 0,1 1 0,-1-1 0,1 1 0,-1-1 0,1 1 0,-1-1 0,1 1 0,-1-1 0,1 1 0,0-1 0,-1 1 0,1 0 0,0-1 0,0 1 0,0 0 0,-1 1 0,-3 14 0,0 0 0,1 1 0,-2 30 0,4 52 0,2-56 0,-1-21 0,1-1 0,1 1 0,1-1 0,1 0 0,1 0 0,0 0 0,11 24 0,-11-33 0,1-1 0,0 0 0,0-1 0,1 0 0,0 0 0,1 0 0,0-1 0,1 0 0,0-1 0,0 1 0,1-2 0,0 0 0,0 0 0,12 6 0,-11-8 0,1-1 0,-1-1 0,1 1 0,0-2 0,-1 0 0,1 0 0,0-1 0,0-1 0,0 0 0,0 0 0,0-1 0,21-5 0,-27 5 0,-1-1 0,1 0 0,-1-1 0,1 1 0,-1-1 0,0 0 0,0-1 0,-1 1 0,1-1 0,-1 0 0,1 0 0,-1 0 0,0-1 0,-1 1 0,5-8 0,-5 8 0,0-1 0,0 0 0,-1 0 0,1 0 0,-1 0 0,-1-1 0,1 1 0,-1 0 0,0-1 0,0 1 0,0-1 0,-1 1 0,0-1 0,0 1 0,0-1 0,-2-8 0,2 13 0,-1 0 0,1-1 0,0 1 0,-1 0 0,1 0 0,-1 0 0,1 0 0,-1 0 0,0 0 0,1 0 0,-2-1 0,1 2 0,1-1 0,0 1 0,0 0 0,-1 0 0,1 0 0,0-1 0,0 1 0,-1 0 0,1 0 0,0 0 0,-1 0 0,1 0 0,0 0 0,-1 0 0,1 0 0,0 0 0,-1 0 0,1 0 0,0 0 0,-1 0 0,1 0 0,0 0 0,0 0 0,-1 0 0,1 0 0,-1 0 0,0 1 0,0 0 0,1 0 0,-1 0 0,0-1 0,0 1 0,1 0 0,-1 0 0,1 0 0,-1 0 0,1 0 0,-1 0 0,1 0 0,0 0 0,-1 0 0,1 0 0,0 0 0,0 1 0,0-1 0,0 0 0,0 0 0,0 0 0,0 2 0,1 5 0,1 0 0,0-1 0,0 1 0,0-1 0,1 1 0,0-1 0,1 0 0,-1 0 0,2 0 0,-1 0 0,1-1 0,0 0 0,11 12 0,-8-11 0,0 1 0,1-1 0,0 0 0,0-1 0,0 0 0,1 0 0,0-1 0,0 0 0,16 4 0,-23-8 0,-1-1 0,1 1 0,0-1 0,0 1 0,0-1 0,0 0 0,0 0 0,0-1 0,0 1 0,0-1 0,-1 1 0,1-1 0,0 0 0,0 0 0,-1 0 0,1 0 0,0-1 0,-1 1 0,1-1 0,-1 1 0,0-1 0,1 0 0,2-3 0,1-2 0,-1 1 0,0-1 0,0 0 0,-1 0 0,0 0 0,0-1 0,2-7 0,-5 13 0,-1 0 0,1 1 0,-1-1 0,1 1 0,0-1 0,0 1 0,0 0 0,0-1 0,0 1 0,2-2 0,-2 2 0,0 1 0,0 0 0,-1-1 0,1 1 0,0 0 0,0 0 0,0 0 0,-1 0 0,1 0 0,0 0 0,0 0 0,-1 0 0,1 0 0,0 0 0,0 0 0,0 0 0,-1 0 0,1 1 0,0-1 0,0 0 0,-1 1 0,1-1 0,0 1 0,-1-1 0,2 1 0,21 13 0,0-1 0,1-1 0,0-1 0,1-1 0,49 13 0,-37-15 0,0-2 0,38 2 0,-65-7 0,0-1 0,0 0 0,0-1 0,-1 0 0,1 0 0,0-1 0,-1-1 0,1 1 0,-1-2 0,0 1 0,0-1 0,0 0 0,10-7 0,-16 8 0,1 0 0,-1 0 0,1 0 0,-1 0 0,0-1 0,0 1 0,-1-1 0,1 0 0,-1 0 0,0 0 0,0 0 0,0 0 0,0 0 0,-1-1 0,0 1 0,1-1 0,-2 1 0,2-6 0,-2 4 0,0 0 0,0-1 0,-1 1 0,0-1 0,0 1 0,-1 0 0,1-1 0,-1 1 0,0 0 0,-1 0 0,0 0 0,-4-6 0,-4-6 0,-1 0 0,-20-24 0,28 37 0,0 1 0,0 0 0,0 0 0,-1 0 0,1 0 0,-1 1 0,0 0 0,0 0 0,0 0 0,0 1 0,0-1 0,-1 1 0,1 1 0,-9-3 0,12 4 0,0 0 0,0 1 0,0-1 0,0 0 0,0 1 0,0-1 0,0 1 0,1-1 0,-1 1 0,0 0 0,0 0 0,1 0 0,-1 0 0,0 0 0,1 1 0,-1-1 0,1 0 0,0 1 0,-1-1 0,1 1 0,0-1 0,0 1 0,0-1 0,0 1 0,0 0 0,0 0 0,0 0 0,0 2 0,-2 3 0,1 0 0,0 1 0,0-1 0,0 1 0,1-1 0,0 9 0,1-5 0,1 1 0,0-1 0,1 1 0,0-1 0,1 0 0,1 0 0,-1 0 0,2 0 0,-1-1 0,7 11 0,3 3 0,2 0 0,35 41 0,-50-63-41,10 11 124,18 15 0,-26-25-218,0 0-1,0-1 1,1 1-1,-1-1 1,1 0-1,0 0 1,0 0-1,0-1 1,0 1-1,8 1 1,0-2-6691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5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213 529 24575,'-22'-12'0,"-52"-26"0,65 34 0,0 0 0,-1 1 0,1 0 0,-1 1 0,-19-3 0,27 5 0,0 0 0,0 0 0,0 0 0,1 0 0,-1 0 0,0 0 0,0 0 0,1 1 0,-1-1 0,0 1 0,1-1 0,-1 1 0,1 0 0,-1 0 0,0-1 0,-2 3 0,3-2 0,0 0 0,1 0 0,-1 1 0,0-1 0,0 0 0,1 0 0,-1 0 0,1 1 0,-1-1 0,1 0 0,0 1 0,-1-1 0,1 0 0,0 1 0,0-1 0,0 0 0,0 2 0,0 3 0,1 0 0,0-1 0,1 1 0,-1-1 0,1 1 0,0-1 0,0 0 0,6 9 0,7 11 0,35 44 0,-39-57 0,0 0 0,1 0 0,1-1 0,25 18 0,-36-28 0,-1 0 0,1 0 0,0 0 0,0 0 0,0 0 0,0 0 0,0 0 0,0-1 0,0 1 0,0-1 0,0 0 0,0 1 0,0-1 0,1 0 0,-1 0 0,0 0 0,0-1 0,0 1 0,0 0 0,4-2 0,-4 1 0,1-1 0,-1 1 0,0-1 0,0 0 0,0 1 0,0-1 0,0 0 0,0 0 0,-1 0 0,1 0 0,0-1 0,-1 1 0,0 0 0,0-1 0,0 1 0,2-4 0,0-6 0,0 0 0,0 1 0,-1-1 0,0 0 0,-1 0 0,-1-15 0,-1 5 0,0 1 0,-8-35 0,-8-5 0,-2 1 0,-47-99 0,1 2 0,48 103 0,16 115 0,4-41 0,0 0 0,1 0 0,1 0 0,1 0 0,1-1 0,13 26 0,65 107 0,-77-138 0,45 63 32,-34-52-497,-2 0-1,27 54 0,-39-68-6360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24575,'-3'0'0,"0"3"0,2 3 0,2 3 0,3 2 0,3 3 0,1 3 0,1-1 0,2-1 0,1 0 0,-1-1 0,0-2 0,-2 0 0,0-4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24575,'2'-10'0,"2"-1"0,-1 4 0,-1 8 0,0 7 0,-1 1-8191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431 299 24575,'-40'-48'0,"-2"2"0,-2 1 0,-63-49 0,89 81 0,-29-17 0,40 26 0,0 1 0,0 0 0,-1 0 0,1 1 0,-1 0 0,1 0 0,-16-2 0,21 4 0,0 0 0,1 0 0,-1 0 0,0 1 0,0-1 0,0 0 0,0 1 0,1-1 0,-1 1 0,0-1 0,0 1 0,1 0 0,-1 0 0,0 0 0,1 0 0,-1 0 0,-1 2 0,1-1 0,0 0 0,0 1 0,1-1 0,-1 1 0,0-1 0,1 1 0,0 0 0,0-1 0,-2 6 0,0 5 0,1 0 0,0 0 0,1 26 0,0-31 0,2 50 0,2 0 0,3 0 0,2-1 0,3 0 0,34 104 0,26 45 0,-44-139 0,35 64 0,-60-126 0,10 19 0,-12-23 0,1 0 0,-1 0 0,0 0 0,1 0 0,-1 0 0,0 0 0,0 0 0,0-1 0,0 1 0,0 0 0,0 0 0,0 0 0,0 0 0,0 0 0,0 0 0,-1 0 0,1 0 0,0 0 0,0 0 0,-1-1 0,1 1 0,-2 2 0,-3-1-1365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36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393 89 24575,'-27'-13'0,"-15"-4"0,-5 1 0,1 1 0,3 3 0,3 3 0,5 3 0,2 6 0,2 2 0,4 1 0,6 0-8191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2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90 24575,'-8'-7'0,"-1"1"0,1 0 0,-1 1 0,-1 0 0,1 0 0,-14-4 0,-4-4 0,12 7 0,-1 0 0,0 1 0,0 0 0,0 1 0,0 1 0,0 1 0,-1 0 0,1 1 0,-18 2 0,18-1 0,-3 0 0,-25 3 0,37-1 0,0-1 0,0 1 0,1 0 0,-1 0 0,1 1 0,-1 0 0,-6 4 0,9-4 0,0-1 0,1 0 0,-1 1 0,1 0 0,-1 0 0,1 0 0,0 1 0,1-1 0,-1 1 0,0-1 0,1 1 0,0 0 0,-4 8 0,4-4 0,0 0 0,1 0 0,-1 0 0,1 1 0,1-1 0,0 13 0,0-9 0,1 0 0,0 0 0,0 0 0,4 12 0,-4-20 0,1 0 0,-1-1 0,0 1 0,1-1 0,0 1 0,0-1 0,0 0 0,0 0 0,0 0 0,1 0 0,-1 0 0,1 0 0,0-1 0,0 1 0,0-1 0,7 4 0,-2 0 0,1-2 0,0 1 0,1-1 0,-1 0 0,1-1 0,0 0 0,0-1 0,0 0 0,17 1 0,-20-3 0,1 0 0,-1 0 0,0-1 0,0 0 0,1 0 0,-1-1 0,13-4 0,-16 4 0,0 0 0,-1 0 0,1 0 0,-1-1 0,0 1 0,0-1 0,0 0 0,0 0 0,0 0 0,0 0 0,-1 0 0,0-1 0,1 1 0,-1-1 0,2-5 0,-1 0 0,0 0 0,-1 0 0,0 0 0,-1 0 0,0 0 0,0 0 0,-1 0 0,0-10 0,1-22 0,-1 41 0,0-1 0,0 1 0,0-1 0,0 1 0,0-1 0,0 0 0,0 1 0,0-1 0,0 1 0,0-1 0,1 0 0,-1 1 0,0-1 0,0 1 0,1-1 0,-1 1 0,0-1 0,1 1 0,-1-1 0,1 1 0,0-1 0,-1 1 0,0 0 0,1 0 0,-1 0 0,1 0 0,-1 0 0,1 0 0,-1 0 0,1 0 0,-1 0 0,0 1 0,1-1 0,-1 0 0,1 0 0,-1 0 0,0 0 0,1 1 0,-1-1 0,0 0 0,1 1 0,-1-1 0,0 0 0,1 1 0,19 25 0,-15-19 0,5 4 0,1-1 0,0 0 0,0 0 0,1-1 0,20 12 0,-26-19-1365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41 24575,'-9'-7'0,"0"1"0,-1 0 0,-14-6 0,20 10 0,1 0 0,-1 1 0,0 0 0,0 0 0,0 0 0,1 0 0,-1 1 0,0-1 0,0 1 0,0 0 0,0 0 0,0 1 0,-5 0 0,8-1 0,0 1 0,0-1 0,0 0 0,0 1 0,0-1 0,0 1 0,0-1 0,0 1 0,1-1 0,-1 1 0,0 0 0,0-1 0,0 1 0,1 0 0,-1 0 0,0 0 0,1 0 0,-1-1 0,1 1 0,-1 0 0,0 2 0,1-1 0,-1 0 0,1 0 0,0 0 0,-1 1 0,1-1 0,0 0 0,0 0 0,1 1 0,0 3 0,1 4 0,2-1 0,-1 1 0,8 14 0,-10-21 0,8 17 0,-1 1 0,-1 1 0,7 39 0,4 70 0,-15-104 0,18 175 0,-7-123 0,-14-78 0,0 0 0,1 0 0,-1 0 0,0 0 0,1-1 0,-1 1 0,0 0 0,1 0 0,-1 0 0,1 0 0,0-1 0,-1 1 0,1 0 0,0 0 0,-1-1 0,1 1 0,0-1 0,0 1 0,0 0 0,-1-1 0,1 1 0,0-1 0,0 0 0,0 1 0,0-1 0,0 0 0,0 0 0,0 1 0,0-1 0,0 0 0,0 0 0,0 0 0,0 0 0,0 0 0,0 0 0,0-1 0,0 1 0,0 0 0,8-2 0,-1 0 0,0-1 0,13-5 0,-9 4 0,2 0 0,0 0 0,0 2 0,0 0 0,0 0 0,21 1 0,9 0 0,-31-1-1365,-4-1-5461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3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24575,'-1'-8'0,"1"0"0,1 14 0,1 2 0,0 0 0,0 0 0,0 0 0,1 0 0,0-1 0,1 1 0,0-1 0,0 0 0,0 0 0,1 0 0,0-1 0,0 0 0,1 0 0,0 0 0,7 6 0,-11-11 0,-1 0 0,0 0 0,0 0 0,1-1 0,-1 1 0,0 0 0,1-1 0,-1 1 0,1-1 0,-1 0 0,1 1 0,-1-1 0,1 0 0,-1 0 0,1 0 0,-1 0 0,1 0 0,-1 0 0,1 0 0,-1-1 0,1 1 0,1-1 0,-1 0 0,0 0 0,0-1 0,0 1 0,0 0 0,-1-1 0,1 0 0,0 1 0,-1-1 0,0 0 0,1 0 0,-1 0 0,0 0 0,2-2 0,0-5 0,1 1 0,-1-1 0,-1 0 0,0 0 0,0 0 0,1-12 0,-3 3 0,-1 15 0,1 0 0,0 0 0,0-1 0,0 1 0,0 0 0,0 0 0,1 0 0,0 0 0,-1 0 0,1 0 0,0 1 0,0-1 0,0 0 0,3-3 0,-4 5 0,1 1 0,-1 0 0,1-1 0,-1 1 0,1 0 0,-1 0 0,1-1 0,-1 1 0,1 0 0,-1 0 0,1 0 0,-1 0 0,1 0 0,-1 0 0,1 0 0,0 0 0,-1 0 0,1 0 0,-1 0 0,1 0 0,-1 0 0,1 0 0,-1 0 0,1 1 0,-1-1 0,1 0 0,-1 0 0,1 1 0,-1-1 0,1 0 0,0 1 0,15 14 0,-13-12 0,16 15 0,12 14 0,37 28 0,-62-55-115,13 9 359,-18-13-306,-1-1 0,1 1-1,0-1 1,-1 1 0,1-1 0,-1 1-1,1-1 1,-1 1 0,0 0 0,1-1-1,-1 1 1,0 0 0,1-1 0,-1 1-1,0 0 1,0-1 0,1 1-1,-1 0 1,0 0 0,0-1 0,0 1-1,0 0 1,0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4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24575,'14'-6'0,"1"1"0,0 1 0,0 0 0,0 1 0,1 1 0,-1 1 0,27 0 0,-33 1 0,1 2 0,0-1 0,-1 1 0,1 1 0,-1 0 0,0 0 0,0 1 0,0 0 0,0 0 0,-1 1 0,0 0 0,0 1 0,11 9 0,-15-12 0,-1 0 0,1 0 0,-1 0 0,0 1 0,0 0 0,0-1 0,-1 1 0,1 0 0,-1 0 0,0 1 0,0-1 0,0 0 0,-1 1 0,1-1 0,-1 1 0,0-1 0,-1 1 0,1 0 0,-1-1 0,0 1 0,0 0 0,0-1 0,-1 1 0,1 0 0,-1-1 0,0 1 0,-1-1 0,1 1 0,-3 5 0,-6 12 0,5-14 0,1 0 0,1 1 0,0 0 0,0-1 0,0 1 0,1 0 0,-1 13 0,3-12 0,-1 0 0,1 0 0,1 0 0,0 0 0,1 1 0,0-2 0,0 1 0,1 0 0,0 0 0,1-1 0,0 1 0,0-1 0,1 0 0,0-1 0,7 9 0,-7-10 0,16 20 0,-1 2 0,27 51 0,-46-79 0,0 0 0,-1 0 0,1 0 0,-1 0 0,0 1 0,1-1 0,-1 0 0,0 0 0,0 0 0,0 0 0,0 1 0,1-1 0,-2 0 0,1 0 0,0 0 0,0 1 0,0-1 0,0 0 0,-1 0 0,1 0 0,-1 0 0,1 0 0,-1 2 0,-1-2 0,1 1 0,0-1 0,-1 0 0,1 0 0,-1 1 0,0-1 0,1 0 0,-1-1 0,0 1 0,1 0 0,-1 0 0,0-1 0,-2 1 0,-6 2 0,-1-2 0,0 1 0,-20-1 0,30-1 0,-189-2-1365,173 2-5461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 1 24575,'-74'-1'0,"-82"2"0,130 2 66,-40 9 1,-11 2-1565,63-13-5328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45 24575,'-30'-8'0,"-12"-2"0,-5 1 0,1 1 0,4 2 0,6 3 0,4 4 0,3 1 0,3 4 0,2 0 0,-1 0 0,2 0 0,2 0 0,5-1-8191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5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24575,'105'115'0,"-69"-72"0,3-1 0,78 66 0,-114-107 0,0 2 0,-1-1 0,1 0 0,-1 0 0,1 1 0,-1-1 0,3 6 0,-5-8 0,1 1 0,-1 0 0,0 0 0,1 0 0,-1 0 0,0 0 0,0-1 0,0 1 0,0 0 0,0 0 0,0 0 0,0 0 0,0 0 0,0 0 0,0 0 0,0-1 0,-1 1 0,1 0 0,0 0 0,-1 0 0,1 0 0,0-1 0,-1 1 0,1 0 0,-1 0 0,1-1 0,-1 1 0,0 0 0,1-1 0,-1 1 0,0 0 0,1-1 0,-3 1 0,-6 6 0,-1-2 0,-1 0 0,1 0 0,-1-1 0,1 0 0,-17 4 0,-5 1 0,-71 30 71,-36 12-1507,120-46-5390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6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14 24575,'3'-12'0,"-5"10"0,-3 7 0,-12 17 0,-1-1 0,-1-1 0,0 0 0,-2-2 0,0 0 0,-1-2 0,-1 0 0,0-2 0,-1 0 0,-47 19 0,69-33 0,0 1 0,1 0 0,-1-1 0,1 1 0,-1 0 0,1 0 0,-1 0 0,1 0 0,-1 1 0,1-1 0,0 0 0,-1 0 0,1 1 0,0-1 0,0 1 0,0-1 0,0 1 0,0-1 0,1 1 0,-2 3 0,2-3 0,0 0 0,-1 1 0,1-1 0,0 1 0,1-1 0,-1 0 0,0 1 0,1-1 0,-1 0 0,1 1 0,0-1 0,0 0 0,2 4 0,1 1 0,0 0 0,1 0 0,0-1 0,1 1 0,-1-1 0,1 0 0,0-1 0,8 6 0,13 5 0,0-1 0,2-1 0,-1-1 0,45 12 0,34 16 0,-88-33-58,-12-6-129,-1 1 0,0-1 1,0 1-1,-1 0 0,1 1 1,6 4-1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7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24 24575,'0'-1'0,"-1"-1"0,0 0 0,1 0 0,-1 1 0,0-1 0,0 0 0,0 1 0,0-1 0,-1 1 0,1-1 0,0 1 0,-2-2 0,2 3 0,1 0 0,0 0 0,-1-1 0,1 1 0,-1 0 0,1 0 0,0 0 0,-1 0 0,1 0 0,-1-1 0,1 1 0,-1 0 0,1 0 0,0 0 0,-1 0 0,1 0 0,-1 0 0,1 1 0,0-1 0,-1 0 0,1 0 0,-1 0 0,0 1 0,0-1 0,1 1 0,-1-1 0,0 1 0,1 0 0,-1 0 0,0-1 0,1 1 0,-1 0 0,1 0 0,-1-1 0,1 1 0,-1 2 0,-6 16 0,1 0 0,2 1 0,0 0 0,-3 38 0,3-22 0,-6 100 0,7-83 0,-13 81 0,11-113 0,3-13 0,0-1 0,1 1 0,0-1 0,-1 10 0,13-34 0,32-59 0,-4-2 0,30-82 0,-63 141 0,-1 1 0,-1 0 0,-1-1 0,-1 0 0,0 0 0,-1 0 0,-1 0 0,-4-24 0,4 42 0,0 0 0,0 1 0,0-1 0,0 0 0,0 1 0,0-1 0,0 0 0,0 0 0,-1 1 0,1-1 0,0 0 0,0 1 0,-1-1 0,1 0 0,-1 1 0,1-1 0,-1 0 0,1 1 0,-1-1 0,1 1 0,-1-1 0,0 1 0,1 0 0,-1 1 0,1-1 0,-1 0 0,1 1 0,-1-1 0,1 1 0,0-1 0,-1 1 0,1-1 0,-1 1 0,1-1 0,0 1 0,0-1 0,-1 1 0,1-1 0,0 1 0,0-1 0,0 1 0,0 0 0,0-1 0,0 1 0,-1-1 0,1 1 0,1-1 0,-1 1 0,0 1 0,0 6 0,0 0 0,0 1 0,1-1 0,0 0 0,1 0 0,0 0 0,0 1 0,1-2 0,0 1 0,0 0 0,1-1 0,0 1 0,7 9 0,8 10 0,1-2 0,25 25 0,-3-6 0,3-2 0,74 53 0,-118-94 0,1 0 0,-1 0 0,0 0 0,1 0 0,-1 0 0,0 0 0,0 1 0,0-1 0,0 0 0,0 1 0,1 2 0,-2-4 0,0 0 0,0 0 0,0 1 0,1-1 0,-1 0 0,0 0 0,-1 0 0,1 1 0,0-1 0,0 0 0,0 0 0,0 0 0,0 0 0,0 1 0,0-1 0,0 0 0,0 0 0,0 0 0,0 0 0,0 0 0,0 1 0,-1-1 0,1 0 0,0 0 0,0 0 0,0 0 0,0 0 0,0 0 0,0 0 0,-1 0 0,1 1 0,0-1 0,0 0 0,0 0 0,0 0 0,-1 0 0,-13-1 0,-148-43 0,103 26 0,-89-16 0,99 30-1365,37 4-5461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81 24575,'-2'-17'0,"1"9"0,0 0 0,0 0 0,-1 0 0,0 0 0,0 1 0,-4-9 0,6 16 0,0 0 0,0 1 0,0-1 0,0 0 0,-1 1 0,1-1 0,0 0 0,0 0 0,0 1 0,0-1 0,0 0 0,0 0 0,0 0 0,-1 1 0,1-1 0,0 0 0,0 0 0,0 0 0,0 1 0,-1-1 0,1 0 0,0 0 0,0 0 0,0 0 0,-1 1 0,1-1 0,0 0 0,0 0 0,-1 0 0,1 0 0,0 0 0,0 0 0,-1 0 0,1 0 0,0 0 0,0 0 0,-1 0 0,1 0 0,0 0 0,-1 0 0,1 0 0,0 0 0,0 0 0,-1 0 0,1 0 0,0 0 0,0 0 0,-1-1 0,1 1 0,0 0 0,0 0 0,0 0 0,-1 0 0,1-1 0,0 1 0,0 0 0,0 0 0,0 0 0,-1-1 0,1 1 0,0 0 0,0 0 0,0-1 0,0 1 0,0 0 0,0 0 0,0-1 0,0 1 0,-7 22 0,7-21 0,-8 42 0,-5 69 0,12-89 0,2 0 0,0-1 0,1 1 0,10 42 0,-4-37 60,19 48 0,-23-66-225,0-1 0,1 1 0,1-1 0,0 0 0,0 0 0,0-1 0,1 0 0,10 9 0,-9-11-6661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8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119 294 24575,'4'-7'0,"40"-89"0,-39 82 0,0 0 0,-1 0 0,-1 0 0,0-1 0,1-17 0,-4 27 0,0 1 0,0 0 0,-1 0 0,1 0 0,-1 0 0,0 0 0,0 0 0,-1 0 0,1 0 0,-1 1 0,0-1 0,0 0 0,0 1 0,0 0 0,-4-5 0,4 6 0,1 0 0,-1 0 0,0 1 0,0-1 0,0 0 0,0 1 0,-1 0 0,1-1 0,0 1 0,-1 0 0,1 0 0,-1 0 0,1 1 0,-1-1 0,1 0 0,-1 1 0,1 0 0,-1 0 0,1 0 0,-1 0 0,0 0 0,1 0 0,-1 0 0,-4 2 0,1 0 0,1 1 0,-1-1 0,1 1 0,-1 0 0,1 0 0,0 1 0,0-1 0,1 1 0,-1 0 0,1 1 0,0-1 0,0 1 0,-4 5 0,4-3 0,0-1 0,0 1 0,0 0 0,1 0 0,0 0 0,1 1 0,-1-1 0,1 1 0,-2 13 0,4-15 0,0-1 0,0 1 0,1-1 0,-1 1 0,1-1 0,0 0 0,1 1 0,-1-1 0,1 0 0,0 0 0,3 6 0,-1-4 0,1 0 0,0 0 0,0 0 0,0-1 0,1 1 0,11 8 0,-6-6 0,0-1 0,0-1 0,1 0 0,0 0 0,0-1 0,1-1 0,0 0 0,24 6 0,-21-8 0,1-1 0,0-1 0,0 0 0,-1-1 0,20-3 0,-35 3-35,1 0 0,-1 0 0,0 0 0,1-1 0,-1 1 0,0-1 0,1 1 0,-1-1 0,0 1 0,0-1 0,0 0 0,0 0 0,1 0 0,-1 0 0,0 1 0,0-1 0,-1 0 0,1-1 0,0 1 0,0 0 0,0 0 0,-1 0 0,1 0 0,0-1 0,-1 1 0,1 0 0,-1-1 0,0 1 0,1 0 0,-1-1 0,0 1 0,0 0 0,0-1 0,0 1 0,0 0 0,0-1 0,0 1 0,-1-2 0,-2-7-6791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24575,'46'131'0,"58"146"0,-101-270 0,0 0 0,0-1 0,1 1 0,0-1 0,0 1 0,7 6 0,-45-55 0,10 22-273,0 2 0,-1 0 0,0 2 0,-39-19 0,51 29-6553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49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41 24575,'-2'-13'0,"-2"-1"0,-1 4 0,-1 6 0,1 7 0,-1 4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24575,'18'28'0,"-12"-17"0,1 0 0,1 0 0,-1 0 0,1-1 0,15 14 0,-19-19 0,0-2 0,0 1 0,1 0 0,0-1 0,-1 0 0,1 0 0,0 0 0,0-1 0,1 1 0,-1-1 0,0-1 0,1 1 0,0-1 0,-1 0 0,7 1 0,-10-2 0,-1 0 0,1 0 0,0-1 0,0 1 0,-1 0 0,1-1 0,0 1 0,-1-1 0,1 1 0,-1-1 0,1 0 0,0 1 0,-1-1 0,0 0 0,1 0 0,-1 0 0,1-1 0,-1 1 0,1-1 0,0-1 0,-1 1 0,1 0 0,-1-1 0,0 1 0,0-1 0,0 1 0,0-1 0,0 1 0,-1-1 0,1 0 0,0-3 0,-1 0 0,0 0 0,0 1 0,0-1 0,-1 0 0,0 0 0,0 0 0,0 0 0,-1 1 0,0-1 0,-4-8 0,0-2 0,7 11 0,8 9 0,19 15 0,-11-7 0,29 15 0,-30-19 0,23 11 0,-36-18 0,0 0 0,0 0 0,0-1 0,-1 1 0,1-1 0,0 1 0,0-1 0,0 0 0,0 0 0,0 0 0,4-1 0,-6 1 0,0 0 0,0-1 0,0 1 0,0 0 0,0-1 0,0 1 0,-1-1 0,1 1 0,0-1 0,0 0 0,0 1 0,-1-1 0,1 0 0,0 0 0,0 1 0,-1-1 0,1 0 0,-1 0 0,1 0 0,-1 0 0,1 0 0,-1 0 0,0 1 0,1-1 0,-1 0 0,0 0 0,0 0 0,0 0 0,0 0 0,0-1 0,0 1 0,0 0 0,0 0 0,0 0 0,0 0 0,0 0 0,-1 0 0,1 0 0,0 1 0,-1-3 0,-2-2 0,1-1 0,0 0 0,-1 1 0,0 0 0,-5-7 0,-7-6-682,-21-21-1,23 26-6143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0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 24575,'29'41'0,"-1"1"0,-3 1 0,21 49 0,-33-61 0,-1 1 0,-2 1 0,-1 0 0,-2 0 0,5 48 0,-10-57 0,-1-1 0,-1 1 0,0 0 0,-2-1 0,-6 28 0,6-42 0,-1 0 0,0 0 0,0 0 0,-1 0 0,0-1 0,-10 15 0,10-18 0,0 0 0,0 0 0,-1 0 0,0 0 0,0-1 0,0 0 0,0 0 0,-1 0 0,0-1 0,-10 5 0,-5 0-92,-1-2 0,0 0-1,-1-1 1,-31 2 0,31-4-812,4-1-5922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4 0,0 1 0,0 1 0,0 1 0,3-1 0,0 1 0,3-1 0,0 1 0,1-1 0,3 0 0,-1-1 0,1-1 0,-2-7 0,1-6 0,-2-6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2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20 24575,'-2'-8'0,"-2"1"0,1 3 0,1 5 0,0 5 0,1 4 0,0 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3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31 24575,'1'0'0,"-1"0"0,0 0 0,0 0 0,0 0 0,0 1 0,1-1 0,-1 0 0,0 0 0,0 0 0,1 0 0,-1 0 0,0-1 0,0 1 0,0 0 0,1 0 0,-1 0 0,0 0 0,0 0 0,0 0 0,0 0 0,1 0 0,-1 0 0,0 0 0,0-1 0,0 1 0,0 0 0,1 0 0,-1 0 0,0 0 0,0 0 0,0-1 0,0 1 0,0 0 0,0 0 0,0 0 0,1 0 0,-1-1 0,-5-6 0,-12-5 0,13 10 0,-1 1 0,0-1 0,0 1 0,0 0 0,0 1 0,0-1 0,0 1 0,0 0 0,0 0 0,-1 0 0,1 1 0,-9 2 0,12-2 0,-1 0 0,1 0 0,-1 0 0,1 0 0,-1 1 0,1-1 0,0 1 0,-1-1 0,1 1 0,0 0 0,0 0 0,0 0 0,1 0 0,-1 0 0,0 1 0,1-1 0,0 0 0,-1 1 0,1-1 0,0 1 0,0-1 0,0 1 0,1 0 0,-2 5 0,1-3 0,1 0 0,0 0 0,0 1 0,0-1 0,0 0 0,1 1 0,0-1 0,0 0 0,0 0 0,1 0 0,2 5 0,-1-2 0,1-1 0,0 0 0,1 0 0,0-1 0,0 1 0,8 8 0,7 2 0,0 0 0,1-2 0,33 19 0,-47-29 0,39 20 0,-26-15 0,21 15 0,-40-24 0,0-1 0,0 1 0,0 0 0,0 0 0,0-1 0,0 1 0,0 0 0,0 0 0,-1 0 0,1 0 0,0 0 0,0 0 0,-1 0 0,1 0 0,-1 0 0,1 0 0,-1 0 0,0 0 0,1 0 0,-1 0 0,0 0 0,0 1 0,0-1 0,0 0 0,0 0 0,0 0 0,0 1 0,0-1 0,0 1 0,-1 0 0,0 0 0,0-1 0,0 1 0,0-1 0,0 1 0,-1-1 0,1 1 0,0-1 0,-1 0 0,1 1 0,-1-1 0,1 0 0,-1 0 0,0 0 0,1 0 0,-1 0 0,-2 0 0,-6 3 0,0-1 0,0-1 0,-1 1 0,1-2 0,-15 2 0,-53-4 0,-3 1 0,51 5-1365,17-2-5461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60 209 24575,'14'21'0,"0"0"0,-2 0 0,-1 1 0,0 1 0,-2-1 0,11 41 0,-19-61 0,-1-1 0,0 1 0,1-1 0,-1 1 0,1 0 0,-1-1 0,1 1 0,0-1 0,0 1 0,1 0 0,-2-2 0,0 0 0,0 1 0,0-1 0,0 0 0,0 0 0,0 0 0,0 0 0,0 0 0,1 0 0,-1 0 0,0 0 0,0 0 0,0 0 0,0 0 0,0 0 0,0 0 0,0 0 0,0 0 0,0 0 0,1-1 0,-1 1 0,0 0 0,0 0 0,0 0 0,0 0 0,0 0 0,0 0 0,0 0 0,0 0 0,0 0 0,0 0 0,0 0 0,0 0 0,1 0 0,-1 0 0,0-1 0,0 1 0,0 0 0,0 0 0,0 0 0,0 0 0,0 0 0,0 0 0,0 0 0,0 0 0,0-1 0,2-11 0,-2 3 0,1 1 0,-2-1 0,1 0 0,-1 0 0,-1 1 0,1-1 0,-1 0 0,-1 1 0,0 0 0,0-1 0,0 1 0,-9-12 0,-4-8 0,-1 1 0,-1 0 0,-2 2 0,-43-44 0,75 77 0,0 1 0,0-1 0,0-1 0,1 0 0,0-1 0,1-1 0,0 0 0,-1 0 0,1-1 0,1-1 0,23 2 0,-19-3 0,0-1 0,1 0 0,-1-2 0,0 0 0,1-2 0,-1 0 0,0-1 0,31-10 0,-43 11 0,1-1 0,-1 1 0,0-1 0,0-1 0,0 1 0,0-1 0,-1-1 0,9-8 0,-13 12 0,0 0 0,0 0 0,-1 0 0,1 0 0,-1-1 0,1 1 0,-1 0 0,0-1 0,0 1 0,0-1 0,0 1 0,0-1 0,0 0 0,-1 1 0,0-1 0,1 0 0,-1 0 0,0 1 0,0-1 0,0 0 0,-1 0 0,1 1 0,-1-1 0,1 0 0,-1 1 0,0-1 0,0 1 0,-3-5 0,3 5 0,0 0 0,-1-1 0,1 1 0,-1 0 0,0 0 0,0 1 0,0-1 0,0 0 0,0 0 0,0 1 0,0 0 0,0-1 0,-1 1 0,1 0 0,0 0 0,-1 0 0,1 0 0,-1 1 0,0-1 0,1 1 0,-1-1 0,1 1 0,-1 0 0,0 0 0,1 0 0,-1 0 0,1 1 0,-1-1 0,0 1 0,-2 0 0,0 1 0,0 0 0,-1 0 0,1 0 0,0 1 0,1-1 0,-1 1 0,0 0 0,1 1 0,-1-1 0,1 1 0,0 0 0,0 0 0,-3 5 0,3-4 0,1 0 0,0 0 0,0 0 0,1 0 0,-1 0 0,1 0 0,0 1 0,0-1 0,1 1 0,0 0 0,0-1 0,0 1 0,1 0 0,-1 0 0,1-1 0,1 1 0,-1 0 0,1 0 0,0-1 0,0 1 0,1 0 0,0-1 0,0 0 0,0 1 0,0-1 0,1 0 0,5 7 0,0-1 0,0-1 0,0 0 0,1 0 0,1-1 0,-1 0 0,2-1 0,14 10 0,0-3 0,1 0 0,33 12 0,-47-22 0,0 0 0,1-2 0,0 1 0,13 1 0,-19-4 0,-1-1 0,1 1 0,0-1 0,0-1 0,0 1 0,0-1 0,0 0 0,-1 0 0,11-4 0,-15 4-170,1 0-1,-1-1 0,0 1 1,1-1-1,-1 1 0,0-1 1,4-3-1,1-3-6655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4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214 556 24575,'-32'-6'0,"-40"-7"0,62 12 0,0 1 0,-1-1 0,1 2 0,-18 1 0,26-2 0,0 1 0,0-1 0,1 1 0,-1-1 0,0 1 0,0-1 0,0 1 0,1 0 0,-1 0 0,0 0 0,1 0 0,-1 0 0,0 0 0,1 1 0,0-1 0,-1 0 0,1 1 0,0-1 0,-1 1 0,1-1 0,0 1 0,0 0 0,1 0 0,-1-1 0,0 1 0,0 0 0,1 0 0,-1 0 0,1 0 0,-1 2 0,1-1 0,0 0 0,1 1 0,-1-1 0,1 0 0,-1 1 0,1-1 0,0 0 0,0 0 0,0 0 0,1 0 0,-1 1 0,1-2 0,-1 1 0,1 0 0,0 0 0,4 4 0,2 0 0,0 1 0,1-1 0,0 0 0,0 0 0,0-1 0,1-1 0,0 0 0,11 5 0,-16-8 0,0-1 0,0 1 0,0-1 0,0 0 0,0-1 0,0 1 0,0-1 0,10-1 0,-12 1 0,0-1 0,1 0 0,-1 0 0,0 0 0,0 0 0,0 0 0,0-1 0,0 1 0,-1-1 0,1 0 0,0 0 0,-1 0 0,1 0 0,-1 0 0,3-3 0,-3 2 0,0 0 0,-1-1 0,1 1 0,0-1 0,-1 1 0,0-1 0,0 1 0,0-1 0,0 0 0,-1 0 0,1 1 0,-1-1 0,0 0 0,-1-7 0,1 4 0,-1-1 0,0 1 0,-1 0 0,1-1 0,-2 1 0,-3-11 0,5 18 0,1-1 0,0 0 0,-1 0 0,1 1 0,0-1 0,-1 0 0,1 1 0,-1-1 0,1 0 0,-1 1 0,1-1 0,-1 1 0,1-1 0,-1 1 0,0-1 0,1 1 0,-2-1 0,2 1 0,-1 0 0,1 0 0,0 0 0,-1 0 0,1 0 0,0 1 0,-1-1 0,1 0 0,0 0 0,0 0 0,-1 0 0,1 1 0,0-1 0,0 0 0,0 0 0,-1 1 0,1-1 0,0 0 0,0 0 0,0 1 0,-1-1 0,1 0 0,0 1 0,0-1 0,0 0 0,0 1 0,0-1 0,-1 4 0,0 0 0,0 0 0,1 0 0,0 0 0,-1 6 0,2-5 0,-1-1 0,1 1 0,0 0 0,1 0 0,-1 0 0,1-1 0,-1 1 0,1-1 0,1 1 0,-1-1 0,1 0 0,0 0 0,-1 0 0,2 0 0,3 4 0,-2-4 0,0 1 0,1-1 0,0 0 0,0 0 0,0-1 0,0 1 0,1-2 0,-1 1 0,1-1 0,7 3 0,-6-4 0,0 1 0,1-1 0,-1 0 0,1-1 0,-1 0 0,1 0 0,-1-1 0,12-2 0,-14 2 0,0-1 0,-1 1 0,1-1 0,0-1 0,-1 1 0,0-1 0,1 0 0,-1 0 0,0-1 0,-1 1 0,9-9 0,-7 6 0,-2-1 0,1 1 0,-1-1 0,0 0 0,0 0 0,-1 0 0,0 0 0,0-1 0,-1 1 0,0-1 0,0 0 0,0-10 0,0-10 0,-1 0 0,-2-31 0,0 51 0,-3-40 0,-3-1 0,-2 1 0,-21-65 0,24 94 0,0 0 0,-1 0 0,-1 1 0,-1 0 0,-1 1 0,-16-24 0,24 39 0,0-1 0,0 1 0,-1 0 0,1 0 0,0 0 0,-1 0 0,1 1 0,-4-3 0,5 4 0,1-1 0,-1 1 0,0 0 0,0 0 0,1-1 0,-1 1 0,0 0 0,0 0 0,0 0 0,1 0 0,-1 0 0,0 0 0,0 0 0,0 0 0,0 0 0,1 0 0,-1 1 0,0-1 0,0 0 0,1 0 0,-1 1 0,0-1 0,0 1 0,1-1 0,-1 0 0,1 1 0,-1 0 0,0-1 0,1 1 0,-1-1 0,1 1 0,-1 0 0,1-1 0,-1 1 0,1 0 0,-4 6 0,1 0 0,0 0 0,0 0 0,1 0 0,0 1 0,1-1 0,-1 1 0,1-1 0,1 1 0,-1 12 0,3 10 0,6 37 0,-3-32 0,3 0 0,0-1 0,3 0 0,0 0 0,2-1 0,2-1 0,1 0 0,1-1 0,2-1 0,1-1 0,1 0 0,2-2 0,30 30 0,-38-44-170,0 0-1,0-2 0,2 1 1,-1-2-1,1 0 0,1-1 1,36 13-1,-35-17-6655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87 24575,'-25'-15'0,"0"1"0,-1 1 0,-1 1 0,1 1 0,-34-8 0,58 19 0,-1-1 0,1 0 0,-1 1 0,1 0 0,-1-1 0,1 1 0,-1 0 0,1 0 0,-1 0 0,1 1 0,-1-1 0,1 1 0,-1-1 0,1 1 0,-1 0 0,1 0 0,0 0 0,0 0 0,-1 0 0,1 0 0,0 1 0,0-1 0,0 1 0,0 0 0,1-1 0,-1 1 0,0 0 0,1 0 0,-1 0 0,1 0 0,-1 0 0,1 1 0,0-1 0,0 0 0,0 1 0,1-1 0,-1 0 0,0 1 0,1-1 0,-1 4 0,0-1 0,0 1 0,1 0 0,0 0 0,0 0 0,0 0 0,0-1 0,1 1 0,0 0 0,0 0 0,1-1 0,-1 1 0,1 0 0,1-1 0,-1 0 0,4 6 0,-1-3 0,1 0 0,1 0 0,-1 0 0,1-1 0,1 0 0,-1 0 0,17 11 0,-9-9 0,0 0 0,0 0 0,30 11 0,-37-18 0,-1 1 0,1-1 0,0 0 0,0-1 0,0 1 0,0-2 0,0 1 0,0-1 0,0 0 0,12-3 0,-17 3 0,0-1 0,0 0 0,0 0 0,0 0 0,0 0 0,0-1 0,-1 1 0,1-1 0,0 0 0,-1 0 0,0 0 0,1 0 0,-1 0 0,0 0 0,0 0 0,3-5 0,-3 3 0,0-1 0,0 1 0,0-1 0,0 1 0,-1-1 0,1 0 0,-1 0 0,-1 0 0,2-8 0,-2 2 0,-1 1 0,1-1 0,-2 1 0,1-1 0,-2 1 0,1-1 0,-1 1 0,-1 0 0,-4-10 0,6 17 0,-15-28 0,16 29 0,0 0 0,0 0 0,-1 1 0,1-1 0,0 1 0,-1-1 0,1 1 0,-1-1 0,1 1 0,-1 0 0,0 0 0,1 0 0,-5-2 0,6 3 0,-1 0 0,0 0 0,1 0 0,-1 0 0,0 0 0,1 0 0,-1 0 0,0 0 0,1 1 0,-1-1 0,0 0 0,1 0 0,-1 1 0,0-1 0,1 0 0,-1 1 0,1-1 0,-1 0 0,1 1 0,-1-1 0,1 1 0,-1-1 0,1 1 0,-1-1 0,1 1 0,0 0 0,-1-1 0,1 1 0,0-1 0,0 1 0,-1 0 0,1-1 0,0 1 0,0 0 0,0-1 0,0 1 0,0 0 0,0 0 0,0 0 0,-1 3 0,1 0 0,0-1 0,0 1 0,0 0 0,2 6 0,0-2 0,1-1 0,0 1 0,0-1 0,1 0 0,-1-1 0,2 1 0,-1 0 0,1-1 0,0 0 0,0 0 0,1-1 0,-1 1 0,8 4 0,2 1 0,1 0 0,0-1 0,1-1 0,23 10 0,-34-17 0,1 1 0,-1-1 0,1-1 0,0 1 0,-1-1 0,1 0 0,0 0 0,0-1 0,0 0 0,0 0 0,0-1 0,12-2 0,-15 2 0,-1 0 0,1 0 0,-1-1 0,0 0 0,1 1 0,-1-1 0,0 0 0,0 0 0,0-1 0,0 1 0,0-1 0,-1 1 0,1-1 0,-1 0 0,0 0 0,1 0 0,-1 0 0,-1 0 0,1-1 0,0 1 0,-1-1 0,0 1 0,0-1 0,2-6 0,-2 3 0,0 0 0,-1 0 0,0 1 0,-1-10 0,1 14 0,0 0 0,0 0 0,0 0 0,-1 0 0,1 0 0,0 0 0,-1 0 0,0 0 0,0 0 0,1 1 0,-1-1 0,0 0 0,0 1 0,-1-1 0,1 0 0,0 1 0,0 0 0,-1-1 0,-1 0 0,3 1 0,0 1 0,0 0 0,0 0 0,0 0 0,-1 0 0,1 0 0,0 0 0,0 0 0,0 0 0,0-1 0,0 1 0,0 0 0,-1 0 0,1 0 0,0 0 0,0 0 0,0 0 0,0 0 0,0 0 0,0 0 0,-1 0 0,1 0 0,0 0 0,0 0 0,0 0 0,0 0 0,0 0 0,-1 0 0,1 0 0,0 0 0,0 0 0,0 0 0,0 0 0,0 1 0,-1-1 0,1 0 0,0 0 0,0 0 0,0 0 0,0 0 0,0 0 0,0 0 0,1 8 0,7 7 0,0-6 0,1-1 0,-1 0 0,2-1 0,-1 0 0,1 0 0,-1-1 0,2 0 0,14 5 0,-18-7 0,1-1 0,0-1 0,0 1 0,0-1 0,0-1 0,0 0 0,0 0 0,0 0 0,1-1 0,-1 0 0,0-1 0,14-2 0,-20 2 0,0 1 0,0-1 0,-1 0 0,1 0 0,0 1 0,-1-1 0,1 0 0,0-1 0,-1 1 0,1 0 0,-1 0 0,0-1 0,1 1 0,-1-1 0,0 1 0,0-1 0,0 1 0,0-1 0,0 0 0,0 1 0,-1-1 0,1 0 0,0-3 0,1 3 0,-2 1 0,0 1 0,1-1 0,-1 1 0,0-1 0,1 1 0,-1-1 0,1 1 0,-1-1 0,1 1 0,-1 0 0,1-1 0,0 1 0,-1 0 0,1 0 0,-1-1 0,1 1 0,0 0 0,-1 0 0,1 0 0,-1 0 0,1 0 0,0 0 0,-1 0 0,1 0 0,0 0 0,-1 0 0,1 0 0,0 0 0,-1 0 0,1 0 0,-1 1 0,1-1 0,0 0 0,-1 0 0,1 1 0,0 0 0,27 15 0,-20-11 0,12 5-341,0-1 0,1-1-1,35 9 1,-42-13-6485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6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105 567 24575,'-8'5'0,"0"0"0,1 0 0,-1 1 0,1 0 0,1 1 0,-1 0 0,1 0 0,0 0 0,-7 12 0,10-14 0,1 0 0,-1 0 0,1 0 0,0 0 0,1 1 0,-1-1 0,1 0 0,0 1 0,0-1 0,1 1 0,0-1 0,0 1 0,0-1 0,1 1 0,-1-1 0,1 1 0,3 7 0,-4-11 0,1 1 0,0-1 0,0 0 0,0 0 0,0 0 0,0 0 0,1 0 0,-1 0 0,0 0 0,1 0 0,0 0 0,-1-1 0,1 1 0,0-1 0,0 1 0,0-1 0,0 0 0,0 1 0,0-1 0,0 0 0,0-1 0,5 2 0,-5-1 0,0-1 0,0 0 0,0 0 0,0 0 0,0 0 0,0-1 0,0 1 0,0 0 0,0-1 0,-1 0 0,1 1 0,0-1 0,0 0 0,0 0 0,0 0 0,-1 0 0,1 0 0,0 0 0,-1-1 0,1 1 0,-1-1 0,0 1 0,1-1 0,-1 1 0,0-1 0,0 0 0,1-1 0,3-8 0,0 1 0,-1-1 0,0 0 0,0 1 0,-2-2 0,1 1 0,-1 0 0,0-14 0,-2-95 0,0 104 0,-4-33 0,-1 1 0,-3 0 0,-14-50 0,-54-136 0,74 228 0,1 3 0,0 0 0,0 1 0,0-1 0,0 0 0,0 1 0,-1-1 0,1 1 0,-4-5 0,5 7 0,0 0 0,-1 0 0,1 0 0,0 0 0,0 0 0,0 1 0,0-1 0,-1 0 0,1 0 0,0 0 0,0 0 0,0 0 0,0 0 0,-1 0 0,1 0 0,0 1 0,0-1 0,0 0 0,0 0 0,0 0 0,0 0 0,-1 1 0,1-1 0,0 0 0,0 0 0,0 0 0,0 0 0,0 1 0,0-1 0,0 0 0,0 0 0,0 0 0,0 1 0,0-1 0,0 0 0,0 0 0,0 0 0,0 1 0,0-1 0,0 0 0,0 0 0,-1 12 0,2 5 0,0 0 0,1 0 0,0 0 0,9 29 0,28 65 0,-16-59 0,1-2 0,3 0 0,2-1 0,1-2 0,3-1 0,2-2 0,78 77 0,-96-105-1365,-3-3-5461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7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99 328 24575,'25'-32'0,"33"-44"0,-52 66 0,-1 1 0,1-1 0,-2 0 0,1 0 0,-2 0 0,5-17 0,-7 23 0,-1 0 0,0 0 0,0 0 0,0-1 0,0 1 0,0 0 0,-1 0 0,0 0 0,0-1 0,0 1 0,-1 0 0,1 0 0,-1 1 0,0-1 0,0 0 0,0 0 0,0 1 0,-1-1 0,0 1 0,1 0 0,-1 0 0,-1 0 0,-2-3 0,0 2 0,0-1 0,0 1 0,0 0 0,-1 1 0,1 0 0,-1 0 0,0 0 0,1 1 0,-1 0 0,-1 0 0,1 0 0,-12 0 0,13 2 0,0-1 0,1 2 0,-1-1 0,0 1 0,-9 2 0,13-3 0,1 1 0,-1 0 0,0-1 0,0 1 0,1 0 0,-1 0 0,0 0 0,1 1 0,-1-1 0,1 0 0,0 1 0,-1-1 0,1 0 0,0 1 0,0 0 0,0-1 0,0 1 0,0 0 0,0-1 0,-1 4 0,0 1 0,0 1 0,1 0 0,-1-1 0,1 1 0,1 0 0,-1 0 0,1 0 0,0 0 0,1 0 0,-1 0 0,1 0 0,1 0 0,-1-1 0,6 13 0,-3-10 0,0 0 0,1 0 0,0-1 0,1 0 0,0 0 0,0-1 0,1 1 0,-1-1 0,2-1 0,8 8 0,4 1 0,1-1 0,0-1 0,43 19 0,-50-26 0,0-1 0,0 0 0,0-2 0,0 1 0,0-2 0,1 0 0,0-1 0,14 0 0,-24-1-45,-1-1-1,1 0 1,-1 0-1,1 0 1,-1 0-1,1-1 1,-1 1-1,0-1 1,0 0-1,0-1 1,0 1-1,0-1 1,-1 1-1,1-1 1,-1 0-1,1 0 1,-1-1-1,0 1 1,0-1-1,-1 0 1,1 0-1,-1 1 1,0-2-1,0 1 0,0 0 1,0 0-1,-1-1 1,0 1-1,1-6 1,0-3-6781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24575,'0'-1'0,"0"0"0,1 0 0,-1-1 0,0 1 0,1 0 0,-1 0 0,1 0 0,-1 0 0,1 0 0,0 0 0,0 0 0,-1 0 0,1 0 0,0 1 0,0-1 0,0 0 0,0 0 0,0 1 0,0-1 0,0 0 0,0 1 0,0-1 0,0 1 0,0-1 0,0 1 0,0 0 0,1 0 0,-1-1 0,0 1 0,0 0 0,0 0 0,0 0 0,1 0 0,-1 0 0,0 0 0,0 1 0,0-1 0,1 0 0,-1 1 0,0-1 0,0 0 0,0 1 0,0 0 0,1 0 0,6 4 0,0-1 0,-1 2 0,1-1 0,9 11 0,-13-13 0,1 2 0,62 56 0,81 57 0,-134-108 0,27 13 0,-35-21 0,0 1 0,0-1 0,0 0 0,0-1 0,0 1 0,0-1 0,0 0 0,7 0 0,-12-1 0,1 0 0,-1-1 0,0 1 0,1 0 0,-1-1 0,0 1 0,1 0 0,-1-1 0,0 0 0,0 1 0,0-1 0,1 0 0,-1 1 0,0-1 0,0 0 0,0 0 0,0 0 0,0 0 0,0 0 0,-1 0 0,1 0 0,0-1 0,0 1 0,-1 0 0,1 0 0,-1 0 0,1-1 0,-1 1 0,0 0 0,1-1 0,-1 1 0,0-3 0,1-5 0,0 0 0,-1 0 0,-2-16 0,2 19 0,-5-29 0,-1 0 0,-2 1 0,-2 0 0,-26-65 0,36 98 8,-1 0 0,1 0 0,-1 0 0,1 1 0,-1-1 0,1 0 0,-1 0 0,1 0 0,-1 0 0,0 0 0,0 1 0,1-1 0,-1 0 0,-2 0 0,3 0-48,0 1 0,-1 0-1,1 0 1,-1 0 0,1 1 0,-1-1 0,1 0 0,0 0 0,-1 0 0,1 0-1,-1 0 1,1 0 0,0 1 0,-1-1 0,1 0 0,0 0 0,-1 1-1,1-1 1,0 0 0,-1 0 0,1 1 0,0-1 0,0 0 0,-1 1 0,1-1-1,0 0 1,0 1 0,-1-1 0,1 1 0,0-1 0,0 0 0,0 1-1,0-1 1,0 1 0,0-1 0,0 1 0,-3 9-6786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9:5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150 110 24575,'-40'-59'0,"35"53"0,0 1 0,-1-1 0,1 1 0,-1 0 0,0 0 0,-1 0 0,-6-3 0,12 7 0,0 0 0,-1 1 0,1-1 0,0 1 0,0-1 0,-1 1 0,1-1 0,0 1 0,-1 0 0,1 0 0,-1-1 0,1 1 0,0 0 0,-1 0 0,1 1 0,-1-1 0,1 0 0,0 0 0,-1 1 0,1-1 0,-3 1 0,3 1 0,-1-1 0,1 0 0,0 0 0,-1 0 0,1 1 0,0-1 0,0 1 0,0-1 0,0 1 0,0-1 0,0 1 0,0 0 0,0 0 0,0 2 0,-1 3 0,0 0 0,1 1 0,0 0 0,0-1 0,1 1 0,1 14 0,-1-16 0,1 1 0,1-1 0,-1 1 0,1-1 0,0 0 0,1 1 0,-1-1 0,1 0 0,0 0 0,1-1 0,-1 1 0,1-1 0,1 0 0,-1 1 0,0-2 0,1 1 0,6 4 0,3 3 0,1 0 0,0-1 0,1 0 0,1-1 0,-1-1 0,21 7 0,-26-11 0,0-2 0,0 1 0,0-2 0,1 1 0,0-2 0,-1 1 0,1-2 0,0 1 0,-1-2 0,1 1 0,13-4 0,-20 3 0,1-1 0,-1 1 0,0-1 0,0 0 0,-1 0 0,1-1 0,0 1 0,-1-1 0,1 0 0,-1-1 0,0 1 0,0-1 0,-1 0 0,1 1 0,-1-2 0,1 1 0,3-8 0,-4 7 0,0-1 0,0 0 0,-1 0 0,0 0 0,0 0 0,-1-1 0,1 1 0,-2 0 0,1-1 0,-1 1 0,1 0 0,-2-1 0,1 1 0,-2-10 0,-17-52 0,19 68 0,0 0 0,0 0 0,0 0 0,1 0 0,-1 0 0,0 0 0,0 0 0,0 0 0,0 0 0,0 0 0,0 0 0,0 0 0,0 0 0,0 0 0,0 0 0,0 0 0,0 0 0,0 0 0,0 0 0,1 0 0,-1 0 0,0 0 0,0 0 0,0 0 0,0 0 0,0 0 0,0 0 0,0 0 0,0 0 0,0 0 0,0 0 0,0 0 0,0 0 0,0 0 0,0 0 0,0-1 0,0 1 0,0 0 0,0 0 0,0 0 0,0 0 0,0 0 0,0 0 0,0 0 0,0 0 0,0 0 0,0 0 0,0 0 0,0 0 0,0 0 0,0 0 0,0-1 0,0 1 0,0 0 0,0 0 0,0 0 0,0 0 0,0 0 0,0 0 0,0 0 0,7 6 0,8 12 0,5 6 0,40 39 0,-47-51 0,0-1 0,1-1 0,0 0 0,28 15 0,-37-23 0,-1 0 0,1-1 0,0 1 0,0-1 0,-1 0 0,1 0 0,0 0 0,0-1 0,0 1 0,0-1 0,0-1 0,7 0 0,-10 0 0,1 1 0,0-1 0,-1 0 0,1 0 0,-1 0 0,1 0 0,-1-1 0,1 1 0,-1-1 0,0 1 0,0-1 0,0 0 0,0 0 0,0 0 0,0 0 0,-1 0 0,1-1 0,0 1 0,-1 0 0,0-1 0,0 1 0,1-1 0,0-3 0,2-10 0,-1-1 0,0 1 0,1-29 0,-2 25 0,-2 19 0,0 0 0,0 0 0,0 0 0,0-1 0,0 1 0,0 0 0,1 0 0,-1 0 0,0 0 0,1 0 0,-1 0 0,1 0 0,-1 0 0,1 0 0,0 0 0,-1 0 0,1 0 0,0 0 0,0 0 0,-1 1 0,1-1 0,0 0 0,0 0 0,1 0 0,0 1 0,-1 0 0,1-1 0,-1 1 0,1 0 0,-1 0 0,1 0 0,-1 1 0,1-1 0,-1 0 0,0 1 0,1-1 0,-1 0 0,1 1 0,-1 0 0,0-1 0,1 1 0,-1 0 0,2 1 0,26 19 0,0 2 0,31 31 0,-4-3 0,-6-6-1365,-37-33-5461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5 24575,'-42'-4'0,"-68"3"0,87 3 0,0 1 0,0 0 0,0 2 0,-35 11 0,57-15 0,0-1 0,0 0 0,-1 1 0,1-1 0,0 0 0,0 1 0,0 0 0,0-1 0,0 1 0,0 0 0,0-1 0,0 1 0,0 0 0,0 0 0,0 0 0,0 0 0,1 0 0,-1 0 0,0 0 0,1 0 0,-1 0 0,1 0 0,-1 0 0,1 1 0,-1-1 0,1 0 0,0 0 0,0 0 0,0 1 0,-1-1 0,1 0 0,0 0 0,1 1 0,-1-1 0,0 0 0,0 0 0,0 1 0,1-1 0,-1 0 0,1 0 0,-1 0 0,1 0 0,0 2 0,2 2 0,0 0 0,0-1 0,0 1 0,1-1 0,0 0 0,0 0 0,0-1 0,8 6 0,16 8 0,1-1 0,46 17 0,-46-21 0,-1 1 0,51 32 0,-77-44 0,0 0 0,0 1 0,0-1 0,-1 1 0,1-1 0,0 1 0,-1 0 0,1-1 0,-1 1 0,0 0 0,0 0 0,0 0 0,0 0 0,0 0 0,0 0 0,0 0 0,-1 1 0,1-1 0,-1 0 0,1 3 0,-1-2 0,-1-1 0,1 0 0,0 0 0,-1 0 0,0 0 0,1-1 0,-1 1 0,0 0 0,0 0 0,0 0 0,0 0 0,0-1 0,-1 1 0,1-1 0,0 1 0,-1-1 0,1 1 0,-1-1 0,0 0 0,1 0 0,-1 0 0,-3 2 0,-4 1 0,0 1 0,0-2 0,-1 1 0,1-2 0,-18 4 0,-52 3 0,37-5 0,33-3 17,0 0 0,1-1 1,-1 0-1,0 0 0,1-1 0,-14-2 0,20 2-72,-1 0 0,1 0 0,0 0 0,-1 0 0,1 0 0,0 0 0,0 0 0,0-1 0,0 1 0,0-1 0,0 1 0,0-1 0,1 0 0,-1 0 0,0 0 0,1 0 0,0 0 0,-1 0 0,1 0 0,0-1 0,0 1 0,0 0 0,1 0 0,-1-1 0,0 1 0,0-5 0,0-6-6771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3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24575,'-2'0'0,"1"1"0,-1-1 0,1 1 0,-1-1 0,1 1 0,-1 0 0,1 0 0,0 0 0,-1 0 0,1 0 0,0 0 0,0 0 0,0 0 0,0 0 0,0 1 0,0-1 0,-1 2 0,1-1 0,1-1 0,-1 0 0,1 1 0,0-1 0,0 0 0,0 1 0,0-1 0,0 0 0,0 1 0,0-1 0,0 0 0,0 1 0,1-1 0,-1 0 0,0 1 0,2 1 0,0 1 0,0-1 0,0 1 0,0-1 0,1 0 0,-1 0 0,1 0 0,0 0 0,0 0 0,0-1 0,0 1 0,0-1 0,1 0 0,3 2 0,11 3 0,1 0 0,0-1 0,0-2 0,0 1 0,0-2 0,1-1 0,-1 0 0,1-2 0,-1 0 0,22-3 0,-38 3 0,0-1 0,0 1 0,0-1 0,0 0 0,0 0 0,-1 0 0,1 0 0,0 0 0,-1-1 0,1 1 0,-1-1 0,1 1 0,-1-1 0,0 0 0,1 0 0,-1 0 0,0-1 0,-1 1 0,1 0 0,0-1 0,-1 1 0,1-1 0,-1 1 0,0-1 0,0 0 0,0 0 0,0 0 0,0 1 0,-1-1 0,1 0 0,-1 0 0,0 0 0,1 0 0,-2 0 0,1 0 0,0 0 0,0 0 0,-1 0 0,0 0 0,0 1 0,1-1 0,-3-4 0,3 7 0,0 0 0,0 0 0,0 0 0,0 0 0,0 0 0,0-1 0,0 1 0,0 0 0,0 0 0,0 0 0,0 0 0,0-1 0,0 1 0,0 0 0,0 0 0,0 0 0,0 0 0,0 0 0,-1-1 0,1 1 0,0 0 0,0 0 0,0 0 0,0 0 0,0 0 0,0 0 0,0-1 0,-1 1 0,1 0 0,0 0 0,0 0 0,0 0 0,0 0 0,0 0 0,-1 0 0,1 0 0,0 0 0,0 0 0,0 0 0,0 0 0,0 0 0,-1 0 0,1 0 0,0 0 0,0 0 0,0 0 0,0 0 0,-1 0 0,1 0 0,0 0 0,0 0 0,0 0 0,0 0 0,-4 12 0,2 17 0,3-9 0,1 0 0,2 0 0,0 0 0,1 0 0,8 21 0,45 93 0,-49-114 0,-3-6 0,1-1 0,0 0 0,1 0 0,13 16 0,-21-28 0,1-1 0,0 1 0,0 0 0,-1 0 0,1 0 0,-1-1 0,1 1 0,-1 0 0,1 0 0,-1 0 0,1 0 0,-1 2 0,0-3 0,0 0 0,0 0 0,0 1 0,0-1 0,0 0 0,0 0 0,-1 0 0,1 0 0,0 0 0,0 1 0,0-1 0,0 0 0,-1 0 0,1 0 0,0 0 0,0 0 0,0 0 0,-1 0 0,1 0 0,0 0 0,0 0 0,0 0 0,-1 0 0,1 0 0,0 0 0,0 0 0,-1 0 0,1 0 0,0 0 0,0 0 0,0 0 0,-1 0 0,1 0 0,0 0 0,0 0 0,-29-11 0,25 9 0,-44-20 0,0-3 0,2-1 0,-74-56 0,106 70-1365,4 3-5461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4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24575,'4'1'0,"0"1"0,-1-1 0,1 0 0,-1 1 0,0 0 0,1-1 0,-1 1 0,0 1 0,0-1 0,4 4 0,4 2 0,-6-4 0,16 11 0,36 19 0,-51-30 0,1-1 0,1 0 0,-1-1 0,0 0 0,0 0 0,1 0 0,0-1 0,-1 0 0,15-1 0,-20 1 0,-1-1 0,0 0 0,0 0 0,0 0 0,0-1 0,0 1 0,0 0 0,1 0 0,-1-1 0,0 1 0,0 0 0,0-1 0,0 1 0,0-1 0,0 1 0,0-1 0,0 0 0,0 1 0,-1-1 0,1 0 0,0 0 0,0 0 0,0 0 0,-1 1 0,1-1 0,-1 0 0,1 0 0,0 0 0,-1 0 0,0 0 0,1-1 0,-1 1 0,0 0 0,1 0 0,-1 0 0,0 0 0,0-2 0,0-3 0,-1 0 0,0 0 0,-1 0 0,1 0 0,-5-11 0,-1-10 0,7 27 0,-1 0 0,1-1 0,0 1 0,0 0 0,0-1 0,0 1 0,0 0 0,0-1 0,1 1 0,-1 0 0,0-1 0,0 1 0,0 0 0,0-1 0,0 1 0,0 0 0,0 0 0,1-1 0,-1 1 0,0 0 0,0-1 0,1 1 0,-1 0 0,0 0 0,0 0 0,1-1 0,-1 1 0,0 0 0,0 0 0,1 0 0,-1-1 0,13 2 0,14 10 0,-25-10 0,42 21 0,-17-8 0,0 0 0,40 12 0,-63-25 0,-1 0 0,1 0 0,0-1 0,-1 1 0,1-1 0,0 0 0,-1 0 0,6-1 0,-8 1 0,-1 0 0,1 0 0,0 0 0,0-1 0,0 1 0,0 0 0,0-1 0,0 1 0,0-1 0,-1 1 0,1-1 0,0 0 0,0 1 0,-1-1 0,1 0 0,0 1 0,-1-1 0,1 0 0,-1 0 0,1 0 0,-1 0 0,1 1 0,-1-1 0,0 0 0,1 0 0,-1 0 0,0 0 0,0 0 0,0 0 0,1 0 0,-1 0 0,0 0 0,0 0 0,0 0 0,-1-1 0,1-3 0,-1 0 0,0 0 0,-1 0 0,-1-5 0,-3-10 0,6 20 0,0 0 0,0 0 0,0-1 0,0 1 0,0 0 0,0 0 0,0 0 0,0 0 0,0 0 0,0-1 0,0 1 0,0 0 0,0 0 0,0 0 0,0 0 0,0 0 0,0 0 0,1 0 0,-1-1 0,0 1 0,0 0 0,0 0 0,0 0 0,0 0 0,0 0 0,0 0 0,0 0 0,0 0 0,0-1 0,1 1 0,-1 0 0,0 0 0,0 0 0,0 0 0,0 0 0,0 0 0,0 0 0,1 0 0,-1 0 0,8 1 0,9 5 0,-15-5 0,66 31 0,18 6 0,-5-7-1365,-67-24-5461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24575,'0'0'0,"0"0"0,0 0 0,0 0 0,0-1 0,0 1 0,0 0 0,0 0 0,0 0 0,0 0 0,0 0 0,0 0 0,0 0 0,0 0 0,0 0 0,0-1 0,1 1 0,-1 0 0,0 0 0,0 0 0,0 0 0,0 0 0,0 0 0,0 0 0,0 0 0,0 0 0,1 0 0,-1 0 0,0 0 0,0 0 0,0 0 0,0 0 0,0 0 0,0 0 0,0 0 0,1 0 0,-1 0 0,0 0 0,0 0 0,0 0 0,0 0 0,0 0 0,0 0 0,9 3 0,8 6 0,-1 2 0,0-2 0,0 0 0,1 0 0,1-2 0,24 8 0,-41-15 0,0 1 0,1-1 0,-1 0 0,0 0 0,0 1 0,1-1 0,-1 0 0,0 0 0,1 0 0,-1 0 0,0-1 0,0 1 0,1 0 0,-1 0 0,0-1 0,0 1 0,0-1 0,1 1 0,-1-1 0,0 0 0,0 1 0,2-2 0,-2 0 0,0 1 0,0-1 0,0 0 0,0 1 0,0-1 0,0 0 0,-1 1 0,1-1 0,-1 0 0,1 0 0,-1 0 0,0 0 0,1-3 0,-2-4 0,1 1 0,-1-1 0,0 0 0,-1 1 0,-4-15 0,0 9 0,1 1 0,7 13 0,6 7 0,4 7 0,1-1 0,0-1 0,18 13 0,-25-21 0,0 0 0,1 0 0,-1-1 0,1 0 0,-1 0 0,1-1 0,0 0 0,0 0 0,0-1 0,0 1 0,9-1 0,-8-1 0,0 1 0,1-1 0,0 0 0,-1 0 0,1-1 0,9-2 0,-16 2 0,0 1 0,0-1 0,-1 0 0,1 0 0,0 0 0,0 1 0,-1-2 0,1 1 0,0 0 0,-1 0 0,1 0 0,-1-1 0,0 1 0,1-1 0,-1 1 0,0-1 0,0 1 0,0-1 0,0 0 0,0 0 0,0 0 0,-1 1 0,1-1 0,0 0 0,-1 0 0,0 0 0,1-4 0,-1-15 0,0 17 0,0 0 0,0 0 0,0 0 0,0 0 0,1 0 0,1-6 0,-2 9 0,1 1 0,-1-1 0,0 1 0,1-1 0,-1 1 0,1-1 0,-1 1 0,1-1 0,-1 1 0,1 0 0,-1-1 0,1 1 0,-1 0 0,1-1 0,-1 1 0,1 0 0,0 0 0,-1 0 0,1-1 0,0 1 0,-1 0 0,1 0 0,-1 0 0,1 0 0,0 0 0,-1 0 0,1 0 0,0 0 0,-1 0 0,1 1 0,-1-1 0,1 0 0,0 0 0,-1 0 0,1 1 0,-1-1 0,1 0 0,-1 1 0,2 0 0,25 16 0,-24-15 0,76 59-1365,-68-51-5461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78 173 24575,'2'-10'0,"11"-59"0,-13 62 0,1 0 0,-1 0 0,0 0 0,-1 0 0,0 0 0,0 0 0,-3-11 0,3 16 0,1 1 0,-1-1 0,1 1 0,-1-1 0,0 1 0,0-1 0,1 1 0,-1 0 0,0-1 0,0 1 0,0 0 0,-1 0 0,1-1 0,0 1 0,0 0 0,-1 0 0,-1 0 0,2 0 0,0 1 0,0 0 0,0-1 0,0 1 0,0 0 0,0 0 0,0 0 0,0 0 0,-1 0 0,1 0 0,0 0 0,0 1 0,0-1 0,0 0 0,0 0 0,0 1 0,0-1 0,0 1 0,-1 0 0,-1 1 0,-1 0 0,1 1 0,1-1 0,-1 1 0,0 0 0,1-1 0,-1 1 0,1 1 0,0-1 0,0 0 0,0 0 0,0 1 0,-1 3 0,1-2 0,0 1 0,1-1 0,0 1 0,0-1 0,0 1 0,0-1 0,1 1 0,0-1 0,0 1 0,1 0 0,-1-1 0,1 1 0,0-1 0,1 1 0,0-1 0,-1 0 0,2 1 0,-1-1 0,4 5 0,-2-4 0,0 0 0,1 0 0,0 0 0,0-1 0,1 0 0,-1 0 0,1-1 0,0 1 0,0-1 0,1-1 0,-1 1 0,1-1 0,0 0 0,7 2 0,2-1 0,-1 0 0,1-1 0,0-1 0,0 0 0,0-1 0,0-1 0,0-1 0,0 0 0,-1-1 0,1 0 0,0-2 0,24-7 0,-37 10-114,0-1 1,0 1-1,0-1 0,0 0 0,-1 1 1,1-1-1,0 0 0,-1-1 0,1 1 1,-1 0-1,4-5 0,0-4-6712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5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24575,'21'92'0,"3"-1"0,59 139 0,-76-210 0,1 0 0,1-1 0,1 1 0,1-2 0,19 26 0,-28-42-114,0 0 1,0 0-1,0 0 0,1 0 0,-1 0 1,1-1-1,-1 1 0,1-1 0,0 0 1,-1 1-1,6 0 0,4 1-6712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494 137 24575,'-61'-33'0,"-85"-33"0,123 58 0,0 1 0,-1 0 0,0 2 0,0 1 0,0 1 0,-1 1 0,-32 1 0,28 2 0,1 0 0,22 0 0,11-1 0,21 0-1365,-13 0-5461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0 165 24575,'64'25'0,"-43"-16"0,0-1 0,0-1 0,27 5 0,-47-11 0,1-1 0,-1 0 0,1 0 0,-1 1 0,0-1 0,1 0 0,-1 0 0,1-1 0,-1 1 0,1 0 0,-1 0 0,0-1 0,1 1 0,-1-1 0,0 1 0,3-2 0,-3 1 0,-1 0 0,1 1 0,-1-1 0,1 0 0,-1 0 0,1 0 0,-1 0 0,1 1 0,-1-1 0,0 0 0,0 0 0,1 0 0,-1 0 0,0 0 0,0 0 0,0 0 0,0 0 0,0 0 0,0 0 0,0 0 0,0 0 0,-1 0 0,1 0 0,-1-1 0,-2-8 0,-1-1 0,0 1 0,-12-18 0,10 17 0,-1-1 0,-7-23 0,12 31 0,1 1 0,1 0 0,-1-1 0,1 1 0,-1-1 0,1 1 0,0-1 0,0 1 0,0-1 0,1 1 0,-1-1 0,1 1 0,0-1 0,0 1 0,2-5 0,-3 7 0,1 0 0,0-1 0,-1 1 0,1 0 0,0-1 0,0 1 0,0 0 0,0 0 0,0 0 0,0 0 0,0 0 0,1 0 0,-1 0 0,0 0 0,1 1 0,-1-1 0,0 0 0,1 1 0,2-2 0,-2 2 0,1 0 0,-1 0 0,1-1 0,-1 2 0,1-1 0,-1 0 0,1 0 0,-1 1 0,1-1 0,4 3 0,0 0 0,1 0 0,-1 1 0,0 0 0,-1 0 0,1 1 0,8 8 0,71 75 0,-73-75 0,-5-4 0,1 0 0,-2 0 0,1 1 0,-1 0 0,7 13 0,-14-22-37,1 0 0,-1-1 1,0 1-1,1-1 0,-1 1 0,0 0 0,0 0 0,0-1 0,0 1 0,0 0 0,1-1 0,-1 1 1,0 0-1,0 0 0,-1-1 0,1 1 0,0 0 0,0-1 0,0 1 0,0 0 0,-1-1 0,1 1 1,0 0-1,-1-1 0,1 1 0,0 0 0,-1-1 0,1 1 0,-1-1 0,1 1 0,-1-1 0,1 1 1,-1-1-1,1 1 0,-1-1 0,0 1 0,-7 2-6789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6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 24575,'0'-5'0,"0"1"0,-2 3 0,-1 5 0,-1 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24575,'-11'-1'0,"0"2"0,0-1 0,1 1 0,-1 1 0,1 0 0,-18 6 0,25-7 0,1 0 0,-1 0 0,0 1 0,0 0 0,1-1 0,-1 1 0,1 0 0,0 0 0,-1 0 0,1 0 0,0 0 0,0 1 0,1-1 0,-1 1 0,0-1 0,1 1 0,-1 0 0,1 0 0,0-1 0,0 1 0,0 0 0,0 0 0,1 0 0,-1 0 0,1 0 0,0 0 0,0 5 0,0 0 0,1-1 0,1 0 0,-1 1 0,1-1 0,1 0 0,-1 0 0,1 0 0,0 0 0,1-1 0,-1 1 0,1-1 0,1 0 0,7 9 0,3 1 0,0 0 0,2-1 0,23 17 0,-31-26 17,0 0 0,1 0 1,-1-1-1,1-1 0,0 1 0,19 4 0,-21-7-152,0-1 0,-1 1 0,1-2 0,0 1 0,0-1 0,0 0 0,0 0 0,0-1 0,-1 0 0,9-3 0,-6 1-6691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77 24575,'-34'-16'0,"-71"-25"0,87 36 0,0 0 0,0 2 0,0 0 0,-1 1 0,0 1 0,-18 1 0,32 0 0,0 1 0,0-1 0,0 1 0,0 1 0,1-1 0,-1 0 0,0 1 0,1 0 0,-1 0 0,1 1 0,0-1 0,0 1 0,0 0 0,0 0 0,0 0 0,-5 6 0,7-6 0,0 0 0,0 0 0,0 0 0,1 0 0,-1 0 0,1 0 0,-1 0 0,1 0 0,0 1 0,1-1 0,-1 0 0,0 1 0,1-1 0,0 1 0,0-1 0,0 1 0,0-1 0,0 0 0,1 1 0,0-1 0,-1 1 0,1-1 0,1 0 0,1 4 0,1 1 0,0 0 0,1-1 0,0 0 0,0 0 0,1 0 0,0-1 0,0 1 0,1-1 0,-1-1 0,1 1 0,1-1 0,-1-1 0,16 8 0,3 0 0,1-2 0,53 15 0,-53-19 0,0-1 0,0-1 0,1-1 0,51-1 0,-75-2 0,-1-1 0,0 1 0,1 0 0,-1-1 0,0 0 0,1 0 0,-1 0 0,0 0 0,0 0 0,0-1 0,0 1 0,0-1 0,4-3 0,-5 3 0,-1 0 0,1 1 0,-1-1 0,1-1 0,-1 1 0,0 0 0,0 0 0,0 0 0,0 0 0,0-1 0,0 1 0,-1-1 0,1 1 0,-1 0 0,0-1 0,1 1 0,-1-1 0,0 1 0,-1-4 0,-1-4 0,0 0 0,0 0 0,-1 0 0,0 0 0,-1 0 0,0 1 0,-1-1 0,0 1 0,0 0 0,-1 0 0,-10-12 0,15 21 0,1 0 0,0-1 0,0 1 0,-1-1 0,1 1 0,0 0 0,0-1 0,-1 1 0,1 0 0,0-1 0,-1 1 0,1 0 0,-1-1 0,1 1 0,0 0 0,-1 0 0,1 0 0,-1-1 0,1 1 0,0 0 0,-1 0 0,1 0 0,-1 0 0,1 0 0,-1 0 0,1 0 0,-1 0 0,0 0 0,1 0 0,-1 1 0,1 0 0,0-1 0,0 1 0,0 0 0,0 0 0,0-1 0,-1 1 0,1 0 0,0-1 0,1 1 0,-1 0 0,0 0 0,0-1 0,0 2 0,9 30 0,-3-17-170,1 0-1,0 0 0,1 0 1,0-1-1,2-1 0,-1 1 1,18 17-1,-17-21-6655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39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24575,'0'2'0,"0"-1"0,1 0 0,-1 0 0,0 0 0,1 0 0,-1 1 0,1-1 0,0 0 0,-1 0 0,1 0 0,0 0 0,0 0 0,-1-1 0,3 3 0,14 11 0,-13-11 0,14 11 0,0 0 0,1-2 0,0 0 0,1-1 0,33 13 0,-52-23 0,0-1 0,0 1 0,1-1 0,-1 1 0,0-1 0,0 0 0,0 0 0,1 1 0,-1-1 0,0 0 0,0 0 0,1 0 0,-1 0 0,0-1 0,1 1 0,-1 0 0,0 0 0,0-1 0,0 1 0,1-1 0,-1 1 0,0-1 0,0 0 0,0 1 0,0-1 0,0 0 0,0 0 0,0 1 0,0-1 0,0 0 0,-1 0 0,1 0 0,0 0 0,0 0 0,-1-1 0,1 1 0,-1 0 0,1 0 0,-1 0 0,1 0 0,-1-3 0,2-5 0,-1 0 0,0 0 0,-1 0 0,-1-18 0,1 5 0,0 21 0,0 0 0,0 0 0,0-1 0,0 1 0,0 0 0,0 0 0,1 0 0,-1 0 0,0 0 0,0 0 0,1 0 0,-1 0 0,1 0 0,-1 0 0,1 0 0,0 1 0,-1-1 0,1 0 0,0 0 0,-1 0 0,2 0 0,-1 0 0,0 1 0,0 0 0,0 0 0,0-1 0,0 1 0,0 0 0,0 0 0,0 0 0,0 0 0,0 0 0,0 0 0,0 0 0,0 0 0,0 1 0,0-1 0,0 0 0,2 1 0,4 3 0,0 0 0,0 0 0,0 1 0,8 7 0,-11-9 0,28 21 0,0 0 0,64 33 0,-90-53-82,-4-3-46,0 0 0,0 0-1,0 0 1,0 0 0,0 0-1,0 0 1,0-1 0,0 1-1,4 0 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24575,'3'4'0,"-1"0"0,0 0 0,0 0 0,0 0 0,0 1 0,-1-1 0,1 1 0,-1-1 0,0 6 0,3 5 0,16 47 0,2-1 0,32 61 0,-47-109 0,0 0 0,1-1 0,0 0 0,21 21 0,-8-12 0,33 26 0,-52-46 0,0 1 0,0-1 0,0 1 0,-1-1 0,1 1 0,-1 0 0,1 0 0,1 3 0,-3-5 0,0 0 0,0 0 0,0 1 0,0-1 0,0 0 0,0 1 0,0-1 0,0 0 0,0 0 0,1 1 0,-2-1 0,1 0 0,0 1 0,0-1 0,0 0 0,0 1 0,0-1 0,0 0 0,0 0 0,0 1 0,0-1 0,0 0 0,-1 0 0,1 1 0,0-1 0,0 0 0,-1 1 0,0 0 0,0-1 0,0 0 0,0 1 0,1-1 0,-1 1 0,0-1 0,0 0 0,0 0 0,0 1 0,0-1 0,-2 0 0,-8 1 0,0-1 0,0 0 0,0-1 0,0 0 0,0 0 0,-18-6 0,21 5 0,0-1 0,0 0 0,0-1 0,0 0 0,0 0 0,1 0 0,0-1 0,0 0 0,-7-7 0,11 10 0,1 0 0,0-1 0,0 1 0,0-1 0,0 1 0,0-1 0,0 0 0,1 0 0,-1 0 0,1 0 0,0 0 0,0 0 0,0 0 0,0 0 0,1-1 0,0 1 0,-1 0 0,1 0 0,0-1 0,0 1 0,1-4 0,0 4 0,0 1 0,0-1 0,0 0 0,0 0 0,0 1 0,1-1 0,-1 0 0,1 1 0,0-1 0,0 1 0,0 0 0,0 0 0,0 0 0,1 0 0,-1 0 0,0 0 0,1 1 0,-1-1 0,1 1 0,0-1 0,0 1 0,5-2 0,3 0 0,1 1 0,-1 0 0,1 1 0,0 0 0,19 1 0,59 10 0,-49-1 0,-1 1 0,41 18 0,-35-12 0,-42-15 0,1 1 0,-1 0 0,1 0 0,-1 0 0,0 1 0,0-1 0,7 7 0,-9-7 0,0 0 0,0 0 0,-1 0 0,1 0 0,0 1 0,-1-1 0,0 1 0,0-1 0,1 1 0,-1 0 0,-1-1 0,1 1 0,0 0 0,0 4 0,0 6-119,1 3-192,0 0-1,1 0 1,7 21-1,-6-27-6514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0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7 24575,'-3'-5'0,"0"3"0,0 5 0,-3 4 0,1 4 0,1-1-8191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1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1 24575,'-11'1'0,"-1"0"0,0 0 0,1 1 0,-1 1 0,1 0 0,0 1 0,0 0 0,-12 6 0,22-9 0,-1 0 0,1 0 0,-1 0 0,1 0 0,0 0 0,-1 0 0,1 0 0,0 1 0,0-1 0,0 0 0,0 1 0,0-1 0,0 1 0,0-1 0,1 1 0,-1-1 0,0 1 0,1 0 0,-1-1 0,1 4 0,0-2 0,0-1 0,0 1 0,0 0 0,1 0 0,-1-1 0,1 1 0,0 0 0,0-1 0,0 1 0,0-1 0,3 5 0,3 3 0,0 1 0,1-1 0,1-1 0,12 12 0,20 15 0,48 32 0,-85-65 0,-1 0 0,1 0 0,-1 0 0,0 0 0,4 5 0,-7-8 0,1 1 0,-1-1 0,1 1 0,-1-1 0,0 1 0,1-1 0,-1 1 0,0-1 0,0 1 0,1 0 0,-1-1 0,0 1 0,0 0 0,0-1 0,0 1 0,0 0 0,0-1 0,0 1 0,0-1 0,0 1 0,0 0 0,0-1 0,0 1 0,0 0 0,-1-1 0,1 1 0,0-1 0,0 1 0,-1 0 0,1-1 0,0 1 0,-1-1 0,1 1 0,-1-1 0,1 1 0,-1-1 0,1 1 0,-1-1 0,1 0 0,-1 1 0,1-1 0,-1 0 0,1 1 0,-2-1 0,-5 4 0,-1-2 0,0 1 0,0-1 0,0 0 0,0 0 0,0-1 0,0-1 0,0 1 0,-12-2 0,-11-1 0,-33-7 0,58 8 0,-40-7 0,-56-11 0,100 19-136,0-1-1,0 0 1,0 1-1,0-1 1,0 0-1,0 0 1,0 0-1,0 0 0,-2-2 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24575,'-1'0'0,"-1"1"0,1-1 0,-1 1 0,1 0 0,-1-1 0,1 1 0,0 0 0,-1 0 0,1 0 0,0 0 0,0 0 0,-1 0 0,1 0 0,0 0 0,0 1 0,-1 1 0,2-2 0,0 0 0,-1 0 0,1 0 0,0 0 0,0 0 0,0 0 0,0 0 0,0 0 0,0 0 0,0 0 0,1 0 0,-1 0 0,0 0 0,1 0 0,-1 0 0,0 0 0,1 0 0,-1 0 0,1-1 0,-1 1 0,1 0 0,0 0 0,-1 0 0,1-1 0,0 1 0,1 1 0,6 4 0,0 1 0,0-1 0,0-1 0,1 0 0,0 0 0,0 0 0,0-2 0,1 1 0,-1-1 0,1 0 0,0-1 0,11 2 0,6-1 0,0-1 0,0-1 0,36-4 0,-57 3 0,1-1 0,0 0 0,0-1 0,0 0 0,-1 0 0,9-3 0,-13 4 0,1 0 0,-1 0 0,0-1 0,1 1 0,-1-1 0,0 0 0,0 1 0,0-1 0,0 0 0,0 0 0,-1 0 0,1 0 0,-1-1 0,1 1 0,-1 0 0,0-1 0,0 1 0,2-4 0,-4 3 0,-1 5 0,-4 6 0,2 1 0,1 0 0,1 0 0,-1 0 0,1 0 0,1 0 0,0 0 0,0 10 0,1 4 0,4 39 0,-1-46 0,0-1 0,1 1 0,0-1 0,11 22 0,31 54 0,-2-5 0,-41-81 0,-1 0 0,0 0 0,-1 0 0,1 0 0,-1 1 0,1 10 0,-2-15 0,0 0 0,0 0 0,0 0 0,0 0 0,0 0 0,0 1 0,-1-1 0,1 0 0,0 0 0,-1 0 0,1 0 0,-1 0 0,1 0 0,-1 0 0,1 0 0,-1 0 0,0 0 0,0 0 0,1 0 0,-1-1 0,0 1 0,0 0 0,0-1 0,0 1 0,0 0 0,0-1 0,0 1 0,0-1 0,0 1 0,0-1 0,0 0 0,0 1 0,0-1 0,0 0 0,0 0 0,-1 0 0,1 0 0,-2 0 0,-4 0 0,0 0 0,0-1 0,0 0 0,0 0 0,1-1 0,-12-4 0,-40-19 0,42 17 0,-112-60 120,114 60-332,0-2 0,1 0 0,1 0-1,-1-2 1,2 1 0,-18-23 0,19 20-6614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2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12 24575,'-1'0'0,"1"0"0,-1-1 0,1 1 0,-1 0 0,1-1 0,-1 1 0,1 0 0,-1 0 0,1-1 0,-1 1 0,1 0 0,-1 0 0,1 0 0,-1 0 0,1 0 0,-1 0 0,1 0 0,-1 0 0,0 0 0,1 0 0,-1 0 0,1 0 0,-1 0 0,1 0 0,-1 1 0,0-1 0,1 1 0,0-1 0,0 1 0,0 0 0,-1-1 0,1 1 0,1 0 0,-1-1 0,0 1 0,0 0 0,0-1 0,0 1 0,0 0 0,1-1 0,-1 1 0,0 0 0,0-1 0,1 2 0,19 27 0,-7-14 0,1 0 0,1-2 0,0 0 0,1 0 0,0-1 0,1-1 0,18 9 0,-31-18 0,0-1 0,0 1 0,-1-1 0,2 0 0,-1 0 0,0 0 0,0-1 0,0 1 0,0-1 0,0 0 0,0 0 0,5-1 0,-7 0 0,-1 1 0,1-1 0,-1 1 0,1-1 0,-1 1 0,0-1 0,1 0 0,-1 0 0,1 0 0,-1 0 0,0 0 0,0 0 0,0 0 0,0 0 0,1 0 0,-1 0 0,-1-1 0,1 1 0,0 0 0,0-1 0,0 1 0,-1-1 0,1 1 0,-1-1 0,1 1 0,-1-1 0,0 1 0,1-1 0,-1 0 0,0 1 0,0-1 0,0 1 0,-1-4 0,0-5 0,0 0 0,-1 0 0,-1 0 0,0 0 0,-7-18 0,-5-12 0,15 39 0,0 1 0,-1 0 0,1-1 0,0 1 0,0 0 0,0-1 0,0 1 0,0-1 0,0 1 0,-1-1 0,1 1 0,0 0 0,0-1 0,0 1 0,0-1 0,1 1 0,-1-1 0,0 1 0,0 0 0,0-1 0,0 1 0,0-1 0,0 1 0,1 0 0,-1-1 0,0 1 0,1-1 0,-1 1 0,1 0 0,-1 0 0,1 0 0,-1 0 0,1 0 0,-1 0 0,1 0 0,-1 0 0,1 1 0,-1-1 0,1 0 0,-1 0 0,1 0 0,-1 1 0,1-1 0,-1 0 0,1 1 0,22 18 0,-22-18 0,6 5 0,80 72 0,-73-68 0,0 0 0,1-1 0,-1 0 0,30 11 0,-43-19 0,1 0 0,-1-1 0,1 1 0,0 0 0,-1-1 0,1 0 0,-1 1 0,1-1 0,0 0 0,-1 0 0,1 0 0,-1 0 0,1 0 0,0 0 0,-1-1 0,1 1 0,-1 0 0,1-1 0,2-1 0,-2 1 0,-1 0 0,0-1 0,0 1 0,0 0 0,0-1 0,0 1 0,0-1 0,-1 1 0,1-1 0,0 1 0,-1-1 0,1 1 0,-1-1 0,1 0 0,-1 1 0,0-1 0,0 0 0,0 1 0,0-3 0,-2-36 0,1 32 0,1 0 0,-1 0 0,1 0 0,1-1 0,2-14 0,-3 22 0,0 1 0,0-1 0,1 1 0,-1-1 0,0 1 0,1-1 0,-1 1 0,0-1 0,1 1 0,-1-1 0,0 1 0,1 0 0,-1-1 0,1 1 0,-1 0 0,1-1 0,-1 1 0,1 0 0,-1-1 0,1 1 0,-1 0 0,1 0 0,-1 0 0,1 0 0,-1-1 0,1 1 0,0 0 0,-1 0 0,1 0 0,-1 0 0,1 0 0,0 0 0,-1 1 0,1-1 0,-1 0 0,1 0 0,-1 0 0,1 0 0,-1 1 0,1-1 0,0 1 0,25 13 0,-22-11 0,28 18-114,5 3-512,63 51 1,-87-62-6201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24575,'5'1'0,"-1"0"0,0 1 0,0-1 0,0 1 0,0-1 0,0 1 0,-1 0 0,1 1 0,0-1 0,5 6 0,-1-2 0,22 16 0,-15-10 0,0-1 0,0-1 0,32 15 0,-46-24 0,1 0 0,-1-1 0,1 1 0,-1-1 0,1 1 0,0-1 0,-1 1 0,1-1 0,0 0 0,0 0 0,-1 0 0,1 0 0,0 0 0,-1 0 0,1-1 0,0 1 0,-1 0 0,1-1 0,0 1 0,-1-1 0,1 0 0,-1 0 0,1 1 0,-1-1 0,3-2 0,-2 1 0,0-1 0,-1 1 0,1 0 0,-1-1 0,0 1 0,1-1 0,-1 0 0,0 1 0,0-1 0,-1 0 0,1 0 0,-1 1 0,1-1 0,-1-5 0,0-4 0,-1 1 0,0-1 0,-1 1 0,0 0 0,-1 0 0,-4-13 0,2 9 0,5 15 0,0-1 0,0 1 0,-1 0 0,1 0 0,0-1 0,0 1 0,0 0 0,0-1 0,0 1 0,0 0 0,0-1 0,0 1 0,0 0 0,0-1 0,0 1 0,0 0 0,0-1 0,0 1 0,0 0 0,0-1 0,0 1 0,0 0 0,0-1 0,0 1 0,0 0 0,1-1 0,-1 1 0,0 0 0,0 0 0,0-1 0,1 1 0,-1 0 0,11 2 0,18 18 0,-25-17 0,63 41 0,-58-39 0,0 0 0,1-1 0,-1 0 0,1-1 0,16 4 0,-23-6 0,0-1 0,0 0 0,-1 0 0,1 0 0,0-1 0,-1 1 0,1 0 0,0-1 0,-1 0 0,1 0 0,-1 0 0,1 0 0,-1 0 0,5-3 0,2 0 0,-7 3 0,-1 1 0,1-1 0,0 1 0,0 0 0,0 0 0,0 0 0,0 0 0,-1 0 0,1 0 0,0 0 0,0 1 0,0-1 0,-1 1 0,1-1 0,0 1 0,0 0 0,-1-1 0,1 1 0,-1 0 0,1 0 0,2 2 0,5 4 0,0 1 0,10 10 0,-12-11 0,41 32-1365,-39-32-5461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108 171 24575,'-3'-27'0,"-7"-26"0,8 43 0,0 1 0,-1 0 0,-1 0 0,1 1 0,-1-1 0,-7-10 0,10 18 0,1 0 0,-1 0 0,0 0 0,1 0 0,-1 0 0,0 0 0,0 0 0,0 0 0,1 0 0,-1 0 0,0 0 0,0 1 0,0-1 0,0 0 0,0 1 0,-1-1 0,1 1 0,0-1 0,0 1 0,0 0 0,0-1 0,-1 1 0,1 0 0,0 0 0,0 0 0,0 0 0,-1 0 0,1 0 0,0 0 0,-3 1 0,3 0 0,-1 0 0,0 0 0,1 0 0,-1 0 0,1 1 0,-1-1 0,1 1 0,-1-1 0,1 1 0,0-1 0,0 1 0,0 0 0,0 0 0,0 0 0,0-1 0,1 1 0,-2 3 0,0 3 0,0 0 0,0-1 0,1 1 0,0 0 0,1 0 0,0 0 0,0-1 0,0 1 0,1 0 0,0 0 0,1-1 0,0 1 0,0 0 0,0-1 0,1 0 0,0 1 0,1-1 0,-1-1 0,1 1 0,1 0 0,-1-1 0,1 0 0,0 0 0,1 0 0,-1-1 0,1 0 0,0 0 0,1 0 0,-1-1 0,13 7 0,-4-3 30,1-1 0,1-1 0,25 8 0,-36-13-144,1 1 0,0-1-1,-1-1 1,1 1 0,-1-1 0,1 0-1,0-1 1,-1 1 0,1-1 0,-1-1-1,1 1 1,8-4 0,-2-1-6712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24575,'11'30'0,"4"18"0,4 8 0,0 2 0,0-4 0,-1-4 0,-1-4 0,-3-4 0,-2-3 0,-3-6 0,0-4 0,-2-4 0,1-1 0,-2-2 0,-1-3 0,1-4 0,-1-2 0,-1-4-8191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226 101 24575,'-10'-17'0,"-6"-7"0,-2 2 0,-2 4 0,1 5 0,1 8 0,1 4 0,1 2 0,1 4 0,0 1 0,0 0 0,0-2 0,3 1 0,1 0 0,2-3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24575,'167'103'0,"-189"-118"0,1-2 0,-21-20 0,31 26 0,1 0 0,0 0 0,0-2 0,1 1 0,-12-24 0,19 33 0,1 0 0,0 0 0,-1-1 0,1 1 0,1 0 0,-1-1 0,0 1 0,1-1 0,0 1 0,0-7 0,0 9 0,0-1 0,1 1 0,-1 0 0,0-1 0,1 1 0,-1 0 0,1-1 0,0 1 0,-1 0 0,1-1 0,0 1 0,0 0 0,0 0 0,0 0 0,0 0 0,0 0 0,0 0 0,0 0 0,0 0 0,0 0 0,1 1 0,-1-1 0,0 0 0,1 1 0,-1-1 0,0 1 0,3-1 0,3 0-72,-1 0 1,0 1-1,0 0 0,1 0 0,-1 0 0,0 1 0,0 0 0,0 0 1,0 1-1,0-1 0,0 1 0,0 1 0,0-1 0,-1 1 0,1 0 1,-1 0-1,0 1 0,7 4 0,0 2-6754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4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24575,'2'3'0,"4"0"0,0 3 0,0 2 0,1 3 0,-1 2 0,2 1 0,-1 1 0,0 0 0,0 0 0,1 0 0,-1 1 0,1-1 0,-1-3-8191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24575,'3'-2'0,"0"1"0,0 3 0,0 5 0,-1 5 0,-1 4 0,0-2-8191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1:45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7 24575,'-3'-1'0,"1"-1"0,-1 2 0,0-1 0,1 0 0,-1 1 0,0-1 0,0 1 0,1 0 0,-1 0 0,0 0 0,0 0 0,0 0 0,0 0 0,1 1 0,-1 0 0,-4 1 0,5-1 0,1 0 0,-1 0 0,1 0 0,-1 0 0,1 1 0,0-1 0,-1 0 0,1 1 0,0-1 0,0 1 0,0-1 0,0 1 0,0 0 0,0-1 0,1 1 0,-1 0 0,0 0 0,1-1 0,-1 1 0,1 0 0,0 0 0,0 0 0,0 0 0,0 0 0,0-1 0,0 4 0,1 6 0,1 0 0,0 0 0,0 0 0,1 0 0,1-1 0,0 1 0,0-1 0,1 0 0,0 0 0,12 17 0,-11-19 0,-1-1 0,1 0 0,1 0 0,-1 0 0,1-1 0,1 0 0,-1 0 0,1-1 0,0 0 0,0 0 0,0-1 0,1 0 0,11 4 0,-10-6-151,-1 0-1,1 0 0,0-1 0,-1-1 1,1 0-1,0 0 0,0-1 1,16-2-1,-14-1-6674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0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 1 24575,'-4'3'0,"0"1"0,0-1 0,1 1 0,0 0 0,0 0 0,0 0 0,0 1 0,1-1 0,0 1 0,0-1 0,0 1 0,0 0 0,1 0 0,-1 0 0,0 10 0,2-6 0,0 1 0,1-1 0,0 1 0,1-1 0,0 1 0,0-1 0,1 0 0,7 16 0,0-2 0,2-1 0,16 24 0,-17-31 0,19 19 0,-20-24 0,-2 0 0,1 0 0,-1 1 0,8 14 0,-16-24 0,1 0 0,-1 0 0,1 0 0,-1 0 0,1-1 0,-1 1 0,0 0 0,0 0 0,1 0 0,-1 0 0,0 0 0,0 0 0,0 0 0,0 0 0,0 1 0,0-2 0,-1 1 0,1-1 0,0 0 0,0 0 0,0 0 0,-1 0 0,1 0 0,0 1 0,-1-1 0,1 0 0,0 0 0,0 0 0,-1 0 0,1 0 0,0 0 0,0 0 0,-1 0 0,1 0 0,0 0 0,-1 0 0,1 0 0,0 0 0,0 0 0,-1 0 0,1 0 0,0-1 0,0 1 0,-1 0 0,1 0 0,0 0 0,-1 0 0,-24-17 0,11 7-1365,0 1-5461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1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1 24575,'-30'0'0,"-15"0"0,-5 0 0,3 0 0,8 0 0,5 0 0,6 0 0,5 0 0,4 2 0,0 2 0,1-1 0,4-1-8191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24575,'0'4'0,"0"1"0,1 0 0,-1-1 0,1 1 0,0-1 0,0 1 0,0-1 0,1 0 0,0 1 0,0-1 0,0 0 0,0 0 0,0 0 0,1 0 0,5 5 0,-3-4 0,1 0 0,-1 0 0,1-1 0,0 0 0,1 0 0,-1 0 0,1-1 0,-1 0 0,10 3 0,-1-1 0,1-1 0,-1-1 0,31 4 0,-39-6 0,1-1 0,-1 0 0,1 0 0,0-1 0,-1 0 0,1 0 0,-1-1 0,0 0 0,1 0 0,8-4 0,-14 4 0,1 1 0,-1-1 0,0 0 0,0 0 0,0 0 0,0 0 0,0 0 0,0 0 0,0 0 0,-1-1 0,1 1 0,-1 0 0,0-1 0,1 0 0,-1 1 0,0-1 0,-1 0 0,1 1 0,0-1 0,-1-4 0,1 1 0,-1 0 0,0 0 0,0 1 0,0-1 0,-1 0 0,0 0 0,0 1 0,-1-1 0,-2-6 0,4 12 0,0 0 0,0 0 0,0-1 0,0 1 0,0 0 0,0 0 0,0 0 0,0-1 0,0 1 0,0 0 0,0 0 0,0-1 0,0 1 0,0 0 0,0 0 0,0 0 0,0 0 0,-1-1 0,1 1 0,0 0 0,0 0 0,0 0 0,0 0 0,0-1 0,-1 1 0,1 0 0,0 0 0,0 0 0,0 0 0,-1 0 0,1 0 0,0 0 0,0 0 0,0 0 0,-1-1 0,1 1 0,0 0 0,0 0 0,0 0 0,-1 0 0,-2 10 0,1 17 0,2-27 0,0 20 0,1 0 0,1 1 0,0-1 0,2 0 0,0-1 0,1 1 0,2-1 0,-1 0 0,13 23 0,92 182 0,-108-219 0,-1 1 0,1-1 0,-1 1 0,0 0 0,1 8 0,-3-13 0,0 0 0,0 0 0,0 0 0,0 0 0,0-1 0,0 1 0,0 0 0,0 0 0,0 0 0,0 0 0,-1 0 0,1 0 0,0 0 0,-1 0 0,1-1 0,0 1 0,-1 0 0,1 0 0,-1 0 0,0-1 0,1 1 0,-1 0 0,1-1 0,-1 1 0,0 0 0,0-1 0,1 1 0,-1-1 0,0 1 0,0-1 0,0 0 0,0 1 0,1-1 0,-1 0 0,0 1 0,0-1 0,0 0 0,0 0 0,0 0 0,0 0 0,0 0 0,0 0 0,-1 0 0,-2 0 0,0-1 0,0 0 0,1 1 0,-1-1 0,0-1 0,0 1 0,1 0 0,-1-1 0,1 0 0,-1 0 0,-3-2 0,-36-30 0,34 26 0,-3-2 0,2 1 0,-1-1 0,1-1 0,1 0 0,0 0 0,-10-17 0,17 25 0,1-1 0,-1 1 0,0-1 0,1 0 0,-1 1 0,1-1 0,0 0 0,1 0 0,-1 0 0,1 0 0,-1 1 0,1-1 0,0 0 0,0 0 0,1 0 0,-1 0 0,1 0 0,0 0 0,0 0 0,1 1 0,-1-1 0,1 0 0,-1 1 0,1-1 0,0 1 0,0 0 0,5-6 0,0 0-1365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2.6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114 225 24575,'6'12'0,"16"39"0,2-2 0,44 66 0,-54-100 0,-14-15 0,0 0 0,1 0 0,-1 1 0,0-1 0,0 0 0,1 0 0,-1 0 0,0 1 0,0-1 0,1 0 0,-1 0 0,0 0 0,1 0 0,-1 0 0,0 0 0,0 0 0,1 0 0,-1 0 0,0 0 0,1 0 0,-1 0 0,0 0 0,1 0 0,-1 0 0,0 0 0,0 0 0,1 0 0,-1 0 0,0 0 0,1 0 0,-1 0 0,0-1 0,0 1 0,1 0 0,-1 0 0,0 0 0,0-1 0,0 1 0,1 0 0,-1 0 0,0 0 0,0-1 0,0 1 0,1 0 0,-1-1 0,0 1 0,0 0 0,0 0 0,0-1 0,0 1 0,0 0 0,0-1 0,0 1 0,0 0 0,0 0 0,0-1 0,0 1 0,0 0 0,0-1 0,0-3 0,-1 0 0,1 0 0,-1 0 0,0 0 0,0 0 0,-1 0 0,1 0 0,-1 0 0,0 1 0,0-1 0,-4-6 0,-1-1 0,-18-34 0,-3-4 0,2 0 0,-34-94 0,58 136 0,0 0 0,0 0 0,1-1 0,0 1 0,0-1 0,1 1 0,0-10 0,0 15 0,1 0 0,-1 0 0,0 0 0,1 0 0,-1 0 0,1 1 0,0-1 0,0 0 0,-1 0 0,1 1 0,0-1 0,1 0 0,-1 1 0,0-1 0,0 1 0,1-1 0,-1 1 0,1 0 0,-1 0 0,1 0 0,-1-1 0,1 1 0,0 1 0,0-1 0,-1 0 0,1 0 0,0 1 0,0-1 0,0 1 0,0-1 0,0 1 0,2 0 0,6-1 0,0 1 0,1 1 0,-1 0 0,0 0 0,0 1 0,0 0 0,0 1 0,0 0 0,-1 0 0,1 1 0,-1 0 0,10 7 0,-13-7 0,0 0 0,0 0 0,0 1 0,-1-1 0,0 1 0,0 1 0,0-1 0,4 7 0,-7-8 0,1 0 0,-1 0 0,0 1 0,0-1 0,-1 1 0,1-1 0,-1 1 0,0 0 0,0-1 0,0 1 0,-1 0 0,0 8 0,0-10 0,0-1 0,-1 1 0,1-1 0,-1 0 0,0 1 0,1-1 0,-1 0 0,0 1 0,0-1 0,0 0 0,-1 0 0,1 0 0,-1 0 0,-2 3 0,0-2 0,1 0 0,0 0 0,-1-1 0,0 1 0,0-1 0,1 0 0,-9 3 0,1-1 0,-1-1 0,-1 0 0,1-1 0,-24 1 0,-53-2 0,77-1 0,0-1 0,0-1 0,0 0 0,0-1 0,-15-5 0,26 7-62,0 1 0,-1 0 0,1-1 0,-1 1 0,1-1 0,0 0 0,-1 1 0,1-1 0,0 0 0,0 0 0,0 0 0,0 0-1,0 0 1,0 0 0,0 0 0,0 0 0,0-1 0,0 1 0,0 0 0,1 0 0,-1-2 0,0-6-6764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0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0 236 24575,'5'-1'0,"18"-8"0,0 0 0,26-15 0,-44 21 0,0 0 0,0 0 0,0 0 0,0-1 0,-1 0 0,0 0 0,0 0 0,0 0 0,0 0 0,0-1 0,-1 0 0,0 0 0,0 0 0,0 0 0,2-8 0,-4 9 0,-1 0 0,1 1 0,-1-1 0,0 0 0,0 1 0,0-1 0,-1 0 0,1 0 0,-1 1 0,0-1 0,0 1 0,0-1 0,-1 1 0,1-1 0,-1 1 0,0 0 0,0 0 0,0-1 0,0 1 0,-3-3 0,2 2 0,-1 1 0,1-1 0,-1 1 0,0 0 0,0 0 0,0 0 0,0 0 0,-1 1 0,1-1 0,-1 1 0,1 0 0,-1 1 0,0-1 0,-7-1 0,11 3 0,-1 0 0,1 0 0,0 0 0,-1 0 0,1 0 0,0 0 0,-1 0 0,1 1 0,0-1 0,-1 0 0,1 1 0,0-1 0,-1 1 0,1 0 0,0-1 0,0 1 0,0 0 0,0 0 0,0 0 0,-2 1 0,2 0 0,-1 0 0,0 1 0,1-1 0,-1 0 0,1 1 0,0-1 0,0 1 0,0 0 0,-1 4 0,1 0 0,-1 0 0,2 0 0,-1 1 0,1-1 0,0 1 0,2 13 0,0-11 0,1 0 0,0 1 0,1-1 0,0 0 0,0-1 0,1 1 0,0-1 0,1 0 0,10 12 0,-7-9 0,1-2 0,1 0 0,0 0 0,0-1 0,1 0 0,18 10 0,-11-9 0,1-1 0,0 0 0,1-1 0,0-1 0,0-2 0,1 0 0,-1-1 0,1-1 0,26 1 0,-42-4-85,1 0 0,-1 0-1,0 0 1,0-1 0,0 0-1,0 0 1,0 0 0,0-1-1,0 0 1,0 0 0,0 0-1,-1-1 1,1 0 0,-1 0-1,8-7 1,-2-1-6741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24575,'5'18'0,"4"22"0,-7-26 0,1 0 0,1 0 0,8 22 0,-3-18 40,1 0 0,13 20 0,-17-30-252,0 0 0,0-1 0,1 1-1,0-2 1,0 1 0,13 9 0,-9-10-6614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71 24575,'-30'-13'0,"-13"-4"0,-1 1 0,5 4 0,5 3 0,7 5 0,5 7 0,4 5 0,3 4 0,3-1-8191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3.8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263 1 24575,'-25'2'0,"-11"2"0,-2-1 0,3-1 0,6 0 0,4-1 0,4 0 0,1-1 0,1 0 0,4 0-8191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1 24575,'-10'12'0,"-6"7"0,0 3 0,2 0 0,5-1 0,0-2 0,2-2 0,2-3-8191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4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24575,'2'10'0,"4"5"0,3 7 0,0 0 0,1 3 0,2-1 0,-2-2 0,0 0 0,1-1 0,1-1 0,1 0 0,-1 0 0,-1-1 0,0-2 0,-1 0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24575,'18'22'0,"8"13"0,5 6 0,-1-3 0,-3-1 0,-3-6 0,-3-2 0,-3-4 0,-5-4 0,-1-3 0,-3-4-8191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660 146 24575,'-66'-31'0,"3"1"0,-79-27 0,120 50 0,1 1 0,-1 1 0,-1 1 0,1 1 0,-1 1 0,1 1 0,-43 4 0,-83 22-1365,128-20-5461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5.6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485 14 24575,'-28'-2'0,"-13"-1"0,-6-1 0,1 2 0,0 0 0,3 3 0,4 2 0,4 3 0,-1-1 0,2 3 0,2-1 0,0-1 0,6-2-8191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6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24575,'5'5'0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7.7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0 24575,'-1'3'0,"0"-1"0,0 1 0,1 0 0,-1 0 0,1-1 0,0 1 0,-1 0 0,1 0 0,0-1 0,1 1 0,-1 0 0,1-1 0,0 4 0,13 38 0,-9-32 0,6 13 0,0 0 0,19 28 0,7 15 0,-36-66-62,0-1 0,0 0 0,0 1 0,-1-1 0,1 1 0,-1-1 0,1 0 0,-1 1 0,0 0 0,1-1 0,-1 1 0,0-1-1,0 1 1,0-1 0,0 1 0,0-1 0,0 1 0,-1-1 0,1 1 0,-1 0 0,0 1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83 24575,'24'-11'0,"0"1"0,1 1 0,1 1 0,40-6 0,105-7 0,-145 19 0,-23 2 0,0 0 0,-1-1 0,1 1 0,0-1 0,0 1 0,-1-1 0,5-2 0,-8 2 0,-5 1 0,-8 0 0,-52 12-1365,45-8-5461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24575,'27'0'0,"13"0"0,1 0 0,-4-3 0,-6 0 0,-7 2 0,-9 2-8191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8.5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24575,'5'25'0,"4"11"0,0 2 0,2-3 0,1-3 0,2-4 0,-3-4 0,0-4 0,1-3 0,-2-1 0,-1-4 0,0-1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09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77 224 24575,'2'0'0,"0"1"0,1-1 0,-1 1 0,0-1 0,0 1 0,0 0 0,0 0 0,0 0 0,0 0 0,0 0 0,0 0 0,0 0 0,-1 1 0,1-1 0,0 1 0,-1-1 0,1 1 0,-1 0 0,0 0 0,2 2 0,3 6 0,0 0 0,7 18 0,-7-14 0,68 119 0,-61-114 0,-6-8 0,-17-25 0,-51-54 0,3 3 0,35 37 0,-31-54 0,49 73 0,0 0 0,1-1 0,0 0 0,0 0 0,1 0 0,0 0 0,1-1 0,0 1 0,0-1 0,1-15 0,1 22 0,0 0 0,1 0 0,-1 1 0,1-1 0,0 0 0,0 1 0,0-1 0,0 0 0,1 1 0,0 0 0,-1-1 0,1 1 0,0 0 0,1 0 0,-1 0 0,1 0 0,-1 0 0,4-2 0,-2 2 0,1 0 0,-1 0 0,1 1 0,0 0 0,0 0 0,0 0 0,0 0 0,0 1 0,0-1 0,1 2 0,-1-1 0,7 0 0,0 1 0,1 0 0,-1 1 0,1 0 0,-1 1 0,1 0 0,-1 1 0,13 5 0,-16-5 0,0 1 0,0 0 0,-1 0 0,0 1 0,0 0 0,0 1 0,-1-1 0,1 1 0,-1 1 0,6 7 0,-11-12 0,0 0 0,-1 1 0,1-1 0,-1 0 0,1 0 0,-1 1 0,0-1 0,0 1 0,0-1 0,0 1 0,-1-1 0,1 1 0,-1-1 0,1 1 0,-1 0 0,0-1 0,0 1 0,0 0 0,0-1 0,-1 1 0,1-1 0,-1 1 0,1 0 0,-3 4 0,1-3 0,-1 1 0,0-1 0,0 0 0,0 0 0,0 0 0,-1 0 0,1 0 0,-1-1 0,0 0 0,0 0 0,-9 5 0,-17 7 0,23-12 0,0 0 0,0 0 0,0 1 0,-9 7 0,15-11 0,1 1 0,-1-1 0,1 1 0,-1-1 0,1 1 0,-1 0 0,1-1 0,-1 1 0,1 0 0,-1-1 0,1 1 0,0 0 0,-1 0 0,1-1 0,0 1 0,0 0 0,0 0 0,-1-1 0,1 1 0,0 0 0,0 0 0,0 0 0,0-1 0,1 2 0,-1 0 0,1-1 0,-1 1 0,1-1 0,0 1 0,0-1 0,0 1 0,0-1 0,0 0 0,0 0 0,0 1 0,2 0 0,3 3 0,0-1 0,0 1 0,0-1 0,8 3 0,9 3 0,0-1 0,37 10 0,50 5 0,-105-23 0,57 10 18,46 10-1401,-96-17-5443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6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24575,'14'28'0,"15"57"-67,-12-26-3597,12 83 0,-20-79 4821,-3 0 3951,-4-40-4732,0-1 1,10 40 0,-11-61-381,-1 1 1,1 0-1,-1-1 0,1 1 0,0-1 0,-1 1 0,1-1 1,0 0-1,0 1 0,0-1 0,0 0 0,0 1 0,1-1 1,-1 0-1,0 0 0,0 0 0,1 0 0,-1 0 0,1 0 1,1 0-1,0 0 19,-1-1 1,0 1-1,1-1 0,-1 0 1,0 0-1,0 0 1,1 0-1,-1 0 0,0-1 1,1 1-1,-1-1 1,4-1-1,5-2-312,-1-1 0,-1-1 0,1 0 0,15-11 0,-15 9-6529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1.8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21 24575,'-28'-5'0,"-11"-2"0,-2 1 0,6 3 0,7 6 0,5 3 0,7 2-8191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2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16 24575,'0'0'0,"0"0"0,0 0 0,0 0 0,0 0 0,0 0 0,0 0 0,0 0 0,0 0 0,0 0 0,0 0 0,0 0 0,0 0 0,0 0 0,0 0 0,0 0 0,-1 0 0,1 0 0,0 0 0,0 0 0,0 0 0,0 0 0,0 0 0,0 0 0,0 0 0,0 0 0,0 0 0,0 0 0,0 0 0,0 0 0,0 0 0,0 0 0,0 0 0,0 0 0,-1 0 0,1 0 0,0 0 0,0 0 0,0 0 0,0 0 0,0 0 0,0 0 0,0 1 0,0-1 0,0 0 0,0 0 0,0 0 0,0 0 0,0 0 0,0 0 0,0 0 0,0 0 0,0 0 0,0 0 0,0 0 0,0 0 0,0 0 0,0 0 0,0 1 0,0-1 0,0 0 0,0 0 0,0 0 0,0 0 0,0 0 0,0 0 0,6 4 0,7 4 0,8 1 0,28 7 0,-21-7 0,-26-8 0,0-1 0,0 1 0,0 0 0,0-1 0,0 0 0,1 1 0,-1-1 0,0 0 0,0 0 0,0 0 0,0 0 0,1 0 0,-1-1 0,0 1 0,2-1 0,-3 0 0,1 0 0,-1 0 0,0 0 0,0 0 0,0 0 0,0 0 0,0 0 0,-1-1 0,1 1 0,0 0 0,0 0 0,-1-1 0,1 1 0,-1 0 0,1-1 0,-1 1 0,1-1 0,-1 1 0,0 0 0,0-1 0,0 1 0,0-1 0,0-1 0,0-1 0,2-18 0,-2 22 0,0 0 0,1-1 0,-1 1 0,0-1 0,0 1 0,0 0 0,0-1 0,0 1 0,0 0 0,0-1 0,0 1 0,1 0 0,-1 0 0,0-1 0,0 1 0,1 0 0,-1-1 0,0 1 0,0 0 0,1 0 0,-1 0 0,0-1 0,0 1 0,1 0 0,-1 0 0,0 0 0,1 0 0,-1-1 0,0 1 0,1 0 0,-1 0 0,0 0 0,1 0 0,-1 0 0,0 0 0,1 0 0,-1 0 0,0 0 0,1 0 0,-1 0 0,1 0 0,-1 0 0,0 0 0,1 1 0,-1-1 0,0 0 0,0 0 0,1 0 0,-1 0 0,0 1 0,1-1 0,5 6 0,0 0 0,0 0 0,-1 1 0,0-1 0,0 1 0,0 0 0,5 12 0,1 1 0,108 184 0,-92-152 0,-2 0 0,18 60 0,-43-111 0,16 57 0,-15-52 0,0 0 0,0 0 0,0 0 0,-1-1 0,0 1 0,0 0 0,-1 0 0,-1 6 0,2-10 0,-1-1 0,1 1 0,-1-1 0,1 1 0,-1-1 0,0 1 0,0-1 0,0 0 0,0 1 0,0-1 0,0 0 0,0 0 0,0 0 0,0 1 0,-1-1 0,1-1 0,0 1 0,-3 2 0,0-2 0,1 0 0,0 0 0,0 0 0,-1-1 0,1 1 0,0-1 0,-1 1 0,-5-1 0,-2-1 0,-1-1 0,0 0 0,1 0 0,-14-6 0,0-1 0,2 0 0,-1-2 0,1-1 0,1 0 0,0-2 0,1 0 0,1-2 0,-26-24 0,43 37 0,0 0 0,0-1 0,0 0 0,0 0 0,0 0 0,1 0 0,0 0 0,0 0 0,0 0 0,0-1 0,1 1 0,-2-9 0,2 10 0,1 1 0,0-1 0,0 1 0,0 0 0,1-1 0,-1 1 0,0 0 0,1-1 0,0 1 0,-1 0 0,1 0 0,0 0 0,0-1 0,0 1 0,0 0 0,1 0 0,-1 1 0,1-1 0,-1 0 0,1 0 0,-1 1 0,1-1 0,0 1 0,0-1 0,0 1 0,0 0 0,2-2 0,9-3-25,0 1 0,0 1 0,0 0 0,1 0 0,-1 1 1,17-1-1,0-1-1166,-12 1-5635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3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57 100 24575,'47'132'0,"-35"-102"0,2 0 0,23 35 0,-28-48 0,-7-13 0,0 0 0,0 0 0,1 0 0,-1 0 0,5 4 0,-16-29 0,-43-58 0,6 8 0,23 34 0,13 23 0,0-1 0,2 0 0,-1 0 0,2-1 0,-10-32 0,16 47 0,1-1 0,0 0 0,-1 0 0,1 0 0,0 0 0,0 0 0,0 1 0,0-1 0,0 0 0,1 0 0,-1 0 0,1 0 0,-1 0 0,1 1 0,-1-1 0,1 0 0,0 1 0,0-1 0,0 0 0,0 1 0,0-1 0,0 1 0,1-1 0,-1 1 0,0 0 0,1 0 0,-1-1 0,1 1 0,-1 0 0,1 0 0,0 0 0,-1 1 0,1-1 0,0 0 0,0 1 0,-1-1 0,3 0 0,3 0 0,0 0 0,0 0 0,0 0 0,0 1 0,0 0 0,0 0 0,0 1 0,12 2 0,-10-1 0,1 1 0,-1 0 0,0 1 0,0 0 0,14 8 0,-19-9 0,0-1 0,0 1 0,-1 0 0,1 0 0,-1 0 0,1 1 0,-1-1 0,0 1 0,-1 0 0,1 0 0,-1 0 0,1 0 0,2 8 0,-4-10 0,-1 0 0,1 0 0,-1 0 0,0 0 0,0 0 0,1 0 0,-1 0 0,-1 0 0,1 0 0,0 0 0,0 0 0,-1 0 0,1 0 0,-1 0 0,0 0 0,0 0 0,-1 3 0,0-2 0,0-1 0,0 1 0,-1 0 0,1-1 0,-1 1 0,1-1 0,-1 0 0,0 0 0,-5 3 0,1-1 0,-1 0 0,1-1 0,-1 0 0,0 0 0,0-1 0,-1 0 0,-14 1 0,-16-3 0,94 0 0,-1-2 0,97-18 0,-122 15 0,29-11 0,-47 13 0,0-2 0,0 1 0,0-1 0,0-1 0,13-9 0,-21 12 0,-1 1 0,1-1 0,-1 0 0,0 0 0,0 0 0,0 0 0,0 0 0,0-1 0,0 1 0,-1 0 0,0-1 0,0 1 0,0-1 0,0 0 0,0 1 0,-1-1 0,1-5 0,-1 8 0,0-1 0,0 0 0,0 0 0,0 1 0,0-1 0,-1 0 0,1 0 0,0 1 0,-1-1 0,0 0 0,1 1 0,-1-1 0,0 1 0,0-1 0,1 1 0,-1-1 0,0 1 0,-1-1 0,1 1 0,0 0 0,0 0 0,-1 0 0,1-1 0,0 1 0,-1 0 0,1 1 0,-1-1 0,1 0 0,-1 0 0,0 1 0,1-1 0,-1 1 0,0-1 0,1 1 0,-1 0 0,0 0 0,-3-1 0,3 1 0,1 0 0,-1 1 0,0-1 0,0 0 0,1 0 0,-1 1 0,0-1 0,0 1 0,1 0 0,-1-1 0,1 1 0,-1 0 0,1 0 0,-1 0 0,1 0 0,-1 0 0,1 0 0,-2 2 0,1 0 0,0-1 0,1 1 0,-1-1 0,1 1 0,-1 0 0,1 0 0,0 0 0,0 0 0,-1 6 0,1-5 0,0 1 0,0 0 0,1 0 0,0 0 0,0 0 0,0-1 0,1 1 0,0 0 0,0 0 0,0-1 0,0 1 0,1 0 0,3 6 0,0-3 0,1 0 0,0-1 0,0 0 0,1-1 0,0 1 0,0-1 0,1 0 0,0-1 0,0 0 0,0 0 0,15 6 0,-7-5 0,1 0 0,0-1 0,0 0 0,0-1 0,26 2 0,-41-6-55,4 1-132,1-1 0,-1 0 0,1 0 0,-1 0-1,1-1 1,9-1 0,-7-2-6639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24575,'-1'1'0,"1"0"0,-1 0 0,1 0 0,-1 0 0,1 0 0,-1 0 0,1 0 0,0 0 0,0 0 0,0 0 0,-1 0 0,1 0 0,0 0 0,1 2 0,1 19 0,-2-19 0,4 14 17,-1-1 0,2 0 1,0 0-1,1 0 0,1 0 0,12 21 0,1-5-760,43 54 1,-56-78-6084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5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24575,'-2'0'0,"1"0"0,1 2 0,3 4 0,4 6 0,0 3 0,2 1 0,1 1 0,0 0 0,0 0 0,-1-1 0,0-1 0,1 1 0,1-1 0,-1-1 0,-2 1 0,0 0 0,-2-3-8191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4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24575,'2'5'0,"1"4"0,3 6 0,0 2 0,2 2 0,1-1 0,0 0 0,1-1 0,1-1 0,-2-1 0,1 0 0,-2 0 0,-1-1 0,-3 1 0,-2-3-8191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608 77 24575,'-30'-13'0,"-15"-4"0,-5 1 0,4 4 0,4 2 0,5 5 0,3 2 0,3 4 0,1 2 0,-2 4 0,0-1 0,-2 0 0,-1 1 0,-1-1 0,0-1 0,3 0 0,8 1-8191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4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535 43 24575,'-27'-5'0,"-221"-32"0,228 36 9,0 1-1,0 2 1,0-1-1,0 2 1,0 1-1,-22 7 0,-34 5-1432,54-12-5402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5.9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1 24575,'-20'12'0,"-7"8"0,-1 1 0,2 1 0,5-1 0,4-5 0,1-1 0,5-5-8191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3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24575,'3'5'0,"2"4"0,2 6 0,1 2 0,2 2 0,0 2 0,0 0 0,1 1 0,1 0 0,-1-2 0,0-1 0,-3 1 0,1-1 0,-1 0 0,0-2 0,-1-1 0,-2-3-8191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6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24575,'5'7'0,"1"1"0,-1 0 0,0-1 0,-1 2 0,7 16 0,0-1 0,-2-8 0,1 0 0,1 0 0,0-1 0,1 0 0,0-1 0,2 0 0,-1-1 0,2-1 0,-1 0 0,2-1 0,30 17 0,-42-25 0,1-1 0,-1 0 0,0 0 0,1-1 0,-1 1 0,1-1 0,6 1 0,-10-2 0,-1-1 0,1 1 0,0 0 0,-1 0 0,1-1 0,-1 1 0,1 0 0,-1-1 0,1 1 0,-1-1 0,1 1 0,-1 0 0,1-1 0,-1 1 0,0-1 0,1 0 0,-1 1 0,0-1 0,1 1 0,-1-1 0,0 1 0,1-2 0,4-16 0,-5 15 0,4-21 0,-1-1 0,-1 0 0,-1 1 0,-3-31 0,1 1 0,1 40 0,0 8 0,1-1 0,-2 0 0,1 0 0,-3-9 0,2 14 0,1-1 0,-1 1 0,0 0 0,0 0 0,0 0 0,0 0 0,0 0 0,-1 0 0,1 0 0,-1 0 0,1 1 0,-1-1 0,0 1 0,0-1 0,1 1 0,-1-1 0,-2 0 0,-9-4-1365,0 1-5461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554 31 24575,'-25'-5'0,"-13"-1"0,-9-1 0,-2 2 0,1 1 0,1 2 0,2 1 0,0 0 0,4 1 0,0 3 0,3 1 0,2 2 0,5 0 0,8-1-8191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7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497 0 24575,'-30'0'0,"-12"0"0,-5 3 0,4 0 0,4 0 0,6 2 0,3 0 0,3 0 0,0 0 0,0 1 0,-3 1 0,-2-1 0,0 2 0,1-1 0,4-2-8191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24575,'-3'11'0,"1"-1"0,0 1 0,1 0 0,0-1 0,1 1 0,0 0 0,1 0 0,0 0 0,0-1 0,1 1 0,1-1 0,-1 1 0,2-1 0,7 16 0,17 34 0,55 82 0,-67-113-1365,-12-18-5461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1 128 24575,'30'-17'0,"12"-7"0,5 0 0,-4 2 0,-6 6 0,-8 6 0,-5 4 0,-5 3 0,-5 0 0,-3 0 0,-6 3 0,-6 2 0,-5 3 0,-5 1 0,1-2-8191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8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24575,'28'5'0,"11"1"0,2 1 0,-7-5 0,-5-1 0,-6-5 0,-7-3 0,-9-1 0,-5-1 0,-5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24575,'10'20'0,"6"12"0,3 3 0,-2-2 0,-2-2 0,-2-3 0,-2-5 0,-3-3 0,-2-2 0,-2-2 0,0-4 0,0-1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19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118 195 24575,'69'82'0,"-56"-66"0,-2 2 0,0-1 0,10 22 0,-10-6 0,-10-31 0,-1 0 0,1 0 0,-1 0 0,0 0 0,0 0 0,0 0 0,0 0 0,0 0 0,0 0 0,-1 0 0,1 0 0,0 0 0,-2 4 0,1-6 0,1 1 0,0-1 0,0 1 0,-1-1 0,1 0 0,-1 1 0,1-1 0,0 0 0,-1 1 0,1-1 0,-1 0 0,1 1 0,-1-1 0,1 0 0,-1 0 0,1 1 0,-1-1 0,1 0 0,-1 0 0,1 0 0,-1 0 0,1 0 0,-1 0 0,0 0 0,-16-5 0,-13-13 0,6-1 0,1 0 0,1-2 0,1 0 0,0-2 0,2 0 0,-25-40 0,41 58 0,0 1 0,1-1 0,0 0 0,0 0 0,0 0 0,1 0 0,-1-1 0,1 1 0,1 0 0,-1 0 0,1-1 0,0 1 0,0 0 0,0-1 0,1 1 0,2-11 0,-1 10 0,0 0 0,1 1 0,-1-1 0,1 0 0,1 1 0,-1-1 0,1 1 0,0 0 0,0 0 0,0 1 0,1-1 0,0 1 0,10-7 0,-5 4 0,1 1 0,0 0 0,0 1 0,1 0 0,-1 1 0,1 0 0,0 1 0,0 0 0,1 1 0,20-1 0,-15 3 0,-1 0 0,1 1 0,-1 1 0,1 1 0,-1 0 0,33 12 0,-48-14 0,-1-1 0,1 0 0,-1 1 0,1 0 0,0-1 0,-1 1 0,1 0 0,-1 0 0,0 0 0,1 0 0,-1 0 0,0 0 0,1 0 0,-1 0 0,0 1 0,0-1 0,0 0 0,0 1 0,0-1 0,-1 1 0,1-1 0,0 1 0,-1-1 0,1 1 0,-1 0 0,1-1 0,-1 1 0,0 0 0,1-1 0,-1 1 0,0 0 0,0-1 0,0 1 0,-1 0 0,1 0 0,0-1 0,-1 1 0,0 2 0,-1 1 0,-1 0 0,1 0 0,-1 0 0,0 0 0,0 0 0,-1-1 0,1 1 0,-1-1 0,0 0 0,-6 4 0,-14 10 0,11-8 0,0 1 0,-14 13 0,24-21 0,0 0 0,0 0 0,1 1 0,0-1 0,-1 1 0,1-1 0,0 1 0,1 0 0,-1 0 0,1 0 0,-1 0 0,1 0 0,-1 7 0,2-8 0,1-1 0,-1 1 0,0-1 0,1 1 0,0-1 0,-1 1 0,1-1 0,0 1 0,0-1 0,0 0 0,1 1 0,-1-1 0,1 0 0,-1 0 0,1 0 0,0 0 0,-1 0 0,1-1 0,0 1 0,0 0 0,0-1 0,1 1 0,-1-1 0,0 0 0,4 2 0,6 2 0,0 0 0,0-1 0,22 5 0,193 31 0,-176-30-1365,-38-8-5461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3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24575,'11'5'0,"-18"-3"0,-21-4 0,-5-1 0,1 1 0,0 1 0,-1 2 0,-51 8 0,80-9 0,-7 2 0,0 1 0,0 0 0,-11 4 0,19-6 0,0 1 0,0-1 0,0 1 0,0 0 0,1 0 0,-1 0 0,1 0 0,-1 0 0,1 0 0,-1 1 0,1-1 0,0 1 0,0 0 0,-2 5 0,2-4 0,-1 1 0,2-1 0,-1 1 0,1 0 0,-1-1 0,1 1 0,0 0 0,1 0 0,-1 0 0,1 6 0,1-8 0,-1 1 0,1-1 0,0 1 0,0-1 0,0 1 0,1-1 0,-1 0 0,1 0 0,-1 0 0,1 0 0,0 0 0,1 0 0,-1 0 0,5 5 0,7 4 0,0-1 0,0 0 0,1-1 0,25 13 0,69 26 0,-51-24 0,-33-15 0,-6-2 0,19 10 0,-34-16 0,0 1 0,0-1 0,0 1 0,0 0 0,0 0 0,-1 0 0,1 1 0,-1-1 0,0 1 0,3 4 0,-6-7 0,1 0 0,0 0 0,-1 0 0,1 0 0,-1 0 0,0 0 0,1 0 0,-1 1 0,0-1 0,1 0 0,-1 0 0,0 0 0,0 0 0,0 1 0,0-1 0,0 0 0,0 0 0,-1 0 0,1 0 0,0 1 0,-1-1 0,0 1 0,0 0 0,0-1 0,0 1 0,0-1 0,0 0 0,0 0 0,-1 1 0,1-1 0,-1 0 0,1 0 0,-1 0 0,1 0 0,-1 0 0,-1 0 0,-6 2 0,1 0 0,-1-1 0,0 0 0,-13 1 0,-36 5 0,-1-3 0,-97-4 0,152-2-170,0 1-1,-1-1 0,1 0 1,0 0-1,-1 0 0,1-1 1,-7-3-1,2-1-6655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24575,'0'2'0,"-1"-1"0,1 1 0,0 0 0,0-1 0,0 1 0,-1-1 0,2 1 0,-1 0 0,0-1 0,0 1 0,0 0 0,1-1 0,-1 1 0,1-1 0,-1 1 0,1-1 0,0 1 0,-1-1 0,1 1 0,0-1 0,0 1 0,0-1 0,2 2 0,4 4 0,-1 0 0,13 10 0,-6-7 0,0-1 0,1 0 0,0-1 0,0 0 0,24 8 0,-26-12 0,-1 0 0,1-1 0,0 0 0,0-1 0,0 0 0,1-1 0,22-1 0,-32 0 0,-1-1 0,0 1 0,0-1 0,0 1 0,0-1 0,0 0 0,0 1 0,0-1 0,0 0 0,0-1 0,0 1 0,0 0 0,0 0 0,-1-1 0,1 1 0,-1-1 0,1 0 0,-1 1 0,1-1 0,-1 0 0,0 0 0,0 0 0,0 0 0,0 0 0,0 0 0,0 0 0,-1 0 0,1 0 0,-1 0 0,1 0 0,-1-1 0,0 1 0,0-3 0,0-3 0,0 0 0,0 1 0,-1-1 0,0 1 0,-1-1 0,0 0 0,0 1 0,-4-11 0,6 17 0,-1 1 0,1-1 0,0 0 0,0 1 0,-1-1 0,1 0 0,0 1 0,-1-1 0,1 0 0,-1 1 0,1-1 0,-1 1 0,1-1 0,-1 1 0,1-1 0,-1 1 0,1-1 0,-1 1 0,0-1 0,0 1 0,1 0 0,-1 1 0,1-1 0,0 0 0,0 0 0,-1 1 0,1-1 0,0 0 0,-1 0 0,1 1 0,0-1 0,0 0 0,0 1 0,-1-1 0,1 0 0,0 1 0,0-1 0,0 1 0,0-1 0,0 0 0,-1 1 0,1-1 0,0 0 0,0 1 0,-1 5 0,1-1 0,-1 1 0,1 9 0,3 6 0,1 0 0,0 0 0,2 0 0,0-1 0,13 27 0,54 94 0,-10-44 0,-8-13 0,-54-82 0,1 0 0,-1-1 0,0 1 0,0 0 0,0 0 0,-1 0 0,1 0 0,0 0 0,-1 0 0,1 0 0,-1 0 0,0 0 0,0 4 0,0-5 0,-1 0 0,1 0 0,-1 0 0,1 0 0,-1 0 0,1 0 0,-1-1 0,0 1 0,0 0 0,1 0 0,-1-1 0,0 1 0,0 0 0,0-1 0,0 1 0,0-1 0,0 1 0,0-1 0,0 0 0,0 1 0,0-1 0,0 0 0,0 0 0,0 1 0,0-1 0,0 0 0,0 0 0,0 0 0,-1-1 0,-11 2 0,1-2 0,-1 0 0,1 0 0,0-1 0,-1-1 0,1 0 0,0 0 0,0-1 0,1-1 0,-1 0 0,-14-9 0,-1-3 0,0-1 0,1-1 0,-29-28 0,51 43 0,0 1 0,1-1 0,-1 1 0,1-1 0,0 0 0,1 0 0,-1-1 0,0 1 0,-3-10 0,6 12 0,-1 0 0,1-1 0,-1 1 0,1 0 0,0-1 0,0 1 0,0 0 0,0-1 0,1 1 0,-1-1 0,0 1 0,1 0 0,0 0 0,0-1 0,-1 1 0,1 0 0,1 0 0,-1 0 0,0 0 0,0 0 0,1 0 0,2-3 0,19-15-1365,-12 12-5461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4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24575,'1'2'0,"-1"0"0,1 0 0,-1-1 0,1 1 0,0-1 0,-1 1 0,1 0 0,0-1 0,0 1 0,0-1 0,2 2 0,16 18 0,-15-17 0,14 13 0,1 0 0,0-1 0,1-1 0,33 19 0,-49-32 0,0 0 0,0 0 0,0 0 0,0-1 0,0 0 0,8 2 0,-12-3 0,1 0 0,0 0 0,0 0 0,-1 0 0,1 0 0,0 0 0,0 0 0,-1 0 0,1 0 0,0-1 0,-1 1 0,1 0 0,0 0 0,-1-1 0,1 1 0,0-1 0,-1 1 0,2-1 0,-2 0 0,1 0 0,-1 0 0,1 0 0,-1 1 0,1-1 0,-1 0 0,0 0 0,1 0 0,-1 0 0,0 0 0,0 0 0,0 0 0,0 0 0,0 0 0,0 0 0,0 0 0,0-2 0,-2-6 0,0 0 0,0-1 0,-1 1 0,0 0 0,-1 1 0,-6-13 0,5 12 0,1 1 0,1-1 0,-1 0 0,1 0 0,0-1 0,-1-11 0,4 20 0,0 1 0,0-1 0,-1 0 0,1 1 0,0-1 0,0 0 0,0 1 0,0-1 0,1 0 0,-1 1 0,0-1 0,0 0 0,0 1 0,0-1 0,1 0 0,-1 1 0,0-1 0,1 0 0,-1 1 0,0-1 0,1 1 0,-1-1 0,1 1 0,-1-1 0,1 0 0,0 1 0,0 0 0,0 0 0,-1-1 0,1 1 0,0 0 0,0 0 0,0 0 0,0 0 0,0 0 0,-1 0 0,1 1 0,0-1 0,0 0 0,0 0 0,-1 0 0,3 1 0,3 2 0,-1 0 0,1 1 0,10 7 0,-4-1 0,18 21 0,-20-20 0,0-1 0,20 16 0,-11-11 0,-11-8 0,0-1 0,13 9 0,-19-14 0,0 0 0,0 0 0,0 0 0,1 0 0,-1 0 0,0-1 0,0 1 0,0-1 0,1 1 0,-1-1 0,0 0 0,1 0 0,-1 0 0,0 0 0,0-1 0,4 0 0,-5 1 0,0 0 0,0-1 0,1 1 0,-1-1 0,0 0 0,0 1 0,0-1 0,0 0 0,0 0 0,0 0 0,0 0 0,0 0 0,-1 0 0,1 0 0,0 0 0,0 0 0,-1 0 0,1 0 0,-1 0 0,1 0 0,-1-1 0,1 1 0,-1-2 0,1-4 0,0 1 0,0-1 0,-1-11 0,-1 13 0,1 0 0,1 1 0,-1-1 0,2-8 0,-2 12 0,0 0 0,1 0 0,-1 1 0,0-1 0,1 0 0,-1 0 0,1 1 0,-1-1 0,0 1 0,1-1 0,0 0 0,-1 1 0,1-1 0,-1 1 0,1-1 0,0 1 0,-1-1 0,1 1 0,0 0 0,-1-1 0,1 1 0,0 0 0,1-1 0,-1 1 0,1 0 0,0 0 0,0 0 0,-1 0 0,1 0 0,0 0 0,-1 1 0,1-1 0,0 0 0,2 2 0,3 1 0,0 0 0,0 1 0,10 6 0,-17-9 0,35 22-101,90 64-1163,-112-77-5562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5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24575,'9'9'0,"55"50"0,-37-36 0,-14-11 0,1 0 0,1-2 0,0 1 0,16 7 0,-30-17 0,0-1 0,0 1 0,0-1 0,0 1 0,0-1 0,0 0 0,1 0 0,-1 1 0,0-1 0,0 0 0,0 0 0,0 0 0,0 0 0,0 0 0,0 0 0,0-1 0,0 1 0,0 0 0,0 0 0,1-1 0,-1 1 0,1-2 0,0 1 0,-1 0 0,0 0 0,1-1 0,-1 1 0,0-1 0,0 1 0,0-1 0,0 1 0,0-1 0,0 0 0,0 1 0,0-3 0,1-5 0,0 1 0,0-1 0,-1 1 0,1-16 0,-3-9 0,0 22 0,1 1 0,1-21 0,-1 31 0,0 0 0,0 0 0,0 0 0,1 0 0,-1 0 0,0-1 0,0 1 0,0 0 0,0 0 0,0 0 0,0 0 0,0 0 0,0-1 0,1 1 0,-1 0 0,0 0 0,0 0 0,0 0 0,0 0 0,0 0 0,1 0 0,-1 0 0,0 0 0,0 0 0,0 0 0,0 0 0,1 0 0,-1 0 0,0 0 0,0 0 0,0 0 0,0 0 0,1 0 0,-1 0 0,0 0 0,0 0 0,0 0 0,0 0 0,1 0 0,-1 0 0,0 0 0,0 0 0,0 0 0,0 0 0,0 0 0,1 1 0,-1-1 0,0 0 0,0 0 0,0 0 0,0 0 0,0 0 0,0 0 0,0 1 0,10 7 0,-10-7 0,20 18 0,-6-3 0,2 0 0,0-2 0,1 0 0,0 0 0,29 16 0,-45-29 0,0-1 0,1 1 0,-1 0 0,0-1 0,1 1 0,-1-1 0,0 1 0,1-1 0,-1 0 0,0 0 0,1 1 0,-1-1 0,1 0 0,-1 0 0,0 0 0,1-1 0,-1 1 0,1 0 0,-1 0 0,0-1 0,1 1 0,1-2 0,-1 1 0,-1 0 0,0-1 0,0 1 0,0 0 0,0-1 0,0 1 0,0-1 0,-1 1 0,1-1 0,0 0 0,-1 1 0,1-1 0,-1 0 0,1 1 0,-1-1 0,0 0 0,0 0 0,0-2 0,-2-13 0,1 15 0,1-1 0,-1 1 0,1 0 0,0 0 0,0 0 0,0-1 0,0 1 0,0 0 0,0 0 0,0-1 0,1 1 0,1-4 0,-2 5 0,1 1 0,-1 0 0,1-1 0,-1 1 0,1 0 0,-1 0 0,1 0 0,0-1 0,-1 1 0,1 0 0,-1 0 0,1 0 0,0 0 0,-1 0 0,1 0 0,0 0 0,-1 0 0,1 0 0,-1 0 0,1 0 0,0 0 0,-1 1 0,1-1 0,-1 0 0,1 0 0,0 1 0,20 10 0,-15-8 0,18 11 63,39 30-1,-7-5-1552,-47-33-5336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57 183 24575,'9'-14'0,"30"-53"0,-36 60 0,0 1 0,0-1 0,-1 0 0,0 0 0,0 0 0,-1 0 0,0-1 0,1-8 0,-2 15 0,0 0 0,0 0 0,-1 0 0,1-1 0,0 1 0,0 0 0,0 0 0,-1 0 0,1 0 0,-1-1 0,1 1 0,-1 0 0,1 0 0,-1 0 0,0 0 0,1 0 0,-1 0 0,0 0 0,0 1 0,0-1 0,-1-1 0,0 1 0,0 0 0,1 0 0,-1 1 0,0-1 0,0 1 0,0-1 0,0 1 0,1-1 0,-1 1 0,0 0 0,0 0 0,-3 0 0,1 1 0,0-1 0,0 1 0,0 0 0,0 0 0,0 0 0,0 0 0,1 1 0,-1 0 0,0-1 0,1 2 0,-1-1 0,-3 3 0,4-2 0,0 1 0,0-1 0,0 1 0,1-1 0,-1 1 0,1 0 0,0 0 0,0 0 0,1 0 0,-1 0 0,1 1 0,0-1 0,0 0 0,0 1 0,0-1 0,1 1 0,0-1 0,0 1 0,0-1 0,1 1 0,-1-1 0,1 0 0,0 1 0,0-1 0,1 0 0,-1 0 0,1 1 0,0-1 0,0 0 0,0-1 0,1 1 0,-1 0 0,1-1 0,0 1 0,0-1 0,0 0 0,0 0 0,1 0 0,-1 0 0,1-1 0,7 4 0,7 3 0,1 0 0,0-2 0,0 0 0,1-2 0,24 5 0,103 8 0,-141-17 0,84 4-1365,-68-5-5461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24575,'2'50'0,"2"-1"0,2 0 0,2 0 0,2-1 0,2 0 0,3-1 0,1 0 0,3-2 0,37 68 0,-42-89-682,17 24-1,-23-38-6143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62 24575,'-30'-10'0,"-13"-4"0,-3 2 0,3 1 0,6 4 0,5 2 0,5 3 0,4 1 0,5 1 0,2 1 0,1-1 0,1 1 0,0-1 0,3 3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6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61 230 24575,'65'43'0,"-75"-52"0,0-1 0,0 0 0,1 0 0,0-1 0,1 0 0,0 0 0,-8-17 0,9 15 0,0-1 0,1 0 0,0-1 0,1 1 0,1-1 0,0 0 0,-2-21 0,6 34-76,0 0 1,-1 0-1,1 0 0,0 0 0,0 0 0,1 0 0,-1 0 0,0 0 1,0 0-1,1 0 0,0 0 0,-1 0 0,1 0 0,0 0 1,0 0-1,0 1 0,1-3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7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24575,'-2'2'0,"0"1"0,0-1 0,0 1 0,0 0 0,0-1 0,1 1 0,-1 0 0,1 0 0,0 0 0,0 0 0,0 0 0,0 0 0,0 0 0,1 1 0,-1-1 0,1 0 0,0 0 0,0 0 0,0 1 0,1-1 0,-1 0 0,1 0 0,-1 0 0,1 1 0,2 4 0,0-2 0,0 0 0,0-1 0,0 1 0,1 0 0,0-1 0,0 0 0,0 0 0,0 0 0,1 0 0,0-1 0,10 7 0,-12-9 0,1 0 0,-1 0 0,0-1 0,0 1 0,1-1 0,-1 0 0,1 0 0,-1-1 0,1 1 0,0-1 0,-1 1 0,1-1 0,0 0 0,-1-1 0,1 1 0,-1-1 0,1 1 0,-1-1 0,1 0 0,-1 0 0,1-1 0,-1 1 0,0-1 0,1 1 0,-1-1 0,0 0 0,0 0 0,-1-1 0,1 1 0,0 0 0,-1-1 0,4-4 0,10-27 0,-14 28 0,1-1 0,0 1 0,4-7 0,-7 13 0,0-1 0,0 1 0,0 0 0,0 0 0,0 0 0,0-1 0,1 1 0,-1 0 0,0 0 0,0 0 0,0 0 0,0 0 0,0-1 0,1 1 0,-1 0 0,0 0 0,0 0 0,0 0 0,1 0 0,-1 0 0,0 0 0,0 0 0,0 0 0,1 0 0,-1-1 0,0 1 0,0 0 0,0 0 0,1 0 0,-1 0 0,0 0 0,0 0 0,0 1 0,1-1 0,-1 0 0,0 0 0,0 0 0,6 8 0,0 14 0,-5-22 0,30 170 0,4 9 0,31 84 0,-66-261 0,2 4 0,-1-1 0,0 0 0,-1 1 0,1-1 0,-1 10 0,-1-14 0,1 0 0,0 0 0,0 0 0,0 0 0,-1 0 0,1 0 0,-1 0 0,1 0 0,0 0 0,-1 0 0,0-1 0,1 1 0,-1 0 0,0 0 0,1 0 0,-1 0 0,0-1 0,0 1 0,0 0 0,1-1 0,-1 1 0,0-1 0,0 1 0,0-1 0,0 1 0,0-1 0,0 0 0,0 1 0,0-1 0,0 0 0,0 0 0,0 0 0,-1 0 0,1 0 0,-1 0 0,-4 0 0,1-1 0,-1 0 0,1 0 0,0-1 0,-1 1 0,1-1 0,0 0 0,0 0 0,-8-6 0,-7-4 0,-17-15 0,21 15 0,-7-5 0,-47-37 0,63 48 0,1 0 0,0 0 0,1-1 0,-1 0 0,1 0 0,1 0 0,-9-15 0,13 20 0,-1 1 0,0-1 0,1 0 0,-1 1 0,1-1 0,-1 0 0,1 1 0,0-1 0,0 0 0,0 1 0,0-1 0,0 0 0,0 0 0,0 1 0,0-1 0,1 0 0,-1 1 0,1-1 0,-1 0 0,1 1 0,0-1 0,-1 1 0,1-1 0,1-1 0,0 1 0,0 1 0,0-1 0,0 0 0,1 1 0,-1 0 0,0-1 0,0 1 0,1 0 0,-1 0 0,1 0 0,-1 1 0,1-1 0,-1 0 0,1 1 0,3 0 0,4-1-195,1 0 0,0 1 0,-1 1 0,1 0 0,-1 0 0,20 6 0,-8 0-6631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449 123 24575,'-193'-86'0,"169"78"0,-1 0 0,0 2 0,0 1 0,-1 1 0,0 1 0,-29 0 0,53 3 0,-1 0 0,1 0 0,0 1 0,-1-1 0,1 0 0,0 1 0,-1 0 0,1-1 0,0 1 0,0 0 0,0 0 0,0 0 0,0 0 0,0 1 0,0-1 0,0 1 0,-3 2 0,4-3 0,0 1 0,0 0 0,0-1 0,1 1 0,-1 0 0,0-1 0,1 1 0,-1 0 0,1 0 0,0 0 0,0-1 0,0 1 0,-1 0 0,1 0 0,1 0 0,-1 0 0,0-1 0,0 1 0,1 0 0,-1 0 0,1 0 0,0-1 0,1 4 0,1 0 0,-1 0 0,2 1 0,-1-1 0,1-1 0,0 1 0,0 0 0,0-1 0,6 5 0,40 28 0,-24-21 0,0-2 0,1 0 0,0-2 0,1 0 0,0-3 0,1 0 0,0-1 0,55 6 0,-76-14 0,-1 1 0,0-1 0,12-1 0,-17 1 0,0-1 0,0 1 0,0 0 0,0-1 0,0 1 0,0-1 0,0 0 0,-1 0 0,1 0 0,0 0 0,0 0 0,-1 0 0,1 0 0,-1 0 0,1 0 0,-1-1 0,3-2 0,-4 3 0,1 1 0,-1 0 0,0-1 0,0 1 0,1 0 0,-1-1 0,0 1 0,0-1 0,0 1 0,0-1 0,1 1 0,-1 0 0,0-1 0,0 1 0,0-1 0,0 1 0,0-1 0,0 1 0,0-1 0,0 1 0,0 0 0,0-1 0,-1 1 0,1-1 0,0 1 0,0-1 0,0 1 0,0 0 0,-1-1 0,1 1 0,0-1 0,0 1 0,-1 0 0,1-1 0,0 1 0,-1 0 0,1 0 0,0-1 0,-1 1 0,1 0 0,-1 0 0,1-1 0,0 1 0,-1 0 0,1 0 0,-1 0 0,1 0 0,0-1 0,-1 1 0,1 0 0,-1 0 0,1 0 0,-1 0 0,1 0 0,-1 0 0,1 0 0,-1 1 0,1-1 0,0 0 0,-1 0 0,1 0 0,-1 0 0,1 0 0,0 1 0,-1-1 0,1 0 0,-1 1 0,-2 1 0,1 1 0,0-1 0,-1 1 0,1 0 0,0 0 0,0 0 0,1 0 0,-1 0 0,1 0 0,0 1 0,-1-1 0,1 4 0,-3 5 0,2 0 0,-2 14 0,4-11 0,0 0 0,1 0 0,0 0 0,1 0 0,1 0 0,0 0 0,1 0 0,11 25 0,8 10 0,29 50 0,-46-90 0,2 2 0,-6-9 0,0 1 0,0-1 0,0 1 0,0 0 0,0-1 0,-1 1 0,0 0 0,2 6 0,-3-10 0,0 1 0,0-1 0,0 1 0,0-1 0,0 1 0,0-1 0,0 1 0,-1-1 0,1 1 0,0-1 0,0 0 0,0 1 0,0-1 0,-1 1 0,1-1 0,0 1 0,0-1 0,-1 0 0,1 1 0,0-1 0,-1 0 0,1 1 0,0-1 0,-1 0 0,1 1 0,0-1 0,-1 0 0,1 0 0,-1 0 0,1 1 0,-1-1 0,1 0 0,-1 0 0,1 0 0,0 0 0,-1 0 0,1 0 0,-1 0 0,1 0 0,-1 0 0,1 0 0,-1 0 0,1 0 0,-1 0 0,0 0 0,-23-7 0,-22-12 0,1-3 0,-54-34 0,89 50 0,-57-37 0,58 36 0,0 0 0,0-1 0,1 0 0,-13-15 0,18 19-195,1 1 0,0 0 0,0-1 0,0 0 0,1 1 0,-2-6 0,0-3-6631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24575,'0'10'0,"0"6"0,0 3 0,2 0 0,2 0 0,-1-1 0,0-1 0,1-1 0,0-1 0,3-2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8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6 0,0 5 0,0 3 0,0 4 0,0 2 0,0 1 0,0-4-8191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24575,'44'53'0,"66"70"0,-109-121 0,1-1 0,-1 1 0,1-1 0,-1 0 0,1 1 0,0-1 0,-1 0 0,1 0 0,0 0 0,0-1 0,0 1 0,0 0 0,0-1 0,0 1 0,0-1 0,0 0 0,0 0 0,0 1 0,0-1 0,0-1 0,0 1 0,0 0 0,0 0 0,0-1 0,0 1 0,0-1 0,0 0 0,0 1 0,0-1 0,0 0 0,-1 0 0,1 0 0,3-3 0,-1 1 0,0-1 0,0 0 0,-1 1 0,0-1 0,1-1 0,-1 1 0,0 0 0,-1-1 0,1 1 0,-1-1 0,0 0 0,2-7 0,2-13-273,-1-1 0,-1 0 0,-1 0 0,-1-30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49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136 167 24575,'-8'-22'0,"0"1"0,-1 0 0,-1 1 0,-1 0 0,-20-28 0,30 47 0,0 0 0,1 0 0,-1 0 0,0 0 0,0 0 0,0 0 0,0 0 0,0 0 0,-1 0 0,1 1 0,0-1 0,0 0 0,0 1 0,-1-1 0,1 1 0,0 0 0,-1-1 0,1 1 0,0 0 0,-1 0 0,1-1 0,0 1 0,-3 1 0,2-1 0,1 1 0,0-1 0,-1 1 0,1 0 0,0 0 0,0 0 0,-1 0 0,1 0 0,0 0 0,0 0 0,0 0 0,0 0 0,0 0 0,1 1 0,-1-1 0,0 0 0,0 1 0,1-1 0,-1 0 0,1 1 0,-1 1 0,-1 3 0,1 0 0,0 0 0,0 0 0,0 0 0,1 0 0,0 0 0,0-1 0,0 1 0,1 0 0,0 0 0,0 0 0,1 0 0,0 0 0,-1-1 0,2 1 0,5 10 0,-3-7 0,1-1 0,0 1 0,0-1 0,1 0 0,0 0 0,1-1 0,0 0 0,16 11 0,-3-4 60,33 16 0,-45-26-272,1 0 0,0 0 0,0-1-1,1 0 1,-1-1 0,13 1 0,-11-2-6614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0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24575,'-16'0'0,"0"0"0,0 1 0,0 1 0,-16 5 0,29-7 0,-1 1 0,0 0 0,1 0 0,-1 1 0,1-1 0,-1 1 0,1 0 0,0 0 0,-1 0 0,1 0 0,0 0 0,0 1 0,1-1 0,-1 1 0,1 0 0,-1 0 0,1 0 0,0 0 0,0 0 0,0 1 0,0-1 0,-2 7 0,4-6 0,-1 0 0,1-1 0,0 1 0,0 0 0,0-1 0,0 1 0,1 0 0,-1-1 0,1 1 0,0 0 0,0-1 0,1 1 0,-1-1 0,3 5 0,4 6 0,0-1 0,12 14 0,-11-15 0,-2-3 0,0-1 0,1 0 0,11 9 0,-10-10 0,0 1 0,12 14 0,-20-21 0,0 0 0,0 0 0,-1 0 0,1 1 0,0-1 0,-1 0 0,1 0 0,0 0 0,-1 0 0,1 1 0,-1-1 0,0 0 0,1 0 0,-1 1 0,0-1 0,0 0 0,0 1 0,0-1 0,0 0 0,0 1 0,0-1 0,-1 2 0,0-2 0,0 1 0,1-1 0,-1 1 0,0-1 0,0 0 0,-1 0 0,1 0 0,0 1 0,0-1 0,-1 0 0,1 0 0,0-1 0,-1 1 0,1 0 0,-3 0 0,-5 3 0,0-1 0,-1-1 0,0 1 0,-15 0 0,-32 2-1365,32-5-5461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252 149 24575,'1'-3'0,"-1"1"0,1-1 0,-1 1 0,1 0 0,-1-1 0,0 1 0,0-1 0,0 1 0,0-1 0,0 1 0,0-1 0,-1 1 0,1 0 0,-1-1 0,0 1 0,-1-4 0,0 3 0,0 0 0,0 0 0,0 0 0,-1 0 0,1 0 0,-1 1 0,1-1 0,-1 1 0,0 0 0,-4-3 0,-5-1 0,-1 0 0,0 0 0,0 1 0,-22-6 0,31 10 0,-1 0 0,1 0 0,-1 1 0,0-1 0,1 1 0,-1 0 0,0 0 0,0 1 0,1-1 0,-1 1 0,1 0 0,-1 1 0,1-1 0,-1 1 0,1-1 0,0 1 0,-1 1 0,1-1 0,0 0 0,1 1 0,-1 0 0,0 0 0,1 0 0,-1 0 0,1 1 0,0 0 0,0-1 0,-2 5 0,4-6 0,0 0 0,-1 0 0,1 0 0,0 0 0,0 0 0,1 0 0,-1 0 0,0 0 0,1 0 0,-1 0 0,1 1 0,0-1 0,-1 0 0,1 0 0,0 1 0,1-1 0,-1 0 0,0 0 0,1 3 0,1-2 0,-1 0 0,0 0 0,1 0 0,0 0 0,0 0 0,0 0 0,0-1 0,0 1 0,0-1 0,1 0 0,4 4 0,6 2 0,0 0 0,0 0 0,1-1 0,20 6 0,-32-12 0,7 2 0,0 0 0,1-1 0,12 2 0,-17-3 0,-1-1 0,1 1 0,-1-1 0,1 0 0,-1-1 0,1 1 0,-1-1 0,1 0 0,5-2 0,-8 3 0,-1-1 0,0 0 0,1 0 0,-1-1 0,0 1 0,0 0 0,0 0 0,1 0 0,-1-1 0,0 1 0,-1-1 0,1 1 0,0-1 0,0 1 0,-1-1 0,1 1 0,-1-1 0,1 0 0,-1 1 0,0-1 0,1 0 0,-1-1 0,0-6 0,1 0 0,-3-16 0,2 22 0,3 19 0,0 0 0,1-1 0,1 1 0,0-1 0,9 16 0,44 80 0,24 15 0,-13-22 0,-65-99 0,-1 1 0,0 0 0,-1-1 0,0 1 0,1 0 0,-2 0 0,3 13 0,-4-18 0,1 1 0,-1 0 0,0-1 0,0 1 0,0 0 0,-1-1 0,1 1 0,0 0 0,0-1 0,-1 1 0,1-1 0,-1 1 0,0-1 0,1 1 0,-1-1 0,0 1 0,0-1 0,0 0 0,0 1 0,0-1 0,0 0 0,0 0 0,0 0 0,-1 1 0,1-1 0,0-1 0,-1 1 0,1 0 0,0 0 0,-1 0 0,0-1 0,1 1 0,-1-1 0,1 1 0,-2-1 0,-7 2 0,0 0 0,0-1 0,1-1 0,-1 1 0,0-2 0,0 1 0,0-1 0,1-1 0,-1 0 0,1 0 0,-1-1 0,1 0 0,0-1 0,0 0 0,0 0 0,-10-7 0,15 8 0,1 0 0,0 0 0,0 0 0,1-1 0,-1 1 0,1-1 0,-1 0 0,1 1 0,0-1 0,1 0 0,-1 0 0,1 0 0,-1 0 0,1-1 0,0 1 0,0-7 0,0-6 0,0-1 0,4-30 0,-3 46 0,1-6 0,0 1 0,0-1 0,1 1 0,0-1 0,0 1 0,1 0 0,0 0 0,0 0 0,0 0 0,8-9 0,-4 6 0,1 2 0,0-1 0,0 1 0,1 0 0,0 1 0,13-8 0,77-42 0,-35 23 0,-55 29 0,-1 0 0,-1-1 0,1 1 0,-1-1 0,0-1 0,0 1 0,0-1 0,7-12 0,-12 16 0,0 0 0,0 0 0,0-1 0,-1 1 0,1-1 0,-1 1 0,0-1 0,0 1 0,0-1 0,-1 0 0,1 1 0,-1-1 0,0 0 0,0 0 0,0 1 0,-1-1 0,1 0 0,-1 0 0,0 1 0,0-1 0,0 1 0,0-1 0,-1 1 0,-2-5 0,0 1 0,-1 0 0,0 0 0,-1 1 0,1-1 0,-1 1 0,-1 0 0,1 1 0,-15-10 0,12 9 0,0 1 0,-1 0 0,1 0 0,-1 1 0,0 1 0,-19-5 0,27 8 0,-1-1 0,1 1 0,-1-1 0,1 1 0,-1 0 0,0 0 0,1 1 0,-1-1 0,1 0 0,-1 1 0,1-1 0,-1 1 0,1 0 0,0 0 0,-3 1 0,3-1 0,1 1 0,-1-1 0,1 0 0,0 1 0,-1-1 0,1 1 0,0-1 0,0 1 0,0 0 0,0 0 0,0-1 0,0 1 0,0 0 0,1 0 0,-1 0 0,1 0 0,-1 0 0,1 0 0,0 0 0,0 2 0,-1 6 0,1 1 0,1 0 0,0-1 0,0 1 0,1-1 0,0 1 0,1-1 0,1 0 0,-1 0 0,1 0 0,1 0 0,0 0 0,0-1 0,1 0 0,0 0 0,1-1 0,0 0 0,0 0 0,1 0 0,-1-1 0,2 0 0,-1-1 0,1 0 0,13 7 0,-4-4 0,0 0 0,0-2 0,30 8 0,-37-12 0,0 0 0,1-2 0,-1 1 0,0-1 0,1-1 0,-1 0 0,19-3 0,-26 3 0,0-1 0,1-1 0,-1 1 0,0 0 0,0-1 0,0 0 0,0 0 0,-1 0 0,1-1 0,-1 1 0,1-1 0,-1 0 0,0 0 0,0 0 0,0 0 0,0-1 0,-1 1 0,1-1 0,-1 1 0,0-1 0,0 0 0,0 0 0,0 0 0,-1 0 0,0 0 0,2-7 0,-1-2 0,-1 1 0,0-1 0,0 0 0,-1 0 0,-1 0 0,0 0 0,-5-21 0,6 32 0,-3-17 0,3 19 0,0-1 0,0 1 0,0 0 0,0 0 0,0 0 0,1 0 0,-1 0 0,0 0 0,0 0 0,0 0 0,0-1 0,0 1 0,0 0 0,0 0 0,0 0 0,0 0 0,0 0 0,0 0 0,0 0 0,1 0 0,-1 0 0,0 0 0,0 0 0,0 0 0,0 0 0,0 0 0,0 0 0,0 0 0,0 0 0,1 0 0,-1 0 0,0 0 0,0 0 0,0 0 0,0 0 0,0 0 0,0 0 0,0 0 0,1 0 0,-1 0 0,0 0 0,0 0 0,0 0 0,0 0 0,10 8 0,17 20 0,42 39 0,-56-56 0,1 0 0,0-1 0,26 14 0,-33-21 0,32 15 0,-37-17 0,1 0 0,0 0 0,0-1 0,0 1 0,0 0 0,0-1 0,1 0 0,-1 0 0,0 0 0,6-1 0,-8 1 0,0 0 0,-1-1 0,1 1 0,0-1 0,0 1 0,0 0 0,0-1 0,0 0 0,0 1 0,0-1 0,-1 0 0,1 1 0,0-1 0,-1 0 0,1 0 0,0 1 0,-1-1 0,1 0 0,0-1 0,0-1 0,0 1 0,-1 0 0,1-1 0,-1 1 0,1-1 0,-1 1 0,0-5 0,-1-2 0,0-1 0,0 2 0,-4-13 0,-1 0 0,4 15 0,0 0 0,0-1 0,0 1 0,1-1 0,-1-12 0,2 18 0,0 1 0,0-1 0,0 1 0,0 0 0,1-1 0,-1 1 0,0 0 0,0 0 0,0-1 0,0 1 0,0 0 0,1-1 0,-1 1 0,0 0 0,0 0 0,1-1 0,-1 1 0,0 0 0,0 0 0,1-1 0,-1 1 0,0 0 0,1 0 0,-1 0 0,0 0 0,1 0 0,-1-1 0,0 1 0,1 0 0,-1 0 0,0 0 0,1 0 0,-1 0 0,0 0 0,1 0 0,-1 0 0,0 0 0,1 0 0,-1 0 0,0 0 0,1 1 0,-1-1 0,0 0 0,1 0 0,-1 0 0,0 0 0,1 0 0,-1 1 0,0-1 0,0 0 0,1 1 0,19 11 0,-18-10 0,22 17 0,42 42 0,-45-39 0,1-2 0,24 19 0,-43-37-105,-1-1 0,1 1 0,-1 0 0,1-1 0,0 1 0,0-1 0,0 0 0,0 0 0,0 0 0,0 0 0,0-1 0,4 1 0,2-2-6721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1 312 24575,'34'-6'0,"51"-11"0,-76 14 0,1 0 0,-1 0 0,1-1 0,-1-1 0,-1 1 0,13-10 0,-18 13 0,-1-1 0,0 0 0,0 0 0,0 0 0,0 0 0,0 0 0,-1 0 0,1 0 0,-1-1 0,1 1 0,-1-1 0,0 1 0,0-1 0,0 1 0,0-1 0,0 0 0,0-3 0,-1 2 0,0 0 0,0 0 0,0 0 0,-1 0 0,1 0 0,-1 0 0,0 0 0,0 0 0,-1 1 0,-2-7 0,-3-3 0,0 1 0,-1 1 0,0-1 0,-1 1 0,-17-16 0,17 18 0,0 1 0,-1 0 0,-14-9 0,22 15 0,-1 0 0,1 1 0,-1-1 0,0 1 0,1 0 0,-1 0 0,0 0 0,0 0 0,0 0 0,0 1 0,0-1 0,0 1 0,0 0 0,0 0 0,1 0 0,-1 0 0,0 1 0,0-1 0,-6 2 0,8-1 0,-1 0 0,0 1 0,1-1 0,-1 0 0,1 1 0,0-1 0,-1 1 0,1-1 0,0 1 0,0 0 0,0-1 0,0 1 0,0 0 0,0 0 0,1 0 0,-1 0 0,1 0 0,-1 0 0,1 0 0,0-1 0,-1 4 0,1 6 0,0 0 0,1 16 0,-1-26 0,2 9 0,0 0 0,0 0 0,1-1 0,0 1 0,1-1 0,0 1 0,0-1 0,1 0 0,0-1 0,1 1 0,0-1 0,0 0 0,1 0 0,14 12 0,-8-8 0,1-1 0,0-1 0,0 0 0,1-1 0,1-1 0,-1 0 0,32 10 0,-18-10 0,-1 0 0,32 3 0,-48-10 0,0 0 0,0 0 0,0-1 0,0-1 0,0 0 0,0-1 0,21-5 0,-30 6 0,0 0 0,1 0 0,-1 0 0,0-1 0,0 0 0,0 0 0,-1 1 0,1-2 0,0 1 0,-1 0 0,1 0 0,-1-1 0,0 1 0,1-1 0,-1 0 0,-1 0 0,1 0 0,0 0 0,-1 0 0,1 0 0,-1 0 0,0-1 0,0 1 0,0 0 0,0-7 0,-1 3 0,1-1 0,-2 1 0,1 0 0,-1 0 0,0-1 0,-1 1 0,1 0 0,-1 0 0,-1 0 0,1 0 0,-6-8 0,-19-25 0,-1-1 0,25 37 0,1 0 0,1 1 0,-1-1 0,1 0 0,-1 0 0,1 0 0,0 0 0,1-1 0,-1-4 0,1 8 0,0-1 0,0 0 0,0 0 0,1 0 0,-1 0 0,0 1 0,1-1 0,0 0 0,-1 0 0,1 1 0,0-1 0,0 1 0,0-1 0,0 1 0,0-1 0,2-1 0,0 0 0,0 1 0,0-1 0,0 1 0,0 0 0,0 0 0,1 0 0,4-2 0,4 0 0,1 0 0,-1 1 0,23-4 0,-18 5 0,0 0 0,0 1 0,1 1 0,-1 1 0,0 0 0,1 1 0,-1 1 0,0 1 0,-1 0 0,23 9 0,-35-11-227,0 0-1,0 1 1,0-1-1,0 1 1,6 5-1,-1 2-6598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121 561 24575,'-7'-6'0,"-1"1"0,1 0 0,-1 1 0,-1 0 0,1 0 0,-11-3 0,16 6 0,1 1 0,0-1 0,0 1 0,0 0 0,0 0 0,-1 0 0,1 0 0,0 0 0,0 0 0,0 0 0,0 1 0,-1-1 0,-2 2 0,4-1 0,-1 0 0,1 0 0,0 0 0,-1 0 0,1 0 0,0 0 0,0 0 0,0 1 0,0-1 0,0 0 0,0 1 0,0-1 0,0 1 0,1-1 0,-1 1 0,0-1 0,1 1 0,-1-1 0,1 1 0,-1 2 0,1 1 0,0 0 0,0-1 0,0 1 0,0 0 0,1 0 0,0 0 0,0-1 0,0 1 0,0 0 0,1-1 0,0 1 0,0-1 0,0 1 0,0-1 0,1 0 0,0 0 0,3 4 0,-2-3 0,-1-1 0,1 0 0,0 0 0,0-1 0,0 1 0,1-1 0,-1 0 0,1 0 0,-1 0 0,1-1 0,0 1 0,0-1 0,1 0 0,-1-1 0,6 2 0,-10-3 0,1 0 0,0 1 0,0-1 0,0 0 0,-1 0 0,1-1 0,0 1 0,0 0 0,-1 0 0,1-1 0,0 1 0,0-1 0,-1 0 0,1 0 0,0 1 0,-1-1 0,1 0 0,-1 0 0,1 0 0,-1 0 0,0-1 0,1 1 0,-1 0 0,2-3 0,0-2 0,0 0 0,0 0 0,-1 0 0,0 0 0,3-10 0,-3 9 0,0 0 0,0 0 0,5-8 0,-7 14 0,0 1 0,0 0 0,0 0 0,0 0 0,0 0 0,0 0 0,0-1 0,1 1 0,-1 0 0,0 0 0,0 0 0,0 0 0,0 0 0,0 0 0,1 0 0,-1-1 0,0 1 0,0 0 0,0 0 0,1 0 0,-1 0 0,0 0 0,0 0 0,0 0 0,0 0 0,1 0 0,-1 0 0,0 0 0,0 0 0,0 0 0,1 0 0,-1 0 0,0 0 0,0 0 0,0 0 0,1 1 0,7 6 0,7 14 0,-12-18 0,8 13 0,0 0 0,28 28 0,-35-40 0,1 0 0,-1 0 0,0-1 0,1 0 0,0 1 0,0-2 0,0 1 0,0 0 0,0-1 0,1 0 0,-1 0 0,1-1 0,-1 0 0,12 2 0,-16-3 0,1 0 0,-1 0 0,1 0 0,0-1 0,-1 1 0,1 0 0,-1-1 0,0 1 0,1-1 0,-1 1 0,1-1 0,-1 0 0,0 0 0,1 0 0,-1 1 0,0-1 0,0 0 0,2-2 0,-2 1 0,1 0 0,-1 0 0,1 0 0,-1-1 0,0 1 0,0-1 0,0 1 0,0-1 0,1-4 0,0-2 0,-1 0 0,-1-1 0,1 1 0,-3-19 0,-12-82 0,-51-183 0,25 165 0,17 58 0,13 45 0,9 25 0,1-1 0,0 1 0,-1-1 0,1 0 0,-1 1 0,1-1 0,-1 1 0,1-1 0,-1 1 0,1 0 0,-1-1 0,1 1 0,-1 0 0,0-1 0,0 1 0,1 0 0,-1 0 0,1 0 0,0 0 0,-1 0 0,1 0 0,0 0 0,-1 0 0,1 0 0,-1 1 0,1-1 0,0 0 0,-1 0 0,1 0 0,0 1 0,0-1 0,-1 0 0,1 0 0,0 1 0,-1-1 0,1 0 0,0 1 0,0-1 0,0 0 0,-1 1 0,1-1 0,0 0 0,0 1 0,0-1 0,0 1 0,-2 4 0,0 1 0,0-1 0,1 1 0,0 0 0,0-1 0,1 1 0,0 0 0,0 5 0,6 49 0,-6-53 0,7 31 0,1-1 0,2 0 0,1 0 0,2-1 0,1-1 0,2 0 0,2-1 0,32 47 0,-35-60 0,1-1 0,28 28 0,-34-39 0,1 1 0,0-2 0,1 1 0,0-1 0,0-1 0,15 7 0,-24-13 0,1 1 0,0-1 0,0 1 0,0-1 0,0 0 0,1-1 0,-1 1 0,0-1 0,0 0 0,0 0 0,0 0 0,1 0 0,6-2 0,-8 1 0,0-1 0,1 1 0,-1-1 0,0 0 0,0 0 0,0 0 0,0 0 0,0 0 0,-1 0 0,1-1 0,-1 0 0,1 1 0,-1-1 0,0 0 0,0 0 0,1-3 0,5-9 0,-1 1 0,-1-1 0,-1 0 0,0 0 0,4-25 0,-9 45 0,0 1 0,0-1 0,1 1 0,0-1 0,0 1 0,0-1 0,1 1 0,2 5 0,21 49 0,-20-48 0,2 0 0,0 0 0,0 0 0,1-1 0,0 0 0,1-1 0,17 16 0,-17-18-1365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24575,'5'-6'0,"1"2"0,1 6 0,0 6 0,0 5 0,-1 4 0,-2 4 0,-2 1 0,2-1 0,-1-2 0,0-3-8191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5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24575,'4'-10'0,"0"0"0,1 0 0,0 0 0,0 1 0,1 0 0,0 0 0,9-9 0,-12 14 0,1 1 0,0-1 0,0 1 0,0 0 0,0 0 0,0 1 0,1-1 0,-1 1 0,1 0 0,0 0 0,0 1 0,-1-1 0,1 1 0,0 0 0,0 0 0,0 1 0,8-1 0,-2 2 0,0 0 0,0 1 0,0 1 0,0-1 0,-1 1 0,1 1 0,-1 0 0,0 1 0,0 0 0,13 8 0,-11-4 0,0-1 0,0 2 0,-1-1 0,0 2 0,-1-1 0,0 1 0,10 16 0,-15-19 0,0-1 0,-1 1 0,-1 0 0,1 0 0,-1 0 0,0 0 0,-1 1 0,0-1 0,-1 1 0,0 0 0,0-1 0,0 12 0,-2-8 0,0 0 0,-1 0 0,0 0 0,-1 0 0,-1-1 0,1 0 0,-2 1 0,-7 14 0,11-25 0,-3 7 0,-1 0 0,2 0 0,-1 1 0,1 0 0,-2 10 0,4-16 0,1-1 0,0 0 0,0 0 0,0 0 0,0 0 0,0 0 0,0 0 0,1 1 0,-1-1 0,1 0 0,-1 0 0,1 0 0,0 0 0,0 0 0,0 0 0,0-1 0,0 1 0,0 0 0,0 0 0,1-1 0,-1 1 0,0 0 0,1-1 0,0 0 0,-1 1 0,1-1 0,0 0 0,2 1 0,3 2 0,1-1 0,-1 0 0,1 0 0,-1-1 0,13 3 0,42 2 0,-56-6 0,17 1 40,0-1 0,25-2 0,-40 1-175,0-1 0,-1 0 0,1-1 0,-1 0 0,0 0 0,0 0 0,0-1 0,0 0 0,0-1 0,8-4 0,-5 0-6691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24575,'12'-3'0,"10"-3"0,3 0 0,3 0 0,1 2 0,1 1 0,-3 1 0,1 1 0,-1 1 0,0 0 0,-1 0 0,-1 1 0,-2-1 0,-2 0 0,-5-2 0,-7-2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1 238 24575,'19'2'0,"257"11"0,-268-13 0,1-1 0,0 0 0,0 0 0,0 0 0,-1-1 0,1-1 0,-1 0 0,0 0 0,9-4 0,-14 5 0,0 0 0,0 0 0,0 0 0,0 0 0,-1-1 0,1 1 0,-1-1 0,0 1 0,1-1 0,-1 0 0,-1 0 0,1 0 0,0 0 0,-1 0 0,1-1 0,-1 1 0,0 0 0,0-1 0,0 1 0,-1 0 0,1-1 0,-1 1 0,0-1 0,0 1 0,0-6 0,-1 4 0,0 0 0,0 0 0,-1 0 0,1 1 0,-1-1 0,0 0 0,0 1 0,-1-1 0,1 1 0,-1 0 0,0 0 0,0 0 0,-7-7 0,0 2 0,-1 0 0,1 0 0,-23-13 0,24 16 0,-1 1 0,-1 0 0,-10-4 0,19 8 0,-2 0 0,1 0 0,0 0 0,0 1 0,0-1 0,0 1 0,0 0 0,0 0 0,-1 0 0,1 0 0,0 0 0,0 1 0,0-1 0,0 1 0,-5 2 0,6-2 0,0 0 0,1 1 0,-1-1 0,1 0 0,0 1 0,-1-1 0,1 1 0,0-1 0,0 1 0,0 0 0,0 0 0,0-1 0,0 1 0,0 0 0,1 0 0,-1 0 0,1 0 0,-1 0 0,1 0 0,0 0 0,-1 2 0,1 4 0,0-1 0,0 0 0,0 0 0,3 13 0,0-9 0,1 1 0,0-1 0,1 0 0,0 0 0,1 0 0,0-1 0,0 0 0,13 15 0,-2-5 0,0-2 0,2 0 0,20 16 0,-25-23 20,0-1 0,0 0 0,1-2 0,0 1 0,23 8 0,-30-14-134,1-1 0,-1 0-1,1 0 1,0 0 0,0-1 0,0-1-1,0 1 1,0-1 0,0-1 0,0 0-1,-1 0 1,11-3 0,-5 0-6712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7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38 403 24575,'-6'15'0,"-1"-1"0,2 1 0,0 0 0,1 1 0,0-1 0,-2 30 0,6-40 0,0 1 0,0-1 0,0 0 0,1 1 0,0-1 0,0 0 0,0 0 0,1 0 0,-1 0 0,1 0 0,1 0 0,-1 0 0,1 0 0,0-1 0,0 1 0,0-1 0,0 0 0,1 0 0,-1 0 0,1 0 0,0-1 0,1 0 0,7 6 0,-8-7 0,-1 0 0,0-1 0,1 1 0,-1 0 0,1-1 0,-1 0 0,1 0 0,0 0 0,-1-1 0,1 1 0,0-1 0,0 1 0,-1-1 0,1-1 0,0 1 0,0 0 0,-1-1 0,7-2 0,-5 1 0,0 0 0,-1 0 0,1-1 0,-1 0 0,0 0 0,1 0 0,-1 0 0,-1-1 0,1 1 0,0-1 0,-1 0 0,0 0 0,3-5 0,0-2 0,-1 1 0,0-1 0,0 0 0,-1 0 0,-1 0 0,0 0 0,0-1 0,-1 0 0,-1 1 0,0-1 0,0 0 0,-2-14 0,-2-3 0,0 1 0,-2-1 0,-16-51 0,-59-132 0,67 180 0,9 23 0,3 5 0,-1-1 0,0 1 0,0 0 0,0-1 0,-1 1 0,-3-4 0,3 7 0,1 7 0,1 6 0,1-12 0,1 23 0,0-1 0,2 1 0,0-1 0,2 0 0,14 42 0,-1-16 0,37 69 0,75 93-96,-87-145-1173,-31-46-5557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282 856 24575,'-2'-62'0,"-2"1"0,-14-65 0,-37-118 0,50 226 0,-28-123 0,27 105 0,-5-71 0,11 102 0,0 0 0,0 0 0,-1 0 0,0 0 0,0 0 0,-3-8 0,4 11 0,-1 1 0,1 0 0,-1 0 0,0 0 0,1 0 0,-1 0 0,0 1 0,0-1 0,0 0 0,0 0 0,1 0 0,-1 1 0,0-1 0,0 1 0,0-1 0,0 0 0,-1 1 0,1 0 0,0-1 0,0 1 0,0 0 0,0-1 0,0 1 0,-1 0 0,1 0 0,0 0 0,0 0 0,0 0 0,0 0 0,-1 0 0,1 1 0,0-1 0,0 0 0,-2 1 0,-2 1 0,-1 0 0,0 0 0,1 0 0,0 1 0,-1 0 0,1 0 0,0 0 0,0 1 0,1-1 0,-1 1 0,1 0 0,0 1 0,0-1 0,0 1 0,1-1 0,-1 1 0,1 0 0,0 1 0,1-1 0,-1 0 0,1 1 0,0-1 0,0 1 0,0 7 0,0-1 0,0 0 0,1 0 0,0 0 0,1 0 0,1 0 0,0 0 0,0 0 0,1 0 0,1 0 0,7 22 0,5 2 0,1-1 0,2-1 0,1 0 0,1-1 0,2-1 0,41 46 0,-56-71 0,16 20 0,2 0 0,0-2 0,47 34 0,-67-55 0,1 0 0,-1-1 0,1 0 0,0 0 0,0 0 0,12 2 0,-16-4 0,-1-1 0,1 0 0,0 0 0,-1 0 0,1 0 0,0 0 0,-1 0 0,1 0 0,0 0 0,-1-1 0,1 1 0,-1 0 0,1-1 0,0 0 0,-1 1 0,1-1 0,-1 0 0,0 0 0,1 0 0,-1 0 0,0 0 0,1 0 0,-1 0 0,0 0 0,0-1 0,0 1 0,0 0 0,0-1 0,0 1 0,0-1 0,0-1 0,3-4 0,-1-1 0,-1 0 0,1 0 0,-1 0 0,0 0 0,-1 0 0,1-17 0,-2 2 0,-6-34 0,1 11 0,7 32 0,-2 14 0,0 0 0,0 0 0,1 0 0,-1 0 0,0 0 0,0 0 0,0 0 0,1 0 0,-1 0 0,0 1 0,0-1 0,0 0 0,1 0 0,-1 0 0,0 0 0,0 0 0,0 0 0,1 1 0,-1-1 0,0 0 0,0 0 0,0 0 0,0 0 0,0 1 0,1-1 0,-1 0 0,0 0 0,0 0 0,0 1 0,0-1 0,0 0 0,13 28 0,-11-25 0,9 23 0,-4-9 0,0 0 0,1-1 0,1 0 0,0 0 0,1-1 0,16 18 0,-19-26 0,-6-4 0,1-1 0,0 0 0,0 1 0,0-1 0,0 0 0,0 0 0,0 0 0,1-1 0,-1 1 0,1 0 0,-1-1 0,5 2 0,-2-5-1365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8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24575,'0'-2'0,"3"4"0,0 4 0,0 3 0,0 6 0,-2 3 0,1 0 0,-2-3-8191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24575,'4'0'0,"0"1"0,-1-1 0,1 1 0,0 0 0,0 0 0,-1 0 0,1 1 0,0-1 0,4 4 0,32 22 0,-17-11 0,11 8 0,-26-17 0,0-1 0,1 0 0,-1 0 0,2-1 0,-1 0 0,0-1 0,13 4 0,-21-7 0,0-1 0,0 0 0,0 0 0,0 0 0,0 0 0,0 0 0,0 0 0,0 0 0,0 0 0,0 0 0,0 0 0,0 0 0,0-1 0,0 1 0,0 0 0,0-1 0,0 1 0,0-1 0,-1 1 0,1-1 0,0 0 0,0 1 0,0-1 0,-1 0 0,1 1 0,0-1 0,-1 0 0,1 0 0,0 0 0,-1 0 0,1 1 0,-1-1 0,0 0 0,1 0 0,-1 0 0,0 0 0,1 0 0,-1 0 0,0 0 0,0-2 0,1-5 0,0 0 0,-1 0 0,0 0 0,-1-10 0,1 9 0,-1-9 0,0 11 0,0 0 0,1 0 0,0 0 0,1-1 0,1-11 0,-1 18 0,-1 1 0,0 0 0,0-1 0,0 1 0,0-1 0,1 1 0,-1-1 0,0 1 0,0 0 0,1-1 0,-1 1 0,0-1 0,1 1 0,-1 0 0,0 0 0,1-1 0,-1 1 0,1 0 0,-1-1 0,0 1 0,1 0 0,-1 0 0,1 0 0,-1 0 0,1-1 0,-1 1 0,1 0 0,-1 0 0,1 0 0,-1 0 0,0 0 0,1 0 0,-1 0 0,1 0 0,-1 0 0,1 0 0,-1 1 0,1-1 0,-1 0 0,1 0 0,-1 0 0,0 1 0,1-1 0,-1 0 0,1 0 0,-1 1 0,1-1 0,21 18 0,-19-15 0,29 26-682,50 57-1,-73-73-6143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2:59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0 282 24575,'18'-6'0,"65"-27"0,-73 28 0,0 0 0,-1-1 0,0 0 0,0 0 0,0-1 0,8-8 0,-14 11 0,0-1 0,0 1 0,0-1 0,0 0 0,0 0 0,-1 0 0,0 0 0,0 0 0,-1 0 0,1 0 0,0-10 0,1-6 0,-1-35 0,-2 53 0,0 1 0,0-1 0,0 1 0,-1 0 0,1 0 0,0-1 0,-1 1 0,1 0 0,-1 0 0,0 0 0,0 0 0,0 0 0,0 0 0,0 0 0,-1-2 0,1 3 0,0 0 0,-1 0 0,1 0 0,0 0 0,0 0 0,-1 1 0,1-1 0,0 0 0,-1 1 0,1-1 0,-1 1 0,1-1 0,0 1 0,-1 0 0,1 0 0,-1 0 0,1-1 0,-1 1 0,1 1 0,-1-1 0,1 0 0,-3 1 0,-3 0 0,0 1 0,0 0 0,0 0 0,0 0 0,1 1 0,-1 0 0,1 1 0,-1 0 0,1 0 0,-9 7 0,13-10 0,1 1 0,-1 0 0,0-1 0,1 1 0,-1 0 0,1 0 0,-1 0 0,1 0 0,0 0 0,0 0 0,0 0 0,0 0 0,0 0 0,1 1 0,-1-1 0,0 0 0,1 1 0,0-1 0,0 0 0,0 1 0,0-1 0,0 0 0,0 1 0,0-1 0,1 0 0,-1 1 0,1-1 0,0 0 0,-1 0 0,1 1 0,0-1 0,0 0 0,1 0 0,-1 0 0,0 0 0,3 2 0,4 5 0,1 1 0,0-1 0,0-1 0,1 0 0,13 9 0,59 31 0,-65-38 0,29 13 0,2-1 0,92 27 0,-137-48-151,1 0-1,0 0 0,-1 0 0,1 0 1,0 0-1,0-1 0,0 0 1,6 0-1,-1-3-6674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139 196 24575,'-12'-1'0,"1"0"0,0 1 0,-1 0 0,1 1 0,0 0 0,-15 3 0,24-3 0,-1-1 0,1 1 0,0-1 0,0 1 0,0 0 0,0 0 0,-1 0 0,1 0 0,1 0 0,-1 1 0,0-1 0,0 1 0,0-1 0,1 1 0,-1 0 0,1-1 0,-1 1 0,1 0 0,0 0 0,0 0 0,0 0 0,0 0 0,0 0 0,0 0 0,0 1 0,1-1 0,-1 0 0,1 0 0,-1 1 0,1-1 0,0 0 0,0 1 0,0-1 0,0 0 0,1 0 0,-1 1 0,2 2 0,0 4 0,0 0 0,1-1 0,0 0 0,1 0 0,0 0 0,0 0 0,9 12 0,-10-17 0,-1 1 0,1-1 0,0 0 0,0 0 0,0 0 0,1 0 0,-1-1 0,1 1 0,-1-1 0,1 0 0,0 0 0,0 0 0,0 0 0,0-1 0,0 0 0,0 0 0,7 1 0,-8-2 0,-1 0 0,1 0 0,-1-1 0,0 1 0,1-1 0,-1 0 0,1 1 0,-1-1 0,0 0 0,0-1 0,0 1 0,0 0 0,0-1 0,0 1 0,0-1 0,0 1 0,0-1 0,0 0 0,-1 0 0,1 0 0,-1 0 0,0 0 0,2-3 0,2-4 0,0 0 0,-1-1 0,0 1 0,2-13 0,0 9 0,-6 13 0,1-1 0,-1 1 0,0 0 0,0 0 0,0 0 0,1 0 0,-1 0 0,0 0 0,0-1 0,1 1 0,-1 0 0,0 0 0,0 0 0,0 0 0,1 0 0,-1 0 0,0 0 0,0 0 0,1 0 0,-1 0 0,0 0 0,0 0 0,1 0 0,-1 0 0,0 0 0,0 0 0,1 0 0,-1 1 0,0-1 0,0 0 0,1 0 0,-1 0 0,0 0 0,0 0 0,0 1 0,1-1 0,-1 0 0,0 0 0,0 0 0,0 0 0,0 1 0,0-1 0,1 0 0,-1 0 0,0 1 0,0-1 0,0 0 0,0 0 0,0 1 0,0-1 0,0 0 0,14 25 0,-9-15 0,1-1 0,-1 1 0,1-1 0,1 0 0,0 0 0,0-1 0,1 0 0,0 0 0,10 6 0,-1-2 0,1-2 0,1 0 0,32 12 0,-40-18 0,1 0 0,0-1 0,0-1 0,0 0 0,0 0 0,0-1 0,21-1 0,-30 0 0,-1-1 0,1 1 0,-1-1 0,1 1 0,-1-1 0,1 0 0,-1 0 0,0 0 0,1 0 0,-1-1 0,0 1 0,0 0 0,0-1 0,0 0 0,0 1 0,0-1 0,0 0 0,0 0 0,-1 0 0,1 0 0,-1 0 0,0-1 0,1 1 0,-1 0 0,0-1 0,0 1 0,-1-1 0,1 1 0,0-1 0,-1 1 0,0-1 0,1-5 0,-1 1 0,0-1 0,0 1 0,-1-1 0,0 1 0,0-1 0,-1 1 0,0-1 0,0 1 0,0 0 0,-5-9 0,-8-9 0,0-1 0,-33-38 0,-44-39 0,88 99 0,1 1 0,0-1 0,0 0 0,0 0 0,1 0 0,-1-1 0,1 1 0,0 0 0,-3-10 0,5 13 0,0-1 0,-1 0 0,1 1 0,0-1 0,0 1 0,0-1 0,1 0 0,-1 1 0,0-1 0,0 0 0,1 1 0,-1-1 0,1 1 0,0-1 0,-1 1 0,1-1 0,0 1 0,0 0 0,0-1 0,0 1 0,0 0 0,0 0 0,0-1 0,1 1 0,-1 0 0,0 0 0,1 0 0,-1 1 0,0-1 0,1 0 0,-1 0 0,3 0 0,4-2 0,1 0 0,-1 1 0,0 0 0,1 0 0,-1 1 0,1 0 0,0 0 0,-1 1 0,1 0 0,0 1 0,-1 0 0,11 3 0,4 1 0,-1 1 0,0 2 0,28 12 0,-42-16-455,0 0 0,15 11 0,-11-5-6371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144 178 24575,'104'274'0,"-45"-120"0,-49-130 0,-4-11 0,6 24 0,-13-36 0,-4-4 0,-4-6 0,-10-17 0,2 0 0,-24-47 0,17 30 0,-4-8 0,-25-67 0,41 85 0,0-2 0,3 1 0,-7-43 0,15 67 0,-1 1 0,2-1 0,0 0 0,0 0 0,0 0 0,1 0 0,5-19 0,-5 26 0,0 0 0,0 0 0,0 0 0,1 0 0,-1 0 0,1 1 0,0-1 0,-1 0 0,1 1 0,0 0 0,1-1 0,-1 1 0,0 0 0,1 0 0,-1 0 0,1 0 0,0 0 0,-1 1 0,1-1 0,0 1 0,0 0 0,0 0 0,0 0 0,0 0 0,0 0 0,1 1 0,-1-1 0,4 1 0,-2 0 0,1 1 0,0-1 0,0 1 0,-1 0 0,1 1 0,-1-1 0,1 1 0,-1 0 0,1 1 0,-1-1 0,0 1 0,0 0 0,8 7 0,5 5 0,-1 0 0,16 20 0,-30-33 0,9 11 0,-1 1 0,15 22 0,-22-29 0,0 0 0,-1 0 0,1 0 0,-1 0 0,-1 1 0,0-1 0,0 1 0,2 9 0,-4-14 0,0 0 0,0 0 0,-1 0 0,1 0 0,-1 0 0,1 0 0,-1 0 0,0 0 0,0 0 0,0 0 0,0-1 0,-1 1 0,1 0 0,-1-1 0,0 1 0,1-1 0,-1 1 0,0-1 0,0 0 0,-1 0 0,1 0 0,0 0 0,-1 0 0,1-1 0,-1 1 0,0-1 0,-4 2 0,0 0 0,0 0 0,-1 0 0,0-1 0,1 0 0,-1-1 0,0 1 0,0-2 0,0 1 0,-12-1 0,1-3-105,0 0 0,0 0 0,1-2 0,-1-1 0,1 0 0,1-1 0,-1-1 0,1 0 0,0-2 0,1 0 0,0 0 0,-21-20 0,27 20-6721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24575,'1'0'0,"0"-1"0,0 1 0,0 0 0,0 0 0,0 0 0,0 0 0,0 0 0,0 0 0,0 0 0,0 0 0,1 0 0,-1 0 0,0 1 0,0-1 0,0 0 0,0 1 0,0-1 0,0 1 0,0-1 0,-1 1 0,1-1 0,0 1 0,0 0 0,0-1 0,0 1 0,-1 0 0,1 0 0,0 0 0,-1 0 0,1-1 0,-1 1 0,2 2 0,2 4 0,0 1 0,6 15 0,-9-21 0,43 128 0,16 34 0,-52-144 0,7 16 0,1-1 0,2-1 0,38 55 0,-50-82 0,-1 0 0,1-1 0,0 0 0,1 0 0,0 0 0,8 5 0,-14-10 0,0-1 0,-1 0 0,1 1 0,0-1 0,-1 0 0,1 1 0,0-1 0,-1 0 0,1 0 0,0 0 0,-1 0 0,1 0 0,0 1 0,-1-1 0,1-1 0,0 1 0,0 0 0,-1 0 0,1 0 0,0 0 0,-1 0 0,1-1 0,0 1 0,-1 0 0,2-1 0,-1 0 0,0 0 0,0 0 0,0 0 0,0 0 0,0-1 0,0 1 0,-1 0 0,1 0 0,0-1 0,-1 1 0,2-3 0,-1-3 0,1-1 0,-1 0 0,1-11 0,-3-155 0,-5 122 0,6 52 0,0 0 0,0 0 0,0 0 0,1 0 0,-1 1 0,0-1 0,0 0 0,0 0 0,0 0 0,1 0 0,-1 0 0,0 0 0,0 0 0,0 0 0,1 1 0,-1-1 0,0 0 0,0 0 0,0 0 0,1 0 0,-1 0 0,0 0 0,0 0 0,0 0 0,1 0 0,-1 0 0,0 0 0,0-1 0,1 1 0,-1 0 0,0 0 0,0 0 0,0 0 0,0 0 0,1 0 0,-1 0 0,0 0 0,0-1 0,0 1 0,0 0 0,1 0 0,-1 0 0,0 0 0,0-1 0,0 1 0,0 0 0,0 0 0,0 0 0,0 0 0,0-1 0,1 1 0,-1 0 0,0 0 0,0-1 0,0 1 0,0 0 0,0 0 0,0 0 0,0-1 0,0 1 0,0 0 0,0 0 0,0 0 0,-1-1 0,1 1 0,0 0 0,0 0 0,13 14 0,-11-11 0,31 39 0,114 139 0,-128-161 0,26 22 0,-39-37 0,0-1 0,0 1 0,0-1 0,1 0 0,-1-1 0,1 0 0,0 0 0,0 0 0,13 2 0,-18-4 7,0-1 0,0 0 0,0 0 0,0 0 0,0 0 1,0 0-1,0-1 0,0 1 0,0 0 0,0-1 0,0 0 0,0 1 0,0-1 0,-1 0 0,1 0 0,2-2 0,-1 1-193,0-1 1,0 1-1,-1-1 0,1 0 1,-1 1-1,0-1 1,4-7-1,1-3-6640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24575,'-7'1'0,"0"1"0,0 0 0,0 0 0,0 0 0,0 1 0,0 0 0,0 0 0,1 1 0,0 0 0,-9 6 0,13-8 0,0 0 0,0 0 0,0 0 0,0 1 0,1-1 0,-1 0 0,0 1 0,1-1 0,0 1 0,0-1 0,0 1 0,0 0 0,0-1 0,0 1 0,1 0 0,-1 0 0,1 0 0,0-1 0,0 1 0,0 0 0,0 0 0,0 0 0,1 0 0,-1-1 0,1 1 0,-1 0 0,1 0 0,0-1 0,3 5 0,0 2 0,0-1 0,1 0 0,0 0 0,1-1 0,-1 1 0,14 11 0,-17-17 0,0 1 0,0-1 0,1-1 0,-1 1 0,0 0 0,1-1 0,-1 1 0,1-1 0,0 0 0,0 0 0,-1 0 0,1 0 0,0 0 0,0 0 0,0-1 0,0 0 0,0 1 0,0-1 0,0 0 0,0-1 0,0 1 0,0 0 0,0-1 0,-1 1 0,5-3 0,-5 2 0,0 0 0,0-1 0,0 1 0,0-1 0,0 0 0,-1 0 0,1 0 0,0 0 0,-1 0 0,0 0 0,1 0 0,-1 0 0,0 0 0,0-1 0,1-3 0,8-36 0,-7 32 0,12 41 0,1 0 0,1-2 0,24 32 0,-33-50 0,29 32-1365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 24575,'-3'-1'0,"0"0"0,0-1 0,0 2 0,0-1 0,0 0 0,-1 1 0,1-1 0,0 1 0,0 0 0,0 0 0,-1 0 0,1 1 0,0-1 0,-4 2 0,5-1 0,0 0 0,0 0 0,0 0 0,0 0 0,0 1 0,0-1 0,0 0 0,1 1 0,-1 0 0,0-1 0,1 1 0,-1 0 0,1 0 0,0 0 0,0 0 0,0 0 0,0 0 0,0 0 0,0 0 0,-1 4 0,-1 7 0,1 0 0,0 0 0,0 0 0,1 1 0,1-1 0,0 0 0,4 20 0,-2-15 0,2 0 0,0 0 0,2 0 0,12 31 0,17 8 0,-35-57 0,0 0 0,0 0 0,0 0 0,0 0 0,0 0 0,0 1 0,0-1 0,1 0 0,-1 0 0,0 0 0,0 0 0,0 0 0,0 0 0,0 0 0,0 0 0,0 1 0,0-1 0,0 0 0,0 0 0,0 0 0,0 0 0,0 0 0,0 0 0,0 1 0,0-1 0,0 0 0,0 0 0,0 0 0,0 0 0,0 0 0,0 0 0,0 0 0,0 0 0,0 1 0,-1-1 0,1 0 0,0 0 0,0 0 0,0 0 0,0 0 0,0 0 0,0 0 0,0 0 0,-7 0 0,-10-7 0,16 6 0,0 1 0,0 0 0,1 0 0,-1-1 0,0 1 0,0-1 0,1 1 0,-1 0 0,0-1 0,1 1 0,-1-1 0,1 1 0,-1-1 0,1 0 0,-1 1 0,0-2 0,1 2 0,0-1 0,0 1 0,0 0 0,0 0 0,0-1 0,0 1 0,0 0 0,0-1 0,0 1 0,0 0 0,0 0 0,0-1 0,0 1 0,1 0 0,-1 0 0,0-1 0,0 1 0,0 0 0,0 0 0,0 0 0,1-1 0,-1 1 0,0 0 0,0 0 0,1 0 0,-1-1 0,0 1 0,1 0 0,1-1 0,1 0 0,-1 0 0,1 0 0,-1 0 0,1 0 0,-1 1 0,5-1 0,100-2 0,-68 4 0,45-6 0,-69 3 0,56-9 0,-64 9 0,1 0 0,-1-1 0,0 1 0,1-2 0,-1 1 0,-1-1 0,8-4 0,-12 6 0,0 1 0,-1-1 0,1 0 0,0 0 0,-1 1 0,0-1 0,1 0 0,-1 0 0,0 0 0,0-1 0,0 1 0,0 0 0,0 0 0,0-1 0,-1 1 0,1 0 0,-1-1 0,0 1 0,1 0 0,-1-1 0,0 1 0,-1 0 0,1-4 0,-1 3 0,1 0 0,-1 1 0,0-1 0,0 0 0,0 1 0,0-1 0,0 0 0,-1 1 0,1 0 0,-1-1 0,1 1 0,-1 0 0,0 0 0,0 0 0,0 0 0,0 0 0,0 0 0,-1 0 0,-2-1 0,0 1 0,0 0 0,0 0 0,0 1 0,0 0 0,0 0 0,0 0 0,0 1 0,0-1 0,0 1 0,0 0 0,-1 1 0,1-1 0,0 1 0,0 0 0,0 0 0,0 1 0,0-1 0,1 1 0,-1 0 0,0 1 0,1-1 0,0 1 0,-1 0 0,1 0 0,0 0 0,-6 7 0,8-8 0,1-1 0,-1 1 0,1 0 0,0 0 0,-1 1 0,1-1 0,0 0 0,0 0 0,1 1 0,-1-1 0,0 0 0,1 1 0,-1-1 0,1 0 0,0 1 0,0-1 0,0 1 0,0-1 0,0 3 0,1-1 0,0 0 0,1-1 0,-1 1 0,1 0 0,-1-1 0,1 1 0,0-1 0,1 0 0,-1 0 0,6 6 0,3 1 0,1 0 0,0 0 0,1-1 0,23 13 0,-6-7 40,0-1 0,52 17 0,66 7-1525,-131-34-5341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0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 24575,'-1'-1'0,"0"0"0,0 0 0,0 0 0,0 0 0,0 0 0,0 0 0,0 0 0,0 1 0,-3-2 0,0 4 0,4 8 0,6 62 0,23 99 0,51 133 0,-44-156 0,-36-146 0,0 1 0,1-1 0,-1 0 0,1 0 0,0 1 0,-1-1 0,1 0 0,0 0 0,2 3 0,-2-4 0,0-1 0,-1 0 0,1 1 0,-1-1 0,1 1 0,0-1 0,-1 0 0,1 0 0,0 1 0,-1-1 0,1 0 0,0 0 0,0 0 0,-1 0 0,1 0 0,0 0 0,-1 0 0,1 0 0,0 0 0,0 0 0,-1 0 0,1 0 0,0 0 0,-1-1 0,1 1 0,0 0 0,-1-1 0,1 1 0,0 0 0,-1-1 0,1 1 0,0-1 0,96-46 0,-71 36 0,0 1 0,46-10 0,-61 17-1365,-2 0-5461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24575,'89'-34'0,"-76"29"0,-1-1 0,-1-1 0,1 0 0,20-17 0,-30 22 0,1 0 0,-1-1 0,0 1 0,0-1 0,0 1 0,0-1 0,0 0 0,0 0 0,-1 0 0,1 0 0,-1 0 0,0 0 0,0 0 0,0 0 0,0 0 0,-1-1 0,1 1 0,-1 0 0,0-1 0,0 1 0,0-5 0,-1 5 0,0 0 0,0 0 0,0 0 0,0 0 0,0 0 0,-1 1 0,1-1 0,-1 0 0,0 1 0,0-1 0,0 1 0,0 0 0,0 0 0,-1 0 0,1 0 0,0 0 0,-1 0 0,0 0 0,1 1 0,-1-1 0,0 1 0,-5-2 0,1 1 0,1 0 0,0 0 0,-1 0 0,1 1 0,-13-1 0,17 2 0,0 0 0,0 0 0,0 0 0,0 0 0,0 1 0,0-1 0,0 1 0,1 0 0,-1-1 0,0 1 0,0 0 0,1 0 0,-1 0 0,0 0 0,1 0 0,-1 1 0,1-1 0,-1 0 0,1 1 0,0-1 0,0 1 0,-1-1 0,1 1 0,-1 2 0,-1 1 0,1 0 0,-1 0 0,1 1 0,1-1 0,-1 0 0,0 1 0,1-1 0,0 1 0,1-1 0,-1 1 0,1 0 0,0-1 0,1 1 0,-1-1 0,1 1 0,0-1 0,0 1 0,1-1 0,-1 1 0,1-1 0,1 0 0,-1 0 0,1 0 0,0 0 0,0 0 0,0-1 0,0 1 0,1-1 0,7 7 0,-1-2 0,-1-1 0,2-1 0,-1 1 0,1-2 0,0 1 0,0-2 0,0 1 0,15 4 0,4-1 0,-1-1 0,38 4 0,-58-10 20,1-1 0,0-1 0,0 1 0,0-2 0,13-1 0,-20 2-85,0-1 1,-1 1-1,1-1 1,0 0-1,0 0 1,-1 0-1,1 0 0,-1 0 1,1 0-1,-1-1 1,1 1-1,-1-1 1,0 0-1,0 0 0,0 1 1,0-2-1,0 1 1,0 0-1,0 0 1,-1 0-1,1-1 1,1-4-1,1-4-6761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24575,'0'-2'0,"0"1"0,0-1 0,0 1 0,1-1 0,-1 1 0,0-1 0,1 0 0,-1 1 0,1-1 0,1-2 0,-2 4 0,0 0 0,0-1 0,1 1 0,-1 0 0,0 0 0,0 0 0,0 0 0,1-1 0,-1 1 0,0 0 0,0 0 0,1 0 0,-1 0 0,0 0 0,0 0 0,1-1 0,-1 1 0,0 0 0,0 0 0,1 0 0,-1 0 0,0 0 0,0 0 0,1 0 0,8 7 0,-3 2 0,-1 0 0,0 0 0,0 0 0,-1 1 0,3 12 0,2 2 0,95 271 0,-91-256 0,2 13 0,10 26 0,-25-77-4,1 0 0,-1 0 0,1 0-1,0 1 1,-1-1 0,1 0 0,0 0-1,0 0 1,0 0 0,0 0 0,0 0-1,0-1 1,0 1 0,0 0 0,0 0 0,1-1-1,-1 1 1,2 0 0,0 0 24,-1-1 0,1 1 0,0-1 0,-1 0 0,1 0 0,0 0 0,-1 0 0,1 0 0,3-1 0,1-1-232,0 0 0,0 0 0,0-1-1,-1 0 1,1 0 0,7-5 0,-4 1-6614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0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 24575,'-30'-3'0,"-13"2"0,-1 1 0,4 4 0,7 2 0,6 1 0,8 0-8191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24575,'22'44'0,"50"140"0,-26-68 0,9 26 0,-37-90 0,19 61 0,-31-97 0,-2-15 0,-1-9 0,0-14 0,-2-1 0,0 0 0,-3-23 0,1 16 0,2-30 0,-1 59 0,0 0 0,0-1 0,0 1 0,0 0 0,1-1 0,-1 1 0,0 0 0,1 0 0,-1 0 0,1-1 0,-1 1 0,1 0 0,0 0 0,-1 0 0,1 0 0,0 0 0,0 0 0,0 0 0,0 0 0,0 0 0,0 1 0,0-1 0,1-1 0,0 2 0,0-1 0,0 0 0,1 1 0,-1 0 0,0-1 0,0 1 0,0 0 0,0 0 0,0 0 0,0 1 0,0-1 0,5 1 0,1 2 0,0 0 0,0 0 0,-1 0 0,1 1 0,-1 0 0,8 6 0,25 23 0,62 65 0,-70-66 0,-30-29-75,8 6-355,0 2 0,11 16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2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34 24575,'-12'-6'0,"-1"0"0,0 0 0,-1 2 0,-20-6 0,31 10 0,-1-1 0,0 1 0,1 0 0,-1-1 0,1 2 0,-1-1 0,1 0 0,-1 1 0,0 0 0,-3 1 0,4-1 0,1 0 0,0 0 0,0 0 0,1 0 0,-1 1 0,0-1 0,0 1 0,1-1 0,-1 1 0,0 0 0,1-1 0,0 1 0,-1 0 0,1 0 0,0 0 0,0 0 0,-1 4 0,1-2 0,0 0 0,0 0 0,1 0 0,-1-1 0,1 1 0,0 0 0,1 0 0,-1 0 0,0 0 0,1 0 0,0 0 0,0 0 0,3 5 0,0 2 0,1 0 0,0 0 0,9 12 0,57 98 0,-57-94 0,-2 0 0,15 50 0,-16-31 0,-3 0 0,4 73 0,-9-79 0,-3-37 0,1 6 0,0 0 0,0 1 0,5 14 0,-6-22 0,1 0 0,0 0 0,-1-1 0,1 1 0,0 0 0,0 0 0,0-1 0,0 1 0,0-1 0,1 1 0,-1-1 0,0 1 0,1-1 0,-1 0 0,1 0 0,-1 1 0,1-1 0,0 0 0,-1 0 0,1-1 0,0 1 0,0 0 0,3 0 0,17 1 0,-1-1 0,1-1 0,27-3 0,-38 2 0,101-15 0,-112 16-3,1 1-49,0-1-1,0 0 1,0 0 0,0-1-1,0 1 1,0 0-1,-1 0 1,1 0 0,0-1-1,0 1 1,0 0-1,0-1 1,-1 1 0,1 0-1,0-1 1,0 1-1,-1-1 1,1 0 0,0 1-1,-1-1 1,1 1 0,0-1-1,-1 0 1,1 0-1,0-1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24575,'-1'-1'0,"1"1"0,0-1 0,0 0 0,0 0 0,0 1 0,0-1 0,0 0 0,0 1 0,1-1 0,-1 0 0,0 1 0,0-1 0,0 0 0,1 1 0,-1-1 0,0 1 0,1-1 0,-1 0 0,1 0 0,-1 1 0,1 0 0,-1 0 0,1 0 0,-1 0 0,0 0 0,1 0 0,-1 0 0,0 1 0,1-1 0,-1 0 0,0 0 0,1 0 0,-1 0 0,0 0 0,1 1 0,-1-1 0,0 0 0,1 0 0,-1 1 0,0-1 0,1 0 0,-1 0 0,0 1 0,1 0 0,18 27 0,-15-21 0,95 131 0,-98-136 0,0-1 0,0 1 0,0-1 0,0 0 0,0 0 0,1 0 0,-1 0 0,0 0 0,1 0 0,-1 0 0,2 1 0,-2-2 0,-1 0 0,0 0 0,1 0 0,-1 0 0,0 0 0,1 0 0,-1 0 0,0 0 0,0 0 0,1 0 0,-1 0 0,0 0 0,1 0 0,-1 0 0,0 0 0,0 0 0,1 0 0,-1 0 0,0-1 0,1 1 0,-1 0 0,0 0 0,0 0 0,1-1 0,3-11 0,1-29 0,-4 25 0,0 1 0,2-1 0,7-27 0,-9 40 0,1 0 0,-1-1 0,0 1 0,1 0 0,0 0 0,0 0 0,0 0 0,0 0 0,0 1 0,5-6 0,-5 7 0,0 0 0,-1 0 0,1 0 0,0 0 0,0 0 0,0 1 0,0-1 0,0 0 0,0 1 0,0 0 0,0-1 0,0 1 0,0 0 0,0 0 0,0 0 0,0 0 0,1 1 0,-1-1 0,3 1 0,9 4 0,-1 1 0,-1 0 0,1 0 0,-1 1 0,0 1 0,17 14 0,4 1 0,0-2-76,-17-11-182,0 0 0,-1 1 0,-1 0 1,17 17-1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24575,'45'12'0,"84"35"0,-116-41 0,0 0 0,-1 1 0,1 1 0,-2 0 0,1 1 0,-1 0 0,0 0 0,-1 1 0,0 1 0,15 20 0,-23-27 0,0 0 0,0 0 0,-1 0 0,1 1 0,-1-1 0,0 0 0,0 1 0,0-1 0,0 8 0,-3 45 0,0-26 0,3-14 0,-1 0 0,2 0 0,0 0 0,1 0 0,1 0 0,1-1 0,0 1 0,1-1 0,15 28 0,45 69 0,-29-52 0,-32-52 0,-1-4 0,-1 1 0,0 0 0,0-1 0,0 1 0,-1 0 0,2 7 0,-4-12 0,0 0 0,1 0 0,-1 1 0,0-1 0,0 0 0,0 0 0,-1 0 0,1 0 0,0 0 0,0 0 0,-1 0 0,1 0 0,0 0 0,-1 0 0,1 0 0,-1 0 0,0 1 0,0 0 0,0-1 0,-1 0 0,1 0 0,0 0 0,-1 0 0,1-1 0,0 1 0,-1 0 0,1 0 0,-1-1 0,0 1 0,1-1 0,-1 0 0,1 1 0,-3-1 0,-19 3 15,-1-2-1,-46-3 0,18 0-1422,33 2-5418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31 24575,'-23'-5'0,"-9"-2"0,-3 1 0,3 1 0,4 1 0,4 2 0,4 1 0,3 0 0,2 1 0,0 1 0,1-1 0,3 0-8191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35 24575,'-27'-7'0,"-12"-3"0,-2 0 0,6 5 0,7 3 0,5 2 0,4 0 0,3 4 0,2 0 0,0 0 0,3 0-8191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24575,'2'-11'0,"3"9"0,-4 2 0,0 1 0,0-1 0,0 1 0,0-1 0,-1 1 0,1 0 0,0-1 0,-1 1 0,1 0 0,0-1 0,-1 1 0,1 0 0,-1 0 0,1 0 0,-1 0 0,1 1 0,13 33 0,14 64 0,-9-30 0,11 29 0,50 178 0,-69-235 0,-4-17 0,7 44 0,-11-56 0,1-17 0,1-19 0,-2-3 0,1 1 0,8-27 0,-8 41 0,0 0 0,0 0 0,2 1 0,-1-1 0,1 1 0,11-15 0,-15 24 0,1 0 0,-1 0 0,0 0 0,1 0 0,-1 0 0,1 1 0,-1-1 0,1 1 0,0 0 0,0 0 0,0 0 0,0 0 0,0 0 0,0 0 0,0 1 0,0 0 0,0-1 0,0 1 0,0 0 0,0 1 0,0-1 0,3 1 0,6 1 0,-1 0 0,0 1 0,0 1 0,17 7 0,-16-6 0,0 2 0,-1-1 0,0 2 0,0-1 0,0 2 0,-1-1 0,0 1 0,-1 1 0,0 0 0,0 0 0,-1 1 0,11 18 0,-18-27-151,0 0-1,0 1 0,0-1 0,-1 1 1,1-1-1,0 1 0,-1-1 1,1 5-1,-2 3-6674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8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60 24575,'-3'-5'0,"0"0"0,0 0 0,-1 1 0,0-1 0,0 1 0,0 0 0,0 0 0,-1 0 0,-6-4 0,9 6 0,1 1 0,-1 0 0,0 0 0,0 0 0,0 0 0,0 0 0,0 0 0,0 1 0,0-1 0,0 0 0,0 1 0,0 0 0,0 0 0,0-1 0,-1 1 0,1 0 0,0 1 0,0-1 0,0 0 0,0 1 0,0-1 0,0 1 0,0-1 0,0 1 0,0 0 0,0 0 0,0 0 0,0 0 0,-1 2 0,1-1 0,0 0 0,1 0 0,0 0 0,-1 0 0,1 0 0,0 1 0,0-1 0,0 0 0,0 1 0,0-1 0,1 1 0,-1-1 0,1 1 0,-1-1 0,1 1 0,0-1 0,0 1 0,0-1 0,1 5 0,1 6 0,1 0 0,6 19 0,-7-23 0,35 111 0,28 109 0,-30-39 0,-28-136 0,-1 86 0,-6-138 0,0 0 0,0 0 0,0 0 0,0 0 0,1 0 0,-1 0 0,0 0 0,1 0 0,0 0 0,-1 0 0,1 0 0,0 0 0,0 0 0,2 3 0,-2-4 0,1 0 0,-1 0 0,0-1 0,0 1 0,0 0 0,1-1 0,-1 1 0,0 0 0,1-1 0,-1 1 0,1-1 0,-1 0 0,0 0 0,1 1 0,-1-1 0,1 0 0,-1 0 0,1 0 0,-1 0 0,1-1 0,-1 1 0,2-1 0,3 0 0,25-5 0,57-2 0,-61 6 0,37-7 0,-41 5 0,-21 4-114,0 0 1,-1-1-1,1 1 0,0-1 0,-1 1 1,1-1-1,-1 0 0,1 1 0,-1-1 1,1 0-1,1-2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51 155 24575,'0'19'0,"0"9"0,0 0 0,6 30 0,-5-50 0,1 0 0,0 0 0,0 0 0,1 0 0,0 0 0,1-1 0,-1 1 0,1-1 0,1 0 0,-1 0 0,10 10 0,-14-17 0,1 1 0,-1-1 0,0 1 0,1-1 0,-1 1 0,0-1 0,1 0 0,-1 1 0,1-1 0,-1 0 0,1 1 0,-1-1 0,1 0 0,-1 0 0,1 1 0,-1-1 0,1 0 0,-1 0 0,1 0 0,-1 0 0,1 0 0,0 0 0,-1 0 0,1 0 0,0 0 0,0 0 0,-1-1 0,1 1 0,-1-1 0,1 1 0,-1-1 0,1 1 0,-1-1 0,0 1 0,1-1 0,-1 1 0,1-1 0,-1 1 0,0-1 0,0 0 0,0 1 0,1-1 0,-1-1 0,1-3 0,0 0 0,-1 0 0,0-1 0,0-6 0,-1-2 0,-2 0 0,1-1 0,-2 1 0,-7-20 0,-28-54 0,6 14 0,3-3 0,29 77 0,1-1 0,0 0 0,-1 0 0,1 0 0,0 1 0,0-1 0,-1 0 0,1 0 0,0 0 0,0 0 0,0 1 0,0-1 0,0 0 0,0 0 0,1 0 0,-1 0 0,0 0 0,0 1 0,1-1 0,-1-1 0,1 1 0,-1 1 0,1 0 0,-1 0 0,1-1 0,-1 1 0,1 0 0,-1 0 0,1 0 0,0 0 0,-1 0 0,1 0 0,-1 0 0,1 0 0,-1 0 0,1 0 0,-1 0 0,1 0 0,0 0 0,-1 0 0,1 0 0,-1 0 0,2 1 0,2 1 0,1 0 0,0 1 0,-1-1 0,1 1 0,4 4 0,53 46 0,38 29 0,-88-74 0,55 37 0,-57-40 0,0 1 0,-1-2 0,2 0 0,-1 0 0,13 3 0,-21-7 0,-1 1 0,0-1 0,1 0 0,-1 0 0,0 0 0,1 0 0,-1 0 0,0 0 0,1 0 0,-1 0 0,0-1 0,0 1 0,1 0 0,-1-1 0,0 1 0,0-1 0,1 0 0,-1 1 0,2-2 0,-2 0 0,1 1 0,-1-1 0,0 0 0,0 1 0,0-1 0,0 0 0,0 1 0,0-1 0,0 0 0,0 0 0,0-4 0,1-4 0,-1 0 0,0 0 0,0 0 0,-2-12 0,1 13 0,-2-24 0,1 16 0,0 1 0,4-30 0,-3 46 0,0 0 0,0 0 0,0 0 0,0 0 0,0 0 0,0 0 0,0 0 0,0-1 0,0 1 0,0 0 0,0 0 0,0 0 0,0 0 0,0 0 0,0 0 0,0 0 0,0-1 0,0 1 0,0 0 0,0 0 0,0 0 0,0 0 0,0 0 0,0 0 0,0 0 0,0 0 0,1-1 0,-1 1 0,0 0 0,0 0 0,0 0 0,0 0 0,0 0 0,0 0 0,0 0 0,1 0 0,-1 0 0,0 0 0,0 0 0,0 0 0,0 0 0,0 0 0,0 0 0,0 0 0,1 0 0,-1 0 0,0 0 0,0 0 0,0 0 0,0 0 0,0 0 0,6 7 0,4 10 0,-5-8 0,85 163 0,45 24 0,-132-192-114,0-2 24,-1 1 1,0-1 0,0 1-1,-1-1 1,1 1 0,0 0-1,-1-1 1,0 1 0,0 0-1,0 0 1,0 0 0,0 0-1,0 4 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1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18 24575,'-2'-5'0,"-4"-2"0,-1 3 0,-1 3 0,-2 0 0,-2 1 0,-2 1 0,-2 2 0,-2 1 0,-3 0 0,0-1 0,-2-1 0,1-1 0,4-1-8191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24575,'0'12'0,"0"1"0,1-1 0,1 0 0,0 1 0,0-1 0,8 20 0,-7-25 0,0-1 0,0 0 0,0 0 0,1-1 0,0 1 0,0-1 0,0 0 0,1 0 0,0 0 0,0 0 0,0-1 0,0 0 0,12 7 0,-16-10 0,0 0 0,1-1 0,-1 1 0,0-1 0,1 1 0,-1-1 0,0 1 0,1-1 0,-1 0 0,0 1 0,1-1 0,-1 0 0,1 0 0,-1 0 0,0 0 0,1 0 0,-1-1 0,1 1 0,-1 0 0,3-1 0,-3 0 0,1 0 0,-1-1 0,1 1 0,-1 0 0,0 0 0,1-1 0,-1 1 0,0 0 0,0-1 0,0 1 0,0-1 0,0 0 0,0 1 0,0-3 0,2-4 0,-1-1 0,0 0 0,0 0 0,-1 1 0,1-14 0,-2 18 0,0-8 0,1 1 0,0-1 0,0 1 0,1-1 0,1 1 0,5-16 0,-8 26 0,1 0 0,-1 0 0,1 0 0,-1 0 0,1 0 0,0 0 0,-1 0 0,1 0 0,0 1 0,0-1 0,0 0 0,0 1 0,-1-1 0,1 0 0,0 1 0,0-1 0,0 1 0,0 0 0,0-1 0,0 1 0,2-1 0,-1 1 0,0 0 0,0 0 0,0 0 0,-1 1 0,1-1 0,0 0 0,0 1 0,0-1 0,-1 1 0,1 0 0,3 1 0,1 2 0,1 1 0,-1 0 0,1 0 0,9 10 0,20 26 0,38 56 0,-71-94-124,-1 0 0,0 0 0,0 0 0,-1 0 0,1 0 0,-1 0-1,1 1 1,-1-1 0,0 1 0,1 5 0,-2 0-6702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24575,'144'-7'0,"-121"7"0,0 2 0,0 0 0,-1 1 0,29 9 0,-48-12 0,-1 1 0,0 0 0,0 0 0,0-1 0,0 1 0,-1 0 0,1 0 0,0 1 0,0-1 0,0 0 0,-1 1 0,1-1 0,-1 1 0,1-1 0,-1 1 0,0 0 0,1-1 0,-1 1 0,0 0 0,0 0 0,1 3 0,-1 1 0,0 1 0,0-1 0,0 1 0,0-1 0,-2 12 0,1-16 0,1 23 0,1 0 0,0-1 0,12 45 0,29 69 0,-43-136 0,75 195 0,-18-53 0,-55-136 0,16 47 0,-17-51 0,0 0 0,0 0 0,-1 0 0,1 0 0,-1 1 0,0-1 0,0 0 0,-1 0 0,1 0 0,-1 0 0,-1 5 0,1-8 0,0 1 0,0-1 0,0 1 0,0-1 0,0 0 0,0 1 0,0-1 0,-1 0 0,1 0 0,0 0 0,-1 0 0,1 0 0,-1 0 0,0 0 0,1-1 0,-1 1 0,1 0 0,-1-1 0,0 1 0,0-1 0,1 0 0,-4 1 0,-5-1 0,0 1 0,-18-2 0,13 0 0,-11-1 45,0-2-1,-26-6 1,-32-4-1544,68 13-5327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2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70 24575,'-4'-14'0,"-1"-1"0,-6-25 0,36 114 0,-9-19 0,3-2 0,26 53 0,60 97 0,-82-162 0,4 12 0,-3 0 0,19 58 0,-39-101 0,-2-3 0,-10-15 0,-16-29-1365,17 24-5461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24575,'20'-5'0,"12"-5"0,3 1 0,-3 0 0,-3 3 0,-4 0 0,-5 0 0,-5-1 0,-5 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29 24575,'-1'-2'0,"-14"-16"0,15 18 0,0-1 0,-1 0 0,1 1 0,-1-1 0,0 1 0,1-1 0,-1 1 0,1-1 0,-1 1 0,0-1 0,0 1 0,1 0 0,-1-1 0,0 1 0,1 0 0,-1 0 0,0-1 0,0 1 0,0 0 0,1 0 0,-2 0 0,1 0 0,1 1 0,0-1 0,-1 1 0,1-1 0,0 1 0,0-1 0,0 1 0,-1-1 0,1 1 0,0-1 0,0 1 0,0-1 0,0 1 0,0-1 0,0 1 0,0 0 0,0-1 0,0 1 0,0-1 0,1 1 0,-1-1 0,0 1 0,0-1 0,0 1 0,1 0 0,5 16 0,-5-14 0,49 109 0,101 166 0,-146-271-118,23 45-1129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28 24575,'2'-5'0,"-2"2"0,1 1 0,-1-1 0,1 0 0,0 1 0,0 0 0,2-5 0,-3 7 0,0 0 0,0 0 0,0 0 0,0 0 0,0 0 0,0 0 0,0 0 0,1 0 0,-1 0 0,0 0 0,0 0 0,0 0 0,0 0 0,0 0 0,0 0 0,0 0 0,0 0 0,0 0 0,0 0 0,0 0 0,0 0 0,0 0 0,0 0 0,0 0 0,0 0 0,1 0 0,-1 0 0,0 0 0,0 0 0,0 0 0,0 0 0,0 0 0,0 0 0,0 0 0,0 0 0,0 0 0,0 0 0,0 0 0,0 0 0,0 0 0,0 0 0,0 0 0,0 0 0,0 0 0,0 0 0,1 0 0,-1 0 0,0 0 0,0 1 0,0-1 0,0 0 0,0 0 0,0 0 0,0 0 0,0 0 0,0 0 0,0 0 0,0 0 0,0 0 0,0 0 0,0 0 0,2 8 0,-1 7 0,-2 3 0,0 0 0,-2 0 0,0-1 0,-2 1 0,-10 29 0,-7 28 0,18-56 0,1-1 0,1 1 0,0 0 0,2 0 0,0 0 0,1 1 0,0-2 0,2 1 0,0 0 0,2 0 0,0-1 0,1 0 0,0 0 0,2 0 0,13 24 0,-7-20-114,1-1 1,1 0-1,1-1 0,0-1 0,1-1 1,1 0-1,1-2 0,1 0 0,0-1 1,1-1-1,33 15 0,-42-23-6712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1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76 205 24575,'32'-38'0,"-18"25"0,-2-2 0,0 0 0,0 0 0,17-33 0,-29 47 0,1 0 0,0-1 0,-1 1 0,1-1 0,-1 1 0,0 0 0,1-1 0,-1 1 0,0-1 0,0 1 0,0-1 0,0 1 0,0-1 0,0 1 0,0-1 0,-1 1 0,1 0 0,0-1 0,-1 1 0,1-1 0,-2-1 0,1 2 0,-1-1 0,1 0 0,-1 0 0,1 1 0,-1-1 0,1 1 0,-1 0 0,0-1 0,0 1 0,0 0 0,0 0 0,-4-1 0,1 0 0,0 0 0,-1 1 0,1 0 0,0 0 0,-1 0 0,1 1 0,-1-1 0,1 1 0,-1 1 0,-10 1 0,11-1 0,0 1 0,0-1 0,1 1 0,-1 0 0,1 1 0,-1-1 0,1 1 0,0 0 0,0 0 0,0 0 0,0 0 0,0 1 0,1-1 0,0 1 0,0 0 0,0 0 0,0 1 0,0-1 0,1 1 0,-3 7 0,2-5 0,2 0 0,-1 0 0,1 0 0,0 0 0,0 0 0,1 0 0,0 0 0,1 0 0,-1 0 0,1 0 0,1 0 0,-1 0 0,1 0 0,3 8 0,0-4 0,0 0 0,1-1 0,-1 0 0,2 0 0,0-1 0,0 1 0,1-1 0,-1-1 0,2 0 0,0 0 0,0 0 0,0-1 0,11 6 0,-7-6 0,-1 0 0,1-1 0,0-1 0,0 0 0,1-1 0,0 0 0,0-1 0,0 0 0,0-1 0,20 0 0,-21-2-120,-4 0 204,-1 0 1,15-2-1,-21 2-178,0 0 1,0-1-1,0 1 1,1-1-1,-1 0 0,0 0 1,0 0-1,0 0 0,0 0 1,-1 0-1,1 0 0,0-1 1,0 1-1,-1-1 1,3-1-1,2-6-6732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24575,'7'17'0,"0"-1"0,18 30 0,5 10 0,47 87 0,-52-100 0,-1 1 0,28 74 0,-49-109 0,-1-6 0,-1 1 0,0-1 0,0 0 0,0 0 0,0 0 0,0 7 0,-1-10 0,0 1 0,0 0 0,-1-1 0,1 1 0,0 0 0,0-1 0,0 1 0,-1-1 0,1 1 0,0 0 0,-1-1 0,1 1 0,-1-1 0,1 1 0,-1-1 0,1 1 0,-1-1 0,1 1 0,-1-1 0,1 0 0,-1 1 0,1-1 0,-1 0 0,0 1 0,1-1 0,-1 0 0,0 0 0,1 0 0,-1 1 0,0-1 0,1 0 0,-1 0 0,0 0 0,1 0 0,-1 0 0,0 0 0,1 0 0,-1-1 0,-1 1 0,-1-1 0,-1 1 0,0-1 0,0 0 0,1 0 0,-1-1 0,0 1 0,1-1 0,-1 0 0,1 0 0,0 0 0,0 0 0,-1 0 0,2-1 0,-1 0 0,-5-5 0,-1-3 0,0 0 0,-14-25 0,19 29 36,1 0 0,-5-15-1,1 2-1507,3 10-5354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24575,'3'-5'0,"0"1"0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1 118 24575,'0'3'0,"0"0"0,1 0 0,0 0 0,0 1 0,0-1 0,0 0 0,0 0 0,1-1 0,0 1 0,-1 0 0,1 0 0,0-1 0,0 1 0,0-1 0,4 3 0,5 5 0,23 17 0,-32-25 0,6 4 0,1 0 0,-1-1 0,1 0 0,1 0 0,-1-1 0,1 0 0,15 4 0,-22-8 0,0 1 0,0-1 0,0 0 0,0 1 0,0-1 0,0-1 0,0 1 0,0 0 0,0-1 0,0 1 0,0-1 0,0 0 0,-1 0 0,1 0 0,0 0 0,0-1 0,-1 1 0,1-1 0,-1 0 0,1 0 0,-1 1 0,0-1 0,0-1 0,0 1 0,0 0 0,0-1 0,0 1 0,-1 0 0,3-6 0,-1 3 0,-1 1 0,0-1 0,-1 0 0,1 0 0,-1 0 0,0 0 0,-1 0 0,1 0 0,-1 0 0,0 0 0,0 0 0,-1-9 0,1 14 0,0 0 0,-1 0 0,1 0 0,0-1 0,0 1 0,0 0 0,0 0 0,0 0 0,0 0 0,0 0 0,0 0 0,0 0 0,0 0 0,0 0 0,0 0 0,0-1 0,0 1 0,0 0 0,0 0 0,0 0 0,0 0 0,0 0 0,1 0 0,-1 0 0,0 0 0,0 0 0,0 0 0,0 0 0,0-1 0,0 1 0,0 0 0,0 0 0,0 0 0,0 0 0,0 0 0,0 0 0,0 0 0,0 0 0,0 0 0,1 0 0,-1 0 0,0 0 0,0 0 0,0 0 0,0 0 0,0 0 0,0 0 0,0 0 0,0 0 0,0 0 0,0 0 0,1 0 0,-1 0 0,0 0 0,0 0 0,0 0 0,0 0 0,0 0 0,0 0 0,0 0 0,9 5 0,14 14 0,-15-13 0,0 0 0,0-1 0,1 0 0,0 0 0,0 0 0,0-2 0,0 1 0,1-1 0,0 0 0,-1-1 0,1 0 0,0 0 0,0-1 0,0-1 0,0 0 0,16-1 0,-24 1 0,0-1 0,0 1 0,0 0 0,0-1 0,0 1 0,0-1 0,0 0 0,0 1 0,0-1 0,-1 0 0,1 0 0,0 0 0,0-1 0,-1 1 0,1 0 0,-1-1 0,1 1 0,-1-1 0,2-1 0,-2 0 0,1 1 0,-1-1 0,0 0 0,0 1 0,-1-1 0,1 0 0,0 0 0,-1 0 0,1 1 0,-1-1 0,0 0 0,0-4 0,-2-2 0,1-1 0,-1 1 0,0 0 0,-1 0 0,0 0 0,0 0 0,-7-11 0,4 9-341,-1 1 0,0 0-1,-9-9 1,4 6-6485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3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24575,'16'9'0,"0"-1"0,-1 2 0,0 0 0,-1 1 0,0 0 0,-1 1 0,0 1 0,-1 0 0,0 0 0,-1 2 0,0-1 0,-1 1 0,-1 1 0,-1-1 0,10 26 0,-7-10 0,-2 1 0,-1 0 0,-1 0 0,-2 1 0,-1 0 0,-2 0 0,-2 35 0,-1-59 0,0 0 0,0 0 0,-1 0 0,0 0 0,-1 0 0,0-1 0,0 1 0,-1-1 0,0 0 0,0 0 0,-1 0 0,0-1 0,-7 9 0,5-8 0,-1-1 0,0 1 0,0-2 0,0 1 0,-1-1 0,0 0 0,0-1 0,-1 0 0,1 0 0,-19 5 0,6-3-1365,4-1-5461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31 24575,'-25'-5'0,"-11"-2"0,-2 1 0,3 1 0,6 1 0,4 2 0,4 1 0,4 0 0,4 1-8191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24575,'-20'0'0,"-9"0"0,-2 2 0,1 2 0,4-1 0,3 2 0,1 0 0,2 0 0,1-2 0,2-1 0,1-1 0,3-1-8191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39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979 1 24575,'-102'-1'0,"-137"2"0,149 6 0,-27 1 0,-163-8 0,259 2 0,21-2 0,-1 0 0,1 0 0,0 0 0,0 1 0,0-1 0,0 0 0,0 0 0,-1 0 0,1 0 0,0 0 0,0 0 0,0 0 0,0 0 0,0 0 0,0 0 0,-1 1 0,1-1 0,0 0 0,0 0 0,0 0 0,0 0 0,0 0 0,0 1 0,0-1 0,0 0 0,0 0 0,0 0 0,0 0 0,0 0 0,0 1 0,-1-1 0,1 0 0,0 0 0,0 0 0,1 1 0,8 6 0,24 7 0,0-2 0,60 14 0,-32-9 0,-31-9 0,-14-4 0,0 0 0,0 1 0,-1 1 0,0 0 0,25 15 0,-39-20 0,0-1 0,0 1 0,0 0 0,0 0 0,0 0 0,0 0 0,0 0 0,0 0 0,-1 0 0,1 0 0,0 0 0,-1 0 0,1 0 0,0 1 0,-1-1 0,0 0 0,1 0 0,-1 1 0,0-1 0,1 2 0,-1-1 0,-1 0 0,1 0 0,0 0 0,-1 0 0,1 0 0,-1 0 0,0 0 0,1 0 0,-1 0 0,0 0 0,0-1 0,-2 3 0,-3 4 0,-1 0 0,-1-1 0,1 0 0,-11 8 0,14-12 0,-122 89 0,27-21 0,65-46 0,12-9 0,0 0 0,2 2 0,0 0 0,-18 21 0,32-31 0,-1-1 0,-1 0 0,1-1 0,-16 10 0,0 1 0,23-17 0,0 0 0,0 0 0,0 0 0,-1 0 0,1 0 0,0 0 0,0 1 0,0-1 0,-1 0 0,1 0 0,0 0 0,0 0 0,0 0 0,0 1 0,0-1 0,-1 0 0,1 0 0,0 0 0,0 0 0,0 1 0,0-1 0,0 0 0,0 0 0,0 1 0,0-1 0,0 0 0,0 0 0,0 0 0,0 1 0,0-1 0,0 0 0,0 0 0,0 1 0,0-1 0,0 0 0,0 0 0,0 0 0,0 1 0,0-1 0,0 0 0,0 0 0,0 0 0,0 1 0,1-1 0,11 4 0,19-2 0,-31-2 0,447-26 0,-195 6 0,-157 9 0,-88 9-1365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24575,'0'0'0,"0"0"0,0 0 0,0 0 0,0 0 0,0-1 0,0 1 0,0 0 0,0 0 0,0 0 0,0 0 0,0 0 0,0 0 0,0 0 0,-1 0 0,1 0 0,0-1 0,0 1 0,0 0 0,0 0 0,0 0 0,0 0 0,0 0 0,0 0 0,-1 0 0,1 0 0,0 0 0,0 0 0,0 0 0,0 0 0,0 0 0,0 0 0,-1 0 0,1 0 0,0 0 0,0 0 0,0 0 0,0 0 0,0 0 0,0 0 0,0 0 0,-1 0 0,1 0 0,0 0 0,0 0 0,0 0 0,0 0 0,0 1 0,0-1 0,0 0 0,0 0 0,0 0 0,-1 0 0,1 9 0,5 11 0,0-2 0,1-1 0,1 0 0,1 0 0,0-1 0,14 21 0,-21-36 0,-1 0 0,1 0 0,-1 0 0,1-1 0,0 1 0,-1 0 0,1 0 0,0 0 0,0-1 0,-1 1 0,1 0 0,0-1 0,0 1 0,0-1 0,0 1 0,0-1 0,0 1 0,0-1 0,0 0 0,0 1 0,0-1 0,0 0 0,0 0 0,0 0 0,0 0 0,0 0 0,1 0 0,-1 0 0,2-1 0,-2 0 0,1 0 0,0 0 0,0 0 0,-1 0 0,1-1 0,-1 1 0,1-1 0,-1 1 0,0-1 0,1 0 0,-1 1 0,0-1 0,0 0 0,0 0 0,0-2 0,4-8 0,0-1 0,-1 0 0,2-19 0,7-20 0,-12 50 0,-1 1 0,1 0 0,-1-1 0,1 1 0,-1 0 0,1 0 0,0-1 0,0 1 0,0 0 0,0 0 0,-1 0 0,1 0 0,1 0 0,0-1 0,-1 1 0,0 1 0,0 0 0,-1 0 0,1 0 0,0 0 0,0 0 0,-1 0 0,1 0 0,0 0 0,0 0 0,-1 0 0,1 0 0,0 0 0,0 0 0,-1 1 0,1-1 0,0 0 0,-1 1 0,1-1 0,0 0 0,-1 1 0,1-1 0,-1 1 0,1-1 0,0 1 0,-1-1 0,1 1 0,-1-1 0,1 2 0,14 15 0,23 35 0,-26-35 0,1 1 0,21 21 0,-34-38-72,1 0 1,-1-1-1,1 1 0,0 0 0,0-1 0,-1 1 0,1-1 0,0 1 1,0-1-1,0 1 0,-1-1 0,1 1 0,0-1 0,0 0 0,0 1 1,0-1-1,0 0 0,1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18 24575,'-8'-2'0,"-4"-2"0,-4 1 0,0 1 0,-1 0 0,0 1 0,0 0 0,1 1 0,1 0 0,0 0 0,3-2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27 24575,'-30'-7'0,"-13"-3"0,-1 3 0,7 5 0,9 3-8191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 24575,'-12'6'0,"0"0"0,0 1 0,1 1 0,0 0 0,-17 16 0,25-22 0,1 1 0,0-1 0,0 1 0,0 0 0,1 0 0,-1 0 0,1-1 0,-1 1 0,1 1 0,0-1 0,0 0 0,-1 5 0,2-5 0,0-1 0,0 1 0,0 0 0,1-1 0,-1 1 0,1-1 0,0 1 0,-1-1 0,1 1 0,0-1 0,0 1 0,1-1 0,-1 0 0,0 1 0,1-1 0,-1 0 0,1 0 0,2 2 0,2 2 0,1 0 0,0 0 0,1-1 0,-1 0 0,1 0 0,0 0 0,16 6 0,-9-6 0,-1 0 0,1-1 0,29 4 0,-37-7 0,0 0 0,0-1 0,0 0 0,0 0 0,0 0 0,1-1 0,12-4 0,-17 4 0,0 0 0,1 0 0,-1-1 0,0 0 0,0 1 0,0-1 0,-1 0 0,1-1 0,0 1 0,-1 0 0,0-1 0,1 1 0,-1-1 0,0 0 0,0 0 0,0 0 0,-1 0 0,2-4 0,-1 2 0,0 0 0,0 0 0,-1 0 0,0-1 0,0 1 0,-1-1 0,1 1 0,-1 0 0,-1-1 0,1 1 0,-1-1 0,1 1 0,-2 0 0,1-1 0,0 1 0,-1 0 0,0 0 0,-1 0 0,1 0 0,-1 0 0,-5-8 0,4 8 0,0 0 0,-1 0 0,1 0 0,-1 1 0,0-1 0,0 1 0,0 0 0,0 1 0,-1-1 0,0 1 0,0 0 0,0 1 0,0-1 0,0 1 0,0 0 0,-1 1 0,-11-2 0,0 2-1365,2 1-5461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119 149 24575,'-1'0'0,"1"0"0,-1 1 0,1-1 0,-1 0 0,1 0 0,-1 1 0,1-1 0,-1 0 0,1 1 0,0-1 0,-1 0 0,1 1 0,-1-1 0,1 1 0,0-1 0,-1 1 0,1-1 0,0 1 0,-1-1 0,1 1 0,0-1 0,0 1 0,0-1 0,-1 1 0,1-1 0,0 1 0,0-1 0,0 1 0,0 0 0,0-1 0,0 1 0,0-1 0,0 1 0,0 0 0,0-1 0,1 1 0,3 24 0,-4-24 0,5 17 0,1 0 0,1 0 0,1 0 0,0 0 0,15 22 0,-72-111 0,-8-11 0,47 66 0,0-1 0,2 0 0,-8-22 0,11 26 0,2 5 0,0 1 0,1-1 0,0 0 0,0 1 0,-1-17 0,3 24 0,0 0 0,0 0 0,0 0 0,0-1 0,0 1 0,0 0 0,0 0 0,0 0 0,0 0 0,0-1 0,0 1 0,0 0 0,0 0 0,0 0 0,0 0 0,0-1 0,0 1 0,0 0 0,1 0 0,-1 0 0,0 0 0,0 0 0,0-1 0,0 1 0,0 0 0,0 0 0,1 0 0,-1 0 0,0 0 0,0 0 0,0 0 0,0 0 0,0 0 0,1 0 0,-1-1 0,0 1 0,0 0 0,0 0 0,0 0 0,1 0 0,8 4 0,9 12 0,-16-14 0,9 8 0,13 11 0,46 34 0,-61-49 0,0-1 0,0 0 0,1 0 0,0-1 0,0 0 0,0-1 0,0 0 0,1-1 0,15 2 0,-20-3 0,1-1 0,0 0 0,0 0 0,0 0 0,0-1 0,9-2 0,-14 3 0,-1-1 0,1 1 0,0-1 0,0 0 0,-1 0 0,1 0 0,0 0 0,-1 0 0,1 0 0,-1-1 0,0 1 0,1 0 0,-1-1 0,0 1 0,0-1 0,0 1 0,0-1 0,0 0 0,0 1 0,0-1 0,-1 0 0,1 0 0,0 0 0,-1 1 0,0-1 0,1 0 0,-1-3 0,0-6 0,-1-24 0,0 26 0,1 0 0,-1 0 0,3-16 0,0 27 0,-1 0 0,1 0 0,-1 0 0,0 0 0,1 1 0,0 3 0,16 32 0,2-1 0,1-2 0,2 0 0,1-1 0,34 37 0,-54-67-227,0 1-1,0 0 1,0 0-1,-1 1 1,5 7-1,-4-1-6598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0 24575,'23'2'0,"-1"1"0,0 0 0,1 2 0,40 13 0,-56-15 0,0 0 0,0 1 0,0 0 0,0 0 0,-1 0 0,1 1 0,-1 0 0,0 0 0,-1 0 0,1 1 0,-1 0 0,0 0 0,0 0 0,-1 1 0,0-1 0,0 1 0,5 12 0,-4-2 0,0 0 0,0 1 0,3 31 0,-7-37 0,-1 0 0,1 0 0,-2 0 0,0 0 0,0 0 0,-6 20 0,6-29 0,0 0 0,0 0 0,0 0 0,-1 0 0,1 0 0,-1 0 0,0 0 0,0 0 0,0-1 0,0 1 0,0-1 0,0 1 0,-1-1 0,1 0 0,-1 0 0,0 0 0,0 0 0,0 0 0,0-1 0,0 1 0,0-1 0,0 0 0,-4 1 0,0-1 0,1 0 0,-1-1 0,1 1 0,-1-1 0,1-1 0,0 1 0,-1-1 0,1-1 0,0 1 0,-1-1 0,-6-3 0,-3 0 0,1-2 0,0 0 0,0-1 0,1 0 0,0-1 0,1 0 0,-19-18 0,26 21 0,0 0 0,1 0 0,0-1 0,0 1 0,1-1 0,-1-1 0,2 1 0,-1 0 0,1-1 0,0 0 0,0 0 0,1 0 0,0 0 0,1 0 0,0 0 0,0-16 0,1 18 0,0 0 0,1 0 0,0 0 0,0 0 0,1 1 0,-1-1 0,1 0 0,1 1 0,-1 0 0,1-1 0,0 1 0,0 0 0,0 0 0,6-6 0,-7 9 0,1-1 0,-1 1 0,1 0 0,-1-1 0,1 1 0,0 0 0,0 1 0,0-1 0,0 0 0,0 1 0,0 0 0,1 0 0,-1 0 0,0 0 0,1 0 0,-1 1 0,0-1 0,1 1 0,-1 0 0,1 0 0,-1 0 0,0 1 0,1-1 0,-1 1 0,7 1 0,7 6-1365,-1 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6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32 24575,'0'-2'0,"0"1"0,0-1 0,0 1 0,0-1 0,0 1 0,1-1 0,-1 1 0,0-1 0,1 1 0,-1-1 0,1 1 0,0 0 0,-1-1 0,1 1 0,0 0 0,0-1 0,0 1 0,0 0 0,0 0 0,0 0 0,2-2 0,0 3 0,-4 4 0,-5 5 0,-1-2 0,-1-1 0,0 0 0,0 0 0,0-1 0,-18 9 0,-49 16 0,36-18 0,29-9 0,0-1 0,0 1 0,0 1 0,1 0 0,-1 0 0,-12 9 0,22-13 0,-1 0 0,1 0 0,0 1 0,-1-1 0,1 0 0,0 1 0,-1-1 0,1 0 0,0 1 0,-1-1 0,1 0 0,0 1 0,0-1 0,-1 0 0,1 1 0,0-1 0,0 1 0,0-1 0,0 1 0,-1-1 0,1 1 0,0-1 0,0 0 0,0 1 0,0-1 0,0 1 0,0 0 0,1 0 0,-1-1 0,0 1 0,1 0 0,-1-1 0,1 1 0,-1-1 0,1 1 0,0-1 0,-1 1 0,1-1 0,-1 1 0,1-1 0,0 0 0,-1 1 0,2-1 0,27 9 0,128 10 0,-91-13 0,120 28 0,-184-34-136,1 1-1,-1 0 1,0 0-1,1 0 1,-1 0-1,0 0 1,0 0-1,0 0 0,3 4 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24575,'0'2'0,"2"1"0,4 1 0,3-2 0,3 3 0,1-1 0,4 2 0,2 0 0,2-1 0,0 2 0,0-2 0,0 0 0,0-2 0,-2-1 0,-3 1 0,-3 1 0,-3-1-8191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24575,'1'16'0,"2"0"0,0 0 0,1 0 0,0-1 0,1 1 0,14 27 0,-17-37 0,1-1 0,0 0 0,0 0 0,0 0 0,0 0 0,1-1 0,0 1 0,0-1 0,0 0 0,6 5 0,-9-9 0,-1 0 0,0 0 0,1 1 0,-1-1 0,1 0 0,-1 0 0,0 1 0,1-1 0,-1 0 0,1 0 0,-1 0 0,1 0 0,-1 0 0,1 0 0,-1 0 0,0 1 0,1-1 0,-1-1 0,1 1 0,-1 0 0,1 0 0,-1 0 0,1 0 0,-1 0 0,1 0 0,-1 0 0,0-1 0,1 1 0,-1 0 0,1-1 0,0 0 0,0 0 0,0 0 0,-1 0 0,1 0 0,-1 0 0,1 0 0,-1 0 0,1 0 0,-1 0 0,0-1 0,1-1 0,0-6 0,0 0 0,-1-14 0,0 19 0,-1-20 0,2 1 0,1-1 0,1 1 0,7-31 0,-9 52 0,-1 0 0,1 0 0,0 0 0,0 0 0,0 0 0,0 0 0,0 0 0,0 0 0,0 0 0,1 0 0,-1 0 0,1 1 0,0-1 0,-1 1 0,1-1 0,0 1 0,0 0 0,2-2 0,-1 2 0,0 0 0,1 0 0,-1 0 0,0 1 0,0-1 0,0 1 0,0 0 0,1-1 0,-1 2 0,0-1 0,5 1 0,4 2 0,-1 0 0,0 1 0,1 0 0,-2 0 0,1 2 0,10 5 0,2 4 0,0 0 0,-2 2 0,1 1 0,-2 0 0,-1 1 0,23 29 0,-38-44 15,-1 1 0,0 0 0,0 0 0,0 1 0,-1-1 0,1 0 0,1 7 0,-4-9-98,1-1 1,-1 1-1,1-1 1,-1 1-1,0 0 1,0-1-1,0 1 1,0 0-1,0-1 1,0 1-1,-1-1 1,0 1-1,1 0 1,-1-1-1,0 1 1,0-1-1,-3 5 1,-3 2-6744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22 24575,'-15'-21'0,"13"31"0,0 0 0,-8 18 0,6-21 0,0 0 0,0 0 0,-1 0 0,0 0 0,0-1 0,0 0 0,-1 0 0,0-1 0,0 1 0,-1-1 0,1-1 0,-1 1 0,0-1 0,-12 5 0,-8 2 0,-1-1 0,-50 10 0,24-6 0,51-14 0,1 1 0,-1 0 0,0 0 0,0 1 0,-4 2 0,7-4 0,-1 0 0,1 0 0,0 1 0,0-1 0,-1 0 0,1 0 0,0 0 0,0 1 0,0-1 0,0 0 0,-1 0 0,1 1 0,0-1 0,0 0 0,0 0 0,0 1 0,0-1 0,0 0 0,0 0 0,0 1 0,-1-1 0,1 0 0,0 1 0,0-1 0,0 0 0,1 1 0,-1 0 0,0-1 0,1 1 0,-1-1 0,1 1 0,-1-1 0,1 1 0,-1-1 0,1 1 0,0-1 0,-1 1 0,1-1 0,0 0 0,-1 1 0,1-1 0,0 0 0,0 1 0,15 3 0,0 0 0,0 0 0,0-2 0,24 2 0,-22-3 0,12 2 0,51 3 0,157 35 0,-232-40-341,0 1 0,0 0-1,8 4 1,-4 1-6485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3:5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24575,'18'5'0,"8"2"0,4 2 0,1-1 0,-4 2 0,0-2 0,-3 1 0,-3-2 0,-3-1 0,-1 0 0,-1 0 0,-4-2-8191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00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56 207 24575,'9'9'0,"0"1"0,-1 1 0,0 0 0,0 0 0,-2 0 0,1 1 0,-1 0 0,-1 0 0,0 0 0,5 22 0,-3-5 0,-4-15 0,0-1 0,1 0 0,8 19 0,0-14 0,-8-13 0,-8-14 0,-46-108 0,-45-116 0,92 225 0,-6-17 0,-11-47 0,20 72 0,0-1 0,0 1 0,0-1 0,0 0 0,0 1 0,-1-1 0,1 1 0,0-1 0,0 1 0,0-1 0,1 1 0,-1-1 0,0 0 0,0 1 0,0-1 0,0 1 0,0-1 0,1 0 0,-1 1 0,1 0 0,-1 0 0,0 0 0,1 0 0,-1 0 0,0 0 0,1 0 0,-1 0 0,0 0 0,0 0 0,1 0 0,-1 0 0,0 1 0,1-1 0,-1 0 0,0 0 0,0 0 0,1 0 0,-1 1 0,0-1 0,0 0 0,0 0 0,1 1 0,-1-1 0,16 21 0,-14-19 0,15 21 0,1 0 0,1-1 0,1-2 0,1 0 0,1-1 0,0-1 0,31 19 0,-35-26 0,-2 0 0,0-2 0,23 11 0,-35-18 0,0-1 0,0 1 0,1-1 0,-1 0 0,1 0 0,-1 0 0,1-1 0,-1 1 0,1-1 0,0 0 0,-1-1 0,1 1 0,-1-1 0,9-2 0,-10 2 0,0-1 0,0 0 0,0 0 0,0 0 0,0-1 0,0 1 0,0-1 0,-1 1 0,0-1 0,1 0 0,-1 0 0,0 0 0,0 0 0,-1-1 0,1 1 0,-1 0 0,1-1 0,-1 1 0,1-7 0,2-5 0,-1-1 0,-1 0 0,1-17 0,-3 11 0,-1 16 0,1-1 0,1 0 0,-1 0 0,3-7 0,-3 13 0,0 1 0,0 0 0,0-1 0,0 1 0,0 0 0,0-1 0,0 1 0,0 0 0,0-1 0,0 1 0,0 0 0,0-1 0,1 1 0,-1 0 0,0-1 0,0 1 0,0 0 0,1 0 0,-1-1 0,0 1 0,0 0 0,1 0 0,-1-1 0,0 1 0,0 0 0,1 0 0,-1 0 0,0 0 0,1-1 0,-1 1 0,0 0 0,1 0 0,-1 0 0,0 0 0,1 0 0,-1 0 0,0 0 0,1 0 0,-1 0 0,0 0 0,1 0 0,-1 0 0,0 0 0,1 0 0,-1 0 0,0 0 0,1 1 0,-1-1 0,0 0 0,1 0 0,-1 0 0,0 0 0,0 1 0,1-1 0,-1 0 0,0 0 0,1 1 0,-1-1 0,0 0 0,0 1 0,16 19 0,-15-17 0,136 198 0,-119-177 0,2 2 0,-2 2 0,24 44 0,-32-42-1365,-8-17-5461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 24575,'52'-1'0,"59"3"0,-102-1 0,0 2 0,0-1 0,-1 1 0,1 1 0,-1-1 0,0 1 0,0 1 0,0-1 0,0 2 0,-1-1 0,0 1 0,10 10 0,-13-11 0,1 0 0,-1 0 0,-1 0 0,1 0 0,-1 1 0,0 0 0,0 0 0,-1 0 0,0 0 0,0 0 0,0 0 0,1 10 0,-3-14 0,1 1 0,-1-1 0,0 0 0,0 0 0,0 1 0,0-1 0,-1 0 0,1 1 0,-1-1 0,1 0 0,-1 0 0,0 0 0,0 0 0,0 0 0,0 0 0,0 0 0,0 0 0,-1 0 0,1 0 0,-1 0 0,1-1 0,-1 1 0,1 0 0,-1-1 0,0 0 0,0 1 0,0-1 0,0 0 0,0 0 0,0 0 0,0 0 0,0 0 0,0-1 0,-1 1 0,1-1 0,0 1 0,-4-1 0,-12 2 0,1-1 0,-1 0 0,0-1 0,1-2 0,-1 1 0,0-2 0,1 0 0,0-1 0,0-1 0,0-1 0,0 0 0,1-1 0,-27-16 0,40 20 0,0 1 0,0-1 0,1 0 0,-1 0 0,1 0 0,-1 0 0,1 0 0,0 0 0,0-1 0,1 1 0,-1-1 0,1 1 0,-1-1 0,1 0 0,0 0 0,1 1 0,-1-1 0,1 0 0,-1 0 0,1 0 0,0 0 0,1 1 0,-1-1 0,1 0 0,-1 0 0,1 0 0,3-7 0,-2 8 9,-1 0 1,1-1-1,0 1 0,0 0 0,1 0 1,-1 0-1,1 0 0,-1 0 0,1 1 0,0-1 1,0 1-1,4-3 0,-1 2-221,0 0 0,-1 0 0,1 0-1,0 1 1,0 0 0,9-2 0,-1 1-6614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1 148 24575,'7'8'0,"-1"0"0,0 0 0,6 11 0,-8-13 0,0 1 0,1 0 0,-1-1 0,1 0 0,1 0 0,6 6 0,-12-12 0,0 0 0,0 0 0,1 1 0,-1-1 0,0 0 0,0 0 0,1 1 0,-1-1 0,0 0 0,0 0 0,1 0 0,-1 1 0,0-1 0,1 0 0,-1 0 0,0 0 0,1 0 0,-1 0 0,0 0 0,1 0 0,-1 0 0,0 0 0,1 0 0,-1 0 0,0 0 0,1 0 0,-1 0 0,0 0 0,1 0 0,-1 0 0,0 0 0,1 0 0,-1 0 0,0 0 0,1-1 0,-1 1 0,0 0 0,1 0 0,-1 0 0,0-1 0,0 1 0,1 0 0,-1 0 0,0-1 0,0 1 0,0 0 0,1-1 0,-1 1 0,0 0 0,0-1 0,0 1 0,0 0 0,0-1 0,0 1 0,0 0 0,1-1 0,-1 1 0,0 0 0,0-1 0,0 1 0,0 0 0,-1-1 0,-1-23 0,-2 11 0,-1 1 0,-1-1 0,-11-17 0,12 22 0,0-1 0,1 1 0,0-1 0,0 1 0,1-1 0,0 0 0,0 0 0,1-1 0,-1-10 0,2 18 0,1 0 0,0 1 0,0-1 0,0 0 0,1 0 0,-1 1 0,0-1 0,1 0 0,-1 1 0,1-1 0,-1 0 0,1 1 0,0-1 0,0 1 0,0-1 0,0 1 0,0-1 0,0 1 0,0-1 0,1 0 0,0 1 0,0 0 0,0 0 0,0 0 0,0 0 0,0 0 0,0 0 0,0 1 0,0-1 0,0 1 0,0 0 0,0-1 0,0 1 0,0 0 0,3 0 0,2 1 0,0 0 0,0 0 0,0 1 0,-1 0 0,1 0 0,0 1 0,-1-1 0,12 8 0,-14-7-170,0 0-1,0 0 0,0 1 1,-1-1-1,1 1 0,-1 0 1,5 7-1,-1 1-6655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2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72 547 24575,'6'-3'0,"67"-33"0,-65 31 0,0 0 0,0-1 0,0 0 0,-1 0 0,0 0 0,9-11 0,-15 16 0,0-1 0,0 1 0,0 0 0,-1 0 0,1-1 0,0 1 0,-1-1 0,1 1 0,0 0 0,-1-1 0,0 1 0,1-1 0,-1 0 0,0 1 0,0-1 0,0 1 0,0-1 0,0 1 0,0-1 0,0 1 0,0-1 0,-1 1 0,1-1 0,-1 1 0,1-1 0,-1 1 0,1-1 0,-3-2 0,-1-1 0,0 0 0,0 1 0,-1-1 0,1 1 0,-10-7 0,7 5 0,5 5 0,1 0 0,-1 0 0,1 1 0,-1-1 0,0 0 0,1 1 0,-1-1 0,0 1 0,0-1 0,0 1 0,1 0 0,-5 0 0,-23 2 0,12 0 0,11-2 0,0 1 0,0-1 0,0 2 0,0-1 0,0 1 0,0 0 0,1 0 0,-1 0 0,1 1 0,-1 0 0,-8 6 0,12-7 0,0-1 0,0 1 0,0 0 0,1-1 0,-1 1 0,1 0 0,-1 0 0,1 0 0,0 0 0,-1 1 0,1-1 0,0 0 0,1 0 0,-1 1 0,0-1 0,1 0 0,-1 1 0,1-1 0,0 0 0,0 1 0,0-1 0,0 1 0,0-1 0,0 1 0,1-1 0,-1 0 0,1 1 0,-1-1 0,1 0 0,0 1 0,2 3 0,1 0 0,1 1 0,-1 0 0,1-1 0,0 0 0,1 0 0,-1-1 0,1 0 0,1 0 0,-1 0 0,0 0 0,1-1 0,13 6 0,-2-2 0,-1-1 0,2-1 0,-1 0 0,22 3 0,-39-8 0,1-1 0,-1 0 0,1 0 0,-1 1 0,1-1 0,-1 0 0,1 0 0,-1 0 0,0 0 0,1-1 0,-1 1 0,1 0 0,-1-1 0,1 1 0,-1-1 0,0 1 0,1-1 0,-1 0 0,0 1 0,0-1 0,1 0 0,-1 0 0,0 0 0,0 0 0,0 0 0,0 0 0,0 0 0,0 0 0,0 0 0,-1-1 0,1 1 0,0 0 0,-1-1 0,1 1 0,-1 0 0,1-1 0,0-2 0,0-4 0,0-1 0,0 0 0,-1 0 0,0 1 0,-2-11 0,2 11 0,-4-26 0,-1 0 0,-19-64 0,-31-64 0,37 115 0,-20-52 0,38 99 0,0-1 0,0 0 0,-1 1 0,1-1 0,0 1 0,0-1 0,0 1 0,-1-1 0,1 1 0,0-1 0,0 1 0,-1-1 0,1 1 0,0-1 0,-1 1 0,1 0 0,-1-1 0,1 1 0,0 0 0,-1-1 0,1 1 0,-1 0 0,0-1 0,0 1 0,1 0 0,-1 1 0,1-1 0,0 0 0,-1 1 0,1-1 0,0 0 0,-1 1 0,1-1 0,0 1 0,-1-1 0,1 0 0,0 1 0,0-1 0,-1 1 0,1-1 0,0 1 0,0-1 0,0 1 0,0 0 0,-5 29 0,6-11 0,2-1 0,0 1 0,1-1 0,1 0 0,0 0 0,2-1 0,10 22 0,-8-22 0,1-1 0,0 0 0,1 0 0,24 24 0,-8-13 0,41 33 0,-36-36 0,0-2 0,58 31 0,-64-40 0,0-2 0,0-1 0,1 0 0,41 7 0,-63-16 0,0-1 0,0 1 0,0-1 0,0 0 0,0 0 0,1 0 0,-1-1 0,0 0 0,0 0 0,0 0 0,5-2 0,-8 1 0,1 1 0,0 0 0,-1-1 0,0 1 0,1-1 0,-1 0 0,0 1 0,0-1 0,0 0 0,0-1 0,0 1 0,0 0 0,-1 0 0,1-1 0,-1 1 0,1-1 0,-1 1 0,0-1 0,0 0 0,0 0 0,0-3 0,1-6 0,0 0 0,-1 0 0,-1 0 0,0 0 0,-2-13 0,2 19 0,-1 1 0,0 0 0,0 0 0,0 0 0,-1 0 0,0 0 0,0 0 0,0 0 0,0 1 0,-1-1 0,0 1 0,0-1 0,0 1 0,-5-4 0,7 6 0,0 1 0,-1 0 0,1-1 0,-1 1 0,1 0 0,-1 0 0,0 0 0,0 0 0,1 0 0,-1 0 0,0 1 0,0-1 0,0 1 0,0-1 0,0 1 0,0 0 0,0-1 0,0 1 0,0 0 0,1 0 0,-1 1 0,0-1 0,0 0 0,0 1 0,0-1 0,0 1 0,0-1 0,0 1 0,1 0 0,-1 0 0,0 0 0,0 0 0,1 0 0,-1 0 0,1 0 0,-1 1 0,-1 1 0,0 1 0,-1 1 0,1-1 0,-1 1 0,1 0 0,1 0 0,-1 0 0,1 0 0,0 1 0,0-1 0,0 1 0,-1 10 0,2-11 0,1 0 0,0 0 0,-1 0 0,2 1 0,-1-1 0,1 0 0,0 0 0,0 0 0,0 0 0,0 1 0,1-2 0,0 1 0,0 0 0,4 6 0,-2-6 0,0 1 0,1-1 0,-1 0 0,1 0 0,0 0 0,1 0 0,-1-1 0,1 0 0,10 5 0,0-1 0,0-1 0,0-1 0,1-1 0,0 0 0,0-1 0,0-1 0,30 2 0,-15-3 0,53-4 0,-84 2 0,1 0 0,0 0 0,0-1 0,-1 1 0,1 0 0,0-1 0,-1 1 0,1-1 0,0 0 0,-1 1 0,1-1 0,-1 0 0,1 0 0,-1 0 0,1 0 0,-1 0 0,0-1 0,0 1 0,1 0 0,-1 0 0,0-1 0,0 1 0,0-1 0,-1 1 0,1-1 0,0 1 0,0-1 0,-1 0 0,1 1 0,-1-1 0,1-3 0,-1-3 0,0 0 0,0 0 0,-1 0 0,0 0 0,-3-13 0,0-2 0,3 16 20,0-1 0,1 1 0,0 0 0,0-1 0,2-11 0,-2 18-59,1-1 0,-1 1 0,0 0 0,0-1 0,1 1 0,-1 0-1,1-1 1,-1 1 0,1 0 0,0 0 0,-1-1 0,1 1 0,0 0 0,0 0 0,0 0 0,0 0 0,0 0 0,0 0-1,0 0 1,0 1 0,0-1 0,1 0 0,-1 0 0,0 1 0,0-1 0,1 1 0,-1-1 0,0 1 0,1 0 0,-1-1 0,0 1-1,1 0 1,-1 0 0,0 0 0,1 0 0,-1 0 0,2 1 0,6 1-6787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4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54 173 24575,'69'125'0,"-50"-87"0,41 63 0,-48-83 0,18 22 0,-26-38 0,-5-7 0,-5-8 0,-98-163 0,51 93 0,-26-63 0,74 130 0,8 13 0,5 7 0,8 8 0,18 19 0,-23-19 0,1-2 0,0 1 0,17 10 0,86 41 0,-101-56 0,0-1 0,0 0 0,0-1 0,0 0 0,1-1 0,26 1 0,-39-4 0,0 1 0,0-1 0,1-1 0,-1 1 0,0 0 0,0-1 0,1 1 0,-1-1 0,0 1 0,0-1 0,0 0 0,0 0 0,0 0 0,0 0 0,0 0 0,0-1 0,0 1 0,-1-1 0,4-2 0,-3 1 0,-1 1 0,1-1 0,0 0 0,-1 0 0,0-1 0,0 1 0,0 0 0,0 0 0,0 0 0,0-1 0,-1 1 0,1-6 0,0-20 0,-1 0 0,-2 0 0,-8-49 0,9 60 0,1 18 0,0 0 0,0 0 0,1-1 0,-1 1 0,0 0 0,0 0 0,0 0 0,0 0 0,0 0 0,0 0 0,0-1 0,0 1 0,0 0 0,0 0 0,0 0 0,0 0 0,1 0 0,-1 0 0,0 0 0,0 0 0,0 0 0,0-1 0,0 1 0,0 0 0,1 0 0,-1 0 0,0 0 0,0 0 0,0 0 0,0 0 0,0 0 0,0 0 0,1 0 0,-1 0 0,0 0 0,0 0 0,9 7 0,55 71 0,6 7 0,128 110 0,-189-188 40,-1 1 0,8 11 0,-13-16-189,-1 0 1,0 0-1,0 1 1,0-1-1,0 1 1,-1-1-1,1 1 1,-1 0-1,1 7 1,0 1-6678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88 24575,'0'-16'0,"0"9"0,3 21 0,46 163 0,-38-142 0,55 123 0,-66-156 0,8 8 0,-5-9 0,-3-8 0,-3-14 0,-1 0 0,-14-39 0,-22-41 0,16 41 0,10 26 0,1 4 0,2-1 0,-8-34 0,19 65 0,0-1 0,-1 0 0,1 0 0,0 0 0,0 0 0,0 0 0,-1 0 0,1 0 0,0 1 0,0-1 0,0 0 0,1 0 0,-1 0 0,0 0 0,0 0 0,0 0 0,1 0 0,-1 1 0,0-1 0,1 0 0,0-1 0,0 2 0,-1-1 0,1 1 0,0 0 0,-1 0 0,1 0 0,-1 0 0,1 0 0,0 0 0,-1 0 0,1 0 0,0 0 0,-1 0 0,1 0 0,0 0 0,-1 1 0,1-1 0,-1 0 0,1 0 0,-1 1 0,1-1 0,0 0 0,0 1 0,5 3 0,0 1 0,0 0 0,9 9 0,-3-2 0,82 81 0,-71-72 0,2-1 0,31 20 0,-23-19 0,1-2 0,1 0 0,69 24 0,-103-42 0,1-1 0,-1 1 0,0-1 0,0 0 0,1 1 0,-1-1 0,0 0 0,0 0 0,1 0 0,-1 0 0,0 0 0,1 0 0,-1 0 0,0 0 0,1 0 0,-1-1 0,0 1 0,0 0 0,1-1 0,-1 1 0,0-1 0,0 0 0,0 1 0,0-1 0,0 0 0,0 0 0,0 0 0,0 1 0,0-1 0,0 0 0,0 0 0,0-1 0,0 1 0,-1 0 0,1 0 0,-1 0 0,1 0 0,-1-1 0,1 1 0,-1 0 0,1 0 0,-1-1 0,0 1 0,0 0 0,0-3 0,1-4 0,-1 0 0,0 0 0,-1 0 0,0-1 0,0 1 0,-3-9 0,-4-13 0,-1 0 0,-1 0 0,-24-48 0,31 71-124,-1 2 0,1-1 0,-1 0 0,0 1 0,0 0 0,-1 0-1,0 0 1,0 0 0,0 1 0,-8-6 0,2 5-6702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6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46 24575,'-25'-7'0,"-11"-3"0,-2 0 0,3 3 0,6 1 0,4 3 0,4 1 0,4 1 0,1 4 0,2 0 0,0 1 0,0-1 0,0-1 0,0-1 0,2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7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27 24575,'-18'-8'0,"-8"1"0,-2 0 0,1 3 0,3 4 0,2 1 0,3 4 0,3 1 0,-2-1 0,0 2 0,-2-1 0,0-1 0,3-2-8191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68 140 24575,'1'10'0,"1"0"0,0 0 0,1 0 0,0 0 0,0 0 0,7 12 0,-8-17 0,6 13 0,1 0 0,0-1 0,1 0 0,1-1 0,0 0 0,1 0 0,14 13 0,-25-29 0,-1 0 0,0 0 0,0 1 0,0-1 0,0 0 0,1 0 0,-1 1 0,0-1 0,0 0 0,0 0 0,1 0 0,-1 0 0,0 1 0,0-1 0,1 0 0,-1 0 0,0 0 0,1 0 0,-1 0 0,0 0 0,0 0 0,1 0 0,-1 0 0,0 0 0,1 0 0,-1 0 0,0 0 0,0 0 0,1 0 0,-1 0 0,0 0 0,1 0 0,2-9 0,-5-15 0,-2 9 0,-1 2 0,-1-1 0,0 0 0,-13-22 0,-39-48 0,25 37 0,16 24 0,9 14 0,1-1 0,1 1 0,0-1 0,0 0 0,1-1 0,-8-20 0,13 31 0,0 0 0,0-1 0,0 1 0,0 0 0,0 0 0,0 0 0,0-1 0,0 1 0,0 0 0,0 0 0,0-1 0,0 1 0,0 0 0,0 0 0,0-1 0,0 1 0,0 0 0,0 0 0,0 0 0,0-1 0,0 1 0,0 0 0,0 0 0,1 0 0,-1-1 0,0 1 0,0 0 0,0 0 0,0 0 0,0-1 0,1 1 0,-1 0 0,0 0 0,0 0 0,0 0 0,0 0 0,1 0 0,-1-1 0,11 4 0,14 12 0,-22-13 0,58 43 0,-39-28 0,2 0 0,33 18 0,18-1 0,-65-30 0,0-1 0,0 0 0,0-1 0,1 0 0,19 1 0,-28-3 0,0 0 0,0-1 0,0 1 0,0 0 0,0-1 0,0 1 0,0-1 0,0 1 0,0-1 0,0 0 0,0 0 0,0 0 0,0 0 0,-1 0 0,1-1 0,0 1 0,-1 0 0,3-3 0,-1 0 0,-1 1 0,0 0 0,0 0 0,-1-1 0,1 1 0,-1-1 0,1 0 0,-1 1 0,1-7 0,-1-2 0,1 1 0,-2-1 0,0 1 0,0-1 0,-4-21 0,4 29 0,3 6 0,5 11 0,11 20 0,1 0 0,1-1 0,37 44 0,-16-23 0,0 6-1365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24575,'0'3'0,"0"2"0,2 5 0,2 4 0,-1 2 0,2 2 0,0 0 0,2-1 0,-1 2 0,2 0 0,-1 0 0,1-1 0,-1-2 0,1 0 0,-1-1 0,1 0 0,-1 0 0,-1-3-8191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24575,'-22'0'0,"-11"0"0,-2 0 0,3 2 0,4 2 0,5 1 0,3 1 0,5-1-8191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24575,'1'4'0,"0"0"0,0 0 0,0-1 0,0 1 0,1 0 0,-1-1 0,1 1 0,2 3 0,2 5 0,17 40 0,21 45 0,7-9 0,-43-62-1365,-5-14-5461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1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24575,'4'2'0,"-1"1"0,1-1 0,-1 1 0,0 0 0,0 0 0,0 0 0,0 0 0,0 0 0,-1 1 0,4 6 0,3 5 0,7 21 0,-12-26 0,127 312 0,-123-304-26,-4-11-309,-1 0 0,0 1 1,2 8-1,-3-5-6491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62 24575,'-27'-5'0,"-15"-4"0,-2-1 0,1 1 0,5 1 0,5 0 0,5 3 0,4 1 0,5 2 0,2 1 0,2 1 0,1 0 0,0 0 0,0 1 0,0-1 0,3 3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0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20 24575,'-21'-6'0,"-31"-5"0,46 10 0,1 0 0,-1 0 0,1 1 0,-1 0 0,0 1 0,1-1 0,-1 1 0,1 0 0,-1 0 0,1 1 0,-6 1 0,10-2 0,-1 0 0,1-1 0,0 1 0,-1 0 0,1 0 0,0 0 0,0 0 0,-1 0 0,1 0 0,0 0 0,0 0 0,0 0 0,0 1 0,0-1 0,1 0 0,-1 1 0,0-1 0,1 1 0,-1-1 0,1 0 0,-1 1 0,0 2 0,1-1 0,0 0 0,1-1 0,-1 1 0,0 0 0,1-1 0,0 1 0,-1 0 0,1-1 0,0 1 0,0 0 0,3 4 0,0-1 0,0 0 0,1 0 0,-1 0 0,1-1 0,0 0 0,1 1 0,-1-2 0,13 9 0,-12-10 0,0 0 0,0 0 0,0-1 0,1 0 0,-1 0 0,1 0 0,-1-1 0,1 0 0,9 0 0,-13-1 0,-1 0 0,0 0 0,1 0 0,-1-1 0,1 1 0,-1-1 0,0 1 0,1-1 0,-1 0 0,0 0 0,0 0 0,0 0 0,0 0 0,0-1 0,0 1 0,0-1 0,0 1 0,0-1 0,0 0 0,-1 0 0,1 0 0,-1 0 0,0 0 0,1 0 0,-1 0 0,0 0 0,0 0 0,1-5 0,0 1 0,-1 0 0,0 0 0,-1 0 0,1-1 0,-2-8 0,2-9 0,-1 24 0,0 0 0,0 0 0,0 0 0,0 0 0,0 0 0,0-1 0,0 1 0,0 0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0,-1 0 0,0 0 0,0 0 0,0 0 0,0 0 0,0 0 0,0 0 0,0 0 0,0 0 0,0 0 0,0 1 0,5 5 0,3 8 0,7 16-455,2-1 0,24 33 0,-30-47-6371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137 183 24575,'68'312'0,"-66"-298"0,-2-14 0,-1 0 0,1 0 0,0 0 0,0 0 0,0 0 0,-1 0 0,1 0 0,0 0 0,0 0 0,0 0 0,-1 0 0,1 0 0,0 0 0,0 0 0,0 0 0,0-1 0,-1 1 0,1 0 0,0 0 0,0 0 0,0 0 0,0 0 0,-1 0 0,1 0 0,0-1 0,0 1 0,0 0 0,0 0 0,0 0 0,0 0 0,-1 0 0,1-1 0,0 1 0,-17-22 0,16 19 0,-91-136 0,75 109 0,1 0 0,-22-60 0,33 74 0,1 1 0,1-1 0,0 0 0,1 0 0,0 0 0,2-31 0,0 45 0,0 0 0,0-1 0,1 1 0,-1 0 0,1 0 0,-1 0 0,1 0 0,0 0 0,0 0 0,0 0 0,0 0 0,0 1 0,0-1 0,1 0 0,-1 1 0,1-1 0,-1 0 0,4-2 0,-2 3 0,-1-1 0,1 1 0,0 0 0,0 0 0,0 0 0,0 0 0,0 0 0,0 0 0,0 1 0,1 0 0,4-1 0,0 2 0,0-1 0,0 2 0,0-1 0,0 1 0,0 0 0,0 0 0,-1 1 0,1 0 0,10 6 0,-8-2 0,0 0 0,0 1 0,13 12 0,-20-16 0,1 0 0,-1 0 0,1 0 0,-1 0 0,0 0 0,-1 1 0,1-1 0,-1 1 0,0 0 0,3 9 0,-5-12 0,1 0 0,-1 0 0,0 0 0,0-1 0,0 1 0,0 0 0,0 0 0,0 0 0,-1 0 0,1 0 0,-1 0 0,1 0 0,-1 0 0,0 0 0,1-1 0,-1 1 0,0 0 0,-2 1 0,1 0 0,0-1 0,0 0 0,-1 0 0,1 0 0,-1 0 0,1 0 0,-1 0 0,0-1 0,0 1 0,-3 1 0,-4 0 0,-1 0 0,1 0 0,-1-1 0,0 0 0,-15 0 0,3-2-1365,3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1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47 24575,'-4'-3'0,"-10"-7"0,-20-11 0,30 19 0,1 0 0,-1 0 0,0 1 0,1 0 0,-1 0 0,0 0 0,0 0 0,0 0 0,0 1 0,0-1 0,-7 2 0,9-1 0,0 1 0,0-1 0,0 1 0,0 0 0,0 0 0,0 0 0,0 0 0,1 1 0,-1-1 0,0 0 0,1 1 0,-1-1 0,0 1 0,1 0 0,0-1 0,-1 1 0,1 0 0,0 0 0,0 0 0,0 0 0,0 0 0,1 0 0,-1 0 0,0 0 0,0 4 0,-1 5 0,0 0 0,1-1 0,0 20 0,1-25 0,0 0 0,1 0 0,-1 0 0,1 0 0,0 0 0,1 0 0,-1-1 0,1 1 0,0-1 0,0 1 0,4 5 0,-1-2 0,1-1 0,0 1 0,1-2 0,0 1 0,7 5 0,-10-8 0,0-1 0,-1 0 0,1 1 0,-1-1 0,0 1 0,0 0 0,4 8 0,-7-11 0,1 0 0,-1 1 0,1-1 0,-1 0 0,1 1 0,-1-1 0,0 0 0,0 1 0,0-1 0,0 1 0,0-1 0,0 0 0,0 1 0,0-1 0,0 1 0,-1-1 0,1 0 0,-1 1 0,1-1 0,-1 0 0,1 0 0,-1 1 0,0-1 0,0 0 0,1 0 0,-1 0 0,0 0 0,0 0 0,0 0 0,0 0 0,-2 1 0,-3 2 12,0 0-1,0-1 0,0 0 1,0 0-1,0-1 0,0 1 1,-1-1-1,0-1 0,-7 2 1,-11 0-653,-26 0 0,47-3 444,-19 1-6629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77 24575,'-51'-14'0,"-11"-5"0,-2 4 0,-101-12 0,158 26 0,1 1 0,0-1 0,0 2 0,0-1 0,0 1 0,-10 1 0,15-1 0,-1-1 0,1 1 0,0-1 0,0 1 0,0-1 0,0 1 0,0 0 0,0 0 0,0-1 0,0 1 0,0 0 0,0 0 0,1 0 0,-1 0 0,-1 2 0,1-2 0,1 1 0,-1 0 0,1 0 0,-1-1 0,1 1 0,0 0 0,0 0 0,0 0 0,-1 0 0,2-1 0,-1 1 0,0 0 0,1 2 0,0 1 0,1 0 0,0 0 0,0 0 0,0-1 0,0 1 0,1-1 0,0 1 0,0-1 0,0 0 0,0 0 0,1-1 0,0 1 0,-1-1 0,1 1 0,0-1 0,1-1 0,6 5 0,9 4 0,0-2 0,35 12 0,-53-21 0,12 5 0,0-1 0,0-1 0,0 0 0,1-1 0,-1 0 0,1-1 0,24-2 0,-38 1 0,1 0 0,-1 0 0,0 0 0,1-1 0,-1 1 0,0 0 0,0-1 0,1 1 0,-1-1 0,0 1 0,0-1 0,0 0 0,0 1 0,0-1 0,0 0 0,0 0 0,0 0 0,0 0 0,0 0 0,0 0 0,0 0 0,-1 0 0,1 0 0,0 0 0,-1 0 0,1-1 0,-1 1 0,1 0 0,-1 0 0,0-1 0,1 1 0,-1-2 0,0-3 0,0 0 0,0 0 0,0-1 0,-1 1 0,-2-9 0,0 0 0,23 40 0,-5-6-455,-1 0 0,28 25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 24575,'-4'0'0,"0"-1"0,1 1 0,-1-1 0,0 1 0,0 0 0,1 0 0,-1 1 0,0-1 0,0 1 0,1 0 0,-7 1 0,9-1 0,0 0 0,0-1 0,0 1 0,-1 0 0,1 0 0,0 0 0,0 0 0,0 0 0,0 0 0,0 0 0,0 0 0,1 0 0,-1 0 0,0 1 0,1-1 0,-1 0 0,0 1 0,1-1 0,0 0 0,-1 1 0,1-1 0,0 0 0,-1 1 0,1-1 0,0 1 0,0-1 0,0 0 0,1 1 0,-1-1 0,0 1 0,0-1 0,2 3 0,0 5 0,1-1 0,1 1 0,-1-1 0,1 0 0,1 0 0,0-1 0,10 13 0,46 47 0,-54-60 0,36 33 0,-29-29 0,0 1 0,-1 1 0,-1 0 0,16 23 0,-27-36 0,-1 1 0,0-1 0,1 0 0,-1 1 0,0-1 0,0 1 0,0-1 0,1 0 0,-1 1 0,0-1 0,0 1 0,0-1 0,0 1 0,0-1 0,0 1 0,0-1 0,0 1 0,0-1 0,0 1 0,0-1 0,0 1 0,0-1 0,0 1 0,0-1 0,0 0 0,-1 1 0,1-1 0,0 1 0,-1 0 0,0 0 0,0-1 0,1 1 0,-1 0 0,0-1 0,0 1 0,0-1 0,0 1 0,-1-1 0,1 0 0,0 1 0,0-1 0,-2 0 0,-5 1 0,-1 0 0,-15-2 0,19 1 0,-26 0-40,19 1-225,1-1 0,-1-1 0,0 0 0,-14-3 0,16 1-6561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5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 24575,'-3'-2'0,"-5"-4"0,-1 1 0,-12-6 0,19 10 0,1 0 0,-1 1 0,0-1 0,1 1 0,-1-1 0,1 1 0,-1 0 0,0-1 0,0 1 0,1 0 0,-1 0 0,0 0 0,1 0 0,-1 0 0,0 1 0,1-1 0,-1 0 0,0 1 0,1-1 0,-1 1 0,-2 1 0,3-1 0,0 0 0,0 0 0,1 0 0,-1 0 0,0 0 0,1 0 0,-1 0 0,0 0 0,1 1 0,0-1 0,-1 0 0,1 0 0,0 0 0,-1 1 0,1-1 0,0 0 0,0 1 0,0-1 0,0 0 0,0 0 0,0 1 0,0-1 0,1 0 0,-1 0 0,0 1 0,2 1 0,0 5 0,2 0 0,6 14 0,-5-14 0,5 12 0,1-1 0,0 0 0,2-1 0,0-1 0,1 1 0,1-2 0,31 28 0,-45-43 0,1-1 0,-1 1 0,0 0 0,0 0 0,0 1 0,0-1 0,0 0 0,0 0 0,-1 0 0,1 0 0,0 1 0,-1-1 0,1 0 0,-1 1 0,1-1 0,-1 1 0,1-1 0,-1 2 0,0-2 0,0 0 0,-1-1 0,1 1 0,0 0 0,-1 0 0,1 0 0,-1-1 0,1 1 0,-1 0 0,1-1 0,-1 1 0,0 0 0,1-1 0,-1 1 0,0-1 0,0 1 0,1-1 0,-1 1 0,0-1 0,0 1 0,1-1 0,-1 0 0,0 0 0,0 1 0,0-1 0,0 0 0,0 0 0,0 0 0,1 0 0,-3 0 0,-14 1 0,0 0 0,0-1 0,1-1 0,-31-5 0,-65-21 0,85 17-1365,18 4-5461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6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82 24575,'-16'-23'0,"13"18"0,11 15 0,16 22 0,50 57 0,-66-80 0,1-1 0,0 0 0,0-1 0,1 0 0,0 0 0,0-1 0,16 7 0,-24-11 0,1-1 0,-1-1 0,0 1 0,1 0 0,-1-1 0,1 1 0,-1-1 0,1 1 0,-1-1 0,1 0 0,-1 0 0,1 0 0,-1-1 0,1 1 0,-1-1 0,3 0 0,-3 0 0,0 0 0,0 0 0,-1-1 0,1 1 0,0 0 0,-1-1 0,1 1 0,-1-1 0,0 0 0,1 1 0,-1-1 0,0 0 0,0 0 0,0 0 0,0 0 0,-1 0 0,1 0 0,0 0 0,0-3 0,0-5 0,1-1 0,-2 1 0,1-1 0,-2 1 0,1-1 0,-1 1 0,-5-20 0,-1-18 0,7 47 0,-1 1 0,1-1 0,0 1 0,0 0 0,0-1 0,0 1 0,0-1 0,0 1 0,0-1 0,0 1 0,0-1 0,0 1 0,0 0 0,1-1 0,-1 1 0,0-1 0,0 1 0,0-1 0,0 1 0,1 0 0,-1-1 0,1 0 0,6 5 0,12 21 0,-14-17 0,19 23 0,55 52 0,-64-69 0,0-1 0,1-1 0,1 0 0,0-2 0,31 16 0,-45-25 0,0 0 0,0 0 0,0 0 0,0 0 0,0 0 0,1 0 0,-1-1 0,0 1 0,0-1 0,1 0 0,-1 0 0,0-1 0,5 0 0,-6 1 0,-1-1 0,1 0 0,0 0 0,-1 0 0,1 0 0,-1 0 0,0 0 0,1 0 0,-1 0 0,0 0 0,0-1 0,1 1 0,-1 0 0,0-1 0,0 1 0,0-1 0,-1 1 0,1-1 0,0 0 0,-1 1 0,1-1 0,-1 0 0,1 1 0,-1-1 0,0-3 0,1-11 0,-1 1 0,-1 0 0,0 0 0,-1 0 0,0 0 0,-2 0 0,-6-19 0,4 12 0,6 19 0,1 3 0,5 7 0,6 11 0,6 10 0,31 37 0,-39-53 0,1-1 0,0 0 0,1-1 0,0 0 0,19 11 0,-30-20 0,-1-1 0,1 1 0,0-1 0,0 1 0,0-1 0,0 1 0,0-1 0,0 0 0,0 1 0,0-1 0,0 0 0,0 0 0,0 0 0,0 0 0,0 0 0,0 0 0,0 0 0,0 0 0,0 0 0,0 0 0,-1-1 0,1 1 0,0 0 0,2-1 0,-2 0 0,0 0 0,0-1 0,0 1 0,1 0 0,-1 0 0,-1-1 0,1 1 0,0 0 0,0-1 0,0 1 0,-1-1 0,1 1 0,0-3 0,1-6 0,0 1 0,-1 0 0,0 0 0,-1-11 0,-1 0 0,0 15 0,1 0 0,0-1 0,0 1 0,0 0 0,0 0 0,1-1 0,2-6 0,-3 12 0,0-1 0,0 1 0,0 0 0,0 0 0,1 0 0,-1-1 0,0 1 0,0 0 0,0 0 0,1 0 0,-1 0 0,0 0 0,0 0 0,0-1 0,1 1 0,-1 0 0,0 0 0,0 0 0,1 0 0,-1 0 0,0 0 0,0 0 0,1 0 0,-1 0 0,0 0 0,0 0 0,1 0 0,-1 0 0,0 0 0,0 0 0,1 0 0,-1 1 0,0-1 0,0 0 0,0 0 0,1 0 0,-1 0 0,0 0 0,0 1 0,0-1 0,1 0 0,-1 0 0,0 0 0,0 0 0,0 1 0,0-1 0,0 0 0,1 0 0,-1 1 0,0-1 0,0 0 0,0 0 0,0 1 0,11 14 0,-10-12 0,7 9 0,1 1 0,0-2 0,0 1 0,21 18 0,-29-29 0,0 0 0,-1-1 0,1 1 0,0 0 0,0-1 0,0 1 0,0-1 0,-1 1 0,1-1 0,0 0 0,0 1 0,0-1 0,0 0 0,0 0 0,0 1 0,0-1 0,0 0 0,0 0 0,0 0 0,0 0 0,0 0 0,0-1 0,0 1 0,0 0 0,2-1 0,-2 0 0,0 0 0,1 0 0,-1 0 0,0 0 0,1 0 0,-1-1 0,0 1 0,0-1 0,0 1 0,0 0 0,0-1 0,-1 0 0,2-1 0,1-7 0,0 0 0,0 1 0,2-21 0,-5 27 0,0 0 0,1-1 0,0 1 0,0 0 0,0 0 0,0 0 0,0-1 0,1 1 0,1-3 0,-2 5 0,0 0 0,-1 1 0,1-1 0,0 0 0,0 1 0,-1-1 0,1 1 0,0-1 0,0 0 0,0 1 0,0 0 0,0-1 0,0 1 0,0 0 0,0-1 0,0 1 0,0 0 0,0 0 0,0 0 0,0 0 0,0 0 0,0 0 0,0 0 0,0 0 0,0 0 0,0 1 0,0-1 0,0 0 0,0 1 0,0-1 0,0 0 0,-1 1 0,1-1 0,1 2 0,3 1 0,-1 0 0,0 0 0,0 0 0,0 1 0,6 7 0,11 9 0,-1-5 0,1 0 0,0-2 0,1 0 0,45 18 0,-54-26 0,1 0 0,0-1 0,0-1 0,1 0 0,-1-1 0,0-1 0,1 0 0,-1-1 0,1 0 0,14-3 0,-24 2 0,-1 0 0,0 0 0,0 0 0,0 0 0,0-1 0,0 0 0,0 0 0,0 0 0,0 0 0,-1-1 0,1 1 0,-1-1 0,0 0 0,0 0 0,0 0 0,0 0 0,0-1 0,-1 1 0,1-1 0,-1 1 0,0-1 0,0 0 0,-1 0 0,1 0 0,-1 0 0,0 0 0,0-1 0,0 1 0,0 0 0,-1 0 0,0-1 0,1 1 0,-2 0 0,0-6 0,0-3 0,-1 0 0,-1 0 0,0 0 0,-1 1 0,-8-19 0,9 25 0,1 0 0,-2 0 0,1 0 0,0 1 0,-1 0 0,0 0 0,0 0 0,-1 0 0,1 0 0,-1 1 0,0 0 0,-1 0 0,-5-3 0,9 6 0,0 0 0,0 0 0,-1 0 0,1 0 0,0 1 0,0-1 0,-1 1 0,1 0 0,0 0 0,-1 0 0,1 0 0,0 0 0,-1 0 0,1 1 0,-4 0 0,2 1 0,0-1 0,0 1 0,0 0 0,1 0 0,-1 0 0,1 0 0,-1 1 0,-3 3 0,1 0 0,0 1 0,0-1 0,1 1 0,0 0 0,0 0 0,1 1 0,-7 15 0,9-18 0,0 0 0,0 1 0,1-1 0,0 0 0,0 0 0,1 1 0,-1-1 0,1 1 0,0-1 0,1 0 0,-1 1 0,1-1 0,0 0 0,0 1 0,1-1 0,0 0 0,0 0 0,0 0 0,0 0 0,1-1 0,-1 1 0,7 6 0,-3-3 0,1-1 0,0 0 0,1 0 0,-1-1 0,2 0 0,-1-1 0,0 0 0,1 0 0,0 0 0,0-1 0,13 4 0,42 11 0,96 15 0,-141-30-1365,-5 0-5461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7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75 169 24575,'10'56'0,"4"-1"0,1-1 0,25 56 0,-28-86 0,1-1 0,1 0 0,0-1 0,20 20 0,-27-36 0,-6-12 0,-8-16 0,-125-260 0,96 215 0,-27-71 0,61 133 0,0 1 0,1-1 0,-1 1 0,1-1 0,0 0 0,0 1 0,1-1 0,-1 0 0,1 0 0,0 1 0,1-8 0,-1 12 0,0 0 0,0-1 0,0 1 0,1 0 0,-1 0 0,0-1 0,0 1 0,0 0 0,0-1 0,1 1 0,-1 0 0,0 0 0,0-1 0,0 1 0,1 0 0,-1 0 0,0 0 0,0-1 0,1 1 0,-1 0 0,0 0 0,1 0 0,-1 0 0,0 0 0,0 0 0,1-1 0,-1 1 0,0 0 0,1 0 0,-1 0 0,0 0 0,1 0 0,-1 0 0,0 0 0,1 0 0,-1 0 0,0 0 0,1 1 0,-1-1 0,0 0 0,0 0 0,1 0 0,-1 0 0,0 0 0,1 1 0,-1-1 0,0 0 0,0 0 0,1 1 0,14 12 0,-13-11 0,61 68 0,-41-43 0,41 37 0,-46-49 0,1-1 0,1-1 0,0 0 0,1-1 0,0-2 0,29 12 0,-47-21 0,0-1 0,-1 1 0,1-1 0,0 1 0,0-1 0,0 1 0,-1-1 0,1 0 0,0 0 0,0 0 0,0 0 0,0 0 0,0 0 0,0-1 0,-1 1 0,1 0 0,0-1 0,0 0 0,1 0 0,-1-1 0,0 0 0,0 1 0,0-1 0,0 0 0,0 0 0,-1 0 0,1 0 0,-1-1 0,1 1 0,-1 0 0,0-1 0,2-4 0,0-5 0,0 0 0,0 0 0,-1 0 0,-1 0 0,0 0 0,0-1 0,-3-14 0,3-27 0,-1 53 0,0 0 0,0 0 0,0 0 0,0 0 0,0 0 0,0 0 0,1 0 0,-1 0 0,0 0 0,1 0 0,-1 0 0,1 0 0,-1 1 0,1-1 0,0-2 0,0 3 0,-1 0 0,0 0 0,1 0 0,-1 0 0,0 0 0,1 0 0,-1 0 0,0 0 0,1 0 0,-1 0 0,0 0 0,1 0 0,-1 0 0,0 0 0,1 0 0,-1 0 0,0 0 0,1 0 0,-1 1 0,0-1 0,0 0 0,1 0 0,-1 0 0,0 1 0,1-1 0,-1 0 0,0 0 0,0 0 0,1 1 0,2 3 0,1 0 0,-1 1 0,0-1 0,3 6 0,43 74 0,3-3 0,78 94 0,-61-100-1365,-59-66-5461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26 322 24575,'181'-156'0,"-178"154"0,-1 0 0,0-1 0,1 1 0,-1-1 0,0 0 0,0 0 0,-1 0 0,1 0 0,-1 0 0,1 0 0,0-5 0,-1 6 0,-1-1 0,0 1 0,0 0 0,0 0 0,0 0 0,-1 0 0,1 0 0,0 0 0,-1 0 0,0 0 0,1 0 0,-1 0 0,0 1 0,0-1 0,0 0 0,0 0 0,0 1 0,-1-1 0,-2-3 0,-7-6 0,-1 0 0,0 1 0,-1 0 0,0 0 0,0 2 0,-16-8 0,26 14 0,0 1 0,0-1 0,0 1 0,0 0 0,-1 0 0,1 1 0,0-1 0,-1 1 0,1-1 0,-1 1 0,1 0 0,-1 0 0,1 1 0,0-1 0,-1 1 0,1 0 0,0 0 0,-1 0 0,1 0 0,0 0 0,0 1 0,0-1 0,0 1 0,0 0 0,0 0 0,1 0 0,-1 0 0,1 1 0,-1-1 0,1 1 0,0-1 0,0 1 0,0 0 0,0 0 0,0 0 0,1 0 0,-1 0 0,1 0 0,0 0 0,-1 4 0,2-2 0,-1-1 0,2 0 0,-1 0 0,0 0 0,1 0 0,0 0 0,0 0 0,0 0 0,0 0 0,1 0 0,-1 0 0,1 0 0,0-1 0,0 1 0,5 5 0,2 3 0,1 0 0,22 20 0,-8-12 0,29 18 0,-14-10 0,-17-12 40,2-1 0,28 15 0,-39-24-288,1 0 1,-1-1-1,1 0 1,0-1-1,27 4 1,-28-7-6579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29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24575,'0'0'0,"0"0"0,0 0 0,0 0 0,0 0 0,0 0 0,0 0 0,0-1 0,0 1 0,0 0 0,0 0 0,0 0 0,0 0 0,0 0 0,0 0 0,1 0 0,-1 0 0,0 0 0,0 0 0,0 0 0,0-1 0,0 1 0,0 0 0,0 0 0,0 0 0,0 0 0,0 0 0,1 0 0,-1 0 0,0 0 0,0 0 0,0 0 0,0 0 0,0 0 0,0 0 0,0 0 0,0 0 0,1 0 0,-1 0 0,0 0 0,0 0 0,0 0 0,0 0 0,0 0 0,0 0 0,0 0 0,0 1 0,0-1 0,0 0 0,1 0 0,-1 0 0,0 0 0,9 5 0,7 8 0,13 14 0,28 36 0,12 12 0,-65-71 0,1 0 0,0 0 0,0 0 0,0 0 0,10 4 0,-14-7 0,0-1 0,0 1 0,0-1 0,1 1 0,-1-1 0,0 1 0,1-1 0,-1 0 0,0 0 0,1 0 0,-1 1 0,1-1 0,-1-1 0,0 1 0,1 0 0,-1 0 0,0 0 0,1-1 0,-1 1 0,0-1 0,0 1 0,1-1 0,-1 1 0,0-1 0,0 0 0,0 0 0,1 1 0,-1-1 0,0 0 0,0 0 0,0-1 0,4-4 0,-2 0 0,1 0 0,-1 0 0,0 0 0,0 0 0,-1-1 0,0 0 0,0 1 0,0-1 0,0-9 0,0-7 0,-2-40 0,0 42 0,0 16-117,0 3 13,0 0 0,0-1 0,0 1 0,0-1 0,-1 1 0,1 0 0,0-1 0,-1 1 0,0 0 0,0-1 0,-2-3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109 156 24575,'2'-18'0,"4"-46"0,-6 59 0,-1-1 0,1 1 0,-1-1 0,0 1 0,0-1 0,0 1 0,-1-1 0,-3-8 0,4 13 0,1 0 0,-1 0 0,0 0 0,1 0 0,-1 0 0,0 0 0,0 0 0,1 1 0,-1-1 0,0 0 0,0 0 0,0 1 0,0-1 0,0 0 0,0 1 0,0-1 0,0 1 0,0 0 0,0-1 0,0 1 0,-1 0 0,-1-1 0,0 1 0,1 0 0,0 1 0,-1-1 0,1 1 0,-1-1 0,1 1 0,0 0 0,-1-1 0,1 1 0,-4 3 0,2-2 0,0 0 0,1 1 0,-1-1 0,1 1 0,-1 0 0,1 0 0,0 1 0,0-1 0,0 1 0,0-1 0,1 1 0,-2 4 0,2-5 0,1 1 0,0-1 0,0 1 0,0 0 0,0-1 0,1 1 0,-1 0 0,1-1 0,0 1 0,0 0 0,0 0 0,1-1 0,-1 1 0,1 0 0,0-1 0,0 1 0,1-1 0,-1 1 0,0-1 0,1 0 0,0 1 0,0-1 0,0 0 0,0 0 0,1 0 0,-1 0 0,1-1 0,-1 1 0,1-1 0,0 0 0,0 1 0,0-1 0,4 1 0,137 66 0,-107-54 0,0-2 0,39 9 0,-71-20-170,-1-1-1,1 0 0,0-1 1,-1 1-1,1-1 0,0 0 1,9-1-1,-4-1-6655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3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1 0,0-1 0,0 0 0,0 0 0,1 0 0,-1 0 0,0 0 0,1 1 0,-1-1 0,1 0 0,0-1 0,-1 2 0,0 0 0,0 0 0,1 0 0,-1-1 0,0 1 0,1 0 0,-1 0 0,0 0 0,1 0 0,-1 0 0,0 0 0,1-1 0,-1 1 0,0 0 0,1 0 0,-1 0 0,1 0 0,-1 0 0,0 0 0,1 0 0,-1 1 0,0-1 0,1 0 0,-1 0 0,1 0 0,1 1 0,-1 0 0,1 0 0,0 0 0,0 1 0,0-1 0,-1 0 0,1 1 0,-1 0 0,1-1 0,1 4 0,11 17 0,18 41 0,-23-43 0,1-1 0,0 0 0,18 24 0,-27-43 0,-1 1 0,1 0 0,-1 0 0,1-1 0,-1 1 0,1 0 0,0-1 0,0 1 0,-1 0 0,1-1 0,0 1 0,0-1 0,0 1 0,-1-1 0,1 0 0,0 1 0,0-1 0,0 0 0,0 0 0,0 1 0,1-1 0,-1-1 0,0 1 0,0 0 0,0 0 0,-1-1 0,1 1 0,0-1 0,0 1 0,-1-1 0,1 1 0,0-1 0,-1 0 0,1 1 0,0-1 0,-1 0 0,1 1 0,-1-1 0,1 0 0,0-1 0,2-5 0,0 0 0,-1-1 0,1 1 0,1-9 0,-3 10 0,0 0 0,16-52 0,-15 51 0,0 1 0,1-1 0,0 1 0,1 0 0,-1 1 0,8-10 0,-10 13 0,0 1 0,0 0 0,1 0 0,-1-1 0,1 1 0,-1 0 0,1 0 0,0 0 0,-1 1 0,1-1 0,0 0 0,0 1 0,-1-1 0,1 1 0,0-1 0,0 1 0,2 0 0,-1 0 0,0 0 0,1 0 0,-1 1 0,0 0 0,1-1 0,-1 1 0,0 0 0,0 1 0,3 0 0,4 4 0,0 0 0,-1 0 0,0 1 0,14 14 0,3 5-341,-1 2 0,-2 0-1,32 49 1,-45-60-6485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24575,'1'3'0,"-1"-1"0,1 1 0,0 0 0,0-1 0,1 1 0,-1-1 0,2 3 0,1 3 0,73 164 0,-62-128 0,-1 0 0,9 50 0,11 141 0,-33-179 0,-1-56 0,0 0 0,0-1 0,0 1 0,0 0 0,0 0 0,0 0 0,0 0 0,0 0 0,0 0 0,0 0 0,0-1 0,0 1 0,0 0 0,0 0 0,1 0 0,-1 0 0,0 0 0,0 0 0,0 0 0,0 0 0,0-1 0,0 1 0,0 0 0,0 0 0,0 0 0,0 0 0,0 0 0,1 0 0,-1 0 0,0 0 0,0 0 0,0 0 0,0 0 0,0 0 0,0 0 0,0 0 0,0 0 0,1 0 0,-1 0 0,0 0 0,0 0 0,0 0 0,0 0 0,0 0 0,0 0 0,0 0 0,1 0 0,-1 0 0,0 0 0,0 0 0,0 0 0,0 0 0,0 0 0,0 0 0,0 0 0,0 0 0,1 0 0,-1 0 0,0 1 0,0-1 0,0 0 0,0 0 0,0 0 0,0 0 0,0 0 0,0 0 0,0 0 0,0 1 0,6-12 0,-6 11 0,19-40 0,22-39 0,-37 72 0,1-1 0,1 1 0,-1 0 0,1 0 0,1 0 0,-1 1 0,11-8 0,-14 13 0,0-1 0,0 1 0,0-1 0,1 1 0,-1 0 0,0 0 0,1 1 0,-1-1 0,1 1 0,-1-1 0,1 1 0,-1 0 0,1 1 0,-1-1 0,1 0 0,-1 1 0,1 0 0,-1 0 0,0 0 0,0 0 0,1 1 0,2 1 0,9 4 0,-1 2 0,0-1 0,15 14 0,-28-22 0,8 8 30,0 0 0,-1 0 0,10 11 0,-14-15-216,-1 1 1,1 0-1,-1 0 0,0 1 1,0-1-1,-1 0 1,4 12-1,-3-6-6640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24575,'-74'-1'0,"-82"3"0,155-3 0,-1 1 0,0 0 0,1 1 0,-1-1 0,0 0 0,1 0 0,-1 1 0,0-1 0,1 1 0,-1 0 0,1-1 0,-1 1 0,1 0 0,-1 0 0,1 0 0,-1 0 0,-1 2 0,2-2 0,1 0 0,-1 0 0,1 1 0,0-1 0,-1 0 0,1 1 0,0-1 0,-1 0 0,1 1 0,0-1 0,0 0 0,0 1 0,1-1 0,-1 0 0,0 1 0,0-1 0,1 0 0,-1 1 0,1-1 0,-1 0 0,2 3 0,33 68 0,-20-45 0,11 32 0,-6 0-3797,18 100-1,-29-112 5182,-1 0 3697,-6-20-3967,-2-22-1112,0 1-1,1-1 0,0 1 1,-1-1-1,2 1 1,-1-1-1,1 0 1,-1 1-1,2-1 1,3 8-1,-4-11 4,0 0 0,-1-1 0,1 1 0,0-1 0,0 0 0,0 0 0,0 0 0,0 0 0,0 0 0,1 0 0,-1 0 0,0-1 0,0 1 0,1-1 0,-1 0 0,0 1 0,0-1 0,1 0 0,-1 0 0,0-1 0,1 1 0,-1 0 0,3-2 0,-2 2-83,0-1 0,-1 1 0,1-1-1,0 0 1,-1 0 0,1 0 0,0-1 0,-1 1 0,0-1-1,1 1 1,-1-1 0,0 0 0,0 0 0,0 0 0,0 0-1,0 0 1,0 0 0,2-4 0,-1-4-6748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2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24575,'0'0'0,"0"-1"0,0 0 0,0 0 0,0 1 0,0-1 0,0 0 0,0 0 0,0 1 0,0-1 0,0 0 0,1 0 0,-1 1 0,0-1 0,0 0 0,1 1 0,-1-1 0,0 0 0,1 1 0,-1-1 0,1 0 0,-1 1 0,1-1 0,0 0 0,0 1 0,0 0 0,-1 0 0,1 0 0,0 0 0,0 0 0,-1 0 0,1 0 0,0 0 0,-1 0 0,1 0 0,0 0 0,-1 1 0,1-1 0,0 0 0,-1 1 0,1-1 0,-1 0 0,1 1 0,1 0 0,2 2 0,0 1 0,0 0 0,0 0 0,0 0 0,3 4 0,5 11 0,-7-11 0,0 0 0,0 0 0,1-1 0,0 0 0,1 0 0,-1 0 0,9 6 0,-14-13 0,-1 0 0,0 1 0,1-1 0,-1 0 0,1 0 0,-1 0 0,0 1 0,1-1 0,-1 0 0,1 0 0,-1 0 0,1 0 0,-1 0 0,1 0 0,-1 0 0,0 0 0,1 0 0,-1 0 0,1 0 0,-1 0 0,1 0 0,-1 0 0,1 0 0,-1 0 0,1-1 0,-1 1 0,0 0 0,1 0 0,-1 0 0,1-1 0,-1 1 0,0 0 0,1-1 0,-1 1 0,0 0 0,1-1 0,-1 1 0,0 0 0,0-1 0,1 1 0,-1-1 0,0 1 0,0-1 0,0 1 0,1 0 0,-1-1 0,0 1 0,0-1 0,0 0 0,4-30 0,-3 21 0,0 3 0,0 0 0,0 0 0,1 1 0,0-1 0,0 1 0,6-11 0,-7 15 0,1 0 0,-1 0 0,0 1 0,1-1 0,-1 1 0,1-1 0,0 1 0,0-1 0,-1 1 0,1 0 0,0 0 0,0 0 0,0 0 0,0 0 0,0 1 0,1-1 0,-1 0 0,0 1 0,0 0 0,0-1 0,0 1 0,1 0 0,-1 0 0,4 1 0,0 0 0,0 0 0,0 0 0,0 1 0,0 0 0,0 0 0,0 0 0,-1 1 0,1 0 0,8 6 0,7 7 0,18 17 0,-22-19 0,7 8 0,0 1 0,24 32 0,-48-55 1,0 0 0,0 0 0,0 0 0,0 0-1,0 0 1,0 0 0,0 0 0,0 0 0,0 0 0,0 0 0,0 0-1,0 0 1,0 0 0,0 0 0,0 0 0,-1 0 0,1 0-1,0 0 1,0 0 0,0 0 0,0 0 0,0 0 0,0 0 0,0 0-1,0 0 1,-5-4-706,4 3 23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24575,'15'-7'0,"0"0"0,0 1 0,0 0 0,32-6 0,-40 11 0,-1 0 0,1 1 0,0-1 0,-1 1 0,1 1 0,-1-1 0,1 1 0,-1 0 0,1 1 0,-1 0 0,0 0 0,0 0 0,0 1 0,0-1 0,7 5 0,3 5 0,-1 0 0,-1 1 0,1 0 0,-2 1 0,0 0 0,20 30 0,-27-33 0,0 0 0,0 0 0,-1 0 0,0 1 0,-1-1 0,0 1 0,2 16 0,-2-4 0,-2 0 0,0 43 0,-3-56 0,1 0 0,1 1 0,0-1 0,0 0 0,1 0 0,1 0 0,0 0 0,0 0 0,1-1 0,0 0 0,1 1 0,8 11 0,45 82 0,-49-87 0,-8-16 0,-1 1 0,1-1 0,-1 0 0,1 0 0,-1 0 0,1 0 0,-1 1 0,0-1 0,0 0 0,1 0 0,-1 1 0,0-1 0,0 0 0,0 1 0,0-1 0,-1 0 0,1 0 0,0 1 0,0-1 0,-1 0 0,0 2 0,0-2 0,0 1 0,0-1 0,0 1 0,-1-1 0,1 0 0,-1 1 0,1-1 0,0 0 0,-1 0 0,0 0 0,1 0 0,-1 0 0,-2 0 0,-6 3 0,0-1 0,0-1 0,-1 0 0,-12 1 0,19-2 0,-73 2 108,52-3-844,-35 4-1,44-1-6089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63 239 24575,'2'-6'0,"0"0"0,1 0 0,0 0 0,0 0 0,7-11 0,-7 14 0,0 0 0,-1 0 0,2 0 0,-1 1 0,0-1 0,0 1 0,1 0 0,-1 0 0,1 0 0,7-3 0,9-1 0,37-7 0,-44 11 0,-1 0 0,1-1 0,0 0 0,-1-1 0,0-1 0,0 0 0,20-11 0,-31 15 0,0 1 0,0-1 0,-1 1 0,1-1 0,0 0 0,0 1 0,-1-1 0,1 0 0,0 0 0,-1 0 0,1 1 0,-1-1 0,1 0 0,-1 0 0,1 0 0,-1 0 0,0 0 0,0 0 0,1 0 0,-1 0 0,0 0 0,0 0 0,0 0 0,0 0 0,0 0 0,0 0 0,0 0 0,0 0 0,0 0 0,-1 0 0,1 0 0,0 0 0,-1 0 0,1 1 0,-1-1 0,1 0 0,-1 0 0,1 0 0,-1 0 0,1 1 0,-1-1 0,0 0 0,0 0 0,1 1 0,-2-2 0,-3-2 0,0 0 0,0 0 0,0 1 0,0-1 0,-11-4 0,-2 1 0,1 0 0,-1 1 0,-25-5 0,34 10 0,1-1 0,-1 1 0,1 1 0,-1-1 0,1 2 0,-1-1 0,1 1 0,-1 0 0,-13 4 0,19-4 0,0 1 0,1-1 0,-1 1 0,1-1 0,-1 1 0,1 0 0,-1 0 0,1 0 0,0 0 0,-4 4 0,-15 29 0,3-6 0,15-25 0,1-1 0,-1 1 0,1 0 0,0 1 0,1-1 0,-1 0 0,1 1 0,0-1 0,0 0 0,0 1 0,0-1 0,1 1 0,0 0 0,0-1 0,0 1 0,1-1 0,-1 1 0,1-1 0,0 1 0,0-1 0,1 1 0,-1-1 0,1 0 0,0 0 0,0 0 0,0 0 0,1 0 0,0 0 0,-1-1 0,1 1 0,0-1 0,1 0 0,-1 0 0,1 0 0,-1 0 0,6 3 0,17 7 0,0-1 0,1 0 0,0-2 0,39 9 0,117 15 0,-140-28 0,0-2 0,81-3 0,-120-1-170,0 0-1,0-1 0,0 0 1,0 1-1,0-2 0,0 1 1,4-2-1,3-4-6655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46 24575,'-31'-5'0,"-11"-4"0,-5-1 0,4 2 0,6 2 0,8 2 0,5 1 0,5 2 0,3 4 0,1 0 0,2 1 0,-1 1 0,1 1 0,-1 1 0,3 0-8191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24575,'0'4'0,"1"0"0,0 0 0,0 0 0,1 0 0,-1 0 0,1 0 0,3 5 0,2 6 0,178 428 0,-182-437 0,-1 0 0,0 0 0,0 0 0,0 0 0,1 10 0,-3-15 0,0 0 0,0 0 0,0 0 0,0-1 0,0 1 0,0 0 0,-1 0 0,1 0 0,0 0 0,0 0 0,-1 0 0,1-1 0,-1 1 0,1 0 0,0 0 0,-1-1 0,1 1 0,-1 0 0,0 0 0,0 0 0,-1 0 0,1-1 0,0 1 0,0-1 0,0 1 0,-1-1 0,1 0 0,0 1 0,0-1 0,-1 0 0,1 0 0,0 0 0,0 0 0,-1 0 0,1 0 0,0 0 0,-3-1 0,-4-1 0,-1-1 0,0 1 0,1-1 0,0-1 0,-9-4 0,-39-26 0,30 17 0,24 16 0,-18-10 0,2-1 0,0-1 0,-18-17 0,32 26 0,0 1 0,0-1 0,0 0 0,1-1 0,0 1 0,0-1 0,0 1 0,0-1 0,1 0 0,0 0 0,0 0 0,0 0 0,0-1 0,1 1 0,0 0 0,0-1 0,1 1 0,-1-8 0,1 11 0,1 0 0,-1 0 0,1 0 0,-1 0 0,1 0 0,0 0 0,-1 0 0,1 0 0,0 1 0,0-1 0,1 0 0,-1 1 0,0-1 0,0 0 0,1 1 0,-1 0 0,1-1 0,-1 1 0,1 0 0,0 0 0,0 0 0,-1 0 0,1 0 0,0 0 0,0 0 0,0 1 0,0-1 0,0 1 0,3-1 0,7-1 0,-1 1 0,1 0 0,22 1 0,-21 0 0,2 0-105,43-1-1155,-38-2-5566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24575,'5'-22'0,"5"-8"0,-1 4 0,0 11 0,-1 11 0,0 11 0,-3 9 0,-1 5 0,-2 1 0,-1-3-8191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24575,'1'5'0,"-1"0"0,1 0 0,0 0 0,0 0 0,1 0 0,-1 0 0,1-1 0,4 8 0,23 34 0,-19-34 0,0 0 0,1-1 0,0 0 0,1 0 0,13 8 0,4 1 0,36 19 0,-59-36 0,0 0 0,0-1 0,1 1 0,-1-1 0,1 0 0,-1 0 0,1-1 0,-1 0 0,13 0 0,-17-1 0,1 0 0,-1 0 0,1-1 0,0 1 0,-1-1 0,1 1 0,-1-1 0,0 0 0,1 0 0,-1 0 0,0-1 0,1 1 0,-1 0 0,0-1 0,0 0 0,0 1 0,0-1 0,0 0 0,-1 0 0,1 0 0,0 0 0,-1 0 0,0 0 0,1-1 0,-1 1 0,0 0 0,1-5 0,1-2 0,-1-1 0,-1 0 0,0 1 0,0-1 0,-1 0 0,0 0 0,0 1 0,-1-1 0,-1 0 0,1 0 0,-2 1 0,1 0 0,-1-1 0,-8-15 0,-1 10 0,8 14 0,8 11 0,-1-4 0,1-1 0,0 1 0,0-1 0,0 0 0,0-1 0,1 1 0,0-1 0,0 0 0,0 0 0,0 0 0,1-1 0,11 5 0,-12-5 0,0-1 0,1 0 0,-1 0 0,1 0 0,-1-1 0,1 0 0,0 0 0,-1 0 0,1-1 0,0 0 0,0 0 0,0 0 0,-1-1 0,11-2 0,-14 2 0,0 1 0,-1-1 0,1 0 0,0 0 0,-1 0 0,1 0 0,-1 0 0,1 0 0,-1-1 0,0 1 0,1 0 0,-1-1 0,0 1 0,0-1 0,2-2 0,-2 0 0,1 1 0,-1-1 0,0 1 0,0-1 0,0 1 0,-1-1 0,1-6 0,0 3 0,-2 0 0,1 0 0,-1 0 0,0 0 0,0 0 0,-1 0 0,0 0 0,-2-7 0,-1 6-105,1 0 0,-1 0 0,0 0 0,0 1 0,-1-1 0,0 1 0,-1 1 0,1-1 0,-1 1 0,-1 0 0,1 1 0,-14-8 0,6 5-6721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4:5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24575,'15'37'0,"3"-1"0,32 51 0,-47-82 0,0-1 0,1 1 0,0 0 0,-1-1 0,9 7 0,-11-11 0,-1 1 0,1-1 0,-1 1 0,1-1 0,0 0 0,-1 1 0,1-1 0,0 0 0,0 1 0,-1-1 0,1 0 0,0 0 0,0 0 0,-1 0 0,1 0 0,0 0 0,0 0 0,-1 0 0,1 0 0,1 0 0,-1-1 0,0 0 0,0 1 0,0-1 0,0 0 0,0 0 0,0 0 0,-1 1 0,1-1 0,0 0 0,0 0 0,-1 0 0,1 0 0,-1 0 0,1 0 0,-1-1 0,1 1 0,0-2 0,1-7 0,0 0 0,-1 0 0,0 0 0,0 0 0,-2-16 0,1 13 0,0-1 0,0 1 0,5-19 0,-5 28 0,1 1 0,0 0 0,0 0 0,0 0 0,1-1 0,-1 1 0,1 1 0,0-1 0,-1 0 0,1 0 0,1 1 0,-1-1 0,0 1 0,1 0 0,-1-1 0,1 1 0,-1 0 0,5-2 0,-4 3 0,1 0 0,-1 0 0,1 0 0,-1 0 0,1 0 0,0 1 0,-1-1 0,1 1 0,0 0 0,-1 0 0,1 0 0,-1 1 0,1 0 0,0-1 0,-1 1 0,1 0 0,-1 1 0,7 2 0,2 2 0,-1 0 0,0 1 0,-1 0 0,12 9 0,-10-6-136,-1-1-1,0 2 1,-1-1-1,0 2 1,-1-1-1,0 1 1,0 1-1,-2-1 0,10 20 1,-11-14-6690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30 24575,'13'0'0,"-9"1"0,0-1 0,0 0 0,0 0 0,0 0 0,0 0 0,0-1 0,0 0 0,0 0 0,0 0 0,5-2 0,-9 3 0,0 0 0,1 0 0,-1-1 0,0 1 0,0 0 0,0 0 0,0 0 0,0 0 0,0 0 0,0 0 0,0 0 0,0-1 0,0 1 0,0 0 0,0 0 0,0 0 0,0 0 0,0 0 0,0-1 0,0 1 0,0 0 0,0 0 0,0 0 0,0 0 0,0 0 0,0-1 0,0 1 0,0 0 0,0 0 0,0 0 0,0 0 0,0 0 0,0 0 0,0 0 0,0-1 0,0 1 0,-1 0 0,1 0 0,0 0 0,0 0 0,0 0 0,0 0 0,0 0 0,0 0 0,-1 0 0,1 0 0,0 0 0,0-1 0,0 1 0,0 0 0,0 0 0,0 0 0,-1 0 0,1 0 0,0 0 0,0 0 0,0 0 0,0 0 0,0 0 0,-1 0 0,1 0 0,0 0 0,0 1 0,-11-4 0,-22 1 0,-60 3 0,56 0 0,-41-2 0,73 0-170,1 0-1,-1 0 0,0 0 1,0 0-1,1-1 0,-1 0 1,-7-3-1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5 24575,'-1'-1'0,"0"1"0,0-1 0,0 1 0,0-1 0,0 1 0,-1-1 0,1 1 0,0 0 0,0 0 0,0-1 0,-1 1 0,1 0 0,0 0 0,0 0 0,0 0 0,-1 1 0,-1-1 0,-24 6 0,17-3 0,-29 3-30,-1-2 0,1-2 1,-58-3-1,31 0-1216,53 1-5580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940 1 24575,'16'2'0,"-14"1"0,-10 1 0,-7 0 0,1-1 0,-22 2 0,12-2 0,-76 7 0,40-5 0,-7 3 0,-71 4 0,37-4 0,-5-1 0,27 1 0,-3-1 0,63-6 0,-28 6 0,28-4 0,-24 1 0,57-3 0,-1 1 0,17 5 0,8 1 0,55 14 0,123 43 0,-212-63 0,25 7 0,56 28 0,-78-33 0,1 0 0,-1 0 0,-1 1 0,1 0 0,-1 0 0,0 1 0,0 0 0,0 0 0,-1 0 0,0 0 0,0 1 0,7 12 0,-11-16 0,0 0 0,0-1 0,0 1 0,-1 0 0,1 0 0,-1 0 0,1-1 0,-1 1 0,0 0 0,0 0 0,-1 0 0,1 0 0,0 0 0,-2 3 0,1-1 0,-1-1 0,0 1 0,0-1 0,0 1 0,-1-1 0,1 0 0,-7 7 0,2-3 0,-1-1 0,1 0 0,-1 0 0,0-1 0,-1 0 0,0-1 0,-13 7 0,-18 4 0,-51 14 0,63-22 0,-1 1 0,2 1 0,-1 1 0,-48 29 0,64-31 0,1 0 0,0 1 0,1 1 0,0 0 0,-13 21 0,-19 19 0,42-51 0,0 0 0,0 0 0,0 0 0,0 0 0,-1 0 0,1 0 0,0 0 0,0 0 0,0 0 0,0 1 0,0-1 0,0 0 0,-1 0 0,1 0 0,0 0 0,0 0 0,0 0 0,0 1 0,0-1 0,0 0 0,0 0 0,0 0 0,0 0 0,0 0 0,0 1 0,0-1 0,0 0 0,0 0 0,0 0 0,0 0 0,0 1 0,0-1 0,0 0 0,0 0 0,0 0 0,0 0 0,0 1 0,0-1 0,0 0 0,0 0 0,0 0 0,9 0 0,19-7 0,-20 4 0,37-6 0,1 2 0,68-2 0,-77 7 0,562-15-576,-508 26-693,-74-6-5077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 24575,'-2'-4'0,"5"6"0,9 15 0,17 25 0,-28-40 0,10 18 0,0 0 0,7 21 0,-15-28 0,-3-11 0,0 0 0,0 0 0,0 0 0,1 0 0,-1-1 0,1 1 0,-1 0 0,1 0 0,0-1 0,0 1 0,-1 0 0,1-1 0,1 1 0,0 1 0,-1-3 0,-1 0 0,1 0 0,-1 0 0,1 0 0,0 0 0,-1 0 0,1 0 0,0 0 0,-1 0 0,1 0 0,0-1 0,-1 1 0,1 0 0,-1 0 0,1-1 0,0 1 0,-1 0 0,1-1 0,-1 1 0,1 0 0,-1-1 0,1 1 0,-1-1 0,0 1 0,1-1 0,-1 1 0,1-1 0,-1 0 0,1 0 0,10-19 0,-11 20 0,64-143 0,-64 142 0,0 1 0,0-1 0,0 1 0,1-1 0,-1 1 0,0-1 0,1 0 0,-1 1 0,0-1 0,1 1 0,-1-1 0,1 1 0,-1-1 0,1 1 0,-1 0 0,1-1 0,-1 1 0,1 0 0,-1-1 0,1 1 0,-1 0 0,1 0 0,0-1 0,-1 1 0,1 0 0,-1 0 0,1 0 0,0 0 0,-1 0 0,1 0 0,0 0 0,-1 0 0,1 0 0,-1 0 0,1 0 0,0 0 0,-1 0 0,1 1 0,0-1 0,-1 0 0,1 0 0,-1 1 0,1-1 0,0 1 0,4 2 0,0 1 0,-1-1 0,1 1 0,4 6 0,2 0 0,81 59 0,-27-22 0,-58-40 119,-7-7-141,0 0-1,0 0 1,0 0 0,-1 0 0,1 0 0,0 0 0,0 0 0,0 0-1,0-1 1,0 1 0,0 0 0,0 0 0,0 0 0,0 0 0,-1 0-1,1 0 1,0 0 0,0 0 0,0 0 0,0 0 0,0 0 0,0 0-1,0 0 1,0 0 0,-1 0 0,1 0 0,0 0 0,0 0 0,0 0-1,0 0 1,0 0 0,0 1 0,0-1 0,0 0 0,-1 0 0,1 0-1,0 0 1,0 0 0,0 0 0,0 0 0,0 0 0,0 0 0,0 0-1,0 0 1,0 0 0,0 1 0,0-1 0,0 0 0,0 0-1,0 0 1,0 0 0,0 0 0,0 0 0,0 0 0,0 0 0,0 1-1,0-1 1,0 0 0,0 0 0,0 0 0,0 0 0,0 0 0,0 0-1,0 0 1,0 1 0,0-1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56 24575,'-31'-10'0,"-11"-3"0,-2 0 0,4 3 0,6 2 0,7 6 0,8 6 0,7 1-8191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42 24575,'-30'-8'0,"-13"-2"0,-1 1 0,4 1 0,7 2 0,6 5 0,5 3 0,4 3 0,5 1-8191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91 24575,'-7'-3'0,"-5"-3"0,0 0 0,-1 1 0,0 0 0,0 1 0,0 1 0,-1 0 0,-16-2 0,29 5 0,0 0 0,-1 0 0,1 0 0,-1 0 0,1 0 0,0 0 0,-1 0 0,1 1 0,-1-1 0,1 0 0,0 1 0,-1-1 0,1 1 0,0-1 0,-1 1 0,1 0 0,0 0 0,0-1 0,0 1 0,0 0 0,0 0 0,0 0 0,0 0 0,-1 2 0,1-1 0,0 0 0,0 1 0,1-1 0,-1 0 0,1 1 0,0-1 0,0 1 0,0-1 0,0 0 0,0 1 0,0-1 0,1 0 0,0 5 0,2 8 0,-1-8 0,-1 0 0,1 1 0,0-1 0,5 12 0,-6-17 0,1 0 0,-1 0 0,0 0 0,1 0 0,-1 0 0,1-1 0,0 1 0,-1 0 0,1-1 0,0 0 0,0 1 0,0-1 0,0 0 0,0 0 0,0 0 0,1 0 0,-1 0 0,0 0 0,3 0 0,12 1 0,-1 0 0,1-2 0,0 1 0,17-4 0,9 2 0,-19 1 0,-15 1 0,-1-1 0,1 0 0,0-1 0,0 1 0,0-2 0,-1 1 0,1-1 0,15-6 0,-22 8 0,-1-1 0,1 0 0,-1 0 0,0 0 0,1 0 0,-1 0 0,0 0 0,0 0 0,0 0 0,0 0 0,0 0 0,0-1 0,0 1 0,0 0 0,0-1 0,0 1 0,-1-1 0,1 1 0,-1-1 0,1 1 0,-1-1 0,1 1 0,-1-1 0,0 1 0,0-1 0,0 0 0,0 1 0,0-1 0,0 0 0,0 1 0,-1-1 0,1 1 0,-1-1 0,1 1 0,-1-1 0,1 1 0,-1-1 0,-1-2 0,-2-2 0,0 0 0,0 0 0,-1 0 0,0 0 0,0 1 0,0 0 0,-7-6 0,-1 2-124,0 0 0,0 0 0,-1 2 0,1-1 0,-2 2 0,1 0-1,-1 1 1,0 0 0,0 1 0,-18-2 0,18 4-6702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0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92 150 24575,'1'9'0,"-1"0"0,1 0 0,1 1 0,-1-1 0,2 0 0,-1 0 0,1 0 0,0-1 0,6 11 0,-1-4 0,-6-10 0,1-1 0,-1 0 0,1 1 0,-1-1 0,1 0 0,6 6 0,-9-10 0,0 0 0,1 1 0,-1-1 0,0 0 0,0 0 0,0 1 0,1-1 0,-1 0 0,0 0 0,0 0 0,1 0 0,-1 1 0,0-1 0,0 0 0,1 0 0,-1 0 0,0 0 0,0 0 0,1 0 0,-1 0 0,0 0 0,1 0 0,-1 1 0,0-1 0,1 0 0,-1-1 0,0 1 0,0 0 0,1 0 0,-1 0 0,0 0 0,1 0 0,-1 0 0,1 0 0,0-11 0,-8-14 0,-10-5 0,-1 0 0,-36-43 0,42 57 0,2 3 0,3 5 0,1 0 0,0-1 0,0 0 0,1 0 0,-7-15 0,46 44 0,-14-7 0,1-1 0,0-1 0,1-1 0,1 0 0,32 8 0,-45-15 0,-5-1 0,-1-1 0,1 0 0,0 0 0,-1 0 0,1 0 0,6-1 0,-10 0 0,1 0 0,0 0 0,-1-1 0,1 1 0,-1-1 0,1 1 0,-1-1 0,1 0 0,-1 1 0,1-1 0,-1 0 0,0 0 0,1 0 0,-1 0 0,0 0 0,0 0 0,0-1 0,0 1 0,0 0 0,0-1 0,0 1 0,1-3 0,0-1 0,0 0 0,0 1 0,-1-1 0,0 0 0,0-1 0,0 1 0,-1 0 0,1 0 0,-1 0 0,0 0 0,-1-1 0,1 1 0,-1 0 0,0 0 0,-1 0 0,1 0 0,-1 0 0,0 0 0,0 1 0,0-1 0,-1 1 0,-4-7 0,15 28 0,10 23 0,-3-18-227,0-1-1,1 0 1,1-1-1,0-1 1,40 32-1,-47-44-6598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10 24575,'-22'-2'0,"-11"-2"0,-1 1 0,2 3 0,4 1 0,4 2 0,4-1 0,3 2 0,1 0 0,2 2 0,-3 1 0,0 0 0,0 0 0,2-1-8191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24575,'25'0'0,"44"2"0,-61-1 0,1 0 0,-1 1 0,1 0 0,-1 0 0,16 7 0,-12-3 0,-5-3 0,0 0 0,-1 1 0,1-1 0,-1 1 0,9 7 0,-14-10 0,0 1 0,1-1 0,-1 1 0,0-1 0,0 1 0,0 0 0,0-1 0,0 1 0,0 0 0,0 0 0,0-1 0,-1 1 0,1 0 0,-1 0 0,0 0 0,1 0 0,-1 0 0,0 0 0,0 0 0,0 0 0,0 0 0,-1 0 0,1 0 0,0 0 0,-2 3 0,0-1 0,1-1 0,-1 1 0,0 0 0,0-1 0,0 1 0,-4 3 0,-9 16 0,15-22 0,-1-1 0,1 1 0,0-1 0,0 1 0,0-1 0,-1 1 0,1 0 0,0-1 0,0 1 0,0-1 0,0 1 0,0-1 0,0 1 0,0 0 0,0-1 0,1 1 0,-1-1 0,0 1 0,0-1 0,0 1 0,1 0 0,-1-1 0,0 1 0,0-1 0,1 1 0,0 0 0,0 0 0,0-1 0,0 1 0,0 0 0,0-1 0,0 1 0,0-1 0,0 1 0,0-1 0,1 1 0,1-1 0,3 1 0,-1 0 0,1-1 0,11 0 0,7-3 0,39-9 0,-38 6 0,34-3 0,-22 7-1365,-23 2-5461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7 24575,'0'-2'0,"-3"-2"0,-3 4 0,-3 0 0,-5 2 0,-3-1 0,-3 0 0,-1 0 0,-2 0 0,-2-1 0,-2 0 0,2 3 0,-1 0 0,2 0 0,3 0 0,1 1 0,3 1 0,4-2-8191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2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24575,'5'5'0,"6"6"0,5 5 0,1 1 0,1 4 0,2-1 0,0 0 0,0 2 0,-2-1 0,-1-2 0,-3 2 0,-2-1 0,-3-4-8191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24575,'2'-23'0,"-2"23"0,0 0 0,0 0 0,0-1 0,0 1 0,0 0 0,0 0 0,0 0 0,0 0 0,0 0 0,0 0 0,0-1 0,1 1 0,-1 0 0,0 0 0,0 0 0,0 0 0,0 0 0,0 0 0,0 0 0,0-1 0,0 1 0,1 0 0,-1 0 0,0 0 0,0 0 0,0 0 0,0 0 0,0 0 0,0 0 0,1 0 0,-1 0 0,0 0 0,0 0 0,0 0 0,0 0 0,0 0 0,1 0 0,-1 0 0,0 0 0,0 0 0,8 11 0,3 15 0,13 44 0,3 9 0,6-2 0,22 51 0,-44-98 0,-1 1 0,7 40 0,-15-40 0,-2-26 0,0 1 0,1-1 0,-1 1 0,1-1 0,0 1 0,2 5 0,-3-11 0,0 0 0,0 0 0,0 0 0,0 0 0,0 0 0,0 0 0,0 1 0,0-1 0,0 0 0,0 0 0,0 0 0,0 0 0,0 0 0,1 0 0,-1 0 0,0 0 0,0 0 0,0 0 0,0 0 0,0 0 0,0 0 0,0 0 0,0 0 0,0 1 0,0-1 0,0 0 0,0 0 0,0 0 0,0 0 0,1 0 0,-1 0 0,0 0 0,0 0 0,0 0 0,0 0 0,0 0 0,0 0 0,0 0 0,0 0 0,0 0 0,0 0 0,0 0 0,1 0 0,-1 0 0,0 0 0,0-1 0,0 1 0,0 0 0,0 0 0,0 0 0,0 0 0,0 0 0,0 0 0,0 0 0,0 0 0,0 0 0,0 0 0,1 0 0,2-7 0,2-11 0,-4 18 0,2-15 0,1 0 0,1 1 0,0-1 0,1 1 0,9-15 0,-12 25 0,-1 0 0,1 1 0,-1 0 0,1-1 0,0 1 0,0 0 0,0 0 0,1 1 0,-1-1 0,1 1 0,0 0 0,-1 0 0,1 0 0,0 0 0,0 0 0,0 1 0,0 0 0,0 0 0,1 0 0,-1 0 0,0 1 0,1 0 0,6 0 0,-5 1 0,0 0 0,-1 0 0,1 1 0,0-1 0,-1 2 0,1-1 0,-1 0 0,0 1 0,1 0 0,-1 0 0,-1 1 0,1-1 0,0 1 0,4 6 0,2 1 0,0 1 0,-1 1 0,-1 0 0,9 14 0,-15-21-118,-1-2-60,1 0 0,-1 0 0,1 0-1,0-1 1,0 1 0,4 4 0,2-2-6648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8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86 24575,'-4'-9'0,"-1"0"0,-1 0 0,1 1 0,-1 0 0,-1 0 0,-8-8 0,12 14 0,1 0 0,0 0 0,-1 1 0,1-1 0,-1 0 0,0 1 0,1 0 0,-1 0 0,0 0 0,-6-2 0,7 3 0,1 0 0,-1 0 0,0 0 0,0 0 0,0 0 0,0 1 0,0-1 0,0 0 0,0 1 0,0 0 0,0-1 0,1 1 0,-1 0 0,0 0 0,0 0 0,1 0 0,-1 0 0,-1 2 0,-1 1 0,0-1 0,1 1 0,-1 0 0,1 0 0,0 0 0,0 1 0,0-1 0,1 1 0,0 0 0,0-1 0,0 1 0,0 0 0,1 0 0,0 0 0,0 1 0,0-1 0,1 0 0,0 0 0,-1 0 0,2 1 0,-1-1 0,2 9 0,6 12 0,0 0 0,2-1 0,16 32 0,-23-51 0,57 130 0,32 104 0,-81-195 0,-8-33 0,-1 0 0,9 21 0,-10-32 0,-1-1 0,1 1 0,-1-1 0,1 1 0,-1 0 0,1-1 0,-1 1 0,1-1 0,0 0 0,-1 1 0,1-1 0,0 1 0,-1-1 0,1 0 0,0 0 0,-1 1 0,1-1 0,0 0 0,0 0 0,-1 0 0,1 0 0,0 0 0,0 0 0,-1 0 0,1 0 0,0 0 0,0 0 0,-1 0 0,1-1 0,0 1 0,0 0 0,-1 0 0,1-1 0,0 0 0,31-14 0,-23 10 0,-2 2 14,0 0-1,0 1 0,0 1 1,0-1-1,1 1 0,-1 0 0,0 1 1,1 0-1,14 1 0,-13 0-312,1-1-1,-1 0 0,1 0 1,17-4-1,-17 1-6526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1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24575,'0'-1'0,"5"6"0,12 14 0,6 9 0,-2-5 0,24 23 0,-40-41 0,1 0 0,0 0 0,0-1 0,0 0 0,1 0 0,8 3 0,-14-7 0,0 1 0,0-1 0,0 0 0,-1 1 0,1-1 0,0 0 0,0 0 0,0 0 0,0 1 0,0-1 0,0 0 0,0 0 0,-1-1 0,1 1 0,0 0 0,0 0 0,0 0 0,0-1 0,0 1 0,0 0 0,-1-1 0,1 1 0,0 0 0,0-1 0,-1 1 0,1-1 0,0 0 0,0 1 0,-1-1 0,1 1 0,-1-1 0,1 0 0,-1 0 0,1 1 0,-1-1 0,1 0 0,-1 0 0,0 0 0,1 1 0,-1-1 0,0 0 0,0 0 0,1 0 0,-1-2 0,1-4 0,0-1 0,-1 0 0,1 0 0,-2-9 0,1 9 0,-1-1 0,1 0 0,0-1 0,1 1 0,0 0 0,4-15 0,-4 22 0,-1 0 0,1-1 0,0 1 0,0 0 0,0 0 0,1 0 0,-1 0 0,0 0 0,1 0 0,0 0 0,-1 1 0,1-1 0,0 0 0,0 1 0,0-1 0,0 1 0,0 0 0,0 0 0,0 0 0,0 0 0,0 0 0,1 0 0,-1 0 0,0 1 0,1-1 0,3 1 0,0-1 0,1 1 0,-1 1 0,0-1 0,0 1 0,0 0 0,0 1 0,0-1 0,0 1 0,0 0 0,6 3 0,8 6 0,27 17 0,-19-10 0,-11-8 0,-1 0 0,0 1 0,-1 1 0,18 17 0,-32-29 5,-1 1-1,1 0 1,0-1 0,-1 1-1,1 0 1,-1 0-1,1-1 1,-1 1 0,1 0-1,-1 0 1,1 0 0,-1 0-1,0 0 1,1 0-1,-1 0 1,0 0 0,0 0-1,0 0 1,0 0-1,0 0 1,0 0 0,0-1-1,0 1 1,0 0-1,-1 2 1,1-2-62,-1-1 0,1 1 0,-1 0 0,0-1-1,0 1 1,1 0 0,-1-1 0,0 1 0,0-1 0,0 1 0,0-1 0,1 1-1,-1-1 1,0 0 0,0 1 0,0-1 0,0 0 0,0 0 0,0 0 0,0 0 0,0 0-1,0 0 1,0 0 0,0 0 0,-2 0 0,-7-2-6769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24575,'12'-7'0,"1"2"0,-1 0 0,1 0 0,0 2 0,1-1 0,13-1 0,-19 5 0,0-1 0,0 1 0,0 0 0,0 1 0,0 0 0,-1 0 0,1 1 0,0-1 0,-1 2 0,1-1 0,13 8 0,-4-2 0,-3-1 0,-1 0 0,22 16 0,-32-21 0,0 1 0,0-1 0,0 1 0,-1 0 0,1 0 0,-1 0 0,1 0 0,-1 1 0,0-1 0,0 1 0,-1-1 0,1 1 0,-1 0 0,1-1 0,0 7 0,2 11 0,1 0 0,1 0 0,16 38 0,37 57 0,-11-23 0,-8-11 0,30 68 0,-68-145 0,0-1 0,-1 1 0,1-1 0,-1 1 0,0 0 0,-1-1 0,1 9 0,-1-12 0,0 0 0,0 0 0,0 1 0,-1-1 0,1 0 0,0 0 0,-1 1 0,1-1 0,-1 0 0,1 0 0,-1 0 0,0 0 0,1 0 0,-1 0 0,0 0 0,0 0 0,0 0 0,1 0 0,-1 0 0,0 0 0,0-1 0,-1 1 0,1 0 0,0-1 0,0 1 0,0-1 0,0 1 0,0-1 0,-1 0 0,1 1 0,0-1 0,-2 0 0,-11 2 27,1-2 1,0 1-1,-19-4 0,20 2-322,0 0 0,0 1 1,0 1-1,-18 2 0,17 0-6531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1 182 24575,'34'-5'0,"145"-26"0,-174 30 0,0-1 0,0 0 0,0 0 0,0 0 0,0-1 0,-1 1 0,9-7 0,-12 9 0,0-1 0,0 0 0,1-1 0,-1 1 0,0 0 0,0 0 0,0 0 0,0-1 0,-1 1 0,1 0 0,0-1 0,0 1 0,-1 0 0,1-1 0,-1 1 0,0-1 0,1 1 0,-1-1 0,0 0 0,0 1 0,0-1 0,0 1 0,0-1 0,0 1 0,0-1 0,0 1 0,-1-1 0,1 1 0,-1-1 0,0-2 0,-2-1 0,0 0 0,-1 0 0,0 0 0,1 0 0,-2 0 0,1 1 0,0 0 0,-1 0 0,0 0 0,0 0 0,0 1 0,0 0 0,-1 0 0,1 0 0,-1 1 0,0 0 0,0 0 0,-10-2 0,9 2 0,0 1 0,0 0 0,0 0 0,0 1 0,0 0 0,0 0 0,0 1 0,0-1 0,0 2 0,0-1 0,0 1 0,0 0 0,1 0 0,-1 1 0,1 0 0,-8 5 0,11-6 0,0 0 0,1 0 0,-1 1 0,1 0 0,0-1 0,-1 1 0,1 0 0,0 0 0,1 0 0,-1 0 0,1 1 0,-1-1 0,1 0 0,0 1 0,0-1 0,0 7 0,-1 4 0,1 0 0,1 27 0,1-23 0,-1-12 0,1 1 0,0-1 0,0 1 0,1-1 0,-1 0 0,2 1 0,-1-1 0,1 0 0,-1 0 0,2-1 0,-1 1 0,1-1 0,-1 1 0,2-1 0,-1 0 0,0 0 0,1-1 0,0 0 0,0 1 0,8 4 0,-6-5 0,0-1 0,0 0 0,0 0 0,0 0 0,0-1 0,0 0 0,9 2 0,56 4 0,-38-5 0,197 3 0,-161-7 0,-37-2-1365,-23 0-5461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18 24575,'-18'-5'0,"-8"-2"0,1 3 0,1 3 0,3 0 0,2 4 0,2 1 0,1 0 0,1 1 0,1 1 0,0-1 0,-3 0 0,-1 1 0,0-2 0,1-1 0,3-1-8191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24575,'128'197'0,"49"88"0,-174-279 0,0-1 0,-1 1 0,1-1 0,-2 1 0,1 0 0,0-1 0,-1 1 0,1 9 0,-2-13 0,0-1 0,-1 1 0,1-1 0,0 1 0,0-1 0,-1 0 0,1 1 0,-1-1 0,1 1 0,-1-1 0,1 0 0,-1 1 0,0-1 0,0 0 0,0 0 0,-1 2 0,1-2 0,-1 0 0,1 0 0,-1 0 0,0 0 0,1 0 0,-1 0 0,0-1 0,0 1 0,0 0 0,0-1 0,1 1 0,-1-1 0,0 0 0,0 0 0,-3 0 0,-3 0 0,0 0 0,0-1 0,0 0 0,0-1 0,-11-4 0,-40-16 0,44 16 0,1 0 0,0 0 0,0-1 0,1 0 0,0-1 0,0-1 0,1 0 0,0-1 0,-15-15 0,26 24 0,-1-1 0,1 1 0,0-1 0,0 1 0,0-1 0,0 1 0,0-1 0,0 0 0,1 1 0,-1-1 0,0 0 0,1 0 0,0 1 0,-1-1 0,1 0 0,0 0 0,0 0 0,0 0 0,0 1 0,0-1 0,0 0 0,0 0 0,1-2 0,0 2 0,1 0 0,-1 0 0,0 0 0,1 0 0,-1 0 0,1 0 0,0 0 0,0 0 0,0 1 0,-1-1 0,2 1 0,-1-1 0,0 1 0,0 0 0,0 0 0,5-2 0,11-3-227,-1 1-1,1 1 1,1 0-1,-1 2 1,21-2-1,-22 3-6598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2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5 0,-2 4 0,-3 5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24575,'6'4'0,"0"0"0,-1 0 0,0 1 0,1 0 0,-2 0 0,8 9 0,3 2 0,52 49 0,-57-56 0,1-1 0,0-1 0,0 0 0,25 11 0,-33-16 0,3 1 0,0-1 0,0 0 0,0 0 0,1 0 0,11 1 0,-17-3 0,1 0 0,-1 0 0,1 0 0,-1 0 0,0 0 0,1 0 0,-1-1 0,1 1 0,-1-1 0,1 1 0,-1-1 0,0 0 0,0 1 0,1-1 0,-1 0 0,0 0 0,0 0 0,0 0 0,0 0 0,0 0 0,0 0 0,0 0 0,0 0 0,0 0 0,0-1 0,0 1 0,-1 0 0,1-1 0,-1 1 0,1 0 0,0-3 0,0-4 0,1 0 0,-1 0 0,0 0 0,-1 0 0,0 1 0,0-1 0,-1 0 0,0 0 0,-4-15 0,5 23 0,0-1 0,-1 1 0,1 0 0,0 0 0,0-1 0,0 1 0,0 0 0,0 0 0,0-1 0,0 1 0,0 0 0,0 0 0,0-1 0,0 1 0,0 0 0,0 0 0,0-1 0,0 1 0,0 0 0,0-1 0,0 1 0,0 0 0,0 0 0,0-1 0,0 1 0,0 0 0,0 0 0,0-1 0,1 1 0,-1 0 0,0 0 0,0 0 0,0-1 0,1 1 0,-1 0 0,0 0 0,0 0 0,0 0 0,1-1 0,-1 1 0,0 0 0,0 0 0,1 0 0,-1 0 0,0 0 0,0 0 0,1 0 0,-1 0 0,0 0 0,0 0 0,1 0 0,-1 0 0,0 0 0,1 0 0,-1 0 0,0 0 0,0 0 0,1 0 0,-1 0 0,0 0 0,0 0 0,1 0 0,-1 0 0,0 1 0,0-1 0,1 0 0,19 12 0,-17-10 0,18 10 0,37 17 0,-48-25 0,-1 0 0,2-1 0,-1 0 0,0-1 0,0 0 0,15 1 0,-23-3 0,0 0 0,0 1 0,0-2 0,0 1 0,0 0 0,0 0 0,0 0 0,-1-1 0,1 1 0,0-1 0,0 0 0,0 1 0,-1-1 0,1 0 0,0 0 0,-1 0 0,1 0 0,-1-1 0,1 1 0,0-2 0,0 2 0,-1-1 0,-1 0 0,1 0 0,0 0 0,0 0 0,-1 0 0,1 0 0,-1 0 0,0 0 0,1 0 0,-1 0 0,0 0 0,0 0 0,0 0 0,-1-3 0,-1-6 0,-1 0 0,-1 0 0,1 1 0,-2-1 0,-6-11 0,8 15-85,-1 0 0,0 1-1,-1-1 1,1 1 0,-1 0-1,-1 0 1,1 0 0,-1 1-1,0 0 1,0 0 0,-1 0-1,1 1 1,-1 0 0,0 0-1,-13-4 1,5 3-6741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2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24575,'16'13'0,"0"0"0,0 1 0,-1 0 0,-1 1 0,17 24 0,-14-16 0,0-2 0,22 22 0,-38-42 0,0 0 0,0 0 0,0 0 0,0 0 0,1-1 0,-1 1 0,0 0 0,1 0 0,1 0 0,2-3 0,-4-7 0,-3-3 0,0 0 0,-5-12 0,3 12 0,1 0 0,-1-14 0,3 21 0,0-4 0,0-1 0,0 0 0,1 1 0,1-1 0,1-10 0,-2 18 0,0 0 0,1 0 0,-1 1 0,1-1 0,0 0 0,-1 0 0,1 1 0,0-1 0,0 0 0,0 1 0,0-1 0,0 1 0,0-1 0,1 1 0,-1 0 0,0-1 0,1 1 0,-1 0 0,1 0 0,-1 0 0,1 0 0,0 0 0,-1 1 0,1-1 0,0 0 0,0 1 0,0-1 0,-1 1 0,1 0 0,0-1 0,0 1 0,4 0 0,3 1 0,0 0 0,0 0 0,0 0 0,0 1 0,16 6 0,44 23 0,-19-8 0,-31-15-227,-1 0-1,0 1 1,0 1-1,-2 1 1,24 18-1,-23-14-6598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24575,'-3'-7'0,"11"20"0,12 23 0,1 10 0,28 90 0,-43-114 0,-4-19-1365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3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17 24575,'0'-1'0,"-1"0"0,1 1 0,0-1 0,-1 0 0,1 1 0,0-1 0,-1 1 0,1-1 0,-1 0 0,1 1 0,-1-1 0,1 1 0,-1-1 0,1 1 0,-1 0 0,1-1 0,-1 1 0,0 0 0,1-1 0,-1 1 0,1 0 0,-1 0 0,0-1 0,0 1 0,1 0 0,-1 0 0,-1 0 0,-22-3 0,21 3 0,-167-1 0,86 2 0,78-1-136,0 0-1,0 1 1,0 0-1,0 0 1,1 0-1,-1 1 1,0 0-1,0 0 0,-8 5 1,5-2-6690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24575,'-3'-4'0,"3"4"0,7 8 0,13 25 0,0-1 0,-2 1 0,21 50 0,-11-9 0,7 17 0,33 136 0,-64-185 0,-3-33 0,-2-28 0,1-8 0,0-54 0,1 78 0,-1 1 0,0-1 0,1 1 0,-1-1 0,1 1 0,0 0 0,0-1 0,0 1 0,0 0 0,0 0 0,1-1 0,-1 1 0,1 0 0,-1 0 0,1 0 0,0 1 0,0-1 0,2-2 0,0 2 0,-1 0 0,1 0 0,0 0 0,1 0 0,-1 0 0,0 1 0,0 0 0,1 0 0,7-1 0,-2 1 0,0 1 0,0 0 0,0 0 0,0 1 0,1 1 0,-2-1 0,1 2 0,16 5 0,-7 1-136,-1 0-1,0 2 1,0 0-1,-2 1 1,1 1-1,-1 1 1,-1 0-1,0 1 0,21 28 1,-26-30-6690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58 24575,'-55'-20'0,"34"11"0,-1 1 0,0 1 0,-31-5 0,52 11 0,-1 1 0,0 0 0,1 0 0,-1 0 0,0 0 0,1 0 0,-1 0 0,0 1 0,1-1 0,-1 0 0,-2 2 0,3-2 0,1 0 0,-1 1 0,1-1 0,-1 1 0,0-1 0,1 1 0,-1-1 0,1 1 0,-1 0 0,1-1 0,-1 1 0,1-1 0,-1 1 0,1 0 0,0-1 0,0 1 0,-1 0 0,1 1 0,-1 1 0,1 1 0,0-1 0,0 1 0,0 0 0,1-1 0,-1 1 0,1-1 0,0 1 0,1 3 0,3 8 0,3 14 0,0 0 0,-2 1 0,5 49 0,-9-38 0,3-1 0,1 0 0,2-1 0,2 0 0,2 0 0,1-1 0,19 37 0,-25-59 0,2-1 0,0 0 0,0-1 0,2 0 0,13 15 0,-21-27 0,0 1 0,-1-1 0,1 0 0,0-1 0,1 1 0,-1 0 0,0-1 0,0 0 0,1 0 0,-1 0 0,0 0 0,1 0 0,-1-1 0,5 1 0,7-1 0,32-2 0,-17 0 0,151 2-1365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59 206 24575,'0'0'0,"0"0"0,0 0 0,0 0 0,0 0 0,0 0 0,1-1 0,-1 1 0,0 0 0,0 0 0,0 0 0,0 0 0,1 0 0,-1 0 0,0 0 0,0 0 0,0 0 0,1-1 0,-1 1 0,0 0 0,0 0 0,0 0 0,1 0 0,-1 0 0,0 0 0,0 0 0,0 0 0,1 0 0,-1 1 0,0-1 0,0 0 0,0 0 0,1 0 0,-1 0 0,5 7 0,0 16 0,-4-18 0,5 21 0,2-1 0,16 39 0,-17-49 0,0-2 0,1 1 0,1-1 0,0 0 0,18 20 0,-26-32 0,0 0 0,0-1 0,-1 1 0,1 0 0,0 0 0,0-1 0,1 1 0,-1-1 0,0 1 0,2 0 0,0-3 0,-5-6 0,-25-45 0,-36-51 0,-7-11 0,64 106 0,1-1 0,1 0 0,-1-1 0,2 1 0,-1-1 0,2 1 0,-3-14 0,5 23 0,0 0 0,0 1 0,-1-1 0,1 0 0,0 0 0,0 1 0,0-1 0,1 0 0,-1 1 0,0-1 0,0 0 0,0 0 0,0 1 0,1-1 0,-1 0 0,0 1 0,1-1 0,-1 0 0,0 1 0,1-1 0,-1 1 0,1-1 0,0 0 0,0 1 0,-1 0 0,1 0 0,0-1 0,-1 1 0,1 0 0,0 0 0,-1 0 0,1 0 0,0 0 0,-1 1 0,1-1 0,0 0 0,-1 0 0,1 0 0,-1 1 0,1-1 0,0 0 0,-1 0 0,2 1 0,4 3 0,0 1 0,-1-1 0,8 8 0,-11-10 0,11 10 0,0-1 0,0 0 0,1-1 0,0-1 0,1 0 0,0-1 0,0 0 0,1-2 0,0 0 0,0 0 0,24 4 0,-38-10 0,0 0 0,0 1 0,0-1 0,1 0 0,-1-1 0,0 1 0,0 0 0,1-1 0,-1 1 0,0-1 0,0 1 0,0-1 0,0 0 0,0 0 0,0 0 0,0 0 0,2-2 0,-1 1 0,0-1 0,-1 0 0,1 1 0,-1-1 0,0 0 0,0 0 0,0 0 0,0-1 0,2-4 0,1-6 0,-1 1 0,0-1 0,-1 0 0,1-19 0,-1-36 0,-3 69 0,0 0 0,0 0 0,0 0 0,0 0 0,0 0 0,0-1 0,0 1 0,0 0 0,0 0 0,0 0 0,0 0 0,0 0 0,0-1 0,0 1 0,0 0 0,0 0 0,1 0 0,-1 0 0,0 0 0,0-1 0,0 1 0,0 0 0,0 0 0,0 0 0,0 0 0,0 0 0,0 0 0,1 0 0,-1 0 0,0-1 0,0 1 0,0 0 0,0 0 0,0 0 0,0 0 0,1 0 0,-1 0 0,0 0 0,0 0 0,0 0 0,1 0 0,4 6 0,6 14 0,-10-17 0,38 80 0,18 36 0,-31-78 0,1 0 0,51 57 0,-89-109-1365,1 2-5461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18 24575,'-3'-5'0,"-2"-1"0,-4 2 0,-3 2 0,-1 2 0,-2 0 0,-3 0 0,0 4 0,-1 0 0,-1-1 0,-1 0 0,-1-1 0,1-1 0,1 0 0,4-1-8191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45 24575,'0'0'0,"-1"0"0,0 1 0,1-1 0,-1 0 0,1 0 0,-1 1 0,1-1 0,-1 0 0,1 1 0,-1-1 0,1 1 0,-1-1 0,1 1 0,-1-1 0,1 1 0,-1-1 0,1 1 0,0-1 0,-1 1 0,1-1 0,0 1 0,0 0 0,-1-1 0,1 1 0,0-1 0,0 1 0,0 0 0,0-1 0,0 1 0,0 0 0,0-1 0,0 1 0,0 0 0,0 0 0,3 23 0,-1-17 0,1-1 0,0 0 0,0 0 0,0 0 0,1 0 0,0-1 0,4 6 0,-6-8 0,1 0 0,-1-1 0,1 1 0,-1-1 0,1 1 0,0-1 0,0 0 0,0 0 0,0 0 0,1 0 0,-1-1 0,0 1 0,1-1 0,4 1 0,-6-2 0,-1 0 0,1 0 0,-1 0 0,1 0 0,-1-1 0,1 1 0,-1 0 0,0-1 0,1 1 0,-1-1 0,1 0 0,-1 0 0,0 1 0,0-1 0,1 0 0,-1 0 0,0 0 0,0 0 0,0 0 0,0 0 0,0 0 0,0-1 0,0 1 0,-1 0 0,1-1 0,0 1 0,-1 0 0,1-1 0,-1 1 0,1-3 0,2-6 0,0 0 0,-1 0 0,1-15 0,-1 12 0,-1 7 0,0 1 0,0 0 0,0 0 0,1 0 0,-1 0 0,2 0 0,-1 0 0,0 1 0,5-8 0,-5 10 0,-1 1 0,1-1 0,-1 1 0,1-1 0,0 1 0,0 0 0,0 0 0,-1-1 0,1 1 0,0 0 0,0 1 0,0-1 0,0 0 0,1 1 0,-1-1 0,0 1 0,0-1 0,0 1 0,0 0 0,1 0 0,-1 0 0,0 0 0,0 1 0,0-1 0,3 1 0,6 2 0,-1 0 0,1 1 0,-1 1 0,0-1 0,0 2 0,14 9 0,53 45 0,-65-49 0,-8-8 0,9 8 0,18 19 0,-28-27 0,0 1 0,0-1 0,-1 1 0,1-1 0,-1 1 0,0 0 0,0 0 0,-1 0 0,1 0 0,-1 0 0,2 7 0,-3-10-3,0 0 0,0 0-1,0 0 1,0 0 0,0 0-1,0 0 1,0 0-1,0 0 1,-1 0 0,1-1-1,0 1 1,0 0 0,-1 0-1,1 0 1,-1 0 0,1 0-1,-1 0 1,1 0 0,-1-1-1,0 1 1,1 0 0,-1-1-1,-1 2 1,0 0 23,0-1 0,0 0 0,-1 0 0,1 0 0,0-1 0,0 1 0,-1 0 0,1-1 0,-5 1 0,-2 0-391,-1-1-1,1-1 1,-19-2 0,9-1-6455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4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24575,'15'-4'0,"8"-1"0,0 0 0,45-2 0,-61 7 0,-1 0 0,1 0 0,-1 1 0,1 0 0,-1 0 0,0 1 0,1-1 0,-1 2 0,0-1 0,0 0 0,0 1 0,-1 0 0,1 1 0,-1-1 0,8 7 0,-8-4 0,-1 0 0,0 0 0,0 0 0,0 0 0,-1 1 0,0-1 0,-1 1 0,1 0 0,2 11 0,5 13 0,55 107 0,-47-102 0,19 34 0,-13-26 0,19 49 0,-33-70 0,-7-19 0,-1 1 0,1-1 0,-1 1 0,0 0 0,-1 0 0,1 0 0,-1 0 0,0 0 0,0 0 0,-1 0 0,1 5 0,-2-9 0,1 1 0,-1-1 0,1 0 0,-1 0 0,1 0 0,-1 0 0,0 0 0,0 0 0,1 0 0,-1 0 0,0-1 0,0 1 0,0 0 0,0 0 0,0-1 0,0 1 0,0 0 0,0-1 0,0 1 0,-1-1 0,-1 1 0,-30 7 0,20-6 0,-33 10-1365,33-9-5461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150 181 24575,'0'-1'0,"0"0"0,0 0 0,1 0 0,-1 0 0,0 0 0,1 1 0,-1-1 0,1 0 0,-1 0 0,1 0 0,0 1 0,-1-1 0,1 0 0,0 1 0,-1-1 0,1 1 0,0-1 0,0 1 0,0-1 0,-1 1 0,1-1 0,1 0 0,23-8 0,-22 8 0,52-11 0,-43 11 0,1-2 0,-1 1 0,0-2 0,0 0 0,16-8 0,-27 12 0,0 0 0,0-1 0,-1 1 0,1-1 0,0 1 0,-1-1 0,1 1 0,0-1 0,-1 1 0,1-1 0,-1 0 0,1 1 0,-1-1 0,1 0 0,-1 0 0,1 1 0,-1-1 0,0 0 0,1 0 0,-1 0 0,0 1 0,0-1 0,0 0 0,1 0 0,-1-1 0,-1 0 0,1 0 0,-1 1 0,1-1 0,-1 0 0,1 1 0,-1-1 0,0 1 0,0-1 0,0 1 0,0-1 0,0 1 0,-2-2 0,-1-2 0,-1 1 0,-1-1 0,1 1 0,-1 0 0,-10-6 0,-6 0 0,-1 1 0,-25-7 0,33 13 0,-1 0 0,0 2 0,0 0 0,0 0 0,-31 5 0,43-4 0,1 1 0,-1-1 0,1 1 0,0 0 0,0 0 0,-1 0 0,1 0 0,0 0 0,0 1 0,0 0 0,0-1 0,0 1 0,1 0 0,-1 1 0,1-1 0,-1 0 0,-2 3 0,3-1 0,0 0 0,0 0 0,0-1 0,0 1 0,0 0 0,1 1 0,-1-1 0,1 0 0,0 0 0,1 0 0,-1 9 0,1-4 0,0 0 0,1-1 0,0 1 0,0 0 0,1-1 0,0 0 0,1 1 0,0-1 0,0 0 0,0 0 0,1 0 0,9 13 0,-9-17 0,0 1 0,0-1 0,0 1 0,1-1 0,-1-1 0,1 1 0,0-1 0,0 1 0,0-1 0,7 2 0,-2-1 0,0-1 0,0 0 0,0-1 0,21 2 0,-8-2 0,150 10 0,-147-11-62,-15-1-199,-1 1 1,1-2-1,-1 1 1,20-4-1,-21 0-6565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24575,'-73'7'0,"-16"2"0,-12-10-1365,86 1-5461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 24575,'-5'-7'0,"5"11"0,5 16 0,11 17 0,29 50 0,-3-4 0,-38-75 0,56 130 0,-50-110 0,-1 0 0,-1 1 0,4 30 0,-11-56 0,-1 0 0,1 0 0,-1 0 0,0 0 0,0-1 0,0 1 0,-1 0 0,1 0 0,-1 0 0,1 0 0,-1-1 0,0 1 0,0 0 0,0-1 0,-1 1 0,1 0 0,-3 3 0,1-4 0,1 1 0,-1-1 0,1 0 0,-1 0 0,0-1 0,0 1 0,1 0 0,-1-1 0,0 0 0,-1 0 0,1 0 0,0 0 0,0 0 0,0 0 0,-4-1 0,-4 1 0,0 0 0,0-1 0,1-1 0,-1 0 0,0 0 0,1-1 0,-1 0 0,1-1 0,-17-7 0,22 8 0,0 0 0,0 0 0,0-1 0,0 1 0,1-1 0,-1 0 0,1-1 0,0 1 0,0-1 0,0 0 0,0 0 0,1 0 0,0 0 0,0-1 0,0 1 0,0-1 0,1 0 0,-1 0 0,1 0 0,-2-10 0,3 10 0,1 1 0,0-1 0,0 1 0,0-1 0,0 1 0,1-1 0,0 1 0,0 0 0,0-1 0,0 1 0,1 0 0,0 0 0,0 0 0,0 0 0,0 0 0,0 0 0,1 1 0,0-1 0,0 1 0,0 0 0,0-1 0,5-2 0,2-3 0,1 1 0,1 1 0,-1 0 0,1 0 0,0 1 0,14-4 0,3 0 0,-19 7 0,0 0 0,0-1 0,13-7 0,-22 11-50,-1 0-1,1-1 1,-1 1-1,1 0 0,-1-1 1,1 1-1,-1 0 1,0-1-1,1 1 1,-1 0-1,0-1 0,1 1 1,-1-1-1,0 1 1,1-1-1,-1 1 1,0-1-1,0 1 0,1-1 1,-1 1-1,0-1 1,0 1-1,0-1 1,0 1-1,0-1 1,0 0-1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42 24575,'-5'-13'0,"0"-1"0,2 4 0,1 6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6 106 24575,'0'0'0,"0"0"0,0 0 0,-1 0 0,1 0 0,0 0 0,0 0 0,0 0 0,-1 0 0,1 0 0,0 0 0,0 0 0,0 0 0,0 0 0,-1 0 0,1 0 0,0 0 0,0 1 0,0-1 0,0 0 0,-1 0 0,1 0 0,0 0 0,0 0 0,0 0 0,0 0 0,0 1 0,-1-1 0,1 0 0,0 0 0,0 0 0,0 0 0,0 0 0,0 1 0,0-1 0,0 0 0,0 0 0,0 0 0,0 0 0,0 1 0,0-1 0,-1 0 0,1 0 0,0 1 0,5 8 0,11 8 0,1-2 0,0-2 0,1 0 0,26 13 0,61 25 0,-98-49 0,0 1 0,0-1 0,0 0 0,0 0 0,1-1 0,13 1 0,-19-2 0,-1 0 0,1 0 0,-1 0 0,1-1 0,-1 1 0,1 0 0,-1-1 0,1 1 0,-1-1 0,1 1 0,-1-1 0,0 0 0,1 0 0,-1 0 0,0 1 0,2-3 0,-2 2 0,0 0 0,-1-1 0,1 1 0,0-1 0,-1 1 0,1 0 0,-1-1 0,1 1 0,-1-1 0,0 1 0,0-1 0,0 1 0,0-1 0,0 1 0,0-1 0,0 1 0,0-1 0,-1 1 0,1-1 0,-1-1 0,-2-6 0,0 0 0,-1 1 0,0-1 0,-1 1 0,-8-12 0,-10-20 0,22 34 0,6 7 0,11 10 0,-13-8 0,18 11 0,0 1 0,2-2 0,-1-1 0,2-1 0,-1-1 0,2-1 0,35 8 0,-55-15 0,1-1 0,-1-1 0,0 1 0,1-1 0,-1 0 0,1 0 0,-1-1 0,0 0 0,1 0 0,5-2 0,-9 3 0,0-1 0,0 0 0,0 0 0,0 0 0,-1 0 0,1 0 0,0 0 0,-1-1 0,1 1 0,-1 0 0,1-1 0,-1 0 0,0 1 0,0-1 0,0 1 0,0-1 0,0 0 0,0 0 0,0 0 0,0 0 0,-1 0 0,1 0 0,-1 0 0,1 0 0,-1 0 0,0 0 0,0 0 0,0 0 0,0-3 0,-1-2 0,0 0 0,0 0 0,-1 0 0,0 0 0,0 1 0,-1-1 0,0 1 0,0-1 0,-1 1 0,1 0 0,-1 0 0,-1 1 0,1-1 0,-11-9 0,6 7 0,0 0 0,-1 0 0,0 0 0,-1 2 0,0-1 0,0 1 0,-18-7 0,-11 3-1365,25 8-5461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5:58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11 24575,'0'-1'0,"0"1"0,0-1 0,-1 1 0,1-1 0,0 1 0,-1-1 0,1 0 0,0 1 0,-1-1 0,1 1 0,-1 0 0,1-1 0,-1 1 0,1-1 0,-1 1 0,1 0 0,-1-1 0,1 1 0,-1 0 0,1-1 0,-1 1 0,0 0 0,1 0 0,-1 0 0,1 0 0,-1 0 0,0-1 0,1 1 0,-2 1 0,0-1 0,1 1 0,-1-1 0,1 1 0,0 0 0,-1-1 0,1 1 0,0 0 0,-1 0 0,1 0 0,0 0 0,0 0 0,-1 2 0,-5 5 0,1 0 0,-9 18 0,13-24 0,-6 12 0,0 2 0,1-1 0,0 1 0,1 1 0,1-1 0,1 1 0,0-1 0,1 1 0,1 1 0,0 23 0,2-17 0,2 1 0,0-1 0,2 0 0,0 0 0,2 0 0,0-1 0,2 0 0,19 40 0,-16-42 0,1 0 0,0-1 0,26 30 0,54 46 0,-27-40-47,-42-37-1271,-11-8-5508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64 24575,'0'0'0,"-1"0"0,1 0 0,0 0 0,0 1 0,-1-1 0,1 0 0,0 0 0,0 0 0,-1 0 0,1 0 0,0 0 0,-1 0 0,1 1 0,0-1 0,0 0 0,0 0 0,-1 0 0,1 1 0,0-1 0,0 0 0,0 0 0,-1 1 0,1-1 0,0 0 0,0 0 0,0 1 0,0-1 0,0 0 0,0 0 0,0 1 0,0-1 0,0 0 0,0 1 0,0-1 0,0 0 0,0 0 0,0 1 0,0-1 0,0 0 0,0 1 0,0-1 0,0 0 0,0 0 0,0 1 0,0-1 0,7 17 0,-6-14 0,67 126 0,2 4 0,-67-120 0,-4-8 0,-4-9 0,-17-28 0,2 0 0,-26-56 0,11 19 0,19 39 0,1 0 0,-13-41 0,27 70 0,1 1 0,0-1 0,0 1 0,-1-1 0,1 0 0,0 1 0,0-1 0,0 0 0,0 1 0,0-1 0,0 0 0,0 1 0,0-1 0,0 0 0,0 0 0,0 1 0,0-1 0,0 0 0,0 1 0,1-1 0,-1 1 0,1-2 0,-1 2 0,1-1 0,-1 1 0,1 0 0,-1 0 0,1 0 0,0 0 0,-1 0 0,1 0 0,-1 0 0,1 0 0,-1 0 0,1 0 0,-1 0 0,1 0 0,0 0 0,-1 0 0,1 0 0,-1 0 0,1 1 0,-1-1 0,1 1 0,5 2 0,0 0 0,0 0 0,6 6 0,40 35 0,-40-32 0,0-1 0,1 0 0,1-1 0,-1-1 0,1 0 0,1-1 0,18 8 0,-17-11 0,-1 0 0,22 3 0,-30-7 0,-1-1 0,1 1 0,0-1 0,0 0 0,0 0 0,-1-1 0,1 0 0,8-2 0,-13 2 0,0 0 0,0 0 0,0 0 0,0-1 0,0 1 0,0-1 0,0 1 0,-1-1 0,1 0 0,-1 1 0,1-1 0,-1 0 0,0 0 0,0 0 0,0 0 0,0 0 0,0-1 0,0 1 0,0 0 0,-1 0 0,1-1 0,-1 1 0,0 0 0,1 0 0,-1-4 0,0-6 0,0-1 0,0 0 0,-3-14 0,2 21 0,-1 0 0,1 0 0,-1 0 0,0 0 0,-3-7 0,4 13 0,0 3 0,0 6 0,2 0 0,1 0 0,0 0 0,0 0 0,1 0 0,0-1 0,5 10 0,3 4 0,16 22 0,4-1 0,41 45 0,-47-60 0,-24-27-170,1 1-1,0 0 0,-1 0 1,0 0-1,1 1 0,-1-1 1,1 4-1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0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25 24575,'-15'-5'0,"-8"-1"0,-2-1 0,1 2 0,4 4 0,3 2 0,2 3 0,1 2 0,3 1 0,1 3 0,-1-1 0,2 1 0,0-1 0,1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24575,'0'0'0,"-1"0"0,1 0 0,0 0 0,-1 0 0,1 0 0,0 0 0,-1 0 0,1 0 0,0 0 0,-1 0 0,1 0 0,0 1 0,0-1 0,-1 0 0,1 0 0,0 0 0,-1 1 0,1-1 0,0 0 0,0 0 0,-1 1 0,1-1 0,0 0 0,0 0 0,0 1 0,0-1 0,-1 0 0,1 1 0,0 0 0,0 12 0,7 13 0,-7-26 0,6 16 0,1 0 0,13 21 0,-17-31 0,1-1 0,-1 1 0,1-1 0,1 0 0,-1-1 0,1 1 0,-1-1 0,1 0 0,10 6 0,-14-9 0,0 0 0,0-1 0,0 1 0,0-1 0,0 1 0,0-1 0,0 0 0,0 1 0,1-1 0,-1 0 0,0 0 0,0 0 0,0 0 0,0 0 0,1 0 0,-1 0 0,0 0 0,0 0 0,0 0 0,0-1 0,0 1 0,2-1 0,-1 0 0,-1-1 0,0 1 0,1 0 0,-1 0 0,0 0 0,0-1 0,0 1 0,0-1 0,0 1 0,0-1 0,0 1 0,-1-1 0,2-2 0,0-4 0,0-1 0,-1 1 0,1 0 0,-2-1 0,1-8 0,-2-23 0,1-24 0,0 63 0,-1 0 0,2-1 0,-1 1 0,0 0 0,0 0 0,0 0 0,0 0 0,1 0 0,-1 0 0,0 0 0,1 0 0,-1 0 0,1 0 0,-1 0 0,1 0 0,0 0 0,-1 0 0,1 1 0,0-1 0,0 0 0,-1 0 0,3 0 0,-2 0 0,0 1 0,1 0 0,-1-1 0,0 1 0,0 0 0,1 0 0,-1 0 0,0 0 0,1 0 0,-1 0 0,0 1 0,0-1 0,1 0 0,-1 1 0,0-1 0,2 1 0,5 4 0,0-1 0,-1 1 0,1 0 0,8 8 0,29 27 0,74 85 0,-109-113-1365,-3-3-5461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24575,'19'0'0,"0"1"0,0 1 0,-1 0 0,1 1 0,-1 2 0,0 0 0,20 8 0,-25-7 0,0 0 0,-1 1 0,0 0 0,0 1 0,-1 0 0,0 1 0,-1 0 0,0 1 0,0 0 0,10 14 0,-3 1 0,-1 0 0,-2 1 0,0 1 0,-2 0 0,-1 1 0,-1 0 0,-1 0 0,-1 1 0,-2 0 0,-1 1 0,-2-1 0,0 53 0,-3-67 24,-1-1 0,-1 0 0,0 0 0,-9 27 0,9-34-173,-1 1 1,-1 0-1,1-1 1,-1 0-1,-1 0 1,1 0-1,-1-1 1,0 1-1,-12 10 1,3-5-6678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24575,'0'-46'0,"9"73"0,47 134 0,-12-36 0,-41-115-273,-1 0 0,0 0 0,0 1 0,-1 16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06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14 24575,'0'0'0,"-1"-1"0,1 1 0,0 0 0,0 0 0,-1-1 0,1 1 0,0 0 0,0 0 0,-1 0 0,1-1 0,0 1 0,-1 0 0,1 0 0,0 0 0,-1 0 0,1 0 0,0 0 0,-1-1 0,1 1 0,0 0 0,-1 0 0,1 0 0,0 0 0,-1 0 0,1 0 0,-1 1 0,1-1 0,-16 1 0,12-1 0,-87 3-682,-150-15-1,222 10-6143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8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4074 46 24575,'-127'-13'0,"55"4"0,-87 1 0,113 9 0,-130 8 0,107-4 0,-93-4 0,83-2 0,-36-6 0,1-1 0,-720 9 0,736 6 0,1 1 0,-651-8 0,331-1 0,320-6 0,9-1 0,2 1 0,-9-1 0,62 8 0,-18 0 0,-83 10 0,109-7 54,-27-1 0,29-1-791,-39 5 1,47-3-6090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19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24575,'0'0'0,"0"0"0,1 0 0,-1 0 0,0 0 0,0 0 0,0 0 0,0 0 0,0 0 0,0 0 0,0 0 0,0 0 0,0 0 0,0 0 0,1 0 0,-1 0 0,0 0 0,0 0 0,0 0 0,0 0 0,0 0 0,0 0 0,0 0 0,0 0 0,0 0 0,0 0 0,1 0 0,-1 0 0,0 0 0,0-1 0,0 1 0,0 0 0,0 0 0,0 0 0,0 0 0,0 0 0,0 0 0,0 0 0,0 0 0,0 0 0,0 0 0,0 0 0,0 0 0,0-1 0,0 1 0,0 0 0,0 0 0,0 0 0,0 0 0,0 0 0,0 0 0,0 0 0,0 0 0,0 0 0,0-1 0,7 14 0,6 21 0,-3-3 0,-4-14 0,0 0 0,-1 1 0,-1-1 0,2 32 0,-6-46-44,1 8-103,0 1 0,-1-1 1,0 1-1,-1-1 0,-1 1 0,0-1 1,0 0-1,-5 13 0,1-11-6679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24575,'-2'-4'0,"2"4"0,5 13 0,9 20 0,-5-15 40,-1 1 0,8 25 0,-14-37-189,-1 0 1,1 1-1,-1-1 1,0 1-1,-1-1 1,1 1-1,-2-1 1,1 1-1,-3 10 1,0-6-6678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24575,'-5'7'0,"-2"6"0,1 2 0,1 2 0,1 0 0,2 0 0,1-1 0,3 0 0,1 0 0,0-1 0,0 0 0,-1-1 0,0-1-8191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24575,'3'0'0,"0"3"0,3 0 0,0 3 0,1 2 0,1 3 0,0 2 0,-1 1 0,1 1 0,-1 0 0,-1 0 0,0 1 0,-1-1 0,0 0 0,-2 0 0,-2-3-8191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3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3 0,3 2 0,0 3 0,1 2 0,-2 2 0,0 2 0,-1 2 0,0 2 0,-1 2 0,0-1 0,0 0 0,0-1 0,0-1 0,-1 0 0,1-1 0,0-3-8191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257 114 24575,'-39'-20'0,"0"1"0,-2 3 0,-49-15 0,86 30 0,-21-7 0,24 7 0,-1 1 0,1-1 0,0 1 0,0-1 0,-1 0 0,1 1 0,0-1 0,0 0 0,0 0 0,0 0 0,0 0 0,0 0 0,0 0 0,-1-2 0,2 3 0,0 0 0,0 0 0,0 0 0,0-1 0,0 1 0,0 0 0,0 0 0,0-1 0,0 1 0,0 0 0,1 0 0,-1 0 0,0-1 0,0 1 0,0 0 0,0 0 0,0 0 0,1 0 0,-1 0 0,0-1 0,0 1 0,0 0 0,0 0 0,1 0 0,-1 0 0,0 0 0,0 0 0,0 0 0,1-1 0,-1 1 0,0 0 0,0 0 0,1 0 0,-1 0 0,0 0 0,0 0 0,0 0 0,1 0 0,-1 0 0,0 0 0,0 0 0,0 1 0,1-1 0,-1 0 0,0 0 0,0 0 0,0 0 0,1 0 0,-1 0 0,14 4 0,-14-4 0,14 5 0,-1 0 0,1 1 0,-1 1 0,14 9 0,47 37 0,-56-39 0,-12-9 0,-1-1 0,1 1 0,-1 0 0,0 1 0,0-1 0,-1 1 0,7 11 0,-10-15 0,0-1 0,0 1 0,0 0 0,-1-1 0,1 1 0,0 0 0,-1 0 0,0 0 0,1-1 0,-1 1 0,0 0 0,0 0 0,0 0 0,0 0 0,0 0 0,0 0 0,-1-1 0,1 1 0,-1 0 0,1 0 0,-1 0 0,0-1 0,1 1 0,-1 0 0,0-1 0,0 1 0,0-1 0,-1 1 0,1-1 0,0 1 0,0-1 0,-1 0 0,1 0 0,-3 2 0,-1 0 0,-1 1 0,1-2 0,-1 1 0,0-1 0,0 1 0,-10 1 0,-40 5 0,29-6 0,-35 8-1365,49-8-5461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24575,'0'6'0,"1"1"0,-1-1 0,1 1 0,0-1 0,1 0 0,0 0 0,0 1 0,4 8 0,-4-11 0,0 0 0,0-1 0,1 1 0,-1-1 0,1 1 0,0-1 0,0 0 0,0 0 0,0-1 0,1 1 0,-1 0 0,1-1 0,0 0 0,4 2 0,-7-3 0,0-1 0,0 1 0,0 0 0,0-1 0,1 1 0,-1-1 0,0 0 0,1 1 0,-1-1 0,0 0 0,0 0 0,1 0 0,-1 0 0,0 0 0,1 0 0,-1 0 0,0 0 0,1-1 0,-1 1 0,0 0 0,1-1 0,-1 1 0,0-1 0,0 1 0,0-1 0,0 0 0,1 1 0,-1-1 0,0 0 0,0 0 0,0 0 0,-1 0 0,1 0 0,0 0 0,0 0 0,0 0 0,-1 0 0,1 0 0,-1-1 0,2 0 0,0-7 0,1 1 0,-1 0 0,-1-1 0,0 1 0,1-12 0,0-1 0,-1 14 0,0-1 0,1 1 0,0 0 0,0-1 0,5-8 0,-6 15 0,-1 0 0,1 0 0,-1 0 0,1 0 0,0 0 0,-1 0 0,1 0 0,0 0 0,0 0 0,0 0 0,0 0 0,0 1 0,0-1 0,0 0 0,0 1 0,0-1 0,0 1 0,0-1 0,0 1 0,1-1 0,-1 1 0,0 0 0,0-1 0,0 1 0,1 0 0,-1 0 0,0 0 0,0 0 0,1 0 0,-1 0 0,0 1 0,0-1 0,0 0 0,1 1 0,-1-1 0,0 1 0,0-1 0,0 1 0,0-1 0,0 1 0,2 1 0,7 5 0,0 0 0,15 14 0,-2 0 0,-12-12 30,-1 0 0,0 0 0,9 12 0,-16-18-117,-1 0-1,0 0 1,0 0 0,0 0-1,0 1 1,0-1 0,-1 0-1,1 1 1,-1-1-1,0 1 1,0 0 0,-1-1-1,1 1 1,-1 0 0,1-1-1,-2 6 1,-1 3-6739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23 24575,'0'-1'0,"19"-4"0,0 0 0,0 1 0,0 0 0,22 0 0,-35 4 0,-1 1 0,0-1 0,1 1 0,-1 0 0,0 0 0,1 0 0,-1 1 0,8 3 0,-10-3 0,0-1 0,0 1 0,0 0 0,0 1 0,0-1 0,-1 0 0,1 1 0,-1 0 0,1-1 0,-1 1 0,0 0 0,0 0 0,-1 0 0,3 5 0,-3-6 0,0 0 0,-1 0 0,1 0 0,-1 1 0,1-1 0,-1 0 0,0 0 0,1 0 0,-1 0 0,0 1 0,-1-1 0,1 0 0,0 0 0,-1 0 0,1 0 0,-1 0 0,-1 4 0,1-3 0,-1 0 0,0 1 0,-1-1 0,1 0 0,0 0 0,-1 0 0,0 0 0,0-1 0,-4 4 0,-1 0 0,0-1 0,-1 0 0,0-1 0,0 1 0,0-2 0,0 1 0,-11 1 0,10-3 0,0 0 0,0-1 0,0 0 0,0-1 0,-16-1 0,20 1 0,1-1 0,-1 0 0,0-1 0,1 1 0,-1-1 0,1 0 0,0 0 0,-1-1 0,1 1 0,0-1 0,-5-4 0,9 6 4,-1-1-1,0 0 1,1 1-1,-1-1 0,1 0 1,-1 0-1,1 1 1,0-1-1,0 0 0,0 0 1,0-1-1,0 1 1,0 0-1,0 0 1,1 0-1,-1-1 0,1 1 1,0 0-1,-1 0 1,1-1-1,0 1 1,1 0-1,-1-1 0,0 1 1,1 0-1,-1 0 1,1-1-1,-1 1 0,1 0 1,0 0-1,0 0 1,0 0-1,0 0 1,3-4-1,0 1-138,0 0 0,0-1 0,1 2 0,0-1 0,0 0 0,0 1 0,0 0 0,0 0 0,1 1 0,11-6 0,-4 4-6691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2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0,2 1 0,3 1 0,0 2 0,3 2 0,-1 1 0,3 2 0,0-1 0,1-1 0,-1-1 0,1 0 0,2 0 0,-1 1 0,-2-1-8191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24575,'18'-2'0,"32"1"0,-45 1 0,0 0 0,0 1 0,0-1 0,0 1 0,-1 1 0,1-1 0,0 1 0,-1-1 0,1 1 0,-1 1 0,7 3 0,-10-5 0,0 0 0,0 0 0,0 0 0,0 0 0,0 0 0,0 0 0,0 0 0,-1 0 0,1 0 0,0 1 0,-1-1 0,1 0 0,-1 1 0,1-1 0,-1 0 0,1 1 0,-1-1 0,0 1 0,0-1 0,0 1 0,0-1 0,0 0 0,0 1 0,0-1 0,0 1 0,-1-1 0,1 0 0,0 1 0,-1-1 0,1 0 0,-1 1 0,0-1 0,1 0 0,-1 0 0,0 1 0,-1 1 0,-4 4 0,-1 1 0,1-1 0,-1 0 0,-10 8 0,10-8 0,4-5 0,1 0 0,-1 0 0,1 1 0,0-1 0,0 1 0,0 0 0,-2 3 0,4-5 0,-1 0 0,1 0 0,0-1 0,0 1 0,-1 0 0,1 0 0,0 0 0,0 0 0,0 0 0,0-1 0,0 1 0,0 0 0,1 0 0,-1 0 0,0 0 0,0 0 0,0-1 0,1 1 0,-1 0 0,1 0 0,-1-1 0,0 1 0,1 0 0,-1 0 0,1-1 0,0 1 0,-1 0 0,1-1 0,0 1 0,-1-1 0,1 1 0,0-1 0,0 1 0,6 3 0,0 0 0,0-1 0,0 1 0,1-1 0,-1-1 0,1 0 0,-1 0 0,1 0 0,12 0 0,-1-1 0,0 0 0,34-4 0,-41 0-1365,-3 0-5461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24575,'20'3'0,"0"1"0,-1 1 0,1 1 0,22 10 0,-31-12 0,0 2 0,-1 0 0,0 0 0,0 0 0,0 2 0,-1-1 0,0 1 0,12 14 0,-20-21 0,0 0 0,-1 0 0,1 0 0,0 0 0,0 0 0,-1 0 0,1 0 0,0 1 0,-1-1 0,1 0 0,-1 0 0,0 1 0,1-1 0,-1 0 0,0 1 0,0-1 0,0 0 0,0 1 0,0-1 0,0 0 0,0 1 0,0-1 0,-1 2 0,0-2 0,0 1 0,0-1 0,0 0 0,0 1 0,0-1 0,0 0 0,0 1 0,0-1 0,-1 0 0,1 0 0,0 0 0,-1 0 0,1 0 0,-1-1 0,1 1 0,-1 0 0,1-1 0,-3 1 0,2 0 0,-2 0 0,1 0 0,-1 0 0,1 1 0,0-1 0,0 1 0,-4 2 0,6-3 0,1-1 0,-1 1 0,1-1 0,-1 1 0,1-1 0,-1 1 0,1 0 0,-1-1 0,1 1 0,0 0 0,-1-1 0,1 1 0,0 0 0,0 0 0,-1-1 0,1 1 0,0 0 0,0 0 0,0-1 0,0 1 0,0 0 0,0 0 0,0 0 0,0-1 0,0 1 0,1 0 0,-1 0 0,0-1 0,0 1 0,1 0 0,-1-1 0,0 1 0,1 0 0,-1-1 0,2 2 0,1 3 0,2 0 0,-1 0 0,0-1 0,9 7 0,-6-5 0,0 0 0,9 11 0,-15-16 0,0 1 0,1-1 0,-1 1 0,0-1 0,-1 1 0,1-1 0,0 1 0,0 0 0,-1 0 0,1-1 0,-1 1 0,0 0 0,1 0 0,-1 0 0,0-1 0,0 1 0,0 3 0,-1-3 0,1-1 0,0 0 0,-1 0 0,0 0 0,1 0 0,-1 0 0,1 0 0,-1 0 0,0 0 0,0 0 0,0 0 0,1 0 0,-1 0 0,0-1 0,0 1 0,0 0 0,0-1 0,0 1 0,-1 0 0,1-1 0,0 1 0,0-1 0,0 0 0,0 1 0,-1-1 0,0 0 0,-6 1 0,1 0 0,0 0 0,-9-2 0,9 1 0,-29 0-1365,21-1-5461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1 0,-1-1 0,0 1 0,0-1 0,0 1 0,0 0 0,0 0 0,0 0 0,0 0 0,0 0 0,0 0 0,-1 1 0,1-1 0,0 1 0,-1-1 0,1 1 0,-1 0 0,0-1 0,1 1 0,-1 0 0,0 0 0,1 2 0,3 7 0,0 0 0,-1 0 0,4 14 0,-4-9 0,-2-10 0,1 1 0,-1-1 0,1 1 0,0-1 0,0 0 0,1 0 0,8 10 0,-9-13 0,-1 0 0,1-1 0,0 1 0,0-1 0,1 0 0,-1 0 0,0 0 0,1 0 0,-1-1 0,1 1 0,0-1 0,-1 0 0,1 0 0,0-1 0,7 2 0,27 0 0,73-6 0,-99 2-1365,-2-1-5461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24575,'7'28'0,"6"11"0,2 2 0,-1-2 0,0-4 0,0-3 0,-3-5 0,-3-4 0,0-4 0,-2-2 0,-1-5-8191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 24575,'7'0'0,"-1"0"0,1 1 0,0-1 0,0 1 0,0 1 0,0-1 0,0 1 0,-1 0 0,7 4 0,-12-6 0,-1 0 0,0 0 0,1 0 0,-1 0 0,1 0 0,-1 1 0,0-1 0,1 0 0,-1 0 0,0 0 0,1 1 0,-1-1 0,0 0 0,1 0 0,-1 1 0,0-1 0,0 0 0,1 1 0,-1-1 0,0 0 0,0 1 0,0-1 0,1 0 0,-1 1 0,0-1 0,0 1 0,0-1 0,0 0 0,0 1 0,0 0 0,-1-1 0,1 0 0,0 1 0,-1-1 0,1 1 0,-1-1 0,0 0 0,1 1 0,-1-1 0,1 0 0,-1 0 0,1 0 0,-1 1 0,1-1 0,-1 0 0,0 0 0,-27 3 0,27-3 0,-11 0-151,-1 0-1,1 0 0,0-1 0,-1-1 1,1 0-1,0-1 0,0 0 1,-19-8-1,23 7-6674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31 24575,'-12'-5'0,"-8"-2"0,-1 1 0,-1 1 0,1 1 0,2 2 0,1 1 0,2 3 0,1 1 0,0 3 0,3 0-8191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3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85 146 24575,'-1'4'0,"0"0"0,0 0 0,1 0 0,0 0 0,0 1 0,0-1 0,0 0 0,1 0 0,0 0 0,0 0 0,0 0 0,0 0 0,0 0 0,1 0 0,3 6 0,2 3 0,1 0 0,19 23 0,-25-33 0,3 3 0,0 0 0,0 0 0,0 0 0,1 0 0,11 7 0,-17-14 0,0 0 0,0 0 0,0 0 0,0 0 0,0-1 0,-1 1 0,1 0 0,0 0 0,-1 0 0,1 0 0,-1 0 0,0-2 0,-14-20 0,-24-28 0,-9-15 0,37 49 0,-1 0 0,2 0 0,0-1 0,1 0 0,-14-37 0,23 54 0,0 1 0,0-1 0,0 0 0,-1 1 0,1-1 0,0 1 0,0-1 0,0 0 0,0 1 0,0-1 0,0 1 0,0-1 0,0 0 0,0 1 0,1-1 0,-1 1 0,0-1 0,0 1 0,0-1 0,1 1 0,-1-1 0,1 0 0,-1 1 0,0-1 0,1 1 0,-1 0 0,1 0 0,-1 0 0,1 0 0,-1 0 0,1 0 0,-1-1 0,1 1 0,-1 0 0,1 0 0,-1 0 0,0 1 0,1-1 0,-1 0 0,1 0 0,-1 0 0,1 0 0,0 1 0,3 0 0,-1 1 0,1 0 0,0 0 0,5 4 0,46 43 0,11 8 0,-58-51 0,1 0 0,0-1 0,0 0 0,1 0 0,-1-1 0,13 4 0,-20-7 0,-1-1 0,1 1 0,0-1 0,-1 0 0,1 0 0,0 1 0,-1-1 0,1 0 0,0 0 0,-1-1 0,1 1 0,0 0 0,0 0 0,-1-1 0,1 1 0,-1-1 0,1 0 0,0 1 0,-1-1 0,1 0 0,-1 0 0,0 0 0,2-1 0,-1 0 0,0 0 0,-1-1 0,1 1 0,-1 0 0,1-1 0,-1 1 0,0-1 0,0 0 0,0 1 0,0-1 0,0 0 0,-1 1 0,1-5 0,1-37 0,-2 34 0,1-1 0,0 0 0,0 1 0,4-16 0,-5 25 0,0 0 0,1 0 0,-1 1 0,0-1 0,0 0 0,1 1 0,-1-1 0,0 1 0,1-1 0,-1 0 0,1 1 0,-1-1 0,1 1 0,-1-1 0,1 1 0,-1-1 0,1 1 0,0-1 0,0 1 0,-1 0 0,1 0 0,-1 0 0,1 0 0,-1 0 0,1 0 0,-1 0 0,1 0 0,-1 0 0,1 0 0,-1 0 0,1 0 0,-1 0 0,0 0 0,1 1 0,-1-1 0,1 0 0,-1 0 0,1 1 0,-1-1 0,4 3 0,-1 0 0,0 0 0,0 0 0,5 7 0,-5-5 0,78 110 0,-41-57 0,-25-35-341,0 1 0,-2 0-1,17 41 1,-25-51-6485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8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24575,'0'0'0,"0"-1"0,1 1 0,-1 0 0,0 0 0,0 0 0,0 0 0,1-1 0,-1 1 0,0 0 0,0 0 0,0 0 0,1 0 0,-1 0 0,0 0 0,0 0 0,1 0 0,-1 0 0,0 0 0,0 0 0,1 0 0,-1 0 0,0 0 0,0 0 0,1 0 0,-1 0 0,0 0 0,0 0 0,1 0 0,-1 0 0,0 0 0,0 0 0,1 1 0,6 7 0,1 13 0,-3-2 0,3 39 0,-5-26 0,29 157 0,-31-184-195,0-1 0,-1 1 0,1 0 0,-1-1 0,0 1 0,-2 9 0,-1-5-6631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49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51 24575,'-12'-9'0,"-1"1"0,0 1 0,0 0 0,-15-5 0,23 10 0,-1 1 0,1-1 0,-1 1 0,1 1 0,-1-1 0,1 1 0,-1-1 0,1 2 0,-1-1 0,0 1 0,1-1 0,-1 2 0,-9 2 0,6-1 0,1 1 0,0 0 0,-1 0 0,2 0 0,-1 1 0,0 0 0,1 1 0,-8 7 0,13-11 0,0 0 0,1 0 0,-1 0 0,0 0 0,1 0 0,-1 1 0,1-1 0,0 0 0,0 1 0,0-1 0,0 1 0,0 0 0,0-1 0,1 1 0,0-1 0,-1 1 0,1 0 0,0 0 0,0-1 0,0 1 0,1 0 0,-1-1 0,0 1 0,1 0 0,0-1 0,0 1 0,0-1 0,0 1 0,0-1 0,0 0 0,1 1 0,1 2 0,1-1 0,-1 1 0,1-1 0,1 1 0,-1-1 0,1-1 0,-1 1 0,1-1 0,0 1 0,0-1 0,0-1 0,1 1 0,-1-1 0,1 0 0,9 2 0,-3-1 0,0-1 0,0 0 0,0-1 0,0-1 0,0 1 0,14-3 0,-23 2 4,0-1 0,0 1-1,-1-1 1,1 1 0,0-1 0,-1 0-1,1 0 1,-1 0 0,1-1 0,-1 1-1,0 0 1,1-1 0,-1 0 0,0 1-1,0-1 1,0 0 0,0 0 0,0 0-1,-1 0 1,1-1 0,-1 1 0,1 0-1,-1-1 1,0 1 0,0-1 0,0 1-1,0-1 1,0 1 0,-1-1 0,1 0-1,0-3 1,-1 1-103,0-1 0,0 1 0,0-1 0,0 1 0,-1 0 0,0-1 0,0 1 0,-1 0 0,1 0 0,-1 0 0,0 0 0,-1 0 0,1 0 0,-7-9 0,1 4-6727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1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24575,'0'-7'0,"0"2"0,-1 1 0,2-1 0,-1 0 0,0 0 0,1 1 0,0-1 0,3-7 0,-4 12 0,0 0 0,0 0 0,0-1 0,0 1 0,0 0 0,0 0 0,0 0 0,0 0 0,0 0 0,0-1 0,0 1 0,0 0 0,0 0 0,0 0 0,0 0 0,0 0 0,1 0 0,-1 0 0,0-1 0,0 1 0,0 0 0,0 0 0,0 0 0,0 0 0,0 0 0,1 0 0,-1 0 0,0 0 0,0 0 0,0 0 0,0 0 0,0 0 0,0 0 0,1 0 0,-1 0 0,0 0 0,0 0 0,0 0 0,3 5 0,-1 11 0,0 188 0,-3-105 0,2-55 0,12 75 0,19 42 0,-10-59 0,-8-38 0,5 22 0,-18-82-91,0 1 0,-1 0 0,1 0 0,-1 0 0,0 0 0,0 0 0,-1 0 0,1 0 0,-1 0 0,0-1 0,-1 1 0,1 0 0,-1 0 0,-2 4 0,-2 1-6735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2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215 121 24575,'-14'-12'0,"-63"-48"0,64 51 0,0 0 0,-1 1 0,-27-11 0,39 19 0,1-1 0,0 0 0,0 1 0,-1-1 0,1 1 0,0 0 0,-1 0 0,1-1 0,0 1 0,-1 0 0,1 0 0,0 0 0,-1 0 0,1 0 0,0 1 0,-1-1 0,1 0 0,0 1 0,0-1 0,-1 1 0,1-1 0,0 1 0,0-1 0,-2 2 0,2 0 0,0-1 0,0 1 0,0-1 0,0 1 0,0-1 0,1 1 0,-1 0 0,1-1 0,-1 1 0,1 0 0,0 0 0,-1-1 0,1 1 0,0 0 0,0-1 0,0 1 0,1 0 0,0 2 0,0 5 0,1-1 0,1 0 0,-1 0 0,1 0 0,1 0 0,0 0 0,0-1 0,5 8 0,-5-9 0,0-1 0,-1 0 0,2 0 0,-1-1 0,0 1 0,1-1 0,0 0 0,0 0 0,0 0 0,1-1 0,8 4 0,-10-5 0,-1-1 0,0 0 0,0 0 0,1-1 0,-1 1 0,0-1 0,1 1 0,-1-1 0,1 0 0,-1-1 0,0 1 0,1 0 0,-1-1 0,5-1 0,-5 1 0,-1 0 0,0 0 0,-1-1 0,1 1 0,0 0 0,0-1 0,0 1 0,-1-1 0,1 1 0,-1-1 0,1 0 0,-1 0 0,0 0 0,0 0 0,0 0 0,0 0 0,0 0 0,0 0 0,0 0 0,0 0 0,-1 0 0,1-4 0,0-1 0,0 1 0,0-1 0,-1 0 0,0 0 0,0 0 0,0 0 0,-1 0 0,-3-13 0,3 17 0,0 1 0,0-1 0,0 1 0,-1 0 0,1-1 0,0 1 0,-1 0 0,0 0 0,1 0 0,-1 0 0,0 0 0,0 0 0,0 0 0,0 1 0,0-1 0,-1 1 0,1 0 0,0-1 0,-1 1 0,1 0 0,-1 0 0,1 0 0,-1 1 0,1-1 0,-6 0 0,-6 0-1365,1 1-5461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16 24575,'0'-1'0,"0"0"0,0 0 0,0 0 0,-1 0 0,1 0 0,0 0 0,-1 0 0,1 0 0,-1 0 0,1 0 0,-1 1 0,0-1 0,1 0 0,-1 0 0,-1-1 0,2 3 0,-1-1 0,1 0 0,0 0 0,-1 1 0,1-1 0,0 0 0,-1 1 0,1-1 0,0 0 0,0 1 0,-1-1 0,1 0 0,0 1 0,0-1 0,0 1 0,0-1 0,0 1 0,-1-1 0,1 0 0,0 1 0,0-1 0,0 1 0,0 0 0,-2 37 0,5 29 0,20 118 0,-19-163 0,2 1 10,-5-19-163,0-1 0,0 1 1,0 0-1,0 0 0,-1 0 0,1-1 1,-1 1-1,0 6 0,-3-2-6673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4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118 136 24575,'-9'-22'0,"5"12"0,0-1 0,-1 0 0,0 1 0,0 0 0,-1 1 0,-1-1 0,1 1 0,-10-9 0,16 17 0,-1 0 0,0 1 0,0-1 0,0 0 0,1 1 0,-1-1 0,0 1 0,0-1 0,0 1 0,0-1 0,0 1 0,0 0 0,0 0 0,0-1 0,0 1 0,0 0 0,0 0 0,0 0 0,0 0 0,0 0 0,0 0 0,0 0 0,0 0 0,-1 1 0,1-1 0,0 0 0,1 1 0,-1-1 0,0 1 0,0-1 0,0 1 0,0-1 0,0 1 0,0-1 0,0 1 0,1 0 0,-1 0 0,0-1 0,1 1 0,-1 0 0,0 0 0,1 0 0,-1 0 0,1 0 0,-1 1 0,-1 0 0,1 1 0,0 0 0,-1 0 0,1 0 0,0-1 0,1 1 0,-1 0 0,0 0 0,1 0 0,0 0 0,-1 1 0,1-1 0,0 0 0,1 5 0,0-6 0,0 0 0,0 0 0,0 0 0,0 0 0,0 0 0,1-1 0,-1 1 0,1 0 0,-1-1 0,1 1 0,-1-1 0,1 1 0,0-1 0,0 0 0,-1 1 0,1-1 0,0 0 0,0 0 0,3 0 0,-1 1 0,0-1 0,0 0 0,1 0 0,-1-1 0,0 1 0,1-1 0,-1 0 0,0 0 0,9-1 0,-10 0 0,0 1 0,-1-1 0,1 0 0,0 0 0,0 0 0,-1 0 0,1 0 0,-1-1 0,1 1 0,-1-1 0,1 1 0,-1-1 0,0 0 0,3-3 0,-4 3 0,0 1 0,0-1 0,0 0 0,0 1 0,-1-1 0,1 0 0,0 0 0,-1 1 0,1-1 0,-1 0 0,0 0 0,0 0 0,0 0 0,1 0 0,-2 0 0,1 0 0,0 1 0,0-1 0,-1 0 0,1 0 0,-1 0 0,1 0 0,-3-3 0,2 3 0,0 0 0,0-1 0,-1 1 0,1 0 0,-1 0 0,0-1 0,1 1 0,-1 1 0,0-1 0,0 0 0,0 0 0,-1 1 0,1-1 0,0 1 0,-1 0 0,1-1 0,-1 1 0,1 0 0,-4 0 0,0-1 0,-1 1 0,1 0 0,0 1 0,-1-1 0,1 1 0,-13 2 0,18-2 0,0 0 0,0 0 0,0 0 0,0 0 0,0 0 0,0 0 0,-1 1 0,1-1 0,0 0 0,0 1 0,0-1 0,0 1 0,0-1 0,0 1 0,1-1 0,-1 1 0,0 0 0,0-1 0,0 1 0,0 0 0,1 0 0,-1 0 0,0 0 0,1-1 0,-1 1 0,1 0 0,-1 0 0,1 0 0,-1 0 0,1 0 0,0 0 0,0 0 0,-1 1 0,1-1 0,0 0 0,0 0 0,0 1 0,0 0 0,1 0 0,-1 1 0,1-1 0,0 0 0,0 0 0,-1 0 0,1 0 0,1-1 0,-1 1 0,0 0 0,0 0 0,1-1 0,-1 1 0,1 0 0,-1-1 0,1 0 0,0 1 0,1 0 0,1 0 24,-1 0 0,1 0 0,-1-1 0,8 3 0,-10-3-92,0-1 1,0 0-1,0 0 1,0 1-1,0-1 1,0 0-1,0 0 1,0 0-1,1 0 1,-1 0-1,0-1 1,0 1-1,0 0 1,0 0-1,0-1 1,0 1-1,0 0 1,0-1-1,0 1 1,0-1-1,1-1 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24575,'0'23'0,"1"1"0,7 32 0,26 200 0,-32-171 0,-1-40 0,6 49 0,-4-66 0,-1 35 0,0 3 0,0-45 0,11 39 0,1 6 0,-8-30 0,-2-15 0,1 40 0,-4-43 0,5 30 0,-3-30 0,2 30 0,-5-19-1365,-1-16-5461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6:58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240 183 24575,'-18'-29'0,"-62"-91"0,78 117 0,-1 0 0,0 0 0,-1 1 0,1-1 0,0 0 0,-1 1 0,1 0 0,-1 0 0,0 0 0,0 0 0,1 1 0,-1 0 0,0-1 0,-1 1 0,1 1 0,0-1 0,0 1 0,0-1 0,0 1 0,0 0 0,-1 1 0,1-1 0,0 1 0,0 0 0,0 0 0,0 0 0,0 0 0,0 1 0,-4 1 0,7-2 0,-1 0 0,0 0 0,1 1 0,-1-1 0,0 0 0,1 1 0,0-1 0,-1 1 0,1-1 0,0 1 0,0 0 0,0-1 0,0 1 0,0 0 0,0 0 0,1 0 0,-1-1 0,0 1 0,1 0 0,0 0 0,-1 0 0,1 0 0,0 0 0,0 0 0,0 0 0,0 0 0,1 0 0,-1 0 0,0 0 0,1 3 0,1 0 0,0 1 0,-1-1 0,2 0 0,-1 0 0,0 1 0,1-2 0,0 1 0,0 0 0,6 6 0,-3-5 0,0-1 0,0 1 0,1-1 0,0-1 0,0 1 0,0-1 0,0 0 0,1-1 0,0 0 0,-1 0 0,1 0 0,13 1 0,-20-3 0,1-1 0,-1 0 0,1 0 0,-1 0 0,1 0 0,-1 0 0,0 0 0,1 0 0,-1-1 0,1 1 0,-1-1 0,0 1 0,1-1 0,-1 1 0,0-1 0,1 0 0,-1 1 0,0-1 0,0 0 0,0 0 0,2-1 0,-1-1 0,-1 1 0,1 0 0,-1-1 0,1 1 0,-1-1 0,0 1 0,0-1 0,0 0 0,-1 1 0,2-5 0,-1-2 0,0 0 0,-1 0 0,0 1 0,0-1 0,-1 0 0,-2-11 0,2 18 0,1 0 0,-1-1 0,1 1 0,-1 0 0,0-1 0,0 1 0,0 0 0,0 0 0,-1 0 0,1 0 0,0 0 0,-1 0 0,0 0 0,1 1 0,-1-1 0,0 1 0,0-1 0,0 1 0,0-1 0,0 1 0,0 0 0,0 0 0,0 0 0,0 0 0,-1 0 0,1 1 0,0-1 0,-1 1 0,1-1 0,0 1 0,-1 0 0,1 0 0,-1 0 0,1 0 0,0 1 0,-1-1 0,-4 2 0,3-1 8,0 0-1,-1 0 1,1 1-1,0 0 1,0 0-1,0 0 1,0 0-1,0 1 1,0-1-1,1 1 1,-1 0-1,1 0 1,0 0-1,0 1 1,-4 5-1,3-3-142,1-1 0,0 1 0,0 0 0,0 0 0,1 0 0,0 1 0,0-1 0,1 0 0,0 1 0,-1 7 0,1-2-6691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8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6 24575,'-1'0'0,"1"0"0,0 0 0,0 0 0,0 0 0,0 0 0,0 0 0,0-1 0,0 1 0,0 0 0,0 0 0,0 0 0,0 0 0,0-1 0,0 1 0,0 0 0,0 0 0,0 0 0,0 0 0,0 0 0,0-1 0,0 1 0,0 0 0,0 0 0,0 0 0,0 0 0,0 0 0,1-1 0,-1 1 0,0 0 0,0 0 0,0 0 0,0 0 0,0 0 0,0 0 0,0 0 0,1-1 0,-1 1 0,0 0 0,0 0 0,0 0 0,0 0 0,0 0 0,1 0 0,-1 0 0,0 0 0,0 0 0,0 0 0,0 0 0,0 0 0,1 0 0,-1 0 0,0 0 0,0 0 0,0 0 0,0 0 0,0 0 0,1 0 0,-1 0 0,0 0 0,0 0 0,0 0 0,0 0 0,1 1 0,5 8 0,24 150 0,-11-41 0,-13-75 0,-3-23 0,2 35 0,-4-45 0,0 0 0,4 18 0,2 13 0,0 18 0,-3-39 0,1 34 0,-7 14 0,3 56 0,6-75 0,-3-31 0,0 33 0,-4-19 0,0-4 0,1 1 0,7 44 0,-6-53 0,0 0 0,-1 36 0,0 10 0,6-26 0,-4-29 0,-1 0 0,1 16 0,-3 30 0,0-26 0,0-1 0,8 45 0,0-26 0,-6-30 0,1 0 0,10 35 0,-11-51-136,-1 0-1,0 0 1,-1-1-1,1 1 1,0 0-1,-1 0 1,0 0-1,0 0 0,0 5 1,-2 0-6690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09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306 222 24575,'0'-10'0,"-1"0"0,0 0 0,0 0 0,-1 0 0,0 1 0,-1-1 0,0 1 0,-5-11 0,6 14 0,-1 2 0,0-1 0,0 0 0,0 1 0,0-1 0,-1 1 0,0 0 0,0 0 0,0 0 0,0 1 0,-1-1 0,1 1 0,-1 0 0,0 0 0,-10-3 0,1 2 0,0 0 0,-1 1 0,0 1 0,1 1 0,-1 0 0,0 1 0,-28 3 0,39-2 0,0 0 0,1 0 0,-1 0 0,1 0 0,-1 1 0,1-1 0,0 1 0,-1 0 0,1 0 0,0 0 0,0 0 0,0 1 0,1-1 0,-1 1 0,0 0 0,-3 6 0,5-8 0,-1 1 0,1 0 0,0-1 0,0 1 0,0 0 0,1 0 0,-1 0 0,0 0 0,1 0 0,-1 0 0,1 0 0,0 0 0,0 0 0,-1 0 0,1 0 0,0 0 0,1 0 0,-1 0 0,0 0 0,1 0 0,-1 0 0,1 0 0,-1-1 0,1 1 0,0 0 0,0 0 0,0 0 0,0-1 0,0 1 0,0 0 0,1-1 0,1 3 0,5 2 0,0 1 0,0-1 0,1 0 0,0-1 0,0 0 0,0 0 0,1-1 0,-1 0 0,1-1 0,0 0 0,0-1 0,1 0 0,-1 0 0,19 0 0,-26-2 0,1-1 0,0 1 0,-1-1 0,1 0 0,-1 0 0,1 0 0,-1-1 0,0 1 0,1-1 0,-1 0 0,0 0 0,0 0 0,0 0 0,0 0 0,4-5 0,-3 3 0,-1 0 0,0-1 0,0 1 0,0-1 0,-1 1 0,1-1 0,-1 0 0,0 0 0,-1 0 0,3-7 0,-3 6 0,0 1 0,-1 0 0,1-1 0,-1 1 0,0-1 0,-1 1 0,1 0 0,-1-1 0,0 1 0,-2-7 0,2 9 0,-1-1 0,1 1 0,-1 0 0,0-1 0,0 1 0,0 0 0,0 0 0,0 0 0,-1 0 0,1 1 0,-1-1 0,0 1 0,0-1 0,0 1 0,-4-2 0,2 2-80,0 0 0,1 1-1,-1 0 1,0 0 0,0 0-1,0 0 1,0 1 0,0 0-1,0 0 1,1 1 0,-1-1 0,0 1-1,0 0 1,0 0 0,0 0-1,-6 4 1,-7 1-6746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1.1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31 24575,'7'-5'0,"6"-1"0,2-1 0,2 2 0,0 2 0,2 0 0,1 2 0,2 1 0,2 0 0,1 2 0,3 2 0,3 2 0,2 3 0,3 2 0,0-1 0,-1-2 0,-4 1 0,-7-3-8191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2.3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24575,'0'0'0,"1"0"0,0 0 0,-1 1 0,1-1 0,0 0 0,-1 1 0,1-1 0,-1 1 0,1-1 0,-1 0 0,1 1 0,-1 0 0,1-1 0,-1 1 0,1-1 0,-1 1 0,1-1 0,-1 1 0,0 0 0,1 0 0,6 16 0,-6-15 0,4 14 0,6 31 0,-2-3 0,8 20 0,10 79 0,-11-41 0,-16-96 0,1 0 0,0-1 0,1 1 0,3 8 0,-4-14 0,1-5 0,1-12 0,-1 4 0,0 10 0,-1-1 0,0 0 0,1 0 0,0 1 0,0-1 0,0 1 0,0-1 0,0 1 0,1 0 0,-1 0 0,1 0 0,4-4 0,-5 6 0,1-1 0,-1 1 0,1-1 0,-1 1 0,1 0 0,-1 0 0,1 0 0,0 0 0,0 0 0,-1 1 0,1-1 0,0 1 0,0 0 0,0 0 0,0 0 0,-1 0 0,1 0 0,3 1 0,3 1 0,0 1 0,-1 0 0,1 0 0,-1 1 0,15 8 0,37 30 0,-37-26 0,-19-12-101,0-2-26,0 1 1,1 0 0,-1 0-1,-1 1 1,1-1-1,0 1 1,-1 0 0,0 0-1,5 7 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3.2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190 28 24575,'-68'-12'0,"43"6"0,-40-3 0,64 9 0,-1 0 0,0 0 0,1 0 0,-1 0 0,0 0 0,1 0 0,-1 0 0,0 1 0,1-1 0,-1 1 0,1-1 0,-1 1 0,1 0 0,-3 1 0,3-2 0,1 1 0,-1 0 0,1 0 0,-1-1 0,1 1 0,-1 0 0,1 0 0,0 0 0,-1-1 0,1 1 0,0 0 0,0 0 0,-1 0 0,1 0 0,0 0 0,0 0 0,0 0 0,0-1 0,0 1 0,0 0 0,0 0 0,1 0 0,-1 0 0,0 0 0,0 0 0,1-1 0,0 3 0,6 13 0,0 0 0,17 26 0,-13-24 0,13 29 0,-12-12 0,-2-1 0,-2 1 0,7 62 0,-10-61 0,-2-11 0,-2 30 0,1 4 0,-2-57 0,1-1 0,-1 1 0,1 0 0,-1-1 0,1 1 0,0-1 0,0 1 0,0-1 0,0 1 0,0-1 0,0 1 0,0-1 0,0 0 0,0 0 0,0 0 0,1 1 0,-1-1 0,1 0 0,-1-1 0,1 1 0,-1 0 0,1 0 0,-1-1 0,1 1 0,0 0 0,1-1 0,7 3 0,0-1 0,0 0 0,13 0 0,-15-2 0,57 8 30,43 1-1425,-95-9-5431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89 24575,'1'-2'0,"0"0"0,-1-1 0,1 1 0,0 1 0,0-1 0,1 0 0,-1 0 0,0 0 0,3-2 0,-4 4 0,0 0 0,1-1 0,-1 1 0,0 0 0,1 0 0,-1 0 0,0-1 0,1 1 0,-1 0 0,0 0 0,1 0 0,-1 0 0,1 0 0,-1 0 0,0 0 0,1 0 0,-1 0 0,1 0 0,-1 0 0,0 0 0,1 0 0,0 0 0,0 1 0,-1-1 0,1 1 0,0-1 0,-1 0 0,1 1 0,0 0 0,-1-1 0,1 1 0,-1-1 0,1 1 0,-1 0 0,0-1 0,1 1 0,0 1 0,2 5 0,0 1 0,-1 0 0,1 0 0,-1 0 0,1 12 0,-2-12 0,0 1 0,1-1 0,1 1 0,5 13 0,-8-21 0,1 0 0,0 0 0,-1 0 0,1 0 0,0 1 0,0-1 0,0 0 0,0 0 0,0 0 0,0-1 0,0 1 0,0 0 0,0 0 0,0-1 0,1 1 0,-1 0 0,0-1 0,0 1 0,1-1 0,-1 0 0,0 1 0,1-1 0,-1 0 0,1 0 0,-1 0 0,0 0 0,1 0 0,-1 0 0,0 0 0,1 0 0,0-1 0,0 0 0,0 1 0,0-1 0,0 0 0,-1 0 0,1 1 0,0-1 0,0 0 0,-1-1 0,1 1 0,-1 0 0,1 0 0,-1-1 0,0 1 0,0-1 0,1 1 0,-1-1 0,0 1 0,0-1 0,0 0 0,-1 0 0,2-2 0,-1 0 0,0 0 0,0 0 0,-1 0 0,1 0 0,-1 0 0,0 0 0,0 0 0,0 0 0,-1 0 0,0 0 0,1 0 0,-3-5 0,-1 0 0,0 0 0,0 1 0,-9-13 0,-6-11 0,17 28 0,1 1 0,0 0 0,-1-1 0,2 1 0,-1-1 0,-1-5 0,2 9 0,0-1 0,0 1 0,0-1 0,0 1 0,0-1 0,0 1 0,0-1 0,0 1 0,1 0 0,-1-1 0,0 1 0,0-1 0,0 1 0,0-1 0,1 1 0,-1 0 0,0-1 0,0 1 0,1-1 0,-1 1 0,0 0 0,1-1 0,0 1 0,-1 0 0,1 0 0,0-1 0,0 1 0,-1 0 0,1 0 0,0 1 0,-1-1 0,1 0 0,0 0 0,-1 0 0,1 0 0,0 1 0,-1-1 0,1 0 0,0 0 0,-1 1 0,1-1 0,-1 1 0,2 0 0,7 6 0,1 0 0,-1 1 0,-1 0 0,14 17 0,-15-16 0,0-1 0,0 0 0,1-1 0,0 0 0,1 0 0,13 8 0,-16-11 0,0-1 0,1 0 0,-1 0 0,1-1 0,0 1 0,7 0 0,-12-3 0,0 1 0,-1-1 0,1 0 0,0 0 0,0 0 0,-1-1 0,1 1 0,0 0 0,-1-1 0,1 1 0,0-1 0,-1 1 0,1-1 0,-1 0 0,1 0 0,-1 0 0,1 0 0,-1 0 0,1 0 0,-1 0 0,0 0 0,0 0 0,1-1 0,-1 1 0,0-1 0,0 1 0,-1 0 0,1-1 0,0 0 0,1-2 0,0-4 0,0 0 0,0 0 0,-1-1 0,0 1 0,-1-1 0,0 1 0,0-1 0,-2-9 0,2 9 0,0 18 0,0-3 0,0 0 0,0 0 0,1 0 0,-1 0 0,1 0 0,1 0 0,2 8 0,4 0 24,0 0-1,2 0 1,-1-1 0,14 15-1,-12-16-319,-1 0-1,0 1 0,-1 0 1,10 20-1,-14-20-6529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4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429 46 24575,'-30'-5'0,"-16"-2"0,-3 1 0,0-2 0,6 1 0,6 2 0,6 1 0,4 2 0,4 1 0,0 0 0,2 1 0,2 1 0,2-1 0,4 0-8191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24575,'43'-1'0,"46"2"0,-87-1 0,1 0 0,-1 0 0,0 0 0,0 1 0,0-1 0,0 1 0,0-1 0,0 1 0,-1 0 0,1 0 0,0 0 0,0 0 0,0 0 0,-1 0 0,1 0 0,0 1 0,-1-1 0,3 3 0,-3-2 0,-1-1 0,1 1 0,-1-1 0,1 1 0,-1 0 0,1 0 0,-1-1 0,0 1 0,0 0 0,0 0 0,0-1 0,0 1 0,0 0 0,0-1 0,-1 1 0,1 0 0,0 0 0,-1-1 0,0 1 0,1-1 0,-1 1 0,-1 1 0,-16 26 0,12-21 0,1 0 0,1 0 0,-1 0 0,1 0 0,-4 12 0,8-18 0,-1-1 0,1 1 0,-1 0 0,1 0 0,0 0 0,0 0 0,0-1 0,0 1 0,0 0 0,1 0 0,-1 0 0,0 0 0,1-1 0,-1 1 0,1 0 0,0 0 0,0-1 0,-1 1 0,1 0 0,0-1 0,0 1 0,1-1 0,-1 1 0,0-1 0,0 0 0,1 0 0,-1 1 0,1-1 0,-1 0 0,1 0 0,2 1 0,0 0 0,0 0 0,0-1 0,0 1 0,1-1 0,-1 0 0,1 0 0,-1 0 0,8 0 0,40-3 0,-24 1 0,-10 1-100,-9 0-111,0 0 0,0-1 0,0 1 1,0-2-1,10-2 0,-9 1-6615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15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24575,'22'-2'0,"0"-1"0,25 0 0,-41 3 0,-1 0 0,1 0 0,0 1 0,-1 0 0,1 0 0,-1 1 0,1-1 0,-1 1 0,9 4 0,-12-4 0,0-1 0,0 1 0,0 0 0,0 0 0,0 0 0,0 0 0,-1 0 0,1 0 0,-1 0 0,1 0 0,-1 1 0,0-1 0,0 0 0,0 1 0,0-1 0,-1 1 0,1 0 0,0-1 0,-1 1 0,0 2 0,1 8 0,-1 0 0,-3 26 0,0-10 0,3-28 0,0 10 0,-1 0 0,1 0 0,1-1 0,0 1 0,0 0 0,1-1 0,6 17 0,99 240 0,-104-260 0,-1 1 0,1-1 0,-1 1 0,-1 0 0,1-1 0,-1 1 0,-1 0 0,0 11 0,0-15 0,0-1 0,-1 0 0,0 0 0,0 1 0,0-1 0,0 0 0,0 0 0,-1 0 0,1 0 0,-1 0 0,0 0 0,0 0 0,0-1 0,0 1 0,0-1 0,0 0 0,-1 1 0,1-1 0,-1 0 0,0 0 0,0 0 0,-3 1 0,-1 0-227,0 0-1,0-1 1,0 1-1,-1-2 1,-9 3-1,1-2-6598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0,0 0 0,0 0 0,0 0 0,0 0 0,0 0 0,0 0 0,0 0 0,0 0 0,0 0 0,0 0 0,0 0 0,0 0 0,0 0 0,0-1 0,0 1 0,0 0 0,0 0 0,0 0 0,0 0 0,0 0 0,0 0 0,0 0 0,0 0 0,0 0 0,0 0 0,0 0 0,0 0 0,1 0 0,-1 0 0,0 0 0,0 0 0,0 0 0,0 0 0,0-1 0,0 1 0,0 0 0,0 0 0,0 0 0,0 0 0,0 0 0,0 0 0,0 0 0,0 0 0,1 0 0,-1 0 0,0 0 0,0 0 0,0 0 0,0 0 0,0 0 0,0 0 0,0 0 0,0 1 0,0-1 0,0 0 0,0 0 0,0 0 0,0 0 0,1 0 0,4 5 0,5 8 0,5 13 0,-2 1 0,0 1 0,-2 0 0,9 34 0,22 122 0,-22-87 0,36 114 0,-55-208 0,0 1 0,0-1 0,1 1 0,0-1 0,1 3 0,-2-5 0,-1-1 0,0 0 0,0 1 0,0-1 0,1 0 0,-1 0 0,0 1 0,0-1 0,1 0 0,-1 0 0,0 0 0,1 1 0,-1-1 0,0 0 0,0 0 0,1 0 0,-1 0 0,0 0 0,1 0 0,-1 0 0,0 0 0,1 1 0,-1-1 0,1 0 0,0-1 0,-1 1 0,1-1 0,-1 1 0,1 0 0,-1-1 0,1 1 0,-1-1 0,1 1 0,-1-1 0,1 1 0,-1-1 0,0 0 0,1 1 0,-1-1 0,0 1 0,1-1 0,-1 0 0,0 0 0,6-18 0,-1 0 0,6-37 0,-8 35 0,1 1 0,9-30 0,-12 48 0,0-1 0,0 1 0,0 0 0,0 0 0,0 0 0,0 0 0,1 0 0,-1 0 0,1 0 0,0 0 0,-1 1 0,1-1 0,0 1 0,0-1 0,0 1 0,0 0 0,3-2 0,-1 2 0,-1 0 0,1 0 0,-1 0 0,1 0 0,-1 1 0,1 0 0,-1 0 0,1 0 0,0 0 0,5 1 0,3 2 0,1 0 0,0 1 0,-1 0 0,0 1 0,14 8 0,-10-4 0,-1 0 0,0 1 0,0 1 0,16 15 0,-22-17 0,0 0 0,0 1 0,-1 0 0,-1 0 0,0 1 0,11 21 0,-17-30-105,0 0 0,0 0 0,0 0 0,-1 0 0,1 0 0,-1 1 0,1-1 0,-1 0 0,0 0 0,0 1 0,0-1 0,-1 3 0,-1 4-6721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14 24575,'-120'-7'0,"-11"0"0,125 7 0,1 1 0,-1-1 0,0 1 0,1 0 0,-1 0 0,1 1 0,-11 4 0,14-6 0,1 1 0,0 0 0,-1 0 0,1-1 0,0 1 0,0 0 0,0 0 0,-1 0 0,1 1 0,0-1 0,1 0 0,-1 0 0,0 0 0,0 1 0,0-1 0,1 0 0,-1 1 0,1-1 0,-1 1 0,1-1 0,-1 1 0,1-1 0,0 1 0,0-1 0,0 1 0,0-1 0,0 1 0,0-1 0,0 1 0,0-1 0,1 1 0,-1-1 0,1 3 0,4 7 0,0-1 0,0 0 0,1 0 0,0-1 0,1 0 0,13 16 0,-1-2 0,-7-7 0,-1 1 0,0 1 0,-2 0 0,0 0 0,-1 1 0,-1 0 0,7 30 0,-1 14 0,5 66 0,2 11 0,2 11 0,-15-97 0,-6-44 0,-1-6 0,1 0 0,-1-1 0,1 1 0,0 0 0,0-1 0,1 5 0,-1-7 0,0 0 0,0 0 0,-1 0 0,1 0 0,0 0 0,0 0 0,0 0 0,0 0 0,0 0 0,0 0 0,0-1 0,0 1 0,1 0 0,-1-1 0,0 1 0,0-1 0,1 1 0,-1-1 0,0 1 0,0-1 0,2 0 0,14 2 0,-1-2 0,0 0 0,1-1 0,-1 0 0,24-6 0,-15 3 0,30-1 0,-43 5-80,-5 0-241,-1 0 0,0-1-1,10-1 1,-6-1-6505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6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13 152 24575,'0'-1'0,"1"1"0,0-1 0,-1 1 0,1-1 0,0 1 0,0-1 0,-1 1 0,1-1 0,0 1 0,0 0 0,0 0 0,0-1 0,-1 1 0,1 0 0,0 0 0,0 0 0,0 0 0,0 0 0,0 0 0,0 0 0,-1 0 0,1 1 0,0-1 0,0 0 0,0 0 0,0 1 0,-1-1 0,1 0 0,0 1 0,0-1 0,-1 1 0,1-1 0,0 1 0,-1-1 0,1 1 0,0 0 0,-1-1 0,1 1 0,-1 0 0,1 0 0,4 5 0,-1 0 0,0 0 0,6 11 0,-9-15 0,34 71 0,19 33 0,-46-88 0,-9-15 0,-7-10 0,-3-8 0,0-1 0,-13-24 0,1 0 0,9 18 0,1-2 0,1 0 0,2 0 0,0-1 0,1 0 0,-8-45 0,16 68 0,1 0 0,0 0 0,0 0 0,0 0 0,0-1 0,0 1 0,0 0 0,0 0 0,1 0 0,-1 0 0,1 0 0,0-3 0,0 4 0,-1 1 0,0-1 0,1 1 0,-1-1 0,0 1 0,1 0 0,-1-1 0,1 1 0,-1-1 0,1 1 0,-1 0 0,1-1 0,-1 1 0,1 0 0,-1 0 0,1-1 0,-1 1 0,1 0 0,0 0 0,0 0 0,0 0 0,1 0 0,-1 0 0,0 0 0,0 0 0,0 1 0,0-1 0,0 0 0,1 1 0,-1-1 0,0 0 0,0 1 0,1 0 0,10 7 0,-1 0 0,0 1 0,19 19 0,-17-15 0,25 18 0,-30-25 0,0 0 0,1-1 0,-1-1 0,1 0 0,0 0 0,14 4 0,-21-8 0,1 1 0,-1 0 0,1-1 0,-1 0 0,1 0 0,-1 1 0,1-2 0,-1 1 0,1 0 0,-1 0 0,1-1 0,-1 1 0,1-1 0,-1 0 0,0 0 0,1 0 0,-1 0 0,0 0 0,0 0 0,0-1 0,1 1 0,-1-1 0,-1 0 0,1 1 0,0-1 0,0 0 0,-1 0 0,1 0 0,2-4 0,-1-2 0,0 1 0,0-1 0,0 0 0,-1 0 0,0 0 0,-1 0 0,0 0 0,0 0 0,-1-12 0,2-4 0,1 9 0,1 12 0,1 8 0,32 67 0,-26-47 0,16 26 0,-11-26 0,55 83 0,-52-79-1365,-12-17-5461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24575,'-23'7'0,"-12"3"0,-5 0 0,-2-3 0,3-1 0,2-3 0,2-1 0,3-1 0,1-1 0,1-3 0,-2-1 0,0 1 0,-1-3 0,4 1 0,7 0-8191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24575,'39'-1'0,"33"1"0,-64 1 0,0 0 0,1 0 0,-1 0 0,0 1 0,0 1 0,10 4 0,-16-7 0,0 1 0,0 0 0,-1 0 0,1 0 0,-1 0 0,1 1 0,-1-1 0,1 0 0,-1 0 0,1 1 0,-1-1 0,0 1 0,0 0 0,0-1 0,0 1 0,0 0 0,0-1 0,-1 1 0,1 0 0,0 0 0,-1 0 0,1 0 0,-1 3 0,0 1 0,0 1 0,0 0 0,-1 0 0,0-1 0,-3 10 0,-3 16 0,7-26 0,-1 0 0,-1 0 0,1 0 0,-1 0 0,0 0 0,0-1 0,-1 1 0,-5 9 0,8-15 0,-1 1 0,1 0 0,-1-1 0,1 1 0,-1 0 0,1-1 0,0 1 0,-1 0 0,1 0 0,0 0 0,0-1 0,0 1 0,-1 0 0,1 0 0,0 0 0,0 0 0,0 0 0,0-1 0,0 1 0,1 0 0,-1 0 0,0 0 0,0 0 0,1-1 0,-1 1 0,0 0 0,1 0 0,-1-1 0,0 1 0,1 0 0,-1 0 0,1-1 0,-1 1 0,1-1 0,0 1 0,-1 0 0,1-1 0,0 1 0,-1-1 0,1 0 0,0 1 0,0-1 0,-1 1 0,1-1 0,0 0 0,1 1 0,5 1 0,0 0 0,0-1 0,0 1 0,11-1 0,-10 0 0,15 2 0,30 3 0,0-2 0,67-3 0,-103-3-1365,-2-1-5461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2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24575,'26'3'0,"82"10"0,-95-11 0,-1 1 0,1 1 0,-1 0 0,0 1 0,0 0 0,14 8 0,-21-10 0,-1 0 0,1 0 0,-1 1 0,0 0 0,0-1 0,0 1 0,0 1 0,-1-1 0,0 0 0,0 1 0,0 0 0,0 0 0,-1 0 0,1 0 0,-1 0 0,-1 0 0,1 1 0,-1-1 0,0 0 0,0 1 0,0-1 0,-1 1 0,0 0 0,0-1 0,0 1 0,-1-1 0,0 1 0,0-1 0,-2 7 0,1-6 0,0 0 0,1 0 0,0 0 0,0 0 0,1 1 0,-1-1 0,1 0 0,1 0 0,-1 0 0,2 8 0,1-5 0,0 1 0,0-1 0,1 1 0,0-1 0,8 13 0,-7-13 0,72 129 0,-63-110 0,-2 1 0,-1 0 0,8 32 0,-17-55 0,-1 0 0,0 1 0,-1-1 0,1 1 0,-1-1 0,-1 1 0,1-1 0,-1 1 0,-3 12 0,3-16 0,0 0 0,0-1 0,0 1 0,0 0 0,-1 0 0,1-1 0,-1 1 0,1-1 0,-1 0 0,0 1 0,0-1 0,0 0 0,0 0 0,-1 0 0,1 0 0,-1-1 0,1 1 0,-1-1 0,1 1 0,-1-1 0,0 0 0,0 0 0,-5 1 0,-8 1-151,-1-2-1,0 0 0,0-1 0,0-1 1,1 0-1,-1-1 0,0-1 1,-24-8-1,26 6-6674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2 186 24575,'28'0'0,"-6"1"0,1-1 0,29-5 0,-47 5 0,1-1 0,-1-1 0,0 1 0,0-1 0,1 1 0,-1-1 0,0-1 0,-1 1 0,1-1 0,0 0 0,-1 0 0,1 0 0,-1-1 0,7-7 0,-9 8 0,0 1 0,0-1 0,0 0 0,0 0 0,0 0 0,-1 0 0,0 0 0,1 0 0,-1 0 0,0-1 0,-1 1 0,1 0 0,0-1 0,-1 1 0,0 0 0,0-1 0,0 1 0,0 0 0,-1-1 0,1 1 0,-1 0 0,0-1 0,0 1 0,0 0 0,0 0 0,0 0 0,-1 0 0,0 0 0,1 0 0,-1 0 0,0 0 0,0 1 0,-1-1 0,1 1 0,-1-1 0,1 1 0,-1 0 0,0 0 0,1 0 0,-1 0 0,-4-1 0,-2-1 0,4 1 0,0 1 0,0 0 0,0 0 0,-8-1 0,12 2 0,-1 1 0,1 0 0,0 0 0,0 0 0,-1 0 0,1 0 0,0 0 0,0 0 0,0 0 0,-1 1 0,1-1 0,0 0 0,0 1 0,0-1 0,0 1 0,0-1 0,0 1 0,0 0 0,0-1 0,0 1 0,0 0 0,0 0 0,0 0 0,0 0 0,-1 1 0,-7 10 0,-1-1 0,0 0 0,-1 0 0,-14 10 0,21-17 0,0 0 0,0 0 0,1 0 0,-1 1 0,1-1 0,0 1 0,0 0 0,1 0 0,-1 0 0,1 0 0,0 0 0,0 0 0,1 1 0,0-1 0,0 1 0,0-1 0,0 1 0,1-1 0,0 1 0,0-1 0,1 1 0,-1-1 0,1 1 0,0-1 0,1 1 0,0-1 0,-1 0 0,1 0 0,1 0 0,-1 0 0,1 0 0,0 0 0,0-1 0,6 7 0,0-2 0,1-1 0,0 0 0,1 0 0,-1-1 0,1-1 0,1 0 0,16 7 0,88 23 0,-70-24 0,-33-7-170,0-2-1,0 1 0,1-2 1,-1 0-1,1-1 0,-1 0 1,25-2-1,-23-2-6655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2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12 24575,'-15'-3'0,"-8"0"0,-2 0 0,1 0 0,1 4 0,3 1 0,2 1 0,1-1 0,2 0 0,-2 2 0,-1 0 0,-2-1 0,0 0 0,-2-1 0,3-1-8191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24575,'38'88'0,"20"45"0,-35-85 0,-2 1 0,26 91 0,-46-137 0,0 0 0,0 1 0,-1-1 0,0 0 0,0 0 0,0 1 0,0-1 0,0 0 0,-2 6 0,2-8 0,0 0 0,-1 0 0,1 0 0,-1 0 0,1 0 0,-1 0 0,0 0 0,1 0 0,-1 0 0,0 0 0,0 0 0,0 0 0,0-1 0,1 1 0,-1 0 0,0-1 0,0 1 0,0-1 0,0 1 0,0-1 0,-1 1 0,1-1 0,0 0 0,0 1 0,0-1 0,0 0 0,0 0 0,0 0 0,-1 0 0,-1 0 0,-8-1 0,0-1 0,1 1 0,-1-2 0,-17-5 0,-41-21 0,64 27 0,-11-5 0,1 0 0,-25-19 0,34 23 0,1-1 0,0 0 0,1-1 0,-1 1 0,1-1 0,0 0 0,0 0 0,0 0 0,1-1 0,-5-8 0,7 12 0,0 0 0,1 0 0,-1 0 0,0 0 0,1 0 0,-1 0 0,1-1 0,0 1 0,0 0 0,0 0 0,0 0 0,0 0 0,0-1 0,1 1 0,-1 0 0,1 0 0,-1 0 0,1 0 0,1-2 0,0 1 0,-1 1 0,1-1 0,0 1 0,0 0 0,0 0 0,0 0 0,1 0 0,-1 0 0,1 1 0,-1-1 0,1 1 0,3-2 0,5-1 0,0 0 0,0 1 0,0 1 0,0 0 0,0 0 0,13 0 0,46 3 66,-40-1-781,38-2-1,-48-1-6110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3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24575,'5'0'0,"2"3"0,2 3 0,-1 3 0,-1 2 0,-2 3 0,-2-2-8191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4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64 24575,'0'0'0,"-19"-21"0,8 14 0,10 7 0,1 0 0,0 0 0,-1 0 0,1-1 0,0 1 0,-1 0 0,1 0 0,0 1 0,-1-1 0,1 0 0,0 0 0,-1 0 0,1 0 0,0 0 0,-1 0 0,1 0 0,0 0 0,0 1 0,-1-1 0,1 0 0,0 0 0,-1 0 0,1 1 0,0-1 0,0 0 0,0 0 0,-1 1 0,1-1 0,0 0 0,0 1 0,-1 0 0,1 1 0,-1-1 0,1 1 0,0-1 0,0 0 0,0 1 0,0-1 0,0 1 0,0-1 0,0 1 0,0-1 0,1 1 0,-1 1 0,8 22 0,-6-19 0,1 3 0,0-1 0,1 1 0,0 0 0,1-1 0,0 0 0,0 0 0,0-1 0,9 9 0,-11-12 0,1-1 0,0 1 0,0-1 0,0 0 0,0 0 0,1-1 0,-1 1 0,1-1 0,-1 0 0,1 0 0,0-1 0,0 1 0,0-1 0,0 0 0,0 0 0,10-1 0,-13 0 0,1 0 0,0 0 0,-1-1 0,1 1 0,0-1 0,-1 1 0,1-1 0,0 0 0,-1 0 0,1-1 0,-1 1 0,0 0 0,1-1 0,2-2 0,0-1 0,1-1 0,-1 0 0,7-9 0,-7 9 0,-5 5 0,0 1 0,0 0 0,1-1 0,-1 1 0,0 0 0,0 0 0,0-1 0,1 1 0,-1 0 0,0-1 0,1 1 0,-1 0 0,0 0 0,0 0 0,1-1 0,-1 1 0,0 0 0,1 0 0,-1 0 0,1 0 0,-1 0 0,0 0 0,1 0 0,-1-1 0,0 1 0,1 0 0,-1 0 0,0 0 0,1 0 0,-1 1 0,1-1 0,-1 0 0,0 0 0,1 0 0,-1 0 0,0 0 0,1 0 0,-1 1 0,0-1 0,1 0 0,-1 0 0,0 0 0,0 1 0,1-1 0,-1 0 0,0 0 0,1 1 0,-1 0 0,12 20 0,-5-7 0,-4-10 0,1 1 0,0-1 0,0 0 0,1 0 0,-1 0 0,1-1 0,0 1 0,0-1 0,0 0 0,0-1 0,0 1 0,1-1 0,-1 0 0,1 0 0,-1-1 0,1 0 0,0 0 0,0 0 0,0 0 0,0-1 0,-1 0 0,1-1 0,0 1 0,0-1 0,0 0 0,-1 0 0,1-1 0,0 0 0,-1 0 0,11-5 0,-12 4 6,1 0-1,-1 0 1,0-1-1,0 1 0,0-1 1,0 0-1,-1 0 1,0-1-1,0 1 1,0-1-1,0 1 1,0-1-1,-1 0 0,0 0 1,0 0-1,-1 0 1,1 0-1,-1-1 1,0 1-1,0 0 1,-1-9-1,1 7-83,-1 1 0,-1 0 0,1 0-1,-1 0 1,0-1 0,0 1 0,-1 0 0,0 0 0,0 0-1,0 1 1,-1-1 0,0 1 0,0-1 0,0 1 0,0 0-1,-1 0 1,0 0 0,-6-5 0,-2 0-6748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153 150 24575,'-1'0'0,"0"0"0,1 1 0,-1-1 0,0 0 0,1 1 0,-1-1 0,0 1 0,1-1 0,-1 1 0,1-1 0,-1 1 0,1 0 0,-1-1 0,1 1 0,-1-1 0,1 1 0,0 0 0,-1 0 0,1-1 0,0 1 0,-1 0 0,1 0 0,0-1 0,0 1 0,0 0 0,0 0 0,0 1 0,-2 22 0,2-16 0,1-1 0,1 0 0,-1 0 0,1 0 0,0 0 0,1 0 0,4 10 0,29 45 0,-22-40 0,-25-37 0,-16-18 0,-2-2 0,-3-7 0,-51-92 0,79 127 0,0-1 0,1 1 0,0-1 0,0 0 0,1 0 0,-3-12 0,5 20 0,0 0 0,0 0 0,0-1 0,0 1 0,0 0 0,0 0 0,0-1 0,0 1 0,0 0 0,0 0 0,0-1 0,0 1 0,0 0 0,0 0 0,0 0 0,0-1 0,0 1 0,0 0 0,1 0 0,-1 0 0,0-1 0,0 1 0,0 0 0,0 0 0,0 0 0,1-1 0,-1 1 0,0 0 0,0 0 0,0 0 0,1 0 0,-1 0 0,0 0 0,1-1 0,8 4 0,9 11 0,-18-14 0,44 40 0,-22-19 0,0-1 0,2 0 0,1-2 0,28 16 0,-44-29 0,-1-1 0,1 0 0,0 0 0,0-1 0,0 0 0,12 1 0,-19-4 0,0 1 0,0-1 0,0 0 0,-1 0 0,1 0 0,0 0 0,0 0 0,-1-1 0,1 1 0,0 0 0,0-1 0,-1 0 0,1 1 0,0-1 0,-1 0 0,1 0 0,-1 0 0,1 0 0,-1 0 0,1 0 0,-1 0 0,0 0 0,1-1 0,-1 1 0,0 0 0,0-1 0,0 1 0,0-1 0,0 1 0,0-1 0,-1 0 0,1 1 0,-1-1 0,1 0 0,-1 1 0,1-1 0,-1 0 0,0 0 0,0 0 0,0-2 0,0-12 0,0 0 0,-1-1 0,-1 1 0,-1 0 0,0 0 0,-2 0 0,-7-20 0,12 35 0,0 0 0,-1 0 0,1-1 0,-1 1 0,0 0 0,1 0 0,-1 0 0,0 0 0,1 0 0,-1 0 0,0 0 0,0 0 0,-1-1 0,1 2 0,1 0 0,0 0 0,0 0 0,0 0 0,0 0 0,0 0 0,0 0 0,0 0 0,0 0 0,0 0 0,-1 0 0,1 0 0,0 0 0,0 0 0,0 0 0,0 0 0,0 0 0,0 0 0,0 0 0,0 0 0,-1 0 0,1 0 0,0 0 0,0 0 0,0 0 0,0 1 0,0-1 0,0 0 0,0 0 0,0 0 0,0 0 0,0 0 0,0 0 0,-1 0 0,1 0 0,0 0 0,0 0 0,0 0 0,0 1 0,0-1 0,0 0 0,0 0 0,0 0 0,0 0 0,0 0 0,0 0 0,1 12 0,7 11 0,1 0 0,2-1 0,0 0 0,18 27 0,63 105-1365,-86-144-5461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0 24575,'-19'44'0,"3"-13"0,-34 51 0,-1 2 0,41-63 0,1 0 0,1 1 0,1 0 0,1 0 0,0 0 0,2 1 0,1 0 0,0 0 0,2 41 0,1-58-151,0-1-1,-1 1 0,0-1 0,0 1 1,0-1-1,-1 1 0,1-1 1,-6 9-1,2-1-6674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3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24575,'9'-6'0,"0"1"0,0 0 0,0 1 0,0-1 0,1 2 0,0 0 0,0 0 0,0 0 0,18-1 0,-22 4 0,1 0 0,-1 0 0,0 0 0,0 1 0,0 0 0,1 0 0,-1 1 0,-1-1 0,1 1 0,0 1 0,0-1 0,-1 1 0,1 0 0,-1 0 0,0 1 0,0-1 0,6 7 0,-4-5 0,-2 1 0,1 1 0,-1-1 0,0 1 0,0 0 0,0 0 0,-1 0 0,4 9 0,-7-12 0,0-1 0,0 0 0,0 1 0,0-1 0,-1 1 0,0-1 0,1 0 0,-1 1 0,0-1 0,-1 1 0,1-1 0,0 1 0,-1-1 0,0 1 0,0-1 0,0 0 0,0 1 0,-1-1 0,1 0 0,-1 0 0,-4 5 0,0 0 0,-1 0 0,-11 10 0,8-9 0,9-8 0,1-1 0,-1 1 0,0 0 0,1-1 0,-1 1 0,0 0 0,1-1 0,-1 1 0,1 0 0,-1 0 0,1-1 0,-1 1 0,1 0 0,0 0 0,-1 0 0,1 0 0,0 0 0,0 0 0,0 0 0,0-1 0,0 1 0,0 2 0,0-2 0,1 0 0,-1 0 0,1 0 0,-1-1 0,1 1 0,-1 0 0,1 0 0,0-1 0,0 1 0,-1 0 0,1-1 0,0 1 0,0-1 0,0 1 0,0-1 0,-1 1 0,3 0 0,6 1 0,-1 1 0,1-1 0,16 2 0,-17-3 0,61 8-682,99 1-1,-149-10-6143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24575,'29'28'0,"3"8"0,-19-21 0,1 0 0,0-1 0,26 20 0,5 1 0,-30-22 0,0-1 0,29 16 0,-38-26-1365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7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2 24575,'-1'0'0,"0"0"0,0-1 0,0 1 0,0 0 0,0-1 0,-1 1 0,1 0 0,0 0 0,0 0 0,0 0 0,0 0 0,0 0 0,-1 0 0,1 1 0,0-1 0,0 0 0,-1 1 0,1 0 0,1-1 0,0 1 0,-1-1 0,1 1 0,0-1 0,-1 1 0,1-1 0,0 1 0,0-1 0,0 1 0,0-1 0,-1 1 0,1 0 0,0-1 0,0 1 0,0-1 0,0 1 0,0-1 0,0 1 0,0 0 0,1-1 0,-1 1 0,0-1 0,0 1 0,0-1 0,1 1 0,-1-1 0,0 1 0,0-1 0,1 1 0,-1-1 0,0 1 0,1-1 0,-1 1 0,1 0 0,3 3 0,0 1 0,0-1 0,0 0 0,0 1 0,1-2 0,0 1 0,6 4 0,40 20 0,-45-26 0,-4 0 0,46 22 0,75 50 0,-120-72-170,-1 0-1,0-1 0,0 1 1,0 0-1,0 0 0,0 1 1,3 3-1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8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28 24575,'-1'-6'0,"1"4"0,0 1 0,0-1 0,0 1 0,0-1 0,0 1 0,0-1 0,0 1 0,1-1 0,-1 1 0,0-1 0,1 1 0,0-2 0,-1 3 0,1 0 0,-1 0 0,0 0 0,1 0 0,-1 0 0,0 0 0,1 0 0,-1 0 0,0 0 0,0 0 0,1 0 0,-1 0 0,0 0 0,1 0 0,-1 0 0,0 1 0,0-1 0,1 0 0,-1 0 0,0 0 0,1 0 0,-1 1 0,0-1 0,0 0 0,0 0 0,1 0 0,-1 1 0,0-1 0,0 0 0,0 0 0,0 1 0,1-1 0,-1 0 0,0 0 0,0 1 0,0-1 0,0 1 0,8 13 0,-7-13 0,26 50 0,-3 2 0,-1 1 0,-3 0 0,-3 2 0,-2 0 0,14 107 0,-27-134 0,-2 34 0,14-100 0,-11 28 0,1 0 0,0 1 0,0-1 0,1 1 0,0 0 0,1 0 0,0 0 0,0 1 0,1 0 0,10-10 0,-13 14 0,-1 1 0,1-1 0,0 0 0,0 1 0,0 0 0,0 0 0,0 0 0,0 0 0,0 1 0,1 0 0,-1 0 0,0 0 0,1 0 0,-1 1 0,1-1 0,-1 1 0,1 0 0,-1 1 0,1-1 0,-1 1 0,1 0 0,-1 0 0,1 0 0,5 3 0,-4-1 9,1 1 1,0 0-1,-1 0 0,0 0 0,0 1 1,0 0-1,0 0 0,-1 1 0,0-1 0,0 1 1,-1 0-1,8 14 0,-6-8-221,0 1 0,-1-1 0,-1 1-1,0 0 1,0 1 0,1 18 0,-3-19-6614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75 24575,'-12'-7'0,"-59"-33"0,60 35 0,-1-1 0,0 2 0,0 0 0,-14-3 0,23 6 0,0 1 0,1 0 0,-1 0 0,1 0 0,-1 0 0,1 1 0,-1-1 0,1 1 0,-1-1 0,1 1 0,-1 0 0,1 0 0,-1 0 0,1 0 0,0 1 0,0-1 0,0 0 0,0 1 0,0 0 0,0-1 0,0 1 0,0 0 0,1 0 0,-1 0 0,1 0 0,-1 0 0,1 1 0,0-1 0,0 0 0,-2 4 0,1-1 0,0 0 0,1 0 0,-1 0 0,1 1 0,0-1 0,0 0 0,1 0 0,-1 1 0,1-1 0,0 0 0,1 1 0,-1-1 0,1 0 0,2 6 0,-1-6 0,1 1 0,0-1 0,0 0 0,1 0 0,-1 0 0,1 0 0,0 0 0,8 6 0,-6-6 0,-2 0 0,1 0 0,0 0 0,-1 0 0,0 1 0,5 9 0,-5-4 0,0 1 0,0-1 0,-1 1 0,-1-1 0,0 1 0,1 13 0,-2 2 0,-5 44 0,-3-27 0,5-32 0,0-1 0,0 0 0,1 1 0,1 16 0,0-27 0,0 1 0,1 0 0,-1 0 0,1 0 0,-1 0 0,1-1 0,0 1 0,0 0 0,-1-1 0,1 1 0,0 0 0,1-1 0,-1 1 0,0-1 0,0 0 0,3 3 0,-1-2 0,0 0 0,1 1 0,0-1 0,-1 0 0,1-1 0,0 1 0,4 1 0,6 0 0,0 0 0,1-1 0,17 1 0,18-1 0,72-4 0,-121 2 5,0 0-1,0 0 0,0 0 0,0 0 1,0 0-1,0-1 0,-1 1 0,1 0 1,0 0-1,0-1 0,0 1 1,0-1-1,0 1 0,0 0 0,-1-1 1,1 0-1,0 1 0,0-1 0,-1 1 1,1-1-1,0 0 0,-1 1 1,1-1-1,-1 0 0,1 0 0,-1 0 1,1-1-1,-1 1-91,0-1-1,0 1 1,0-1 0,0 1-1,0-1 1,0 1 0,-1-1-1,1 1 1,0 0-1,-1-1 1,0 1 0,1 0-1,-1-1 1,0 1 0,1 0-1,-3-2 1,-2-5-6739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49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24575,'0'8'0,"1"0"0,0 0 0,0 0 0,1 0 0,0-1 0,0 1 0,7 13 0,-6-15 0,0 0 0,0-1 0,1 1 0,0-1 0,-1 0 0,2 0 0,-1 0 0,0-1 0,1 0 0,7 6 0,-12-10 0,1 0 0,-1 0 0,0 1 0,1-1 0,-1 0 0,1 0 0,-1 1 0,0-1 0,1 0 0,-1 0 0,1 0 0,-1 0 0,1 0 0,-1 0 0,1 0 0,-1 1 0,0-1 0,1-1 0,-1 1 0,1 0 0,-1 0 0,1 0 0,-1 0 0,1 0 0,-1 0 0,0 0 0,1-1 0,-1 1 0,1 0 0,-1 0 0,1-1 0,0 0 0,-1 0 0,1 0 0,0 0 0,-1 0 0,1 0 0,-1 0 0,1 0 0,-1-1 0,1 1 0,-1 0 0,0-2 0,2-6 0,-2 0 0,0-14 0,0 19 0,0-4 0,0 1 0,1 0 0,-1-1 0,2 1 0,-1 0 0,1-1 0,0 1 0,3-7 0,-4 12 0,0 0 0,0 1 0,0-1 0,0 0 0,0 0 0,0 1 0,0-1 0,1 0 0,-1 1 0,1 0 0,-1-1 0,1 1 0,0 0 0,-1 0 0,1-1 0,0 2 0,0-1 0,0 0 0,0 0 0,0 0 0,0 1 0,0-1 0,0 1 0,0 0 0,0-1 0,0 1 0,0 0 0,0 0 0,0 0 0,0 1 0,0-1 0,0 0 0,2 2 0,6 2 0,-1 0 0,0 0 0,0 1 0,-1 1 0,1 0 0,-1 0 0,-1 0 0,9 9 0,3 2 0,11 6 0,-20-16 0,-1 0 0,0 0 0,0 1 0,-1 0 0,9 11 0,-17-18 5,1-1 1,0 1-1,-1 0 0,1 0 0,-1 0 0,1 0 1,-1-1-1,0 1 0,1 0 0,-1 0 1,0 0-1,1 0 0,-1 0 0,0 0 0,0 0 1,0 0-1,0 0 0,0 0 0,0 0 0,0 0 1,0 0-1,-1 1 0,1-1-60,-1-1 0,0 1 0,1 0 0,-1-1 0,1 1 0,-1-1 0,0 1 0,1-1 0,-1 1 0,0-1 0,0 0 0,1 1 0,-1-1 0,0 0 0,0 0 0,0 1 0,1-1 0,-1 0 0,0 0 0,0 0 0,0 0 0,0 0 0,1 0 0,-1 0 0,0 0 0,-1-1 0,-9-1-6771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24575,'17'-5'0,"1"0"0,1 2 0,-1 0 0,0 1 0,1 1 0,19 1 0,-26 0 0,-1 2 0,1 0 0,-1 0 0,0 1 0,1 0 0,-1 1 0,-1 0 0,1 1 0,0 0 0,16 12 0,-21-13 0,0 0 0,0 1 0,0 0 0,-1 1 0,1-1 0,-2 1 0,8 10 0,-10-13 0,0 0 0,-1 1 0,1-1 0,-1 1 0,0 0 0,0-1 0,0 1 0,0 0 0,-1 0 0,1 0 0,-1-1 0,0 1 0,0 0 0,-1 0 0,1 0 0,-2 6 0,-15 37 0,13-39 0,0 1 0,1 0 0,0 0 0,1 0 0,0 0 0,-1 9 0,3-8 0,0 0 0,0 0 0,1-1 0,0 1 0,1-1 0,0 1 0,7 16 0,-3-11 0,0-2 0,2 1 0,-1-1 0,13 16 0,-8-13 0,0 1 0,-2 1 0,10 21 0,-16-31 0,-1 0 0,0 0 0,-1 0 0,0 1 0,0-1 0,-1 1 0,0-1 0,0 1 0,-1 17 0,-1-25 0,1 1 0,0 0 0,-1-1 0,1 1 0,-1-1 0,1 1 0,-1-1 0,0 1 0,0-1 0,1 0 0,-1 1 0,0-1 0,0 0 0,-1 1 0,1-1 0,-2 1 0,0 0 0,1 0 0,-1 0 0,0-1 0,0 1 0,-1-1 0,1 0 0,-5 2 0,-5-1 0,1 0 0,-1-1 0,-15 0 0,25-1 0,-142-1-1365,126 1-5461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24575,'11'3'0,"-1"0"0,-3 0 0,-6 0 0,-5-1 0,-5-1 0,-3-1 0,-22 0 0,-8 1 0,0-2 0,6 1 0,6 0 0,8 0-8191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4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24575,'-28'-5'0,"-11"-2"0,-2 1 0,4 1 0,5 1 0,6 2 0,5 1 0,6 3 0,3 1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1133 1 24575,'7'-1'0,"2"1"0,-14 3 0,-15 3 0,1-1 0,-39 3 0,38-5 0,-83 8 0,-126-1 0,-340-11 0,563 1 0,-1 0 0,0 1 0,0 0 0,1 0 0,-1 0 0,1 1 0,-1 0 0,-8 4 0,15-6 0,-1 0 0,1 0 0,0 0 0,-1 1 0,1-1 0,0 0 0,-1 0 0,1 0 0,0 0 0,0 1 0,-1-1 0,1 0 0,0 0 0,0 0 0,0 1 0,-1-1 0,1 0 0,0 0 0,0 1 0,0-1 0,0 0 0,-1 1 0,1-1 0,0 0 0,0 1 0,0-1 0,0 0 0,0 0 0,0 1 0,0-1 0,0 0 0,0 1 0,0-1 0,0 0 0,0 1 0,0-1 0,0 1 0,1 0 0,0 0 0,0-1 0,-1 1 0,1 0 0,0 0 0,0-1 0,0 1 0,0 0 0,0-1 0,0 1 0,1-1 0,30 10 0,-31-9 0,178 42 0,-131-29 0,78 35 0,-108-40 0,1 0 0,26 20 0,-39-24 0,1 0 0,-1 0 0,0 1 0,-1-1 0,1 1 0,-1 1 0,-1-1 0,1 1 0,6 12 0,-10-16 0,1 1 0,-1-1 0,0 1 0,0-1 0,-1 1 0,1 0 0,-1-1 0,1 1 0,-1 0 0,0-1 0,-1 1 0,1 0 0,-1-1 0,0 5 0,-1-3 0,0 1 0,0-1 0,-1 0 0,1 0 0,-1 0 0,0-1 0,-1 1 0,-5 5 0,-6 5 0,0-1 0,-1-1 0,-36 21 0,41-26 0,-33 18 0,0-1 0,-1-3 0,-65 23 0,-51 23 0,154-65 0,1 0 0,-1 0 0,-9 6 0,15-8 0,0-1 0,-1 1 0,1 0 0,0 0 0,0 0 0,0 0 0,0 0 0,0 0 0,0 0 0,0 0 0,0 0 0,0 0 0,1 0 0,-1 1 0,0-1 0,1 0 0,-1 1 0,1-1 0,-1 0 0,1 1 0,0-1 0,0 0 0,-1 1 0,1 2 0,1-4 0,-1 1 0,1 0 0,-1 0 0,1 0 0,-1 0 0,1 0 0,-1-1 0,1 1 0,0 0 0,-1-1 0,1 1 0,0 0 0,0-1 0,-1 1 0,1-1 0,0 1 0,0-1 0,0 1 0,0-1 0,0 0 0,0 1 0,0-1 0,0 0 0,1 0 0,27 2 0,-26-1 0,324-11-355,-2-20-1,325-7-891,-629 37-4986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24575,'0'23'0,"-1"-9"0,1 0 0,4 26 0,-3-35 0,0 0 0,1 0 0,-1-1 0,1 1 0,0-1 0,0 1 0,1-1 0,-1 0 0,1 0 0,0 0 0,0 0 0,4 3 0,-4-4 0,0 1 0,1-1 0,-1 1 0,1-1 0,0 0 0,0-1 0,5 4 0,-8-6 0,0 1 0,0-1 0,-1 0 0,1 0 0,0 1 0,0-1 0,0 0 0,0 0 0,0 0 0,0 0 0,0 0 0,0-1 0,0 1 0,0 0 0,0 0 0,0 0 0,0-1 0,-1 1 0,1-1 0,0 1 0,0 0 0,0-1 0,0 0 0,-1 1 0,1-1 0,0 1 0,-1-1 0,1 0 0,0 1 0,-1-1 0,1 0 0,-1 0 0,1 0 0,-1 0 0,1 1 0,-1-1 0,0 0 0,1-1 0,3-8 0,0-1 0,-1 1 0,3-16 0,-5 18 0,1 0 0,0 0 0,0 0 0,1 0 0,0 1 0,1-1 0,-1 1 0,5-7 0,-7 13 0,0 0 0,0 0 0,0-1 0,0 1 0,0 0 0,1 0 0,-1 0 0,0 1 0,0-1 0,1 0 0,-1 0 0,0 1 0,1-1 0,-1 1 0,1-1 0,-1 1 0,1-1 0,-1 1 0,1 0 0,-1 0 0,1 0 0,-1 0 0,1 0 0,-1 0 0,1 0 0,-1 0 0,1 1 0,-1-1 0,1 1 0,-1-1 0,0 1 0,1-1 0,-1 1 0,0 0 0,1 0 0,-1 0 0,0-1 0,2 3 0,5 3 0,0 2 0,0-1 0,-1 1 0,9 12 0,-6-8 0,27 26 0,-26-27 0,-1-1 0,0 2 0,17 22 0,-31-36-1365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44 24575,'-16'-5'0,"-6"-2"0,-3-2 0,1 1 0,1 1 0,3 2 0,2 2 0,4 4 0,1 2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45 24575,'-27'-8'0,"-15"-2"0,-2 0 0,3 3 0,7 1 0,6 3 0,6 4 0,3 1 0,6 4 0,2 0 0,3 2 0,1 0 0,-2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7:58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33 24575,'-44'3'0,"28"-3"0,-1 1 0,1 1 0,0 0 0,0 1 0,-26 9 0,40-12 0,1 1 0,-1 0 0,0-1 0,0 1 0,1 0 0,-1 0 0,1 1 0,-1-1 0,1 0 0,-1 0 0,1 1 0,0-1 0,0 1 0,-1-1 0,1 1 0,0 0 0,0-1 0,1 1 0,-1 0 0,0-1 0,1 1 0,-2 3 0,2-3 0,0 0 0,0 0 0,0 1 0,1-1 0,-1 0 0,1 0 0,-1 0 0,1 0 0,0 0 0,-1 0 0,1 0 0,0 0 0,0 0 0,0 0 0,1 0 0,-1 0 0,0-1 0,1 1 0,1 1 0,7 5 0,-1 0 0,1-1 0,0 0 0,1 0 0,0-1 0,0-1 0,0 0 0,1 0 0,-1-1 0,14 2 0,-5-1 0,1-1 0,0-1 0,1-1 0,-1-1 0,22-2 0,-40 1 0,0-1 0,0 1 0,0 0 0,0-1 0,0 0 0,-1 0 0,1 0 0,0 0 0,0 0 0,-1 0 0,1-1 0,-1 1 0,1-1 0,-1 0 0,0 0 0,1 0 0,-1 0 0,0 0 0,0 0 0,0-1 0,1-2 0,-1 1 0,0 1 0,-1-1 0,0 1 0,0-1 0,0 0 0,0 0 0,0 1 0,-1-1 0,0 0 0,1 0 0,-1 0 0,-1 0 0,1 0 0,-1 1 0,-1-9 0,0 5 12,0 0 0,-1 1 0,0-1 0,0 0 0,0 1 0,-1 0 0,0-1 0,0 1 0,-10-10 0,10 13-105,1-1 0,-1 1 1,0 0-1,0 0 0,-1 1 0,1-1 0,0 1 0,-1 0 1,0 0-1,1 0 0,-1 0 0,0 1 0,0 0 1,0 0-1,-5 0 0,-3 1-6733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161 169 24575,'0'0'0,"-1"0"0,1 0 0,0-1 0,0 1 0,0 0 0,0 0 0,0 0 0,-1 0 0,1-1 0,0 1 0,0 0 0,0 0 0,-1 0 0,1 0 0,0 0 0,0 0 0,-1 0 0,1 0 0,0-1 0,0 1 0,0 0 0,-1 0 0,1 0 0,0 0 0,0 0 0,-1 0 0,1 0 0,0 1 0,0-1 0,-1 0 0,1 0 0,0 0 0,0 0 0,-4 8 0,3 12 0,2-15 0,1 0 0,0 0 0,0 0 0,1 0 0,-1-1 0,1 1 0,4 5 0,-3-5 0,-1 0 0,0 0 0,0 0 0,3 8 0,-6-13 0,0 1 0,0-1 0,0 0 0,0 0 0,0 0 0,0 0 0,1 0 0,-1 0 0,0 1 0,0-1 0,0 0 0,0 0 0,0 0 0,0 0 0,0 0 0,0 1 0,0-1 0,0 0 0,0 0 0,0 0 0,0 0 0,0 1 0,0-1 0,0 0 0,0 0 0,-1 0 0,1 0 0,0 0 0,0 1 0,0-1 0,0 0 0,0 0 0,0 0 0,0 0 0,0 0 0,0 0 0,-1 0 0,1 0 0,0 1 0,0-1 0,0 0 0,0 0 0,0 0 0,0 0 0,-1 0 0,1 0 0,-9-3 0,-9-8 0,-17-22 0,10 11 0,1-1 0,-26-33 0,46 50 0,0-1 0,0 0 0,-4-10 0,7 14 0,0 1 0,0-1 0,0 1 0,0-1 0,1 1 0,-1-1 0,1 1 0,-1-1 0,1 0 0,0 1 0,0-1 0,0 0 0,1-3 0,0 5 0,-1 1 0,0-1 0,0 1 0,1-1 0,-1 1 0,0-1 0,1 1 0,-1 0 0,1-1 0,-1 1 0,0-1 0,1 1 0,-1 0 0,1-1 0,-1 1 0,1 0 0,-1 0 0,1-1 0,-1 1 0,1 0 0,-1 0 0,1 0 0,0 0 0,-1 0 0,1 0 0,-1-1 0,1 2 0,-1-1 0,1 0 0,0 0 0,-1 0 0,1 0 0,-1 0 0,1 0 0,-1 0 0,1 1 0,-1-1 0,1 0 0,0 1 0,21 12 0,-19-11 0,35 32 0,-31-27 0,-1 0 0,2-1 0,-1 0 0,1 0 0,-1-1 0,12 6 0,4 0 0,23 10 0,-42-20 0,0 1 0,0-1 0,1 0 0,-1 0 0,0-1 0,0 0 0,0 1 0,0-1 0,6-1 0,-8 1 0,-1 0 0,1-1 0,-1 1 0,0 0 0,1-1 0,-1 1 0,0-1 0,1 0 0,-1 1 0,0-1 0,0 0 0,1 0 0,-1 0 0,0 0 0,0 0 0,0 0 0,0 0 0,0 0 0,1-3 0,-1 2 0,0 0 0,-1 0 0,1 0 0,0-1 0,-1 1 0,0 0 0,1-1 0,-1 1 0,0 0 0,0-1 0,-1-2 0,0-4 0,-1 0 0,0 0 0,-1-1 0,0 2 0,-5-10 0,-2-3 0,6 14 0,0-1 0,0 1 0,1-1 0,-3-10 0,6 18 0,0 0 0,0 0 0,0 0 0,0-1 0,0 1 0,0 0 0,0 0 0,0 0 0,0 0 0,0 0 0,0 0 0,0 0 0,0 0 0,0 0 0,0 0 0,0 0 0,0 0 0,0 0 0,0 0 0,0 0 0,0 0 0,0-1 0,0 1 0,0 0 0,1 0 0,-1 0 0,0 0 0,0 0 0,0 0 0,0 0 0,0 0 0,0 0 0,0 0 0,0 0 0,0 0 0,0 0 0,0 0 0,0 0 0,0 0 0,0 0 0,0 0 0,0 0 0,0 0 0,0 0 0,1 0 0,-1 0 0,0 0 0,0 0 0,0 0 0,0 0 0,0 0 0,0 0 0,0 0 0,0 0 0,0 0 0,0 0 0,0 0 0,0 0 0,0 0 0,0 0 0,0 0 0,0 0 0,0 0 0,1 0 0,-1 0 0,0 0 0,0 0 0,6 5 0,7 8 0,55 63 0,42 41 0,-107-114-151,0 0-1,0 0 0,0 0 0,0 0 1,-1 0-1,1 1 0,-1-1 1,3 8-1,-1-1-6674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0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 24575,'-23'2'0,"-12"1"0,-5 1 0,1-2 0,3 3 0,4-1 0,4 0 0,3 1 0,3 0 0,1 0 0,2-2 0,1-2 0,1 3 0,1 0 0,1-1 0,2-1-8191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24575,'37'-3'0,"0"1"0,61 6 0,-46 3 0,-48-6 0,0 0 0,0 0 0,0 0 0,0 0 0,-1 1 0,1-1 0,-1 1 0,1 0 0,-1 0 0,7 5 0,-9-5 0,0-1 0,0 1 0,0-1 0,0 1 0,0 0 0,0 0 0,0-1 0,0 1 0,-1 0 0,1 0 0,-1 0 0,1 0 0,-1 0 0,0 0 0,0 0 0,0 0 0,0 0 0,0 0 0,0 0 0,0 0 0,-1 0 0,1-1 0,-1 1 0,1 0 0,-2 2 0,-2 5 0,-1 0 0,0 0 0,-11 15 0,2-4 0,10-14 0,1 0 0,-1 1 0,1 0 0,1-1 0,-4 11 0,6-16 0,-1 0 0,1 0 0,0 1 0,0-1 0,0 0 0,0 0 0,0 1 0,0-1 0,0 0 0,0 0 0,0 1 0,0-1 0,1 0 0,-1 0 0,0 1 0,1-1 0,-1 0 0,1 0 0,0 0 0,-1 0 0,1 0 0,0 0 0,0 0 0,0 0 0,-1 0 0,1 0 0,0 0 0,0 0 0,0 0 0,0-1 0,1 1 0,-1-1 0,0 1 0,0 0 0,0-1 0,0 0 0,1 1 0,1-1 0,7 2 0,0 0 0,0-1 0,1-1 0,-1 0 0,0 0 0,0-1 0,15-3 0,70-21 0,-90 24 0,6-3-1365,-3-1-5461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25 24575,'-28'-5'0,"-11"-2"0,-2 1 0,4 0 0,5 5 0,6 2 0,5 1 0,6 3 0,5 0-8191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24575,'5'8'0,"4"7"0,3 6 0,2 2 0,2 2 0,-1 0 0,1 0 0,0 1 0,-1-1 0,0-3 0,-2 0 0,-2-1 0,-2-1 0,-2-5-8191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41 24575,'-6'-4'0,"1"-1"0,0 1 0,0-1 0,0 0 0,0 0 0,-4-8 0,16 21 0,-1 1 0,7 11 0,9 33 0,19 60 0,7 59 0,-42-148 0,49 212 0,-54-224 0,-1-9 0,0-1 0,0 0 0,0 1 0,1-1 0,-1 1 0,0-1 0,1 0 0,0 1 0,0-1 0,2 4 0,-3-6 0,0 0 0,0 0 0,1 0 0,-1 0 0,0 0 0,0 0 0,0 0 0,1 0 0,-1 0 0,0 0 0,0 0 0,1 0 0,-1 0 0,0 0 0,0 0 0,0-1 0,1 1 0,-1 0 0,0 0 0,0 0 0,0 0 0,0 0 0,1-1 0,-1 1 0,0 0 0,0 0 0,0 0 0,0-1 0,0 1 0,0 0 0,0 0 0,1 0 0,-1-1 0,4-9 0,-3 9 0,14-33 0,-5 8 0,1 2 0,1-1 0,18-24 0,-28 46 0,0 0 0,0 0 0,1 1 0,-1-1 0,1 1 0,-1 0 0,1 0 0,0 0 0,0 0 0,0 0 0,0 0 0,0 1 0,1 0 0,-1-1 0,0 1 0,1 0 0,-1 1 0,1-1 0,-1 1 0,1-1 0,-1 1 0,1 0 0,6 1 0,-5 0 0,0 0 0,0 1 0,0-1 0,0 1 0,0 0 0,0 0 0,-1 1 0,1 0 0,-1-1 0,1 2 0,-1-1 0,0 0 0,0 1 0,-1 0 0,5 5 0,23 32 0,-19-23 0,1-1 0,1 0 0,0-1 0,23 19 0,14 8-1365,-41-35-5461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45 24575,'-5'-2'0,"-80"-27"0,71 25 0,0 1 0,0 0 0,0 1 0,-18 0 0,29 2 0,0 0 0,0 1 0,1-1 0,-1 1 0,0-1 0,0 1 0,1 0 0,-1 0 0,0 0 0,1 0 0,-1 1 0,1-1 0,0 1 0,-1-1 0,1 1 0,0 0 0,0 0 0,0 0 0,0 0 0,0 0 0,1 0 0,-1 1 0,0-1 0,1 0 0,-2 6 0,1-4 0,1 0 0,-1 1 0,1-1 0,0 1 0,1-1 0,-1 0 0,1 1 0,0 0 0,0-1 0,0 1 0,0-1 0,1 1 0,0-1 0,0 0 0,2 7 0,7 10 0,0-1 0,20 28 0,7 14 0,-18-23 0,-2 1 0,-2 0 0,-2 1 0,13 68 0,-24-91 0,1 34 0,-2-9 0,-1-42 0,0 1 0,0-1 0,1 1 0,-1-1 0,1 0 0,-1 1 0,1-1 0,-1 0 0,1 1 0,0-1 0,0 0 0,-1 0 0,1 0 0,0 1 0,0-1 0,0 0 0,0 0 0,1 0 0,-1-1 0,0 1 0,0 0 0,0 0 0,1-1 0,-1 1 0,0-1 0,1 1 0,-1-1 0,1 1 0,-1-1 0,3 0 0,5 1 0,1 0 0,-1-1 0,18-1 0,-11-1 0,12 2 0,39-4 0,-59 3 0,0 0 0,-1-1 0,1 0 0,0 0 0,-1-1 0,9-4 0,-14 7-124,-1-1 0,1 0 0,-1 0 0,0 0 0,0 0 0,1-1-1,-1 1 1,0 0 0,0 0 0,2-3 0,1-5-6702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32 24575,'-11'-15'0,"2"2"0,15 26 0,11 14 0,20 28 0,-29-45 0,0 0 0,0-1 0,1-1 0,0 1 0,1-1 0,10 6 0,-20-14 0,0 1 0,0-1 0,0 0 0,1 0 0,-1 1 0,0-1 0,1 0 0,-1 0 0,0 0 0,0 1 0,1-1 0,-1 0 0,0 0 0,1 0 0,-1 0 0,0 0 0,1 0 0,-1 0 0,0 0 0,1 0 0,-1 0 0,0 0 0,1 0 0,-1 0 0,1 0 0,-1 0 0,0 0 0,1 0 0,-1 0 0,0 0 0,0 0 0,1-1 0,-1 1 0,0 0 0,1 0 0,-1 0 0,0-1 0,0 1 0,1 0 0,-1 0 0,0-1 0,0 1 0,1 0 0,-1 0 0,0-1 0,0 1 0,0 0 0,0-1 0,0 1 0,1 0 0,-1-1 0,0 1 0,0 0 0,0-1 0,0 1 0,0 0 0,0-1 0,0 1 0,0 0 0,0-1 0,0 1 0,-3-29 0,1 21 0,1-2 0,0 1 0,1-1 0,0 1 0,1-1 0,-1 1 0,4-11 0,-4 17 0,1 1 0,0 0 0,-1-1 0,1 1 0,0 0 0,1-1 0,-1 1 0,0 0 0,1 0 0,-1 0 0,1 0 0,-1 0 0,1 0 0,0 1 0,0-1 0,0 1 0,0-1 0,0 1 0,0 0 0,1-1 0,-1 1 0,0 0 0,0 0 0,1 1 0,-1-1 0,1 1 0,-1-1 0,4 0 0,-1 1 0,0 1 0,0-1 0,0 0 0,0 1 0,0 0 0,0 1 0,0-1 0,0 1 0,0 0 0,-1 0 0,1 0 0,6 5 0,7 5 0,27 23 0,-30-22 0,-7-8-136,-1 1-1,0 0 1,-1 1-1,0 0 1,0 0-1,0 0 1,-1 0-1,0 1 0,8 15 1,-9-10-6690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09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24575,'39'-1'0,"56"3"0,-85-1 0,0 0 0,0 1 0,0 0 0,0 0 0,0 2 0,-1-1 0,11 6 0,-17-8 0,0 1 0,0 0 0,0 1 0,-1-1 0,1 0 0,-1 1 0,1 0 0,-1-1 0,0 1 0,0 0 0,0 0 0,0 0 0,0 0 0,1 5 0,1 4 0,-1 0 0,4 23 0,-4-22 0,7 25 0,62 133 0,-13-37 0,14 34 0,-71-162 0,0-1 0,0 1 0,0 0 0,-1 0 0,0 0 0,1 11 0,-2-15 0,0-1 0,0 1 0,0-1 0,0 1 0,-1-1 0,1 0 0,0 1 0,-1-1 0,1 1 0,-1-1 0,1 0 0,-1 1 0,0-1 0,1 0 0,-1 0 0,0 0 0,0 1 0,0-1 0,0 0 0,0 0 0,0 0 0,0 0 0,0-1 0,-1 1 0,1 0 0,0 0 0,0-1 0,-1 1 0,1-1 0,0 1 0,-1-1 0,1 1 0,-3-1 0,-15 2 15,0-1-1,0 0 1,-22-4 0,-5 1-1439,26 2-5402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5 24575,'6'-1'0,"-2"0"0,1 0 0,0 0 0,-1 1 0,1-1 0,6 1 0,-10 0 0,-1 0 0,1 0 0,0 1 0,-1-1 0,1 0 0,0 0 0,-1 0 0,1 1 0,-1-1 0,1 0 0,-1 1 0,1-1 0,-1 0 0,1 1 0,-1-1 0,1 1 0,-1-1 0,1 1 0,-1-1 0,1 1 0,-1-1 0,0 1 0,1-1 0,-1 1 0,0 0 0,0-1 0,0 1 0,1-1 0,-1 1 0,0 0 0,0-1 0,0 1 0,0 0 0,0-1 0,0 1 0,0 0 0,0-1 0,0 1 0,0 0 0,0-1 0,-1 1 0,1-1 0,0 1 0,0 0 0,-1-1 0,0 2 0,-2 5 0,0 1 0,-1-1 0,0 0 0,0 0 0,-10 11 0,-7 13 0,-4 9 0,2 2 0,-20 53 0,31-60 0,2 2 0,1 0 0,-6 50 0,5 114 0,11-163 0,1 1 0,2-1 0,10 39 0,-7-50 0,0-1 0,2 0 0,1 0 0,2-1 0,14 25 0,2-6 0,2-1 0,2-1 0,2-1 0,44 40 0,-64-68 0,1 0 0,1-1 0,0 0 0,1-2 0,0 0 0,0-1 0,28 11 0,-43-19-113,-1-1 59,-1 0-1,0 0 1,1 1 0,-1-1-1,0 0 1,1 0-1,-1 0 1,0 0-1,1 0 1,-1 0-1,1 0 1,-1 0-1,0 0 1,1 0 0,-1 0-1,0 0 1,1 0-1,-1 0 1,1 0-1,-1 0 1,0 0-1,1-1 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76 188 24575,'20'-7'0,"0"1"0,0 1 0,0 0 0,0 2 0,1 0 0,23 1 0,-13 4 0,-19-1 0,-1-1 0,0 1 0,1-2 0,-1 0 0,18-3 0,-28 4 0,0 0 0,0 0 0,0-1 0,0 1 0,0 0 0,0-1 0,0 1 0,0-1 0,0 1 0,0-1 0,0 1 0,0-1 0,0 0 0,0 1 0,0-1 0,-1 0 0,1 0 0,0 0 0,-1 1 0,1-1 0,0 0 0,-1 0 0,1 0 0,-1 0 0,1 0 0,-1 0 0,0 0 0,0-1 0,1 1 0,-1 0 0,0 0 0,0 0 0,0 0 0,0 0 0,0 0 0,0 0 0,0 0 0,0 0 0,-1-1 0,1 1 0,-1-2 0,-1 0 0,1 0 0,-1 0 0,0 0 0,0 0 0,0 0 0,-1 0 0,1 1 0,-1-1 0,1 1 0,-1-1 0,-6-3 0,-22-11 0,-1 2 0,-63-20 0,71 26 0,19 8 0,1-1 0,0 1 0,-1 1 0,1-1 0,0 0 0,-1 1 0,1 0 0,-1 0 0,1 1 0,-1-1 0,1 1 0,0 0 0,-8 2 0,5 0 0,0 0 0,0 1 0,0-1 0,1 1 0,-1 1 0,1-1 0,-7 8 0,10-9 0,0 0 0,0 1 0,0-1 0,0 1 0,1 0 0,0 0 0,0 0 0,0 0 0,0 0 0,0 1 0,1-1 0,0 0 0,-1 8 0,0 5 0,1-1 0,1 25 0,1-18 0,-1-15 0,1 0 0,0 0 0,0 0 0,1 0 0,0-1 0,1 1 0,-1 0 0,1-1 0,1 0 0,-1 0 0,1 0 0,1 0 0,8 11 0,-6-10 0,0-1 0,1 0 0,0 0 0,0 0 0,0-1 0,1-1 0,-1 0 0,1 0 0,1 0 0,13 4 0,21 4 0,0-2 0,1-2 0,0-2 0,1-2 0,80 0 0,-94-9-1365,-22 1-5461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16 24575,'-23'-3'0,"-10"0"0,-1 0 0,2 0 0,4 1 0,4 1 0,4 0 0,3 1 0,1 0 0,2 0 0,0 3 0,0 0 0,0 1 0,0-2 0,-1 0 0,1-1 0,2 0-8191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24575,'9'11'0,"-1"0"0,0 1 0,0 1 0,-1-1 0,-1 1 0,0 0 0,5 16 0,16 32 0,17 10 0,3 4 0,-43-67 0,1 2 0,-1-1 0,-1 0 0,0 1 0,0-1 0,2 16 0,-5-23 0,0-1 0,0 1 0,1-1 0,-1 1 0,0 0 0,0-1 0,-1 1 0,1-1 0,0 1 0,-1-1 0,1 1 0,0-1 0,-1 1 0,0-1 0,1 1 0,-1-1 0,0 1 0,0-1 0,0 0 0,0 0 0,-1 3 0,-1-3 0,1 0 0,0 0 0,0 1 0,-1-1 0,1-1 0,-1 1 0,1 0 0,0-1 0,-1 1 0,0-1 0,1 1 0,-5-1 0,-8 0 0,1-1 0,0 0 0,0 0 0,0-2 0,-26-7 0,32 8 0,1-1 0,-1 0 0,1 0 0,0-1 0,0 0 0,0 0 0,1-1 0,0 0 0,0 0 0,0 0 0,0-1 0,-5-7 0,10 12 0,0 0 0,0 0 0,0-1 0,0 1 0,0-1 0,0 1 0,1-1 0,-1 1 0,1-1 0,-1 0 0,1 1 0,-1-1 0,1 0 0,0 1 0,0-1 0,0 0 0,0 1 0,0-1 0,0 0 0,0 1 0,0-1 0,1 0 0,-1 1 0,1-1 0,-1 0 0,1 1 0,0-1 0,0-1 0,2 0 0,0 0 0,0 0 0,0 0 0,0 0 0,0 0 0,1 1 0,-1-1 0,1 1 0,0 0 0,5-2 0,14-5-313,1 1 0,0 1 1,26-3-1,-48 9 199,11-1-6712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10 24575,'-2'-5'0,"-4"1"0,0 3 0,0 5 0,-1 4 0,1 3 0,1 0-8191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19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24575,'0'3'0,"1"-1"0,-1 1 0,1 0 0,0-1 0,0 1 0,0 0 0,0-1 0,0 1 0,3 4 0,16 19 0,-3-9 0,1 0 0,1 0 0,35 23 0,-42-33 0,0 0 0,0 0 0,1-1 0,18 6 0,-26-10 0,0 0 0,0-1 0,0 0 0,1 0 0,-1 0 0,0-1 0,1 0 0,-1 0 0,0 0 0,0-1 0,1 1 0,-1-1 0,0 0 0,8-3 0,-11 3 0,-1 1 0,0-1 0,0 0 0,0 1 0,0-1 0,0 0 0,0 0 0,0 1 0,0-1 0,0 0 0,0 0 0,0 0 0,0 0 0,0 0 0,-1 0 0,1-1 0,0 1 0,-1 0 0,1 0 0,-1 0 0,0-1 0,1-1 0,-1-1 0,0 1 0,0-1 0,0 0 0,-1 1 0,1-1 0,-3-5 0,2 6 0,1 0 0,-1-1 0,0 1 0,1-1 0,0 1 0,0-7 0,0 10 0,0-1 0,0 1 0,1-1 0,-1 0 0,1 1 0,-1-1 0,0 1 0,1-1 0,-1 1 0,1-1 0,-1 1 0,1-1 0,-1 1 0,1-1 0,-1 1 0,1 0 0,0-1 0,-1 1 0,1 0 0,0-1 0,-1 1 0,1 0 0,0 0 0,-1 0 0,1 0 0,0 0 0,-1 0 0,1 0 0,0 0 0,-1 0 0,1 0 0,0 0 0,-1 0 0,2 1 0,29 6 0,-26-6 0,16 5 0,-1-2 0,1-1 0,1 0 0,-1-1 0,0-2 0,26-2 0,-45 2 0,-1 0 0,0 0 0,0 0 0,1 0 0,-1 0 0,0 0 0,0-1 0,0 1 0,0 0 0,1-1 0,-1 1 0,0-1 0,0 0 0,0 1 0,0-1 0,0 0 0,0 1 0,0-1 0,0 0 0,-1 0 0,1 0 0,0 0 0,0 0 0,-1 0 0,1 0 0,-1 0 0,1 0 0,-1 0 0,1 0 0,-1 0 0,1-1 0,-1 1 0,0 0 0,0 0 0,0 0 0,0-1 0,0 1 0,0 0 0,0 0 0,0-1 0,0 1 0,0 0 0,-1-2 0,-1-2 0,1 0 0,-1 0 0,0 0 0,-1 1 0,1-1 0,-1 1 0,0-1 0,0 1 0,-4-4 0,-2-1-114,-2 0-1,1 1 1,-1 0-1,-16-9 1,17 11-679,-3-2-6033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0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24575,'6'2'0,"1"0"0,-1 1 0,0 0 0,0 0 0,0 0 0,0 1 0,-1 0 0,1 0 0,6 7 0,6 7 0,18 24 0,-7-9 0,-23-25 0,7 6 0,0-1 0,1 0 0,19 15 0,-33-28 0,1 1 0,-1-1 0,1 0 0,-1 1 0,1-1 0,-1 0 0,1 1 0,-1-1 0,1 0 0,-1 0 0,1 0 0,0 1 0,-1-1 0,1 0 0,-1 0 0,1 0 0,0 0 0,-1 0 0,1 0 0,-1 0 0,1 0 0,-1-1 0,1 1 0,0 0 0,-1 0 0,1 0 0,0-1 0,0 0 0,0 0 0,-1 0 0,1 1 0,0-1 0,-1 0 0,1 0 0,-1 0 0,1 0 0,-1 0 0,1 0 0,-1-1 0,0 1 0,1-2 0,0-6 0,0 0 0,-2-19 0,1 22 0,-1-7 0,-1 0 0,-3-13 0,3 17 0,0 0 0,1 0 0,0 0 0,0-1 0,1 1 0,1-10 0,-1 17 0,1 1 0,-1-1 0,0 1 0,1-1 0,-1 1 0,1-1 0,0 1 0,-1 0 0,1-1 0,0 1 0,0 0 0,0 0 0,0 0 0,0-1 0,0 1 0,0 0 0,0 0 0,0 1 0,1-1 0,-1 0 0,0 0 0,1 0 0,-1 1 0,0-1 0,1 1 0,-1-1 0,1 1 0,-1 0 0,1-1 0,-1 1 0,1 0 0,-1 0 0,1 0 0,-1 0 0,1 0 0,2 1 0,5 1 0,-1-1 0,1 1 0,-1 1 0,0 0 0,10 4 0,90 48 0,-54-27 0,-4-4-455,-2 3 0,58 43 0,-90-57-6371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24575,'1'-15'0,"2"13"0,2 9 0,37 98 0,-20-47 0,-8-22-114,-6-12-137,1 0 1,2-1 0,0 0 0,26 38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60 24575,'-28'-6'0,"-14"0"0,-4-3 0,-1 0 0,4 3 0,4-2 0,3 2 0,3 1 0,5 2 0,1 1 0,4 4 0,0 1 0,2 0 0,1 3 0,3-1 0,3 0-8191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29 222 24575,'10'0'0,"0"-2"0,0 0 0,1 0 0,15-6 0,10-2 0,18 0 0,40-10 0,-91 19 0,0 0 0,-1 0 0,1 0 0,0 0 0,-1 0 0,0-1 0,1 1 0,-1-1 0,0 0 0,0 1 0,0-1 0,0 0 0,0 0 0,0-1 0,3-3 0,-4 4 0,0 0 0,-1 0 0,1 0 0,-1-1 0,1 1 0,-1 0 0,1 0 0,-1 0 0,0 0 0,0-1 0,0 1 0,0 0 0,-1 0 0,1 0 0,-1-1 0,1 1 0,-1 0 0,0 0 0,1 0 0,-3-4 0,-1 1 0,0-1 0,0 0 0,0 1 0,-1 0 0,0 0 0,0 0 0,0 0 0,-1 1 0,1 0 0,-1 0 0,-9-4 0,6 3 0,0 1 0,0 0 0,-1 1 0,0 0 0,0 0 0,0 1 0,-12-1 0,18 3 0,0 0 0,0 0 0,0 0 0,0 1 0,1 0 0,-1 0 0,0 0 0,0 0 0,0 1 0,1-1 0,-1 1 0,-3 2 0,-6 4 0,-21 20 0,17-14 0,13-11 0,0 0 0,0 1 0,1-1 0,-1 1 0,1 0 0,0 0 0,0 0 0,0 0 0,1 1 0,-4 8 0,5-10 0,0 1 0,0-1 0,0 1 0,1 0 0,-1-1 0,1 1 0,0 0 0,1 0 0,-1-1 0,0 1 0,1 0 0,0-1 0,0 1 0,0-1 0,2 6 0,5 8 0,0 0 0,2 0 0,0-1 0,0 0 0,1-1 0,16 17 0,-24-29 0,1-1 0,-1 1 0,0-1 0,1 0 0,0 0 0,-1 0 0,1 0 0,7 2 0,35 8 0,-31-9 0,34 7 0,0-3 0,0-1 0,1-3 0,88-5 0,-122 0-1365,-4-2-5461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4 24575,'0'-1'0,"-1"1"0,0 0 0,1-1 0,-1 1 0,1 0 0,-1-1 0,0 1 0,1 0 0,-1 0 0,0 0 0,1-1 0,-1 1 0,0 0 0,1 0 0,-1 0 0,0 0 0,1 0 0,-1 0 0,0 1 0,1-1 0,-1 0 0,0 0 0,1 0 0,-1 1 0,0-1 0,1 0 0,-1 1 0,0 0 0,0 0 0,0 0 0,0 0 0,1 0 0,-1 1 0,1-1 0,-1 0 0,1 0 0,0 1 0,-1-1 0,1 0 0,0 1 0,0-1 0,0 3 0,0 3 0,0 0 0,1 0 0,0 0 0,3 10 0,5 6 0,0 0 0,2-1 0,0 0 0,2-1 0,15 22 0,83 93 0,-109-134 0,0 0 0,-1 0 0,1 1 0,0-1 0,-1 1 0,1-1 0,1 5 0,-3-6 0,0-1 0,0 1 0,0 0 0,0-1 0,0 1 0,0 0 0,0-1 0,0 1 0,0-1 0,0 1 0,0 0 0,0-1 0,0 1 0,-1-1 0,1 1 0,0 0 0,0-1 0,-1 1 0,1-1 0,0 1 0,-1-1 0,1 1 0,-1-1 0,1 1 0,0-1 0,-1 1 0,1-1 0,-1 0 0,1 1 0,-1-1 0,1 0 0,-1 1 0,0-1 0,1 0 0,-1 0 0,1 0 0,-1 1 0,0-1 0,1 0 0,-2 0 0,-5 1 0,-1 0 0,0 0 0,1 0 0,-1-1 0,0 0 0,1-1 0,-1 0 0,0 0 0,-9-3 0,-10-4 0,-31-14 0,29 10 0,16 8 0,0-2 0,-12-7 0,22 11 0,-1 0 0,1 0 0,0 0 0,1 0 0,-1-1 0,0 1 0,1-1 0,-1 0 0,1 1 0,0-1 0,0 0 0,0 0 0,-2-4 0,4 6 0,0 0 0,-1 0 0,1 0 0,0 0 0,0 0 0,0-1 0,0 1 0,0 0 0,0 0 0,0 0 0,0 0 0,0 0 0,0 0 0,0 0 0,1 0 0,-1 0 0,0 0 0,1 0 0,-1 0 0,2-1 0,-1 0 0,0 0 0,1 0 0,-1 1 0,1-1 0,0 1 0,0-1 0,-1 1 0,1 0 0,3-2 0,3-1 0,1 0 0,0 1 0,15-4 0,-22 7 0,29-7 18,35-2 0,-24 4-1419,-25 3-5425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24575,'5'-10'0,"2"-1"0,-1 5 0,-1 4 0,-1 7 0,-2 3 0,-1 5 0,0 1 0,-1 1 0,-1-1-8191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24575,'1'0'0,"-1"0"0,0 0 0,1-1 0,-1 1 0,1 0 0,-1 0 0,1 0 0,-1 0 0,0-1 0,1 1 0,-1 0 0,1 0 0,-1 0 0,1 0 0,-1 0 0,1 0 0,-1 0 0,1 0 0,-1 0 0,0 1 0,1-1 0,-1 0 0,1 0 0,-1 0 0,1 0 0,-1 1 0,0-1 0,1 0 0,-1 0 0,1 1 0,13 11 0,-11-9 0,32 29 0,0-3 0,75 48 0,-101-72 0,-4-1 0,0-1 0,1 0 0,-1 0 0,1 0 0,-1-1 0,1 0 0,0 0 0,8 1 0,-13-3 0,-1 0 0,1 0 0,0 0 0,0 0 0,0 0 0,0-1 0,0 1 0,0 0 0,-1-1 0,1 1 0,0 0 0,0-1 0,0 1 0,-1-1 0,1 1 0,0-1 0,-1 0 0,1 1 0,0-1 0,-1 1 0,1-1 0,-1 0 0,1 0 0,-1 1 0,1-1 0,-1 0 0,0 0 0,1 0 0,-1 0 0,0 1 0,0-1 0,1 0 0,-1 0 0,0 0 0,0 0 0,0 0 0,0 0 0,0 0 0,-1-1 0,1-3 0,0 0 0,-1 0 0,1-1 0,-1 1 0,-3-7 0,1 4 0,0 0 0,-1 0 0,0 0 0,0 0 0,-1 1 0,-8-11 0,13 18 0,-1-1 0,1 1 0,0 0 0,-1-1 0,1 1 0,0 0 0,0-1 0,-1 1 0,1-1 0,0 1 0,0 0 0,0-1 0,-1 1 0,1-1 0,0 1 0,0-1 0,0 1 0,0-1 0,0 0 0,6 0 0,18 7 0,-20-4 0,20 5 0,90 26 0,-95-29 0,0-1 0,-1-1 0,1 0 0,24-2 0,-40 0 0,0 0 0,0-1 0,0 1 0,0-1 0,0 1 0,0-1 0,-1 0 0,1 0 0,0 0 0,-1-1 0,1 1 0,-1 0 0,1-1 0,-1 0 0,0 0 0,1 0 0,-1 0 0,0 0 0,3-4 0,-4 4 0,0-1 0,1 1 0,-1-1 0,-1 1 0,1-1 0,0 1 0,-1-1 0,1 1 0,-1-1 0,0 0 0,0 1 0,0-1 0,0 0 0,0 1 0,-1-1 0,1 0 0,-1 1 0,0-1 0,1 1 0,-1-1 0,0 1 0,-2-3 0,-2-3 0,0 0 0,0 0 0,-1 0 0,0 0 0,-1 1 0,0 0 0,-8-6 0,2 1 0,-2 2 0,-30-18 0,39 25-227,-1 0-1,0 0 1,0 1-1,0-1 1,-13-1-1,6 3-6598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8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90 24575,'0'0'0,"0"0"0,-1-1 0,1 1 0,0 0 0,0-1 0,0 1 0,-1-1 0,1 1 0,0-1 0,0 1 0,0 0 0,0-1 0,0 1 0,0-1 0,0 1 0,0-1 0,0 1 0,0-1 0,0 1 0,0-1 0,0 1 0,0-1 0,8 2 0,11 13 0,64 67 0,-83-81 0,0 0 0,0 0 0,0 1 0,0-1 0,0 0 0,1 0 0,-1 0 0,0 0 0,0 1 0,0-1 0,0 0 0,1 0 0,-1 0 0,0 0 0,0 1 0,1-1 0,-1 0 0,0 0 0,0 0 0,1 0 0,-1 0 0,0 0 0,0 0 0,1 0 0,-1 0 0,0 0 0,0 0 0,1 0 0,-1 0 0,0 0 0,0 0 0,1 0 0,-1 0 0,0 0 0,0 0 0,0 0 0,1-1 0,-1 1 0,3-11 0,-5-15 0,-1 15 0,1 1 0,0-1 0,0 0 0,1 0 0,0 0 0,1-12 0,0 20 0,1 1 0,-1 0 0,0-1 0,1 1 0,0 0 0,-1 0 0,1-1 0,0 1 0,0 0 0,0 0 0,0 0 0,1 0 0,-1 0 0,0 0 0,1 1 0,-1-1 0,1 0 0,0 1 0,0-1 0,-1 1 0,1-1 0,0 1 0,0 0 0,0 0 0,1 0 0,-1 0 0,0 0 0,0 1 0,0-1 0,1 1 0,-1-1 0,0 1 0,1 0 0,-1 0 0,4 0 0,5 0 0,0 1 0,0 1 0,0 0 0,21 6 0,41 20 0,-59-22 30,-1 1 0,0 0 0,22 16 0,-28-17-216,-1 0 1,1 0-1,-1 0 0,0 1 1,0-1-1,-1 2 1,7 11-1,-5-6-6640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29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24575,'19'0'0,"88"-3"0,-89 2 0,0-2 0,0 0 0,33-12 0,-39 11 0,0 0 0,-1-1 0,1-1 0,-2 0 0,16-11 0,-23 15 0,-1 0 0,1-1 0,-1 1 0,0-1 0,0 1 0,1-1 0,-2 0 0,1 0 0,0 0 0,-1 0 0,2-3 0,-2 4 0,-1-1 0,1 1 0,-1 0 0,0-1 0,0 1 0,0-1 0,0 1 0,0 0 0,0-1 0,-1 1 0,1 0 0,-1-1 0,0 1 0,1 0 0,-1 0 0,0 0 0,-2-4 0,1 3 0,-1 0 0,1 0 0,-1 1 0,0-1 0,1 1 0,-1-1 0,0 1 0,0 0 0,-1 0 0,1 0 0,0 1 0,-1-1 0,1 1 0,-1 0 0,-5-2 0,-2 1 0,-1-1 0,0 2 0,-19-2 0,20 4 0,-1-1 0,0 1 0,1 1 0,0 0 0,-22 7 0,25-6 0,0 0 0,1 0 0,0 1 0,-1 0 0,2 0 0,-1 1 0,0-1 0,1 2 0,-8 6 0,12-9 0,0 0 0,0 0 0,0-1 0,0 1 0,0 0 0,1 1 0,0-1 0,-1 0 0,1 0 0,0 1 0,0-1 0,1 0 0,-1 1 0,1-1 0,0 1 0,0-1 0,0 1 0,0-1 0,0 0 0,1 1 0,0-1 0,0 1 0,1 3 0,0-2 0,0 0 0,0-1 0,1 1 0,-1-1 0,1 1 0,0-1 0,0 0 0,1 0 0,-1-1 0,1 1 0,0-1 0,0 1 0,0-1 0,9 5 0,7 1 0,0-1 0,0 0 0,1-2 0,28 6 0,87 7 0,-114-16 0,137 2-1365,-146-5-5461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0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76 24575,'-33'-12'0,"-13"-5"0,-3 1 0,3 3 0,7 4 0,6 4 0,6 2 0,4 4 0,4 2 0,3 3 0,2 1 0,0 1 0,3 2 0,0 0 0,3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24575,'-5'11'0,"2"0"0,0 0 0,0 0 0,1 0 0,0 1 0,1-1 0,0 1 0,1-1 0,0 1 0,4 19 0,-1-16 0,1 1 0,1-1 0,0 0 0,1 0 0,0-1 0,1 0 0,11 16 0,11 11 0,1-2 0,48 46 0,-75-82 0,6 11 0,-9-14 0,0 0 0,0 0 0,0 0 0,0 1 0,0-1 0,0 0 0,0 0 0,0 0 0,0 0 0,0 1 0,0-1 0,0 0 0,0 0 0,0 0 0,0 0 0,0 0 0,0 0 0,0 1 0,0-1 0,0 0 0,-1 0 0,1 0 0,0 0 0,0 0 0,0 0 0,0 1 0,0-1 0,0 0 0,0 0 0,-1 0 0,1 0 0,0 0 0,0 0 0,0 0 0,0 0 0,0 0 0,-1 0 0,1 0 0,0 0 0,0 0 0,0 0 0,0 0 0,0 0 0,-1 0 0,-3 0 0,0-1 0,0 1 0,-1-1 0,-6-3 0,-48-16 0,1-3 0,-100-56 0,157 79 0,-1-1 0,1 0 0,-1 0 0,1 0 0,-1 0 0,1 0 0,0-1 0,-1 1 0,1 0 0,0 0 0,0-1 0,0 1 0,0-1 0,0 1 0,0-1 0,1 0 0,-1 1 0,0-1 0,1 1 0,-1-4 0,1 4 0,0 0 0,0-1 0,1 1 0,-1 0 0,0-1 0,1 1 0,-1 0 0,1-1 0,0 1 0,-1 0 0,1 0 0,0 0 0,0 0 0,0 0 0,0 0 0,-1 0 0,2 0 0,-1 0 0,0 0 0,0 0 0,0 0 0,0 1 0,0-1 0,1 1 0,-1-1 0,3 0 0,9-3 0,0 0 0,0 1 0,1 0 0,25 0 0,-12 0 0,52-3-1365,-60 5-5461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24575,'7'-3'0,"3"3"0,0 2 0,-2 5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71 24575,'-3'-1'0,"0"0"0,0 0 0,0 0 0,0 1 0,0-1 0,0 1 0,0 0 0,0 0 0,0 0 0,-6 1 0,8 0 0,0-1 0,0 0 0,0 1 0,0-1 0,1 1 0,-1-1 0,0 1 0,0-1 0,0 1 0,1 0 0,-1 0 0,0-1 0,1 1 0,-1 0 0,0 0 0,1 0 0,-1 0 0,1-1 0,-1 1 0,1 0 0,0 0 0,-1 0 0,1 0 0,0 0 0,0 0 0,0 0 0,0 0 0,0 0 0,0 0 0,0 0 0,0 0 0,0 0 0,0 0 0,0 0 0,1 2 0,1 1 0,-1 0 0,1 1 0,-1-2 0,1 1 0,0 0 0,1 0 0,-1 0 0,1-1 0,0 0 0,-1 1 0,8 5 0,2 1 0,25 18 0,-27-22 0,0 0 0,1 0 0,-1-1 0,1-1 0,0 0 0,0 0 0,0-1 0,1 0 0,12 0 0,-22-2 0,0-1 0,0 0 0,0 0 0,0 0 0,0 0 0,1-1 0,-1 1 0,0 0 0,0-1 0,0 0 0,0 1 0,0-1 0,0 0 0,-1 0 0,1 0 0,0 0 0,0-1 0,-1 1 0,1 0 0,0-1 0,-1 1 0,1-1 0,-1 1 0,0-1 0,0 0 0,0 0 0,1 1 0,-1-1 0,-1 0 0,1 0 0,0 0 0,0 0 0,-1 0 0,1-2 0,0-3 0,-1 1 0,1 0 0,-1-1 0,0 1 0,-1 0 0,1 0 0,-1-1 0,-1 1 0,1 0 0,-3-7 0,3 12 0,1-1 0,-1 1 0,1-1 0,-1 0 0,1 1 0,0-1 0,0 0 0,-1 1 0,2-3 0,-1 4 0,0-1 0,0 1 0,0 0 0,0-1 0,1 1 0,-1 0 0,0-1 0,0 1 0,1 0 0,-1-1 0,0 1 0,0 0 0,1 0 0,-1-1 0,0 1 0,1 0 0,-1 0 0,0 0 0,1-1 0,-1 1 0,0 0 0,1 0 0,-1 0 0,1 0 0,-1 0 0,0 0 0,1 0 0,-1 0 0,1 0 0,-1 0 0,0 0 0,1 0 0,-1 0 0,0 0 0,1 0 0,-1 0 0,1 0 0,-1 1 0,0-1 0,1 0 0,-1 0 0,1 1 0,61 21 0,-39-12 0,0-2 0,1-1 0,0 0 0,0-2 0,26 2 0,-40-6 0,1 0 0,-1 0 0,1-1 0,0 0 0,0-1 0,13-3 0,-22 4 0,0-1 0,0 1 0,0-1 0,0 0 0,0 0 0,0 0 0,0 0 0,0 0 0,-1 0 0,1 0 0,0 0 0,-1-1 0,1 1 0,-1-1 0,0 1 0,1-1 0,-1 0 0,0 0 0,0 1 0,0-1 0,0 0 0,0 0 0,0 0 0,-1 0 0,1 0 0,-1 0 0,1 0 0,-1 0 0,0 0 0,0-1 0,0 1 0,0 0 0,0-3 0,-1 1 6,1 1 0,-1-1 0,0 1 0,0-1 0,-1 1 0,1-1 0,-1 1 0,1 0 0,-1-1 0,0 1 0,0 0 0,0 0 0,-1 0 0,1 1 0,-1-1 0,0 1 0,1-1 0,-1 1 0,-7-4 0,-1 0-303,-1-1 0,0 2 0,0 0 0,-15-4 0,12 4-6529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147 176 24575,'101'164'0,"-93"-151"0,1 1 0,0-2 0,1 1 0,12 11 0,-19-23 0,-7-8 0,-8-9 0,-88-85 0,59 61 0,1-1 0,-50-70 0,74 84 0,15 25 0,0 0 0,0 1 0,1-1 0,-1 0 0,1 0 0,-1 0 0,1 0 0,0 1 0,-1-1 0,1 0 0,0 0 0,0 0 0,1-3 0,-1 4 0,1 1 0,-1-1 0,0 1 0,1-1 0,-1 1 0,0-1 0,1 1 0,-1 0 0,0-1 0,1 1 0,-1 0 0,1-1 0,-1 1 0,1 0 0,-1 0 0,1-1 0,-1 1 0,1 0 0,-1 0 0,1 0 0,-1 0 0,1-1 0,0 1 0,-1 0 0,1 0 0,-1 0 0,1 0 0,-1 0 0,1 1 0,-1-1 0,1 0 0,-1 0 0,1 0 0,-1 0 0,1 1 0,-1-1 0,1 0 0,21 10 0,15 13 0,-3-2 0,66 30 0,-76-42 0,30 9 0,-45-16 0,1 0 0,0-1 0,0 0 0,0 0 0,0-1 0,11-1 0,-19 1 0,0 0 0,0-1 0,0 1 0,0-1 0,-1 1 0,1-1 0,0 0 0,0 0 0,-1 1 0,1-1 0,0-1 0,-1 1 0,1 0 0,-1 0 0,1 0 0,-1-1 0,2-2 0,-1 1 0,0 0 0,0 0 0,-1 0 0,0 0 0,1-1 0,-1 1 0,0 0 0,-1-1 0,2-4 0,-2 0 0,1-1 0,-1 1 0,-1-1 0,1 1 0,-2-1 0,1 1 0,-4-12 0,-6-5 0,10 24 0,1-1 0,-1 1 0,0 0 0,0 0 0,0-1 0,0 1 0,0 0 0,0 0 0,0 0 0,0 0 0,0 0 0,-1 1 0,1-1 0,0 0 0,-2 0 0,1 2 0,4 3 0,5 6 0,-7-10 0,33 38 0,2-2 0,72 58 0,-80-70 0,-11-12-341,-2 2 0,0 0-1,14 18 1,-19-19-6485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81 24575,'-2'-6'0,"-10"-29"0,11 33 0,1 0 0,-1 0 0,1 0 0,0 0 0,0 0 0,0 0 0,0 0 0,0 0 0,0 0 0,0 0 0,1 0 0,-1 1 0,1-1 0,-1 0 0,1 0 0,1-2 0,-2 4 0,1-1 0,0 1 0,-1 0 0,1-1 0,-1 1 0,1-1 0,0 1 0,-1 0 0,1 0 0,0-1 0,0 1 0,-1 0 0,1 0 0,0 0 0,-1 0 0,1 0 0,0 0 0,0 0 0,-1 0 0,1 0 0,0 0 0,0 0 0,-1 0 0,1 0 0,0 1 0,-1-1 0,1 0 0,0 1 0,-1-1 0,1 0 0,0 1 0,-1-1 0,2 1 0,21 17 0,-22-18 0,57 50 0,-2 3 0,-3 1 0,50 66 0,-83-93 0,-2 2 0,0 0 0,21 51 0,-30-57 0,-1 1 0,-1 0 0,-1 0 0,-1 0 0,3 45 0,-7-52 0,0 1 0,-1 0 0,-2 0 0,1 0 0,-2 0 0,-1 0 0,0-1 0,-1 1 0,-1-1 0,-15 32 0,11-30 0,-1 0 0,-1-1 0,-1 0 0,0-1 0,-2 0 0,-26 25 0,26-30 0,-1 0 0,0-1 0,-1 0 0,0-2 0,0 0 0,-24 9 0,33-15-273,0 0 0,0 1 0,0 1 0,-8 5 0,6-2-6553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24575,'4'5'0,"-1"-1"0,1 1 0,-1 0 0,0 0 0,0 0 0,0 1 0,3 8 0,10 43 0,-11-41 0,60 184 0,-58-183 0,-4-6-195,-1-1 0,1 0 0,-1 1 0,-1-1 0,0 1 0,-1 17 0,0-16-6631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24575,'-30'0'0,"-15"0"0,-3 0 0,3 0 0,3 2 0,7 1 0,3 1 0,6-2 0,2 3 0,2-1 0,5 0-8191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24575,'0'-10'0,"0"-4"0,0 12 0,1 7 0,5 35 0,21 74 0,23 38 0,-19-63 0,-19-56 0,2 7 0,-2 1 0,14 76 0,-21-86 0,3 15 0,-8-42 0,0 0 0,0-1 0,0 1 0,-1-1 0,1 1 0,-1-1 0,0 1 0,0-1 0,0 1 0,-2 3 0,23-49 0,-12 24 0,0 1 0,1 0 0,22-31 0,-28 44 0,1 0 0,0-1 0,0 2 0,0-1 0,1 0 0,-1 1 0,1 0 0,0 0 0,0 0 0,0 0 0,0 1 0,0 0 0,0 0 0,1 1 0,-1-1 0,1 1 0,-1 0 0,8 0 0,-7 1 0,0 1 0,1-1 0,-1 1 0,0 1 0,1-1 0,-1 1 0,0 0 0,7 4 0,1 0 0,0 2 0,15 10 0,-12-4 0,0 0 0,-1 0 0,17 22 0,-19-20 0,-9-12 20,-2 1 0,1 0 0,-1 0 0,1 0 0,2 7 0,-5-10-126,0 1 0,0-1 0,0 1 0,0-1 0,0 1 0,-1 0-1,0 0 1,1-1 0,-1 1 0,0 0 0,0-1 0,-1 1 0,0 4 0,-2 3-6720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8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47 24575,'-44'-13'0,"-1"3"0,0 1 0,0 2 0,-61 0 0,104 6 0,1 1 0,0 0 0,-1 0 0,1 0 0,-1 0 0,1 0 0,-1 1 0,1-1 0,0 0 0,-1 1 0,1-1 0,0 1 0,-1-1 0,1 1 0,0 0 0,0 0 0,-1-1 0,1 1 0,0 0 0,0 0 0,-1 2 0,1-2 0,0 1 0,1 0 0,-1 0 0,1 0 0,0 0 0,0 0 0,-1 0 0,1 0 0,0 0 0,0 0 0,1 0 0,-1 0 0,0 0 0,1 0 0,0 2 0,34 115 0,10 109 0,-19-81 0,-18-98 0,-2 0 0,-2 1 0,-3 51 0,-1-99 0,-1 1 0,1 0 0,1-1 0,-1 1 0,0-1 0,1 1 0,-1-1 0,1 0 0,0 1 0,-1-1 0,1 1 0,0-1 0,1 0 0,-1 0 0,0 0 0,3 4 0,-2-4 0,1-1 0,-1 1 0,0-1 0,1 0 0,-1 1 0,0-1 0,1 0 0,0-1 0,-1 1 0,1 0 0,-1-1 0,1 1 0,0-1 0,-1 0 0,5 0 0,101 7 0,27-1 0,-119-5-120,-5-1 183,-1 0 1,1 0-1,13-3 0,-22 3-131,0-1 0,0 1 0,0-1 0,0 1 0,1-1 0,-1 0 0,-1 0-1,1 0 1,0 0 0,0 0 0,0 0 0,0-1 0,-1 1 0,1 0 0,-1-1 0,1 0 0,-1 1-1,0-1 1,1 0 0,-1 1 0,2-5 0,0-4-6758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24575,'1'-13'0,"2"32"0,-1-1 0,1 0 0,20 99 0,-19-100 0,2 1 0,0-1 0,1 0 0,12 22 0,-44-118 0,21 63 0,-10-36 0,2 0 0,-6-76 0,17 124 0,1-24 0,0 27 0,0 1 0,0-1 0,0 1 0,0 0 0,0-1 0,1 1 0,-1-1 0,0 1 0,0-1 0,0 1 0,0 0 0,1-1 0,-1 1 0,0 0 0,0-1 0,1 1 0,-1 0 0,0-1 0,1 1 0,-1 0 0,0 0 0,1-1 0,-1 1 0,0 0 0,1 0 0,-1 0 0,1-1 0,-1 1 0,0 0 0,1 0 0,-1 0 0,1 0 0,-1 0 0,1 0 0,-1 0 0,0 0 0,1 0 0,-1 0 0,1 0 0,-1 0 0,0 0 0,1 0 0,-1 0 0,1 1 0,-1-1 0,0 0 0,1 0 0,-1 0 0,1 1 0,-1-1 0,0 0 0,1 0 0,-1 1 0,11 6 0,-1 1 0,0 0 0,10 12 0,6 4 0,-4-5 0,-2 0 0,2-1 0,33 21 0,-49-35 0,0-1 0,0 0 0,0 0 0,1 0 0,-1-1 0,1 0 0,0 0 0,-1 0 0,1-1 0,0 0 0,0-1 0,0 1 0,0-1 0,0-1 0,7 0 0,-11 0 0,0 1 0,-1-1 0,1 0 0,-1 0 0,1 0 0,-1-1 0,0 1 0,1 0 0,-1-1 0,0 0 0,0 1 0,0-1 0,0 0 0,0 0 0,0 0 0,1-3 0,0 0 0,0 0 0,-1 1 0,0-1 0,0 0 0,-1 0 0,1 0 0,-1 0 0,1-6 0,-1-4 0,0 1 0,-1-1 0,-1 0 0,0 0 0,-4-17 0,2 15 0,2 9 0,0 1 0,-1 0 0,0 0 0,0-1 0,0 1 0,-7-12 0,9 19 0,0 0 0,0 0 0,0-1 0,0 1 0,0 0 0,0 0 0,0 0 0,0-1 0,0 1 0,0 0 0,0 0 0,0 0 0,0 0 0,0-1 0,-1 1 0,1 0 0,0 0 0,0 0 0,0 0 0,0 0 0,0-1 0,-1 1 0,1 0 0,0 0 0,0 0 0,0 0 0,0 0 0,-1 0 0,1 0 0,0 0 0,0 0 0,0 0 0,-1-1 0,1 1 0,0 0 0,0 0 0,0 0 0,-1 0 0,1 0 0,0 1 0,0-1 0,0 0 0,-1 0 0,1 0 0,-1 11 0,4 17 0,6 8 0,1-1 0,1 1 0,2-2 0,21 40 0,-21-52-117,-6-11-39,-1 0 0,0 1 0,0 0 0,-1 0 0,-1 0 0,0 0 0,3 17 0,-6-16-6670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39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842 41 24575,'-489'-36'0,"442"33"-227,-1 2-1,0 2 1,0 2-1,1 3 1,-51 11-1,82-12-6598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24575,'105'-24'0,"-86"21"0,1 1 0,0 0 0,26 2 0,-43 0 0,-1 1 0,1-1 0,-1 1 0,1-1 0,-1 1 0,1 0 0,-1 0 0,1 0 0,-1 0 0,0 0 0,0 1 0,1-1 0,-1 1 0,0-1 0,0 1 0,0 0 0,-1 0 0,1 0 0,0 0 0,-1 0 0,1 0 0,-1 0 0,0 1 0,1-1 0,-1 0 0,0 1 0,-1-1 0,1 1 0,0-1 0,0 6 0,0-2 0,-1 0 0,1 1 0,-1-1 0,-1 0 0,1 0 0,-1 1 0,0-1 0,0 0 0,-1 0 0,0 0 0,-4 11 0,0-6 0,3-5 0,0-1 0,0 1 0,0-1 0,1 1 0,-2 8 0,4-14 0,0 1 0,-1 0 0,1 0 0,0 0 0,0 0 0,0 0 0,0 0 0,0 0 0,1 0 0,-1 0 0,0 0 0,0 0 0,1 0 0,-1 0 0,0 0 0,1 0 0,-1 0 0,1 0 0,-1-1 0,1 1 0,-1 0 0,1 0 0,0-1 0,-1 1 0,1 0 0,0-1 0,0 1 0,0 0 0,-1-1 0,1 1 0,0-1 0,0 0 0,0 1 0,0-1 0,0 0 0,0 1 0,0-1 0,0 0 0,1 0 0,17 3 0,1-2 0,-1 0 0,32-2 0,-8-1 0,-9 1-455,0-2 0,68-14 0,-86 13-6371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66 24575,'-1'-2'0,"1"-3"0,-1-1 0,0 1 0,0 0 0,0 1 0,-1-1 0,0 0 0,0 0 0,0 1 0,0-1 0,-4-5 0,6 10 0,-1-1 0,1 1 0,0 0 0,-1 0 0,1-1 0,0 1 0,0 0 0,-1 0 0,1-1 0,0 1 0,-1 0 0,1 0 0,-1 0 0,1-1 0,0 1 0,-1 0 0,1 0 0,-1 0 0,1 0 0,0 0 0,-1 0 0,1 0 0,-1 0 0,1 0 0,0 0 0,-1 0 0,1 0 0,-1 0 0,1 0 0,0 0 0,-1 1 0,1-1 0,-1 0 0,0 1 0,-1 0 0,1 0 0,0 1 0,0-1 0,0 0 0,0 0 0,0 1 0,1-1 0,-2 2 0,-11 32 0,6-7 0,-3 33 0,8-50-170,0 0-1,-1 0 0,0-1 1,0 1-1,-1-1 0,-1 1 1,-11 17-1,8-15-6655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24575,'13'-8'0,"-1"0"0,1 0 0,1 1 0,15-6 0,-25 12 0,-1 0 0,1 0 0,0 0 0,0 0 0,0 1 0,-1-1 0,1 1 0,0 0 0,0 0 0,0 1 0,0-1 0,0 1 0,0 0 0,-1 0 0,1 0 0,0 0 0,0 1 0,-1-1 0,1 1 0,5 4 0,-3-2 0,-1 1 0,0 0 0,0-1 0,0 2 0,0-1 0,-1 0 0,0 1 0,0 0 0,-1 0 0,1 0 0,-1 1 0,-1-1 0,4 12 0,-2-3 0,-1 0 0,-1 1 0,-1 0 0,-1 30 0,1 4 0,1 0 0,3 0 0,19 82 0,11-2 0,-21-82 0,-1 0 0,11 93 0,-24-135 0,1 1 0,-2-1 0,1 0 0,0 1 0,-1-1 0,-3 12 0,3-16 0,1 0 0,-1 0 0,0-1 0,0 1 0,0 0 0,0 0 0,0-1 0,0 1 0,-1-1 0,1 1 0,0-1 0,-1 1 0,1-1 0,-1 0 0,0 0 0,1 0 0,-1 0 0,0 0 0,0 0 0,0 0 0,1 0 0,-1-1 0,0 1 0,0-1 0,-3 1 0,-23 0-1365,16-1-5461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60 211 24575,'60'-18'0,"24"-8"0,-72 21 0,-1 0 0,1 0 0,-1-1 0,18-13 0,-27 17 0,1 0 0,0-1 0,0 0 0,-1 1 0,0-1 0,1 0 0,-1 0 0,0 0 0,0-1 0,-1 1 0,1 0 0,-1-1 0,0 1 0,0-1 0,2-6 0,-3 8 0,0 0 0,0 0 0,0-1 0,0 1 0,0 0 0,0 0 0,-1-1 0,1 1 0,-1 0 0,0 0 0,1 0 0,-1 0 0,0 0 0,0 0 0,0 0 0,-1 0 0,1 0 0,0 1 0,-1-1 0,1 0 0,-1 1 0,1-1 0,-1 1 0,0-1 0,0 1 0,0 0 0,-2-2 0,-3 0 0,0 0 0,-1 1 0,1-1 0,0 1 0,-1 1 0,0 0 0,1 0 0,-1 0 0,0 1 0,1 0 0,-1 0 0,0 1 0,1 0 0,-12 3 0,6-1 0,-1 2 0,1-1 0,0 2 0,0 0 0,1 0 0,-24 17 0,33-21 0,-1 1 0,1-1 0,0 1 0,0 0 0,0-1 0,0 2 0,1-1 0,-1 0 0,1 0 0,0 1 0,0-1 0,0 1 0,0 0 0,1-1 0,-1 1 0,1 0 0,0 0 0,0 0 0,1 0 0,-1 0 0,1 0 0,0 0 0,0 0 0,0 0 0,0 1 0,1-1 0,0 0 0,0 0 0,0 0 0,0-1 0,0 1 0,1 0 0,0 0 0,0-1 0,0 1 0,3 3 0,1 1 0,0-1 0,0 0 0,1-1 0,0 1 0,0-1 0,1-1 0,0 1 0,9 4 0,3 0 0,1 0 0,26 8 0,2-2-227,1-3-1,0-2 1,1-2-1,0-2 1,83 0-1,-121-7-6598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53 24575,'-28'-10'0,"-14"-3"0,-2 0 0,3 3 0,7 5 0,6 4 0,6 4 0,6 5 0,4 0 0,3 2 0,2-1 0,1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24575,'-5'16'0,"1"1"0,1-1 0,0 1 0,2 0 0,0 0 0,0 0 0,2 0 0,0 0 0,1 0 0,0 0 0,9 29 0,42 91 0,-13-39 0,-39-94 0,1 0 0,-1-1 0,-1 1 0,1-1 0,0 1 0,-1 0 0,1 4 0,-1-8 0,0 1 0,0-1 0,-1 1 0,1-1 0,0 1 0,0-1 0,0 1 0,0-1 0,-1 1 0,1-1 0,0 1 0,0-1 0,-1 1 0,1-1 0,0 0 0,-1 1 0,1-1 0,0 1 0,-1-1 0,1 0 0,0 1 0,-2-1 0,1 0 0,0 1 0,0-1 0,0 0 0,0 0 0,0 0 0,0 0 0,0 0 0,0 0 0,-1 0 0,1 0 0,0 0 0,0-1 0,0 1 0,0 0 0,-1-1 0,-14-7 0,0 0 0,0 0 0,1-2 0,-16-12 0,-2-1 0,32 22 0,-15-9 0,1 0 0,1-1 0,0 0 0,0-1 0,-21-25 0,34 36 0,0-1 0,0 1 0,0-1 0,0 1 0,0-1 0,1 1 0,-1-1 0,0 0 0,1 1 0,-1-1 0,1 0 0,0 0 0,-1 1 0,1-1 0,0 0 0,0 0 0,0 0 0,1 1 0,-1-1 0,0 0 0,1 0 0,0-2 0,0 2 0,0 0 0,1 0 0,-1 0 0,0 0 0,1 1 0,-1-1 0,1 0 0,0 1 0,-1 0 0,1-1 0,0 1 0,0 0 0,0 0 0,0 0 0,0 0 0,0 0 0,0 1 0,3-2 0,17-2 0,0 1 0,0 1 0,0 1 0,43 4 0,-13-1 0,-28-2-1365,-5 0-5461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24575,'7'-13'0,"3"-1"0,-3 4 0,-2 6 0,-6 4 0,-1 5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24575,'-2'1'0,"0"-1"0,0 1 0,0 0 0,0 0 0,0 0 0,0 0 0,0 0 0,0 0 0,1 1 0,-1-1 0,0 1 0,1-1 0,-1 1 0,1 0 0,0-1 0,-1 1 0,0 2 0,1-2 0,0 0 0,1 0 0,-1 0 0,1 0 0,0 0 0,0 0 0,-1 0 0,1 0 0,0 0 0,1 0 0,-1 0 0,0 1 0,1-1 0,-1 0 0,1 2 0,2 2 0,0 0 0,0 1 0,1-1 0,0 0 0,0-1 0,0 1 0,0-1 0,1 0 0,8 8 0,-2-4 0,1 0 0,0-1 0,22 12 0,-27-16 0,1-1 0,-1 0 0,1-1 0,-1 1 0,1-2 0,0 1 0,-1-1 0,14 1 0,-18-2 0,0 0 0,1-1 0,-1 1 0,0-1 0,0 1 0,0-1 0,0 0 0,1-1 0,-1 1 0,-1 0 0,1-1 0,0 1 0,0-1 0,0 0 0,-1 0 0,1 0 0,-1-1 0,0 1 0,0 0 0,0-1 0,0 1 0,0-1 0,0 0 0,0 0 0,-1 0 0,0 0 0,1 0 0,-1 0 0,0 0 0,-1 0 0,1 0 0,0 0 0,-1-5 0,0 7 0,0 1 0,0-1 0,0 1 0,0-1 0,0 1 0,0-1 0,0 1 0,0-1 0,0 1 0,0-1 0,1 1 0,-1-1 0,0 1 0,0-1 0,0 1 0,1-1 0,-1 1 0,0-1 0,1 1 0,-1-1 0,0 1 0,1 0 0,-1-1 0,0 1 0,1-1 0,0 1 0,1 0 0,-1 0 0,0 1 0,0-1 0,0 0 0,0 0 0,0 1 0,0-1 0,0 1 0,0-1 0,1 1 0,21 9 0,38 10 0,-50-18 0,0 0 0,0 0 0,0-1 0,0 0 0,22-1 0,-32-1 0,1 1 0,-1 0 0,1 0 0,-1-1 0,1 1 0,-1-1 0,0 1 0,1-1 0,-1 0 0,0 1 0,1-1 0,-1 0 0,0 0 0,0 0 0,0 0 0,0 0 0,0 0 0,0 0 0,0 0 0,0-1 0,0 1 0,0 0 0,-1 0 0,1-1 0,-1 1 0,1-1 0,-1 1 0,1 0 0,-1-1 0,0 1 0,1-1 0,-1 1 0,0-1 0,0 1 0,0-1 0,0 1 0,-1-3 0,0-1 0,1 1 0,-1-1 0,0 1 0,0-1 0,-1 1 0,0-1 0,1 1 0,-2 0 0,1 0 0,0 0 0,-4-4 0,-18-17-1365,12 14-5461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69 24575,'53'100'0,"37"82"0,-84-170 0,-5-9 0,1-1 0,-1 1 0,0-1 0,0 1 0,0-1 0,0 1 0,-1 0 0,1-1 0,-1 1 0,1 3 0,-1-5 0,0-1 0,0 0 0,0 0 0,0 0 0,0 1 0,0-1 0,0 0 0,0 0 0,-1 0 0,1 1 0,0-1 0,0 0 0,0 0 0,0 0 0,0 1 0,0-1 0,0 0 0,0 0 0,-1 0 0,1 0 0,0 1 0,0-1 0,0 0 0,0 0 0,0 0 0,-1 0 0,1 0 0,0 0 0,0 1 0,0-1 0,-1 0 0,1 0 0,0 0 0,0 0 0,0 0 0,-1 0 0,-7-4 0,-8-12 0,15 15 0,-45-48 0,-43-51 0,-18-48 0,104 144 0,1-1 0,0 1 0,0-1 0,0 1 0,-1-9 0,2 12 0,1 0 0,0 1 0,0-1 0,0 1 0,0-1 0,0 0 0,0 1 0,0-1 0,0 1 0,0-1 0,0 0 0,0 1 0,1-1 0,-1 1 0,0-1 0,0 0 0,1 1 0,-1-1 0,0 1 0,1-1 0,0 0 0,-1 1 0,1-1 0,0 1 0,0 0 0,0 0 0,0-1 0,-1 1 0,1 0 0,0 0 0,0 0 0,0 0 0,0 0 0,0 0 0,-1 1 0,1-1 0,0 0 0,0 0 0,0 0 0,0 1 0,-1-1 0,3 1 0,11 6 0,0 1 0,0 0 0,-1 1 0,21 17 0,-20-14 0,1-1 0,0 0 0,21 9 0,-21-12 0,0-2 0,0 0 0,0-1 0,25 6 0,-38-11 0,0 0 0,0 0 0,0 0 0,0 0 0,0 0 0,-1 0 0,1 0 0,0 0 0,0-1 0,0 1 0,0-1 0,0 1 0,-1-1 0,1 0 0,0 0 0,0 0 0,-1 0 0,1 0 0,1-2 0,-1 1 0,0 0 0,0-1 0,0 1 0,-1 0 0,1-1 0,-1 0 0,0 1 0,0-1 0,0 0 0,0 1 0,1-6 0,-1-1 0,0 1 0,0-1 0,-1 0 0,0 0 0,-1 0 0,0 1 0,-3-14 0,3 13 0,-2 1 0,1-1 0,-2 1 0,-4-12 0,11 34 0,7 9 0,-2-9 0,0-1 0,1-1 0,21 23 0,38 30 0,1 1 0,-60-57-1365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 24575,'-1'26'0,"-5"29"0,-1 18 0,7 29 0,-1 23 0,1-117-91,0-1 0,-1 1 0,0 0 0,0-1 0,-1 1 0,0-1 0,0 1 0,-1-1 0,0 0 0,0 0 0,-1 0 0,0 0 0,0-1 0,-7 9 0,3-6-6735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47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24575,'3'-7'0,"1"1"0,0 0 0,0 0 0,0 0 0,0 0 0,1 0 0,0 1 0,6-5 0,-8 8 0,-1 0 0,1 0 0,-1 1 0,1-1 0,0 1 0,0 0 0,0 0 0,0 0 0,0 0 0,0 0 0,0 0 0,0 1 0,0 0 0,0 0 0,0 0 0,0 0 0,1 0 0,-1 0 0,0 1 0,0-1 0,3 2 0,3 1 0,0 1 0,0 0 0,0 0 0,-1 0 0,0 1 0,10 8 0,-14-10 0,-1 0 0,0 0 0,1 0 0,-1 0 0,-1 0 0,1 1 0,0-1 0,-1 1 0,0 0 0,0 0 0,0 0 0,0 0 0,0 0 0,-1 0 0,2 8 0,-3-7 0,1 0 0,-1 0 0,-1 1 0,1-1 0,-1 0 0,0 0 0,0 0 0,0 0 0,-1 0 0,1 0 0,-1 0 0,-1 0 0,-3 7 0,-3 0 0,-1 1 0,0-1 0,-14 12 0,-3 5 0,25-27 0,0 0 0,1 0 0,-1 0 0,1 0 0,0 0 0,-1 0 0,1 1 0,0-1 0,0 1 0,0-1 0,0 5 0,1-6 0,0 0 0,0 0 0,0 0 0,0 0 0,0-1 0,0 1 0,1 0 0,-1 0 0,0 0 0,1 0 0,-1 0 0,1-1 0,-1 1 0,1 0 0,-1 0 0,1-1 0,-1 1 0,1 0 0,0-1 0,-1 1 0,1-1 0,0 1 0,-1-1 0,1 1 0,0-1 0,0 1 0,0-1 0,-1 0 0,1 1 0,0-1 0,0 0 0,0 0 0,0 0 0,0 1 0,0-1 0,1 0 0,23 2 0,-1-1 0,47-2 0,-19-1 0,-25 1-107,-9 0-208,-1 1 1,1 1-1,33 5 1,-38-3-6512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8:5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8844 1 24575,'2'0'0,"0"0"0,0 1 0,-1-1 0,1 1 0,0-1 0,-1 1 0,1 0 0,-1 0 0,1 0 0,-1 0 0,1 0 0,-1 0 0,2 2 0,18 18 0,-15-14 0,-2-3 0,-1-1 0,1 2 0,-1-1 0,0 0 0,0 1 0,-1-1 0,1 1 0,-1 0 0,2 6 0,-4-9 0,1 0 0,-1-1 0,0 1 0,0 0 0,0 0 0,0 0 0,0 0 0,0 0 0,0 0 0,-1-1 0,1 1 0,0 0 0,-1 0 0,0 0 0,1-1 0,-1 1 0,0 0 0,0-1 0,0 1 0,0-1 0,0 1 0,-1-1 0,1 1 0,0-1 0,-1 0 0,1 0 0,-1 0 0,-2 2 0,-9 5 0,0-1 0,-28 10 0,23-10 0,-21 11 0,27-11 0,0-1 0,0 0 0,-1-1 0,0-1 0,0 1 0,-27 3 0,7-3 0,5-1 0,-40 1 0,54-5 0,-13 0 0,0 1 0,-42 7 0,15 3 0,20-3 0,1-1 0,-67 3 0,74-9 0,-27 5 0,-26 1 0,-127-19 0,145 8 0,-77 4 0,56 1 0,-1675-1 0,1738-1 0,-32-6 0,32 4 0,-30-1 0,-32 5 0,-56-2 0,80-6 0,32 3 0,-29 0 0,23 3 0,4 1 0,1 0 0,0 1 0,-27 5 0,-10 6 0,-84 20 0,-125 40 0,233-61 0,-58 19 0,96-30 0,0 1 0,0-1 0,1 0 0,-1 0 0,0 0 0,0 0 0,0 0 0,0 0 0,1 0 0,-1 0 0,0 0 0,0 0 0,0 0 0,0-1 0,1 1 0,-1 0 0,0 0 0,0-1 0,1 1 0,-1-1 0,0 1 0,0-1 0,1 1 0,-1-1 0,1 1 0,-1-1 0,0 1 0,0-2 0,-2-3 0,0 0 0,0 1 0,-4-10 0,-4-6 0,7 15 0,-1 0 0,0 0 0,0 0 0,-1 1 0,1-1 0,-1 1 0,0 1 0,0-1 0,-1 1 0,1 0 0,-1 0 0,1 1 0,-1 0 0,-10-2 0,-7 1 0,0 0 0,-46 2 0,53 2 0,3-2 0,0 0 0,-20-5 0,19 3 0,-26-1 0,-271 3 0,152 2 0,139 0 0,-30 6 0,29-4 0,-23 1 0,-406-3 0,218-2 0,122 9 0,3-1 0,-652-7 0,738 1 0,-30 5 0,-17 2 0,-5-9 0,-34 2 0,54 6 0,30-4 0,-31 2 0,-10-6 0,27 0 0,-1 1 0,-43 7 0,-11 0 0,40-4 0,41-1 0,1 0 0,-1 1 0,1 0 0,-21 9 0,21-8 0,1 0 0,-1 0 0,0-1 0,0-1 0,-18 3 0,-194-4 0,106-3 0,-223 2 0,330 0 0,0 0 0,1-1 0,-1 0 0,0-1 0,0 0 0,1-1 0,-1 0 0,1 0 0,0-1 0,0 0 0,0-1 0,1 0 0,-14-10 0,20 14-195,1-1 0,-1 0 0,1 0 0,-1 0 0,1 0 0,-2-3 0,-1-4-6631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3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77 206 24575,'0'0'0,"-1"0"0,1 0 0,0 0 0,0 0 0,-1 0 0,1 0 0,0 0 0,0 0 0,-1 0 0,1 0 0,0 0 0,0 0 0,-1 0 0,1 0 0,0 0 0,0 0 0,0-1 0,-1 1 0,1 0 0,0 0 0,0 0 0,0 0 0,-1-1 0,1 1 0,0 0 0,0 0 0,0 0 0,0-1 0,-1 1 0,1 0 0,0 0 0,0 0 0,0-1 0,0 1 0,0 0 0,0 0 0,0-1 0,0 1 0,0 0 0,0 0 0,0-1 0,0 1 0,0 0 0,0 0 0,0-1 0,0 1 0,0 0 0,0 0 0,0-1 0,0 1 0,0 0 0,0 0 0,1-1 0,-1 1 0,0 0 0,0 0 0,0 0 0,0-1 0,0 1 0,1 0 0,9-13 0,0 8 0,0-1 0,1 1 0,-1 1 0,1 0 0,0 0 0,0 1 0,0 1 0,13-2 0,-6 1 0,0-2 0,18-6 0,-30 9 0,0-1 0,0 1 0,-1-2 0,1 1 0,-1 0 0,0-1 0,6-6 0,-10 9 0,0 0 0,0 0 0,0 0 0,0 0 0,0 0 0,-1 0 0,1 0 0,0 0 0,-1 0 0,1-1 0,-1 1 0,1 0 0,-1 0 0,0-1 0,1 1 0,-1 0 0,0 0 0,0-1 0,0 1 0,0 0 0,0-1 0,0 1 0,0 0 0,0 0 0,-1-1 0,1 1 0,-1 0 0,1 0 0,-1-1 0,1 1 0,-1 0 0,1 0 0,-1 0 0,0 0 0,0 0 0,1 0 0,-1 0 0,0 0 0,0 0 0,0 0 0,-2-1 0,-3-2 0,1 1 0,-1-1 0,1 1 0,-1 0 0,0 1 0,0-1 0,-10-1 0,-47-9 0,37 9 0,18 3 0,1 0 0,-1 0 0,0 0 0,1 1 0,-1 1 0,1-1 0,-1 1 0,1 0 0,-1 1 0,1 0 0,-11 4 0,14-4 0,0 0 0,1 0 0,-1 0 0,0 0 0,1 1 0,0 0 0,-1 0 0,1 0 0,0 0 0,0 0 0,1 1 0,-1-1 0,1 1 0,0 0 0,0-1 0,0 1 0,0 0 0,0 0 0,1 1 0,0-1 0,-1 6 0,0 0 0,1 0 0,0 0 0,0 0 0,1 0 0,1 0 0,0 0 0,0 0 0,1 0 0,0-1 0,1 1 0,0 0 0,0-1 0,1 0 0,8 16 0,4 3 0,-7-12 0,1 0 0,13 16 0,-19-27 0,0 0 0,0-1 0,1 0 0,-1 0 0,1 0 0,0 0 0,0-1 0,1 0 0,-1 0 0,10 3 0,2 0 0,1-1 0,0-1 0,0 0 0,0-1 0,0-2 0,28 1 0,-15-2 0,-21 1 0,0 0 0,0-1 0,-1-1 0,1 1 0,0-2 0,-1 1 0,13-5 0,-12 1-1365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32 24575,'-18'-5'0,"-8"-2"0,-2 1 0,1 0 0,3 3 0,3 1 0,2 0 0,2 2 0,2 2 0,0 2 0,1 2 0,-1 0 0,1-1 0,2-1-8191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24575,'-1'3'0,"0"1"0,0 0 0,0 0 0,0-1 0,1 1 0,0 0 0,-1 0 0,1 0 0,1-1 0,-1 1 0,0 0 0,1 0 0,0 0 0,0-1 0,0 1 0,0-1 0,1 1 0,-1-1 0,5 7 0,3 5 0,1 1 0,21 23 0,-30-38 0,58 74 0,60 98 0,-112-162 0,8 20 0,-14-28 0,1 0 0,-1 0 0,0-1 0,-1 1 0,1 0 0,-1 0 0,1 0 0,-1 0 0,0 0 0,0 0 0,0 0 0,0 0 0,-1 4 0,0-5 0,0-1 0,1 0 0,-1 0 0,0 1 0,0-1 0,0 0 0,0 0 0,0 0 0,0 0 0,0 0 0,0 0 0,-1 0 0,1-1 0,0 1 0,0 0 0,-1-1 0,1 1 0,0-1 0,-1 1 0,1-1 0,-1 0 0,1 1 0,-1-1 0,1 0 0,-1 0 0,1 0 0,-3-1 0,-4 1 0,0-1 0,0 0 0,-13-4 0,7 1 0,0-1 0,0-1 0,1 0 0,0-1 0,0-1 0,1 0 0,0 0 0,0-1 0,1-1 0,0 0 0,1 0 0,0-1 0,-12-16 0,19 22 9,1 1 1,0 0-1,-1-1 0,1 1 0,1-1 1,-1 1-1,1-1 0,0 0 0,0 0 0,0 0 1,0 0-1,1-9 0,0 11-92,1-1 1,-1 0-1,1 0 1,0 1-1,0-1 1,1 1-1,-1-1 1,0 1-1,1-1 1,0 1-1,0 0 1,0 0-1,0 0 1,1 0-1,-1 0 1,1 0-1,3-2 1,4-3-6744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5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24575,'2'5'0,"1"4"0,1 3 0,-2 3 0,0 0 0,-1-2-8191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24575,'0'4'0,"1"1"0,0-1 0,0 0 0,0 1 0,0-1 0,1 0 0,-1 0 0,1 0 0,0 0 0,1-1 0,-1 1 0,0 0 0,1-1 0,0 0 0,0 1 0,0-1 0,0 0 0,1-1 0,-1 1 0,1-1 0,4 3 0,1 1 0,1-1 0,-1 0 0,1-1 0,1 0 0,-1-1 0,0 0 0,16 3 0,-24-6 0,0 0 0,0 1 0,-1-1 0,1 0 0,0 0 0,0 0 0,0-1 0,0 1 0,0 0 0,-1-1 0,1 1 0,0-1 0,0 1 0,-1-1 0,1 0 0,0 0 0,1-1 0,-1 1 0,-1 0 0,-1-1 0,1 1 0,0 0 0,0 0 0,0-1 0,-1 1 0,1 0 0,0-1 0,-1 1 0,1-1 0,-1 1 0,0-1 0,0 1 0,1-1 0,-1 1 0,0-1 0,0 1 0,0-1 0,0 1 0,-1-1 0,1-1 0,-1 0 0,0-1 0,0 1 0,0-1 0,-1 1 0,1-1 0,-1 1 0,0 0 0,0 0 0,0 0 0,0 0 0,-1 0 0,1 0 0,-1 1 0,-3-3 0,0-2 0,4 3 0,7 4 0,13 5 0,-15-4 0,8 2 0,0-1 0,0 0 0,0-1 0,1 0 0,-1 0 0,0-1 0,1-1 0,-1 0 0,0-1 0,17-4 0,-22 5 0,-1-1 0,0 1 0,0-1 0,0-1 0,0 1 0,-1-1 0,1 0 0,-1 0 0,1 0 0,-1 0 0,0-1 0,0 0 0,-1 0 0,1 0 0,-1 0 0,0 0 0,0-1 0,0 0 0,0 1 0,-1-1 0,0 0 0,0 0 0,0 0 0,1-6 0,-3 8 5,1 1 1,-1-1-1,0 1 0,0-1 0,0 1 0,0 0 1,0-1-1,0 1 0,-1-1 0,1 1 1,-1-1-1,1 1 0,-1 0 0,0-1 0,0 1 1,0 0-1,0 0 0,-1 0 0,1 0 0,-1 0 1,1 0-1,-4-3 0,1 1-170,-1 1 0,0 0 0,0 0 0,0 0 0,0 0 0,-1 1 0,1 0 0,-9-2 0,0 0-6661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6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24575,'0'0'0,"1"0"0,-1 0 0,0 0 0,0 0 0,0 0 0,0 0 0,0 0 0,0 0 0,0-1 0,0 1 0,0 0 0,0 0 0,0 0 0,0 0 0,0 0 0,0 0 0,0 0 0,0 0 0,0 0 0,0 0 0,0 0 0,0 0 0,0 0 0,1 0 0,-1 0 0,0 0 0,0 0 0,0 0 0,0 0 0,0-1 0,0 1 0,0 0 0,0 0 0,0 0 0,0 0 0,0 0 0,1 0 0,-1 1 0,0-1 0,0 0 0,0 0 0,0 0 0,0 0 0,0 0 0,0 0 0,0 0 0,0 0 0,0 0 0,0 0 0,0 0 0,1 0 0,-1 0 0,0 0 0,0 0 0,0 0 0,7 6 0,7 6 0,-1 3 0,-11-12 0,0 0 0,0 0 0,1-1 0,-1 1 0,1-1 0,-1 1 0,1-1 0,0 0 0,0 0 0,0 0 0,0 0 0,5 2 0,-8-4 0,1-1 0,0 1 0,-1 0 0,1 0 0,-1 0 0,1 0 0,0-1 0,-1 1 0,1 0 0,-1-1 0,1 1 0,-1 0 0,1-1 0,-1 1 0,1-1 0,-1 1 0,0-1 0,1 1 0,-1-1 0,0 1 0,1-1 0,-1 1 0,0-1 0,1 1 0,-1-1 0,0 0 0,0 1 0,0-1 0,0 1 0,0-1 0,1 0 0,-1 1 0,0-1 0,-1 0 0,3-26 0,-2 24 0,-1-17 0,0 13 0,1 0 0,-1 0 0,2 0 0,1-11 0,-2 16 0,0 1 0,0-1 0,1 1 0,-1 0 0,1-1 0,-1 1 0,1 0 0,0 0 0,0-1 0,-1 1 0,1 0 0,0 0 0,0 0 0,0 0 0,0 0 0,0 0 0,0 0 0,1 0 0,-1 1 0,0-1 0,0 0 0,1 1 0,-1-1 0,0 1 0,1-1 0,-1 1 0,3-1 0,4 0 0,1 1 0,0 0 0,-1 0 0,1 0 0,0 1 0,-1 1 0,1 0 0,-1 0 0,13 5 0,9 5 0,35 20 0,-35-17 0,-26-13 20,1 1 0,-1-1 0,1 1 0,-1 0 0,6 6 0,-9-9-68,0 1 0,0 0 0,-1 0 0,1 0 0,0 0 1,-1 0-1,1 0 0,0 0 0,-1 0 0,0 0 0,1 0 0,-1 0 0,0 0 0,1 0 0,-1 0 1,0 0-1,0 1 0,0-1 0,0 0 0,0 0 0,0 0 0,0 0 0,0 0 0,-1 1 0,1-1 0,0 0 1,-1 0-1,1 0 0,-1 0 0,0 2 0,-5 6-6778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8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24575,'47'1'0,"55"-2"0,-85-2 0,0-1 0,0 0 0,0-1 0,0-1 0,-1-1 0,0 0 0,29-19 0,-42 25 0,0-1 0,0 0 0,0-1 0,0 1 0,-1 0 0,1-1 0,0 0 0,-1 1 0,0-1 0,0 0 0,0 0 0,0-1 0,0 1 0,-1 0 0,0 0 0,1-1 0,-1 1 0,0-1 0,0 1 0,-1-1 0,1 0 0,-1 1 0,0-1 0,0 0 0,0 1 0,0-1 0,-1 1 0,0-1 0,1 0 0,-1 1 0,0-1 0,-1 1 0,1 0 0,-1-1 0,1 1 0,-1 0 0,0 0 0,0 0 0,0 0 0,-1 0 0,1 1 0,-1-1 0,1 1 0,-1-1 0,0 1 0,-6-4 0,2 2 0,0 0 0,0 1 0,0-1 0,-1 1 0,1 1 0,-13-4 0,17 6 0,0-1 0,-1 1 0,1 0 0,-1 0 0,1 0 0,0 0 0,-1 0 0,1 1 0,0-1 0,0 1 0,-1 0 0,1 0 0,0 0 0,0 1 0,0-1 0,0 1 0,-5 3 0,-68 57 0,74-60 0,-1 1 0,1-1 0,0 1 0,0-1 0,1 1 0,-1 0 0,0 0 0,1 0 0,0 0 0,0 0 0,0 0 0,0 0 0,0 0 0,0 0 0,1 0 0,-1 5 0,1 5 0,0 0 0,3 21 0,-2-27 0,1-1 0,-1 0 0,2 0 0,-1 0 0,0 0 0,1 0 0,0 0 0,1-1 0,-1 0 0,1 1 0,0-1 0,0-1 0,1 1 0,5 4 0,8 7 0,1-2 0,28 17 0,-39-26 0,0-1 0,0 0 0,0-1 0,1 0 0,0 0 0,0 0 0,0-2 0,14 3 0,7-3 0,39-2 0,-20 0 0,-4 1 0,63-9 0,-90 7-1365,-3 0-5461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 24575,'-1'0'0,"0"0"0,1-1 0,-1 1 0,0 0 0,0 0 0,0 0 0,1-1 0,-1 1 0,0 0 0,0 0 0,0 0 0,0 0 0,1 0 0,-1 0 0,0 1 0,0-1 0,0 0 0,0 1 0,0-1 0,1 0 0,0 1 0,0-1 0,0 0 0,-1 1 0,1-1 0,0 0 0,0 1 0,0-1 0,0 0 0,0 1 0,-1-1 0,1 1 0,0-1 0,0 0 0,0 1 0,0-1 0,0 0 0,0 1 0,1-1 0,-1 1 0,0-1 0,0 0 0,0 1 0,0-1 0,0 1 0,2 2 0,-1 0 0,1 0 0,0 0 0,0 0 0,0 0 0,0 0 0,3 3 0,19 20 0,31 43 0,-10-11 0,-12-18 0,27 45 0,-45-61 0,-1 1 0,-1 0 0,14 41 0,-26-63 0,-1-1 0,1 1 0,0 0 0,0 0 0,-1 0 0,0 0 0,0 0 0,0 0 0,0 0 0,0 0 0,0 0 0,-2 6 0,1-8 0,1 0 0,-1 0 0,0 1 0,0-1 0,1 0 0,-1 0 0,0 0 0,0 0 0,0 0 0,0 0 0,0 0 0,-1 0 0,1 0 0,0 0 0,0-1 0,-1 1 0,1 0 0,0-1 0,-1 1 0,1-1 0,0 0 0,-1 1 0,1-1 0,-1 0 0,1 0 0,-1 0 0,1 0 0,-3 0 0,-4-1 0,0 1 0,0-2 0,0 1 0,0-1 0,0 0 0,0-1 0,0 0 0,0 0 0,1 0 0,0-1 0,0-1 0,0 1 0,-7-6 0,10 6 0,0 1 0,-1-1 0,2 0 0,-1 0 0,0-1 0,1 1 0,0-1 0,0 0 0,0 1 0,0-1 0,1-1 0,0 1 0,0 0 0,0 0 0,1-1 0,0 1 0,0-1 0,0 0 0,1-10 0,0 13 4,1-1 1,-1 0-1,1 1 0,1-1 0,-1 1 0,0-1 1,1 1-1,-1 0 0,1-1 0,0 1 0,0 0 1,1 0-1,-1 1 0,1-1 0,-1 0 0,1 1 1,0-1-1,0 1 0,0 0 0,0 0 0,0 0 1,0 0-1,1 1 0,3-2 0,9-3-269,1 0 0,0 1 1,29-4-1,-36 7-146,4 0-6415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09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24575,'7'-5'0,"3"0"0,0 5 0,-2 4 0,-3 4 0,-2 3 0,-1 0-8191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0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24575,'1'3'0,"0"0"0,0 0 0,0-1 0,1 1 0,-1 0 0,1-1 0,0 1 0,0-1 0,4 4 0,-5-5 0,6 6 0,0-1 0,0 0 0,0 0 0,1-1 0,0 0 0,12 6 0,54 19 0,-71-29 0,3 1 0,-1 0 0,1 0 0,0-1 0,0 0 0,11 1 0,-15-2 0,-1 0 0,0 0 0,0 0 0,0 0 0,0 0 0,1-1 0,-1 1 0,0 0 0,0-1 0,0 1 0,0 0 0,0-1 0,0 1 0,0-1 0,0 0 0,0 1 0,0-1 0,0 0 0,0 0 0,0 1 0,-1-1 0,1 0 0,0 0 0,0 0 0,-1 0 0,1 0 0,-1 0 0,1 0 0,-1 0 0,1 0 0,-1-1 0,0 1 0,0 0 0,1 0 0,-1 0 0,0 0 0,0-2 0,-1-2 0,1 0 0,-1 0 0,0 0 0,0 0 0,-1 0 0,1 0 0,-1 1 0,0-1 0,-1 1 0,1-1 0,-1 1 0,0 0 0,-6-8 0,-4-6 0,13 18 0,0-1 0,-1 1 0,1-1 0,0 1 0,-1 0 0,1-1 0,0 1 0,0-1 0,-1 1 0,1-1 0,0 0 0,0 1 0,0-1 0,0 1 0,0-1 0,-1 1 0,1-1 0,0 1 0,1-1 0,-1 0 0,0 0 0,0 1 0,0 0 0,1-1 0,-1 1 0,1 0 0,-1 0 0,0 0 0,1 0 0,-1-1 0,0 1 0,1 0 0,-1 0 0,1 0 0,-1 0 0,0 0 0,1 0 0,-1 0 0,1 0 0,-1 0 0,0 0 0,1 1 0,-1-1 0,1 0 0,29 12 0,-24-9 0,-4-3 0,84 33 0,-75-30 0,0 0 0,0-1 0,-1 0 0,1-1 0,0 0 0,16-1 0,-26 0 0,1 0 0,0 0 0,0-1 0,0 1 0,0 0 0,-1-1 0,1 1 0,0-1 0,0 0 0,-1 0 0,1 1 0,-1-1 0,1 0 0,0 0 0,-1 0 0,0-1 0,1 1 0,-1 0 0,0-1 0,1 1 0,-1-1 0,0 1 0,0-1 0,0 1 0,-1-1 0,1 0 0,1-2 0,-2 2 0,1-1 0,-1 1 0,0 0 0,0-1 0,0 1 0,0-1 0,-1 1 0,1 0 0,0-1 0,-1 1 0,0-1 0,0 1 0,1 0 0,-1 0 0,-1 0 0,1-1 0,0 1 0,0 0 0,-1 0 0,-2-2 0,-2-3-341,-2 0 0,1 1-1,-12-8 1,6 5-6485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47 24575,'8'21'0,"1"1"0,0-1 0,2-1 0,15 22 0,60 70 0,-72-91 0,-14-21 0,0 1 0,0-1 0,0 0 0,1 0 0,-1 1 0,0-1 0,0 0 0,0 0 0,0 1 0,0-1 0,0 0 0,0 1 0,0-1 0,0 0 0,0 0 0,0 1 0,0-1 0,0 0 0,0 1 0,0-1 0,0 0 0,0 0 0,0 1 0,0-1 0,0 0 0,-1 0 0,0 0 0,0 0 0,1 0 0,-1 0 0,0 0 0,1 0 0,-1-1 0,1 1 0,-1 0 0,0 0 0,1-1 0,-1 1 0,1-1 0,-1 1 0,0 0 0,0-2 0,-26-19 0,1-1 0,1-1 0,1-1 0,1-2 0,1 0 0,-22-35 0,40 55 0,-16-26 0,19 30 0,0 0 0,0-1 0,0 1 0,0-1 0,1 1 0,-1-1 0,1 1 0,-1-1 0,1 1 0,0-1 0,0-3 0,0 5 0,0 1 0,0-1 0,1 0 0,-1 1 0,0-1 0,0 1 0,1-1 0,-1 0 0,0 1 0,1-1 0,-1 1 0,1-1 0,-1 1 0,0 0 0,1-1 0,-1 1 0,1-1 0,0 1 0,-1 0 0,1-1 0,-1 1 0,1 0 0,-1 0 0,1-1 0,0 1 0,-1 0 0,1 0 0,-1 0 0,1 0 0,0 0 0,-1 0 0,1 0 0,0 0 0,-1 0 0,1 0 0,0 0 0,-1 0 0,1 0 0,-1 1 0,1-1 0,0 0 0,29 13 0,-27-11 0,18 10 0,-2 0 0,24 20 0,18 13 0,-56-43 0,-1 1 0,0-1 0,1-1 0,-1 1 0,1-1 0,0 0 0,0 0 0,-1 0 0,1 0 0,0-1 0,0 0 0,0 0 0,7-1 0,-9 1 0,-1-1 0,0 1 0,1-1 0,-1 1 0,0-1 0,1 0 0,-1 0 0,0 0 0,0 0 0,0 0 0,0-1 0,0 1 0,0-1 0,0 1 0,0-1 0,0 0 0,-1 1 0,1-1 0,-1 0 0,1 0 0,-1 0 0,0 0 0,0-1 0,0 1 0,0 0 0,0 0 0,1-5 0,-1-3 0,0 1 0,-1 0 0,1 0 0,-3-11 0,2 17 0,0 0 0,0 0 0,-1 0 0,0 0 0,1 0 0,-1 0 0,0 1 0,0-1 0,-1 0 0,1 1 0,-1-1 0,1 1 0,-1-1 0,0 1 0,0 0 0,-4-4 0,6 6 0,0 0 0,0 0 0,0 0 0,0-1 0,0 1 0,0 0 0,0 0 0,0 0 0,0 0 0,0 0 0,0 0 0,0 0 0,-1 0 0,1 0 0,0 0 0,0 0 0,0 0 0,0 0 0,0 0 0,0 0 0,0 0 0,0 0 0,0 0 0,-1 0 0,1 0 0,0 0 0,0 0 0,0 0 0,0 0 0,0 0 0,0 0 0,0 0 0,0 0 0,0 0 0,-1 0 0,1 0 0,0 0 0,0 0 0,0 0 0,0 0 0,0 0 0,0 0 0,0 1 0,0-1 0,0 0 0,0 0 0,0 0 0,0 0 0,0 0 0,0 0 0,0 0 0,0 0 0,-1 0 0,1 1 0,1 7 0,4 9 0,6 4-195,2-1 0,0-1 0,1 0 0,0-1 0,2 0 0,28 25 0,-33-33-6631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1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24575,'-2'0'0,"1"0"0,-1 1 0,1-1 0,-1 1 0,0-1 0,1 1 0,-1-1 0,1 1 0,-1 0 0,1 0 0,-1-1 0,1 1 0,0 0 0,-1 1 0,1-1 0,0 0 0,0 0 0,0 0 0,0 1 0,0-1 0,0 0 0,0 1 0,0-1 0,1 1 0,-1-1 0,1 1 0,-2 2 0,0 5 0,-1 1 0,1-1 0,-1 15 0,3-18 0,-28 167 0,26-159-136,-1-1-1,-1 1 1,0-1-1,0 0 1,-1 0-1,-1-1 1,0 1-1,-1-1 0,-15 21 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2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24575,'3'-6'0,"2"-1"0,-1 1 0,1 1 0,-1-1 0,1 1 0,1-1 0,-1 1 0,1 1 0,9-7 0,-11 9 0,-1 0 0,1 1 0,-1-1 0,1 1 0,0 0 0,0 0 0,0 0 0,0 0 0,0 1 0,0-1 0,-1 1 0,1 0 0,0 0 0,0 1 0,0-1 0,0 1 0,0 0 0,0 0 0,5 2 0,5 3 0,0 0 0,21 13 0,-32-17 0,0 0 0,1 0 0,-1 1 0,0-1 0,0 1 0,0 0 0,0 0 0,-1 0 0,1 0 0,-1 0 0,0 1 0,0-1 0,0 1 0,0-1 0,1 6 0,-3-6 0,0-1 0,1 1 0,-1 0 0,0 0 0,-1 0 0,1 0 0,0 0 0,-1-1 0,0 1 0,1 0 0,-1 0 0,0-1 0,-1 1 0,1 0 0,0-1 0,-1 1 0,1-1 0,-1 0 0,0 1 0,-2 1 0,-5 5 0,0 0 0,-1-1 0,-12 9 0,15-12 0,6-5 0,1 1 0,-1-1 0,1 0 0,-1 0 0,1 1 0,0-1 0,-1 0 0,1 1 0,0-1 0,-1 0 0,1 1 0,0-1 0,-1 0 0,1 1 0,0-1 0,-1 1 0,1-1 0,0 1 0,0-1 0,0 1 0,0-1 0,-1 1 0,1-1 0,0 1 0,0-1 0,0 1 0,0-1 0,0 1 0,0 0 0,1-1 0,-1 1 0,1 0 0,-1-1 0,1 1 0,0-1 0,-1 1 0,1-1 0,0 1 0,-1-1 0,1 1 0,0-1 0,0 0 0,-1 1 0,1-1 0,1 1 0,32 4 0,63-4-42,-62-2-1281,-21 1-5503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24575,'1'10'0,"0"0"0,0-1 0,1 1 0,0 0 0,1-1 0,4 11 0,27 55 0,-26-59 0,-1-2 0,0 0 0,-1 1 0,0 0 0,-1 0 0,4 25 0,-9-38-114,0 0 1,0 0-1,0 0 0,0 0 0,0 0 1,0 1-1,-1-1 0,1 0 0,-1-1 1,1 1-1,-2 2 0,-4 6-6712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3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15 24575,'-32'-3'0,"-17"0"0,-1 0 0,2 0 0,6 1 0,7 1 0,5 3 0,6 1 0,5 0 0,2 3 0,3-1 0,2-1-8191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4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59 253 24575,'17'-5'0,"3"0"0,-1-1 0,1 0 0,-1-2 0,29-16 0,-44 22 0,1-1 0,-1 0 0,0-1 0,0 1 0,-1-1 0,1 0 0,-1 0 0,0 0 0,6-9 0,-7 9 0,-1 1 0,1-1 0,-1 0 0,0 0 0,0 0 0,-1 0 0,1 0 0,-1 0 0,1 0 0,-1 0 0,-1-1 0,1 1 0,-1 0 0,-1-5 0,2 5 0,-2-1 0,1 1 0,0 0 0,-1 0 0,0 0 0,0 0 0,0 0 0,0 0 0,-1 1 0,0-1 0,1 1 0,-1-1 0,0 1 0,-1 0 0,1 0 0,-1 0 0,1 1 0,-1-1 0,-5-2 0,1 2 0,0 0 0,-1 0 0,1 1 0,-1 0 0,0 0 0,1 1 0,-1 1 0,-15-1 0,16 1 0,1 1 0,0-1 0,0 1 0,-9 2 0,13-2 0,1 0 0,0 0 0,0 0 0,0 0 0,0 0 0,0 0 0,0 0 0,0 1 0,0-1 0,0 1 0,0-1 0,1 1 0,-1 0 0,1 0 0,-1 0 0,1 0 0,-1 2 0,-2 4 0,0-1 0,0 1 0,1 1 0,1-1 0,-4 17 0,5-20 0,1-1 0,0 1 0,0 0 0,0-1 0,0 1 0,1 0 0,0-1 0,0 1 0,0-1 0,1 1 0,-1-1 0,5 8 0,1 2 0,18 23 0,-22-33 0,1 1 0,0-1 0,0-1 0,0 1 0,0 0 0,1-1 0,-1 0 0,10 4 0,9 4 0,1-1 0,0-1 0,1-2 0,0 0 0,0-2 0,0 0 0,1-2 0,0-1 0,45-2 0,-56-2-1365,-3-2-5461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0 24575,'0'0'0,"0"1"0,-1-1 0,1 0 0,0 0 0,0 0 0,-1 1 0,1-1 0,0 0 0,0 0 0,0 1 0,-1-1 0,1 0 0,0 0 0,0 1 0,0-1 0,0 0 0,0 1 0,0-1 0,0 0 0,-1 1 0,1-1 0,0 0 0,0 0 0,0 1 0,0-1 0,0 0 0,0 1 0,0-1 0,0 0 0,1 1 0,-1-1 0,0 0 0,0 1 0,0-1 0,0 1 0,4 12 0,7 17 0,1 0 0,20 33 0,37 52 0,-66-111 0,86 129 0,-88-132 0,1 1 0,-1-1 0,0 1 0,0 0 0,0-1 0,-1 1 0,1 0 0,0 0 0,-1-1 0,1 4 0,-1-5 0,0 0 0,0 1 0,0-1 0,0 0 0,0 0 0,0 1 0,0-1 0,0 0 0,0 0 0,0 1 0,0-1 0,0 0 0,0 0 0,0 0 0,0 1 0,-1-1 0,1 0 0,0 0 0,0 0 0,0 1 0,0-1 0,-1 0 0,1 0 0,0 0 0,0 0 0,0 0 0,-1 1 0,1-1 0,0 0 0,-14-1 0,-1-5 0,1 1 0,-22-14 0,2 1 0,5 5 0,-54-27 0,71 33 0,0 0 0,0-1 0,1-1 0,-14-12 0,23 20 0,1 0 0,0 0 0,0-1 0,0 1 0,0 0 0,0 0 0,0 0 0,1-1 0,-1 1 0,0 0 0,1-1 0,-1 1 0,1 0 0,-1-1 0,1 1 0,-1-1 0,1 1 0,0-1 0,0 1 0,0-1 0,0-1 0,1 1 0,-1 1 0,1-1 0,0 1 0,0 0 0,-1-1 0,1 1 0,0 0 0,0 0 0,1 0 0,-1 0 0,0 0 0,0 0 0,0 0 0,1 0 0,-1 0 0,0 0 0,1 1 0,-1-1 0,1 1 0,1-1 0,8-3-136,0 1-1,0 1 1,0 0-1,0 0 1,0 1-1,0 1 1,1 0-1,-1 0 0,19 4 1,-17-1-6690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5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24575,'-2'-2'0,"-1"1"0,-1 4 0,4 3 0,2 4 0,0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24575,'0'4'0,"1"0"0,0 1 0,0-1 0,0 0 0,0 0 0,1 0 0,0 0 0,-1 0 0,1 0 0,1 0 0,-1-1 0,1 1 0,-1-1 0,7 7 0,3 2 0,1-1 0,19 14 0,-27-21 0,1 1 0,0-2 0,0 1 0,1-1 0,-1 0 0,1 0 0,-1 0 0,1-1 0,0 0 0,0-1 0,0 1 0,0-1 0,0-1 0,0 1 0,14-2 0,-19 1 0,-1 0 0,1-1 0,-1 1 0,0 0 0,1-1 0,-1 1 0,0-1 0,1 1 0,-1-1 0,0 0 0,0 0 0,1 0 0,-1 1 0,0-1 0,0 0 0,0 0 0,0-1 0,0 1 0,0 0 0,-1 0 0,1 0 0,0 0 0,-1-1 0,1 1 0,0 0 0,-1-1 0,0 1 0,1-1 0,-1 1 0,1-3 0,-1 1 0,0-1 0,0 1 0,0 0 0,0 0 0,-1 0 0,1 0 0,-1 0 0,0 0 0,0 0 0,0 0 0,0 0 0,-1 0 0,-1-4 0,2 7 0,0-1 0,0 0 0,1 0 0,-1 0 0,1-1 0,-1 1 0,1 0 0,-1 0 0,1 0 0,-1 0 0,1 0 0,0-2 0,0 2 0,0 1 0,0 0 0,0 0 0,0 0 0,0-1 0,1 1 0,-1 0 0,0 0 0,0 0 0,0 0 0,1-1 0,-1 1 0,0 0 0,0 0 0,0 0 0,1 0 0,-1 0 0,0 0 0,0 0 0,0 0 0,1 0 0,-1 0 0,0 0 0,0 0 0,1 0 0,-1 0 0,0 0 0,0 0 0,1 0 0,-1 0 0,0 0 0,0 0 0,0 0 0,1 0 0,-1 0 0,0 0 0,32 14 0,-26-10 0,13 5 0,0-1 0,1 0 0,33 7 0,-44-13 0,1 0 0,0 0 0,-1-1 0,1-1 0,0 0 0,-1 0 0,1-1 0,0 0 0,-1 0 0,11-4 0,-18 5 0,-1-1 0,1 0 0,-1 1 0,1-1 0,-1 0 0,0 1 0,1-1 0,-1 0 0,0 0 0,0 0 0,1 0 0,-1 0 0,0 0 0,0-1 0,0 1 0,0 0 0,-1 0 0,1-1 0,0 1 0,0-1 0,-1 1 0,1-1 0,-1 1 0,1-1 0,-1 1 0,0-1 0,0 1 0,1-1 0,-1 1 0,0-1 0,-1 0 0,1 1 0,0-1 0,0 1 0,0-1 0,-1 1 0,1-1 0,-1 1 0,0-1 0,0-1 0,-1-2 0,-1 0 0,1 0 0,-1 0 0,0 0 0,-1 0 0,1 1 0,-1-1 0,0 1 0,-8-7 0,-2 2-1365,0 2-5461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66 24575,'-6'-3'0,"5"9"0,6 10 0,0-10 0,1 1 0,1-1 0,-1-1 0,1 1 0,0-1 0,0 0 0,0-1 0,1 0 0,0 0 0,0 0 0,0-1 0,14 3 0,-21-5 0,1-1 0,-1 1 0,1-1 0,-1 0 0,1 0 0,-1 1 0,0-1 0,1 0 0,-1 0 0,1 0 0,-1-1 0,1 1 0,-1 0 0,0-1 0,1 1 0,-1 0 0,1-1 0,-1 0 0,0 1 0,0-1 0,1 0 0,-1 0 0,0 1 0,0-1 0,0 0 0,0 0 0,1-2 0,0 1 0,-1-1 0,0 1 0,0-1 0,0 1 0,0-1 0,-1 0 0,1 1 0,-1-1 0,1 0 0,-1 0 0,0 0 0,0 1 0,-1-6 0,0 0 0,-1 1 0,1-1 0,-2 1 0,-4-13 0,-4-12 0,11 31 0,-1 1 0,1-1 0,0 1 0,0-1 0,0 1 0,0-1 0,0 1 0,0-1 0,-1 1 0,1 0 0,0-1 0,0 1 0,0-1 0,1 1 0,-1-1 0,0 1 0,0-1 0,0 1 0,0-1 0,0 1 0,0-1 0,1 1 0,-1-1 0,0 1 0,0 0 0,1-1 0,-1 1 0,0-1 0,1 1 0,-1 0 0,1-1 0,0 1 0,0 0 0,0 0 0,0 0 0,0-1 0,0 1 0,0 1 0,0-1 0,-1 0 0,1 0 0,0 0 0,0 0 0,0 1 0,0-1 0,1 1 0,4 2 0,0 0 0,0 0 0,7 6 0,31 24-48,-27-22-216,-1 1 1,0 1 0,-1 0-1,20 24 1,-25-24-6563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8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0 180 24575,'64'-15'0,"-42"10"0,-1 0 0,1-1 0,-1-1 0,0-1 0,30-16 0,-47 21 0,-1 1 0,1-1 0,-1 0 0,0 0 0,0 0 0,0 0 0,0 0 0,0-1 0,3-5 0,-6 8 0,1-1 0,0 1 0,-1 0 0,1-1 0,-1 1 0,1-1 0,-1 1 0,0 0 0,0-1 0,1 1 0,-1-1 0,0 1 0,0-1 0,0 1 0,-1-1 0,1 1 0,0-1 0,-1 1 0,1-1 0,-1 1 0,1 0 0,-1-1 0,1 1 0,-1 0 0,0-1 0,0 1 0,0 0 0,0 0 0,0 0 0,-1-2 0,-2 0 0,0 0 0,-1 0 0,1 0 0,-1 1 0,1-1 0,-1 1 0,0 0 0,1 1 0,-1-1 0,0 1 0,-8-1 0,2 0 0,0 2 0,0-1 0,0 1 0,-14 2 0,22-1 0,0 0 0,0 0 0,0 0 0,0 1 0,0-1 0,0 1 0,0-1 0,1 1 0,-1 0 0,1 0 0,-4 3 0,-23 27 0,26-28 0,1-1 0,-1 0 0,1 1 0,0-1 0,0 1 0,1 0 0,-1-1 0,1 1 0,0 0 0,0 0 0,0 0 0,1 0 0,-1 0 0,1 0 0,0 0 0,0 0 0,0 0 0,1 1 0,-1-1 0,1 0 0,0-1 0,0 1 0,0 0 0,1 0 0,-1 0 0,5 6 0,-2-4 0,1 1 0,-1-1 0,1 0 0,1 0 0,-1 0 0,1-1 0,0 0 0,0 0 0,0 0 0,1-1 0,0 0 0,0 0 0,8 2 0,-4-2 0,0-1 0,0 0 0,1 0 0,-1-2 0,16 2 0,59-4 0,-33-1 0,-38 2-1365,-2 0-5461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62 24575,'-30'-10'0,"-13"-3"0,-1 0 0,4 3 0,7 3 0,6 2 0,5 3 0,4 1 0,2 3 0,5 4 0,3 4 0,1 0 0,2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19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24575,'59'152'0,"45"82"0,-103-232 0,0 0 0,0 0 0,0 1 0,0-1 0,0 0 0,-1 1 0,1-1 0,-1 1 0,1 4 0,-1-6 0,-1 0 0,1-1 0,0 1 0,0 0 0,-1 0 0,1 0 0,0-1 0,-1 1 0,1 0 0,-1 0 0,1-1 0,-1 1 0,1 0 0,-1-1 0,0 1 0,1-1 0,-1 1 0,0-1 0,1 1 0,-1-1 0,0 1 0,0-1 0,1 0 0,-1 1 0,0-1 0,0 0 0,0 0 0,0 0 0,1 1 0,-1-1 0,0 0 0,-1 0 0,-5 0 0,1 0 0,-1 0 0,1-1 0,-1 1 0,1-1 0,0-1 0,-12-3 0,4 0 0,0-1 0,-16-9 0,28 14 0,0 0 0,1 1 0,-1-2 0,0 1 0,1 0 0,-1 0 0,1 0 0,0-1 0,-1 1 0,1-1 0,0 1 0,0-1 0,0 1 0,0-1 0,0 0 0,0 0 0,0 1 0,0-1 0,1 0 0,-1-3 0,1 4 0,0-1 0,0 1 0,0-1 0,1 1 0,-1-1 0,1 1 0,-1-1 0,1 1 0,-1-1 0,1 1 0,0 0 0,0-1 0,-1 1 0,1 0 0,0 0 0,0 0 0,0-1 0,1 1 0,-1 0 0,0 0 0,0 1 0,0-1 0,1 0 0,-1 0 0,1 1 0,1-2 0,8-3 0,1 1 0,1 0 0,-1 1 0,15-3 0,-12 3 0,-2 0 0,1-1 0,14-5 0,-25 7-195,0 1 0,-1-1 0,1 1 0,0-1 0,-1 0 0,3-2 0,3-5-6631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24575,'2'2'0,"1"4"0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98 24575,'-4'-3'0,"0"0"0,-1 1 0,1-1 0,-1 1 0,-4-2 0,8 4 0,1 0 0,-1-1 0,1 1 0,-1 0 0,1 0 0,-1-1 0,0 1 0,1 0 0,-1 0 0,1 0 0,-1 0 0,1 0 0,-1 0 0,0 0 0,1 0 0,-1 0 0,1 0 0,-1 0 0,1 0 0,-1 0 0,0 1 0,1-1 0,-1 0 0,1 0 0,-1 1 0,1-1 0,-1 0 0,1 1 0,-1-1 0,1 0 0,0 1 0,-1-1 0,1 1 0,-1-1 0,1 1 0,0-1 0,-1 1 0,1-1 0,0 1 0,0-1 0,0 1 0,-1-1 0,1 1 0,0-1 0,0 1 0,0 0 0,0-1 0,0 1 0,0-1 0,0 1 0,0-1 0,0 1 0,0 0 0,0-1 0,1 2 0,-1 2 0,2 0 0,-1 0 0,0 0 0,1 0 0,0-1 0,0 1 0,0 0 0,0-1 0,1 1 0,-1-1 0,1 0 0,0 0 0,0 0 0,5 4 0,7 5 0,28 17 0,-42-28 0,8 4 0,0 0 0,0-1 0,1 0 0,-1 0 0,1-1 0,0 0 0,0-1 0,1 0 0,-1 0 0,0-1 0,15-1 0,-23 0 0,-1 0 0,1 0 0,-1 0 0,0 0 0,1-1 0,-1 1 0,1-1 0,-1 1 0,0-1 0,0 1 0,1-1 0,-1 0 0,0 1 0,0-1 0,0 0 0,0 0 0,0 0 0,0 0 0,0 0 0,2-2 0,-2 1 0,0 0 0,0 0 0,0-1 0,-1 1 0,1 0 0,0-1 0,-1 1 0,1-1 0,-1 1 0,0-5 0,0-2 0,-1-1 0,-1 1 0,1 0 0,-1 0 0,-4-10 0,6 19 0,-1 0 0,1 0 0,0-1 0,0 1 0,0 0 0,0 0 0,0 0 0,0-1 0,0 1 0,0 0 0,0 0 0,0 0 0,0-1 0,0 1 0,0 0 0,0 0 0,0-1 0,0 1 0,0 0 0,0 0 0,0 0 0,0-1 0,0 1 0,0 0 0,0 0 0,0 0 0,0-1 0,0 1 0,1 0 0,-1 0 0,0 0 0,0-1 0,0 1 0,1 0 0,8 2 0,19 14 0,-14-7 0,7 1 0,0 0 0,23 6 0,-34-13 0,0-1 0,0 0 0,0 0 0,0-1 0,0-1 0,0 1 0,12-2 0,-20 0 0,0 1 0,0 0 0,0 0 0,0-1 0,0 1 0,-1-1 0,1 0 0,0 0 0,0 1 0,0-1 0,-1 0 0,1 0 0,-1-1 0,1 1 0,-1 0 0,1 0 0,-1-1 0,0 1 0,2-3 0,-2 2 0,1-1 0,-1 1 0,0-1 0,0 1 0,-1-1 0,1 1 0,-1-1 0,1 0 0,-1 1 0,0-1 0,0 0 0,0-3 0,-1-1 0,1 1 0,-2 0 0,1-1 0,-1 1 0,0 0 0,0 0 0,-1 0 0,0 1 0,0-1 0,-7-10 0,2 6-341,-1 1 0,-1 0-1,-11-10 1,10 12-6485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1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130 150 24575,'-5'-3'0,"5"8"0,4 9 0,8 5 0,0 0 0,15 18 0,2 3 0,26 42 0,-68-96 0,0 0 0,-27-22 0,4 5 0,31 27 0,-22-21 0,1 0 0,1-2 0,-41-56 0,64 80 0,0 1 0,1-1 0,0 0 0,-1 0 0,1 0 0,0 0 0,0 0 0,1 0 0,-1-7 0,0 10 0,1-1 0,1 1 0,-1-1 0,0 1 0,0-1 0,0 0 0,0 1 0,0-1 0,0 1 0,1-1 0,-1 1 0,0-1 0,0 1 0,1-1 0,-1 1 0,0-1 0,1 1 0,-1-1 0,0 1 0,1 0 0,-1-1 0,2 0 0,-1 1 0,0 0 0,0-1 0,0 1 0,1 0 0,-1 0 0,0 0 0,0 0 0,0 0 0,1 0 0,-1 0 0,0 0 0,0 0 0,0 1 0,0-1 0,2 1 0,34 13 0,65 33 0,-4-1 0,-80-39 0,-1-1 0,1-1 0,33 6 0,-49-11 0,1 1 0,-1-1 0,1 0 0,-1 0 0,0 0 0,1 0 0,-1 0 0,1-1 0,-1 1 0,0-1 0,1 1 0,-1-1 0,0 0 0,0 0 0,0 0 0,0 0 0,0-1 0,3-1 0,-3 2 0,-1-1 0,0 1 0,0-1 0,0 0 0,0 1 0,-1-1 0,1 0 0,0 0 0,-1 1 0,1-1 0,-1 0 0,1 0 0,-1 0 0,0 0 0,0 0 0,0 1 0,0-1 0,0 0 0,0 0 0,0 0 0,-1 0 0,1 0 0,-2-3 0,-1-3 0,-1-1 0,0 0 0,0 1 0,-1 0 0,0 0 0,0 0 0,-9-9 0,1 2 0,-1 1 0,-22-17 0,74 82 0,118 88 0,-67-64 0,-25-22-1365,-55-43-5461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9 24575,'-6'-8'0,"5"16"0,5 20 0,-4-26 0,2 10 0,3 9 0,-1 0 0,-2 0 0,0 1 0,-1-1 0,-4 39 0,-34 117-1365,35-164-5461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24575,'0'-8'0,"1"0"0,-1 1 0,1-1 0,0 0 0,1 1 0,4-14 0,-5 19 0,0 0 0,0 0 0,0 0 0,0 0 0,0 0 0,0 0 0,0 1 0,1-1 0,-1 1 0,1-1 0,-1 1 0,1-1 0,0 1 0,-1 0 0,1 0 0,0 0 0,0 0 0,0 0 0,0 0 0,0 0 0,0 1 0,0-1 0,0 1 0,0-1 0,0 1 0,0 0 0,0 0 0,0 0 0,3 0 0,2 1 0,0 0 0,-1 1 0,1 0 0,-1 0 0,0 0 0,12 7 0,36 24 0,-20-11 0,-31-20 0,0 0 0,0 0 0,0 0 0,0 0 0,-1 0 0,1 1 0,-1-1 0,0 1 0,1-1 0,-1 1 0,-1 0 0,1 0 0,0 0 0,-1 0 0,1 0 0,-1 1 0,0-1 0,0 0 0,1 8 0,-2-8 0,0 1 0,0 0 0,0 0 0,-1 0 0,1-1 0,-1 1 0,0 0 0,0 0 0,-1-1 0,1 1 0,-1-1 0,0 1 0,0-1 0,0 0 0,0 0 0,0 0 0,-5 5 0,-20 14 0,22-19 0,1 0 0,0 0 0,0 1 0,0-1 0,0 1 0,1 0 0,-1 0 0,1 0 0,-3 6 0,5-9 0,1-1 0,0 1 0,-1 0 0,1 0 0,0 0 0,0 0 0,-1 0 0,1 0 0,0 1 0,0-1 0,0 0 0,0 0 0,1 0 0,-1 0 0,0 0 0,0 0 0,1 0 0,-1 0 0,0 0 0,1-1 0,0 3 0,0-1 0,1-1 0,-1 1 0,1 0 0,0-1 0,-1 1 0,1-1 0,0 1 0,0-1 0,3 2 0,5 1 0,0 0 0,1-1 0,13 4 0,-19-6 0,10 3-170,0-1-1,1-1 0,-1 0 1,1-1-1,-1-1 0,1 0 1,22-4-1,-23 1-6655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3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19 24575,'-3'-8'0,"0"1"0,0 3 0,0 5 0,1 5 0,1 4 0,1 3 0,-1 2 0,4 0 0,0 1 0,1 0 0,1-3 0,0-1 0,-1 0 0,0 0 0,-2 1 0,-1 1 0,-1-3-8191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4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24575,'3'-2'0,"0"0"0,0 1 0,0-1 0,0 1 0,0 0 0,0 0 0,0 0 0,0 0 0,0 1 0,1-1 0,-1 1 0,0 0 0,0 0 0,6 1 0,-3 0 0,0 0 0,-1 0 0,0 1 0,1 0 0,-1 0 0,0 1 0,9 5 0,0 2 0,0 1 0,-1 0 0,0 1 0,17 21 0,20 27 0,71 112 0,-104-143 0,-1 0 0,-1 1 0,-1 1 0,-2 0 0,-1 1 0,-2 0 0,-1 1 0,6 56 0,-8-33 0,2 55 0,-8-93 0,0 0 0,-1 0 0,-1 0 0,-5 19 0,4-29-85,1 0 0,-1-1-1,-1 1 1,1-1 0,-1 0-1,-1 0 1,1 0 0,-1-1-1,0 1 1,-1-1 0,1 0-1,-1-1 1,0 0 0,-1 0-1,-10 7 1,1-2-6741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5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68 24575,'0'-58'0,"0"58"0,0-1 0,0 1 0,0 0 0,0-1 0,0 1 0,0-1 0,0 1 0,0 0 0,0-1 0,-1 1 0,1 0 0,0-1 0,0 1 0,0 0 0,0-1 0,-1 1 0,1 0 0,0-1 0,0 1 0,-1 0 0,1-1 0,0 1 0,-1 0 0,1 0 0,0-1 0,-1 1 0,1 0 0,0 0 0,-1 0 0,1 0 0,-1-1 0,0 1 0,0 0 0,1 1 0,-1-1 0,0 0 0,0 0 0,0 0 0,1 1 0,-1-1 0,0 1 0,0-1 0,1 0 0,-1 1 0,-1 0 0,-19 20 0,11-9 0,0 1 0,1 0 0,0 1 0,1 0 0,0 0 0,1 0 0,1 1 0,0 0 0,1 1 0,1-1 0,0 1 0,1 0 0,-1 20 0,3-3 0,2 0 0,1-1 0,2 1 0,1 0 0,13 43 0,-6-37 0,2-1 0,1 0 0,2-1 0,22 34 0,-29-55 0,1 0 0,1 0 0,1-1 0,0-1 0,0 0 0,19 13 0,-9-9 0,1-1 0,1-2 0,36 17 0,137 58-1365,-183-84-5461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0 147 24575,'67'1'0,"75"-3"0,-125 1 0,1-2 0,17-5 0,-26 6 0,-1-1 0,0 0 0,0 0 0,1-1 0,-2 0 0,9-5 0,-15 8 0,1 0 0,-1-1 0,1 1 0,-1 0 0,0 0 0,1 0 0,-1-1 0,0 1 0,0-1 0,0 1 0,0-1 0,0 1 0,0-1 0,-1 0 0,1 1 0,-1-1 0,1 0 0,0-3 0,-1 3 0,0 1 0,-1 0 0,1-1 0,0 1 0,-1 0 0,1-1 0,-1 1 0,0 0 0,1-1 0,-1 1 0,0 0 0,0 0 0,0 0 0,1 0 0,-1 0 0,0 0 0,-1 0 0,1 0 0,0 0 0,0 0 0,0 0 0,0 1 0,-1-1 0,-1 0 0,-15-7 0,0 2 0,-1 0 0,0 0 0,-21-2 0,-3-1 0,39 8 0,0 0 0,0 1 0,0-1 0,0 1 0,0 0 0,0-1 0,0 2 0,0-1 0,0 1 0,0-1 0,-8 3 0,7-1 0,1 1 0,-1-1 0,1 1 0,-1 0 0,1 0 0,0 0 0,0 1 0,-6 7 0,9-10 0,-5 5 0,0 1 0,1-1 0,-9 15 0,13-19 0,-1 1 0,1 0 0,0-1 0,0 1 0,0 0 0,1 0 0,-1 0 0,1 0 0,0 0 0,-1 0 0,1 0 0,1 0 0,-1 0 0,0 0 0,1 3 0,2 5 0,0-1 0,0 1 0,1-1 0,0 1 0,10 15 0,-11-21 0,0-1 0,0 1 0,1-1 0,0 1 0,0-1 0,0 0 0,0-1 0,1 1 0,-1-1 0,1 0 0,0 0 0,10 4 0,23 6 0,0-1 0,2-2 0,41 6 0,-14-8 80,19 5-1525,-73-11-5381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8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12 24575,'-20'-3'0,"-9"0"0,-3 0 0,3 0 0,2 4 0,5 1 0,3 1 0,4 2 0,3 0 0,0-1 0,1 2 0,1 0-8191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24575,'95'151'0,"-63"-96"0,61 116 0,-90-165 0,0 0 0,-1 1 0,0-1 0,0 1 0,2 11 0,-3-17 0,-1 0 0,0 0 0,0 1 0,0-1 0,0 0 0,0 0 0,-1 0 0,1 1 0,0-1 0,0 0 0,-1 0 0,1 0 0,-1 0 0,1 1 0,-1-1 0,1 0 0,-1 0 0,0 0 0,1 0 0,-1 0 0,0-1 0,0 1 0,0 0 0,0 0 0,0 0 0,0-1 0,0 1 0,0 0 0,0-1 0,0 1 0,0-1 0,0 1 0,0-1 0,-1 0 0,1 0 0,0 1 0,0-1 0,0 0 0,-2 0 0,-15 1 0,1-1 0,-1-1 0,0 0 0,1-1 0,-1-1 0,1-1 0,0 0 0,0-2 0,1 0 0,-1 0 0,1-2 0,-26-16 0,37 21 0,1 0 0,0 0 0,-1-1 0,2 0 0,-1 0 0,0 0 0,1 0 0,0-1 0,0 1 0,0-1 0,-4-9 0,6 12 0,1 0 0,-1 0 0,1 1 0,-1-1 0,1 0 0,0 0 0,0 0 0,0 0 0,0 0 0,0 0 0,0 0 0,0 1 0,1-1 0,-1 0 0,1 0 0,-1 0 0,1 0 0,0 1 0,0-1 0,0 0 0,0 1 0,0-1 0,0 1 0,0-1 0,0 1 0,1-1 0,-1 1 0,0 0 0,1-1 0,-1 1 0,1 0 0,0 0 0,-1 0 0,1 1 0,0-1 0,-1 0 0,3 0 0,7-3 0,0 1 0,0 0 0,0 0 0,0 2 0,22-2 0,58 5 0,-29 6 12,-37-4-1389,-10-2-5449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29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24575,'8'-2'0,"-1"1"0,-1 3 0,-4 2 0,-2 3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24575,'34'36'0,"38"35"0,-63-63 0,0-2 0,0 1 0,1-1 0,0 0 0,0-1 0,19 7 0,-23-10 0,-1 0 0,0-1 0,1 0 0,0 0 0,-1-1 0,1 0 0,-1 0 0,11-1 0,-14 1 0,-1 0 0,1-1 0,-1 1 0,0 0 0,1-1 0,-1 1 0,0-1 0,1 0 0,-1 0 0,0 1 0,0-1 0,0 0 0,1 0 0,-1 0 0,0 0 0,0 0 0,0 0 0,-1 0 0,1-1 0,0 1 0,0 0 0,-1 0 0,1-1 0,-1 1 0,1 0 0,-1-1 0,1 1 0,-1-1 0,0 1 0,1 0 0,-1-1 0,0 1 0,0-1 0,0 1 0,-1-1 0,1 1 0,0-1 0,-1-1 0,-1-6 0,-1 0 0,0 1 0,-1-1 0,0 0 0,0 1 0,-1 0 0,0 0 0,-10-12 0,20 25 0,0 0 0,1 0 0,0-1 0,0 0 0,9 5 0,-6-4 0,11 7 0,0-1 0,43 16 0,-52-23 0,1-1 0,0 0 0,0-1 0,0 0 0,0-1 0,0 0 0,18-1 0,-28 0 0,0 0 0,0-1 0,0 1 0,0 0 0,0-1 0,0 1 0,0-1 0,0 0 0,0 0 0,-1 1 0,1-1 0,0 0 0,0-1 0,-1 1 0,1 0 0,1-2 0,-2 2 0,0-1 0,0 1 0,0-1 0,-1 1 0,1-1 0,0 1 0,-1-1 0,1 1 0,-1-1 0,1 0 0,-1 1 0,0-1 0,0 0 0,0 1 0,0-4 0,-1 0 0,0 0 0,0-1 0,0 1 0,-1 0 0,0 0 0,0 1 0,0-1 0,-1 0 0,1 1 0,-1-1 0,-4-4 0,0 1-341,0 1 0,-1 0-1,-13-10 1,8 7-6485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135 107 24575,'114'247'0,"-105"-237"0,-7-11 0,-6-7 0,-8-8 0,-24-28 0,8 14 0,-31-37 0,38 46 0,2 0 0,0-2 0,2 0 0,-24-40 0,40 62 0,1 0 0,0 0 0,-1 1 0,1-1 0,-1 0 0,1 0 0,0 0 0,0 0 0,-1 1 0,1-1 0,0 0 0,0 0 0,0 0 0,0 0 0,0-1 0,0 1 0,1 1 0,-1 0 0,0 0 0,0 0 0,1 0 0,-1-1 0,0 1 0,0 0 0,1 0 0,-1 0 0,0 0 0,1 0 0,-1 0 0,0 0 0,0 0 0,1 0 0,-1 0 0,0 0 0,1 0 0,-1 0 0,0 0 0,0 0 0,1 0 0,-1 0 0,0 0 0,1 0 0,-1 0 0,0 1 0,1-1 0,28 17 0,-22-12 0,46 29 0,-25-16 0,1 0 0,35 15 0,-60-31 0,5 2 0,0 0 0,1 0 0,0-1 0,0-1 0,13 3 0,-21-5 0,0 0 0,0 0 0,-1 0 0,1 0 0,0 0 0,0 0 0,0 0 0,0-1 0,-1 1 0,1-1 0,0 1 0,-1-1 0,1 0 0,0 0 0,-1 1 0,1-1 0,-1 0 0,1-1 0,-1 1 0,1 0 0,-1 0 0,0-1 0,0 1 0,0 0 0,1-1 0,-1 1 0,-1-1 0,1 0 0,0 1 0,0-1 0,-1 0 0,1 1 0,-1-1 0,1 0 0,-1 0 0,0 1 0,1-4 0,0-8 0,0-1 0,-3-26 0,1-14 0,1 53 0,0 0 0,0 1 0,0-1 0,0 0 0,0 0 0,0 0 0,1 1 0,-1-1 0,0 0 0,0 0 0,1 0 0,-1 1 0,1-1 0,-1 0 0,0 1 0,1-1 0,0 0 0,-1 1 0,1-1 0,-1 1 0,2-2 0,-2 2 0,1 0 0,0 0 0,0-1 0,0 1 0,-1 0 0,1 0 0,0 0 0,0 0 0,-1 0 0,1 0 0,0 0 0,0 1 0,0-1 0,-1 0 0,1 0 0,0 1 0,0-1 0,0 1 0,5 2 0,-1 0 0,1 1 0,-1 0 0,6 6 0,-8-8 0,170 151 0,-163-144-195,0 0 0,0 0 0,-1 0 0,0 1 0,-1 1 0,8 12 0,-11-14-6631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10 24575,'0'0'0,"0"-1"0,0 1 0,0-1 0,-1 1 0,1-1 0,0 1 0,0-1 0,-1 1 0,1-1 0,0 1 0,-1 0 0,1-1 0,0 1 0,-1-1 0,1 1 0,0 0 0,-1-1 0,1 1 0,-1 0 0,1 0 0,-1-1 0,1 1 0,-1 0 0,1 0 0,-1 0 0,1 0 0,-1 0 0,1-1 0,-1 1 0,1 0 0,-1 0 0,0 1 0,0-1 0,0 1 0,0 0 0,0-1 0,0 1 0,0 0 0,1-1 0,-1 1 0,0 0 0,1 0 0,-1 0 0,0 0 0,1-1 0,-1 3 0,-3 5 0,0 0 0,-3 14 0,6-21 0,-40 166 0,8-27 0,21-87 0,-8 68 0,18-105 0,-4 20 73,3-24-792,-2 23 0,4-23-6107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19:32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24575,'1'-4'0,"-1"0"0,1 1 0,1-1 0,-1 0 0,0 0 0,1 1 0,0-1 0,0 1 0,0-1 0,0 1 0,0 0 0,1 0 0,5-5 0,-6 6 0,0 1 0,0 0 0,1-1 0,-1 1 0,1 0 0,-1 0 0,1 0 0,-1 1 0,1-1 0,0 0 0,-1 1 0,1 0 0,0 0 0,-1 0 0,1 0 0,0 0 0,-1 0 0,1 1 0,0-1 0,-1 1 0,3 0 0,15 7 0,0 0 0,24 14 0,-22-11 0,-20-10 0,1 0 0,0 0 0,-1 1 0,0-1 0,1 1 0,-1 0 0,0-1 0,0 1 0,0 0 0,0 0 0,0 0 0,-1 1 0,1-1 0,-1 0 0,1 1 0,-1-1 0,0 1 0,0-1 0,0 1 0,0 0 0,0-1 0,0 1 0,-1 0 0,0 0 0,1-1 0,-1 1 0,0 0 0,0 0 0,-1 0 0,1-1 0,-1 1 0,1 0 0,-1 0 0,0-1 0,0 1 0,0-1 0,0 1 0,0-1 0,-1 1 0,1-1 0,-1 1 0,1-1 0,-1 0 0,0 0 0,0 0 0,0 0 0,-3 2 0,-34 25 0,28-22 0,1 0 0,0 1 0,1 0 0,-17 18 0,25-25 0,0 1 0,0-1 0,1 0 0,-1 0 0,0 0 0,0 0 0,1 1 0,-1-1 0,1 0 0,-1 0 0,1 1 0,-1-1 0,1 1 0,0-1 0,0 0 0,-1 1 0,1-1 0,0 0 0,0 1 0,1-1 0,-1 1 0,0-1 0,0 0 0,1 1 0,-1-1 0,1 0 0,-1 1 0,1-1 0,-1 0 0,1 0 0,0 1 0,0-1 0,0 0 0,-1 0 0,1 0 0,0 0 0,0 0 0,1 0 0,-1 0 0,0-1 0,0 1 0,0 0 0,0 0 0,2 0 0,5 3 0,0-1 0,1 1 0,-1-1 0,1-1 0,13 3 0,23 1-50,0-3 0,73-3-1,-59-1-1163,-45 1-5612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19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10625 1 24575,'2'0'0,"-1"0"0,0 0 0,0 0 0,0 0 0,0 0 0,0 0 0,0 1 0,0-1 0,0 0 0,0 1 0,0-1 0,0 1 0,0-1 0,0 1 0,0 0 0,0-1 0,0 1 0,0 0 0,-1 0 0,1 0 0,0-1 0,1 3 0,-1-1 0,0 0 0,0 1 0,0-1 0,-1 1 0,1-1 0,0 1 0,-1-1 0,0 1 0,1 4 0,-1-1 0,-1 0 0,1 1 0,-1-1 0,0 0 0,0 0 0,-1 0 0,-4 10 0,3-10 0,-1 1 0,0-1 0,0 0 0,-1 0 0,0 0 0,0-1 0,-1 1 0,1-1 0,-1-1 0,0 1 0,-11 5 0,7-4 0,0-1 0,-1-1 0,0 0 0,0 0 0,0-1 0,-21 3 0,-12 1 0,22-3 0,-46 3 0,46-6 0,1 1 0,-39 9 0,39-6 0,0-1 0,-41 2 0,36-6 0,-1 1 0,-38 6 0,38-2 0,-29-1 0,-14 2 0,-43 10 0,77-12 0,1-1 0,-69-4 0,38 0 0,-629 1 0,588-8 0,10 1 0,-30 6-4304,-64 1 5853,22 1 1206,85 6-2755,11 1 0,-329-7 0,205-2 0,167 1 0,-200 9 0,112-1 0,-11 2 0,115-8 0,-52 6 0,-107 29 0,163-34 0,1 0 0,0 1 0,1 0 0,-1 1 0,1 0 0,0 0 0,0 1 0,0 0 0,1 0 0,-8 8 0,5-2 0,1 0 0,0 0 0,1 0 0,0 1 0,-10 24 0,4-8 0,8-18 0,0 1 0,1 0 0,-5 17 0,10-28 0,0-1 0,-1 1 0,1 0 0,0 0 0,0 0 0,0 0 0,0 0 0,0-1 0,0 1 0,0 0 0,0 0 0,1 0 0,-1 0 0,0 0 0,1 0 0,-1-1 0,0 0 0,0 0 0,0 1 0,0-1 0,1 0 0,-1 0 0,0 0 0,0 0 0,1 1 0,-1-1 0,0 0 0,0 0 0,1 0 0,-1 0 0,0 0 0,0 0 0,1 0 0,-1 1 0,0-1 0,0 0 0,1 0 0,-1 0 0,0 0 0,1 0 0,-1 0 0,1-1 0,0 1 0,0 0 0,0-1 0,1 1 0,-1-1 0,0 0 0,0 1 0,0-1 0,0 0 0,0 0 0,0 1 0,0-1 0,0 0 0,0 0 0,0 0 0,0 0 0,0-2 0,1-1 0,0 1 0,0 0 0,-1 0 0,0-1 0,0 1 0,0-1 0,0 1 0,0-1 0,-1 1 0,1-1 0,-1 0 0,0 1 0,0-1 0,0 0 0,-2-6 0,0 5 0,1 1 0,-1-1 0,0 1 0,0-1 0,-1 1 0,1 0 0,-1 0 0,0 0 0,0 1 0,-6-7 0,0 2 0,0 1 0,0 0 0,-1 1 0,0 0 0,0 0 0,-1 1 0,1 1 0,-1 0 0,-15-4 0,-16-2 0,-1 1 0,0 2 0,-80-1 0,45 9 0,-155-2 0,155-6 0,-30-1 0,-246 8 0,264 8 0,8-1 0,12-7 0,-33 0 0,54 7 0,32-3 0,-27 0 0,-425-3 0,228-2 0,-59 27 0,152-8 0,-22-2 0,103-10 0,-48 2 0,-520-8 0,518 7 0,9 1 0,-192-8 0,141-1 0,144 2 0,1 1 0,-18 3 0,16-2 0,-25 2 0,-222-5 0,127-1 0,121 2 0,1 0 0,-18 5 0,16-3 0,-25 1 0,28-3 0,-22 5 0,24-4 0,1 0 0,-1 0 0,-12-1 0,15-2 0,-1 0 0,-13-4 0,-13-2 0,-96 6 0,70 2 0,46 0 0,0 0 0,-17 4 0,17-1 0,-26 0 0,-57 7 0,78-7 0,-13 2 0,21-3 0,0-1 0,-20 2 0,16-4 0,0 1 0,-32 6 0,24-3 0,-1-1 0,0-1 0,-48-4 0,19 1 0,37 1 0,0-1 0,0 0 0,0-2 0,0 0 0,0 0 0,1-2 0,0 0 0,0-1 0,0-1 0,0 0 0,-23-16 0,29 16-119,5 4 5,1 0 1,0 0 0,-1 0 0,0 0-1,0 1 1,0 0 0,0-1 0,0 2-1,0-1 1,-8-1 0,3 4-6713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1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44 150 24575,'-7'-10'0,"0"0"0,0-1 0,-8-17 0,14 25 0,0 0 0,-1 0 0,2 0 0,-1 1 0,0-1 0,0 0 0,1 0 0,0 0 0,0 0 0,0 0 0,0 0 0,0 0 0,0 0 0,1 0 0,-1 0 0,2-4 0,-1 5 0,1 0 0,-1 0 0,1 0 0,-1 0 0,1 0 0,-1 1 0,1-1 0,0 0 0,0 1 0,0-1 0,0 1 0,0 0 0,1 0 0,-1-1 0,0 1 0,0 1 0,1-1 0,-1 0 0,4 0 0,5-1 0,0 0 0,20 0 0,0 0 0,-1 3 0,1 0 0,37 7 0,-56-6 0,-1 1 0,1 0 0,0 1 0,-1 0 0,0 0 0,0 1 0,0 1 0,0 0 0,-1 0 0,0 1 0,10 9 0,-16-12 0,1 1 0,-2-1 0,1 1 0,-1 0 0,1 0 0,-1 0 0,-1 0 0,1 0 0,-1 1 0,0-1 0,0 1 0,2 9 0,-3-6 0,0-1 0,-1 0 0,0 1 0,0-1 0,-1 0 0,0 1 0,0-1 0,-4 9 0,-1 3 0,-1-2 0,-1 1 0,-1-1 0,-1 0 0,0-1 0,-20 25 0,11-18 0,2 0 0,-24 43 0,39-62 0,-1 0 0,-1 0 0,1-1 0,0 1 0,-1-1 0,0 0 0,0 0 0,0 0 0,-1 0 0,1-1 0,-1 1 0,0-1 0,0-1 0,0 1 0,0-1 0,-11 4 0,7-4 0,10-5 0,16-5 0,15-1 0,0 2 0,35-4 0,67-1 0,-114 11-116,-6-1-134,1 1 0,0 1 0,-1 0 1,24 4-1,-27-1-6576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2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26 24575,'-18'-3'0,"-112"-17"0,111 19 0,1 0 0,-1 1 0,1 1 0,0 1 0,-20 4 0,32-5 0,0 2 0,1-1 0,-1 0 0,1 1 0,-1 0 0,1 1 0,0-1 0,0 1 0,0 0 0,1 0 0,0 0 0,-1 1 0,1-1 0,1 1 0,-1 0 0,1 0 0,0 1 0,0-1 0,0 1 0,1-1 0,0 1 0,0 0 0,0 0 0,-1 12 0,3-14 0,0 0 0,0 0 0,0 0 0,0-1 0,1 1 0,0 0 0,0 0 0,0 0 0,0-1 0,0 1 0,1 0 0,-1-1 0,1 1 0,0-1 0,0 0 0,1 0 0,-1 0 0,1 0 0,4 4 0,2 2 0,1 0 0,0-1 0,1-1 0,17 10 0,0-3 0,2-1 0,0-1 0,0-2 0,1 0 0,58 8 0,-68-15 60,39 1 0,-53-4-209,0 0 1,0-1-1,0 0 1,0 0-1,0-1 1,0 0-1,-1 0 1,1 0-1,8-5 1,-5 1-6678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24575,'-23'21'0,"16"-14"0,-1-1 0,1 1 0,-11 15 0,18-21 0,-1-1 0,1 1 0,-1 0 0,1-1 0,-1 1 0,1 0 0,0-1 0,-1 1 0,1 0 0,0 0 0,-1-1 0,1 1 0,0 0 0,0 0 0,0 0 0,0-1 0,0 1 0,0 0 0,0 0 0,0 0 0,0 0 0,0-1 0,1 2 0,-1-1 0,1 0 0,0-1 0,-1 1 0,1 0 0,0-1 0,-1 1 0,1-1 0,0 1 0,0-1 0,0 1 0,-1-1 0,1 0 0,0 1 0,0-1 0,0 0 0,0 0 0,1 1 0,5 0 0,0-1 0,-1 0 0,1 0 0,8-1 0,1 0 0,0-2 0,0 0 0,16-5 0,-26 6 0,0 0 0,0-1 0,0 1 0,0-1 0,-1 0 0,1-1 0,-1 1 0,0-1 0,0 0 0,7-7 0,-10 9 0,-1 1 0,0-1 0,1 0 0,-1 0 0,0 0 0,0 0 0,0 0 0,0 0 0,0 0 0,-1 0 0,1-1 0,-1 1 0,1 0 0,-1 0 0,0-1 0,0 1 0,0 0 0,0-3 0,-1 2 0,1 1 0,-1-1 0,0 0 0,0 1 0,0-1 0,-1 1 0,1-1 0,-1 1 0,1-1 0,-1 1 0,0 0 0,-3-3 0,-2-1 0,0 0 0,-1 0 0,0 1 0,0 1 0,0-1 0,0 1 0,-14-4 0,10 3 0,-1 2 0,1 0 0,-1 0 0,0 1 0,-26 0 0,34 2 0,0 1 0,0-1 0,0 1 0,0 0 0,0 0 0,0 1 0,1 0 0,-7 2 0,9-3 0,-1 1 0,1 0 0,-1 0 0,1 0 0,-1 0 0,1 0 0,0 0 0,0 0 0,0 1 0,0-1 0,1 1 0,-1-1 0,0 1 0,-1 4 0,3-5-124,-1-1 0,0 1 0,1 0 0,0 0 0,-1-1 0,1 1-1,0 0 1,0 0 0,0 0 0,0 3 0,3 3-6702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3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10 24575,'-10'-2'0,"-1"-1"0,1 2 0,-1-1 0,0 1 0,1 1 0,-1 0 0,0 0 0,-18 4 0,27-3 0,1-1 0,0 0 0,0 1 0,-1-1 0,1 1 0,0-1 0,0 1 0,0-1 0,0 1 0,0 0 0,0 0 0,0 0 0,0-1 0,0 1 0,0 0 0,0 0 0,0 0 0,0 0 0,1 1 0,-1-1 0,0 0 0,0 2 0,1-1 0,0-1 0,0 1 0,-1 0 0,1 0 0,1 0 0,-1-1 0,0 1 0,0 0 0,1 0 0,-1 0 0,1-1 0,-1 1 0,1 0 0,1 1 0,2 5 0,1-1 0,0 1 0,0-1 0,1 0 0,8 8 0,6 3 0,1-1 0,0-1 0,1-1 0,28 14 0,-47-27 0,0 0 0,1 0 0,-1 0 0,0 1 0,4 3 0,-7-6 0,0 1 0,1-1 0,-1 1 0,0-1 0,1 1 0,-1-1 0,0 1 0,1-1 0,-1 1 0,0-1 0,0 1 0,0-1 0,1 1 0,-1-1 0,0 1 0,0 0 0,0-1 0,0 1 0,0-1 0,0 1 0,0 0 0,0-1 0,0 1 0,-1-1 0,1 1 0,0 0 0,0-1 0,0 1 0,-1-1 0,1 1 0,0-1 0,-1 1 0,1-1 0,0 1 0,-1-1 0,1 0 0,-1 1 0,1-1 0,-1 1 0,1-1 0,-1 0 0,1 1 0,-1-1 0,1 0 0,-1 1 0,-4 2 0,-1-1 0,1 1 0,-1-1 0,1 0 0,-1 0 0,0 0 0,-10 1 0,-47 1 0,21-2 0,9 2-113,2-2-304,-1 2-1,-49 12 1,65-11-6409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4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20 24575,'0'-3'0,"-1"-14"0,-3 17 0,-2 9 0,-6 11 0,-5 5 0,2 1 0,1 0 0,-20 53 0,25-51 0,2-1 0,-7 51 0,8-22 0,3-1 0,1 1 0,7 58 0,-1-82 0,0-1 0,3 1 0,0-1 0,2 0 0,1-1 0,2 0 0,20 40 0,-23-57 0,0 0 0,1-1 0,0 0 0,1 0 0,0-1 0,1-1 0,0 0 0,1 0 0,0-1 0,1-1 0,-1 0 0,25 9 0,-25-11-1365,-1 0-5461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2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 24575,'0'0'0,"0"-1"0,0 1 0,0 0 0,0 0 0,0 0 0,-1-1 0,1 1 0,0 0 0,0 0 0,0 0 0,0 0 0,-1 0 0,1 0 0,0 0 0,0-1 0,0 1 0,-1 0 0,1 0 0,0 0 0,0 0 0,-1 0 0,1 0 0,0 0 0,0 0 0,0 0 0,-1 0 0,1 0 0,0 0 0,0 0 0,-1 0 0,1 0 0,0 1 0,0-1 0,0 0 0,-1 0 0,-3 9 0,1 12 0,5-5 0,1 0 0,1 0 0,0-1 0,1 1 0,12 25 0,-12-30 0,0 0 0,1 0 0,1-1 0,-1 0 0,12 12 0,-13-16 0,1 0 0,-1-1 0,1 1 0,0-1 0,1-1 0,-1 1 0,1-1 0,0 0 0,9 3 0,-14-6 0,0 0 0,0 0 0,1-1 0,-1 1 0,0-1 0,1 0 0,-1 0 0,0 0 0,0 0 0,1 0 0,-1 0 0,0 0 0,1-1 0,-1 1 0,0-1 0,0 0 0,0 1 0,0-1 0,1 0 0,-1 0 0,0 0 0,-1-1 0,1 1 0,0-1 0,0 1 0,0-1 0,-1 1 0,3-3 0,-1 0 0,-1-1 0,1 1 0,-1 0 0,0-1 0,0 1 0,0-1 0,-1 0 0,1 1 0,-1-1 0,0 0 0,-1 0 0,1-7 0,-2-29 0,0 27 0,2-30 0,-1 44 0,0 0 0,0 0 0,0 0 0,0-1 0,0 1 0,0 0 0,0 0 0,0 0 0,0-1 0,0 1 0,0 0 0,0 0 0,0 0 0,0 0 0,0-1 0,0 1 0,0 0 0,0 0 0,1 0 0,-1 0 0,0-1 0,0 1 0,0 0 0,0 0 0,0 0 0,1 0 0,-1 0 0,0 0 0,0 0 0,0-1 0,0 1 0,1 0 0,-1 0 0,0 0 0,0 0 0,8 4 0,8 14 0,-13-14 0,9 10 0,1-1 0,0 0 0,0-1 0,2-1 0,-1 0 0,1-1 0,1 0 0,0-1 0,0-1 0,32 11 0,-38-17 0,0 1 0,0-2 0,0 1 0,0-1 0,0-1 0,12 0 0,-19 0 0,0-1 0,0 1 0,-1 0 0,1-1 0,0 1 0,-1-1 0,1 0 0,0 0 0,-1 0 0,1 0 0,-1 0 0,0-1 0,1 1 0,-1-1 0,0 0 0,0 1 0,0-1 0,0 0 0,0 0 0,0 0 0,-1-1 0,1 1 0,-1 0 0,1-1 0,-1 1 0,0-1 0,1-3 0,-1 3 0,-1 0 0,0 0 0,0-1 0,0 1 0,0 0 0,0 0 0,-1-1 0,1 1 0,-1 0 0,0 0 0,0 0 0,-2-6 0,-4-4 0,-11-19 0,12 22 0,1 2 40,-1 0 0,-10-14 0,13 20-164,1-1 0,-1 1 1,1 0-1,-1 0 0,0 0 0,0 0 1,0 0-1,0 0 0,0 1 0,0 0 1,-4-2-1,-4 1-6702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0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18 24575,'-2'-15'0,"-1"12"0,-1 10 0,-4 17 0,0 1 0,-7 48 0,13-59 0,1 1 0,1 0 0,0-1 0,1 1 0,0-1 0,7 25 0,-2-15 0,1 0 0,2-1 0,0 0 0,1 0 0,2-1 0,23 35 0,-26-45 0,1 1 0,0-2 0,1 1 0,0-2 0,1 1 0,0-1 0,1-1 0,0 0 0,0-1 0,1-1 0,25 11 0,-24-13-1365,-3-1-5461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1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48 158 24575,'-7'-6'0,"6"7"0,7 10 0,-2-3 0,4 10 0,0 1 0,-1-1 0,-1 2 0,-1-1 0,3 21 0,-8-39 0,1 2 0,-1 1 0,1 0 0,0-1 0,0 1 0,0 0 0,0-1 0,1 1 0,-1-1 0,5 6 0,-6-9 0,0 0 0,1 1 0,-1-1 0,0 0 0,0 0 0,1 0 0,-1 0 0,0 0 0,1 0 0,-1 0 0,0 0 0,1 0 0,-1 0 0,0 0 0,0 0 0,1 0 0,-1 0 0,0 0 0,1 0 0,-1 0 0,0 0 0,0 0 0,1-1 0,-1 1 0,0 0 0,0 0 0,1 0 0,-1 0 0,0-1 0,0 1 0,1 0 0,-1 0 0,0 0 0,0-1 0,0 1 0,0 0 0,1 0 0,-1-1 0,0 1 0,0 0 0,0-1 0,0 1 0,0 0 0,0 0 0,0-1 0,0 1 0,0 0 0,0-1 0,0 1 0,0-1 0,4-16 0,-3 2 0,0 0 0,0 0 0,-2 0 0,0 0 0,-5-26 0,4 32 0,-1-1 0,0 1 0,-1 0 0,0 0 0,0 0 0,-1 1 0,0 0 0,0-1 0,-13-13 0,-45-57 0,71 86 0,26 22 0,46 29 0,-23-26 0,-51-29 0,2 0 0,-1 0 0,0-1 0,0 0 0,1 0 0,11 1 0,-18-3 0,1 0 0,-1 0 0,1 0 0,0 0 0,-1 0 0,1 0 0,0-1 0,-1 1 0,1 0 0,0-1 0,-1 1 0,1-1 0,-1 0 0,1 0 0,-1 1 0,0-1 0,1 0 0,-1 0 0,0 0 0,0-1 0,2 0 0,-1-1 0,-1 1 0,0-1 0,1 1 0,-1-1 0,0 0 0,0 1 0,-1-1 0,1 0 0,0 0 0,-1 1 0,1-5 0,-1-5 0,-1 1 0,0 0 0,0 0 0,-1-1 0,-4-12 0,-7-17 0,22 48 0,4 7 0,50 56 0,35 42 0,-93-106-119,-2-2 170,1 0-1,-1 0 1,-1 0-1,5 7 1,-7-10-89,0 0 1,1-1-1,-1 1 1,0-1 0,0 1-1,0 0 1,1-1-1,-1 1 1,0 0-1,0 0 1,0-1-1,0 1 1,0 0-1,0-1 1,0 1-1,-1 0 1,1-1-1,0 1 1,0 0-1,0-1 1,-1 1-1,1 0 1,0-1 0,-1 1-1,1-1 1,0 1-1,-1-1 1,1 1-1,-1-1 1,1 1-1,-1-1 1,1 1-1,-1-1 1,1 1-1,-1-1 1,0 0-1,1 1 1,-1-1-1,-1 1 1,-7 1-6789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12 24575,'-27'-3'0,"-13"0"0,-3 0 0,2 0 0,7 4 0,5 1 0,6 1 0,4-1 0,3 2 0,-1 1 0,0-1 0,0-1 0,1 1 0,0 1 0,1-2 0,3 0-8191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2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24575,'19'-3'0,"11"-2"0,42-2 0,-64 7 0,1 0 0,-1 0 0,0 1 0,0 0 0,1 0 0,-1 1 0,0 0 0,0 1 0,0 0 0,7 4 0,-13-6 0,1 0 0,-1 0 0,0 1 0,0-1 0,0 1 0,0-1 0,-1 1 0,1 0 0,0 0 0,-1 0 0,1 0 0,-1 0 0,1 0 0,-1 0 0,0 0 0,0 0 0,0 1 0,0-1 0,0 1 0,-1-1 0,1 0 0,-1 1 0,0-1 0,1 1 0,-1-1 0,-1 5 0,0 3 0,-2 0 0,1 0 0,-1 0 0,-1-1 0,-6 14 0,6-14 0,0 1 0,0-1 0,1 1 0,-2 10 0,4-17 0,1-1 0,0 0 0,-1 0 0,1 0 0,0 1 0,0-1 0,1 0 0,-1 0 0,0 0 0,1 0 0,0 1 0,-1-1 0,1 0 0,0 0 0,0 0 0,0 0 0,0 0 0,0 0 0,0-1 0,2 3 0,0-2 0,-1-1 0,0 1 0,1-1 0,-1 1 0,1-1 0,0 0 0,-1 0 0,1 0 0,0 0 0,0-1 0,-1 1 0,1-1 0,0 1 0,6-1 0,170-3-1365,-165 3-5461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4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12 24575,'0'-1'0,"0"1"0,0-1 0,-1 0 0,1 1 0,0-1 0,-1 0 0,1 1 0,0-1 0,-1 1 0,1-1 0,-1 1 0,1-1 0,-1 1 0,1-1 0,-1 1 0,0 0 0,1-1 0,-1 1 0,1 0 0,-1-1 0,0 1 0,1 0 0,-1 0 0,0 0 0,1-1 0,-1 1 0,0 0 0,0 0 0,0 0 0,-23 0 0,17 2 0,-14 2 0,-1-1 0,-21 0 0,34-2 44,0 0 0,-17 4-1,-5 1-1539,19-4-5330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24575,'23'42'0,"-4"-17"0,23 26 0,11 12 0,-52-62 0,0 0 0,-1 0 0,1 0 0,0 0 0,0 1 0,0-1 0,0-1 0,1 1 0,-1 0 0,0 0 0,0 0 0,3 0 0,-4-1 0,0 0 0,0 0 0,1 0 0,-1 0 0,0 0 0,1 0 0,-1 0 0,0 0 0,0 0 0,1 0 0,-1 0 0,0 0 0,0 0 0,1 0 0,-1 0 0,0 0 0,0 0 0,1-1 0,-1 1 0,0 0 0,0 0 0,0 0 0,1 0 0,-1-1 0,0 1 0,4-12 0,-2-41 0,-3 39 0,1 1 0,1 0 0,3-15 0,-4 23 0,1 0 0,0 1 0,0-1 0,1 0 0,-1 0 0,1 1 0,4-8 0,-5 11 0,0 0 0,0-1 0,0 1 0,0 0 0,0 0 0,0 0 0,1 0 0,-1 0 0,0 1 0,1-1 0,-1 0 0,0 1 0,1-1 0,-1 1 0,1-1 0,-1 1 0,1 0 0,-1-1 0,1 1 0,0 0 0,-1 0 0,1 0 0,-1 0 0,1 0 0,2 1 0,5 1 0,0 0 0,0 1 0,0 0 0,0 0 0,-1 1 0,0 0 0,1 1 0,11 8 0,6 7 0,26 25 0,-26-21 0,-18-17-120,-2-3-35,0 1-1,-1 0 0,1 1 1,-1-1-1,-1 1 0,1 0 1,3 7-1,-4-5-6670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24575,'23'5'0,"1"2"0,-1 0 0,-1 1 0,0 2 0,0 0 0,0 1 0,-2 1 0,1 1 0,-2 1 0,0 1 0,0 0 0,-1 2 0,-1 0 0,19 26 0,-7-8 0,-2 1 0,30 54 0,-49-76 0,-1 0 0,-1 1 0,0 0 0,-1 0 0,0 1 0,-1-1 0,-1 1 0,-1 0 0,0 0 0,0 18 0,-3-28 8,1-1 0,-1 1 0,0-1 0,-1 1 0,1-1 0,-1 0 0,0 0 0,0 1 0,-1-1 0,1-1 0,-1 1 0,0 0 0,-1-1 0,-3 5 0,0-2-194,0 0 1,0-1-1,-1 0 0,1 0 1,-2-1-1,1 0 1,-10 5-1,5-4-6640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10 24575,'-1'0'0,"1"0"0,0 0 0,0 0 0,0 0 0,-1 0 0,1-1 0,0 1 0,0 0 0,0 0 0,0 0 0,0 0 0,-1-1 0,1 1 0,0 0 0,0 0 0,0 0 0,0-1 0,0 1 0,0 0 0,0 0 0,0-1 0,0 1 0,0 0 0,0 0 0,0 0 0,0-1 0,0 1 0,0 0 0,0 0 0,0-1 0,0 1 0,0 0 0,0 0 0,0 0 0,0-1 0,0 1 0,9-3 0,13 5 0,-5 4 0,1 1 0,-1 1 0,-1 0 0,30 21 0,-10-2 0,-1 1 0,-2 2 0,-1 1 0,39 49 0,-56-61 0,-1 0 0,-1 1 0,0 1 0,-2 0 0,0 1 0,-2 0 0,0 0 0,-1 1 0,7 40 0,-8-27 0,-1 1 0,1 53 0,-8-73 0,1 1 0,-2-1 0,0 0 0,-1 1 0,-1-1 0,-1 0 0,-8 22 0,1-13-227,-2 0-1,0 0 1,-1-2-1,-2 0 1,-30 34-1,36-45-6598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14 24575,'-10'-2'0,"-6"-2"0,-3 1 0,0 1 0,0 0 0,1 3 0,1 2 0,1 0 0,0-1 0,1 0 0,1 0 0,2-2-8191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39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 24575,'-2'0'0,"-4"0"0,-3 0 0,-3 0 0,-1 0 0,-2 2 0,-3 1 0,0 1 0,-3-2 0,-3 0 0,0-1 0,2 0 0,5-1-8191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5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665 75 24575,'75'-11'0,"-29"5"0,49-13 0,-63 9 0,-24 7 0,0 0 0,0 1 0,0 0 0,0 0 0,17-1 0,77 5 0,-209-2 0,-112-1 0,119-6 0,-32-1 0,-127 20 0,128-8 0,110 1 0,21-5 0,0 0 0,-1 0 0,1 0 0,0 0 0,0 0 0,0 0 0,0 0 0,-1 0 0,1 0 0,0 0 0,0 0 0,0 0 0,0 1 0,0-1 0,-1 0 0,1 0 0,0 0 0,0 0 0,0 0 0,0 0 0,0 1 0,0-1 0,0 0 0,-1 0 0,1 0 0,0 0 0,0 0 0,0 1 0,0-1 0,0 0 0,0 0 0,0 0 0,0 1 0,11 3 0,41 8 0,52 12 0,140 50 0,-228-68 0,-1 1 0,0 0 0,0 1 0,20 15 0,-31-20 0,0 0 0,0 1 0,0-1 0,0 1 0,-1 0 0,1 0 0,-1 1 0,0-1 0,0 1 0,-1 0 0,1-1 0,-1 1 0,0 0 0,0 0 0,-1 1 0,1-1 0,0 10 0,-2-11 0,-1 1 0,1-1 0,-1 1 0,0-1 0,0 1 0,0-1 0,-1 0 0,0 0 0,0 1 0,0-1 0,0 0 0,-1-1 0,-4 7 0,-4 3 0,0 0 0,-17 14 0,-3-1 0,-1-2 0,-48 26 0,48-31 0,0 2 0,2 0 0,-30 28 0,28-15 0,-30 40 0,31-35 0,10-16 0,0-2 0,-35 27 0,-12 12 0,68-60 0,0 0 0,0 0 0,-1 0 0,1 0 0,0 1 0,0-1 0,0 0 0,0 0 0,-1 0 0,1 0 0,0 1 0,0-1 0,0 0 0,0 0 0,0 0 0,0 1 0,0-1 0,0 0 0,-1 0 0,1 0 0,0 1 0,0-1 0,0 0 0,0 0 0,0 1 0,0-1 0,0 0 0,0 0 0,0 1 0,0-1 0,0 0 0,1 0 0,-1 0 0,0 1 0,0-1 0,0 0 0,0 1 0,10 2 0,20-2 0,-26-1 0,326-19 0,90-33-1365,-400 49-5461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24575,'3'0'0,"-1"0"0,0 1 0,0 0 0,1 0 0,-1-1 0,0 1 0,0 0 0,0 1 0,0-1 0,0 0 0,0 1 0,0-1 0,0 1 0,-1 0 0,1-1 0,2 4 0,3 5 0,12 18 0,34 68 0,-53-96 0,0 0 0,0 0 0,0 0 0,0 0 0,0 0 0,0 0 0,0 0 0,0 0 0,0 0 0,0 0 0,0 0 0,0 0 0,0 0 0,0 0 0,0 0 0,0 0 0,0-1 0,0 1 0,0 0 0,0 0 0,0 0 0,0 0 0,0 0 0,0 0 0,0 0 0,0 0 0,0 0 0,1 0 0,-1 0 0,0 0 0,0 0 0,0 0 0,0 0 0,0 0 0,0 0 0,0 0 0,0 0 0,0 0 0,0 0 0,0 0 0,0 0 0,0 0 0,0 0 0,0 0 0,0 0 0,0 0 0,0 0 0,1 0 0,-1 0 0,0 0 0,0 0 0,0 0 0,0 0 0,0 0 0,0 0 0,0 0 0,0 0 0,0 0 0,1-10 0,0-12 0,-2 16 0,1-4 0,0-1 0,0 1 0,1-1 0,4-18 0,-5 27 0,0 0 0,1 1 0,-1-1 0,1 0 0,0 1 0,-1-1 0,1 1 0,0-1 0,0 1 0,0 0 0,0-1 0,0 1 0,0 0 0,0-1 0,0 1 0,1 0 0,-1 0 0,1 0 0,-1 0 0,0 0 0,1 1 0,-1-1 0,1 0 0,0 1 0,-1-1 0,1 1 0,0-1 0,-1 1 0,1 0 0,0 0 0,-1-1 0,1 1 0,0 1 0,-1-1 0,1 0 0,0 0 0,-1 1 0,3 0 0,0 0 0,0 0 0,0 1 0,0 0 0,0 0 0,0 0 0,0 0 0,-1 1 0,1-1 0,-1 1 0,5 5 0,4 5 0,13 19 0,-1-2 0,-17-22-170,1 0-1,0-1 0,0 0 1,0 0-1,1 0 0,0-1 1,12 5-1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14 24575,'-25'0'0,"-11"0"0,-5-3 0,3 0 0,5 0 0,6 0 0,5 1 0,5 4 0,10 1 0,4-3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62 24575,'-27'-8'0,"-15"-2"0,-7 1 0,-1-2 0,4 3 0,6 1 0,9 3 0,6 1 0,5 2 0,6 3 0,3 2 0,3 2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5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74 24575,'-4'0'0,"-18"-2"0,-30 1 0,46 1 0,1 0 0,-1 1 0,0 0 0,0 0 0,1 0 0,-1 1 0,0 0 0,1 0 0,0 1 0,-7 3 0,11-5 0,-1 0 0,1 0 0,0 0 0,0 0 0,0 0 0,0 0 0,0 0 0,0 1 0,0-1 0,0 0 0,1 0 0,-1 1 0,0-1 0,1 1 0,-1-1 0,1 1 0,-1-1 0,1 1 0,0-1 0,0 1 0,0-1 0,0 1 0,0-1 0,0 1 0,0-1 0,0 1 0,0-1 0,1 1 0,-1-1 0,1 1 0,-1-1 0,1 1 0,0-1 0,-1 0 0,1 1 0,2 1 0,2 5 0,1 0 0,0 0 0,0-1 0,11 10 0,-9-11 0,0 0 0,0 0 0,1 0 0,-1-1 0,1 0 0,0-1 0,0 0 0,14 3 0,-10-3 0,0-1 0,0-1 0,0 0 0,0 0 0,0-2 0,13 0 0,-20 0 0,1-1 0,-1 0 0,0 0 0,0 0 0,0-1 0,0 0 0,0 0 0,0-1 0,0 1 0,-1-1 0,1-1 0,-1 1 0,0-1 0,8-7 0,-10 7 0,1 0 0,-1 0 0,0 0 0,0-1 0,0 1 0,-1-1 0,0 0 0,1 1 0,-2-1 0,1 0 0,-1-1 0,1 1 0,-2 0 0,1 0 0,0-1 0,-1 1 0,-1-9 0,1 9-45,0 0-1,-1 0 1,1 0-1,-1 0 1,-1 0-1,1 0 1,-1 1-1,0-1 1,0 0-1,0 1 1,-1-1-1,1 1 1,-1 0-1,0 0 1,0 0-1,-1 0 1,1 0-1,-1 1 1,0 0-1,0 0 1,0 0-1,0 0 1,0 0-1,-1 1 1,1 0-1,-1 0 0,0 0 1,0 0-1,-8-1 1,-3 0-6781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0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15 180 24575,'-6'-14'0,"2"11"0,0 9 0,4-1 0,0 0 0,0 0 0,0 0 0,0 0 0,1 0 0,0 0 0,0 0 0,0 0 0,0 0 0,3 5 0,1 2 0,1 0 0,11 19 0,9 5 0,-23-33 0,0 0 0,-1 0 0,1 0 0,0-1 0,1 1 0,-1-1 0,0 0 0,6 3 0,-9-5 0,0 0 0,0 1 0,1-1 0,-1 0 0,0 0 0,0 0 0,0 0 0,0 0 0,1 0 0,-1 0 0,0 0 0,0 0 0,0 0 0,0 0 0,0 0 0,1 0 0,-1 0 0,0 0 0,0 0 0,0 0 0,0 0 0,1 0 0,-1 0 0,0 0 0,0 0 0,0-1 0,0 1 0,0 0 0,1 0 0,-1 0 0,0 0 0,0 0 0,0 0 0,0 0 0,0 0 0,0-1 0,1 1 0,-1-8 0,-5-10 0,5 16 0,-10-23 0,-24-44 0,24 49 0,0 0 0,0-1 0,-9-36 0,18 56 0,1-1 0,-1 1 0,1 0 0,0-1 0,0 1 0,0-1 0,0 1 0,0-1 0,0 1 0,0-1 0,0 1 0,0 0 0,1-1 0,-1 1 0,1-2 0,0 2 0,-1 1 0,1-1 0,0 1 0,-1-1 0,1 1 0,0 0 0,-1-1 0,1 1 0,0 0 0,-1-1 0,1 1 0,0 0 0,0 0 0,-1 0 0,1 0 0,0 0 0,0-1 0,0 1 0,-1 1 0,1-1 0,0 0 0,0 0 0,-1 0 0,1 0 0,0 0 0,0 1 0,-1-1 0,1 0 0,0 1 0,0-1 0,9 5 0,0 0 0,-1 0 0,1 1 0,16 13 0,14 10 0,-39-29 0,77 41 0,-69-37 0,0-1 0,-1 1 0,1-2 0,1 1 0,-1-1 0,0-1 0,12 1 0,-20-2 0,0 0 0,0 0 0,1 0 0,-1 0 0,0 0 0,0-1 0,1 1 0,-1 0 0,0-1 0,0 1 0,0-1 0,0 1 0,1-1 0,-1 1 0,0-1 0,0 0 0,0 0 0,0 1 0,0-1 0,-1 0 0,1 0 0,0 0 0,0 0 0,-1 0 0,1 0 0,0 0 0,-1 0 0,1-1 0,-1 1 0,1 0 0,-1 0 0,0 0 0,1-1 0,-1 1 0,0 0 0,0 0 0,0-1 0,0 1 0,0 0 0,-1-2 0,1-3 0,-1 0 0,0 0 0,0 0 0,-1 1 0,0-1 0,0 1 0,-3-8 0,-7-9 0,-1 1 0,-1 0 0,-32-37 0,93 114 0,59 91 0,-101-140 0,6 8-73,-6-8-185,0 0-1,-1 0 1,1 0-1,3 11 1,-4-7-6568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27 24575,'0'-5'0,"0"-4"0,0 2 0,-3 2 0,0 4 0,0 6 0,0 3 0,2 4 0,-1 1 0,2 2 0,0 1 0,0 0 0,-3-1 0,0 1 0,0-1 0,0-2-8191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42 24575,'-30'-8'0,"-15"-2"0,-5 0 0,4 3 0,4 1 0,7 5 0,7 3 0,3 3 0,4 3 0,2 1 0,3 1 0,0 1 0,2-1 0,2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24575,'18'-7'0,"0"1"0,1 1 0,0 1 0,0 1 0,35-2 0,-52 5 0,-1 0 0,1 0 0,0 0 0,0 0 0,0 0 0,-1 1 0,1-1 0,0 1 0,0-1 0,-1 1 0,1-1 0,0 1 0,-1 0 0,1 0 0,-1 0 0,1 0 0,-1 0 0,1 0 0,-1 1 0,0-1 0,0 0 0,0 1 0,1-1 0,-1 1 0,1 1 0,-2 0 0,1-1 0,0 1 0,-1-1 0,0 1 0,1-1 0,-1 0 0,0 1 0,-1-1 0,1 1 0,0-1 0,-1 1 0,1-1 0,-1 1 0,0-1 0,1 0 0,-1 1 0,-3 3 0,-1 2 0,0 1 0,-13 14 0,13-17 0,-1 1 0,1 0 0,0 1 0,-4 8 0,8-15 0,1 0 0,-1 0 0,1 0 0,0 0 0,-1 0 0,1 0 0,0 0 0,-1 0 0,1 0 0,0 0 0,0 0 0,0 0 0,0 0 0,0 0 0,0 0 0,0 0 0,0 0 0,0 0 0,0 0 0,1 0 0,-1 0 0,0 0 0,1 0 0,-1 0 0,1 0 0,-1 0 0,1 0 0,0 0 0,-1-1 0,1 1 0,0 0 0,-1 0 0,1-1 0,0 1 0,0 0 0,0-1 0,0 1 0,0-1 0,0 1 0,0-1 0,0 1 0,0-1 0,0 0 0,0 0 0,0 1 0,2-1 0,6 1 0,0 1 0,1-2 0,-1 0 0,14-1 0,-12 1 0,25-1-117,54-2 364,-80 1-460,0 1-1,1-1 1,-1-1-1,0 0 0,-1 0 1,14-7-1,-11 3-6612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44 24575,'-30'-7'0,"-13"-3"0,-3 0 0,3 3 0,6 1 0,7 3 0,7 3 0,4 6 0,3 0 0,1 3 0,4-1-8191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24575,'13'10'0,"6"8"0,3 4 0,0 1 0,-2 1 0,0-1 0,-3 1 0,-1-2 0,-3-1 0,-1-2 0,-3 0 0,-3 1 0,-3-2 0,-1-1 0,-1-1 0,-1 0 0,-1-1 0,1-3-8191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60 237 24575,'-5'-3'0,"0"0"0,0-1 0,1 0 0,-1 0 0,1 0 0,0 0 0,1-1 0,-1 0 0,1 1 0,0-1 0,0-1 0,-4-8 0,6 10 0,0 0 0,0 1 0,0-1 0,1 0 0,-1 1 0,1-1 0,0 0 0,0 0 0,1 1 0,-1-1 0,1 0 0,0 0 0,0 1 0,0-1 0,0 1 0,1-1 0,-1 1 0,1-1 0,0 1 0,0 0 0,2-3 0,2 0 0,-1 0 0,0 0 0,1 1 0,0 0 0,1 0 0,-1 1 0,1 0 0,-1 0 0,1 0 0,1 1 0,12-5 0,7 0 0,52-8 0,-77 16 0,11-2 0,-1 0 0,1 1 0,18 0 0,-27 1 0,0 1 0,0-1 0,0 1 0,0 0 0,0 0 0,-1 0 0,1 1 0,0-1 0,-1 1 0,1 0 0,-1 0 0,1 0 0,-1 0 0,6 6 0,0 3 0,0 0 0,-1 0 0,13 25 0,-4-6 0,-13-24 0,-1 1 0,0-1 0,0 1 0,-1 0 0,0 0 0,0 0 0,-1 0 0,1 0 0,-2 0 0,1 0 0,-1 0 0,0 0 0,0 1 0,-3 12 0,-1-3 0,0 0 0,-1-1 0,-1 0 0,-1 0 0,-8 16 0,-3 0 0,-1-1 0,-27 33 0,39-56 0,0-1 0,-1 0 0,0 0 0,-1-1 0,1 0 0,-1-1 0,-15 8 0,40-19 0,-1 1 0,0 0 0,27-3 0,61-4 0,-24 4 66,30-1-1497,-94 8-5395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 24575,'0'0'0,"0"0"0,0-1 0,0 1 0,-1-1 0,1 1 0,0-1 0,0 1 0,0-1 0,-1 1 0,1 0 0,0-1 0,-1 1 0,1 0 0,0-1 0,-1 1 0,1 0 0,0-1 0,-1 1 0,1 0 0,-1 0 0,1-1 0,0 1 0,-1 0 0,0 0 0,1 0 0,-1 0 0,1 1 0,0-1 0,-1 0 0,1 1 0,0-1 0,0 0 0,-1 1 0,1-1 0,0 1 0,0-1 0,0 1 0,0-1 0,-1 0 0,1 1 0,0-1 0,0 1 0,0-1 0,0 1 0,0 26 0,8 9 0,25 67 0,-6-27 0,8 60 0,-30-107 0,-1 0 0,0 53 0,-4-66 0,-2 13 0,3-23 0,2-12 0,-1-2 0,1 0 0,0-1 0,1 1 0,0 1 0,0-1 0,0 0 0,1 1 0,0 0 0,11-12 0,-11 15 0,1-1 0,-1 1 0,1 0 0,-1 0 0,1 0 0,0 1 0,0 0 0,1 0 0,-1 1 0,1 0 0,-1 0 0,1 0 0,7 0 0,-4 1 0,0 0 0,0 1 0,0 0 0,0 0 0,0 1 0,0 1 0,0 0 0,0 0 0,18 7 0,-23-7 0,-1 0 0,1 0 0,-1 1 0,0-1 0,0 1 0,0 0 0,0 0 0,0 1 0,-1-1 0,1 1 0,-1 0 0,0-1 0,0 1 0,0 1 0,-1-1 0,1 0 0,-1 1 0,0-1 0,0 1 0,-1 0 0,3 8 0,-4-3-1365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7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64 24575,'-22'-14'0,"-37"-17"0,52 27 0,-1 1 0,1 1 0,-1-1 0,0 1 0,1 0 0,-1 1 0,0 0 0,0 0 0,-11 1 0,16 0 0,1 1 0,0-1 0,-1 1 0,1-1 0,0 1 0,-1 0 0,1-1 0,0 1 0,0 1 0,0-1 0,-1 0 0,1 0 0,0 1 0,1-1 0,-1 1 0,-2 2 0,2-1 0,0 0 0,0-1 0,0 1 0,1 1 0,-1-1 0,1 0 0,0 0 0,0 1 0,0-1 0,-1 5 0,1 6 0,0 0 0,1 0 0,1 0 0,3 21 0,-4-30 0,9 43 0,25 81 0,-20-79 0,4 12 0,11 83 0,-13-32 0,-16-110 0,0 0 0,1 1 0,0-1 0,-1 0 0,1 0 0,0 0 0,0 0 0,1 0 0,-1 0 0,1 0 0,-1 0 0,3 3 0,-2-5 0,0 1 0,0 0 0,0-1 0,0 0 0,0 1 0,0-1 0,0 0 0,0 0 0,0 0 0,1 0 0,-1 0 0,0-1 0,1 1 0,-1-1 0,1 0 0,4 1 0,35 0 0,51-5 0,-82 3-273,1-1 0,-1 0 0,0-1 0,15-5 0,-17 4-6553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 24575,'-1'-1'0,"-1"0"0,1 0 0,-1 1 0,0-1 0,0 0 0,1 1 0,-1-1 0,0 1 0,0-1 0,0 1 0,0 0 0,-2-1 0,3 1 0,1 1 0,-1-1 0,1 0 0,0 0 0,-1 0 0,1 0 0,0 0 0,-1 0 0,1 0 0,0 1 0,-1-1 0,1 0 0,0 0 0,-1 0 0,1 1 0,0-1 0,0 0 0,-1 0 0,1 1 0,0-1 0,0 0 0,-1 1 0,1-1 0,0 1 0,0 0 0,0 0 0,-1 0 0,1 0 0,0 0 0,0 0 0,1 0 0,-1 0 0,0 0 0,0-1 0,0 1 0,1 0 0,-1 0 0,0 0 0,1 1 0,4 8 0,-1 0 0,1-1 0,1 1 0,0-1 0,0 0 0,1-1 0,0 0 0,0 0 0,12 10 0,-18-17 0,0-1 0,0 1 0,0-1 0,0 1 0,0 0 0,0-1 0,0 0 0,0 1 0,0-1 0,0 0 0,0 1 0,0-1 0,0 0 0,0 0 0,0 0 0,0 0 0,0 0 0,0 0 0,0 0 0,0 0 0,0 0 0,0 0 0,0-1 0,0 1 0,0 0 0,0-1 0,0 1 0,0-1 0,0 1 0,0-1 0,-1 0 0,1 1 0,0-1 0,0 0 0,0 1 0,-1-1 0,1 0 0,0 0 0,0-1 0,3-4 0,1-1 0,-1 0 0,-1 0 0,4-11 0,-1 5 0,-3 7 0,0 0 0,0 0 0,1 0 0,0 1 0,0 0 0,8-9 0,-11 13 0,1 0 0,-1 0 0,1-1 0,0 1 0,-1 0 0,1 0 0,0 1 0,0-1 0,0 0 0,0 1 0,0-1 0,-1 1 0,1-1 0,0 1 0,0 0 0,0 0 0,1 0 0,-1 0 0,0 0 0,0 0 0,-1 1 0,1-1 0,0 1 0,0-1 0,3 2 0,11 7 0,0-1 0,-1 2 0,0 0 0,22 20 0,18 12 0,-54-41-114,-1-1 64,1 0 0,-1 1 0,0-1 0,1 0 0,-1 0 0,0 1 0,1-1 0,-1 0 0,0 0 0,1 0 0,-1 0-1,0 1 1,1-1 0,-1 0 0,1 0 0,-1 0 0,0 0 0,1 0 0,-1 0 0,1 0 0,-1 0 0,0 0 0,1 0 0,0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0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24575,'23'0'0,"62"3"0,-75-2 0,0 0 0,0 1 0,0 0 0,-1 1 0,1 0 0,11 6 0,-18-8 0,0 1 0,0 0 0,0 0 0,-1 0 0,1 1 0,-1-1 0,1 0 0,-1 1 0,0 0 0,0-1 0,0 1 0,0 0 0,-1 0 0,1 0 0,1 4 0,0 4 0,1 1 0,3 23 0,-3-11 0,-1-3 0,-1 1 0,-1 35 0,1 6 0,2-37 0,1-1 0,1 0 0,1 0 0,20 44 0,-7-19 0,-16-39 0,-1-3 0,0 0 0,-1-1 0,0 1 0,0 0 0,1 10 0,-3-16 0,0 0 0,0 0 0,0 0 0,0 0 0,0 0 0,-1-1 0,1 1 0,-1 0 0,1 0 0,-1-1 0,1 1 0,-1 0 0,0-1 0,0 1 0,0 0 0,0-1 0,0 1 0,-1-1 0,1 0 0,0 1 0,-1-1 0,1 0 0,0 0 0,-1 0 0,0 0 0,1 0 0,-1 0 0,-3 1 0,-3 0 0,-1 1 0,0-1 0,0-1 0,0 0 0,0 0 0,-15-1 0,-23 2 0,11 3-1365,21-3-5461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44 24575,'-52'-14'0,"-2"3"0,-78-7 0,127 18 0,0 0 0,1 0 0,-1 0 0,0 1 0,1-1 0,-1 1 0,0 1 0,1-1 0,-1 1 0,1-1 0,0 1 0,0 1 0,-1-1 0,1 0 0,-6 7 0,7-7 0,1 0 0,0 0 0,0 1 0,0-1 0,1 1 0,-1-1 0,1 1 0,-1 0 0,1 0 0,0 0 0,0-1 0,0 1 0,0 0 0,1 0 0,-1 0 0,1 1 0,0-1 0,0 0 0,0 0 0,0 0 0,1 0 0,-1 0 0,1 0 0,-1 0 0,2 3 0,1 1 0,0-1 0,0 1 0,1-1 0,0 0 0,0 0 0,0 0 0,0 0 0,1-1 0,0 0 0,0 0 0,1 0 0,0-1 0,-1 0 0,1 0 0,7 4 0,5 1 0,-1-1 0,1 0 0,1-2 0,25 7 0,-18-8 0,1 0 0,0-2 0,0-1 0,0-1 0,34-3 0,-44-1-1365,-3 0-5461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202 121 24575,'-32'-3'0,"5"0"0,0 1 0,0 1 0,-30 3 0,55-2 0,-1 1 0,0-1 0,1 1 0,-1 0 0,0-1 0,1 1 0,-1 1 0,-2 0 0,5-2 0,-1 1 0,1-1 0,0 0 0,-1 1 0,1-1 0,-1 1 0,1-1 0,0 0 0,-1 1 0,1-1 0,0 1 0,0-1 0,-1 1 0,1-1 0,0 1 0,0-1 0,0 1 0,0-1 0,0 1 0,-1-1 0,1 1 0,0-1 0,0 1 0,0-1 0,0 1 0,1 0 0,-1-1 0,0 1 0,0-1 0,0 1 0,0-1 0,0 1 0,1-1 0,-1 1 0,0-1 0,1 0 0,-1 1 0,0-1 0,0 1 0,1-1 0,-1 0 0,1 1 0,-1-1 0,0 1 0,1-1 0,0 0 0,5 5 0,-1 0 0,1-1 0,1 1 0,-1-1 0,1-1 0,-1 0 0,1 0 0,0 0 0,15 3 0,-5-2 0,0-1 0,1 0 0,20-1 0,-31-1 0,13-1 0,31-2 0,-46 1 0,1 1 0,-1-2 0,1 1 0,-1 0 0,1-1 0,-1 0 0,0-1 0,0 1 0,0-1 0,6-4 0,-10 6 0,1 0 0,0-1 0,-1 1 0,0 0 0,1-1 0,-1 0 0,0 1 0,0-1 0,0 0 0,0 1 0,0-1 0,0 0 0,0 0 0,-1 0 0,1 0 0,-1 0 0,1 0 0,-1-2 0,0 1 0,0-1 0,0 1 0,-1 0 0,1 0 0,-1-1 0,0 1 0,0 0 0,0 0 0,0 0 0,-3-4 0,0 0 0,0 0 0,-1 1 0,1-1 0,-2 1 0,1 0 0,-1 0 0,0 1 0,-9-7 0,8 7 0,-1 0 0,0 1 0,1 0 0,-1 1 0,-1 0 0,1 0 0,-1 0 0,-15-1 0,20 3 0,0 1 0,0-1 0,0 1 0,0 0 0,0 1 0,0-1 0,-1 1 0,1 0 0,0 0 0,0 0 0,1 0 0,-1 1 0,0 0 0,0 0 0,1 0 0,-1 0 0,1 0 0,-1 1 0,1-1 0,-5 6 0,-3 5-1365,2 0-5461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1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24575,'-10'3'0,"-1"1"0,1 0 0,0 1 0,0 0 0,-12 8 0,20-11 0,0-1 0,0 1 0,0 0 0,0 0 0,0 0 0,0 0 0,0 0 0,0 0 0,1 1 0,0-1 0,-1 0 0,1 1 0,0-1 0,0 1 0,0-1 0,0 1 0,0 0 0,1-1 0,-1 1 0,1 0 0,0 0 0,0-1 0,0 1 0,0 0 0,0 0 0,2 4 0,0 0 0,0-1 0,1 0 0,0 0 0,0 0 0,0-1 0,1 1 0,0-1 0,0 0 0,0 0 0,0 0 0,8 6 0,9 5 0,34 23 0,-22-17 0,-12-9 0,-16-10 0,0 0 0,0 0 0,0 0 0,0 1 0,7 7 0,-12-11 0,0 1 0,1-1 0,-1 0 0,0 0 0,0 1 0,1-1 0,-1 0 0,0 1 0,0-1 0,0 0 0,0 0 0,0 1 0,1-1 0,-1 0 0,0 1 0,0-1 0,0 0 0,0 1 0,0-1 0,0 0 0,0 1 0,0-1 0,0 1 0,0-1 0,0 0 0,0 1 0,-1-1 0,1 0 0,0 0 0,0 1 0,0-1 0,0 0 0,-1 1 0,1-1 0,0 0 0,0 0 0,0 1 0,-1-1 0,1 0 0,0 0 0,0 1 0,-1-1 0,1 0 0,0 0 0,-1 0 0,1 0 0,0 1 0,0-1 0,-1 0 0,1 0 0,0 0 0,-1 0 0,-19 3 0,-42-1 0,46-3 0,-1 1 0,1 1 0,-1 1 0,1 0 0,-1 1 0,-24 8 0,4 4-1365,22-10-5461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 24575,'-1'-7'0,"0"7"0,-3 11 0,-2 3 0,-3-2 0,-1 0 0,0 0 0,-1-1 0,-13 11 0,8-8 0,-17 21 0,29-29 0,-1 0 0,1 0 0,0 1 0,0-1 0,1 1 0,0 0 0,-3 10 0,0 6 0,1 0 0,2 0 0,0 1 0,2-1 0,0 1 0,2-1 0,0 1 0,2-1 0,0 0 0,2 1 0,8 26 0,5 1 0,2 0 0,2-1 0,50 81 0,-20-38 0,-30-50 0,2-1 0,2-2 0,35 43 0,-52-74-1365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68 24575,'-20'-11'0,"20"11"0,0 0 0,-1 0 0,1 0 0,0 0 0,0 0 0,-1-1 0,1 1 0,0 0 0,0 0 0,-1 0 0,1 0 0,0 0 0,0 1 0,-1-1 0,1 0 0,0 0 0,0 0 0,0 0 0,-1 0 0,1 0 0,0 0 0,0 0 0,-1 0 0,1 1 0,0-1 0,0 0 0,-1 0 0,1 1 0,0 0 0,0-1 0,0 1 0,0 0 0,0-1 0,0 1 0,0 0 0,0-1 0,0 1 0,0 0 0,0-1 0,0 1 0,0 0 0,0-1 0,1 2 0,2 8 0,1 0 0,1 0 0,-1 0 0,2-1 0,9 14 0,37 43 0,-38-49 0,-10-14 0,-1 1 0,0 0 0,1-1 0,0 0 0,0 1 0,0-2 0,7 5 0,-9-6 0,-1 0 0,1 0 0,0-1 0,0 1 0,0-1 0,0 1 0,0-1 0,0 0 0,-1 0 0,1 0 0,0 0 0,0 0 0,0 0 0,0 0 0,0-1 0,0 1 0,0-1 0,0 0 0,-1 1 0,1-1 0,0 0 0,2-2 0,5-3 0,0-2 0,-1 1 0,0-1 0,-1 0 0,0-1 0,0 0 0,-1 0 0,8-14 0,1 0 0,-15 21 0,1 1 0,0-1 0,1 1 0,-1-1 0,0 1 0,0-1 0,0 1 0,1 0 0,-1 0 0,1-1 0,-1 1 0,1 0 0,0 1 0,-1-1 0,1 0 0,0 0 0,-1 1 0,1-1 0,3 0 0,-2 1 0,-1 0 0,1 1 0,0-1 0,-1 1 0,1-1 0,-1 1 0,1 0 0,-1 0 0,1 0 0,-1 0 0,1 1 0,3 2 0,4 2 0,0 0 0,0-1 0,1 0 0,0 0 0,0-1 0,16 3 0,-21-6 0,0 0 0,0 0 0,1 0 0,-1-1 0,0 0 0,0 0 0,0-1 0,0 1 0,0-2 0,0 1 0,0 0 0,0-1 0,11-5 0,-15 5 0,1 1 0,-1-1 0,0 0 0,0 0 0,0 0 0,0 0 0,0 0 0,0 0 0,0-1 0,-1 1 0,1 0 0,-1-1 0,0 1 0,0-1 0,0 0 0,0 1 0,0-1 0,-1 0 0,1 0 0,-1 1 0,1-5 0,-1 3 0,0 1 0,0-1 0,0 0 0,-1 1 0,1-1 0,-1 1 0,0-1 0,0 0 0,0 1 0,0 0 0,-1-1 0,0 1 0,1 0 0,-1 0 0,0 0 0,-3-3 0,-2-2-341,0 2 0,0-1-1,-12-7 1,6 6-6485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36 24575,'1'-3'0,"-2"1"0,1 0 0,0-1 0,0 1 0,-1-1 0,1 1 0,-1 0 0,1 0 0,-1-1 0,0 1 0,-2-3 0,3 4 0,-1 1 0,1 0 0,0-1 0,0 1 0,-1 0 0,1 0 0,0-1 0,-1 1 0,1 0 0,0 0 0,-1 0 0,1-1 0,-1 1 0,1 0 0,0 0 0,-1 0 0,1 0 0,-1 0 0,1 0 0,0 0 0,-1 0 0,1 0 0,-1 0 0,1 0 0,-1 0 0,0 0 0,0 1 0,-1-1 0,1 1 0,0 0 0,0-1 0,0 1 0,0 0 0,0 0 0,0 0 0,0 0 0,0 0 0,-1 1 0,-5 8 0,1 0 0,0 0 0,0 1 0,-5 15 0,4-11 0,1 0 0,1 1 0,0 0 0,1 0 0,1 0 0,-3 32 0,5-5 0,3 44 0,0-66 0,2 0 0,0-1 0,1 1 0,1-1 0,1 0 0,0-1 0,2 0 0,0 0 0,18 25 0,-19-33 0,0 0 0,1-1 0,0 0 0,1-1 0,1 0 0,-1 0 0,1-1 0,0 0 0,15 6 0,-14-9-227,0 0-1,1-1 1,-1-1-1,1 0 1,22 2-1,-20-4-6598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9 175 24575,'0'0'0,"0"0"0,0-1 0,0 1 0,0 0 0,0 0 0,0 0 0,0 0 0,0-1 0,0 1 0,0 0 0,0 0 0,0 0 0,0 0 0,0-1 0,0 1 0,0 0 0,0 0 0,0 0 0,0 0 0,0-1 0,0 1 0,0 0 0,0 0 0,0 0 0,0 0 0,0-1 0,1 1 0,-1 0 0,0 0 0,0 0 0,0 0 0,0 0 0,0 0 0,1 0 0,-1-1 0,0 1 0,0 0 0,0 0 0,0 0 0,1 0 0,-1 0 0,0 0 0,0 0 0,1 0 0,6 6 0,6 13 0,-5-2 0,-2 2 0,0-1 0,0 1 0,4 37 0,-9-53 0,-1 0 0,1 0 0,0 0 0,0-1 0,0 1 0,0 0 0,2 3 0,-3-6 0,0 0 0,0 0 0,0 0 0,0 1 0,0-1 0,0 0 0,1 0 0,-1 0 0,0 1 0,0-1 0,0 0 0,1 0 0,-1 0 0,0 0 0,0 0 0,0 0 0,1 1 0,-1-1 0,0 0 0,0 0 0,0 0 0,1 0 0,-1 0 0,0 0 0,0 0 0,1 0 0,-1 0 0,0 0 0,0 0 0,1 0 0,-1 0 0,0 0 0,1-1 0,0 1 0,-1-1 0,1 0 0,0 0 0,-1 1 0,1-1 0,-1 0 0,1 0 0,-1 0 0,0 1 0,1-1 0,-1 0 0,0 0 0,1-1 0,1-6 0,0-1 0,-1 1 0,0-1 0,0 1 0,-1-1 0,0 1 0,0-1 0,-1 1 0,0-1 0,0 1 0,-1-1 0,-6-14 0,-2-2 0,-1 1 0,-25-41 0,34 61 0,-2-2 0,0-1 0,0 0 0,1 0 0,0 0 0,0 0 0,-2-9 0,5 16 0,0 0 0,0 0 0,0-1 0,0 1 0,0 0 0,0 0 0,0 0 0,0 0 0,0 0 0,0 0 0,0 0 0,0 0 0,0 0 0,0 0 0,0 0 0,0 0 0,0 0 0,0 0 0,0-1 0,0 1 0,0 0 0,0 0 0,0 0 0,0 0 0,0 0 0,0 0 0,0 0 0,0 0 0,0 0 0,0 0 0,0 0 0,0 0 0,0 0 0,0 0 0,0 0 0,0 0 0,0 0 0,0-1 0,1 1 0,-1 0 0,0 0 0,0 0 0,0 0 0,0 0 0,0 0 0,0 0 0,0 0 0,0 0 0,0 0 0,0 0 0,0 0 0,0 0 0,0 0 0,0 0 0,1 0 0,-1 0 0,0 0 0,0 0 0,0 0 0,0 0 0,0 0 0,0 0 0,0 0 0,0 0 0,0 0 0,5 5 0,5 8 0,2 3 0,0-1 0,1 0 0,0-1 0,1 0 0,1-1 0,0-1 0,17 11 0,-24-18 0,1-1 0,0 0 0,-1-1 0,1 0 0,1 0 0,-1-1 0,0 0 0,0 0 0,14 0 0,-19-2 0,-1 0 0,1 0 0,-1-1 0,1 1 0,-1-1 0,1 0 0,-1 0 0,1 0 0,-1-1 0,0 1 0,7-4 0,-8 3 0,0 0 0,0 0 0,0 0 0,0 0 0,0 0 0,-1 0 0,1 0 0,-1-1 0,1 1 0,-1-1 0,0 1 0,0-1 0,0 1 0,0-1 0,0 0 0,-1 0 0,1-3 0,1-9 0,-2 0 0,-1-29 0,0 26 0,1-25 0,0 42 0,0 1 0,0-1 0,0 0 0,0 1 0,0-1 0,0 1 0,0-1 0,0 0 0,0 1 0,1-1 0,-1 1 0,0-1 0,0 0 0,1 1 0,-1-1 0,0 1 0,1-1 0,0 0 0,-1 1 0,0 0 0,1 0 0,-1 0 0,0 0 0,1 0 0,-1 0 0,0 0 0,0 0 0,1 0 0,-1 0 0,0 1 0,1-1 0,-1 0 0,0 0 0,0 0 0,1 0 0,-1 0 0,0 1 0,0-1 0,0 0 0,1 0 0,-1 0 0,0 1 0,0-1 0,0 0 0,1 1 0,12 20 0,-13-21 0,34 58 0,64 82 0,-56-83 0,-36-47-341,0 0 0,-1 0-1,7 18 1,-7-15-6485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24575,'-31'0'0,"-14"0"0,-7 0 0,0 0 0,1 0 0,4 0 0,6 2 0,4 2 0,4-1 0,2 2 0,1 0 0,2-1 0,2 2 0,0 0 0,3-2 0,5-1-8191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24575,'2'-2'0,"0"1"0,0-1 0,0 1 0,0 0 0,1-1 0,-1 1 0,1 0 0,-1 1 0,1-1 0,-1 0 0,1 1 0,3-1 0,36-1 0,-30 3 0,16-2 0,64 3 0,-90-2 0,0 0 0,0 0 0,0 0 0,0 1 0,1-1 0,-1 1 0,0-1 0,0 1 0,0 0 0,0 0 0,0 0 0,-1 0 0,1 0 0,0 1 0,0-1 0,-1 0 0,1 1 0,0-1 0,-1 1 0,0 0 0,1-1 0,-1 1 0,1 2 0,-1-2 0,0 1 0,-1-1 0,0 0 0,1 0 0,-1 1 0,0-1 0,0 0 0,0 1 0,0-1 0,0 0 0,-1 1 0,1-1 0,-1 0 0,1 0 0,-1 1 0,0-1 0,0 0 0,0 0 0,0 0 0,0 0 0,-3 3 0,-24 30 0,18-24 0,2-1 0,-12 19 0,19-28 0,1-1 0,0 1 0,-1 0 0,1 0 0,-1-1 0,1 1 0,0 0 0,0 0 0,-1-1 0,1 1 0,0 0 0,0 0 0,0 0 0,0 0 0,0-1 0,0 1 0,0 0 0,0 0 0,0 0 0,1-1 0,-1 1 0,0 0 0,1 1 0,0-1 0,-1 0 0,1-1 0,0 1 0,0 0 0,0 0 0,0-1 0,0 1 0,0-1 0,0 1 0,0-1 0,0 1 0,0-1 0,0 0 0,0 1 0,1-1 0,7 1 0,-1 0 0,1-1 0,15-1 0,-16 1 0,-1 0 0,23-1 0,56-9 0,-72 8-1365,-2 0-5461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31 24575,'-27'-5'0,"-12"-2"0,-2 1 0,3 1 0,7 1 0,5 2 0,5 1 0,3 0 0,5 4 0,2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24575,'-2'4'0,"1"0"0,0 0 0,0 0 0,0 0 0,1 0 0,-1 0 0,1 0 0,0 0 0,0 0 0,0 0 0,1 0 0,0 0 0,-1 0 0,2 0 0,-1 0 0,0-1 0,1 1 0,-1 0 0,3 3 0,0 1 0,1 0 0,0 0 0,0-1 0,0 0 0,1 0 0,0 0 0,11 8 0,-14-12 0,0-1 0,1 0 0,-1 0 0,0 1 0,1-2 0,-1 1 0,5 1 0,-7-3 0,0 1 0,0-1 0,-1 0 0,1 0 0,0 0 0,0 0 0,0 0 0,0 0 0,0 0 0,0-1 0,0 1 0,-1 0 0,1 0 0,0-1 0,0 1 0,0-1 0,-1 1 0,1 0 0,0-1 0,0 1 0,-1-1 0,1 0 0,0 1 0,-1-1 0,1 0 0,-1 1 0,1-1 0,-1 0 0,1 1 0,-1-1 0,1 0 0,-1 0 0,0 0 0,1 0 0,-1 1 0,0-1 0,0-1 0,2-7 0,0 0 0,-1 1 0,0-1 0,-1 0 0,0 0 0,-1-14 0,0-22 0,0 44 0,1 1 0,0-1 0,0 0 0,0 0 0,1 0 0,-1 1 0,0-1 0,0 0 0,0 0 0,1 0 0,-1 1 0,0-1 0,1 0 0,-1 0 0,0 1 0,1-1 0,-1 0 0,1 1 0,-1-1 0,1 1 0,0-1 0,-1 0 0,1 1 0,-1-1 0,1 1 0,0 0 0,0-1 0,-1 1 0,1-1 0,0 1 0,0 0 0,-1 0 0,1-1 0,0 1 0,0 0 0,0 0 0,-1 0 0,1 0 0,0 0 0,0 0 0,0 0 0,-1 0 0,1 1 0,0-1 0,0 0 0,0 0 0,-1 1 0,1-1 0,1 1 0,5 2 0,0 0 0,0 1 0,-1 0 0,8 5 0,-12-8 0,113 72 0,-113-71-124,0-1 0,0 1 0,0 0 0,0 0 0,0 0 0,0 0-1,0 0 1,-1 0 0,1 1 0,1 2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24575,'44'19'0,"0"1"0,-1 3 0,-1 2 0,68 52 0,-93-63 0,0 1 0,0 1 0,-2 1 0,0 0 0,-1 1 0,0 1 0,-2 0 0,0 1 0,-1 0 0,-1 1 0,-1 0 0,8 28 0,-14-36 0,0-1 0,-1 1 0,0-1 0,-1 1 0,-1 0 0,-1 21 0,0-27 0,0 0 0,-1 1 0,0-1 0,0 0 0,0 0 0,-1 0 0,0 0 0,-1-1 0,0 1 0,0-1 0,0 0 0,-8 9 0,3-6-195,1-1 0,-1-1 0,0 0 0,-1 0 0,0-1 0,-15 8 0,8-6-6631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2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24575,'0'-1'0,"0"0"0,0 1 0,1-1 0,-1 0 0,1 1 0,-1-1 0,1 0 0,-1 1 0,1-1 0,-1 1 0,1-1 0,-1 1 0,1-1 0,0 1 0,-1-1 0,1 1 0,0 0 0,0-1 0,-1 1 0,1 0 0,0-1 0,0 1 0,-1 0 0,1 0 0,0 0 0,0 0 0,1 0 0,22-2 0,-16 3 0,0 0 0,0 0 0,0 1 0,0 0 0,0 1 0,14 6 0,42 26 0,-63-34 0,22 14 0,0 2 0,21 20 0,1 1 0,-17-14 0,0 2 0,-1 1 0,-2 1 0,-1 1 0,35 55 0,-45-58 0,-1 0 0,-2 0 0,0 1 0,-1 0 0,-2 1 0,-1 0 0,-1 1 0,2 33 0,-5-36 0,8 132 0,-11-146 0,-1 0 0,0 0 0,-1 0 0,0 0 0,-1 0 0,-5 13 0,5-17 0,0-1 0,-1 0 0,0 0 0,0 0 0,-1 0 0,0 0 0,0-1 0,0 0 0,-1 0 0,-7 6 0,-21 19-1365,23-21-5461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24575,'41'119'0,"-2"-33"0,-16-38 0,-22-46 0,8 22 0,-8-24 0,-1 1 0,0 0 0,1 0 0,-1-1 0,0 1 0,0 0 0,0 0 0,0-1 0,0 1 0,0 0 0,0 0 0,0 0 0,0-1 0,0 1 0,0 0 0,0 0 0,-1-1 0,1 1 0,0 0 0,0 0 0,-1-1 0,1 1 0,-1 0 0,1-1 0,-1 1 0,0 0 0,0-1-57,0 0 0,0 0 1,0 0-1,1 0 0,-1 0 0,0 0 0,0 0 0,0 0 0,0-1 0,0 1 1,0 0-1,0-1 0,0 1 0,0-1 0,0 1 0,1-1 0,-1 1 0,0-1 0,0 0 1,1 1-1,-1-1 0,0 0 0,0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10 24575,'-30'-2'0,"-13"-2"0,-1 1 0,7 3 0,7 1 0,6 2 0,4 1 0,4 1 0,2-1 0,0 2 0,1 0 0,0-2 0,1-1-8191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 24575,'-3'-18'0,"3"18"0,0-1 0,0 1 0,0 0 0,0 0 0,0 0 0,0 0 0,0 0 0,0 0 0,0 0 0,0 0 0,0 0 0,0 0 0,0-1 0,0 1 0,0 0 0,0 0 0,0 0 0,0 0 0,1 0 0,-1 0 0,0 0 0,0 0 0,0 0 0,0 0 0,0 0 0,0 0 0,0 0 0,0 0 0,0 0 0,0 0 0,1 0 0,-1 0 0,0 0 0,0 0 0,0 0 0,0 0 0,0 0 0,0 0 0,0 0 0,0 0 0,1 0 0,-1 0 0,0 0 0,0 0 0,0 0 0,0 0 0,0 0 0,0 0 0,9 8 0,21 25 0,48 71 0,-65-83 0,-2 0 0,0 0 0,-1 1 0,-1 0 0,8 31 0,-5-2 0,9 88 0,-19-87 0,-2-71 0,3-58 0,-2 69 0,0 0 0,0 0 0,1 0 0,1 1 0,-1-1 0,1 1 0,7-14 0,-9 19 0,1-1 0,0 1 0,-1 0 0,1 0 0,0 0 0,0 0 0,0 0 0,0 0 0,0 1 0,0-1 0,1 1 0,-1-1 0,1 1 0,-1 0 0,1 0 0,-1 0 0,4 0 0,-2 0 0,-1 1 0,1 0 0,0 0 0,0 0 0,0 0 0,-1 1 0,1-1 0,0 1 0,0 0 0,6 3 0,5 3 0,-1 1 0,0 0 0,-1 1 0,20 16 0,-30-22 0,10 9 0,0 0 0,-1 1 0,17 24 0,-5-6 0,-22-29-195,0 0 0,0 0 0,0 0 0,0 0 0,0 0 0,4 1 0,3 2-6631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32 24575,'-26'-6'0,"-74"-14"0,82 17 0,1 2 0,-1 0 0,-29 2 0,46-1 0,-1 0 0,0 0 0,1 0 0,-1 0 0,0 1 0,1-1 0,-1 0 0,1 1 0,-1 0 0,1-1 0,-1 1 0,1 0 0,0 0 0,-1-1 0,1 1 0,0 0 0,-1 0 0,1 1 0,0-1 0,0 0 0,0 0 0,0 1 0,0-1 0,0 0 0,1 1 0,-1-1 0,-1 4 0,2-3 0,0 1 0,0-1 0,0 1 0,0-1 0,0 1 0,0-1 0,1 0 0,-1 1 0,1-1 0,0 1 0,-1-1 0,1 0 0,0 1 0,1-1 0,-1 0 0,0 0 0,3 3 0,22 33 0,-2 0 0,-1 2 0,-3 1 0,-1 0 0,-2 1 0,13 47 0,7 32 0,36 126 0,-70-230 0,0 0 0,-1 1 0,0 19 0,0-5 0,-2-31 0,0 0 0,0 1 0,1-1 0,-1 0 0,1 1 0,-1-1 0,1 0 0,-1 1 0,1-1 0,0 0 0,-1 0 0,1 1 0,0-1 0,0 0 0,0 0 0,0 0 0,0 0 0,0 0 0,0-1 0,0 1 0,1 0 0,-1 0 0,0-1 0,0 1 0,1-1 0,-1 1 0,0-1 0,1 1 0,-1-1 0,3 0 0,5 1 0,0 0 0,0-1 0,17-1 0,-11 0 0,13 0 0,47-2 0,-65 1 0,0 1 0,0-1 0,0-1 0,0 1 0,12-7 0,-12 3-1365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3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24575,'3'0'0,"1"1"0,-1-1 0,0 1 0,0 0 0,0 0 0,0 0 0,0 0 0,-1 1 0,1-1 0,0 1 0,-1 0 0,1 0 0,-1 0 0,1 0 0,-1 0 0,3 4 0,4 4 0,-1 1 0,10 15 0,78 146 0,-93-162 0,-9-15 0,-11-15 0,-7-15 0,2-1 0,-34-75 0,34 53 0,20 51 0,0 0 0,1 0 0,0 0 0,0 1 0,0-1 0,1-13 0,3 15 0,2 9 0,6 12 0,-8-12 0,2 3 0,1 0 0,-1-1 0,1 0 0,0 0 0,1-1 0,0 1 0,0-1 0,0-1 0,0 1 0,0-1 0,1-1 0,0 1 0,0-1 0,0-1 0,16 4 0,-6-2 0,-11-1 0,1-1 0,0-1 0,14 2 0,-19-3 0,-1-1 0,1 1 0,0 0 0,-1-1 0,1 1 0,-1-1 0,1 0 0,0 0 0,-1 0 0,0 0 0,1 0 0,-1 0 0,0-1 0,1 1 0,1-3 0,-1 1 0,0 1 0,-1-1 0,1 0 0,-1 0 0,0 0 0,0 0 0,0 0 0,0 0 0,-1-1 0,1 1 0,-1-1 0,0 1 0,0-1 0,0-4 0,1-3 0,-2-1 0,1 0 0,-2-13 0,0-21 0,1 45 0,0 1 0,0-1 0,0 1 0,0-1 0,0 1 0,0-1 0,0 1 0,0-1 0,1 1 0,-1-1 0,0 0 0,0 1 0,0-1 0,1 1 0,-1 0 0,0-1 0,1 1 0,-1-1 0,0 1 0,1-1 0,-1 1 0,0 0 0,1-1 0,0 1 0,-1 0 0,1 0 0,-1 0 0,1 0 0,-1 0 0,1 0 0,-1 0 0,1 0 0,-1 0 0,1 1 0,-1-1 0,1 0 0,-1 0 0,0 0 0,1 1 0,-1-1 0,1 0 0,-1 1 0,0-1 0,1 1 0,17 20 0,-1 4 0,20 29 0,55 62 0,-81-104-118,21 23 367,-31-33-342,1 0-1,-1 0 1,0 0-1,0 0 1,0 1-1,0-1 1,0 0-1,0 0 1,0 1-1,-1-1 1,1 0-1,-1 1 1,0-1-1,0 0 0,0 5 1,-2 1-6733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0 24575,'-7'5'0,"0"-2"0,0 1 0,-1-1 0,1 0 0,-1-1 0,1 1 0,-1-1 0,-11 1 0,-8-1 0,-31 0 0,-10 0 0,-111 23-1365,163-24-5461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0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24575,'22'-5'0,"6"-1"0,33-4 0,-53 9 0,0 1 0,-1-1 0,1 2 0,0-1 0,0 1 0,0 0 0,-1 1 0,1 0 0,8 3 0,-14-4 0,0 0 0,0 0 0,0 0 0,-1 0 0,1 0 0,0 1 0,-1-1 0,1 1 0,-1-1 0,0 1 0,1-1 0,-1 1 0,0 0 0,0 0 0,0 0 0,0-1 0,0 1 0,0 0 0,-1 0 0,1 0 0,-1 0 0,1 0 0,-1 1 0,0-1 0,0 0 0,0 0 0,0 0 0,0 0 0,0 0 0,-1 4 0,-2 5 0,0 0 0,0 0 0,-1 0 0,-6 12 0,8-18 0,-11 19 0,-6 16 0,18-38 0,0 0 0,0 0 0,1 1 0,-1-1 0,1 0 0,-1 1 0,1-1 0,0 1 0,0-1 0,0 0 0,0 1 0,1-1 0,0 5 0,0-5 0,0-1 0,-1 0 0,1 0 0,0 0 0,0 0 0,0 1 0,0-1 0,0 0 0,0-1 0,0 1 0,0 0 0,1 0 0,-1 0 0,0-1 0,0 1 0,1 0 0,-1-1 0,0 1 0,1-1 0,-1 0 0,1 1 0,1-1 0,5 1 0,0-1 0,15 0 0,-14 0 0,14-1 0,0-2 0,0 0 0,0-1 0,-1-1 0,1-1 0,-1-1 0,22-11 0,-28 10-1365,-3 0-5461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24575,'45'-5'0,"53"-3"0,-83 8 0,0 0 0,-1 1 0,1 1 0,21 4 0,-24-2 0,-1 0 0,1 1 0,20 11 0,-25-12 0,-1 0 0,0 0 0,0 1 0,0 0 0,0 0 0,-1 0 0,8 9 0,-12-12 0,0 0 0,0-1 0,-1 1 0,1 0 0,0 0 0,0 0 0,-1 0 0,0 0 0,1 0 0,-1 0 0,0 0 0,0 0 0,0 3 0,-6 29 0,1-6 0,4-15 0,1-1 0,1 1 0,0 0 0,0-1 0,2 1 0,-1-1 0,6 13 0,36 83 0,-12-33 0,-17-42 0,18 32 0,8 15 0,-39-76 0,0 1 0,-1-1 0,1 1 0,-1 0 0,0 0 0,-1-1 0,1 1 0,-1 0 0,1 0 0,-2 0 0,1 0 0,0-1 0,-3 8 0,3-9 0,-1-1 0,0 1 0,0-1 0,-1 1 0,1-1 0,0 0 0,-1 0 0,1 1 0,-1-1 0,0 0 0,0-1 0,0 1 0,0 0 0,0 0 0,0-1 0,0 1 0,-1-1 0,1 0 0,0 0 0,-1 0 0,1 0 0,-1 0 0,0 0 0,1-1 0,-5 1 0,-96 8 0,70-5-1365,20-3-5461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7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10 24575,'16'0'0,"1"1"0,-1 1 0,0 0 0,18 6 0,-72-6 0,-57-10 0,-6 0 0,96 8-227,0 0-1,-1-1 1,1 0-1,0 0 1,-6-1-1,2-1-6598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0:48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31 24575,'1'-6'0,"-1"1"0,-7 2 0,-8 1 0,-28 0 0,27 2 0,-24-3 0,7-2-682,-66 0-1,87 6-6143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78 24575,'11'-3'0,"-1"0"0,1-1 0,12-7 0,-20 9 0,0 1 0,0-1 0,0 0 0,0-1 0,0 1 0,-1 0 0,1-1 0,-1 0 0,0 1 0,0-1 0,0 0 0,0 0 0,0 0 0,1-4 0,3-5 0,-3 9 0,-2 9 0,-2 5 0,-1 0 0,-1 0 0,1 0 0,-2 0 0,-5 11 0,-5 18 0,-20 61 0,-9 34 0,28-56 0,12-58 0,0 0 0,2 0 0,0 0 0,4 37 0,4-10 0,-4-29 0,2 32 0,-6 8 0,2 44 0,1-92 0,0 1 0,0-1 0,1-1 0,1 1 0,0 0 0,0-1 0,1 0 0,9 14 0,7 8 0,29 32 0,-39-51 0,7 4 18,-15-14-172,0-1 1,0 1-1,0 0 0,0 0 1,-1 0-1,1 0 0,-1 0 1,4 8-1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41 24575,'-1'-2'0,"-1"0"0,1 0 0,-1 1 0,1-1 0,0 0 0,0 0 0,0 0 0,0-1 0,0 1 0,1 0 0,-1-3 0,0 4 0,1 1 0,0-1 0,0 1 0,0-1 0,0 1 0,0-1 0,0 1 0,0-1 0,1 1 0,-1-1 0,0 1 0,0-1 0,0 1 0,0-1 0,1 1 0,-1 0 0,0-1 0,0 1 0,1-1 0,-1 1 0,0 0 0,1-1 0,0 0 0,0 1 0,-1 0 0,1 0 0,0-1 0,0 1 0,0 0 0,0 0 0,-1 0 0,1 0 0,0 0 0,0 0 0,0 0 0,0 0 0,-1 0 0,1 0 0,0 0 0,0 1 0,1-1 0,7 4 0,0 1 0,0 0 0,0 0 0,0 0 0,-1 1 0,0 1 0,8 7 0,6 4 0,136 115 0,-126-102 0,-2 1 0,44 62 0,-52-60 0,-2 2 0,30 68 0,17 83 0,-53-146 0,-7-20 0,0 1 0,-1-1 0,-2 1 0,0 1 0,-1-1 0,-1 27 0,-2-42 0,0 1 0,-1-1 0,0 1 0,-1-1 0,1 0 0,-1 1 0,-1-1 0,0 0 0,0 0 0,0 0 0,0-1 0,-1 1 0,-6 6 0,-14 25 0,19-28 0,-1-1 0,0 1 0,-1-1 0,0-1 0,0 1 0,-12 9 0,-16 12-1365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24575,'20'3'0,"0"0"0,0-2 0,0 0 0,0-1 0,0-1 0,1-1 0,33-8 0,-37 5 0,1 1 0,33-14 0,-47 16 0,0 0 0,0 0 0,0 0 0,0 0 0,-1-1 0,1 0 0,-1 1 0,0-1 0,0-1 0,0 1 0,0 0 0,0-1 0,4-6 0,-7 8 0,1 0 0,0 0 0,0 1 0,-1-1 0,1 0 0,-1 0 0,1-1 0,-1 1 0,0 0 0,0 0 0,0 0 0,0 0 0,-1 0 0,1 0 0,0 0 0,-1 0 0,1 0 0,-1 0 0,0 0 0,0 0 0,1 0 0,-1 1 0,-1-1 0,1 0 0,0 0 0,0 1 0,-1-1 0,1 1 0,-1-1 0,1 1 0,-1 0 0,1-1 0,-1 1 0,-3-2 0,-1 0 0,0 0 0,-1 0 0,1 0 0,0 1 0,-1 0 0,0 0 0,1 0 0,-1 1 0,-10 0 0,11 1 0,0 0 0,0 0 0,0 1 0,0 0 0,0 1 0,0-1 0,0 1 0,1 0 0,-1 0 0,0 1 0,1 0 0,0 0 0,-1 0 0,1 1 0,-5 4 0,2-1 0,1 1 0,-1 0 0,2 0 0,-1 1 0,1-1 0,1 2 0,-9 17 0,10-20 0,1 1 0,0-1 0,1 1 0,-4 15 0,6-20 0,-1-1 0,1 1 0,0 0 0,1-1 0,-1 1 0,0 0 0,1 0 0,0-1 0,-1 1 0,1-1 0,0 1 0,0-1 0,1 1 0,-1-1 0,0 0 0,1 1 0,0-1 0,2 3 0,5 4 0,0-1 0,1 1 0,0-1 0,0-1 0,1 0 0,0-1 0,0 0 0,1 0 0,0-1 0,14 4 0,11 1 0,1-1 0,40 4 0,-72-12-91,-1 0 0,1-1 0,0 1 0,0-1 0,0-1 0,0 1 0,0-1 0,0 0 0,0 0 0,-1-1 0,1 0 0,0 0 0,-1 0 0,6-3 0,0-4-6735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7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8 24575,'-16'-3'0,"1"1"0,-1 0 0,1 2 0,-1 0 0,-27 3 0,-64 10 0,93-10-195,0-2 0,0 1 0,0-1 0,0-1 0,0-1 0,-15-2 0,16 0-6631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24575,'1'0'0,"0"1"0,0-1 0,0 1 0,0 0 0,0-1 0,0 1 0,0 0 0,0 0 0,0-1 0,0 1 0,0 0 0,-1 0 0,1 0 0,0 0 0,-1 0 0,2 2 0,-1-1 0,17 28 0,24 57 0,-16-30 0,26 35 0,-32-58 0,30 67 0,-48-95 0,0 1 0,0-1 0,0 1 0,-1-1 0,0 1 0,0 0 0,-1 10 0,0-15 0,0-1 0,0 1 0,0-1 0,-1 1 0,1-1 0,0 1 0,-1-1 0,1 1 0,-1-1 0,0 1 0,1-1 0,-1 0 0,0 0 0,0 1 0,0-1 0,0 0 0,0 0 0,0 0 0,0 0 0,0 0 0,0 0 0,-1 0 0,1 0 0,0 0 0,0-1 0,-1 1 0,1-1 0,-1 1 0,1-1 0,-1 1 0,1-1 0,-1 0 0,1 1 0,-1-1 0,1 0 0,-1 0 0,1 0 0,-1-1 0,-1 1 0,-7-1 0,-1-1 0,1 0 0,0-1 0,0 0 0,-17-8 0,9 2 0,2 0 0,-22-15 0,32 21 0,1-2 0,0 1 0,0-1 0,0 0 0,0 0 0,1 0 0,0 0 0,-7-12 0,10 15 0,0 1 0,0-1 0,1 0 0,-1 0 0,1 0 0,-1 0 0,1 1 0,0-1 0,-1 0 0,1 0 0,0 0 0,0 0 0,1 0 0,-1 0 0,0 0 0,1 0 0,-1 1 0,1-1 0,-1 0 0,1 0 0,0 0 0,0 1 0,0-1 0,0 0 0,0 1 0,0-1 0,0 1 0,0-1 0,1 1 0,-1 0 0,1-1 0,-1 1 0,1 0 0,-1 0 0,4-2 0,5-2 17,1 1 0,0-1-1,-1 2 1,1-1 0,1 1 0,-1 1-1,18-2 1,-15 3-392,0-2 0,1 0 1,25-9-1,-24 5-6451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8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24575,'2'-7'0,"1"-1"0,1 4 0,-2 6 0,0 4 0,-1 4 0,0 0-8191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4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24575,'1'2'0,"-1"1"0,1 0 0,0-1 0,1 1 0,-1-1 0,0 1 0,1-1 0,-1 1 0,1-1 0,0 0 0,3 3 0,3 5 0,3 6 0,1 0 0,0-1 0,1-1 0,17 14 0,-21-21 0,0 1 0,1-2 0,0 1 0,0-1 0,1-1 0,0 0 0,22 7 0,-31-11 0,0-1 0,0 1 0,1-1 0,-1 1 0,0-1 0,1 0 0,-1 0 0,0 0 0,0-1 0,1 1 0,-1 0 0,0-1 0,0 0 0,0 1 0,1-1 0,-1 0 0,0 0 0,0 0 0,0 0 0,0 0 0,-1-1 0,1 1 0,0-1 0,0 1 0,-1-1 0,3-3 0,-2 2 0,0 1 0,-1-1 0,0 1 0,1-1 0,-1 0 0,0 0 0,0 0 0,-1 1 0,1-1 0,-1 0 0,1 0 0,-1 0 0,0 0 0,0 0 0,0 0 0,-1 0 0,1 0 0,-1 0 0,1 0 0,-3-4 0,0-1 0,-1 1 0,0-1 0,0 1 0,-1 0 0,0 0 0,0 0 0,0 1 0,-1 0 0,-7-7 0,22 19 0,0 0 0,0-1 0,1-1 0,-1 1 0,1-2 0,1 1 0,17 3 0,-17-5 0,1 0 0,-1-1 0,1 0 0,0-1 0,-1-1 0,1 1 0,13-4 0,-20 3 0,0 0 0,0 0 0,0 0 0,0-1 0,0 0 0,0 0 0,0-1 0,0 1 0,-1-1 0,1 0 0,-1 0 0,0 0 0,0-1 0,0 0 0,0 1 0,-1-1 0,6-9 0,-8 11 6,0 0-1,0 0 1,0 0-1,0 0 0,0 0 1,-1 0-1,1-1 1,-1 1-1,0 0 1,1 0-1,-1-1 1,0 1-1,0 0 0,-1-1 1,1 1-1,0 0 1,-1 0-1,1-1 1,-1 1-1,0 0 1,-1-3-1,0 3-98,1-1 0,-1 1 1,0-1-1,0 1 0,0 0 0,0 0 0,0 0 0,0 0 1,-1 0-1,1 0 0,-1 0 0,1 1 0,-1 0 1,0-1-1,-4 0 0,-8-3-6733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50 115 24575,'34'35'0,"-1"1"0,-3 2 0,0 1 0,29 55 0,-10 2 0,-57-112 0,-13-23 0,-71-81 0,45 60 0,-69-113 0,116 173 0,0 0 0,0 0 0,0 0 0,0 0 0,0 0 0,0 0 0,0 0 0,0-1 0,0 1 0,0 0 0,0 0 0,1 0 0,-1 0 0,0 0 0,0 0 0,0 0 0,0 0 0,0 0 0,0 0 0,0 0 0,0 0 0,0 0 0,0 0 0,0 0 0,0 0 0,0 0 0,0-1 0,0 1 0,0 0 0,0 0 0,0 0 0,0 0 0,0 0 0,0 0 0,0 0 0,0 0 0,0 0 0,0 0 0,0 0 0,0-1 0,0 1 0,0 0 0,0 0 0,0 0 0,0 0 0,0 0 0,0 0 0,0 0 0,0 0 0,0 0 0,0 0 0,0 0 0,0 0 0,0 0 0,0 0 0,9 6 0,12 12 0,-13-10 0,69 62 0,-65-60 0,0-2 0,0 0 0,1 0 0,1-1 0,13 5 0,-20-9 0,2 1 0,0-1 0,-1 0 0,1-1 0,15 3 0,-22-5 0,-1 0 0,1 0 0,-1 0 0,1 0 0,-1 0 0,1 0 0,0 0 0,-1 0 0,1-1 0,-1 1 0,1-1 0,-1 1 0,0-1 0,1 1 0,-1-1 0,1 0 0,-1 0 0,0 0 0,0 0 0,1 0 0,-1 0 0,0 0 0,0 0 0,0 0 0,0 0 0,0 0 0,0-1 0,0 1 0,-1-1 0,1 1 0,0 0 0,-1-1 0,1 1 0,-1-3 0,2-4 0,-1 0 0,0 1 0,-1-1 0,0 0 0,0 0 0,-2-11 0,-13-47 0,2 11 0,13 55 0,0 0 0,0 0 0,0 0 0,0 0 0,1 1 0,-1-1 0,0 0 0,0 0 0,0 0 0,0 0 0,0 0 0,0 0 0,0 0 0,0 0 0,0 0 0,0 0 0,0 1 0,0-1 0,0 0 0,0 0 0,1 0 0,-1 0 0,0 0 0,0 0 0,0 0 0,0 0 0,0 0 0,0 0 0,0 0 0,0 0 0,0 0 0,1 0 0,-1 0 0,0 0 0,0 0 0,0 0 0,0 0 0,0 0 0,0 0 0,0 0 0,0 0 0,0 0 0,1 0 0,-1 0 0,0 0 0,0 0 0,0 0 0,0 0 0,0-1 0,0 1 0,0 0 0,0 0 0,0 0 0,0 0 0,0 0 0,1 0 0,-1 0 0,0 0 0,0 0 0,0 0 0,0 0 0,0-1 0,0 1 0,0 0 0,0 0 0,0 0 0,0 0 0,0 0 0,8 7 0,-6-5 0,99 102 0,-61-60 0,53 45 0,-66-67-38,36 30-1289,-50-43-5499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37 24575,'0'-36'0,"0"36"0,0 0 0,0 0 0,0 0 0,0 0 0,0 0 0,0 0 0,0 0 0,-1 0 0,1 0 0,0 0 0,0 0 0,0 0 0,0 0 0,0 0 0,0 0 0,0 1 0,0-1 0,0 0 0,0 0 0,0 0 0,0 0 0,0 0 0,0 0 0,0 0 0,0 0 0,0 0 0,0 0 0,-1 0 0,1 0 0,0 0 0,0-1 0,0 1 0,0 0 0,0 0 0,0 0 0,0 0 0,0 0 0,0 0 0,0 0 0,0 0 0,0 0 0,0 0 0,0 0 0,0 0 0,0 0 0,0 0 0,0 0 0,0 0 0,0 0 0,0 0 0,0 0 0,0 0 0,0 0 0,0 0 0,-1 0 0,1-1 0,0 1 0,0 0 0,0 0 0,0 0 0,0 0 0,-3 8 0,-2 12 0,-1 100 0,2-9 0,-16 100 0,5-96-1365,13-102-5461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1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60 24575,'1'-3'0,"-1"-1"0,2 1 0,-1 0 0,0 0 0,0 0 0,1 1 0,0-1 0,-1 0 0,1 0 0,0 1 0,0-1 0,1 1 0,-1 0 0,0 0 0,1 0 0,-1 0 0,1 0 0,0 0 0,3-1 0,-2 1 0,0 1 0,0 0 0,0 0 0,0 0 0,0 1 0,-1-1 0,1 1 0,0 0 0,0 0 0,0 0 0,0 1 0,0-1 0,0 1 0,0 0 0,5 2 0,18 7 0,51 27 0,-77-36 0,0-1 0,0 1 0,0 0 0,0-1 0,0 1 0,0 0 0,0 0 0,0 0 0,0 0 0,0 0 0,0 0 0,-1 0 0,1 0 0,0 0 0,-1 0 0,1 0 0,-1 0 0,1 1 0,-1-1 0,1 2 0,-1-1 0,0 0 0,0 0 0,0-1 0,-1 1 0,1 0 0,0 0 0,-1 0 0,1 0 0,-1 0 0,0 0 0,1-1 0,-2 3 0,-4 5 0,0 0 0,0-1 0,-1 0 0,-9 8 0,10-9 0,0-1 0,1 0 0,0 1 0,0 0 0,1 0 0,0 0 0,-4 9 0,7-14 0,0 0 0,1 0 0,-1 0 0,1 0 0,-1 0 0,1 0 0,0 0 0,0 0 0,0 0 0,0 1 0,0-1 0,0 0 0,1 2 0,-1-3 0,1 0 0,0 1 0,-1-1 0,1 0 0,0 0 0,0 0 0,0 0 0,-1 0 0,1 0 0,0 0 0,0 0 0,0 0 0,1-1 0,-1 1 0,0 0 0,0-1 0,0 1 0,1 0 0,-1-1 0,0 0 0,0 1 0,2-1 0,25 6 0,-1-2 0,40 1 0,59-3-270,-97-3-825,-13 1-5731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2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48 24575,'-2'-10'0,"-2"-6"0,1 3 0,1 5 0,2 7 0,2 7 0,1 3 0,-1 4 0,0 2 0,-1 1 0,0 0 0,0-2-8191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1:53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24575,'5'-5'0,"4"-2"0,1 3 0,1 3 0,1 3 0,1 4 0,1 3 0,0 4 0,1 1 0,-3 1 0,0 0 0,0 1 0,-2-1 0,-3 1 0,0-1 0,-1 0 0,-2-3-8191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5.3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15439 0 24575,'1'1'0,"-1"-1"0,1 0 0,0 0 0,-1 1 0,1-1 0,0 0 0,-1 1 0,1-1 0,-1 1 0,1-1 0,-1 1 0,1-1 0,-1 1 0,1-1 0,-1 1 0,0 0 0,1-1 0,-1 1 0,0-1 0,1 1 0,-1 0 0,0-1 0,0 1 0,0 0 0,1-1 0,-1 1 0,0 1 0,2 22 0,-1-21 0,-1 2 0,0 1 0,0-1 0,-1 1 0,1-1 0,-1 0 0,0 1 0,0-1 0,-1 0 0,0 0 0,-2 6 0,-2-1 0,1-1 0,-2 0 0,1 0 0,-9 8 0,4-4 0,0-1 0,-1 0 0,-1 0 0,0-1 0,0-1 0,-1-1 0,-25 15 0,-13 2 0,-30 16 0,51-29 0,0-1 0,-1-2 0,-36 7 0,-22 4 0,-18 2 0,57-15 0,-74 0 0,-769-9 0,840-1 0,-84-16 0,95 11 0,-20-2 0,-223-28 0,-236-7 0,310 28 0,36 1 0,105 9 0,-70-3 0,23 1 0,63 2 0,-95-9 0,92 9 0,-44-3 0,-4 2 0,-6-1 0,33 9 0,-1-1 0,-85-9 0,38 1 0,5 1 0,-16-8 0,71 9 0,-105 5 0,80 3 0,-4-1 0,-108-3 0,128-5 0,-27-1 0,-420 9 0,410 6 0,8 1 0,57-8 0,-147 9 0,98 0 0,-140 20 0,205-23 0,1 2 0,0 1 0,0 1 0,0 2 0,-35 19 0,51-22 0,0 0 0,0 1 0,0 1 0,2 0 0,-1 0 0,1 2 0,1 0 0,0 0 0,1 1 0,-18 30 0,22-31 0,3-6 0,0 1 0,0-1 0,-1 0 0,0 0 0,-9 9 0,13-15 0,-1 0 0,1 1 0,-1-1 0,0 0 0,0 0 0,1 0 0,-1 0 0,0 0 0,0 0 0,0-1 0,0 1 0,0-1 0,0 1 0,0-1 0,0 0 0,0 0 0,-1 0 0,1 0 0,0 0 0,0 0 0,0 0 0,0-1 0,0 1 0,0-1 0,0 0 0,0 0 0,-2 0 0,-11-7 0,-1-1 0,-14-11 0,1 1 0,24 15 0,-114-63 0,104 60 0,1 1 0,-1 1 0,-1 1 0,1 0 0,-1 0 0,-25-1 0,-194 3 0,117 4 0,-221-2 0,315 1 0,-30 5 0,-15 1 0,-48 0 0,-27 1 0,-249 21 0,329-22 0,-233 29 0,-46 5 0,102-26 0,-54-1 0,172-7 0,-78 8 0,60 2 0,-204 22 0,-123 12 0,311-34 0,-72 10 0,-19-1 0,179-20 0,-41 2 0,75-8 0,-28 0 0,-65 8 0,54-2 0,-106-4 0,84-4 0,67 2 0,-1 1 0,-44 7 0,51-5 0,-1 0 0,0-2 0,-25-2 0,-37 1 0,32 7 0,-21 1 0,-7 1 0,36-3 0,0 0 0,-63 3 0,62-8 0,-80-3 0,74-5 0,33 4 0,-31-2 0,-377 6 0,420-1 0,-1 1 0,0 0 0,-9 3 0,12-2 0,1-1 0,-1 0 0,0 0 0,1 0 0,-1-1 0,0 0 0,0 0 0,0 0 0,-9-3 0,-5-1 0,-34-4 0,4 1 0,-25 0 0,1 0 0,72 6 0,-17-1 0,0-2 0,0 0 0,1-2 0,0 0 0,-1 0 0,-20-12 0,23 7 0,-1-1 0,2 0 0,-19-19 0,-26-20 0,-10 5-1365,60 39-5461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6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1 194 24575,'68'1'0,"74"-3"0,-129 1 0,0-1 0,0-1 0,-1 0 0,22-8 0,-28 10 0,-1-2 0,-1 1 0,1 0 0,0-1 0,0 0 0,-1 0 0,0-1 0,0 1 0,0-1 0,0 0 0,0 0 0,-1 0 0,6-9 0,-8 12 0,0-1 0,0 0 0,0 0 0,-1 1 0,1-1 0,-1 0 0,1 0 0,-1 0 0,0 0 0,0 0 0,0 0 0,0 0 0,0 0 0,0 0 0,0 0 0,-1 0 0,0-3 0,0 3 0,0-1 0,-1 1 0,1-1 0,-1 1 0,0-1 0,0 1 0,0 0 0,0 0 0,0-1 0,-4-1 0,-4-3 0,0 1 0,0 0 0,-1 0 0,-18-5 0,19 7 0,0 0 0,0 2 0,0-1 0,0 1 0,-1 0 0,1 1 0,-1 1 0,-11 0 0,19 0 0,-1 0 0,1 1 0,-1-1 0,1 1 0,0 0 0,-1 0 0,1 0 0,0 0 0,0 1 0,-1 0 0,1-1 0,1 1 0,-1 0 0,0 0 0,0 1 0,1-1 0,-1 0 0,1 1 0,0 0 0,0-1 0,0 1 0,0 0 0,0 0 0,0 0 0,1 0 0,0 1 0,-2 5 0,0 0 0,2 1 0,-1-1 0,1 1 0,1-1 0,0 1 0,0-1 0,3 18 0,3 3 0,12 32 0,-7-24 0,-10-34 0,0 1 0,1-1 0,0 0 0,0 1 0,0-1 0,0 0 0,1 0 0,-1 0 0,1-1 0,6 7 0,-7-8 0,1 1 0,0-1 0,1 0 0,-1 0 0,0-1 0,1 1 0,-1-1 0,1 1 0,-1-1 0,1 0 0,0 0 0,-1-1 0,8 1 0,9 0 20,0 0 0,0-2 0,1-1 0,-1 0 0,30-8 0,-40 7-144,0 0 0,1-1 1,-1 0-1,0 0 0,-1-1 0,1 0 1,-1-1-1,0 0 0,0 0 0,-1-1 1,15-15-1,-14 10-6702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2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1 24575,'-11'26'0,"8"-21"0,1-1 0,0 1 0,0 0 0,0 0 0,1 0 0,-1 0 0,1 1 0,1-1 0,-1 0 0,1 0 0,-1 1 0,2 6 0,-1-11 0,1 0 0,-1 0 0,0 0 0,1 0 0,-1 1 0,1-1 0,-1 0 0,1-1 0,0 1 0,-1 0 0,1 0 0,0 0 0,0 0 0,-1 0 0,1-1 0,0 1 0,0 0 0,0-1 0,0 1 0,2 0 0,-1 0 0,0-1 0,0 1 0,1-1 0,-1 1 0,0-1 0,1 0 0,-1 0 0,0 0 0,5-1 0,-2 0 0,1 0 0,0 0 0,-1-1 0,1 0 0,-1 0 0,1-1 0,6-3 0,-8 2 0,0 0 0,0 1 0,0-2 0,-1 1 0,1 0 0,-1-1 0,4-5 0,-4 5 0,0 0 0,1 0 0,0 0 0,6-6 0,-8 9 0,-1 1 0,1 0 0,0 0 0,0 0 0,0 0 0,0 0 0,0 0 0,0 0 0,0 1 0,0-1 0,0 1 0,0-1 0,0 1 0,0 0 0,0 0 0,0 0 0,3 0 0,2 1 0,0 1 0,0 0 0,0 0 0,-1 1 0,1 0 0,0 0 0,-1 0 0,0 1 0,8 6 0,-4-3 0,0-1 0,15 6 0,13 5-1365,-28-13-5461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24575,'12'31'0,"10"14"0,3 7 0,3 0 0,-2-3 0,1-6 0,-3-5 0,-2-6 0,0-4 0,-1-4 0,-5-4 0,-1-2 0,-5-2 0,-3-1 0,-3-4-8191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7.8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1 24575,'-20'5'0,"-12"2"0,-3-1 0,2-1 0,5 1 0,3 0 0,5-2 0,2-1 0,2-1 0,2-1 0,0-1 0,0 0 0,0 0 0,2-3 0,4-3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0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24575,'8'25'0,"4"11"0,4 2 0,1-4 0,0-6 0,-1-7 0,1-6 0,-1-6 0,-3-4-8191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2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24575,'15'2'0,"6"4"0,0 3 0,-2 3 0,-5-1-8191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08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132 163 24575,'5'11'0,"0"2"0,8 22 0,-12-32 0,-1-1 0,1 1 0,0 0 0,-1 0 0,0-1 0,0 1 0,1 0 0,-2 0 0,1 0 0,0-1 0,-1 1 0,1 0 0,-1 0 0,-1 3 0,1-5 0,1 0 0,-1-1 0,1 1 0,-1 0 0,1-1 0,-1 1 0,0-1 0,0 1 0,1-1 0,-1 1 0,0-1 0,0 1 0,1-1 0,-1 0 0,0 1 0,0-1 0,0 0 0,1 0 0,-1 0 0,0 1 0,0-1 0,0 0 0,0 0 0,0 0 0,0-1 0,1 1 0,-1 0 0,0 0 0,0 0 0,0-1 0,0 1 0,1 0 0,-1-1 0,0 1 0,0 0 0,0-2 0,-4 0 0,1-1 0,-1 0 0,1 0 0,-7-6 0,0-2 0,0 0 0,0-1 0,2 0 0,-1 0 0,2-1 0,0-1 0,0 1 0,-8-23 0,15 35 0,1-1 0,-1 1 0,1-1 0,-1 1 0,1-1 0,0 1 0,0-1 0,0 0 0,0 1 0,0-1 0,0 1 0,0-1 0,0 1 0,1-1 0,-1 0 0,0 1 0,1-1 0,0 1 0,-1-1 0,2-1 0,0 1 0,-1 1 0,0 0 0,0 0 0,1 0 0,-1 0 0,1 0 0,-1 1 0,1-1 0,-1 0 0,1 1 0,-1-1 0,1 1 0,0-1 0,-1 1 0,1 0 0,0 0 0,-1 0 0,1 0 0,3 0 0,7 2 0,-1 0 0,0 0 0,1 1 0,-1 1 0,0 0 0,20 10 0,-20-8 0,0-1 0,1 0 0,0-1 0,0-1 0,22 5 0,-16-7 0,1 0 0,0 0 0,26-4 0,-40 2 0,0 0 0,0 1 0,0-1 0,-1-1 0,1 1 0,0-1 0,-1 0 0,1 0 0,-1 0 0,0-1 0,1 1 0,-1-1 0,0 0 0,-1 0 0,1-1 0,0 1 0,-1-1 0,3-4 0,-4 6 0,-1 0 0,0-1 0,0 1 0,1-1 0,-2 0 0,1 1 0,0-1 0,-1 0 0,1 1 0,-1-1 0,0 0 0,0 0 0,0 0 0,0 1 0,0-1 0,-1 0 0,1 0 0,-1 1 0,1-1 0,-1 1 0,0-1 0,-2-3 0,2 5 0,0-1 0,0 0 0,-1 1 0,1-1 0,0 1 0,-1 0 0,1-1 0,-1 1 0,1 0 0,-1 0 0,0 0 0,0 0 0,1 0 0,-1 0 0,0 0 0,0 1 0,0-1 0,0 1 0,0-1 0,0 1 0,0 0 0,0 0 0,0 0 0,0 0 0,0 0 0,0 0 0,0 0 0,1 1 0,-1-1 0,0 1 0,-3 1 0,2-1 0,0 0 0,0 0 0,0 0 0,0 1 0,0 0 0,0-1 0,1 1 0,-1 0 0,1 0 0,-1 1 0,1-1 0,0 0 0,0 1 0,0-1 0,0 1 0,0 0 0,1 0 0,-1 0 0,1 0 0,0 0 0,0 0 0,0 0 0,0 0 0,0 0 0,1 0 0,-1 0 0,1 1 0,0-1 0,0 0 0,1 5 0,-1-2 0,1 0 0,0 0 0,1 0 0,-1-1 0,1 1 0,0 0 0,1-1 0,-1 1 0,1-1 0,0 0 0,1 0 0,-1 0 0,1 0 0,0-1 0,7 7 0,0-2 12,0-2 0,1 1 0,0-1 0,0-1 0,0 0 0,1-1 0,0 0 0,0-1 0,26 5 0,-4-5-507,1-1 0,55-2 0,-78-1-6331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0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298 539 24575,'-4'-41'0,"-2"1"0,-18-67 0,16 82 0,0 1 0,-2 0 0,-1 1 0,-1 0 0,-20-30 0,12 24 0,0 2 0,-2 0 0,-1 2 0,-42-36 0,64 60 0,0 0 0,0 0 0,1 1 0,-1-1 0,0 0 0,0 1 0,0-1 0,0 1 0,0-1 0,0 1 0,0-1 0,0 1 0,0 0 0,0-1 0,0 1 0,0 0 0,0 0 0,0 0 0,0 0 0,-1 0 0,1 0 0,-1 0 0,1 1 0,1 0 0,-1 0 0,0-1 0,0 1 0,1 0 0,-1 0 0,1 0 0,-1 0 0,1 0 0,-1 0 0,1 0 0,-1 0 0,1 0 0,0 0 0,0 0 0,-1 0 0,1 0 0,0 0 0,0 0 0,0 0 0,0 0 0,0 0 0,1 1 0,1 18 0,0 1 0,2-1 0,0-1 0,14 36 0,-9-26 0,-3-9 0,1-1 0,1 1 0,0-1 0,2 0 0,0-1 0,2 0 0,-1-1 0,2-1 0,0 1 0,2-2 0,-1 0 0,2-1 0,30 23 0,-28-26 0,1 0 0,0-1 0,1-1 0,0 0 0,28 7 0,-39-14 0,1 0 0,-1 0 0,0-1 0,1 0 0,-1 0 0,0-1 0,1-1 0,-1 1 0,1-2 0,-1 1 0,0-1 0,0 0 0,0-1 0,16-7 0,-23 8 0,1 1 0,0-1 0,-1 0 0,1 0 0,-1 0 0,0-1 0,1 1 0,-1-1 0,0 1 0,-1-1 0,1 1 0,0-1 0,-1 0 0,0 0 0,1 0 0,-1 0 0,0 0 0,0 0 0,-1 0 0,1 0 0,-1-1 0,0 1 0,1 0 0,-1 0 0,-1 0 0,1-1 0,0 1 0,-1 0 0,0 0 0,1 0 0,-1 0 0,-1 0 0,1 0 0,0 0 0,-1 0 0,1 0 0,-1 1 0,0-1 0,0 1 0,0-1 0,-4-3 0,6 6 0,-1-1 0,1 0 0,-1 1 0,1-1 0,-1 1 0,1 0 0,-1-1 0,1 1 0,-1-1 0,0 1 0,1 0 0,-1 0 0,0-1 0,1 1 0,-1 0 0,0 0 0,0 0 0,1 0 0,-1-1 0,0 1 0,1 0 0,-1 0 0,0 1 0,0-1 0,1 0 0,-1 0 0,0 0 0,1 0 0,-1 1 0,0-1 0,1 0 0,-1 0 0,0 1 0,1-1 0,-1 1 0,1-1 0,-1 1 0,1-1 0,-1 1 0,1-1 0,-1 1 0,1-1 0,-1 1 0,1-1 0,0 1 0,-1 0 0,1-1 0,0 1 0,-1 0 0,1 0 0,-1 2 0,0 0 0,0 0 0,1 0 0,-1 0 0,1 0 0,0 0 0,0 0 0,0 0 0,0-1 0,1 7 0,1-3 0,1 0 0,-1-1 0,1 1 0,0-1 0,1 0 0,-1 0 0,1 0 0,0 0 0,0-1 0,0 1 0,1-1 0,0 0 0,0-1 0,7 5 0,-5-3 0,0-1 0,0-1 0,0 1 0,1-1 0,-1-1 0,1 1 0,0-1 0,-1-1 0,1 1 0,13 0 0,-16-3 0,0 1 0,0-1 0,0 0 0,0-1 0,-1 1 0,1-1 0,-1 0 0,1 0 0,-1 0 0,0-1 0,1 1 0,-1-1 0,-1 0 0,1 0 0,0 0 0,-1-1 0,1 0 0,-1 1 0,0-1 0,0 0 0,3-7 0,-6 10 0,0 1 0,0 0 0,1-1 0,-1 1 0,0 0 0,0-1 0,0 1 0,1 0 0,-1 0 0,0-1 0,0 1 0,1 0 0,-1 0 0,0-1 0,1 1 0,-1 0 0,0 0 0,1 0 0,-1 0 0,0-1 0,1 1 0,-1 0 0,1 0 0,3 6 0,1 19 0,-3-17 0,69 240 0,-32-129 0,-38-118 0,-1 0 0,0 0 0,1 0 0,-1 0 0,0 0 0,1 0 0,-1 0 0,0 0 0,0 0 0,0 0 0,0 1 0,0-1 0,0 0 0,0 0 0,-1 0 0,1 0 0,0 0 0,-1 0 0,1 0 0,0 0 0,-1 0 0,0 1 0,0-1 0,0-1 0,0 1 0,0-1 0,0 0 0,0 0 0,0 1 0,0-1 0,0 0 0,0 0 0,0 0 0,0 0 0,0 0 0,0 0 0,0 0 0,0-1 0,0 1 0,0 0 0,0 0 0,1-1 0,-1 1 0,0-1 0,0 1 0,0-1 0,-1 0 0,-68-42-1365,54 33-5461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73 147 24575,'49'122'0,"-119"-243"0,23 45 0,46 75 0,1 1 0,-1-1 0,1 0 0,-1 0 0,1 0 0,-1 1 0,1-1 0,0 0 0,0 0 0,-1 0 0,1 0 0,0 0 0,0 0 0,0 0 0,0 0 0,0-1 0,0 2 0,1 0 0,-1-1 0,0 1 0,0 0 0,1 0 0,-1 0 0,0-1 0,0 1 0,1 0 0,-1 0 0,0 0 0,1-1 0,-1 1 0,0 0 0,0 0 0,1 0 0,-1 0 0,0 0 0,1 0 0,-1 0 0,1 0 0,-1 0 0,0 0 0,1 0 0,-1 0 0,0 0 0,1 0 0,-1 0 0,6 1 0,-1 1 0,1 0 0,9 4 0,-10-4 0,38 17 0,-21-9 0,1-1 0,35 10 0,-24-11 0,66 7 0,-90-14 0,1-1 0,0 0 0,-1 0 0,1-1 0,-1-1 0,1 0 0,-1 0 0,0-1 0,1-1 0,14-6 0,-23 9 0,1-1 0,-1 1 0,0 0 0,0 0 0,-1-1 0,1 1 0,0-1 0,0 0 0,-1 0 0,1 1 0,-1-1 0,0 0 0,1 0 0,-1 0 0,0 0 0,0-1 0,0 1 0,0 0 0,-1 0 0,1-1 0,-1 1 0,1 0 0,-1-5 0,0 4 0,0 1 0,-1-1 0,1 0 0,-1 1 0,0-1 0,0 1 0,0-1 0,0 1 0,0 0 0,0-1 0,-1 1 0,1 0 0,-1 0 0,1 0 0,-1 0 0,0 0 0,0 0 0,0 0 0,0 1 0,0-1 0,-3-1 0,0 0 0,-1-1 0,1 2 0,-1-1 0,0 0 0,0 1 0,0 0 0,0 1 0,-9-2 0,13 3 0,-1-1 0,1 1 0,-1 0 0,1 1 0,-1-1 0,1 0 0,0 1 0,-1-1 0,1 1 0,0 0 0,0 0 0,-1 0 0,1 0 0,0 0 0,0 0 0,0 1 0,0-1 0,0 1 0,0-1 0,1 1 0,-1 0 0,1-1 0,-1 1 0,-2 4 0,2-2 0,0 0 0,0 1 0,0-1 0,0 0 0,0 1 0,1 0 0,0-1 0,0 1 0,1 0 0,-1 0 0,1-1 0,0 1 0,0 0 0,0 0 0,1 0 0,0-1 0,0 1 0,0 0 0,0-1 0,1 1 0,0-1 0,0 1 0,0-1 0,0 0 0,1 0 0,0 0 0,-1 0 0,1 0 0,1-1 0,-1 1 0,1-1 0,4 4 0,9 5 30,1-1 0,0-1 0,27 12 0,-33-17-242,0-1 0,0-1 0,0 0-1,0 0 1,1-1 0,23 0 0,-24-2-6614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1.8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136 583 24575,'-11'2'0,"-7"1"0,-32 10 0,46-11 0,0-1 0,0 1 0,1-1 0,-1 1 0,0 0 0,1 0 0,-1 1 0,1-1 0,0 1 0,0 0 0,0 0 0,0 0 0,0 0 0,-2 3 0,5-5 0,-1 0 0,1 1 0,-1-1 0,1 0 0,0 0 0,-1 0 0,1 0 0,0 0 0,0 1 0,-1-1 0,1 0 0,0 0 0,1 0 0,-1 1 0,0-1 0,0 0 0,0 0 0,1 0 0,0 3 0,0-2 0,0 1 0,1-1 0,-1 0 0,1 0 0,0 1 0,0-1 0,-1 0 0,5 2 0,2 2 0,0 0 0,0 0 0,17 6 0,-25-11 0,15 6 0,29 9 0,-40-14 0,-1-1 0,1 0 0,0-1 0,0 1 0,0-1 0,0 0 0,0 1 0,0-2 0,0 1 0,-1 0 0,1-1 0,0 0 0,7-2 0,-9 2 0,0-1 0,-1 1 0,1-1 0,0 0 0,-1 1 0,1-1 0,-1 0 0,1 0 0,-1 0 0,0 0 0,0 0 0,0 0 0,0 0 0,0-1 0,0 1 0,-1 0 0,1 0 0,-1-1 0,0 1 0,1 0 0,-1-1 0,-1-2 0,2-1 0,-1 0 0,-1 0 0,1 0 0,-1 0 0,0 0 0,-1 0 0,-3-10 0,3 13 0,0-1 0,0 1 0,0 0 0,-1 0 0,-3-4 0,5 6 0,1 1 0,-1-1 0,1 1 0,-1-1 0,1 1 0,-1 0 0,0-1 0,1 1 0,-1 0 0,0-1 0,1 1 0,-1 0 0,0 0 0,0 0 0,0-1 0,0 1 0,1 1 0,0-1 0,-1 0 0,1 0 0,-1 0 0,1 1 0,0-1 0,-1 0 0,1 0 0,0 1 0,-1-1 0,1 0 0,0 0 0,0 1 0,-1-1 0,1 1 0,0-1 0,0 0 0,-1 1 0,1-1 0,0 0 0,0 1 0,0-1 0,0 1 0,0-1 0,0 1 0,0-1 0,-1 1 0,1 1 0,0 0 0,0 0 0,0 0 0,0 1 0,1-1 0,-1 0 0,1 0 0,-1 0 0,1 0 0,-1 0 0,1 0 0,0-1 0,0 1 0,0 0 0,0 0 0,0-1 0,1 1 0,-1 0 0,0-1 0,1 1 0,-1-1 0,1 0 0,0 1 0,-1-1 0,1 0 0,3 2 0,4 2 0,1 0 0,0-1 0,18 7 0,-19-8 0,1-1 0,0 1 0,-1-2 0,1 1 0,0-1 0,0-1 0,0 0 0,0 0 0,16-3 0,-21 2 0,-1 0 0,1-1 0,-1 1 0,1-1 0,-1 0 0,0 0 0,0 0 0,0-1 0,0 1 0,0-1 0,0 0 0,-1 0 0,1 0 0,-1-1 0,0 1 0,0-1 0,0 0 0,-1 1 0,1-2 0,-1 1 0,0 0 0,2-7 0,0 0 0,-2 0 0,0-1 0,0 1 0,-1-1 0,0 1 0,-1-1 0,0 0 0,-1 1 0,0-1 0,-1 1 0,-4-13 0,-4-13 0,-31-70 0,26 75 0,-1 0 0,-35-49 0,-52-49 0,65 80 0,38 49 0,-1 1 0,1 0 0,0-1 0,0 1 0,0 0 0,0-1 0,-1 1 0,1 0 0,0 0 0,0-1 0,0 1 0,-1 0 0,1 0 0,0-1 0,-1 1 0,1 0 0,0 0 0,0 0 0,-1-1 0,1 1 0,0 0 0,-1 0 0,1 0 0,0 0 0,-1 0 0,1 0 0,-1 0 0,1 0 0,0 0 0,-1 0 0,1 0 0,-1 11 0,8 18 0,4 3 0,1-1 0,2 0 0,20 32 0,61 84 0,-68-106 0,-4-8 0,50 56 0,-58-74 0,0 0 0,1-1 0,1-1 0,0 0 0,24 12 0,3-3-1365,-30-13-5461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2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 24575,'0'2'0,"1"0"0,-1-1 0,1 1 0,-1 0 0,1-1 0,0 1 0,0 0 0,0-1 0,0 1 0,0-1 0,0 1 0,3 1 0,16 17 0,-20-20 0,41 37 0,-22-18 0,1-2 0,0 0 0,41 25 0,-48-34 0,-11-6 0,1 0 0,0 0 0,0 0 0,0 0 0,0-1 0,0 1 0,0-1 0,0 0 0,0 0 0,1 0 0,-1 0 0,5 0 0,-7-2 0,0 1 0,0 0 0,0 0 0,-1-1 0,1 1 0,0-1 0,-1 1 0,1 0 0,0-1 0,-1 1 0,1-1 0,0 0 0,-1 1 0,1-1 0,-1 1 0,1-1 0,-1 0 0,0 1 0,1-1 0,-1 0 0,1 0 0,-1 1 0,0-1 0,0 0 0,0 0 0,1 0 0,-1 1 0,0-1 0,0 0 0,0 0 0,0-1 0,-3-27 0,2 25 0,-7-39 0,2 18 0,1-1 0,1 0 0,2 0 0,1-36 0,5 46 120,-4 15-155,0 1 1,1 0-1,-1-1 1,0 1-1,0 0 1,0 0-1,1-1 1,-1 1-1,0 0 1,0 0-1,1-1 1,-1 1-1,0 0 0,1 0 1,-1 0-1,0 0 1,1-1-1,-1 1 1,0 0-1,1 0 1,-1 0-1,0 0 1,1 0-1,-1 0 1,0 0-1,1 0 1,-1 0-1,0 0 0,1 0 1,-1 0-1,0 0 1,1 0-1,-1 0 1,0 0-1,1 1 1,-1-1-1,0 0 1,1 0-1,-1 0 1,0 1-1,1-1 0,-1 0 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4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212 616 24575,'-20'-11'0,"-1"-2"0,0 2 0,-1 1 0,0 0 0,-45-12 0,66 21 0,-1 1 0,0 0 0,1 0 0,-1-1 0,0 1 0,1 0 0,-1 0 0,1 0 0,-1 1 0,0-1 0,1 0 0,-1 1 0,1-1 0,-1 1 0,1-1 0,-1 1 0,1 0 0,-3 1 0,3-1 0,0 0 0,0 0 0,1 0 0,-1 0 0,1 0 0,-1 0 0,1 0 0,-1 0 0,1 1 0,0-1 0,0 0 0,-1 0 0,1 0 0,0 0 0,0 0 0,0 1 0,0-1 0,0 0 0,0 0 0,1 0 0,-1 0 0,0 1 0,1-1 0,-1 0 0,0 0 0,2 2 0,2 5 0,0-1 0,0 1 0,1 0 0,0-1 0,1 0 0,0 0 0,0-1 0,0 0 0,1 0 0,7 6 0,-6-6 0,0 0 0,1-1 0,0 0 0,0 0 0,0-1 0,1 0 0,-1-1 0,17 4 0,-23-7 0,-1 1 0,1-1 0,-1 0 0,1 0 0,-1 0 0,1 0 0,-1 0 0,1-1 0,-1 1 0,1-1 0,-1 1 0,1-1 0,-1 0 0,0 0 0,0 0 0,1 0 0,-1-1 0,0 1 0,0-1 0,0 1 0,0-1 0,0 0 0,-1 1 0,1-1 0,0 0 0,-1 0 0,0 0 0,1-1 0,-1 1 0,0 0 0,0 0 0,0-1 0,0 1 0,-1 0 0,2-6 0,-1 3 0,0 0 0,0 0 0,-1-1 0,0 1 0,0-1 0,0 1 0,0 0 0,-1-1 0,0 1 0,0 0 0,-1 0 0,1 0 0,-1 0 0,0 0 0,0 0 0,-4-6 0,5 10 0,1 1 0,0-1 0,-1 0 0,1 1 0,-1-1 0,1 1 0,-1-1 0,1 1 0,-1-1 0,1 1 0,-1-1 0,1 1 0,-1-1 0,0 1 0,1 0 0,-1-1 0,0 1 0,1 0 0,-1-1 0,0 1 0,1 0 0,-2 0 0,1 0 0,1 0 0,-1 1 0,0-1 0,1 0 0,0 1 0,-1-1 0,1 0 0,-1 1 0,1-1 0,-1 1 0,1-1 0,0 1 0,-1-1 0,1 1 0,0-1 0,0 1 0,-1-1 0,1 1 0,0-1 0,0 1 0,-1 0 0,1 3 0,-1-1 0,0 1 0,1-1 0,0 1 0,-1 0 0,1-1 0,1 1 0,0 4 0,0-3 0,1 0 0,0-1 0,0 1 0,1-1 0,-1 0 0,1 0 0,0 0 0,0 0 0,0 0 0,1 0 0,-1-1 0,1 0 0,0 0 0,8 6 0,-6-6 0,1 1 0,-1-1 0,1 0 0,0 0 0,0-1 0,0 1 0,0-2 0,0 1 0,12 0 0,-15-2 0,0 0 0,-1-1 0,1 1 0,0-1 0,-1 0 0,1 0 0,-1-1 0,1 1 0,-1-1 0,0 1 0,0-1 0,0 0 0,0 0 0,0 0 0,0-1 0,0 1 0,-1-1 0,1 0 0,-1 1 0,1-1 0,-1 0 0,3-7 0,-1 3 0,0-1 0,0 1 0,-1-1 0,0-1 0,0 1 0,-1 0 0,0 0 0,1-17 0,-4 1 0,-1 0 0,-1 0 0,0-1 0,-2 2 0,-10-28 0,8 24 0,-7-21 0,-3 1 0,-1 1 0,-3 0 0,-1 1 0,-36-51 0,40 74 0,18 21 0,0 1 0,-1-1 0,1 1 0,0 0 0,-1-1 0,1 1 0,-1 0 0,1 0 0,-1-1 0,1 1 0,0 0 0,-1 0 0,1 0 0,-1 0 0,1 0 0,-1-1 0,1 1 0,-1 0 0,1 0 0,-1 0 0,0 1 0,1-1 0,-1 0 0,1 1 0,-1-1 0,1 1 0,0-1 0,-1 1 0,1-1 0,0 0 0,-1 1 0,1-1 0,0 1 0,0 0 0,0-1 0,-1 1 0,1-1 0,0 1 0,0-1 0,0 1 0,0-1 0,0 1 0,0 0 0,0 0 0,0 9 0,0 1 0,0-1 0,1 0 0,1 0 0,4 18 0,21 51 0,-21-62 0,18 52 0,31 77 0,-49-132 0,0 0 0,2-1 0,-1 0 0,2-1 0,0 0 0,0 0 0,1-1 0,0 0 0,1 0 0,13 9 0,-12-11 0,1 1 0,1-2 0,-1 0 0,21 9 0,-26-14 0,1 1 0,1-2 0,-1 1 0,0-1 0,1 0 0,-1-1 0,1 0 0,13-1 0,-21 0 0,-1 0 0,0 0 0,1 0 0,-1 0 0,0-1 0,0 1 0,1 0 0,-1-1 0,0 1 0,0-1 0,1 1 0,-1-1 0,0 0 0,0 1 0,0-1 0,0 0 0,0 0 0,0 0 0,0 0 0,0 0 0,-1 0 0,2-2 0,-1 1 0,0 0 0,0 0 0,-1 0 0,1 0 0,-1 0 0,0-1 0,1 1 0,-1 0 0,0 0 0,0 0 0,-1-1 0,1-2 0,-2-1 0,1 0 0,-1 0 0,0 0 0,0 0 0,0 0 0,-1 1 0,0-1 0,-6-8 0,7 12 0,-1-2 0,0 1 0,0-1 0,0 1 0,0 0 0,0 0 0,-6-3 0,9 6 0,0 0 0,0 0 0,0 0 0,0 0 0,0 0 0,0 1 0,0-1 0,-1 0 0,1 0 0,0 0 0,0 0 0,0 0 0,0 0 0,0 1 0,0-1 0,0 0 0,0 0 0,0 0 0,0 0 0,0 0 0,0 0 0,0 1 0,0-1 0,0 0 0,0 0 0,0 0 0,0 0 0,0 0 0,0 1 0,0-1 0,0 0 0,0 0 0,0 0 0,0 0 0,0 0 0,0 0 0,1 1 0,-1-1 0,0 0 0,0 0 0,0 0 0,0 0 0,0 0 0,0 0 0,1 0 0,2 8 0,3 1 0,0-1 0,1 0 0,0 0 0,0-1 0,1 0 0,0 0 0,0-1 0,0 0 0,14 7 0,2-1 0,1 0 0,35 11 0,-49-20 0,-1 0 0,0-1 0,1 0 0,0-1 0,16 1 0,-23-2 0,0 0 0,0 0 0,0-1 0,0 1 0,0-1 0,0 0 0,1 0 0,-2 0 0,1-1 0,0 1 0,0-1 0,0 0 0,-1 0 0,1-1 0,-1 1 0,0 0 0,4-5 0,-5 5 0,0-1 0,0 0 0,-1 1 0,0-1 0,1 0 0,-1 0 0,0 0 0,0 0 0,-1 0 0,1 0 0,-1-1 0,1 1 0,-1 0 0,0 0 0,0 0 0,-1 0 0,1 0 0,0-1 0,-1 1 0,0 0 0,0 0 0,0 0 0,-2-5 0,-2-2 0,-1-1 0,1 1 0,-2-1 0,-14-17 0,21 27 0,-1 0 0,0 1 0,1-1 0,-1 0 0,0 0 0,0 1 0,0-1 0,0 0 0,1 1 0,-1-1 0,0 1 0,0-1 0,0 1 0,-2-1 0,3 1 0,-1 0 0,1 0 0,0 0 0,0 0 0,0 0 0,0 0 0,0 0 0,0 0 0,0 0 0,0 0 0,0 0 0,0 0 0,-1 0 0,1 0 0,0 0 0,0 1 0,0-1 0,0 0 0,0 0 0,0 0 0,0 0 0,0 0 0,0 0 0,0 0 0,0 0 0,0 0 0,0 0 0,0 1 0,0-1 0,0 0 0,0 0 0,0 0 0,0 0 0,0 0 0,0 0 0,0 0 0,0 0 0,0 0 0,0 1 0,0-1 0,0 0 0,0 0 0,0 0 0,0 0 0,0 0 0,7 10 0,3 1 0,1 0 0,0-1 0,1-1 0,14 9 0,-7-4 0,50 28 0,-67-41 0,1 0 0,-1 0 0,1 1 0,-1-2 0,1 1 0,-1 0 0,1 0 0,0-1 0,-1 0 0,1 1 0,0-1 0,-1 0 0,1 0 0,0-1 0,-1 1 0,1 0 0,0-1 0,-1 0 0,1 1 0,-1-1 0,1 0 0,-1 0 0,5-3 0,3-3 0,-1 0 0,1-1 0,-1 1 0,10-13 0,8-7 0,-22 23 0,1-1 0,0 0 0,0-1 0,0 1 0,8-13 0,-13 17 0,0-1 0,0 1 0,0-1 0,-1 1 0,1-1 0,0 1 0,-1-1 0,1 0 0,-1 1 0,0-1 0,1 0 0,-1 1 0,0-1 0,0 0 0,0 1 0,0-1 0,-1 0 0,1 1 0,0-1 0,-1 0 0,1 1 0,-1-1 0,1 1 0,-1-1 0,0 1 0,0-1 0,0 1 0,-1-3 0,-3-1 0,1 0 0,-1 1 0,0 0 0,-1 0 0,1 0 0,0 0 0,-1 1 0,0 0 0,0 0 0,0 0 0,-8-2 0,3 2 0,1 1 0,0-1 0,-1 2 0,1-1 0,-1 1 0,-13 1 0,22 0 0,1 0 0,0 0 0,-1 0 0,1 0 0,0 1 0,-1-1 0,1 0 0,0 1 0,0-1 0,0 1 0,-1-1 0,1 1 0,0 0 0,0-1 0,0 1 0,0 0 0,0 0 0,0 0 0,0 0 0,0 0 0,0 0 0,-1 2 0,2-2 0,-1 1 0,0 0 0,1 0 0,-1 0 0,1 0 0,0 0 0,0 0 0,0 0 0,0 0 0,0 0 0,0 0 0,0-1 0,1 5 0,1 0 0,0 0 0,1 0 0,-1 1 0,1-1 0,0-1 0,1 1 0,-1 0 0,5 4 0,2 0 0,1-1 0,0 0 0,0-1 0,24 14 0,-5-4 0,-3-1 0,0-1 0,1-1 0,53 19 0,-66-29 0,1 0 0,0-1 0,0-1 0,0-1 0,0 0 0,0-1 0,1 0 0,-1-2 0,20-2 0,-1-7-1365,-21 4-5461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15.0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144 415 24575,'-5'3'0,"1"-1"0,-1 1 0,1 0 0,0 0 0,0 0 0,0 0 0,0 1 0,-5 6 0,8-9 0,0 1 0,0-1 0,0 1 0,0-1 0,1 1 0,-1 0 0,0-1 0,1 1 0,-1 0 0,1-1 0,0 1 0,-1 0 0,1 0 0,0 0 0,0-1 0,0 1 0,0 0 0,1 0 0,-1 0 0,0-1 0,1 1 0,-1 0 0,1 0 0,-1-1 0,1 1 0,0 0 0,2 2 0,1 1 0,0 0 0,1 1 0,0-2 0,0 1 0,0 0 0,1-1 0,0 0 0,0-1 0,0 1 0,0-1 0,0 0 0,0 0 0,11 2 0,-16-5 0,0 1 0,1-1 0,-1 0 0,1 0 0,-1 0 0,0 0 0,1 0 0,-1 0 0,0 0 0,1 0 0,-1 0 0,1-1 0,-1 1 0,0 0 0,0-1 0,1 0 0,-1 1 0,0-1 0,0 0 0,1 1 0,0-2 0,0 0 0,-1 0 0,1 0 0,-1 0 0,0 0 0,1 0 0,-1 0 0,0 0 0,0 0 0,-1 0 0,1-1 0,0-2 0,1-6 0,-1 0 0,0 0 0,0 0 0,-3-14 0,0 3 0,-1 0 0,-2 0 0,0 0 0,-2 0 0,0 1 0,-1-1 0,-20-35 0,-94-130 0,118 181 0,-1-1 0,-4-6 0,-17-18 0,24 30 0,3 7 0,4 9 0,22 33 0,1-1 0,48 61 0,81 79 0,-65-82 0,-8-11-1365,-70-80-5461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1.2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425 244 24575,'-5'-1'0,"-1"0"0,1-1 0,0 1 0,-1-2 0,1 1 0,0 0 0,-8-7 0,6 5 0,-143-86 74,-49-29-1513,181 110-5387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2.8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126 164 24575,'9'47'0,"-4"-22"0,13 42 0,-112-212 0,37 61 0,50 68 0,10 12 0,6 7 0,-7-2 0,26 17 0,34 15 0,-51-28 0,1 0 0,-1-1 0,1-1 0,-1 0 0,1-1 0,21 2 0,-30-4 0,20 2 0,1-2 0,36-4 0,-54 4 0,0-1 0,0-1 0,0 1 0,-1-1 0,1 0 0,0 0 0,-1 0 0,0-1 0,1 0 0,-1 0 0,0 0 0,-1-1 0,1 1 0,0-1 0,6-8 0,-10 10 0,1 0 0,-1 0 0,0-1 0,1 1 0,-1 0 0,0 0 0,-1-1 0,1 1 0,0-1 0,-1 1 0,1-1 0,-1 1 0,0-1 0,1 1 0,-2-1 0,1 1 0,0-1 0,0 1 0,-1-1 0,1 1 0,-1-1 0,0 1 0,1 0 0,-4-5 0,3 5 0,0 1 0,0-1 0,0 1 0,0-1 0,-1 1 0,1 0 0,0-1 0,-1 1 0,1 0 0,-1 0 0,0 0 0,1 0 0,-1 0 0,0 0 0,0 1 0,1-1 0,-1 1 0,0-1 0,0 1 0,0 0 0,0-1 0,0 1 0,0 0 0,1 0 0,-1 0 0,0 1 0,0-1 0,0 0 0,0 1 0,0-1 0,0 1 0,1 0 0,-3 0 0,2 0 0,1 0 0,-1 0 0,0 1 0,0-1 0,1 0 0,-1 1 0,1-1 0,0 1 0,-1-1 0,1 1 0,0-1 0,0 1 0,0 0 0,0 0 0,0 0 0,0 0 0,0 0 0,1-1 0,-1 1 0,1 1 0,-1-1 0,1 0 0,0 0 0,0 0 0,0 0 0,0 0 0,0 0 0,1 4 0,0 0 0,0 0 0,1 1 0,-1-1 0,1 0 0,0 0 0,1 0 0,0-1 0,4 8 0,-2-6 0,0-1 0,1 0 0,0 0 0,0 0 0,0-1 0,1 0 0,0 0 0,0 0 0,0-1 0,10 4 0,12 4 0,41 12 0,-64-22 0,16 4-227,1-2-1,0 0 1,-1-2-1,1 0 1,30-2-1,-39 0-6598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5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164 414 24575,'-12'-5'0,"-8"-2"0,-28-7 0,43 13 0,0 0 0,0 0 0,0 0 0,0 1 0,0 0 0,0 0 0,0 0 0,0 1 0,0 0 0,0 0 0,-6 2 0,10-3 0,0 0 0,0 1 0,0-1 0,0 0 0,0 1 0,0-1 0,1 1 0,-1-1 0,0 1 0,0-1 0,1 1 0,-1-1 0,0 1 0,1 0 0,-1-1 0,0 1 0,1 0 0,-1 0 0,1 0 0,-1-1 0,1 1 0,0 0 0,-1 0 0,1 0 0,0 0 0,0 0 0,-1 0 0,1 0 0,0 0 0,0 0 0,0 0 0,0-1 0,0 1 0,0 0 0,0 0 0,1 0 0,-1 0 0,0 0 0,1 0 0,-1 0 0,0 0 0,1 0 0,-1-1 0,1 1 0,0 1 0,3 4 0,0-1 0,1 1 0,0-1 0,9 8 0,-12-11 0,20 20 0,-10-10 0,16 14 0,-25-24 0,0 0 0,1 0 0,-1 0 0,0 0 0,0 0 0,1 0 0,-1-1 0,1 0 0,0 0 0,-1 0 0,6 1 0,-8-2 0,0 0 0,1 0 0,-1 0 0,0 0 0,0 0 0,0 0 0,0 0 0,0 0 0,0 0 0,1-1 0,-1 1 0,0 0 0,0-1 0,0 1 0,0-1 0,0 1 0,0-1 0,0 0 0,0 1 0,-1-1 0,1 0 0,0 0 0,0 1 0,1-3 0,-2 2 0,1-1 0,0 0 0,-1 0 0,1 0 0,-1 1 0,0-1 0,1 0 0,-1 0 0,0 0 0,0 0 0,0 0 0,-1 0 0,1-2 0,-3-6 0,1 1 0,-1-1 0,-1 1 0,-6-12 0,5 12 0,4 6 0,-1 1 0,1-1 0,-1 0 0,1 0 0,-2-5 0,16 17 0,7 7 0,1-1 0,25 15 0,-37-25 0,0 0 0,0-1 0,0 0 0,1-1 0,0 0 0,0 0 0,0-1 0,15 1 0,-21-2 0,0-1 0,0-1 0,0 1 0,0 0 0,-1-1 0,1 0 0,0 0 0,0 0 0,-1 0 0,1-1 0,-1 0 0,1 1 0,-1-1 0,0 0 0,1-1 0,-1 1 0,0 0 0,0-1 0,-1 0 0,1 0 0,-1 0 0,1 0 0,-1 0 0,0 0 0,0-1 0,0 1 0,2-7 0,-1 1 0,0 0 0,0 0 0,-1-1 0,0 1 0,-1 0 0,0-1 0,0 0 0,-1 1 0,-1-1 0,-1-11 0,-2-2 0,-2-1 0,0 1 0,-2 1 0,0 0 0,-14-26 0,3 14 0,-1 0 0,-33-42 0,50 73 0,0-2 0,0 1 0,-1 0 0,0-1 0,-7-5 0,11 10 0,-1 0 0,1-1 0,-1 1 0,0-1 0,1 1 0,-1 0 0,1 0 0,-1-1 0,1 1 0,-1 0 0,0 0 0,1 0 0,-1 0 0,0-1 0,1 1 0,-1 0 0,0 0 0,1 0 0,-1 0 0,1 1 0,-1-1 0,0 0 0,1 0 0,-1 0 0,0 0 0,1 1 0,-1-1 0,1 0 0,-1 1 0,1-1 0,-1 0 0,1 1 0,-1-1 0,1 1 0,-1-1 0,1 0 0,-1 1 0,1-1 0,-1 1 0,1 0 0,0-1 0,0 1 0,-1-1 0,1 1 0,0-1 0,0 1 0,-1 0 0,1-1 0,0 2 0,-3 6 0,1 1 0,0-1 0,1 1 0,-1-1 0,2 1 0,-1 0 0,1-1 0,2 12 0,1 4 0,10 41 0,-8-51 9,0 0 1,0 0-1,2 0 0,0-1 0,0 0 1,1 0-1,1-1 0,0 0 0,1 0 0,0-1 1,0-1-1,23 18 0,-14-14-195,1 0 1,0-2-1,1 0 0,1-1 1,-1-1-1,2-1 1,29 7-1,-35-12-6640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3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268 16 24575,'-27'-3'0,"-15"0"0,-2 0 0,1 0 0,5 1 0,7 1 0,6 1 0,8-1-8191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4.4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73 24575,'1'1'0,"15"31"0,26 38 0,-36-61 0,0 0 0,1-1 0,0 0 0,0-1 0,1 0 0,0 0 0,0 0 0,0-1 0,11 6 0,-19-12 0,1 1 0,0-1 0,0 1 0,0-1 0,-1 1 0,1-1 0,0 0 0,0 1 0,0-1 0,0 0 0,0 0 0,0 0 0,0 1 0,0-1 0,-1 0 0,1 0 0,0 0 0,0-1 0,0 1 0,0 0 0,0 0 0,0 0 0,0-1 0,0 1 0,-1 0 0,1-1 0,0 1 0,0-1 0,0 1 0,-1-1 0,1 1 0,0-1 0,0 0 0,-1 1 0,1-1 0,-1 0 0,1 1 0,-1-1 0,1 0 0,-1 0 0,1 0 0,-1 0 0,1 1 0,-1-1 0,0 0 0,0 0 0,1 0 0,-1 0 0,0-2 0,1-4 0,0-1 0,-1 0 0,1 0 0,-3-13 0,0 2 0,-11-37 0,9 41 0,0 1 0,1-1 0,1 0 0,-1-22 0,5 25 120,-2 12-142,0 0 0,0 0-1,0 0 1,0 0 0,0 0 0,0 0 0,0-1 0,0 1 0,0 0-1,0 0 1,0 0 0,0 0 0,0 0 0,0-1 0,0 1-1,1 0 1,-1 0 0,0 0 0,0 0 0,0 0 0,0 0-1,0 0 1,0 0 0,0-1 0,0 1 0,0 0 0,1 0-1,-1 0 1,0 0 0,0 0 0,0 0 0,0 0 0,0 0-1,0 0 1,1 0 0,-1 0 0,0 0 0,0 0 0,0 0-1,0 0 1,0 0 0,1 0 0,-1 0 0,0 0 0,0 0-1,0 0 1,0 0 0,0 0 0,0 0 0,1 0 0,-1 0-1,0 0 1,0 0 0,0 0 0,0 0 0,0 1 0,0-1 0,0 0-1,1 0 1,-1 0 0,0 0 0,0 0 0,0 0 0,0 0-1,0 1 1,0-1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118 402 24575,'-6'-4'0,"-8"-6"0,-19-10 0,30 18 0,0 1 0,0-1 0,-1 1 0,1-1 0,0 1 0,-1 0 0,1 1 0,-1-1 0,0 1 0,1-1 0,-1 1 0,-4 0 0,7 0 0,0 1 0,1-1 0,-1 0 0,0 0 0,0 0 0,1 1 0,-1-1 0,1 0 0,-1 1 0,0-1 0,1 0 0,-1 1 0,1-1 0,-1 1 0,0-1 0,1 1 0,0-1 0,-1 1 0,1-1 0,-1 1 0,1 0 0,0-1 0,-1 1 0,1 1 0,-1-1 0,1 1 0,0 0 0,-1-1 0,1 1 0,0 0 0,0-1 0,0 1 0,1 0 0,-1 0 0,1 1 0,0 3 0,1-1 0,0 0 0,0 0 0,0 1 0,5 6 0,10 12 0,41 43 0,-57-66 0,0 0 0,0 1 0,0-1 0,0 0 0,0 0 0,0-1 0,0 1 0,0 0 0,1 0 0,-1 0 0,0-1 0,1 1 0,-1-1 0,0 1 0,1-1 0,-1 1 0,1-1 0,-1 0 0,1 0 0,-1 0 0,0 0 0,1 0 0,-1 0 0,1 0 0,-1 0 0,1-1 0,1 1 0,-2-1 0,1 0 0,-1 0 0,0 0 0,0 0 0,0-1 0,1 1 0,-1 0 0,0 0 0,0-1 0,-1 1 0,1-1 0,0 1 0,0 0 0,-1-1 0,1 1 0,-1-1 0,1 0 0,-1 1 0,0-1 0,0 1 0,1-1 0,-1 0 0,0 1 0,-1-3 0,1-3 0,-1 0 0,0-1 0,0 1 0,-1 0 0,0 0 0,0 1 0,-1-1 0,-4-8 0,29 64 0,-17-41 0,0 0 0,0-1 0,1 0 0,0 0 0,1 0 0,-1-1 0,14 10 0,-15-12 0,0-1 0,1 0 0,-1 0 0,1-1 0,0 1 0,0-1 0,0 0 0,0-1 0,0 1 0,0-1 0,0-1 0,9 1 0,-13-1 0,0 0 0,0 0 0,0-1 0,0 1 0,0 0 0,0-1 0,0 0 0,0 1 0,-1-1 0,1 0 0,0 0 0,0 0 0,-1 0 0,1 0 0,0 0 0,-1-1 0,2-1 0,-1 0 0,1 0 0,-1 0 0,0 0 0,0 0 0,-1-1 0,1 1 0,-1 0 0,2-7 0,0-1 0,-1-1 0,0 1 0,-1-1 0,-1-21 0,-1 10 0,-2 1 0,-1 0 0,-1 0 0,0 0 0,-12-29 0,-52-101 0,69 151 0,-13-26 0,-34-62 0,43 84 0,2 7 0,2 13 0,6 23 0,6 26 0,-6-26 0,1 0 0,3 0 0,15 40 0,-21-68 0,0 0 0,2 0 0,-1 0 0,1 0 0,0-1 0,1 0 0,0 0 0,1 0 0,0-1 0,0-1 0,1 1 0,0-1 0,0-1 0,0 0 0,13 7 0,-11-8 0,1-1 0,0 1 0,-1-2 0,26 5 0,-29-7 0,0 0 0,1-1 0,-1 0 0,0 0 0,1-1 0,-1 0 0,0 0 0,11-4 0,-15 4 0,-1-1 0,1 1 0,-1-1 0,0 0 0,0 0 0,1-1 0,-1 1 0,0 0 0,-1-1 0,1 0 0,0 0 0,-1 0 0,0 0 0,0 0 0,1 0 0,-2-1 0,1 1 0,2-5 0,-3 5 0,0 0 0,0 0 0,-1 0 0,1 0 0,-1 0 0,1 0 0,-1 0 0,0 0 0,0 0 0,0 0 0,-1 0 0,1-1 0,-1 1 0,1 0 0,-1 0 0,0 1 0,0-1 0,-1 0 0,1 0 0,0 0 0,-1 1 0,-3-5 0,5 7 0,0-1 0,0 1 0,0 0 0,-1 0 0,1-1 0,0 1 0,0 0 0,0-1 0,-1 1 0,1 0 0,0 0 0,-1-1 0,1 1 0,0 0 0,0 0 0,-1 0 0,1 0 0,0-1 0,-1 1 0,1 0 0,0 0 0,-1 0 0,1 0 0,-1 0 0,1 0 0,-1 8 0,6 13 0,-2-14 0,1 1 0,-1-1 0,1 1 0,1-1 0,5 7 0,-9-12 0,0-1 0,0 1 0,1-1 0,-1 1 0,1-1 0,-1 0 0,0 0 0,1 1 0,0-1 0,-1 0 0,1 0 0,0-1 0,-1 1 0,1 0 0,0-1 0,0 1 0,0-1 0,0 1 0,0-1 0,0 0 0,-1 0 0,1 0 0,0 0 0,0 0 0,0 0 0,0 0 0,3-2 0,28-14 0,-30 13 0,1 1 0,-1 0 0,1 0 0,0 0 0,0 0 0,0 1 0,0-1 0,0 1 0,0 0 0,0 0 0,0 1 0,0-1 0,1 1 0,-1 0 0,7 1 0,-2 1-5,0 0 0,-1 1 0,1 0 0,-1 0 0,16 10 0,38 28 147,-43-27-880,34 19-1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5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0 309 24575,'35'-19'0,"-4"3"0,-1-1 0,42-32 0,-68 46 0,0 0 0,0-1 0,-1 0 0,1 0 0,-1 0 0,0 0 0,0-1 0,0 1 0,0-1 0,-1 1 0,3-7 0,-4 7 0,-1 0 0,1 1 0,0-1 0,-1 0 0,0 1 0,0-1 0,0 0 0,0 0 0,0 1 0,-1-1 0,0 0 0,0 1 0,0-1 0,0 1 0,0-1 0,-3-4 0,0-1 0,-1 1 0,0 0 0,0 0 0,0 0 0,-1 1 0,0 0 0,-1 0 0,1 0 0,-10-6 0,16 13 0,-1-1 0,1 1 0,-1 0 0,1-1 0,0 1 0,-1 0 0,1 0 0,-1-1 0,1 1 0,-1 0 0,1 0 0,0 0 0,-1 0 0,1 0 0,-1 0 0,1 0 0,-1 0 0,1 0 0,-1 0 0,1 0 0,-1 0 0,1 0 0,-1 0 0,1 0 0,-1 0 0,1 0 0,-1 0 0,1 1 0,0-1 0,-1 0 0,0 1 0,1 0 0,-1-1 0,1 1 0,-1 0 0,1 0 0,-1 0 0,1 0 0,0 0 0,-1 0 0,1 0 0,0 0 0,0 0 0,0 1 0,0 0 0,0 5 0,1 1 0,2 13 0,1-5 15,0-1 0,2 0 0,0 0 0,0 0 0,1-1 0,1 0 0,11 16 0,-10-19-180,-1 0 0,1 0 0,1-1 0,0-1 0,0 1 0,1-2 0,0 0 0,21 12 0,-24-15-6661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6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56 339 24575,'-11'15'0,"1"0"0,-12 26 0,20-37 0,0 0 0,0 0 0,1 0 0,-1 0 0,1 0 0,0 1 0,1-1 0,-1 0 0,1 1 0,-1-1 0,1 0 0,1 1 0,-1-1 0,1 0 0,-1 1 0,4 7 0,-3-10 0,0 0 0,1 1 0,-1-1 0,1 0 0,0 0 0,-1-1 0,1 1 0,0 0 0,0-1 0,1 1 0,-1-1 0,0 1 0,0-1 0,1 0 0,-1 0 0,1 0 0,-1 0 0,0-1 0,1 1 0,0-1 0,-1 1 0,1-1 0,-1 0 0,1 0 0,0 0 0,-1 0 0,4-1 0,-2 1 0,0-1 0,0 1 0,0-1 0,0 0 0,0 0 0,0-1 0,0 1 0,-1-1 0,1 0 0,0 0 0,-1 0 0,1 0 0,-1-1 0,0 1 0,0-1 0,5-5 0,-5 2 0,0 0 0,0 1 0,0-1 0,-1-1 0,0 1 0,0 0 0,-1 0 0,1-1 0,-1 1 0,-1-1 0,1 1 0,-1-1 0,0 0 0,-1 1 0,0-1 0,-2-8 0,-3-11 0,-1 1 0,-19-43 0,13 36 0,7 17 0,-7-16 0,2-1 0,1-1 0,-12-63 0,23 84 0,4 19 0,6 20 0,8 24 0,3-1 0,1-1 0,3-1 0,44 63 0,-55-89-109,-4-8-142,-1 0 0,-1 1 0,0 0-1,7 20 1,-12-22-6575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27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146 208 24575,'9'-5'0,"0"1"0,0-2 0,-1 0 0,11-8 0,-17 13 0,-1 0 0,1-1 0,-1 1 0,1-1 0,-1 1 0,0-1 0,0 1 0,0-1 0,1 1 0,-2-1 0,1 0 0,0 0 0,0 0 0,0 1 0,-1-1 0,1 0 0,-1 0 0,0 0 0,1 0 0,-1 0 0,0 0 0,0 0 0,0 0 0,-1 0 0,1 0 0,0 0 0,-1 0 0,1 0 0,-2-3 0,-1 0 0,-1-1 0,0 1 0,0 0 0,0 0 0,-1 0 0,1 1 0,-8-6 0,-40-27 0,42 31 0,3 2 0,1-1 0,-1 1 0,0 1 0,0 0 0,-12-4 0,18 6 0,0 1 0,-1 0 0,1-1 0,-1 1 0,1 0 0,-1 0 0,0 0 0,1 0 0,-1 0 0,1 0 0,-1 1 0,1-1 0,0 0 0,-1 1 0,1-1 0,-1 1 0,1 0 0,0-1 0,-1 1 0,1 0 0,0 0 0,-1 0 0,1 0 0,0 0 0,0 0 0,0 0 0,0 0 0,0 0 0,0 1 0,1-1 0,-1 0 0,0 1 0,1-1 0,-1 0 0,0 3 0,-3 5 0,1 0 0,1 0 0,-1 0 0,2 0 0,-2 19 0,3-24 0,0 0 0,0 1 0,0-1 0,1 0 0,0 1 0,0-1 0,0 0 0,0 0 0,1 0 0,0 0 0,0 0 0,0 0 0,0 0 0,6 6 0,1 0 0,1 0 0,0-1 0,0 0 0,1-1 0,1 0 0,-1 0 0,1-2 0,0 1 0,22 7 0,7-1 0,73 14 0,-98-23 0,7 0-341,0 0 0,1-2-1,33-1 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251 16 24575,'-3'0'0,"-3"0"0,-3-2 0,-2-1 0,-3-1 0,-3 2 0,-1 0 0,-1 1 0,1 0 0,-1 1 0,-1 0 0,1 0 0,1 0 0,2 0 0,0 0 0,1 1 0,2-1-8191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39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1 24575,'-22'0'0,"-11"0"0,1 2 0,3 2 0,4-1 0,4 2 0,3 0 0,0 0 0,-1-2 0,2-1 0,3-1-8191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0.3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29 124 24575,'7'92'0,"1"-1"0,-17 33 0,5-90 0,1 1 0,4 64 0,0-94 0,0 1 0,0 0 0,1-1 0,2 7 0,-4-11 0,1 0 0,-1 1 0,1-1 0,0 0 0,0 0 0,-1 0 0,1 0 0,0 0 0,0 0 0,2 2 0,-3-3 0,0 0 0,1 0 0,-1 0 0,1 1 0,-1-1 0,1 0 0,-1 0 0,0 0 0,1 0 0,-1 0 0,1 0 0,-1 0 0,1 0 0,-1 0 0,1 0 0,-1 0 0,0 0 0,1 0 0,-1 0 0,1-1 0,-1 1 0,1 0 0,-1 0 0,0 0 0,1-1 0,-1 1 0,0 0 0,1 0 0,-1-1 0,1 0 0,1-2 0,1-1 0,-1 0 0,-1 0 0,1 0 0,0 0 0,-1 0 0,0 0 0,0 0 0,0 0 0,-1 0 0,1-6 0,1-3 0,1-11 0,0 0 0,-2 1 0,-3-36 0,-13-71 0,6 59 0,-10-112 0,15 160 0,3 18 0,0 0 0,0 0 0,1 0 0,-1 1 0,1-6 0,0 9 0,0 1 0,0 0 0,0 0 0,0-1 0,0 1 0,0 0 0,0 0 0,0 0 0,0-1 0,0 1 0,0 0 0,0 0 0,0 0 0,1-1 0,-1 1 0,0 0 0,0 0 0,0 0 0,0 0 0,0-1 0,0 1 0,1 0 0,-1 0 0,0 0 0,0 0 0,0 0 0,0-1 0,1 1 0,-1 0 0,0 0 0,0 0 0,0 0 0,0 0 0,1 0 0,-1 0 0,8 4 0,5 12 0,83 126 0,17 24 0,-89-133 0,89 110 0,-93-121 0,1 0 0,1-1 0,1-2 0,25 17 0,-42-32 0,22 14 0,-26-17 0,0 0 0,-1 0 0,1-1 0,0 1 0,0 0 0,-1-1 0,1 1 0,0-1 0,0 0 0,0 0 0,0 1 0,0-1 0,2-1 0,-4 1 0,1 0 0,-1 0 0,0 0 0,0 0 0,0 0 0,0 0 0,1-1 0,-1 1 0,0 0 0,0 0 0,0 0 0,0 0 0,0-1 0,1 1 0,-1 0 0,0 0 0,0 0 0,0-1 0,0 1 0,0 0 0,0 0 0,0 0 0,0-1 0,0 1 0,0 0 0,0 0 0,0 0 0,0-1 0,0 1 0,0 0 0,0 0 0,0 0 0,0-1 0,0 1 0,0 0 0,0 0 0,0-1 0,0 1 0,0 0 0,0 0 0,-1 0 0,1 0 0,0-1 0,0 1 0,0 0 0,0 0 0,-1 0 0,1 0 0,0 0 0,0-1 0,-1 1 0,-8-9 0,-15-8 0,0 2 0,-1 0 0,-1 2 0,-34-12 0,32 12 0,-8-1 0,0 0 0,-1 3 0,0 1 0,-1 1 0,0 3 0,0 1 0,-76-1 0,97 7-1365,3-1-5461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1.5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14 24575,'-1'0'0,"-4"-3"0,1 1 0,-1 0 0,0 0 0,1 1 0,-7-2 0,10 3 0,0 0 0,-1 0 0,1 0 0,0 0 0,0 0 0,0 0 0,0 0 0,-1 0 0,1 0 0,0 1 0,0-1 0,0 0 0,0 1 0,0-1 0,0 1 0,0 0 0,0-1 0,0 1 0,0 0 0,0-1 0,0 1 0,0 0 0,0 0 0,0 0 0,1 0 0,-1 0 0,0 1 0,-7 12 0,1 1 0,0-1 0,-7 28 0,-8 48 0,17-59 0,0-1 0,2 0 0,2 1 0,1-1 0,1 1 0,1-1 0,2 1 0,1-1 0,1 0 0,2-1 0,1 1 0,16 34 0,-16-44 0,-2-2 0,2 0 0,0 0 0,0-1 0,2-1 0,20 26 0,-29-40-151,0 0-1,0 0 0,0 0 0,0-1 1,1 1-1,-1-1 0,0 0 1,4 2-1,5 0-6674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50 24575,'-1'0'0,"0"0"0,0 0 0,0 0 0,0 0 0,0 0 0,0 0 0,-1 0 0,1 0 0,0 0 0,0 1 0,0-1 0,0 0 0,1 1 0,-1-1 0,0 1 0,0-1 0,0 1 0,0-1 0,0 1 0,0 0 0,1-1 0,-1 1 0,-1 1 0,2-1 0,0 0 0,-1 1 0,1-1 0,0 0 0,0 0 0,0 0 0,0 0 0,0 0 0,0 0 0,0 0 0,1 0 0,-1 0 0,0 0 0,1 0 0,-1 1 0,1-1 0,-1-1 0,1 3 0,3 3 0,0 0 0,0 0 0,1-1 0,0 1 0,7 6 0,10 8 0,-2-1 0,1-2 0,31 20 0,-46-33 0,1 0 0,-1 0 0,1-1 0,0 0 0,0-1 0,1 1 0,-1-1 0,0-1 0,1 1 0,-1-1 0,1-1 0,-1 1 0,10-2 0,-15 1 0,0 0 0,0-1 0,0 1 0,1-1 0,-1 1 0,-1-1 0,1 0 0,0 1 0,0-1 0,0 0 0,0 0 0,0-1 0,-1 1 0,1 0 0,-1-1 0,1 1 0,-1-1 0,3-2 0,-3 2 0,1-1 0,-1 0 0,0 1 0,0-1 0,0 0 0,0 0 0,-1 0 0,1 0 0,-1 0 0,1 0 0,-1-5 0,-1-2 0,0 0 0,-1 0 0,0 0 0,0 1 0,-1-1 0,-6-15 0,-1 9 0,9 15 0,7 10 0,1 1 0,1 0 0,1-1 0,-1 0 0,2 0 0,-1-1 0,1 0 0,0-1 0,1 0 0,22 11 0,-17-10 0,0-2 0,1 0 0,-1 0 0,1-2 0,0 0 0,30 2 0,-44-5 0,6-1 0,0 1 0,0-1 0,0 0 0,-1-1 0,10-2 0,-16 3 0,0 0 0,-1-1 0,1 1 0,-1-1 0,1 1 0,-1-1 0,1 0 0,-1 0 0,1 0 0,-1 0 0,0 0 0,1 0 0,-1 0 0,0 0 0,0 0 0,0 0 0,0-1 0,0 1 0,0 0 0,0-1 0,0 1 0,-1-1 0,1 1 0,0-1 0,-1 1 0,1-1 0,-1 0 0,0 1 0,0-1 0,1 0 0,-1 1 0,0-1 0,0 1 0,-1-4 0,0-2 0,-1 0 0,1 0 0,-2 0 0,1 1 0,-1-1 0,0 0 0,0 1 0,-5-7 0,-1-1 0,-1 1 0,-16-18 0,15 20-455,1 1 0,-24-16 0,19 16-6371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2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24575,'44'25'0,"-1"2"0,0 2 0,-3 2 0,0 2 0,53 56 0,-73-67 0,0 2 0,-2 0 0,0 1 0,-2 1 0,0 0 0,-2 2 0,-1-1 0,-2 2 0,0-1 0,9 47 0,-18-63 0,0-1 0,-1 1 0,0 0 0,-1 0 0,0 0 0,-4 19 0,3-24 0,-1 1 0,0-1 0,-1 1 0,0-1 0,0 0 0,0 0 0,-1 0 0,0 0 0,-1-1 0,-9 13 0,-29 20-1365,25-25-5461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1 24575,'0'0'0,"0"0"0,0 0 0,0 1 0,0-1 0,0 0 0,0 0 0,0 0 0,0 0 0,0 1 0,0-1 0,0 0 0,-1 0 0,1 0 0,0 1 0,0-1 0,0 0 0,0 0 0,0 0 0,0 0 0,0 0 0,0 1 0,0-1 0,-1 0 0,1 0 0,0 0 0,0 0 0,0 0 0,0 0 0,-1 1 0,1-1 0,0 0 0,0 0 0,0 0 0,0 0 0,-1 0 0,1 0 0,0 0 0,0 0 0,0 0 0,-1 0 0,1 0 0,0 0 0,0 0 0,0 0 0,0 0 0,-1 0 0,1 0 0,0 0 0,0 0 0,0 0 0,0 0 0,-1-1 0,1 1 0,0 0 0,0 0 0,0 0 0,0 0 0,-1 0 0,1 0 0,0 0 0,0-1 0,0 1 0,0 0 0,0 0 0,0 0 0,0 0 0,0-1 0,-1 1 0,1 0 0,1 16 0,-1-15 0,6 35 0,18 66 0,21 32 0,-42-126 0,9 22 0,-8-22 0,-1 0 0,0 0 0,0 0 0,-1 1 0,0-1 0,2 15 0,-4-21 0,-1-1 0,1 1 0,0 0 0,-1-1 0,1 1 0,-1 0 0,0-1 0,-1 4 0,2-5 0,0 0 0,0 0 0,0 1 0,0-1 0,0 0 0,-1 1 0,1-1 0,0 0 0,0 0 0,0 1 0,-1-1 0,1 0 0,0 0 0,0 0 0,0 1 0,-1-1 0,1 0 0,0 0 0,0 0 0,-1 0 0,1 1 0,0-1 0,-1 0 0,1 0 0,0 0 0,-1 0 0,1 0 0,0 0 0,0 0 0,-1 0 0,1 0 0,0 0 0,-1 0 0,1 0 0,0 0 0,-1 0 0,1 0 0,0 0 0,0 0 0,-1-1 0,1 1 0,0 0 0,-1 0 0,1 0 0,0 0 0,0-1 0,-1 1 0,1 0 0,0 0 0,0-1 0,0 1 0,-1-1 0,1 1 0,-1-1 0,1 0 0,0 0 0,0 0 0,-1 0 0,1 0 0,0 0 0,0 0 0,0 0 0,0 0 0,0 0 0,0 0 0,1 0 0,-1 0 0,0 0 0,0 0 0,1 0 0,-1 0 0,1 0 0,-1 0 0,1 0 0,-1 0 0,1 1 0,-1-1 0,1 0 0,0 0 0,-1 1 0,2-2 0,1-2 0,1 1 0,0-1 0,-1 1 0,7-4 0,-2 2 0,0 1 0,0 0 0,0 1 0,1 0 0,-1 0 0,1 1 0,-1 0 0,1 0 0,0 1 0,0 0 0,0 1 0,0 0 0,0 0 0,0 1 0,-1 0 0,12 3 0,-8-1 0,0 1 0,0 0 0,0 1 0,-1 0 0,1 1 0,-1 0 0,-1 1 0,1 0 0,-1 1 0,17 16 0,-24-21 0,0 0 0,0 1 0,-1-1 0,1 1 0,-1-1 0,0 1 0,0 0 0,0 0 0,0 0 0,-1 0 0,1 0 0,-1 0 0,1 7 0,-2-9 0,0 1 0,0-1 0,0 1 0,-1 0 0,1-1 0,0 1 0,-1-1 0,0 1 0,0-1 0,0 0 0,0 1 0,0-1 0,0 0 0,0 1 0,-1-1 0,1 0 0,-1 0 0,1 0 0,-1 0 0,0 0 0,0-1 0,0 1 0,-4 2 0,-2 1 0,-1-1 0,0 1 0,0-2 0,0 1 0,0-1 0,0-1 0,-1 1 0,-17 1 0,-10-2 0,-36-1 0,48-1 0,-7 0 0,1-1 0,0-2 0,0 0 0,-57-16 0,87 19-80,0-1 0,0 1-1,-1-1 1,1 1 0,0-1-1,0 1 1,0-1 0,0 0-1,0 1 1,0-1 0,0 0 0,0 0-1,0 0 1,0 0 0,0 0-1,-1-2 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5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66 24575,'-2'0'0,"1"0"0,0 0 0,-1 0 0,1 0 0,0 0 0,0 1 0,-1-1 0,1 0 0,0 0 0,0 1 0,-1-1 0,1 1 0,0-1 0,0 1 0,0 0 0,0 0 0,-2 0 0,3 0 0,0-1 0,-1 1 0,1 0 0,0-1 0,-1 1 0,1 0 0,0-1 0,0 1 0,0 0 0,-1-1 0,1 1 0,0 0 0,0 0 0,0-1 0,0 1 0,0 0 0,0-1 0,1 1 0,-1 0 0,0-1 0,0 1 0,1 1 0,0 1 0,1 0 0,-1-1 0,1 1 0,0 0 0,0-1 0,0 1 0,0-1 0,0 1 0,1-1 0,-1 0 0,1 0 0,3 2 0,3 1 0,0 0 0,1-1 0,0 0 0,-1-1 0,1 0 0,0-1 0,1 0 0,-1 0 0,13-1 0,-19-1 0,1 0 0,-1 0 0,1-1 0,-1 1 0,0-1 0,1 0 0,-1-1 0,0 1 0,0-1 0,7-3 0,-9 4 0,1-1 0,-1 0 0,0 0 0,1 0 0,-1 0 0,0-1 0,0 1 0,0-1 0,-1 1 0,1-1 0,-1 1 0,1-1 0,-1 0 0,0 0 0,0 0 0,1-5 0,-1 3 0,-1 1 0,0-1 0,0 0 0,0 1 0,-1-1 0,0 0 0,0 1 0,0-1 0,0 1 0,-1-1 0,0 1 0,0 0 0,0-1 0,0 1 0,-1 0 0,1 1 0,-1-1 0,0 0 0,-6-5 0,9 9 0,0 0 0,-1-1 0,1 1 0,0 0 0,0-1 0,-1 1 0,1 0 0,0 0 0,0 0 0,-1-1 0,1 1 0,0 0 0,-1 0 0,1 0 0,0 0 0,-1-1 0,1 1 0,0 0 0,-1 0 0,1 0 0,0 0 0,-1 0 0,1 0 0,0 0 0,-1 0 0,1 0 0,-1 0 0,1 1 0,-1 8 0,10 14 0,-1-13 0,-1 0 0,1 0 0,1-1 0,-1 0 0,1-1 0,1 0 0,0 0 0,0-1 0,1 0 0,13 7 0,-21-13-151,-1 0-1,1-1 0,-1 1 0,0 0 1,1-1-1,-1 1 0,1-1 1,5 0-1,1-1-6674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3 24575,'-1'-1'0,"0"1"0,0 0 0,0-1 0,0 1 0,0 0 0,-1 0 0,1-1 0,0 1 0,0 0 0,0 0 0,0 0 0,0 1 0,0-1 0,0 0 0,0 0 0,-1 1 0,1-1 0,0 0 0,0 1 0,0-1 0,0 1 0,0-1 0,1 1 0,-1 0 0,0-1 0,0 1 0,0 0 0,0 0 0,1-1 0,-1 1 0,0 0 0,1 0 0,-1 0 0,1 0 0,-1 0 0,1 0 0,-1 0 0,1 0 0,0 0 0,-1 0 0,1 0 0,0 0 0,0 0 0,0 2 0,-1 4 0,1 0 0,1 0 0,-1 0 0,1 0 0,3 12 0,85 253 0,-79-244 0,27 61 0,-30-75 0,0-1 0,1 0 0,0 0 0,14 14 0,-20-24 0,0-1 0,1 0 0,-1 1 0,1-1 0,-1-1 0,1 1 0,-1 0 0,1-1 0,4 3 0,-5-4 0,-1 0 0,0 1 0,0-1 0,0 0 0,1 0 0,-1 0 0,0 0 0,0 0 0,0 0 0,1 0 0,-1 0 0,0 0 0,0-1 0,0 1 0,1-1 0,-1 1 0,0-1 0,0 1 0,0-1 0,0 1 0,0-1 0,0 0 0,0 0 0,0 1 0,0-1 0,0 0 0,0-1 0,15-19-1365,-9 12-5461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296 1 24575,'-27'2'0,"-12"2"0,-2 1 0,1 1 0,5-1 0,6 2 0,3-2 0,3 0 0,3 1 0,5-1-8191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6.9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1 24575,'-18'8'0,"-3"7"0,5 3 0,9 5 0,10 2 0,8 0 0,5 1 0,5-2 0,4-2 0,0 0 0,-1-1 0,-1-2 0,-1-1 0,-1-2 0,-3-3 0,1-4 0,0-1 0,-3-2-8191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65 24575,'-28'-12'0,"4"1"0,-1 1 0,0 1 0,-1 1 0,-32-6 0,56 14 0,0 0 0,0 0 0,0 0 0,0 0 0,0 0 0,0 0 0,0 0 0,0 1 0,0-1 0,0 1 0,0-1 0,-4 2 0,5-1 0,1-1 0,-1 1 0,1 0 0,-1-1 0,1 1 0,-1-1 0,1 1 0,-1 0 0,1-1 0,-1 1 0,1 0 0,0 0 0,-1-1 0,1 1 0,0 0 0,0 0 0,0 0 0,-1-1 0,1 1 0,0 0 0,0 0 0,0 0 0,0 0 0,0-1 0,1 1 0,-1 0 0,0 0 0,0 0 0,0-1 0,1 1 0,-1 0 0,1 1 0,2 5 0,1 1 0,0-1 0,0 0 0,1 0 0,0 0 0,0-1 0,7 7 0,46 40 0,-33-32 0,-18-15 0,-1-1 0,1 0 0,1 0 0,-1-1 0,1 0 0,0 0 0,12 4 0,-18-7 0,0-1 0,0 1 0,0-1 0,0 0 0,0 1 0,1-1 0,-1 0 0,0 0 0,0-1 0,0 1 0,0 0 0,0-1 0,0 1 0,0-1 0,2-1 0,-2 1 0,0 0 0,-1 0 0,1 0 0,-1-1 0,0 1 0,1-1 0,-1 1 0,0-1 0,0 0 0,0 1 0,0-1 0,0 0 0,0 0 0,-1 1 0,1-1 0,-1 0 0,1 0 0,-1 0 0,1-3 0,-1 1 0,1 0 0,-1-1 0,0 1 0,-1 0 0,1 0 0,-1 0 0,1-1 0,-1 1 0,-2-4 0,-16-35 0,1 2 0,19 39 0,3 4 0,5 5 0,-8-6 0,92 82 0,-29-22 0,-61-59-151,0 1-1,0-1 0,0 0 0,0 0 1,1-1-1,-1 1 0,0 0 1,7 1-1,1-1-6674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7.8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22 105 24575,'-3'-5'0,"1"1"0,-1 1 0,1-1 0,0 0 0,0 0 0,0 0 0,1 0 0,-1 0 0,1 0 0,-1-7 0,2 11 0,0-1 0,0 1 0,0 0 0,0 0 0,1-1 0,-1 1 0,0 0 0,0 0 0,0 0 0,0-1 0,0 1 0,1 0 0,-1 0 0,0 0 0,0-1 0,0 1 0,1 0 0,-1 0 0,0 0 0,0 0 0,1 0 0,-1-1 0,0 1 0,0 0 0,1 0 0,-1 0 0,0 0 0,0 0 0,1 0 0,-1 0 0,0 0 0,0 0 0,1 0 0,-1 0 0,0 0 0,0 0 0,1 0 0,-1 0 0,0 1 0,0-1 0,1 0 0,-1 0 0,12 5 0,25 19 0,-30-18 0,0-1 0,0-1 0,0 1 0,0-1 0,1-1 0,0 1 0,9 2 0,-16-6 0,-1 1 0,1-1 0,0 0 0,0 0 0,0 1 0,-1-1 0,1 0 0,0 0 0,0 0 0,0 0 0,0 0 0,0 0 0,-1 0 0,1-1 0,0 1 0,0 0 0,0 0 0,-1-1 0,1 1 0,0 0 0,0-1 0,-1 1 0,1-1 0,0 1 0,-1-1 0,1 1 0,0-1 0,-1 1 0,1-1 0,-1 0 0,1 1 0,-1-1 0,1 0 0,-1 1 0,0-1 0,1 0 0,-1 0 0,0 0 0,1 1 0,-1-1 0,0 0 0,0 0 0,0 0 0,0-1 0,0-4 0,0-1 0,0 0 0,-1 0 0,-3-11 0,0-2 0,4 19 0,0 0 0,0 0 0,0-1 0,0 1 0,0 0 0,0 0 0,0 0 0,1-1 0,-1 1 0,0 0 0,1 0 0,-1 0 0,1 0 0,-1 0 0,1 0 0,-1 0 0,1 0 0,0 0 0,-1 0 0,1 0 0,0 0 0,0 0 0,0 0 0,1 0 0,0 0 0,0 0 0,0 0 0,0 1 0,0-1 0,0 1 0,0-1 0,0 1 0,0 0 0,0 0 0,1-1 0,-1 2 0,3-1 0,5 2 0,0 0 0,0 0 0,-1 1 0,16 6 0,216 105 0,-225-108-341,-1 2 0,0-1-1,18 14 1,-23-13-6485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49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24575,'1'12'0,"1"0"0,0-1 0,1 1 0,0-1 0,6 15 0,0 1 0,7 23 0,2-2 0,3 0 0,2-1 0,1-1 0,47 65 0,-67-106 0,-1-1 0,1 0 0,0 0 0,8 7 0,-12-10 0,1-1 0,-1 1 0,1-1 0,0 0 0,-1 1 0,1-1 0,-1 0 0,1 1 0,0-1 0,0 0 0,-1 0 0,1 0 0,0 0 0,-1 1 0,1-1 0,0 0 0,-1 0 0,1 0 0,1-1 0,-1 1 0,-1-1 0,1 1 0,0-1 0,-1 1 0,1-1 0,-1 0 0,1 1 0,0-1 0,-1 0 0,0 1 0,1-1 0,-1 0 0,1 0 0,-1 1 0,0-1 0,0 0 0,1 0 0,-1 0 0,0 0 0,0 1 0,0-2 0,0-28 0,0 27 0,-1 0 0,1-1 0,0 1 0,0-1 0,0 1 0,0-1 0,1 1 0,-1-1 0,1 1 0,0 0 0,0-1 0,0 1 0,1 0 0,1-4 0,-2 7 0,0-1 0,0 0 0,0 0 0,0 1 0,0-1 0,0 0 0,0 1 0,1-1 0,-1 1 0,0 0 0,0-1 0,0 1 0,1 0 0,-1 0 0,0 0 0,0 0 0,1 0 0,-1 0 0,0 0 0,0 0 0,1 0 0,-1 0 0,0 1 0,0-1 0,1 1 0,-1-1 0,0 1 0,0-1 0,0 1 0,0 0 0,2 1 0,4 3 0,1 0 0,-2 1 0,9 7 0,-12-10 0,12 11 0,-7-7 0,1 0 0,-1 1 0,-1 0 0,1 1 0,-2 0 0,1 0 0,6 13 0,-12-21 0,-1 0 0,1 1 0,-1-1 0,1 0 0,-1 1 0,0-1 0,0 0 0,1 1 0,-1-1 0,0 0 0,0 1 0,0-1 0,-1 1 0,1-1 0,0 0 0,0 1 0,-1-1 0,1 0 0,-1 0 0,1 1 0,-2 0 0,1 0 0,-1 0 0,1-1 0,-1 1 0,1-1 0,-1 1 0,0-1 0,0 0 0,0 1 0,0-1 0,0 0 0,-4 1 0,-3 1 0,0 0 0,-1-1 0,0-1 0,-17 2 0,2-2 0,-1-2 0,1 0 0,-1-1 0,1-2 0,-43-11 0,64 13 0,0 1 0,0-1 0,0 0 0,0 0 0,1 0 0,-1 0 0,1-1 0,-1 1 0,1-1 0,-4-5 0,6 8 0,0-1 0,1 0 0,-1 0 0,0 0 0,1 0 0,-1 0 0,1 0 0,0 0 0,-1 0 0,1-1 0,0 1 0,-1 0 0,1 0 0,0 0 0,0 0 0,0 0 0,0-2 0,1 1 0,-1 1 0,1 0 0,-1-1 0,1 1 0,0 0 0,-1 0 0,1 0 0,0-1 0,0 1 0,0 0 0,0 0 0,0 0 0,0 0 0,0 0 0,0 1 0,0-1 0,3-1 0,1-1 0,0 1 0,0 0 0,0 0 0,0 0 0,1 1 0,-1 0 0,1 0 0,7-1 0,48 2 0,-36 1 0,171 15 0,-137-8 0,1-3 0,91-4 0,-142-2 0,1 0 0,-1 0 0,0-1 0,0 0 0,-1-1 0,1 0 0,10-4 0,-16 5 0,-1 1 0,0-1 0,1 1 0,-1-1 0,0 0 0,0 0 0,0 0 0,0 0 0,0 0 0,0 0 0,-1-1 0,1 1 0,-1-1 0,1 1 0,-1-1 0,0 1 0,0-1 0,0 0 0,0 0 0,-1 1 0,1-1 0,-1 0 0,0 0 0,0 0 0,0 0 0,0-5 0,-2 0 0,1 0 0,-1 0 0,0 0 0,-1 0 0,0 0 0,0 0 0,-1 1 0,0 0 0,-8-12 0,1 4 0,-1 0 0,0 2 0,-19-17 0,29 27 0,-2 1 0,1-1 0,0 1 0,0 0 0,-1-1 0,1 2 0,-1-1 0,0 0 0,1 1 0,-1-1 0,0 1 0,-5 0 0,7 0 0,0 1 0,-1 0 0,1 1 0,0-1 0,0 0 0,0 1 0,-1-1 0,1 1 0,0-1 0,0 1 0,0 0 0,0 0 0,0 0 0,0 0 0,0 1 0,0-1 0,1 0 0,-1 1 0,0-1 0,1 1 0,-1 0 0,1 0 0,-2 2 0,-1 2 0,1 0 0,0 0 0,0 0 0,1 1 0,0-1 0,0 1 0,0 0 0,1-1 0,0 1 0,0 0 0,0 0 0,1 0 0,1 9 0,0-7 0,0-1 0,0 1 0,1 0 0,0-1 0,1 0 0,0 1 0,0-1 0,0 0 0,1-1 0,6 10 0,-2-7 0,1 0 0,0 0 0,1-1 0,0 0 0,0-1 0,1 0 0,0-1 0,19 10 0,-3-4 0,1-1 0,49 14 0,-55-20-455,-1-2 0,43 4 0,-45-7-6371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24575,'45'176'0,"-18"-81"0,-20-67 0,5 19 0,1 0 0,28 63 0,-40-109 0,-1 1 0,1-1 0,0 0 0,0 0 0,-1 1 0,1-1 0,0 0 0,0 0 0,0 0 0,2 1 0,1-3 0,-1-8 0,-2-24 0,-1 25 0,0 0 0,0 0 0,1 0 0,0 0 0,1 1 0,1-9 0,-2 14 0,0 0 0,0 0 0,0 1 0,0-1 0,0 0 0,0 1 0,0-1 0,1 1 0,-1-1 0,1 1 0,-1 0 0,1 0 0,-1-1 0,1 1 0,-1 0 0,1 0 0,0 0 0,0 1 0,0-1 0,0 0 0,-1 1 0,1-1 0,0 1 0,0 0 0,0-1 0,0 1 0,0 0 0,0 0 0,3 1 0,3 0 0,1 0 0,-1 1 0,0 0 0,0 0 0,1 1 0,-2 0 0,1 1 0,12 7 0,5 4 0,26 21 0,-45-31 0,6 4 0,0 0 0,13 15 0,-23-22 0,0 0 0,0 0 0,0 1 0,-1-1 0,1 0 0,0 1 0,-1 0 0,0-1 0,0 1 0,0 0 0,0-1 0,0 1 0,0 0 0,-1 0 0,1 0 0,-1 0 0,0 0 0,0 4 0,0-5 0,-1 0 0,0 0 0,0 0 0,0 0 0,0 0 0,0 0 0,0 0 0,-1-1 0,1 1 0,-1 0 0,1-1 0,-1 1 0,1-1 0,-1 1 0,0-1 0,0 0 0,0 0 0,0 0 0,0 0 0,0 0 0,0 0 0,0 0 0,0-1 0,-4 2 0,-6 0 0,0 0 0,0 0 0,-13-1 0,-8-1 0,0-1 0,1-2 0,-1-1 0,-42-11 0,59 12-101,-16-4 324,30 6-322,0 0 0,1 1 0,-1-1 0,0 0 0,1 0-1,-1 0 1,1 0 0,0 0 0,-1 0 0,1 0 0,0-1-1,-1 1 1,1 0 0,-2-4 0,0-3-6727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0 24575,'-7'5'0,"-3"4"0,0 4 0,5 1 0,3 1 0,4 1 0,5-1 0,3 1 0,3 0 0,-1-4-8191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0.6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24575,'20'10'0,"6"6"0,0 2 0,-6 2 0,-5-1 0,-6-4-8191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77 136 24575,'22'51'0,"-10"-26"0,10 35 0,-13-33 0,-2 2 0,-1-1 0,-1 0 0,2 48 0,-7-75 0,0 0 0,0 0 0,0 0 0,0-1 0,0 1 0,0 0 0,0 0 0,0 0 0,0 0 0,0 0 0,-1 0 0,1-1 0,0 1 0,-1 0 0,1 0 0,0-1 0,-1 1 0,0 1 0,0-2 0,1 0 0,-1 0 0,1 0 0,0 0 0,-1 0 0,1 0 0,-1 0 0,1 0 0,-1 0 0,1 0 0,0 0 0,-1 0 0,1 0 0,-1-1 0,1 1 0,0 0 0,-1 0 0,1 0 0,0-1 0,-1 1 0,1 0 0,0-1 0,-1 1 0,1 0 0,0-1 0,-21-27 0,21 27 0,-18-27 0,-8-14 0,-29-62 0,49 90 0,0-1 0,2 1 0,-1-1 0,2 0 0,0 0 0,0 0 0,2-1 0,0-27 0,1 38 0,0 1 0,1-1 0,0 0 0,0 1 0,1-1 0,-1 0 0,1 1 0,0 0 0,0-1 0,0 1 0,1 0 0,0 0 0,-1 0 0,1 0 0,1 1 0,-1-1 0,0 1 0,1 0 0,0 0 0,0 0 0,0 1 0,7-5 0,-6 5 0,0 0 0,1 0 0,-1 0 0,1 1 0,0-1 0,-1 1 0,1 1 0,0-1 0,0 1 0,-1 0 0,1 0 0,0 1 0,0 0 0,-1 0 0,1 0 0,0 0 0,-1 1 0,9 4 0,-11-5 0,1 1 0,-1 0 0,0 0 0,0 0 0,0 0 0,0 0 0,0 1 0,0 0 0,-1-1 0,1 1 0,-1 0 0,4 6 0,-5-7 0,0 0 0,-1 0 0,1-1 0,-1 1 0,1 0 0,-1 0 0,0 0 0,0-1 0,0 1 0,0 0 0,0 0 0,0 0 0,0 0 0,0 0 0,-1-1 0,1 1 0,-1 0 0,1 0 0,-1-1 0,0 1 0,0 0 0,0-1 0,0 1 0,0-1 0,0 1 0,0-1 0,-3 3 0,-1 1 13,0 0 0,-1-1-1,1 1 1,-1-1 0,0 0-1,-13 5 1,-41 13-761,47-17 42,-8 2-6120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1.8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44 24575,'0'-2'0,"-3"-3"0,1-1 0,-1 0 0,-5-7 0,8 12 0,0 1 0,0-1 0,-1 1 0,1 0 0,0-1 0,0 1 0,-1-1 0,1 1 0,0 0 0,-1-1 0,1 1 0,0 0 0,-1-1 0,1 1 0,-1 0 0,1-1 0,0 1 0,-1 0 0,1 0 0,-1 0 0,1-1 0,-1 1 0,1 0 0,-1 0 0,1 0 0,-1 0 0,1 0 0,-1 0 0,1 0 0,-1 0 0,1 0 0,-1 0 0,1 0 0,-1 0 0,1 1 0,0-1 0,-1 0 0,1 0 0,-1 0 0,1 1 0,-1-1 0,1 0 0,0 0 0,-1 1 0,1-1 0,-1 0 0,1 1 0,0-1 0,-1 0 0,1 1 0,0-1 0,0 1 0,-1-1 0,1 1 0,0-1 0,0 0 0,0 1 0,0-1 0,-1 1 0,1 0 0,-2 3 0,1 0 0,0 0 0,-1 1 0,1-1 0,0 0 0,1 0 0,-1 1 0,1-1 0,0 0 0,0 1 0,0-1 0,1 1 0,1 4 0,-2-7 0,1 0 0,-1 0 0,1 0 0,0 0 0,0 0 0,-1 0 0,2 0 0,-1 0 0,0-1 0,0 1 0,0 0 0,1-1 0,-1 1 0,1 0 0,0-1 0,-1 0 0,1 1 0,0-1 0,0 0 0,0 0 0,0 0 0,0 0 0,0 0 0,0-1 0,0 1 0,0-1 0,4 1 0,14 1 0,0-1 0,0 0 0,0-2 0,0-1 0,-1 0 0,1-1 0,32-10 0,-50 12 0,0 0 0,-1 1 0,1-1 0,0 0 0,-1 0 0,1 0 0,-1 0 0,0 0 0,1 0 0,-1 0 0,0 0 0,1-1 0,-1 1 0,0 0 0,0-1 0,0 1 0,0-1 0,0 1 0,-1-1 0,2-2 0,-2 2 0,0 1 0,0-1 0,0 1 0,0-1 0,0 0 0,0 1 0,0-1 0,-1 0 0,1 1 0,0-1 0,-1 1 0,1-1 0,-1 1 0,0-1 0,0 1 0,0-1 0,1 1 0,-1-1 0,0 1 0,-1 0 0,-1-2 0,-2-2-136,0 1-1,0 0 1,-1 1-1,1 0 1,-1-1-1,0 2 1,0-1-1,0 1 0,-9-3 1,-1 1-6690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206 738 24575,'5'-56'0,"-5"-86"0,-3 105 0,-2 0 0,-1 1 0,-15-49 0,-68-172 0,59 179 0,30 78 0,0-1 0,0 1 0,0-1 0,-1 1 0,1-1 0,0 1 0,0 0 0,0-1 0,-1 1 0,1-1 0,0 1 0,-1 0 0,1-1 0,0 1 0,-1 0 0,1-1 0,0 1 0,-1 0 0,1-1 0,-1 1 0,1 0 0,0 0 0,-1 0 0,1-1 0,-1 1 0,0 0 0,0 0 0,1 1 0,-1-1 0,1 0 0,-1 1 0,1-1 0,-1 0 0,1 1 0,-1-1 0,1 1 0,0-1 0,-1 1 0,1-1 0,-1 1 0,1-1 0,0 1 0,0 0 0,-1 0 0,-9 35 0,8-29 0,-6 27 0,0 1 0,-3 49 0,10-72 0,1 1 0,0 0 0,1 0 0,1 0 0,0-1 0,0 1 0,1-1 0,1 1 0,0-1 0,7 12 0,1 0 20,2-2 0,1 1 0,0-2 0,2 0 0,26 25 0,1-4-763,61 43 1,-90-74-6084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2:53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92 150 24575,'-6'2'0,"0"1"0,0-1 0,0 1 0,0 0 0,0 1 0,0-1 0,1 1 0,0 0 0,0 0 0,0 1 0,-6 7 0,8-9 0,1 1 0,0-1 0,0 0 0,1 1 0,-1-1 0,1 1 0,0-1 0,0 1 0,0-1 0,0 1 0,0 0 0,1 0 0,0-1 0,0 1 0,0 0 0,0 0 0,0-1 0,1 1 0,0 0 0,0 0 0,2 5 0,-1-3 0,1 0 0,1 0 0,-1 0 0,1-1 0,0 1 0,1-1 0,-1 0 0,1 0 0,5 4 0,-8-7 0,0-1 0,1 1 0,-1-1 0,0 1 0,0-1 0,1 0 0,-1 0 0,1 0 0,-1 0 0,1 0 0,4 0 0,-6-1 0,0 0 0,1 0 0,-1 0 0,1-1 0,-1 1 0,0 0 0,1-1 0,-1 1 0,0-1 0,1 1 0,-1-1 0,0 0 0,0 1 0,0-1 0,1 0 0,-1 0 0,0 0 0,0 0 0,0 0 0,0 0 0,0 0 0,-1 0 0,2-1 0,0-2 0,0 0 0,0 0 0,-1 0 0,1-1 0,-1 1 0,0 0 0,0 0 0,-1-1 0,1 1 0,-1-1 0,0-6 0,-1 0 0,0 1 0,0 0 0,-5-19 0,2 20 0,4 10 0,5 18 0,-2-13 0,0 0 0,0 0 0,1 0 0,-1 0 0,1 0 0,1-1 0,-1 0 0,1 0 0,0 0 0,0 0 0,11 7 0,-8-7 0,1 0 0,-1-1 0,1 0 0,0-1 0,0 0 0,0 0 0,0-1 0,13 2 0,19-1 0,71-3 0,-43-2 0,-67 2 0,0 1 0,0-1 0,0-1 0,0 1 0,0 0 0,1-1 0,-1 1 0,0-1 0,0 1 0,0-1 0,0 0 0,-1 0 0,1 0 0,3-2 0,-3 1 0,-1 1 0,0-1 0,0 1 0,0-1 0,0 0 0,0 0 0,0 1 0,0-1 0,-1 0 0,1 0 0,0 0 0,-1 0 0,0 0 0,1 0 0,-1 0 0,0-2 0,0-2 0,0 0 0,-1 0 0,0 0 0,0 0 0,0 1 0,0-1 0,-1 0 0,-3-6 0,-25-45 0,11 23 0,8 14 0,-12-28 0,21 43 0,0 1 0,1 0 0,0 0 0,0 0 0,0-1 0,0 1 0,1-1 0,0 1 0,0-6 0,0 8-42,1 1-1,-1-1 0,1 1 1,-1-1-1,1 0 0,0 1 1,-1-1-1,1 1 0,0 0 1,0-1-1,0 1 0,0 0 1,0 0-1,1-1 0,-1 1 1,0 0-1,0 0 0,1 0 1,-1 0-1,1 1 0,-1-1 1,1 0-1,-1 1 0,1-1 1,-1 1-1,1-1 0,0 1 1,-1-1-1,1 1 0,-1 0 1,4 0-1,7-1-6783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0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681 2704 24575,'-234'-235'0,"208"203"0,2-2 0,1-1 0,-29-60 0,39 70 0,-16-30 0,11 16 0,-3 2 0,-27-37 0,-70-81 0,107 139 0,2 0 0,0-1 0,1-1 0,0 0 0,2 0 0,0 0 0,1 0 0,1-1 0,0 0 0,-1-33 0,5 42 0,1 0 0,0 0 0,1 0 0,0 0 0,0 0 0,8-18 0,30-56 0,-28 59 0,16-23 0,1 1 0,53-65 0,-49 76 0,0 1 0,70-54 0,-12 10 0,-22 16 0,185-187 0,-198 189 0,107-88 0,80-34 0,-192 149 0,2 3 0,1 3 0,1 2 0,106-35 0,-58 30-195,1 5-1,203-25 1,220 29-348,-368 27 543,228 36 0,-268-20 0,-1 6 0,176 63 0,-221-60-86,0 3-1,78 50 1,-58-23-43,85 70 0,-125-87 239,-2 2 0,-3 2-1,-1 2 1,76 106 0,-101-121-15,-2 1-1,-1 0 1,25 69-1,-34-76-65,-2 1-1,-1 0 1,-1 1 0,-2 0-1,2 52 1,-7-64 17,0 0-1,0 0 1,-2 0-1,0 0 1,-2-1 0,0 1-1,0-1 1,-2 0-1,0-1 1,-1 1 0,-14 21-1,-7 5-45,-2-2 0,-1 0 0,-43 39 0,-120 98 0,183-167 0,-223 200 0,10-8 0,185-169 0,-2-2 0,-1-2 0,-1-1 0,-2-3 0,-1-2 0,0-2 0,-65 21 0,-10-7-391,-1-5 0,-135 15 0,-256 5-997,-608-9-1144,1039-40-832,17 1 3630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224 723 24575,'6'-7'0,"11"-17"0,-1-1 0,-1 0 0,12-28 0,-23 45 0,-2 1 0,1-1 0,-1 0 0,0 1 0,0-1 0,-1 0 0,0 0 0,0-1 0,-1 1 0,0 0 0,-1 0 0,0 0 0,0 0 0,0 0 0,-1 0 0,-3-7 0,-5-9 0,-2 1 0,0 1 0,-17-25 0,-51-59 0,2 3 0,-10-19 0,88 126 0,-1-1 0,0 0 0,1 1 0,0-1 0,0 5 0,0 22 0,2 0 0,1 0 0,1 0 0,14 49 0,-10-54 0,2-1 0,0 0 0,1 0 0,1-1 0,2 0 0,0-1 0,1-1 0,1 0 0,1-1 0,26 23 0,-23-26 0,1 0 0,1-1 0,0-2 0,1 0 0,31 13 0,-38-20 0,1 0 0,-1-2 0,1 0 0,0-1 0,0-1 0,0 0 0,0-1 0,1-1 0,19-1 0,-34-1 0,0 1 0,0-1 0,0 1 0,0-1 0,0 0 0,1 0 0,-1-1 0,-1 1 0,1-1 0,0 1 0,0-1 0,-1 0 0,1 0 0,-1 0 0,1 0 0,-1-1 0,0 1 0,0 0 0,0-1 0,0 0 0,0 1 0,-1-1 0,1 0 0,-1 0 0,0 0 0,0 0 0,0 0 0,0 0 0,1-5 0,-1-1 0,0-1 0,0 1 0,0-1 0,-1 1 0,-1-1 0,1 0 0,-2 1 0,-3-17 0,-23-56 0,34 95 0,0-1 0,2 0 0,-1-1 0,1 1 0,1-1 0,0-1 0,13 12 0,-10-11 0,1 0 0,0 0 0,1-1 0,1-1 0,-1-1 0,17 8 0,-29-15 0,0-1 0,-1 1 0,1 0 0,0-1 0,0 1 0,0-1 0,0 0 0,0 0 0,0 1 0,0-1 0,0 0 0,0-1 0,2 1 0,-3-1 0,0 1 0,0 0 0,0-1 0,-1 1 0,1-1 0,0 1 0,0-1 0,-1 0 0,1 1 0,0-1 0,-1 0 0,1 1 0,-1-1 0,1 0 0,-1 0 0,1 1 0,-1-1 0,0 0 0,1 0 0,-1 0 0,0 0 0,0 0 0,0 0 0,1 1 0,-1-1 0,0 0 0,0 0 0,0 0 0,-1 0 0,1-2 0,-1-2-273,1-1 0,-1 1 0,-1-1 0,-2-6 0,-2-4-6553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2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24575,'13'5'0,"4"4"0,1 4 0,-2 1 0,-4 4 0,-3 1 0,-4 0 0,-3-1 0,-1-1 0,-2-3-8191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3.7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1 250 24575,'9'14'0,"0"-2"0,1 1 0,12 11 0,-17-19 0,0-1 0,1 1 0,-1-1 0,1-1 0,0 1 0,0-1 0,0 0 0,1 0 0,10 3 0,-11-5 0,3 2 0,1 0 0,0-1 0,0 0 0,0-1 0,11 0 0,-18-1 0,-1 0 0,0 0 0,0 0 0,0-1 0,0 1 0,1-1 0,-1 1 0,0-1 0,0 0 0,0 0 0,0 0 0,0 0 0,-1 0 0,1 0 0,0-1 0,0 1 0,-1-1 0,1 1 0,-1-1 0,1 0 0,-1 1 0,0-1 0,1 0 0,-1 0 0,0 0 0,0 0 0,-1 0 0,1 0 0,1-4 0,-2 3 0,1-1 0,-1 1 0,1-1 0,-1 1 0,0-1 0,-1 1 0,1-1 0,0 1 0,-1-1 0,0 1 0,0-1 0,0 1 0,-3-6 0,-2-3 0,-1 0 0,-10-14 0,10 15 0,6 11 0,1 0 0,0 0 0,0 0 0,0 0 0,0 0 0,0 0 0,0 0 0,0-1 0,0 1 0,0 0 0,0 0 0,0 0 0,-1 0 0,1 0 0,0 0 0,0 0 0,0 0 0,0 0 0,0 0 0,0 0 0,0 0 0,0 0 0,0-1 0,0 1 0,0 0 0,0 0 0,0 0 0,0 0 0,0 0 0,0 0 0,0 0 0,0 0 0,0 0 0,0-1 0,0 1 0,0 0 0,0 0 0,0 0 0,0 0 0,0 0 0,0 0 0,0 0 0,0 0 0,0 0 0,0 0 0,0-1 0,0 1 0,0 0 0,0 0 0,0 0 0,1 0 0,-1 0 0,0 0 0,0 0 0,0 0 0,0 0 0,0 0 0,0 0 0,0 0 0,0 0 0,0 0 0,0 0 0,1 0 0,7 3 0,14 9 0,-21-11 0,28 16 0,0-1 0,42 16 0,-58-27 0,0-1 0,1 0 0,-1-1 0,1 0 0,0-1 0,0-1 0,0 0 0,19-2 0,-30 1 0,0 0 0,-1-1 0,1 1 0,0-1 0,0 0 0,0 0 0,-1 0 0,1 0 0,0-1 0,-1 1 0,1-1 0,-1 1 0,0-1 0,1 0 0,-1 0 0,0 0 0,0 0 0,0 0 0,1-3 0,2-3 0,-1 0 0,0 0 0,0-1 0,3-14 0,-4 13 0,0 1 0,1 0 0,0 0 0,5-9 0,10-6 0,-13 16 0,0 1 0,-1-1 0,0-1 0,0 1 0,5-13 0,-9 19 0,0 0 0,-1-1 0,1 1 0,-1 0 0,1 0 0,-1-1 0,0 1 0,0 0 0,0-1 0,0 1 0,-1 0 0,1 0 0,-1-1 0,1 1 0,-1 0 0,0 0 0,0 0 0,0 0 0,0 0 0,0 0 0,0 0 0,-1 0 0,1 0 0,0 0 0,-1 1 0,0-1 0,-3-2 0,2 1 0,-1 0 0,1 1 0,-1 0 0,0-1 0,0 2 0,0-1 0,0 0 0,0 1 0,0 0 0,0-1 0,-1 2 0,-8-2 0,12 2 0,-1 0 0,1 0 0,-1 0 0,1 0 0,0 1 0,-1-1 0,1 0 0,-1 1 0,1-1 0,-1 1 0,1 0 0,0-1 0,-1 1 0,1 0 0,0 0 0,0 0 0,0 0 0,-1 0 0,1 0 0,0 0 0,0 0 0,0 0 0,1 0 0,-1 0 0,0 1 0,0-1 0,1 0 0,-1 1 0,1-1 0,-1 1 0,1-1 0,-1 1 0,1-1 0,0 1 0,0-1 0,0 1 0,0-1 0,0 1 0,0-1 0,0 2 0,1 1 0,0 1 0,0-1 0,0 0 0,0 0 0,1 1 0,-1-1 0,1 0 0,0 0 0,0-1 0,1 1 0,-1 0 0,6 5 0,2 2 0,-1-1 0,20 15 0,-18-17 0,0 0 0,1-1 0,0 0 0,0-1 0,0-1 0,24 8 0,-26-10 0,1-1 0,-1 0 0,1 0 0,-1-1 0,1-1 0,0 0 0,-1 0 0,1-1 0,12-2 0,-20 2-62,0 0 0,0 1 0,0-1 0,0 0 0,0-1 0,-1 1 0,1 0 0,0-1 0,-1 1 0,1-1 0,-1 0 0,0 0-1,1 0 1,-1 0 0,0 0 0,0-1 0,-1 1 0,1-1 0,0 1 0,-1-1 0,2-3 0,1-6-6764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4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105 135 24575,'-9'-2'0,"0"0"0,0 1 0,0-1 0,0 2 0,-15 0 0,22-1 0,1 2 0,-1-1 0,1 0 0,-1 0 0,1 0 0,-1 1 0,1-1 0,0 1 0,-1-1 0,1 1 0,-1-1 0,1 1 0,0 0 0,0 0 0,-1-1 0,1 1 0,0 0 0,0 0 0,0 0 0,0 1 0,0-1 0,0 0 0,0 0 0,1 0 0,-1 1 0,0-1 0,1 0 0,-1 1 0,1-1 0,-1 1 0,1-1 0,0 1 0,-1-1 0,1 1 0,0-1 0,0 1 0,0-1 0,0 0 0,0 1 0,1-1 0,-1 1 0,0-1 0,1 3 0,1 1 0,-1 0 0,1 0 0,0 0 0,1 0 0,-1 0 0,1 0 0,5 7 0,29 31 0,-18-23 0,-13-13 0,0 0 0,0 0 0,1-1 0,0 0 0,1 0 0,7 5 0,-13-10 0,-1-1 0,1 1 0,-1 0 0,1 0 0,-1-1 0,1 1 0,-1-1 0,1 1 0,-1-1 0,1 0 0,0 0 0,-1 0 0,1 0 0,0 0 0,-1 0 0,1 0 0,0 0 0,-1 0 0,1-1 0,-1 1 0,1-1 0,-1 1 0,1-1 0,-1 0 0,1 0 0,-1 1 0,1-1 0,-1 0 0,0 0 0,0 0 0,1-1 0,-1 1 0,0 0 0,0 0 0,0-1 0,0 1 0,0 0 0,-1-1 0,1 1 0,0-1 0,0-2 0,3-5 0,-1-1 0,-1 1 0,0 0 0,0-1 0,-1 1 0,0-1 0,-1-15 0,2-3 0,-3 27 0,1 0 0,0 0 0,0 0 0,0 0 0,1 0 0,-1 0 0,0 0 0,0 0 0,0 0 0,1 0 0,-1 0 0,0 1 0,1-1 0,-1 0 0,1 0 0,-1 0 0,1 0 0,-1 1 0,1-1 0,0 0 0,-1 1 0,1-1 0,0 0 0,0 1 0,-1-1 0,1 1 0,0-1 0,0 1 0,0 0 0,0-1 0,-1 1 0,1 0 0,0-1 0,0 1 0,0 0 0,0 0 0,0 0 0,0 0 0,0 0 0,0 0 0,0 0 0,0 0 0,1 1 0,5 0 0,-1 1 0,1 0 0,-1 1 0,13 6 0,-12-5 0,37 17 0,-8-2 0,0-2 0,2-1 0,48 13 0,-84-28 0,19 4 0,-1 0 0,1-2 0,0 0 0,29 0 0,-48-3 0,-1 0 0,1 0 0,-1 0 0,0 0 0,1 0 0,-1-1 0,0 1 0,1 0 0,-1-1 0,0 1 0,1-1 0,-1 1 0,0-1 0,0 0 0,0 0 0,1 1 0,-1-1 0,0 0 0,1-2 0,-1 2 0,-1 0 0,1 0 0,-1 0 0,0 0 0,1 0 0,-1 0 0,0-1 0,0 1 0,0 0 0,0 0 0,0 0 0,0 0 0,0-1 0,0 1 0,0 0 0,0 0 0,-1 0 0,1-2 0,-3-2 0,1-1 0,-1 1 0,0-1 0,0 1 0,-1 0 0,1 0 0,-6-6 0,-15-11 0,0 1 0,0 1 0,-35-21 0,13 9 0,25 18 0,13 9 0,0 0 0,0-1 0,0 0 0,1-1 0,-10-10 0,16 16 0,0 0 0,1 1 0,-1-1 0,1 0 0,-1 0 0,1 1 0,-1-1 0,1 0 0,0 0 0,-1 0 0,1 1 0,0-1 0,0 0 0,-1 0 0,1 0 0,0 0 0,0 0 0,0 0 0,0 0 0,0 1 0,1-3 0,-1 2 0,1 0 0,-1 1 0,1-1 0,-1 0 0,1 1 0,-1-1 0,1 0 0,0 1 0,0-1 0,-1 1 0,1-1 0,0 1 0,0-1 0,-1 1 0,1 0 0,0-1 0,2 1 0,3-2 0,1 1 0,0 0 0,1 1 0,7 0 0,-13 0 0,8 0-136,1 0-1,-1 2 1,1-1-1,-1 1 1,0 1-1,0 0 1,0 0-1,0 1 0,14 7 1,-11-3-6690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78 24575,'96'121'0,"27"35"0,-112-135 0,-10-21 0,-1 1 0,0-1 0,0 0 0,0 0 0,0 1 0,0-1 0,0 0 0,0 1 0,0-1 0,0 0 0,0 0 0,0 1 0,0-1 0,0 0 0,0 1 0,0-1 0,0 0 0,0 0 0,0 1 0,0-1 0,0 0 0,0 1 0,-1-1 0,1 0 0,0 1 0,-1-1 0,1 0 0,-1 0 0,1 0 0,-1 0 0,0 0 0,1 0 0,-1 0 0,1 0 0,-1 0 0,1 0 0,-1 0 0,1 0 0,-1 0 0,1-1 0,-1 1 0,1 0 0,-1 0 0,0-1 0,-14-6 0,0-1 0,0-1 0,0 0 0,-14-13 0,-50-48 0,62 53 0,0-1 0,-20-28 0,29 34 0,0-1 0,1 0 0,0 0 0,1 0 0,-6-19 0,11 29 0,0-1 0,0 1 0,0 0 0,0-1 0,1 1 0,0-1 0,0 1 0,0 0 0,0-1 0,0 1 0,1-1 0,-1 1 0,3-5 0,-2 6 0,0 0 0,0 1 0,0-1 0,0 0 0,0 1 0,1-1 0,-1 1 0,1-1 0,-1 1 0,1 0 0,-1-1 0,1 1 0,0 0 0,0 0 0,0 0 0,-1 1 0,1-1 0,0 0 0,0 1 0,0-1 0,0 1 0,0 0 0,4-1 0,6 0 0,0 1 0,0 0 0,0 1 0,-1 0 0,1 1 0,0 0 0,19 7 0,-9-1 0,-1 1 0,0 1 0,20 13 0,-38-22 0,-1 0 0,0 1 0,0-1 0,-1 1 0,1-1 0,0 1 0,0 0 0,-1-1 0,1 1 0,-1 0 0,0 0 0,2 3 0,-3-4 0,0 0 0,1-1 0,-1 1 0,0 0 0,0 0 0,0 0 0,0 0 0,0 0 0,0 0 0,0 0 0,0 0 0,0 0 0,0 0 0,-1 0 0,1 0 0,0 0 0,-1-1 0,1 1 0,-1 0 0,1 0 0,-1 0 0,1 0 0,-1-1 0,1 1 0,-1 0 0,0-1 0,1 1 0,-1 0 0,0-1 0,0 1 0,0-1 0,-1 1 0,-4 3 0,1-1 0,-1-1 0,0 1 0,0-1 0,0 0 0,-1-1 0,1 1 0,-10 0 0,-55 0 0,57-2 0,-18 0 0,-68-2 0,88-1-1365,2 0-5461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24575,'42'63'0,"2"-1"0,3-2 0,103 101 0,-142-153 0,3 3 0,2 0 0,14 10 0,-24-19 0,-1 0 0,1 0 0,0-1 0,0 1 0,0-1 0,0 1 0,0-1 0,0 0 0,1 0 0,-1-1 0,0 1 0,1-1 0,-1 1 0,0-1 0,0 0 0,7-1 0,-9 0 0,1 1 0,-1-1 0,1 1 0,-1-1 0,0 1 0,1-1 0,-1 0 0,0 0 0,1 0 0,-1 0 0,0 0 0,0 0 0,0 0 0,0 0 0,0 0 0,0-1 0,1-1 0,-1 0 0,1 0 0,-1 1 0,-1-1 0,1 0 0,0 0 0,-1 0 0,0 0 0,1-5 0,-2-1 0,0 0 0,0 0 0,0 1 0,-2-1 0,-2-10 0,-2 1 0,3 11 0,1-1 0,1 0 0,0 1 0,0-1 0,-1-8 0,3 16 0,0 0 0,0-1 0,0 1 0,0 0 0,0 0 0,0 0 0,0 0 0,0 0 0,0 0 0,0-1 0,0 1 0,0 0 0,0 0 0,1 0 0,-1 0 0,0 0 0,0 0 0,0 0 0,0-1 0,0 1 0,0 0 0,0 0 0,1 0 0,-1 0 0,0 0 0,0 0 0,0 0 0,0 0 0,0 0 0,1 0 0,-1 0 0,0 0 0,0 0 0,0 0 0,0 0 0,0 0 0,1 0 0,-1 0 0,0 0 0,0 0 0,0 0 0,0 0 0,0 0 0,1 0 0,-1 0 0,0 0 0,0 0 0,0 0 0,0 1 0,0-1 0,0 0 0,0 0 0,1 0 0,-1 0 0,0 0 0,0 0 0,10 7 0,-8-5 0,0-1 0,37 25 0,53 28 0,-78-47 0,0-1 0,0-1 0,1 0 0,0-1 0,0 0 0,0-1 0,30 1 0,-29-3-1365,-3-2-5461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5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18 24575,'-4'-2'0,"-1"-1"0,0 1 0,1 0 0,-1 0 0,0 0 0,0 1 0,-7-1 0,11 1 0,0 1 0,0 0 0,0 0 0,0 0 0,0 0 0,0 0 0,0 0 0,0 0 0,0 0 0,0 1 0,0-1 0,0 0 0,0 1 0,0-1 0,0 0 0,0 1 0,0-1 0,0 1 0,1 0 0,-1-1 0,0 1 0,0 0 0,1-1 0,-1 1 0,0 0 0,1 0 0,-1-1 0,1 1 0,-1 0 0,1 0 0,-1 0 0,1 0 0,0 0 0,-1 0 0,1 0 0,0 0 0,0 0 0,0 0 0,0 0 0,0 0 0,0 0 0,0 0 0,0 0 0,0 0 0,0 1 0,1 4 0,1 0 0,-1 0 0,1-1 0,0 1 0,0 0 0,0-1 0,1 0 0,0 1 0,0-1 0,7 8 0,-6-8 0,0 0 0,0 0 0,0-1 0,1 0 0,0 1 0,0-1 0,0-1 0,0 1 0,1-1 0,5 3 0,-8-5 0,0 0 0,0 0 0,1 0 0,-1 0 0,0-1 0,0 1 0,1-1 0,-1 0 0,0 0 0,1 0 0,-1 0 0,0 0 0,0-1 0,1 0 0,-1 1 0,0-1 0,6-3 0,-6 2 0,-1 0 0,1 0 0,-1 0 0,1 0 0,-1 0 0,0-1 0,0 1 0,0-1 0,0 1 0,0-1 0,0 0 0,-1 0 0,0 0 0,1 0 0,-1 0 0,0 0 0,1-6 0,-1 4 0,0 0 0,0 0 0,-1 0 0,0 0 0,0 0 0,0 0 0,0 0 0,-1 0 0,0 0 0,0 0 0,0 0 0,-2-5 0,0 7 0,3 7 0,2 9 0,3-3-101,0 0-1,10 13 0,-9-14-958,2 4-5766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6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45 24575,'-1'-1'0,"0"1"0,0 0 0,0-1 0,0 1 0,0 0 0,1 0 0,-1-1 0,0 1 0,0 0 0,0 0 0,0 0 0,0 0 0,0 0 0,0 0 0,0 0 0,0 1 0,0-1 0,1 0 0,-1 0 0,0 1 0,0-1 0,0 1 0,0-1 0,1 1 0,-1-1 0,-1 1 0,2 0 0,-1 1 0,1-1 0,-1 0 0,1 0 0,-1 0 0,1 1 0,0-1 0,0 0 0,0 0 0,0 1 0,-1-1 0,2 0 0,-1 1 0,0-1 0,0 0 0,0 0 0,1 1 0,-1-1 0,1 1 0,2 7 0,0 0 0,1 0 0,0-1 0,0 0 0,10 13 0,32 35 0,-24-30 0,-19-23 0,-1 1 0,1-1 0,-1 0 0,1 1 0,-1 0 0,0-1 0,0 1 0,-1 0 0,2 4 0,-3-6 0,0-1 0,0 1 0,0-1 0,0 0 0,0 1 0,0-1 0,0 1 0,-1-1 0,1 0 0,0 1 0,-1-1 0,1 0 0,-1 1 0,0-1 0,1 0 0,-1 0 0,0 1 0,0-1 0,0 0 0,0 0 0,0 0 0,0 0 0,0 0 0,0 0 0,0-1 0,-1 1 0,1 0 0,0 0 0,0-1 0,-2 1 0,-4 2 0,1 0 0,-1-1 0,0 0 0,1 0 0,-1-1 0,-12 2 0,-42-2 0,51-3 0,10 2 0,0 0 0,-1 0 0,1 0 0,0 0 0,0-1 0,0 1 0,0 0 0,0 0 0,0 0 0,0 0 0,0 0 0,0 0 0,0 0 0,0 0 0,0-1 0,0 1 0,0 0 0,0 0 0,0 0 0,0 0 0,1 0 0,-1 0 0,0 0 0,0-1 0,0 1 0,0 0 0,0 0 0,0 0 0,0 0 0,0 0 0,0 0 0,0 0 0,0 0 0,0 0 0,1 0 0,-1 0 0,0 0 0,0-1 0,0 1 0,0 0 0,0 0 0,0 0 0,20-7 0,91-17 0,-59 15 0,-1-3 0,71-25 0,-110 32 0,0-1 0,-1 0 0,18-12 0,-25 15 0,0 0 0,0-1 0,0 0 0,0 0 0,0 0 0,-1 0 0,1 0 0,-1 0 0,0-1 0,0 0 0,2-6 0,-4 9 0,-1 0 0,1-1 0,0 1 0,-1-1 0,0 1 0,0-1 0,1 1 0,-1-1 0,-1 1 0,1-1 0,0 1 0,-1-1 0,1 1 0,-1-1 0,-1-3 0,0 2 0,0 0 0,-1 0 0,1 0 0,-1 1 0,0 0 0,1-1 0,-1 1 0,-6-4 0,1 0 0,0 2 0,-1-1 0,0 1 0,0 1 0,0-1 0,-1 1 0,-10-2 0,15 4 0,0 1 0,1 0 0,-1 1 0,0-1 0,0 1 0,1 0 0,-10 1 0,13-1 0,-1 0 0,1 0 0,-1 1 0,1-1 0,-1 1 0,1 0 0,-1-1 0,1 1 0,0 0 0,-1 0 0,1 0 0,0 0 0,0 0 0,0 0 0,-1 0 0,1 0 0,0 0 0,0 0 0,1 1 0,-1-1 0,0 1 0,0-1 0,1 0 0,-1 1 0,1-1 0,-2 4 0,1 0 0,0 0 0,1 1 0,-1-1 0,1 0 0,0 1 0,0-1 0,1 0 0,-1 1 0,1-1 0,0 0 0,1 0 0,2 7 0,-1-5 0,0 0 0,1-1 0,0 0 0,0 0 0,1 0 0,-1 0 0,1 0 0,6 4 0,4 2 0,1 0 0,-1-2 0,2 0 0,-1-1 0,1 0 0,20 7 0,-13-8-227,0 0-1,0-2 1,1 0-1,-1-2 1,44 2-1,-54-6-6598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7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1 24575,'-3'11'0,"0"1"0,2-1 0,-1 1 0,1 0 0,1 0 0,0 0 0,1 0 0,0-1 0,5 20 0,-3-22 0,0 0 0,0 0 0,1-1 0,0 1 0,0-1 0,1 0 0,1 0 0,-1-1 0,1 1 0,0-1 0,1-1 0,12 11 0,-2-2 0,-12-10 0,1 0 0,-1 0 0,1-1 0,0 0 0,0 0 0,0 0 0,1-1 0,10 4 0,-17-6 0,1-1 0,0 0 0,0 0 0,-1 0 0,1 0 0,0 0 0,-1 0 0,1 0 0,0 0 0,-1 0 0,1 0 0,0 0 0,-1 0 0,1 0 0,0-1 0,-1 1 0,1 0 0,0-1 0,-1 1 0,1 0 0,-1-1 0,1 1 0,-1 0 0,1-1 0,-1 1 0,1-2 0,0 1 0,0 0 0,0-1 0,-1 1 0,1-1 0,0 1 0,-1-1 0,0 1 0,1-1 0,-1 1 0,0-1 0,0-1 0,0-4 0,0-1 0,-1 1 0,-2-14 0,-1 6-1365,1 1-5461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8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437 72 24575,'-28'-9'0,"-38"-12"0,-104-18 0,166 38 0,-1 0 0,1 1 0,0 0 0,0 0 0,-1 0 0,1 0 0,0 1 0,0-1 0,-6 3 0,8-3 0,1 1 0,0 0 0,0-1 0,0 1 0,-1 0 0,1 0 0,0 0 0,0 0 0,0 0 0,0 0 0,1 0 0,-1 0 0,0 1 0,0-1 0,1 0 0,-1 0 0,0 1 0,1-1 0,0 1 0,-1-1 0,1 0 0,0 1 0,-1-1 0,1 1 0,0-1 0,0 0 0,0 1 0,0-1 0,1 1 0,-1 1 0,2 6 0,0 0 0,0 0 0,1-1 0,0 1 0,1 0 0,0-1 0,0 0 0,11 15 0,-9-13 0,0-1 0,0 1 0,-1 0 0,7 22 0,-12-32 0,0 1 0,0 0 0,1 0 0,-1 0 0,0 0 0,0 0 0,0 0 0,0-1 0,0 1 0,0 0 0,0 0 0,-1 0 0,1 0 0,0 0 0,0 0 0,-1-1 0,1 1 0,0 0 0,-1 0 0,1-1 0,-1 1 0,1 0 0,-1 0 0,0 0 0,-1 0 0,1 0 0,-1 0 0,1 0 0,-1 0 0,0 0 0,0 0 0,1-1 0,-1 1 0,0-1 0,-3 1 0,-4 0 0,0 0 0,0-1 0,-16-2 0,18 1-114,-1 0 1,1-1-1,0 0 0,0 0 0,0-1 1,0 0-1,0 0 0,0-1 0,1 1 1,0-1-1,-9-7 0,6 2-6712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29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45 24575,'-27'-9'0,"-6"-1"0,-1 0 0,-36-4 0,66 13 0,-1 1 0,0 0 0,0 0 0,0 0 0,1 1 0,-1-1 0,-9 3 0,13-2 0,0-1 0,0 0 0,1 1 0,-1-1 0,0 1 0,0-1 0,0 1 0,1-1 0,-1 1 0,0-1 0,0 1 0,1 0 0,-1-1 0,1 1 0,-1 0 0,1 0 0,-1-1 0,0 3 0,1-2 0,0 0 0,0 0 0,0 0 0,0 0 0,0 1 0,0-1 0,0 0 0,0 0 0,0 0 0,1 0 0,-1 0 0,0 0 0,1 1 0,-1-1 0,1 0 0,0 0 0,-1 0 0,1 0 0,0 0 0,5 6 0,-1-1 0,1 1 0,-1-2 0,2 1 0,-1-1 0,1 0 0,11 7 0,57 25 0,-53-27 0,71 28 0,-81-34 0,0-1 0,0 0 0,0-1 0,0 0 0,0-1 0,14 0 0,-24-1 0,0 0 0,0 0 0,0 0 0,0-1 0,1 1 0,-1 0 0,-1-1 0,1 0 0,0 1 0,0-1 0,0 0 0,0 0 0,0 0 0,-1 0 0,1 0 0,0-1 0,-1 1 0,1 0 0,-1-1 0,1 0 0,-1 1 0,0-1 0,1-1 0,-1 0 0,0 1 0,0 0 0,-1-1 0,1 1 0,-1-1 0,1 1 0,-1 0 0,0-1 0,0 1 0,0-1 0,-1 1 0,1-1 0,0 1 0,-1-1 0,0 1 0,1 0 0,-1-1 0,0 1 0,-2-3 0,0-1 0,-2 0 0,1-1 0,0 1 0,-1 1 0,0-1 0,-1 1 0,-9-8 0,4 4 0,0 1 0,-1 1 0,-16-9 0,27 16 0,0-1 0,-1 0 0,1 0 0,-1 1 0,1-1 0,-1 1 0,1-1 0,-1 1 0,1 0 0,-1 0 0,1-1 0,-1 1 0,0 0 0,1 0 0,-1 1 0,1-1 0,-1 0 0,1 0 0,-1 1 0,1-1 0,-2 1 0,1 1 0,1-1 0,0 0 0,0 0 0,0 1 0,0-1 0,0 0 0,0 1 0,0-1 0,1 1 0,-1-1 0,0 1 0,1 0 0,-1-1 0,1 1 0,0 0 0,-1-1 0,1 1 0,0 0 0,0 3 0,1 6 0,-1 0 0,1 0 0,1 0 0,0 0 0,1 0 0,0 0 0,1-1 0,6 14 0,46 79 0,-51-93 0,163 250 0,-163-253 0,-3-4 0,0 0 0,0 0 0,0 0 0,0 0 0,0 1 0,0-1 0,-1 1 0,0-1 0,0 1 0,0-1 0,1 6 0,-2-9 0,0 1 0,0 0 0,0-1 0,-1 1 0,1 0 0,0-1 0,0 1 0,-1 0 0,1-1 0,0 1 0,-1-1 0,1 1 0,0-1 0,-1 1 0,1 0 0,-1-1 0,1 0 0,-1 1 0,1-1 0,-1 1 0,0-1 0,1 0 0,-1 1 0,1-1 0,-1 0 0,0 1 0,1-1 0,-1 0 0,0 0 0,1 0 0,-1 0 0,0 0 0,0 0 0,1 0 0,-1 0 0,-1 0 0,-27-3 0,9-3 0,-1 0 0,1-1 0,-22-11 0,-55-34 0,95 50 0,-1 1 0,1-1 0,0 1 0,0-1 0,0 0 0,0 0 0,0 1 0,1-1 0,-1-1 0,1 1 0,-1 0 0,-1-5 0,2 6 0,1 0 0,0 0 0,0 0 0,-1 0 0,1 0 0,0 0 0,0 0 0,0 0 0,0 0 0,0 0 0,1 0 0,-1 0 0,0 0 0,0 0 0,1 0 0,-1 0 0,0 0 0,1 0 0,-1 0 0,1 0 0,0 1 0,-1-1 0,1 0 0,-1 0 0,1 0 0,0 1 0,0-1 0,0 0 0,-1 1 0,1-1 0,0 1 0,0-1 0,0 1 0,1-1 0,4-2-195,-1 1 0,1 0 0,-1 1 0,1-1 0,0 1 0,10-1 0,0 1-6631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0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249 1 24575,'0'1'0,"0"-1"0,0 1 0,-1-1 0,1 1 0,0-1 0,-1 1 0,1-1 0,0 1 0,-1-1 0,1 1 0,0-1 0,-1 1 0,1-1 0,-1 1 0,1-1 0,-1 0 0,1 1 0,-1-1 0,1 0 0,-1 1 0,1-1 0,-1 0 0,0 0 0,1 0 0,-1 1 0,1-1 0,-2 0 0,-21 3 0,16-2 0,-15 3 0,1 2 0,-1 1 0,-23 10 0,4-2 0,33-12-341,0-1 0,0 0-1,-10 0 1,5-1-6485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1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247 18 24575,'-7'-5'0,"-6"-2"0,0 3 0,0 3 0,-1 3 0,0 1 0,-1 1 0,0-1 0,1 2 0,-1 0 0,0-1 0,0-1 0,0-1 0,-2-1 0,-1 0 0,0-1 0,3 0-8191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47 185 24575,'87'95'0,"-62"-70"0,-13-12 0,1-1 0,28 22 0,-25-24 0,-11-8 0,0 1 0,0 0 0,0 0 0,0 1 0,-1 0 0,0-1 0,1 1 0,3 6 0,-8-10 0,0 0 0,0 0 0,0 0 0,0 0 0,0 0 0,0 0 0,0 1 0,0-1 0,0 0 0,0 0 0,0 0 0,0 0 0,0 0 0,0 0 0,0 1 0,0-1 0,0 0 0,0 0 0,0 0 0,0 0 0,0 0 0,0 0 0,0 1 0,0-1 0,0 0 0,0 0 0,0 0 0,0 0 0,-1 0 0,1 0 0,0 0 0,0 1 0,0-1 0,0 0 0,0 0 0,0 0 0,0 0 0,-1 0 0,1 0 0,0 0 0,0 0 0,0 0 0,0 0 0,0 0 0,0 0 0,-1 0 0,1 0 0,0 0 0,0 0 0,0 0 0,0 0 0,0 0 0,0 0 0,-1 0 0,1 0 0,0 0 0,0 0 0,0 0 0,0 0 0,0 0 0,0 0 0,-1 0 0,1 0 0,0 0 0,0 0 0,0-1 0,0 1 0,-11-3 0,-4-6 0,-1-1 0,1-1 0,1 0 0,0 0 0,-18-21 0,-7-5 0,21 22 0,2-1 0,0-1 0,1-1 0,0 0 0,2 0 0,-19-34 0,43 61 0,0 0 0,1-1 0,15 8 0,-2-3 0,0-2 0,1-1 0,0-1 0,46 10 0,-56-16 0,0-1 0,0-1 0,0 0 0,28-2 0,-42 1 0,0 0 0,0-1 0,0 1 0,0-1 0,0 1 0,0-1 0,0 0 0,-1 1 0,1-1 0,0 0 0,-1 0 0,1 0 0,0-1 0,-1 1 0,1 0 0,-1-1 0,0 1 0,1-1 0,0-1 0,0 0 0,-1 0 0,0 0 0,1 0 0,-1 0 0,-1 0 0,1 0 0,0 0 0,-1-1 0,0 1 0,1 0 0,-1-3 0,-1-4 0,0 1 0,-1 0 0,0-1 0,0 1 0,0 0 0,-2 0 0,-3-9 0,-51-78 0,54 91 0,19 26 0,1-1 0,1 0 0,0-2 0,1 0 0,22 17 0,109 71 0,-131-94 0,37 23-1365,-46-28-5461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8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498 12 24575,'-18'-4'0,"0"1"0,-33-1 0,44 4 0,0 0 0,-1 1 0,1 0 0,0 1 0,0-1 0,0 1 0,0 0 0,0 1 0,-12 6 0,-12 9 0,0-1 0,-1-2 0,-50 18 0,-50 1-1365,113-30-5461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39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24575,'39'-23'0,"-27"15"0,21-11 0,-5 4 0,-23 12 0,0 0 0,1 0 0,-1 0 0,1 1 0,0-1 0,-1 1 0,1 1 0,0-1 0,9 0 0,-5 2 0,1 0 0,-1 0 0,0 1 0,0 0 0,0 1 0,0 0 0,0 1 0,-1 0 0,14 6 0,-21-7 0,1 0 0,-1 0 0,0 0 0,0 0 0,0 0 0,0 0 0,0 0 0,-1 1 0,1-1 0,-1 1 0,1-1 0,-1 1 0,0 0 0,0-1 0,0 1 0,0 4 0,2 3 0,-1 1 0,-1-1 0,0 13 0,0-8 0,-1 0 0,-1 0 0,0 0 0,-1 0 0,-1 0 0,0 0 0,-8 23 0,8-31 0,1 1 0,0 0 0,-1 12 0,4-22 0,0-1 0,0 1 0,1-1 0,-1 1 0,1-1 0,-1 1 0,1 0 0,0 0 0,0 0 0,0 0 0,0 0 0,0 0 0,0 0 0,4-1 0,41-25 0,-30 20 23,1 0 1,0 1-1,35-8 0,60-4-839,-91 15 174,-4 2-6184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1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5 24575,'-2'-1'0,"-1"0"0,0 0 0,1 1 0,-1-1 0,0 1 0,0-1 0,1 1 0,-1 0 0,0 0 0,0 0 0,1 1 0,-1-1 0,0 1 0,1-1 0,-1 1 0,-3 1 0,4 0 0,0-1 0,0 0 0,1 1 0,-1-1 0,0 1 0,1-1 0,-1 1 0,1 0 0,0 0 0,-1 0 0,1 0 0,0 0 0,0 0 0,0 0 0,0 0 0,1 0 0,-1 0 0,1 0 0,-1 1 0,1 2 0,-2 4 0,1 0 0,1 0 0,0 0 0,0 0 0,1 0 0,0 1 0,0-1 0,1 0 0,1-1 0,-1 1 0,6 11 0,-6-15 0,1 0 0,0 0 0,0 0 0,0 0 0,1-1 0,-1 0 0,1 1 0,0-1 0,0 0 0,1-1 0,-1 1 0,1-1 0,0 0 0,0 0 0,0 0 0,0-1 0,0 0 0,1 0 0,5 2 0,6 0-170,1-1-1,-1 0 0,1-1 1,-1-1-1,1-1 0,-1 0 1,35-6-1,-36 3-6655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89 24575,'-2'1'0,"0"0"0,0 0 0,0 0 0,-1 0 0,2 0 0,-1 1 0,0-1 0,0 1 0,0-1 0,1 1 0,-3 3 0,3-5 0,1 1 0,0-1 0,-1 1 0,1-1 0,0 1 0,0 0 0,-1-1 0,1 1 0,0-1 0,0 1 0,0-1 0,0 1 0,0 0 0,0-1 0,0 1 0,0-1 0,0 1 0,0-1 0,0 2 0,1-1 0,-1 0 0,1-1 0,-1 1 0,1 0 0,-1-1 0,1 1 0,0 0 0,-1-1 0,1 1 0,0-1 0,-1 1 0,1-1 0,0 0 0,0 1 0,-1-1 0,1 0 0,0 1 0,1-1 0,2 1 0,0 0 0,0 0 0,0-1 0,0 0 0,1 0 0,-1 0 0,0 0 0,0 0 0,0-1 0,0 0 0,0 0 0,8-3 0,-11 4 0,1-1 0,-1 1 0,1-1 0,-1 0 0,1 0 0,-1 1 0,1-1 0,-1 0 0,0 0 0,1-1 0,-1 1 0,0 0 0,0 0 0,0-1 0,0 1 0,0 0 0,0-1 0,0 1 0,-1-1 0,1 1 0,0-1 0,-1 1 0,1-1 0,-1 0 0,0 1 0,1-1 0,-1 0 0,0 1 0,0-1 0,0 0 0,0 1 0,0-1 0,-1 0 0,0-2 0,0 1 0,-1-1 0,0 0 0,0 1 0,0-1 0,0 1 0,0 0 0,-1 0 0,0-1 0,1 2 0,-1-1 0,0 0 0,-5-3 0,1 2 0,1-1 0,-1 1 0,0 0 0,-1 1 0,-9-4 0,14 6 9,0 0-1,-1 0 1,1 0-1,-1 1 1,1-1 0,-1 1-1,0 0 1,1 0-1,-1 0 1,1 1-1,-1-1 1,1 1-1,-4 1 1,4-2-83,1 1-1,0 1 1,0-1 0,0 0 0,0 0-1,0 1 1,0-1 0,0 1 0,0 0-1,0 0 1,1-1 0,-1 1 0,1 0-1,-1 0 1,1 0 0,0 1 0,0-1-1,0 0 1,-1 4 0,-2 6-6752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37 24575,'0'1'0,"0"-1"0,0 1 0,1 0 0,-1 0 0,0-1 0,1 1 0,-1 0 0,1 0 0,-1-1 0,1 1 0,-1 0 0,1-1 0,-1 1 0,1-1 0,0 1 0,-1-1 0,2 1 0,14 9 0,-12-7 0,10 4 0,-1 0 0,2-1 0,-1 0 0,1-1 0,0-1 0,0 0 0,0-1 0,18 1 0,-31-4 0,-1 1 0,1-1 0,0 0 0,-1-1 0,1 1 0,0 0 0,-1 0 0,1-1 0,-1 1 0,1-1 0,-1 1 0,1-1 0,-1 0 0,1 1 0,-1-1 0,1 0 0,-1 0 0,0 0 0,0 0 0,1 0 0,-1-1 0,0 1 0,0 0 0,0 0 0,0-1 0,0 1 0,-1-1 0,1 1 0,0-1 0,0-1 0,0-1 0,0 1 0,0-1 0,-1 0 0,0 0 0,1 0 0,-1 0 0,-1 1 0,1-1 0,0 0 0,-1 0 0,-2-7 0,2 10 0,1-1 0,-1 0 0,1 1 0,0-1 0,-1 1 0,1-1 0,0 1 0,0-1 0,0 0 0,0 1 0,0-1 0,1-1 0,-1 2 0,1 1 0,-1-1 0,0 1 0,1-1 0,-1 1 0,1 0 0,-1-1 0,1 1 0,-1 0 0,1-1 0,0 1 0,-1 0 0,1-1 0,-1 1 0,1 0 0,-1 0 0,1 0 0,0 0 0,-1 0 0,1 0 0,0 0 0,-1 0 0,1 0 0,0 0 0,-1 0 0,1 0 0,-1 0 0,1 0 0,0 0 0,-1 1 0,1-1 0,-1 0 0,2 1 0,16 6 20,32 15 0,-39-16-195,1-1-1,-1 0 0,1 0 1,0-1-1,0-1 0,0 0 1,17 2-1,-16-5-6650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2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1 24575,'-1'0'0,"1"0"0,-1 0 0,1 1 0,-1-1 0,1 0 0,-1 0 0,1 1 0,-1-1 0,1 0 0,-1 1 0,1-1 0,0 0 0,-1 1 0,1-1 0,0 1 0,-1-1 0,1 1 0,0-1 0,-1 1 0,1-1 0,0 1 0,0-1 0,-1 1 0,1-1 0,0 1 0,0-1 0,0 1 0,0-1 0,0 1 0,0 0 0,0-1 0,0 1 0,0-1 0,0 1 0,0-1 0,0 1 0,0-1 0,1 1 0,-1 0 0,7 23 0,-4-17 0,0 0 0,1-1 0,0 0 0,1 0 0,-1 0 0,1-1 0,8 8 0,43 30 0,-12-9 0,-43-33 0,0 0 0,0 0 0,0 0 0,0 0 0,0 0 0,0 0 0,0 0 0,0 0 0,-1 1 0,1-1 0,0 2 0,-1-3 0,1 1 0,-1-1 0,0 1 0,0 0 0,0-1 0,0 1 0,0-1 0,0 1 0,0 0 0,0-1 0,0 1 0,-1-1 0,1 1 0,0 0 0,0-1 0,0 1 0,-1-1 0,1 1 0,-1 0 0,0 0 0,-1 1 0,1-1 0,-1 1 0,0-1 0,1 0 0,-1 0 0,0 0 0,0 0 0,0 0 0,0 0 0,0-1 0,0 1 0,-3 0 0,-23 3 0,1-1 0,-1-2 0,-48-3 0,18 1 0,32 1-85,15 1-129,0-1 1,0-1 0,1 1 0,-1-2-1,-15-2 1,17 0-6613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2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24575,'30'12'0,"15"12"0,8 10 0,-1 6 0,-4 4 0,-2 2 0,-5 0 0,-6 1 0,-4-3 0,-2-2 0,-4-2 0,-4-4 0,-2-2 0,-3-5 0,-1-2 0,0-4 0,-4-2 0,-2-6-8191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4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229 79 24575,'-20'-17'0,"-10"-7"0,2 4 0,1 8 0,4 6 0,6 6 0,3 6 0,1 2 0,3 2 0,1 2 0,-1-1 0,2 0 0,-1-2 0,-1-3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3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 22 24575,'-8'0'0,"0"0"0,0 1 0,0 0 0,1 1 0,-1-1 0,0 2 0,-9 3 0,15-6 0,1 1 0,-1-1 0,1 1 0,-1 0 0,1 0 0,-1 0 0,1 0 0,-1 0 0,1 0 0,0 0 0,-1 1 0,1-1 0,0 0 0,0 1 0,0-1 0,0 1 0,0-1 0,1 1 0,-1-1 0,0 1 0,1 0 0,-1-1 0,1 1 0,-1 0 0,1-1 0,0 1 0,0 0 0,0 0 0,0-1 0,0 1 0,0 0 0,0 0 0,1-1 0,-1 1 0,0 0 0,1-1 0,0 1 0,1 3 0,1 1 0,1 0 0,0 0 0,0 0 0,0-1 0,1 1 0,0-1 0,0 0 0,0 0 0,8 5 0,-8-6 0,0-1 0,0 1 0,1-1 0,-1 0 0,1-1 0,0 1 0,0-1 0,0-1 0,0 1 0,11 1 0,-16-3 0,1 0 0,0 0 0,-1 0 0,1 0 0,-1 0 0,1 0 0,-1-1 0,1 1 0,0-1 0,-1 1 0,1-1 0,-1 0 0,0 1 0,1-1 0,-1 0 0,0 0 0,1 0 0,-1 0 0,2-2 0,-1 1 0,-1-1 0,1 1 0,-1 0 0,0-1 0,0 1 0,1-1 0,-2 0 0,1 1 0,0-1 0,0-4 0,0-2 0,-1-1 0,1 1 0,-2 0 0,1 0 0,-5-17 0,-2 0 0,4 18 0,1 1 0,0-1 0,-1-8 0,4 14 0,3 5 0,6 10 0,-9-11 0,16 20-341,1 0 0,0-1-1,37 32 1,-42-43-6485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3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36 24575,'9'0'0,"-1"2"0,1-1 0,0 1 0,-1 0 0,1 1 0,-1 0 0,12 6 0,-8-4 0,-1 0 0,23 5 0,-32-10 0,0 1 0,-1-1 0,1 0 0,0 1 0,0-1 0,0 0 0,0 0 0,0 0 0,-1-1 0,1 1 0,0 0 0,0-1 0,0 1 0,-1-1 0,1 1 0,0-1 0,0 0 0,-1 0 0,1 0 0,-1 0 0,1 0 0,-1 0 0,1 0 0,-1-1 0,0 1 0,1 0 0,-1-1 0,0 1 0,0-1 0,0 1 0,0-1 0,0 0 0,0 1 0,-1-1 0,1 0 0,-1 0 0,1 0 0,-1 1 0,0-1 0,1 0 0,-1-2 0,0 1 0,0 0 0,1 0 0,-1-1 0,1 1 0,0 0 0,2-6 0,-3 9 0,0-1 0,0 1 0,1-1 0,-1 1 0,0-1 0,1 1 0,-1-1 0,0 1 0,1 0 0,-1-1 0,1 1 0,-1-1 0,1 1 0,-1 0 0,1-1 0,-1 1 0,1 0 0,-1 0 0,1-1 0,-1 1 0,1 0 0,0 0 0,-1 0 0,1 0 0,-1 0 0,1 0 0,0 0 0,-1 0 0,1 0 0,-1 0 0,1 0 0,0 0 0,-1 0 0,1 0 0,-1 1 0,1-1 0,-1 0 0,1 0 0,0 1 0,10 5 0,0 1 0,-1 0 0,0 1 0,15 15 0,8 6 0,-21-20-1365,-2-1-5461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7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24575,'6'3'0,"0"-1"0,0 1 0,0 0 0,0 1 0,0 0 0,-1 0 0,0 0 0,0 0 0,6 7 0,4 7 0,17 26 0,-17-24 0,19 29 0,2-3 0,63 62 0,17-4 0,-115-104-100,0 1 48,-1-1-1,0 0 0,1 1 0,-1-1 1,0 0-1,1 1 0,-1-1 1,0 0-1,1 1 0,-1-1 0,0 0 1,1 1-1,-1-1 0,0 1 0,0-1 1,0 1-1,1-1 0,-1 1 1,0-1-1,0 1 0,0-1 0,0 0 1,0 2-1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44.9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425 3 24575,'-27'-2'0,"-15"1"0,-2 4 0,1 1 0,3 2 0,3 3 0,3 5 0,0 3 0,0 0 0,1 1 0,2-1 0,5-4-8191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3:55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6517 194 24575,'12'0'0,"-7"1"0,0-1 0,1 0 0,-1 0 0,0-1 0,0 0 0,0 1 0,0-2 0,6-1 0,-11 3 0,0 0 0,1 0 0,-1 0 0,0 0 0,1 0 0,-1-1 0,0 1 0,0 0 0,1 0 0,-1 0 0,0 0 0,0-1 0,1 1 0,-1 0 0,0 0 0,0 0 0,1-1 0,-1 1 0,0 0 0,0 0 0,0-1 0,0 1 0,1 0 0,-1-1 0,0 1 0,0 0 0,0 0 0,0-1 0,0 1 0,0 0 0,0-1 0,0 1 0,0 0 0,0-1 0,-9-6 0,-16 0 0,-101-4 0,-137-24 0,-21-12 0,227 36 0,0 3 0,-94 0 0,-384 9 0,478-4 0,-64-11 0,8 0 0,56 9 0,-98-4 0,26 8 0,-122 3 0,64 15 0,88-6 0,61-7 0,-139 8 0,-75-13 0,238 1 0,1-2 0,-18-3 0,-19-2 0,-117 6 0,88 2 0,-44 6 0,9 1 0,-22-1 0,-17 1 0,69-1 0,12 0 0,-80-7 0,-89 6 0,-9 2 0,84-7 0,0 13 0,51-5 0,41-2 0,-65 6 0,-103 4 0,125-17 0,-169-2 0,178-5 0,-28 0 0,87 7 0,22 1 0,0-1 0,0-2 0,-38-6 0,63 8 0,1-1 0,0 1 0,0 0 0,-1 0 0,1-1 0,0 1 0,0-1 0,0 1 0,-1-1 0,1 0 0,0 1 0,0-1 0,0 0 0,0 0 0,-1-1 0,2 2 0,0 0 0,0-1 0,0 1 0,0 0 0,0 0 0,0 0 0,0-1 0,0 1 0,0 0 0,0 0 0,0-1 0,0 1 0,0 0 0,0 0 0,0 0 0,0-1 0,0 1 0,0 0 0,1 0 0,-1 0 0,0-1 0,0 1 0,0 0 0,0 0 0,0 0 0,1 0 0,-1-1 0,0 1 0,12-6 0,-1 2 0,0 1 0,0 1 0,1 0 0,17-1 0,48 2 0,-43 2 0,121 7 0,-14-1 0,138-6 0,152 4 0,56 14 0,-73-4 0,129-9 0,-354-7 0,1-6 0,-29-1 0,56 1 0,52-1 0,1096 8 0,-1210 8 0,4 0 0,62-27 0,-125 8 0,-53 6 0,114-6 0,-32 10 0,106 3 0,-146 5 0,31 1 0,359-8 0,-472 0-118,12 0 370,-15 0-304,1 0 1,-1 0-1,1 0 0,-1 1 1,0-1-1,1 0 0,-1 0 0,0 0 1,1 0-1,-1 1 0,1-1 1,-1 0-1,0 0 0,1 1 1,-1-1-1,0 0 0,0 0 1,1 1-1,-1-1 0,0 0 1,0 1-1,1-1 0,-1 0 0,0 1 1,0-1-1,0 1 0,0-1 1,1 1-1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13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3328 120 24575,'113'-24'0,"-80"16"0,-32 8 0,1 0 0,0-1 0,-1 1 0,1 0 0,-1-1 0,1 1 0,-1-1 0,1 0 0,-1 1 0,2-2 0,-5 1 0,1 0 0,-1 1 0,0-1 0,0 1 0,0-1 0,0 1 0,1 0 0,-1-1 0,0 1 0,-2 1 0,-352-6-1003,223 7 783,-572-24-1268,533 13 1322,-111-5 42,-579-15-566,510 35 680,2 29 136,127-1 3437,190-25-3551,68-22-12,1 2 0,74-14 0,196 5-50,3 19-670,-179 2 488,318 8-1000,-249-4-462,1231 60 450,-1417-64 1186,521 9 1899,-525-10-1203,16 0 238,-24-1-774,0 1-1,1 0 1,-1 0 0,0 0 0,0 0-1,1-1 1,-1 1 0,0-1 0,0 1-1,0-1 1,0 1 0,0-1 0,2-1-1,-3 2-76,-1-1-1,0 1 1,0-1-1,1 1 1,-1-1-1,0 1 1,0-1-1,1 1 1,-1 0-1,0-1 1,0 1-1,0 0 0,0 0 1,0 0-1,1 0 1,-3 0-1,-47-4-7,-70 3-1,60 2-14,-736 22-1241,0-1 1,-364-22 1238,670-16-15,475 16 599,0-2 1,0 1-1,-23-7 0,72 7-429,-14 5-837,33 9-1,-40-8-6143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0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1320 84 24575,'34'-6'0,"99"-13"0,-113 17 0,0 2 0,1 0 0,-1 1 0,31 6 0,17 12 0,-26-5 0,-96-14 0,-9-6 0,-41-3 0,-243 10 0,218 6 0,-43 1 0,-400-9 0,565 1 0,1 0 0,-1-1 0,0 0 0,1 0 0,-1 0 0,1-1 0,-1 0 0,1 0 0,0-1 0,0 0 0,0 0 0,-6-4 0,12 7 0,0 0 0,0-1 0,0 1 0,0 0 0,0 0 0,0 0 0,0 0 0,0 0 0,0 0 0,0 0 0,0-1 0,0 1 0,0 0 0,0 0 0,0 0 0,0 0 0,0 0 0,0 0 0,0 0 0,0 0 0,0-1 0,0 1 0,1 0 0,-1 0 0,0 0 0,0 0 0,0 0 0,0 0 0,0 0 0,0 0 0,0 0 0,0 0 0,0 0 0,0-1 0,1 1 0,-1 0 0,0 0 0,0 0 0,0 0 0,0 0 0,0 0 0,0 0 0,0 0 0,0 0 0,1 0 0,-1 0 0,0 0 0,0 0 0,0 0 0,0 0 0,0 0 0,0 0 0,0 0 0,1 0 0,-1 0 0,0 0 0,0 1 0,0-1 0,0 0 0,9-1 0,304 1 0,-139 1 0,661 43-1135,-786-38 1220,64 15-1,-112-20 9,1-1 0,-1 1-1,1-1 1,-1 1-1,1 0 1,-1-1 0,1 1-1,2 2 1,-4-3-89,0 0 0,0 0 0,0 0 0,0 0 0,0 0 0,0 0 0,0 1 0,0-1 0,0 0 0,0 0 0,0 0 0,1 0 0,-1 0 0,0 0 0,0 0 0,0 1 1,0-1-1,0 0 0,0 0 0,0 0 0,0 0 0,0 0 0,0 0 0,0 1 0,0-1 0,0 0 0,0 0 0,0 0 0,0 0 0,-1 0 0,1 0 0,0 0 0,0 1 0,0-1 0,0 0 0,0 0 0,0 0 1,0 0-1,-10 3-30,-26 1 26,-1-2 0,-38-4 0,16 1 0,-14 1 0,-396-10 0,-124 3 0,371 9 0,184-2 0,-44-1 0,67-2 0,12-1 0,10 0 0,4 0 0,1 0 0,0 1 0,0 0 0,0 1 0,15 0 0,64 1 0,-54 1 0,653 17-689,128-3 689,-603-14 0,38-19 312,-3-21 193,-93 14-633,137-6 128,-158 21 0,-91 9 0,-32 2 0,0-1 0,1 0 0,-1-1 0,17-4 0,-26 5 0,-5 0 0,-11 2 0,-18 3 0,-27 8 0,-69 9 0,-493 9 0,550-30 0,-276-9 0,83-13 0,202 16 0,31 2 0,-32 0 0,44 4 0,10-1 0,-1 1 0,1 0 0,0 0 0,0 1 0,-9 2 0,16-3 0,-1 0 0,1 0 0,0 0 0,-1 0 0,1 0 0,0 0 0,0 0 0,-1 0 0,1 0 0,0 0 0,0 1 0,-1-1 0,1 0 0,0 0 0,0 0 0,0 0 0,-1 0 0,1 1 0,0-1 0,0 0 0,0 0 0,-1 0 0,1 1 0,0-1 0,0 0 0,0 0 0,0 0 0,0 1 0,-1-1 0,1 0 0,0 1 0,8 3 0,14-1 0,240 25 0,-129-12 0,-56-7 0,377 37 0,2-26 0,-421-20 0,102-3 0,-103 1 0,0-2 0,34-9 0,-54 11 0,-10 1 0,-1 1 0,1-1 0,0 0 0,0 0 0,-1 0 0,1 0 0,-1-1 0,1 0 0,-1 1 0,4-4 0,-34 8 0,9 0 0,0-1 0,-1-1 0,1-1 0,-1 0 0,1-1 0,-1-1 0,1-1 0,0-1 0,0-1 0,-25-9 0,-80-25 0,120 37 0,5 1 0,13-1 0,20 1 0,70 9 0,-2 0 0,-37-8 0,-7 0 0,113 14 0,-72 0-1365,-84-12-5461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24575,'8'-2'0,"-4"1"0,-1 0 0,1 1 0,0-1 0,0 1 0,6-1 0,-10 1 0,1 1 0,-1-1 0,1 0 0,-1 0 0,0 0 0,1 0 0,-1 0 0,0 0 0,1 0 0,-1 1 0,0-1 0,1 0 0,-1 0 0,0 0 0,1 1 0,-1-1 0,0 0 0,0 1 0,1-1 0,-1 0 0,0 0 0,0 1 0,0-1 0,1 1 0,-1 0 0,0 0 0,0 0 0,0 0 0,0 0 0,0 0 0,0 0 0,0 0 0,-1 0 0,1 0 0,0 0 0,-1 0 0,1 0 0,0-1 0,-1 2 0,-7 15 0,1 0 0,1 0 0,0 1 0,1 0 0,2 0 0,-1 0 0,2 0 0,0 21 0,4 74 0,22 142 0,-14-175 0,26 270 0,30 235 0,-39-297 0,-22-198 0,0-32 0,-3 0 0,-6 62 0,1-98-118,0-1-194,1 1 0,1-1 1,3 28-1,1-31-6514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5582 27 24575,'51'-4'0,"-20"3"0,0-2 0,58-13 0,-84 14 0,-15 2 0,-16 4 0,-22 8 0,0-3 0,0-1 0,-50 0 0,-305 6 0,292-13 0,-166 7 0,-74 7 0,-299 6 0,251-4 0,336-12 0,-359 17 0,-168-37 50,1-24-669,474 30 619,-298-18 0,284 22 0,-221-4 0,-107 38 571,457-29-573,-56 7-32,15-2-631,-41-1-1,69-4-6160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24575,'-7'-2'0,"-1"0"0,1 1 0,0 0 0,-1 0 0,1 0 0,-8 1 0,13 0 0,0 0 0,0 0 0,0 1 0,1-1 0,-1 1 0,0-1 0,0 1 0,0-1 0,1 1 0,-1 0 0,0 0 0,1 0 0,-1 0 0,1 0 0,-1 0 0,1 1 0,-1-1 0,1 0 0,0 1 0,0-1 0,-1 1 0,1-1 0,0 1 0,1 0 0,-1-1 0,0 1 0,0 0 0,0 3 0,0-1 0,0 1 0,1 0 0,-1 0 0,1 0 0,0-1 0,1 1 0,-1 0 0,1 0 0,0-1 0,2 10 0,4 3 0,12 25 0,-5-12 0,-14-28 0,23 56 0,-21-51 0,-1 0 0,1 0 0,-1 0 0,-1 0 0,1 0 0,-1 13 0,-1-19 5,1 1 0,0 0 0,-1 0 0,1 0 0,-1-1 0,1 1 0,-1 0 0,0-1 0,0 1 0,0 0 0,0-1 0,0 1 0,0-1 0,0 1 0,0-1 0,-1 0 0,1 0 0,0 1 0,-1-1 0,1 0 0,-1 0 0,1 0 0,-4 1 0,0 0-217,0-1 0,0 1 0,-1-1-1,1 0 1,0 0 0,-11-1 0,3 0-6614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24575,'0'-5'0,"0"-13"0,2 16 0,2 10 0,39 85 0,-16-35 0,-24-52 0,-1-1 0,0 1 0,0-1 0,0 1 0,-1 0 0,0 0 0,0 7 0,-1-12 0,0 1 0,0-1 0,0 1 0,0-1 0,0 1 0,0-1 0,-1 0 0,1 1 0,-1-1 0,1 1 0,-1-1 0,1 0 0,-1 0 0,0 1 0,1-1 0,-1 0 0,0 0 0,0 0 0,0 0 0,0 0 0,0 0 0,0 0 0,0 0 0,-1 0 0,1 0 0,0-1 0,0 1 0,-1 0 0,1-1 0,0 1 0,-1-1 0,1 0 0,-1 1 0,-1-1 0,-10 1-1365,1 0-5461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24575,'0'10'0,"0"6"0,3 5 0,0 2 0,3 1 0,2 0 0,1 1 0,0-2 0,-1-2 0,1-2 0,-1-2 0,-2-1 0,-3-1 0,-3-3 0,-2-6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24575,'15'30'0,"8"13"0,4 3 0,1-2 0,-2-8 0,-3-6 0,-3-6 0,-3-5 0,-3-3 0,-5-2 0,-4-3-8191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24575,'43'7'0,"0"1"0,42 15 0,-72-19 0,0 1 0,0 0 0,0 2 0,-1-1 0,0 1 0,0 1 0,0 0 0,-1 1 0,-1 0 0,14 15 0,-21-21 0,-1 0 0,1 0 0,-1 1 0,0-1 0,0 0 0,-1 1 0,1 0 0,-1-1 0,0 1 0,0 0 0,0 0 0,0-1 0,0 1 0,-1 0 0,0 0 0,0 5 0,0-7 0,-1 1 0,1-1 0,-1 1 0,0-1 0,0 1 0,0-1 0,0 1 0,0-1 0,0 0 0,-1 0 0,1 0 0,-1 1 0,1-1 0,-1-1 0,0 1 0,0 0 0,0 0 0,0-1 0,0 1 0,0-1 0,0 1 0,-1-1 0,1 0 0,0 0 0,-3 1 0,-2 0 0,0 0 0,0-1 0,0 0 0,0 0 0,0 0 0,0-1 0,0 0 0,0 0 0,0-1 0,0 0 0,1 0 0,-1-1 0,0 1 0,0-1 0,1-1 0,-1 0 0,1 0 0,-7-4 0,7 4 0,1-1 0,0 1 0,0-1 0,0-1 0,0 1 0,1-1 0,0 1 0,0-1 0,0-1 0,0 1 0,1 0 0,0-1 0,0 0 0,0 1 0,1-1 0,0-1 0,0 1 0,0 0 0,-1-12 0,3-41-1365,1 46-5461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24575,'-12'23'0,"-2"7"0,1 1 0,6-2 0,4-3 0,5-7 0,2-4 0,3-4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24575,'5'0'0,"0"0"0,-1 1 0,1-1 0,0 1 0,-1 0 0,1 0 0,-1 1 0,1-1 0,-1 1 0,0 0 0,0 0 0,0 1 0,5 2 0,-7-3 0,0 0 0,0 0 0,0 0 0,0 0 0,-1 0 0,1 0 0,-1 0 0,1 1 0,-1-1 0,0 1 0,0-1 0,0 1 0,0-1 0,-1 1 0,1-1 0,0 1 0,-1 0 0,0-1 0,0 1 0,0 0 0,0 0 0,0-1 0,0 1 0,-2 3 0,1-2 0,0 0 0,-1-1 0,1 1 0,-1-1 0,0 1 0,0-1 0,0 0 0,-1 0 0,1 0 0,-1 0 0,0 0 0,1-1 0,-7 5 0,5-4 0,0 0 0,1 0 0,0 0 0,0 0 0,0 1 0,0 0 0,0-1 0,-2 6 0,5-8 0,-1 0 0,1 0 0,0 0 0,0 0 0,0-1 0,0 1 0,0 0 0,0 0 0,0 0 0,0 0 0,0-1 0,1 1 0,-1 0 0,0 0 0,0 0 0,1-1 0,-1 1 0,0 0 0,1 0 0,-1-1 0,1 1 0,-1 0 0,1-1 0,-1 1 0,1-1 0,0 1 0,-1 0 0,1-1 0,0 1 0,-1-1 0,1 0 0,0 1 0,1 0 0,28 12 0,-26-12 0,26 7 0,1-1 0,1-2 0,-1 0 0,48-1 0,-68-4-273,1 0 0,-1 0 0,1-2 0,13-2 0,-12 1-6553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8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11 24575,'5'-2'0,"-1"0"0,1 1 0,0-1 0,0 1 0,0 0 0,0 1 0,0-1 0,0 1 0,0 0 0,0 0 0,0 0 0,0 1 0,0 0 0,-1 0 0,1 0 0,0 1 0,0-1 0,-1 1 0,1 0 0,0 0 0,-1 1 0,0 0 0,0-1 0,0 1 0,0 1 0,0-1 0,-1 0 0,1 1 0,-1 0 0,5 7 0,-3-1 0,0 0 0,0-1 0,-2 2 0,1-1 0,-1 0 0,0 1 0,-1-1 0,-1 1 0,1 16 0,-2-25 0,0 0 0,0 0 0,-1 0 0,1 0 0,-1 0 0,1-1 0,-1 1 0,0 0 0,0 0 0,0-1 0,0 1 0,0 0 0,0-1 0,0 1 0,0-1 0,-1 0 0,1 1 0,0-1 0,-1 0 0,0 0 0,1 0 0,-1 0 0,1 0 0,-1 0 0,0 0 0,0 0 0,0-1 0,1 1 0,-4 0 0,-5 1 0,-1-1 0,1 0 0,-1 0 0,-12-2 0,12 1 0,-19 0-92,1 1-544,-40-6-1,49 2-6189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24575,'-3'1'0,"0"0"0,-1 0 0,1 0 0,0 0 0,-1 1 0,-3 2 0,7-4 0,-1 1 0,1-1 0,-1 0 0,1 1 0,-1-1 0,1 1 0,0-1 0,-1 1 0,1-1 0,0 1 0,-1-1 0,1 1 0,0 0 0,0-1 0,-1 1 0,1-1 0,0 1 0,0 0 0,0-1 0,0 1 0,0-1 0,0 1 0,0 0 0,0-1 0,0 1 0,0-1 0,0 1 0,1 0 0,-1-1 0,0 1 0,0-1 0,1 1 0,-1 0 0,0-1 0,0 1 0,1-1 0,-1 1 0,1-1 0,-1 0 0,0 1 0,1-1 0,-1 1 0,2 0 0,2 3 0,1 0 0,0 0 0,0 0 0,0-1 0,0 0 0,1 0 0,-1 0 0,12 4 0,2-1 0,29 5 0,-34-8-94,3 1 150,0-1 1,0 0 0,31-1-1,-44-2-118,-1 0-1,1 0 1,0 0 0,0-1-1,-1 0 1,1 1-1,-1-2 1,1 1 0,0 0-1,-1-1 1,0 1 0,1-1-1,-1 0 1,0 0-1,0 0 1,0-1 0,0 1-1,0-1 1,-1 0-1,1 1 1,-1-1 0,0 0-1,3-5 1,0-3-6764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24575,'13'32'0,"3"14"0,0 2 0,-3-6 0,-4-4 0,-3-7 0,-3-5 0,-2-8-8191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3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24575,'13'-8'0,"9"-2"0,3 3 0,0 3 0,-2 4 0,-2 5 0,-2 4 0,-2 1 0,-2 1 0,0 0 0,0 2 0,-1 1 0,-2 1 0,-4 0 0,-2-3-8191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191 381 24575,'-15'27'0,"8"-15"0,0 0 0,-13 18 0,20-30 0,0 0 0,0 0 0,0 1 0,-1-1 0,1 0 0,0 0 0,0 0 0,0 1 0,-1-1 0,1 0 0,0 0 0,0 0 0,-1 0 0,1 0 0,0 1 0,0-1 0,-1 0 0,1 0 0,0 0 0,0 0 0,-1 0 0,1 0 0,0 0 0,-1 0 0,1 0 0,0 0 0,0 0 0,-1 0 0,1 0 0,0 0 0,0 0 0,-1 0 0,1 0 0,0 0 0,-1-1 0,1 1 0,0 0 0,0 0 0,-1 0 0,1 0 0,0-1 0,0 1 0,0 0 0,-1 0 0,1 0 0,0-1 0,0 1 0,0 0 0,0 0 0,0-1 0,-1 1 0,1 0 0,0 0 0,0-1 0,0 1 0,0 0 0,0-1 0,0 1 0,0 0 0,0-1 0,-5-22 0,4 18 0,-15-65 0,-41-105 0,27 87 0,10 32 0,23 61 0,-1 0 0,1 0 0,7 9 0,0-1 0,12 20 0,1 0 0,37 38 0,-55-67 0,-1 0 0,1 0 0,0 0 0,0 0 0,0-1 0,1 0 0,-1 0 0,9 3 0,-12-5 0,-1-1 0,1 1 0,-1-1 0,1 1 0,0-1 0,-1 0 0,1 0 0,0 0 0,-1 0 0,1 0 0,0 0 0,-1-1 0,1 1 0,0 0 0,-1-1 0,1 1 0,-1-1 0,1 0 0,-1 1 0,1-1 0,-1 0 0,1 0 0,-1 0 0,0 0 0,1 0 0,-1-1 0,0 1 0,0 0 0,0 0 0,0-1 0,0 1 0,0-1 0,0 1 0,-1-1 0,2-1 0,1-4 0,-1 0 0,1-1 0,-1 1 0,-1-1 0,1 0 0,-1-13 0,-2-51 0,0 36 0,0 22 0,0 10 0,1 0 0,0 0 0,0 0 0,0 0 0,0 1 0,0-1 0,1 0 0,2-8 0,-3 12 0,0 0 0,0 0 0,0 0 0,0 0 0,0 0 0,0 0 0,0 0 0,0 0 0,0 0 0,0-1 0,0 1 0,1 0 0,-1 0 0,0 0 0,0 0 0,0 0 0,0 0 0,0 0 0,0 0 0,0 0 0,0 0 0,0 0 0,1 0 0,-1 0 0,0 0 0,0 0 0,0 0 0,0 0 0,0 0 0,0 0 0,0 0 0,0 0 0,0 0 0,1 0 0,-1 0 0,0 0 0,0 0 0,0 0 0,0 1 0,0-1 0,0 0 0,0 0 0,0 0 0,0 0 0,0 0 0,0 0 0,0 0 0,5 7 0,2 7 0,22 64-82,70 160-1201,-92-224-5543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150 226 24575,'3'-15'0,"0"1"0,-2-1 0,1 1 0,-2-1 0,0 1 0,-3-20 0,3 29 0,-1 0 0,0 0 0,0-1 0,-1 1 0,0 0 0,1 0 0,-2 0 0,1 1 0,0-1 0,-1 0 0,0 1 0,0 0 0,-1-1 0,1 1 0,-1 1 0,1-1 0,-1 0 0,-1 1 0,1 0 0,-7-4 0,8 5 0,0 1 0,0 0 0,0 0 0,0 0 0,0 0 0,0 0 0,0 1 0,0-1 0,0 1 0,-1 0 0,1 0 0,0 0 0,0 1 0,0-1 0,0 1 0,-5 1 0,6-1 0,0 0 0,0 0 0,0 0 0,0 0 0,0 0 0,0 1 0,0-1 0,0 1 0,1 0 0,-1-1 0,1 1 0,-1 0 0,1 0 0,0 0 0,-1 0 0,1 0 0,0 0 0,0 1 0,1-1 0,-1 0 0,0 0 0,0 3 0,0 1 0,0 0 0,1 0 0,-1 0 0,1 0 0,1 0 0,-1 0 0,1 0 0,0-1 0,0 1 0,0 0 0,5 11 0,-2-9 0,0-1 0,1 1 0,-1-1 0,1 0 0,1 0 0,-1 0 0,10 8 0,-1-3 0,1 0 0,0-2 0,0 0 0,1 0 0,0-2 0,0 0 0,21 7 0,-26-11-119,-7-2 36,0 0 0,0-1 0,0 1 0,0-1 0,1 0 0,-1 0-1,0 0 1,1-1 0,-1 1 0,0-1 0,1 0 0,-1-1 0,0 1 0,8-2 0,1-4-6743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3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24575,'48'50'0,"69"62"0,-113-108 0,1-1 0,0 1 0,0-1 0,0 0 0,1-1 0,10 5 0,-15-7 0,0 0 0,0 1 0,0-1 0,0 0 0,0 1 0,1-1 0,-1 0 0,0 0 0,0 0 0,0 0 0,1 0 0,-1-1 0,0 1 0,0 0 0,0 0 0,0-1 0,1 1 0,-1-1 0,0 1 0,0-1 0,0 1 0,0-1 0,0 0 0,0 0 0,0 1 0,0-1 0,-1 0 0,1 0 0,0 0 0,0 0 0,-1 0 0,1 0 0,0 0 0,-1 0 0,1 0 0,-1 0 0,0 0 0,1 0 0,-1-1 0,1-1 0,-1-1 0,1-1 0,-1 1 0,0-1 0,0 0 0,0 1 0,0-1 0,-1 0 0,-1-5 0,-13-39 0,9 35 0,0-7 0,4 13 0,-1 0 0,1-1 0,-1 1 0,-1 0 0,0 1 0,0-1 0,0 1 0,-9-12 0,12 19 0,1-1 0,0 1 0,0 0 0,0 0 0,-1-1 0,1 1 0,0 0 0,0 0 0,-1-1 0,1 1 0,0 0 0,-1 0 0,1 0 0,0-1 0,-1 1 0,1 0 0,0 0 0,-1 0 0,1 0 0,0 0 0,-1 0 0,1 0 0,0 0 0,-1 0 0,1 0 0,0 0 0,-1 0 0,1 0 0,0 0 0,-1 0 0,1 0 0,0 0 0,-1 0 0,1 1 0,0-1 0,-1 0 0,0 1 0,1 0 0,-1 0 0,0 0 0,1 0 0,0 0 0,-1 0 0,1 0 0,-1 0 0,1 0 0,0 0 0,0 2 0,-1 3 0,1 0 0,0 0 0,1 9 0,1-7 0,0-1 0,0 0 0,1 0 0,0 0 0,1 0 0,0-1 0,0 1 0,0-1 0,1 0 0,0 0 0,0 0 0,0-1 0,1 0 0,-1 0 0,2 0 0,-1 0 0,0-1 0,14 6 0,-14-7 0,1 0 0,-1 0 0,1 0 0,0-1 0,0 0 0,0-1 0,0 1 0,0-1 0,0-1 0,1 1 0,-1-1 0,0-1 0,0 1 0,1-1 0,-1 0 0,0-1 0,0 0 0,0 0 0,12-6 0,-15 6 0,-1 0 0,0-1 0,0 1 0,0-1 0,-1 1 0,1-1 0,0 0 0,-1 0 0,0 0 0,0 0 0,0-1 0,0 1 0,0-1 0,-1 1 0,0-1 0,1 1 0,-1-1 0,0 0 0,-1 0 0,1 1 0,-1-1 0,0 0 0,0-7 0,0 2 0,-1 1 0,-1-1 0,1 1 0,-1 0 0,-1-1 0,1 1 0,-1 0 0,-1 0 0,-6-11 0,9 17 0,0 1 0,0-1 0,0 1 0,0 0 0,0 0 0,0-1 0,-1 1 0,1 0 0,0 0 0,-1 0 0,1 0 0,0 0 0,-1 1 0,1-1 0,-3 0 0,4 1 0,-1 0 0,0 0 0,0 0 0,1 0 0,-1 0 0,0 0 0,0 0 0,1 0 0,-1 0 0,0 0 0,0 1 0,1-1 0,-1 0 0,0 1 0,1-1 0,-1 0 0,0 1 0,1-1 0,-1 1 0,1-1 0,-1 1 0,1-1 0,-1 1 0,1 0 0,-1-1 0,1 1 0,-1-1 0,1 1 0,0 0 0,0-1 0,-1 1 0,1 0 0,0 0 0,0-1 0,0 1 0,-1 1 0,-1 7 0,1 0 0,-1 1 0,1-1 0,1 1 0,0-1 0,0 1 0,1 0 0,0-1 0,1 0 0,0 1 0,0-1 0,1 0 0,1 0 0,-1 0 0,1 0 0,1-1 0,-1 1 0,1-1 0,1-1 0,0 1 0,8 8 0,-13-14 0,1-1 0,-1 1 0,1-1 0,0 0 0,-1 1 0,1-1 0,0 0 0,0 0 0,0-1 0,0 1 0,0 0 0,0 0 0,0-1 0,0 1 0,0-1 0,0 0 0,0 0 0,0 0 0,0 0 0,1 0 0,-1 0 0,0 0 0,0-1 0,0 1 0,0-1 0,0 1 0,0-1 0,0 0 0,2-1 0,1-1 0,0-1 0,0 0 0,0 0 0,0 0 0,-1 0 0,0-1 0,0 0 0,6-9 0,-9 13 0,-1-1 0,1 1 0,0 0 0,0 0 0,0-1 0,0 1 0,0 0 0,0 0 0,0 0 0,1 0 0,-1 0 0,0 1 0,1-1 0,-1 0 0,0 0 0,1 1 0,-1-1 0,1 1 0,-1 0 0,1-1 0,-1 1 0,1 0 0,-1 0 0,2 0 0,1 0 0,0 1 0,1 0 0,-2 1 0,1-1 0,0 1 0,0 0 0,6 3 0,-1 0 0,0 0 0,0-1 0,0 0 0,0-1 0,1 0 0,0 0 0,-1-1 0,1-1 0,0 1 0,15-1 0,31-2-74,29 0 257,-74 1-429,-1 2 1,1-1-1,-1 1 0,1 1 1,16 5-1,-18-3-6580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24575,'1'0'0,"0"0"0,0 0 0,0 1 0,0-1 0,0 0 0,0 0 0,0 1 0,-1-1 0,1 1 0,0-1 0,0 1 0,0-1 0,0 1 0,-1-1 0,1 1 0,0 0 0,0-1 0,-1 1 0,1 0 0,-1 0 0,1 0 0,-1-1 0,1 1 0,-1 0 0,1 0 0,-1 0 0,0 0 0,1 0 0,-1 0 0,0 0 0,0 0 0,0 0 0,0 0 0,0 2 0,1 5 0,-1 1 0,-1-1 0,-1 11 0,0-4 0,1 22 0,3 46 0,0-64 0,1 1 0,0-1 0,2 0 0,7 20 0,43 86 0,-54-122-1365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7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152 172 24575,'-5'-4'0,"-4"-5"0,0 0 0,-1 1 0,-1 0 0,1 1 0,-1 0 0,-1 0 0,-20-8 0,31 15 0,-1-1 0,0 1 0,1-1 0,-1 1 0,0 0 0,1 0 0,-1 0 0,0 0 0,1 0 0,-1 0 0,0 0 0,1 0 0,-1 1 0,1-1 0,-1 0 0,-2 2 0,3-1 0,0-1 0,0 1 0,1 0 0,-1-1 0,0 1 0,0 0 0,1 0 0,-1 0 0,0 0 0,1 0 0,-1 0 0,1 0 0,0 0 0,-1 0 0,1 0 0,0 0 0,-1 0 0,1 0 0,0 0 0,0 0 0,0 0 0,0 0 0,0 1 0,0 0 0,1 6 0,1 0 0,-1 0 0,2 0 0,-1 0 0,1-1 0,0 1 0,0-1 0,1 0 0,8 12 0,-6-10 0,0-1 0,1 1 0,0-1 0,1 0 0,0-1 0,16 12 0,-23-18 0,1 0 0,-1 0 0,1 0 0,-1 0 0,1 0 0,-1-1 0,1 1 0,0 0 0,-1-1 0,1 1 0,0-1 0,0 0 0,-1 0 0,1 1 0,0-1 0,0 0 0,-1-1 0,1 1 0,0 0 0,0 0 0,-1-1 0,1 1 0,0-1 0,-1 1 0,1-1 0,-1 0 0,1 0 0,0 0 0,-1 0 0,0 0 0,1 0 0,-1 0 0,0 0 0,1 0 0,-1-1 0,0 1 0,0 0 0,0-1 0,1-2 0,0 0 0,1-1 0,-1 1 0,0-1 0,-1 0 0,1 0 0,-1 0 0,0 0 0,0 0 0,0 0 0,-1 0 0,0 0 0,0-9 0,-3 3 0,1 1 0,-1-1 0,-1 1 0,0 0 0,0 0 0,-1 1 0,-6-10 0,-2-1 0,0 1 0,-20-21 0,30 37 0,0 0 0,0 1 0,0-1 0,0 0 0,0 1 0,-1 0 0,-3-3 0,6 5 0,0-1 0,0 1 0,0 0 0,0-1 0,0 1 0,0 0 0,0 0 0,0 0 0,0-1 0,0 1 0,0 0 0,0 0 0,0 1 0,0-1 0,0 0 0,0 0 0,0 0 0,0 1 0,0-1 0,0 0 0,0 1 0,0-1 0,0 1 0,1-1 0,-1 1 0,0 0 0,0-1 0,0 1 0,1 0 0,-1-1 0,0 1 0,1 0 0,-1 0 0,0 1 0,-2 4 0,-1 1 0,1-1 0,0 1 0,1 0 0,0 0 0,0 0 0,1 1 0,-1-1 0,2 0 0,-1 0 0,1 1 0,1 10 0,0-6 0,0 0 0,2 0 0,-1 0 0,1-1 0,1 1 0,9 20 0,-11-28-151,0 0-1,0-1 0,0 1 0,0 0 1,1-1-1,0 0 0,-1 0 1,5 4-1,3-1-6674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15 24575,'0'-14'0,"0"13"0,0 3 0,0 25 0,0-9 0,-1 66 0,0 20 0,14 120 0,-7-184-111,7 61-516,2 146 0,-15-235-6199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49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91 24575,'1'-3'0,"0"1"0,0-1 0,0 0 0,-1 1 0,1-1 0,-1 0 0,0 0 0,0 1 0,0-1 0,0 0 0,-1 0 0,1 1 0,0-1 0,-1 0 0,0 1 0,-1-4 0,1 4 0,-1 0 0,1 0 0,0 0 0,-1 1 0,1-1 0,-1 1 0,0-1 0,0 1 0,1-1 0,-1 1 0,0 0 0,0 0 0,0 0 0,0 0 0,-1 0 0,1 0 0,0 1 0,0-1 0,0 1 0,-3-1 0,2 1 0,1 0 0,0 0 0,0 0 0,0 0 0,-1 0 0,1 0 0,0 0 0,0 1 0,0-1 0,0 1 0,0 0 0,-1-1 0,1 1 0,0 0 0,1 0 0,-1 0 0,0 1 0,0-1 0,0 0 0,1 1 0,-1-1 0,0 1 0,1 0 0,0-1 0,-1 1 0,1 0 0,0 0 0,0 0 0,0 0 0,0 0 0,0 0 0,1 0 0,-1 0 0,0 0 0,1 3 0,-1-2 0,0 1 0,1 0 0,-1 0 0,1-1 0,0 1 0,0 0 0,0 0 0,1 0 0,0-1 0,-1 1 0,1 0 0,0-1 0,1 1 0,-1-1 0,1 1 0,-1-1 0,1 0 0,0 1 0,1-1 0,2 4 0,-3-5 0,1 0 0,-1 0 0,0-1 0,1 1 0,-1-1 0,1 1 0,-1-1 0,1 0 0,0 0 0,0 0 0,-1 0 0,1 0 0,0-1 0,0 1 0,0-1 0,0 0 0,0 0 0,0 0 0,-1 0 0,7-1 0,-7 0 0,1 0 0,-1 0 0,0 0 0,0 0 0,0 0 0,0 0 0,0 0 0,0-1 0,0 1 0,0-1 0,0 1 0,-1-1 0,1 0 0,0 0 0,-1 0 0,0 0 0,1 0 0,-1 0 0,0 0 0,0 0 0,0 0 0,0 0 0,-1-1 0,1 1 0,-1 0 0,1-4 0,-1 2 0,0-1 0,0 0 0,0 0 0,-1 1 0,1-1 0,-1 0 0,-1 1 0,1-1 0,-1 1 0,1-1 0,-1 1 0,0 0 0,-1 0 0,1 0 0,-1 0 0,-4-5 0,5 7 0,0-1 0,1 1 0,-1 0 0,0 0 0,-1 0 0,1 1 0,0-1 0,0 0 0,-1 1 0,1 0 0,-1-1 0,0 1 0,1 0 0,-1 0 0,0 1 0,1-1 0,-1 0 0,0 1 0,0 0 0,0-1 0,1 1 0,-1 1 0,0-1 0,0 0 0,0 0 0,0 1 0,1 0 0,-5 1 0,6-1 0,-1-1 0,1 1 0,-1 0 0,1 0 0,0 0 0,0 0 0,-1 0 0,1 0 0,0 1 0,0-1 0,0 0 0,0 0 0,0 1 0,1-1 0,-1 1 0,-1 1 0,1 0 0,0 1 0,0-1 0,1 1 0,-1-1 0,1 1 0,0 0 0,0 3 0,0 3 0,1 0 0,1-1 0,0 1 0,4 13 0,-3-16-105,0-1 0,0 0 0,0 1 0,1-1 0,-1 0 0,2-1 0,-1 1 0,0-1 0,1 0 0,0 0 0,0 0 0,7 4 0,-3-3-6721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24575,'-12'60'0,"3"6"0,3 1 0,4 0 0,2 1 0,10 78 0,45 160 0,-32-190 0,-11-51 0,6 112 0,-18-172 0,0 1 0,0-1 0,-1 0 0,0 1 0,0-1 0,0 0 0,-4 10 0,5-14 0,0 0 0,-1-1 0,1 1 0,-1 0 0,1 0 0,-1 0 0,0 0 0,1 0 0,-1-1 0,0 1 0,0 0 0,1 0 0,-1-1 0,0 1 0,0-1 0,0 1 0,0-1 0,0 1 0,0-1 0,0 1 0,0-1 0,0 0 0,0 0 0,0 1 0,0-1 0,0 0 0,0 0 0,0 0 0,0 0 0,0 0 0,0 0 0,0 0 0,0-1 0,0 1 0,0 0 0,0-1 0,0 1 0,0 0 0,0-1 0,0 1 0,0-1 0,0 0 0,1 1 0,-1-1 0,-1-1 0,-8-5-1365,3-2-5461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88 24575,'-8'-10'0,"3"2"0,-1 0 0,0 1 0,0-1 0,0 1 0,-1 1 0,0 0 0,0 0 0,-16-10 0,22 15 0,0 0 0,1 1 0,-1-1 0,0 1 0,0 0 0,0-1 0,0 1 0,0 0 0,0-1 0,0 1 0,0 0 0,0 0 0,0 0 0,0 0 0,0 0 0,0 0 0,0 0 0,0 0 0,0 1 0,0-1 0,0 0 0,0 0 0,0 1 0,0-1 0,1 1 0,-1-1 0,0 1 0,0-1 0,0 1 0,0-1 0,1 1 0,-1 0 0,0 0 0,1-1 0,-1 1 0,0 0 0,1 0 0,-1 0 0,1 0 0,-1-1 0,1 1 0,0 0 0,-1 0 0,1 0 0,0 0 0,0 0 0,-1 2 0,1 2 0,-1 1 0,0-1 0,1 0 0,0 1 0,1-1 0,-1 1 0,3 7 0,0-2 0,0 0 0,1 0 0,1 0 0,-1-1 0,8 11 0,-8-14 0,0-1 0,1 0 0,0 1 0,0-2 0,1 1 0,-1 0 0,1-1 0,9 6 0,-11-9 0,0 0 0,0 0 0,0 0 0,0 0 0,0-1 0,1 0 0,-1 0 0,0 0 0,1 0 0,6 0 0,-10-1 0,1 0 0,-1 0 0,1-1 0,-1 1 0,1 0 0,-1 0 0,1-1 0,-1 1 0,1-1 0,-1 1 0,0-1 0,1 0 0,-1 1 0,0-1 0,1 0 0,-1 0 0,0 0 0,0 0 0,0 0 0,0 0 0,0 0 0,0 0 0,0-1 0,0 1 0,0 0 0,-1-1 0,1 1 0,0 0 0,-1-1 0,0 1 0,1-1 0,-1 1 0,1-3 0,0-4 0,-1 0 0,0-1 0,0 1 0,-1-1 0,1 1 0,-2 0 0,1 0 0,-1-1 0,-1 1 0,0 0 0,0 1 0,0-1 0,-7-10 0,8 14 0,-1-1 0,0 1 0,0-1 0,0 1 0,-1 0 0,0 0 0,0 1 0,0-1 0,0 1 0,0 0 0,-1 0 0,1 0 0,-1 0 0,0 1 0,0 0 0,0 0 0,0 0 0,0 1 0,0-1 0,0 1 0,-1 1 0,-5-1 0,9 1 0,-1 0 0,0 0 0,1 0 0,-1 0 0,1 1 0,-1-1 0,1 1 0,-1-1 0,1 1 0,0 0 0,-1 0 0,1 0 0,0 1 0,0-1 0,-1 0 0,1 1 0,0 0 0,0-1 0,1 1 0,-1 0 0,0 0 0,1 0 0,-1 0 0,1 0 0,-1 0 0,1 1 0,0-1 0,-1 4 0,1-3 0,0 1 0,1 0 0,-1-1 0,1 1 0,0 0 0,0 0 0,0-1 0,0 1 0,1 0 0,0-1 0,-1 1 0,1 0 0,1-1 0,-1 1 0,0-1 0,1 1 0,0-1 0,0 0 0,2 3 0,7 9 0,0-2 0,25 25 0,-29-32 0,0 0 0,0-1 0,1 0 0,0 0 0,0 0 0,0-1 0,13 5 0,-9-7-1365,-2-2-5461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24575,'0'166'0,"1"184"0,3-281 0,4-1 0,2-1 0,30 106 0,-34-148 0,-5-18 0,0 0 0,1 0 0,0 0 0,0 0 0,1-1 0,4 9 0,-7-14-21,1-1 0,-1 0 0,0 1 0,0-1 0,0 0 0,0 0 0,0 1 0,0-1 0,1 0 0,-1 0 0,0 1 0,0-1 0,0 0 0,1 0 0,-1 1 0,0-1 0,0 0 0,0 0 0,1 0 0,-1 0 0,0 1 0,1-1 0,-1 0 0,0 0 0,0 0 0,1 0 0,-1 0 0,0 0 0,1 0 0,-1 0 0,0 0 0,0 0 0,1 0 0,-1 0 0,0 0 0,1 0 0,-1 0 0,0 0 0,1 0 0,-1 0 0,0 0 0,0-1 0,1 1 0,-1 0 0,0 0 0,0 0 0,1 0 0,-1-1 0,0 1 0,0 0 0,0 0 0,1-1 0,-1 1 0,0 0 0,0 0 0,0-1 0,0 1 0,1 0 0,-1 0 0,0-1 0,0 1 0,0 0 0,0-1 0,0 1 0,2-8-6805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2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118 143 24575,'-6'0'0,"0"-1"0,0 0 0,0 1 0,0 0 0,0 1 0,0-1 0,-7 3 0,12-3 0,0 0 0,-1 1 0,1-1 0,0 1 0,0-1 0,0 1 0,0 0 0,0-1 0,0 1 0,0 0 0,0 0 0,0 0 0,0 0 0,0-1 0,0 1 0,-1 2 0,2-2 0,0 1 0,-1-1 0,1 0 0,0 0 0,0 1 0,-1-1 0,1 0 0,0 1 0,0-1 0,1 0 0,-1 1 0,0-1 0,0 0 0,1 0 0,-1 1 0,0-1 0,1 0 0,-1 0 0,2 2 0,1 3 0,0-1 0,1-1 0,-1 1 0,1 0 0,0-1 0,0 0 0,0 0 0,7 5 0,-9-7 0,1 0 0,-1-1 0,1 1 0,-1-1 0,1 1 0,-1-1 0,1 0 0,0 0 0,0 0 0,0 0 0,0-1 0,-1 1 0,1-1 0,0 0 0,0 0 0,0 0 0,0 0 0,5-1 0,-7 1 0,0-1 0,0 1 0,1-1 0,-1 0 0,0 1 0,0-1 0,0 0 0,0 0 0,0 0 0,0 0 0,0 0 0,0 0 0,0 0 0,0 0 0,-1-1 0,1 1 0,0 0 0,-1 0 0,1 0 0,-1-1 0,0 1 0,1 0 0,-1-1 0,0 1 0,0-1 0,1 1 0,-1 0 0,0-1 0,-1-1 0,1-2 0,0 0 0,-1-1 0,0 1 0,0 0 0,0-1 0,-3-5 0,-4-7 0,-1 0 0,-20-33 0,22 41 0,-1 0 0,0 0 0,0 1 0,-1 0 0,-18-14 0,26 22 0,-1 0 0,0-1 0,0 1 0,0 0 0,0 1 0,0-1 0,0 0 0,0 0 0,0 1 0,0-1 0,-5 1 0,7 0 0,-1 0 0,0 0 0,1 0 0,-1 0 0,0 0 0,1 1 0,-1-1 0,0 0 0,1 1 0,-1-1 0,0 0 0,1 1 0,-1-1 0,1 0 0,-1 1 0,1-1 0,-1 1 0,1-1 0,-1 1 0,1 0 0,0-1 0,-1 1 0,1-1 0,0 1 0,-1 0 0,1-1 0,0 1 0,0 0 0,-1-1 0,1 1 0,0 0 0,0-1 0,0 1 0,0 0 0,0 0 0,0-1 0,0 1 0,0 0 0,0-1 0,1 2 0,1 9-27,0 1 0,1-1 0,0 0 0,1 0 0,0 0 0,11 19 0,-3-6-1149,-6-10-5650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24575,'-2'3'0,"-1"5"0,-1 4 0,2 6 0,0 4 0,1 3 0,0 0 0,1 2 0,3-3 0,0 1 0,0-2 0,0 0 0,2-1 0,-1-2 0,0-2 0,-4-4 0,-1-4-8191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118 124 24575,'-4'-7'0,"-4"-6"0,0 1 0,-1 0 0,0 1 0,-1 0 0,-16-15 0,25 26 0,0-1 0,0 0 0,0 0 0,0 1 0,0-1 0,0 1 0,0-1 0,0 1 0,0-1 0,0 1 0,0 0 0,0-1 0,0 1 0,0 0 0,0 0 0,0 0 0,0 0 0,0 0 0,-1 0 0,1 0 0,-1 0 0,1 1 0,0-1 0,0 1 0,0-1 0,0 1 0,0 0 0,1-1 0,-1 1 0,0 0 0,0 0 0,1 0 0,-1 0 0,0 0 0,1-1 0,-1 1 0,1 0 0,-1 0 0,0 2 0,0 1 0,0 1 0,0 0 0,0-1 0,0 1 0,1 0 0,-1 0 0,1 0 0,1 6 0,1 0 0,0-1 0,8 20 0,-8-24 0,0-1 0,0 0 0,1 0 0,-1-1 0,1 1 0,1-1 0,5 8 0,-9-12 0,1 1 0,0 0 0,-1-1 0,1 1 0,0 0 0,-1-1 0,1 1 0,0-1 0,0 1 0,-1-1 0,1 0 0,0 1 0,0-1 0,0 0 0,-1 1 0,1-1 0,0 0 0,0 0 0,0 0 0,0 0 0,0 0 0,0 0 0,0 0 0,-1 0 0,1 0 0,0 0 0,0-1 0,0 1 0,0 0 0,0 0 0,-1-1 0,1 1 0,0-1 0,0 1 0,0-1 0,-1 1 0,1-1 0,0 1 0,-1-1 0,2 0 0,-1-2 0,1 1 0,0-1 0,-1 1 0,0-1 0,1 1 0,-1-1 0,0 0 0,0 1 0,-1-1 0,1 0 0,0-4 0,0-3 0,-1-1 0,0 1 0,0-1 0,-1 1 0,-3-15 0,2 19 0,1 0 0,-1-1 0,-1 1 0,1 0 0,-1 1 0,0-1 0,0 0 0,-1 1 0,-7-10 0,11 15 0,0-1 0,-1 1 0,1-1 0,0 1 0,-1-1 0,1 1 0,-1-1 0,1 1 0,-1 0 0,1-1 0,-1 1 0,1 0 0,-1-1 0,1 1 0,-1 0 0,1 0 0,-1 0 0,1-1 0,-1 1 0,1 0 0,-1 0 0,0 0 0,1 0 0,-1 0 0,0 0 0,0 1 0,1-1 0,-1 1 0,1-1 0,-1 0 0,1 1 0,-1-1 0,1 1 0,-1 0 0,1-1 0,0 1 0,-1-1 0,1 1 0,0 0 0,0-1 0,0 1 0,-1 0 0,1-1 0,0 2 0,-1 2 0,1 1 0,0-1 0,-1 1 0,2 0 0,0 5 0,1 2 0,1 0 0,1 0 0,0 0 0,7 13 0,-8-20 0,-1 0 0,1 0 0,0 0 0,0-1 0,0 1 0,1-1 0,0 0 0,-1 0 0,1 0 0,1-1 0,7 6 0,-12-9-35,1 1 0,-1-1 0,1 0 0,0 1 0,0-1 0,-1 0 0,1 1 0,0-1 0,0 0 0,-1 0 0,1 0 0,0 0 0,0 0 0,-1 0 0,1 0 0,0 0 0,0 0 0,-1 0 0,1 0 0,0 0 0,0-1 0,-1 1 0,1 0 0,0-1 0,-1 1 0,1 0 0,0-1 0,-1 1 0,1-1 0,0 1 0,-1-1 0,1 1 0,-1-1 0,1 1 0,-1-1 0,1 1 0,-1-1 0,1 0 0,3-8-6791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4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24575,'6'15'0,"0"8"0,3 4 0,0 1 0,0-2 0,-1-1 0,-2-1 0,1-3 0,-1-3 0,-2-1 0,-1-1 0,-1-2 0,-2 1 0,1-3-8191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5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24575,'6'-2'0,"-1"1"0,1 0 0,0 0 0,0 1 0,-1 0 0,1 0 0,0 0 0,0 1 0,7 1 0,-11-2 0,0 1 0,0 0 0,0-1 0,0 1 0,0 0 0,0 0 0,0 0 0,-1 1 0,1-1 0,0 0 0,-1 1 0,1-1 0,-1 1 0,1-1 0,-1 1 0,0 0 0,0-1 0,0 1 0,0 0 0,0 0 0,0 0 0,0 0 0,0 0 0,-1 0 0,1 0 0,-1 0 0,0 0 0,1 4 0,-1-4 0,0 0 0,0 1 0,0-1 0,-1 0 0,1 1 0,-1-1 0,1 0 0,-1 0 0,0 0 0,0 1 0,0-1 0,0 0 0,0 0 0,0 0 0,-2 2 0,-3 2 0,1 0 0,-1-1 0,-8 6 0,9-7 0,1 0 0,-1-1 0,1 2 0,0-1 0,0 0 0,-4 7 0,8-11 0,-1 1 0,1 0 0,-1 0 0,1 0 0,0 0 0,0 0 0,-1-1 0,1 1 0,0 0 0,0 0 0,0 0 0,0 0 0,0 0 0,0 0 0,0 0 0,0 0 0,0 0 0,1 0 0,-1-1 0,0 1 0,0 0 0,1 1 0,0 0 0,1-1 0,-1 1 0,0 0 0,1-1 0,-1 1 0,1-1 0,-1 1 0,1-1 0,2 2 0,2 1 0,0-1 0,0 0 0,0-1 0,1 1 0,7 1 0,8 2-100,-13-3-58,-1-1 0,1 0 0,-1 0-1,1-1 1,-1 0 0,1-1 0,14 0 0,-10-3-6668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24575,'11'-7'0,"1"1"0,1 0 0,-1 1 0,14-4 0,-23 8 0,0 0 0,0 0 0,0 1 0,1-1 0,-1 1 0,0 0 0,0 0 0,1 0 0,-1 0 0,0 1 0,0-1 0,0 1 0,1 0 0,-1 0 0,0 0 0,0 0 0,0 0 0,0 1 0,-1-1 0,1 1 0,0 0 0,4 4 0,-1 0 0,0 2 0,0-1 0,-1 1 0,0-1 0,6 13 0,-8-14 0,0 0 0,0 1 0,-1-1 0,0 1 0,0-1 0,-1 1 0,0-1 0,1 10 0,-3-13 0,1 0 0,0 0 0,-1 0 0,0 0 0,1-1 0,-1 1 0,0 0 0,-1 0 0,1-1 0,0 1 0,-1-1 0,1 1 0,-1-1 0,-4 4 0,3-2 0,0-1 0,-1 0 0,0 0 0,1-1 0,-1 1 0,0-1 0,0 0 0,-8 3 0,12-5 0,-1 0 0,0 1 0,0-1 0,0 0 0,0 1 0,0-1 0,0 1 0,0-1 0,1 1 0,-1-1 0,0 1 0,0-1 0,1 1 0,-1 0 0,0-1 0,1 1 0,-1 0 0,0 1 0,1-2 0,0 1 0,0-1 0,0 1 0,0-1 0,0 1 0,1-1 0,-1 0 0,0 1 0,0-1 0,0 1 0,1-1 0,-1 0 0,0 1 0,1-1 0,-1 1 0,0-1 0,1 0 0,-1 1 0,0-1 0,1 0 0,-1 0 0,0 1 0,1-1 0,-1 0 0,1 0 0,7 4 0,0-1 0,-1 0 0,10 1 0,-11-2 0,88 33-495,-80-29-375,2 0-5956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6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24575,'3'20'0,"3"9"0,3 5 0,2 1 0,3-2 0,-2-5 0,-3-4 0,-2-6-8191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7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0 24575,'-13'3'0,"-6"0"0,-3 3 0,0-1 0,2 3 0,0-1 0,3 1 0,0 2 0,5-1-8191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58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24575,'16'-4'0,"1"0"0,32-3 0,-43 7 0,-1-1 0,1 1 0,-1 0 0,0 1 0,1 0 0,-1-1 0,0 2 0,1-1 0,-1 0 0,0 1 0,0 0 0,0 0 0,6 4 0,-9-4 0,-1-1 0,1 1 0,-1 0 0,1-1 0,-1 1 0,1 0 0,-1 0 0,0 0 0,0 0 0,0 0 0,0 0 0,0 0 0,-1 0 0,1 1 0,0-1 0,-1 0 0,0 0 0,1 1 0,-1-1 0,0 0 0,0 0 0,-1 1 0,1-1 0,0 0 0,-1 0 0,0 4 0,-1 0 0,0 0 0,-1 0 0,1 0 0,-1 0 0,0 0 0,-1 0 0,1-1 0,-6 6 0,1-3 0,-1 1 0,-18 12 0,19-14 0,-1-1 0,1 2 0,0-1 0,-8 10 0,16-16 0,-1 0 0,0 0 0,1 0 0,-1 0 0,1 0 0,-1 0 0,1 0 0,-1 0 0,1 0 0,0 0 0,-1 0 0,1 0 0,0 0 0,0 0 0,0 0 0,0 0 0,0 0 0,0 0 0,0 0 0,0 0 0,0 0 0,0 0 0,1 0 0,-1 0 0,1 2 0,0-2 0,0 1 0,1 0 0,-1 0 0,1-1 0,-1 1 0,1-1 0,0 1 0,-1-1 0,1 0 0,0 1 0,3 0 0,6 3 0,0 0 0,1-1 0,16 3 0,-27-7 0,26 5-341,0-1 0,1-2-1,46-1 1,-59-1-6485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5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5370 43 24575,'1'0'0,"0"-1"0,0 0 0,-1 0 0,1 0 0,0 0 0,-1 0 0,1-1 0,-1 1 0,1 0 0,-1 0 0,0 0 0,1 0 0,-1-1 0,0 1 0,0 0 0,0 0 0,0 0 0,0-1 0,0 1 0,0 0 0,0 0 0,-1 0 0,1 0 0,0-1 0,-1 1 0,1 0 0,-2-1 0,1 0 0,0 1 0,0 0 0,-1 0 0,1 1 0,0-1 0,-1 0 0,1 0 0,-1 1 0,1-1 0,-1 1 0,1-1 0,-1 1 0,1 0 0,-1-1 0,0 1 0,1 0 0,-1 0 0,1 0 0,-1 0 0,-2 1 0,-129 23 0,30-3 0,-376 18-468,-2-45 234,-456-1-807,584 8 807,-280 29 75,14 0-129,534-30 827,1-4 1,-111-19-1,193 22-512,-21-4 376,21 4-380,1 1 1,0 0-1,0-1 1,0 0-1,0 1 1,0-1-1,0 1 1,0-1-1,0 0 1,0 0 0,0 0-1,0 1 1,0-1-1,1 0 1,-2-2-1,2 2-23,0 1 0,0 0 0,0-1 0,0 1 0,0 0 0,0-1 0,0 1 0,0 0 0,0-1 0,0 1 0,0-1 0,0 1 0,0 0 0,0-1 0,1 1 0,-1 0 0,0 0 0,0-1 0,1 1 0,-1 0 0,0-1 0,0 1 0,1 0 0,-1 0 0,0 0 0,0-1 0,1 1 0,-1 0 0,0 0 0,1 0 0,-1 0 0,0-1 0,1 1 0,-1 0 0,0 0 0,1 0 0,-1 0 0,1 0 0,0 0 0,17-3 0,-17 3 0,213-3 0,-120 5 0,607 13-2676,-19 0-1260,215-23 3211,-52 1 2023,-831 7-611,-1 0 107,0 0-1,0-1 1,25-4-1,-38 5-766,0 0 0,0 0 0,0 0 0,0 0 0,0 0 0,0 0-1,0 0 1,1 0 0,-1 0 0,0 0 0,0 0 0,0 0 0,0 0 0,0 0 0,0 0 0,0 0 0,1 0 0,-1 0 0,0 0 0,0 0 0,0 0-1,0 0 1,0 0 0,0 0 0,0 0 0,1 0 0,-1 0 0,0 0 0,0 0 0,0 0 0,0-1 0,0 1 0,0 0 0,0 0 0,0 0 0,0 0-1,0 0 1,0 0 0,1 0 0,-1 0 0,0-1 0,0 1 0,0 0 0,0 0 0,0 0 0,0 0 0,0 0 0,0 0 0,0 0 0,0-1 0,0 1-1,0 0 1,0 0 0,0 0 0,0 0 0,-1-1 0,-8-2 401,-15-1-272,-85-6-128,-167 6-1,169 5-23,-603 39-920,-140-5 916,-247-76-1739,342 6 692,536 29 997,-46-1 405,89 6 2660,161 1-2960,1 0-1,-1 1 1,1 0 0,-1 1-1,1 1 1,-16 5-1,-7 4-54,38-10 0,7-1 0,11 0 0,95-2 0,232 7 0,220 4-27,-407-11-172,204-6-862,-43-1-734,236 1 1503,232-1-1664,90 17 1575,-666-4-703,319 10 730,-375-3 3003,-143-11-2618,7 1-3753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27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1213 84 24575,'11'-4'0,"-3"1"0,-1 0 0,0 0 0,1 0 0,10-8 0,-17 11 0,-1 0 0,0 0 0,0 0 0,1-1 0,-1 1 0,0 0 0,0 0 0,1 0 0,-1 0 0,0-1 0,0 1 0,0 0 0,1 0 0,-1 0 0,0-1 0,0 1 0,0 0 0,0 0 0,0-1 0,1 1 0,-1 0 0,0 0 0,0-1 0,0 1 0,0 0 0,0-1 0,0 1 0,0 0 0,0 0 0,0-1 0,0 1 0,0 0 0,0-1 0,0 1 0,0 0 0,0 0 0,0-1 0,0 1 0,-1-1 0,-11-4 0,-21 1 0,33 4 0,-291 0 0,137 2 0,-90 6 0,-124-1 0,237-8 0,128 1 0,0 1 0,-1-1 0,1-1 0,0 1 0,0 0 0,0-1 0,0 0 0,0 1 0,0-1 0,0-1 0,0 1 0,-3-2 0,7 3 0,-1 0 0,0 0 0,0-1 0,0 1 0,0 0 0,0 0 0,0-1 0,1 1 0,-1 0 0,0 0 0,0 0 0,0-1 0,1 1 0,-1 0 0,0 0 0,0 0 0,1 0 0,-1 0 0,0 0 0,0-1 0,1 1 0,-1 0 0,0 0 0,0 0 0,1 0 0,-1 0 0,0 0 0,0 0 0,1 0 0,-1 0 0,0 0 0,0 0 0,1 0 0,12-1 0,236-1 0,-129 3 0,641-1-588,-753 0 588,17 1 0,0-2 0,0 0 0,26-6 0,-51 7 1,0-1 0,0 1-1,0 0 1,0 0 0,0 0 0,0 0 0,0 0 0,-1 0 0,1 0-1,0 0 1,0 0 0,0 0 0,0 0 0,0 0 0,0 0 0,0 0-1,0 0 1,0 0 0,0 0 0,0-1 0,0 1 0,0 0 0,0 0 0,0 0-1,0 0 1,0 0 0,0 0 0,0 0 0,0 0 0,0 0 0,0 0-1,0 0 1,0 0 0,0 0 0,0 0 0,0-1 0,0 1 0,0 0-1,0 0 1,0 0 0,1 0 0,-1 0 0,0 0 0,0 0 0,0 0-1,0 0 1,0 0 0,0 0 0,0 0 0,0 0 0,0 0 0,0 0-1,0 0 1,0 0 0,0 0 0,1 0 0,-13-4 122,-17-1 195,-60-5-571,-1 3-1,0 5 1,0 4-1,-105 15 1,153-10-6573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24575,'-8'-8'0,"9"10"0,1 0 0,-1 0 0,-1 0 0,1 0 0,0 0 0,0 1 0,-1-1 0,0 0 0,1 0 0,-1 1 0,0-1 0,0 3 0,-3 29 0,-2 1 0,1 0 0,2 1 0,1 0 0,2-1 0,7 47 0,14 181 0,-6-97 0,-4-71 0,11 60 0,-2-26 0,-5-6 0,-11-70 0,5 63 0,7 108 0,6 21 0,-18 46 0,-7-167 0,3-51 0,-2 80 0,-12-80-1365,12-60-5461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6334 46 24575,'-212'-11'0,"163"7"0,-15-3 0,-30-1 0,3 0 0,0 1 0,49 8 0,-44 7 0,31-2 0,-87 9 0,-22 1 0,98-10 0,-34 2 0,-761-9 0,763 9 0,13-1 0,-45 0 0,65-2 0,0-2 0,-79-9 0,-75-12 0,-20 0 0,-10 6 0,51 7 0,-5-1 0,-18-2 0,103 6 0,-6-5 0,-39 0 0,-316 7 0,356 8 0,10-1 0,63-6 0,-123 7 0,103-2 0,-103-5 0,82-2 0,-14 0 0,-115 2 0,152 7 0,51-5 0,0-1 0,-1-1 0,1 0 0,0-1 0,0-1 0,-25-4 0,26 2-455,0 0 0,-25 0 0,29 2-6371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7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24575,'-1'0'0,"0"1"0,0-1 0,0 0 0,0 1 0,0-1 0,0 1 0,0-1 0,0 1 0,0 0 0,0-1 0,1 1 0,-1 0 0,0 0 0,1-1 0,-1 1 0,0 0 0,1 0 0,-1 0 0,1 0 0,-1 0 0,1 0 0,-1 1 0,-7 24 0,6-14 0,0-1 0,1 1 0,1 0 0,0-1 0,3 19 0,14 56 0,-12-67 0,-4-11-136,1 0-1,-1 0 1,0 0-1,0 0 1,-1 0-1,0 0 1,-1 0-1,0 0 0,-2 10 1,-1-6-6690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8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50 24575,'0'-2'0,"-9"-22"0,9 23 0,-1 0 0,1 0 0,0-1 0,0 1 0,-1 0 0,1 0 0,0 0 0,0 0 0,0-1 0,0 1 0,1 0 0,-1 0 0,0 0 0,0 0 0,1-1 0,-1 1 0,1-1 0,0 1 0,-1 1 0,0 0 0,1 0 0,-1 0 0,1 0 0,-1 0 0,0 0 0,1 0 0,-1 0 0,0 0 0,1 0 0,-1 0 0,1 0 0,-1 0 0,0 0 0,1 0 0,-1 1 0,0-1 0,1 0 0,-1 0 0,0 0 0,1 0 0,-1 1 0,0-1 0,1 0 0,-1 0 0,0 1 0,0-1 0,1 0 0,-1 1 0,0-1 0,0 0 0,0 1 0,1-1 0,-1 1 0,9 12 0,27 43 0,-17-29 0,20 40 0,-37-63-97,0 0-1,0 1 1,-1-1-1,1 0 1,-1 1-1,0 0 1,-1-1-1,1 1 1,-1 0-1,0-1 1,0 1-1,0 0 0,-1 6 1,-3-2-6729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24575,'0'-1'0,"0"1"0,1 0 0,-1 0 0,0-1 0,1 1 0,-1 0 0,0 0 0,1 0 0,-1 0 0,0 0 0,1 0 0,-1 0 0,0-1 0,1 1 0,-1 0 0,0 0 0,1 0 0,-1 0 0,0 0 0,1 1 0,-1-1 0,0 0 0,1 0 0,-1 0 0,0 0 0,1 0 0,-1 0 0,1 1 0,11 8 0,6 15 0,-18-23 0,20 31 0,24 54 0,-33-55 120,-11-29-203,1-1 1,-1 1-1,0-1 1,0 1-1,0 0 1,0-1-1,0 1 1,0-1-1,0 1 1,0 0-1,-1-1 1,1 1-1,-1-1 1,1 1-1,-1-1 1,1 1-1,-3 1 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39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0,3 1 0,0 2 0,3 0 0,-1 0 0,3 1 0,-1-1 0,1 0 0,-1 0 0,2 0 0,-2 0 0,-2 0 0,-1-1 0,-2 1 0,-1-3-8191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 24575,'1'-1'0,"0"1"0,-1-1 0,1 1 0,0-1 0,-1 1 0,1-1 0,0 1 0,0 0 0,0-1 0,-1 1 0,1 0 0,0 0 0,0 0 0,0-1 0,0 1 0,0 0 0,0 0 0,-1 0 0,1 0 0,0 0 0,0 1 0,0-1 0,0 0 0,0 0 0,-1 1 0,1-1 0,0 0 0,0 1 0,0-1 0,-1 1 0,1-1 0,0 1 0,-1-1 0,1 1 0,0-1 0,-1 1 0,1 0 0,-1-1 0,1 1 0,0 1 0,4 3 0,-1 1 0,0 0 0,5 11 0,-7-14 0,1 5 0,1 0 0,-1 0 0,0 0 0,-1 0 0,3 16 0,-4-19 0,-1 0 0,0 1 0,1-1 0,-2 0 0,1 0 0,0 1 0,-1-1 0,0 0 0,-1 0 0,-2 9 0,2-12 0,1 0 0,-1 0 0,0 0 0,1 0 0,-1 0 0,0-1 0,0 1 0,0-1 0,0 1 0,-1-1 0,1 0 0,0 0 0,0 1 0,-1-2 0,1 1 0,-4 1 0,-2 0 0,0 0 0,0-1 0,-15 1 0,11-2 0,1-1 0,-1-1 0,1 0 0,0 0 0,0-1 0,0-1 0,0 0 0,0 0 0,1-1 0,0 0 0,0-1 0,0 0 0,-11-10 0,18 14 0,1 0 0,0 0 0,0 0 0,0 0 0,0-1 0,0 1 0,1 0 0,-1-1 0,1 0 0,0 1 0,-1-1 0,1 0 0,0 0 0,1 0 0,-2-3 0,2 5 0,0-1 0,1 0 0,-1 0 0,0 0 0,0 0 0,1 0 0,-1 0 0,1 1 0,0-1 0,-1 0 0,1 0 0,0 1 0,0-1 0,0 1 0,0-1 0,0 1 0,1-1 0,-1 1 0,0 0 0,1-1 0,-1 1 0,1 0 0,-1 0 0,3-1 0,1-1 14,0 0-1,0 1 0,0 0 0,0 0 1,0 1-1,0-1 0,1 1 1,5-1-1,5 1-756,23 1 1,-26 0-6084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1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24575,'-5'8'0,"1"4"0,1 4 0,3 1 0,3 0 0,2-3 0,1-1 0,-1 0 0,1-3 0,0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24575,'2'0'0,"-1"-1"0,0 1 0,0-1 0,0 1 0,1 0 0,-1 0 0,0 0 0,1-1 0,-1 1 0,0 0 0,0 1 0,1-1 0,-1 0 0,0 0 0,1 0 0,-1 1 0,0-1 0,0 1 0,0-1 0,1 1 0,-1-1 0,0 1 0,1 1 0,0 0 0,-1-1 0,1 1 0,-1 0 0,0 0 0,0 0 0,0 0 0,0 0 0,0 0 0,0 0 0,-1 0 0,1 0 0,0 4 0,0 4 0,0 1 0,0 0 0,-1-1 0,-3 18 0,3-24 0,-1 0 0,0 0 0,-1 0 0,1 0 0,-1 0 0,0 0 0,-4 6 0,-4 11 0,9-21 0,1 1 0,0-1 0,0 1 0,0-1 0,0 0 0,0 1 0,0-1 0,-1 1 0,1-1 0,0 1 0,0-1 0,0 0 0,1 1 0,-1-1 0,0 1 0,0-1 0,0 1 0,0-1 0,0 0 0,0 1 0,1-1 0,-1 1 0,0-1 0,0 0 0,0 1 0,1 0 0,12 4 0,19-4 0,-27-1 0,132-3-1365,-125 3-5461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21 24575,'-38'-20'0,"70"32"0,0 1 0,-1 1 0,-1 2 0,29 20 0,-57-35 0,-1 0 0,1 0 0,-1 0 0,1 0 0,-1 0 0,0 1 0,1-1 0,-1 0 0,0 1 0,0-1 0,0 1 0,0-1 0,0 1 0,0-1 0,0 1 0,1 3 0,-2-4 0,-1 1 0,1-1 0,0 0 0,0 0 0,0 1 0,-1-1 0,1 0 0,-1 0 0,1 0 0,-1 1 0,1-1 0,-1 0 0,0 0 0,1 0 0,-1 0 0,0 0 0,0 0 0,0 0 0,0 0 0,0 0 0,0-1 0,0 1 0,0 0 0,0-1 0,-1 1 0,-43 23 0,36-21 0,0 2 0,0-1 0,1 1 0,-1 1 0,-14 12 0,20-14-170,-1-1-1,0 0 0,-1 0 1,1 0-1,0 0 0,-1 0 1,-6 2-1,0-1-6655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11 24575,'-13'-10'0,"13"11"0,0-1 0,0 1 0,1 0 0,-1-1 0,0 1 0,0-1 0,0 1 0,1 0 0,-1-1 0,0 1 0,1-1 0,-1 1 0,1-1 0,-1 1 0,0-1 0,1 1 0,-1-1 0,1 1 0,0-1 0,0 1 0,4 4 0,0 0 0,1 0 0,0 0 0,-1-1 0,1 1 0,1-2 0,-1 1 0,1-1 0,-1 0 0,1 0 0,0 0 0,0-1 0,0 0 0,15 1 0,5 0 0,1-2 0,51-3 0,-76 2-124,-1-1 0,1 1 0,0-1 0,0 0 0,-1 1 0,1-1-1,-1 0 1,1-1 0,-1 1 0,4-3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24575,'13'30'0,"3"15"0,3 3 0,-3-8-8191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24575,'43'-13'0,"0"1"0,51-5 0,-84 15 0,-1 1 0,1 1 0,0-1 0,-1 2 0,1 0 0,0 0 0,-1 0 0,1 1 0,-1 1 0,0-1 0,0 2 0,0-1 0,0 1 0,13 8 0,-20-11 0,0 1 0,-1-1 0,1 0 0,-1 0 0,1 1 0,-1-1 0,0 1 0,1-1 0,-1 1 0,0 0 0,0 0 0,0-1 0,0 1 0,-1 0 0,1 0 0,0 0 0,-1 0 0,1 0 0,-1 0 0,0 0 0,0 0 0,1 0 0,-1 0 0,-1 0 0,1 0 0,0 0 0,0 0 0,-1 0 0,1 0 0,-1-1 0,0 1 0,1 0 0,-3 3 0,1-2 0,0 1 0,0 0 0,-1-1 0,1 1 0,-1-1 0,0 0 0,0 0 0,0 0 0,-1 0 0,1-1 0,-1 1 0,1-1 0,-1 0 0,-7 3 0,-19 1-1365,16-4-5461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120 168 24575,'28'129'0,"-28"-127"0,2 8 0,0 1 0,1-1 0,8 21 0,-8-28 0,-5-12 0,-4-12 0,-14-24 0,-39-62 0,-10-24 0,59 105 0,10 25 0,0 0 0,-1 0 0,1 0 0,0 0 0,-1 0 0,1 0 0,0 0 0,0 0 0,0 0 0,0 0 0,0 0 0,0 0 0,0 0 0,0 0 0,1 0 0,-1 0 0,0 0 0,1 0 0,-1 0 0,0 0 0,1 0 0,-1 0 0,1 0 0,0 1 0,0-1 0,-1 1 0,1 0 0,-1 0 0,1 0 0,-1 0 0,1 0 0,-1 0 0,1 0 0,-1 1 0,1-1 0,-1 0 0,1 0 0,-1 0 0,1 1 0,-1-1 0,1 0 0,-1 0 0,1 1 0,-1-1 0,1 0 0,-1 1 0,0-1 0,1 1 0,11 11 0,-11-11 0,46 54 0,-33-37 0,1-1 0,0 0 0,1-1 0,1 0 0,22 15 0,-33-27 0,0 0 0,0-1 0,1 0 0,-1 0 0,11 3 0,-15-5 0,-1-1 0,1 1 0,0-1 0,0 0 0,0 0 0,0 0 0,-1 0 0,1 0 0,0 0 0,0 0 0,0-1 0,0 1 0,-1-1 0,1 1 0,0-1 0,0 0 0,-1 1 0,1-1 0,-1 0 0,1 0 0,-1 0 0,1-1 0,-1 1 0,1 0 0,-1 0 0,2-3 0,-1 1 0,1-1 0,-1 0 0,1 0 0,-1 0 0,0-1 0,-1 1 0,1 0 0,-1-1 0,0 1 0,1-6 0,-1-4 0,0-28 0,0 3 0,-1 38 0,0 0 0,0 0 0,0 0 0,0 1 0,0-1 0,0 0 0,0 0 0,0 0 0,1 0 0,-1 1 0,0-1 0,1 0 0,-1 0 0,1 1 0,-1-1 0,1 0 0,-1 1 0,1-2 0,0 2 0,-1 0 0,1 0 0,-1 0 0,1-1 0,-1 1 0,0 0 0,1 0 0,-1 0 0,1 0 0,-1 0 0,1 0 0,-1 0 0,1 0 0,-1 0 0,1 0 0,-1 1 0,0-1 0,1 0 0,-1 0 0,1 0 0,-1 1 0,0-1 0,1 0 0,2 2 0,0 1 0,-1-1 0,1 0 0,-1 0 0,0 1 0,0-1 0,3 6 0,28 53 0,-19-32 0,24 34 0,3 5 29,-24-39-1423,-6-11-5432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122 292 24575,'5'-28'0,"-1"-1"0,0-52 0,-4 71 0,0 1 0,-1-1 0,-1 1 0,1 0 0,-1 0 0,-1-1 0,0 1 0,0 1 0,-1-1 0,0 0 0,0 1 0,-9-12 0,12 18 0,-1 0 0,1 0 0,-1 0 0,0 1 0,0-1 0,1 0 0,-1 1 0,0 0 0,0-1 0,0 1 0,-1 0 0,1 0 0,0 0 0,0 0 0,-1 0 0,1 1 0,0-1 0,-1 1 0,1-1 0,-1 1 0,-2 0 0,3 1 0,0-1 0,0 1 0,0-1 0,0 1 0,0 0 0,0 0 0,0 0 0,1 0 0,-1 0 0,0 0 0,0 1 0,1-1 0,-1 1 0,1-1 0,0 1 0,-1-1 0,1 1 0,0 0 0,0 0 0,0-1 0,0 1 0,0 0 0,0 0 0,0 3 0,-1 2 0,0-1 0,0 0 0,1 1 0,0-1 0,1 0 0,-1 1 0,1 0 0,0-1 0,1 1 0,0-1 0,0 0 0,0 1 0,1-1 0,0 0 0,0 0 0,0 0 0,1 0 0,5 9 0,-2-6 0,0 0 0,1 0 0,0-1 0,0 0 0,1-1 0,0 0 0,0 0 0,1-1 0,0 1 0,14 6 0,-12-7-151,0 0-1,0-1 0,1 0 0,-1-1 1,1-1-1,0 0 0,0 0 1,17 1-1,-17-4-6674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6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24575,'55'41'0,"104"80"0,-154-117 0,4 4 0,1-1 0,14 9 0,-24-16 0,1 0 0,-1 1 0,1-1 0,-1 0 0,1 0 0,-1 1 0,1-1 0,-1 0 0,1 0 0,-1 0 0,1 0 0,-1 0 0,1 0 0,-1 0 0,1 0 0,-1 0 0,1 0 0,-1 0 0,1 0 0,-1 0 0,1 0 0,-1 0 0,0 0 0,1-1 0,-1 1 0,1 0 0,-1 0 0,1-1 0,0 0 0,-1 1 0,1-1 0,-1 0 0,1 0 0,-1 0 0,0 1 0,1-1 0,-1 0 0,0 0 0,0 0 0,0 0 0,1 0 0,-1 0 0,0-1 0,0-3 0,-1 0 0,1 0 0,-1 0 0,-2-8 0,-7-17-341,-1 0 0,-2 0-1,-19-31 1,25 48-6485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4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103 162 24575,'-1'-9'0,"-16"-67"0,15 68 0,-1 0 0,0 0 0,0 0 0,-1 0 0,0 0 0,-8-11 0,11 18 0,1 1 0,-1-1 0,1 0 0,-1 1 0,1-1 0,-1 1 0,1-1 0,-1 1 0,1-1 0,-1 1 0,0-1 0,1 1 0,-1 0 0,0-1 0,1 1 0,-1 0 0,0-1 0,0 1 0,1 0 0,-1 0 0,0 0 0,0 0 0,1 0 0,-2 0 0,1 0 0,0 1 0,0-1 0,0 0 0,0 1 0,0 0 0,0-1 0,1 1 0,-1-1 0,0 1 0,0 0 0,1 0 0,-1-1 0,0 1 0,1 0 0,-2 1 0,-1 5 0,0-1 0,0 1 0,-3 13 0,6-20 0,-2 7 0,0 0 0,1 0 0,0 0 0,0 0 0,1 0 0,0 1 0,1 9 0,-1-15 0,0 0 0,1 0 0,-1 0 0,1 0 0,-1 0 0,1 0 0,0 0 0,0 0 0,0 0 0,0 0 0,0-1 0,0 1 0,0 0 0,1-1 0,-1 1 0,1-1 0,-1 1 0,1-1 0,-1 0 0,1 1 0,0-1 0,0 0 0,0 0 0,0 0 0,-1-1 0,1 1 0,0 0 0,0-1 0,3 1 0,15 1 0,0-1 0,38-3 0,-6 0 0,-35 2 0,-10 1 0,0-1 0,-1 0 0,1 0 0,11-2 0,-17 1 0,1 1 0,-1-1 0,0 1 0,1-1 0,-1 1 0,0-1 0,1 0 0,-1 1 0,0-1 0,0 0 0,0 0 0,0 0 0,0 0 0,0 0 0,0 0 0,0 0 0,0 0 0,0-1 0,0 1 0,-1 0 0,1 0 0,-1-1 0,1 1 0,-1-1 0,1 1 0,0-3 0,-1 1 0,1 0 0,-1-1 0,1 1 0,0 0 0,0-1 0,1 1 0,2-6 0,-3 8 0,0 0 0,0 0 0,0 1 0,-1-1 0,1 0 0,0 1 0,0-1 0,0 0 0,0 1 0,0-1 0,0 1 0,0 0 0,1-1 0,-1 1 0,0 0 0,0-1 0,0 1 0,0 0 0,0 0 0,0 0 0,1 0 0,-1 0 0,0 0 0,0 1 0,0-1 0,0 0 0,2 1 0,3 2 0,0-1 0,-1 1 0,0 0 0,0 1 0,0-1 0,0 1 0,7 6 0,-6-4 0,0-1 0,1 0 0,0 0 0,10 5 0,-16-9 0,1 0 0,0-1 0,0 1 0,0 0 0,0-1 0,0 0 0,0 1 0,0-1 0,0 0 0,0 0 0,0 0 0,0 0 0,0-1 0,0 1 0,0 0 0,0-1 0,0 1 0,0-1 0,0 0 0,0 0 0,3-2 0,-3 2-47,0 0 0,-1 0 0,1 0 0,0 0 0,-1 0 0,1 0 0,0 0 0,0 1 0,0-1-1,0 1 1,-1-1 0,1 1 0,0 0 0,0-1 0,0 1 0,0 0 0,0 1 0,0-1 0,0 0 0,0 0 0,0 1 0,0-1-1,0 1 1,0 0 0,-1-1 0,1 1 0,0 0 0,2 2 0,8 5-6779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20 164 24575,'-2'-2'0,"0"0"0,0 1 0,1-1 0,-1 0 0,1 0 0,0 0 0,-1 0 0,1 0 0,0 0 0,0 0 0,1-1 0,-1 1 0,0 0 0,1 0 0,-1-1 0,1 1 0,0 0 0,-1-1 0,1 1 0,1-5 0,0 4 0,0-1 0,0 1 0,0-1 0,1 1 0,0 0 0,-1 0 0,1 0 0,0 0 0,1 0 0,-1 0 0,0 0 0,6-4 0,0 0 0,1 1 0,0-1 0,0 1 0,0 1 0,1 0 0,0 1 0,0-1 0,16-3 0,-8 3 0,0 1 0,1 1 0,0 1 0,20-1 0,-35 3 0,-1 0 0,1 1 0,-1-1 0,1 1 0,0-1 0,-1 1 0,1 0 0,-1 0 0,0 1 0,1-1 0,-1 1 0,0-1 0,0 1 0,0 0 0,0 0 0,0 1 0,3 2 0,1 3 0,-1 0 0,1 1 0,-1 0 0,6 13 0,-5-11 0,1 3 0,-3-5 0,0 0 0,0 1 0,0-1 0,3 13 0,-8-19 0,1 1 0,0 0 0,-1 0 0,1-1 0,-1 1 0,0 0 0,-1 0 0,1-1 0,-1 1 0,1 0 0,-1 0 0,0-1 0,0 1 0,-1-1 0,-2 6 0,3-6 0,0-1 0,-1 1 0,1-1 0,-1 0 0,0 0 0,0 1 0,0-1 0,0 0 0,0 0 0,0-1 0,0 1 0,-1 0 0,1-1 0,0 1 0,-1-1 0,-4 2 0,0-1 0,0-1 0,1 0 0,-1 0 0,0-1 0,-13 0 0,-2 0 0,-1-1 0,1-2 0,-36-7 0,51 8 0,0-1 0,0 1 0,0-1 0,1 0 0,0-1 0,-11-6 0,14 7 0,0 0 0,-1 0 0,1 0 0,0-1 0,1 1 0,-1 0 0,1-1 0,-1 0 0,1 0 0,0 0 0,0 0 0,-1-4 0,2 4 7,0 1-1,1-1 0,-1 0 0,1 0 1,0 1-1,0-1 0,0 0 1,0 0-1,1 1 0,-1-1 1,1 0-1,0 0 0,0 1 0,0-1 1,1 1-1,-1-1 0,1 1 1,2-4-1,0 2-141,-1 0 0,1 1 0,0-1 0,0 1 0,0 0 0,0 0 0,1 0 0,0 1 0,0-1 0,9-4 0,-1 3-6691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 24575,'-6'-8'0,"5"8"0,1 0 0,0 0 0,0 0 0,0 0 0,0 0 0,-1 0 0,1 0 0,0 0 0,0 0 0,0 1 0,0-1 0,-1 0 0,1 0 0,0 0 0,0 0 0,0 0 0,0 0 0,0 1 0,-1-1 0,1 0 0,0 0 0,0 0 0,0 0 0,0 0 0,0 1 0,0-1 0,0 0 0,0 0 0,0 0 0,0 1 0,0-1 0,-2 20 0,23 169 0,15 96 0,-31-257 0,0 0 0,0 44 0,-8-94-1365,0 10-5461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396 238 24575,'-20'-34'0,"-36"-50"0,43 67 0,-1 1 0,-1 0 0,0 1 0,-26-20 0,38 33 0,-1 0 0,1-1 0,0 1 0,-1 0 0,0 1 0,1-1 0,-1 1 0,0-1 0,0 1 0,0 0 0,0 1 0,0-1 0,0 1 0,-4 0 0,5 0 0,-1 1 0,1-1 0,0 1 0,0 0 0,0 0 0,0 0 0,0 1 0,0-1 0,0 1 0,0 0 0,0-1 0,1 1 0,-1 0 0,1 1 0,-1-1 0,1 0 0,-3 5 0,-26 34 0,-29 51 0,58-88 0,-1-1 0,1 1 0,1 0 0,-1 0 0,0 0 0,1 1 0,0-1 0,0 0 0,0 0 0,0 9 0,1-11 0,0 0 0,1 0 0,-1 0 0,1 0 0,-1-1 0,1 1 0,0 0 0,-1 0 0,1 0 0,0-1 0,0 1 0,0-1 0,0 1 0,1-1 0,-1 1 0,0-1 0,1 1 0,-1-1 0,1 0 0,-1 0 0,1 0 0,0 0 0,-1 0 0,1 0 0,0 0 0,3 0 0,25 9 0,0-1 0,0-2 0,1-1 0,0-2 0,0-1 0,0-1 0,36-3 0,-62 1 0,0 0 0,-1-1 0,1 0 0,0 0 0,0 0 0,-1 0 0,1-1 0,-1 0 0,7-3 0,-9 4 0,0-1 0,0 1 0,-1-1 0,1 1 0,0-1 0,-1 0 0,0 0 0,1 1 0,-1-1 0,0 0 0,0 0 0,0 0 0,0 0 0,0 0 0,0-1 0,-1 1 0,1 0 0,-1 0 0,1-1 0,-1 1 0,0 0 0,0-3 0,0 0 0,0-1 0,-1 1 0,0 0 0,0 0 0,0-1 0,-1 1 0,1 0 0,-1 0 0,-1 0 0,-2-5 0,0 2 0,0 0 0,-1 1 0,0 0 0,0 0 0,-10-8 0,-1 1 0,0 2 0,0 0 0,-2 1 0,-26-12 0,38 19 0,-1 1 0,1 0 0,-1 0 0,0 1 0,0 0 0,-9-1 0,15 3 0,-1 0 0,1 0 0,0 0 0,0 0 0,-1 0 0,1 1 0,0-1 0,0 1 0,0-1 0,-1 1 0,1 0 0,0 0 0,0 0 0,0 0 0,0 0 0,0 0 0,1 1 0,-1-1 0,0 1 0,1-1 0,-1 1 0,1-1 0,-1 1 0,1 0 0,0 0 0,-2 3 0,0 3-75,0 1 0,0 0-1,1 1 1,0-1-1,1 0 1,0 0 0,0 1-1,1-1 1,1 12 0,-1-12-537,0 8-6214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1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24575,'-1'77'0,"2"167"0,13-28 0,-10-147 0,17 94 0,-20-137 0,-1-26 0,0 0 0,0 1 0,0-1 0,0 1 0,0-1 0,0 1 0,0-1 0,0 1 0,0-1 0,-1 1 0,1-1 0,0 0 0,0 1 0,0-1 0,-1 1 0,1-1 0,0 0 0,-1 1 0,1-1 0,-1 0 0,1 0 0,-1 0 0,1 0 0,-1 0 0,1 0 0,0 0 0,-1 0 0,1 0 0,-1-1 0,1 1 0,-1 0 0,1 0 0,0-1 0,-1 1 0,1 0 0,0 0 0,-1-1 0,1 1 0,0 0 0,-1-1 0,1 1 0,0-1 0,0 1 0,-1 0 0,1-1 0,-7-9-1365,-1-1-5461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2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152 152 24575,'-1'-5'0,"-4"-20"0,-7-26 0,10 46 0,0-1 0,0 0 0,-1 1 0,1 0 0,-1-1 0,-1 1 0,1 0 0,0 0 0,-1 1 0,-6-6 0,10 9 0,-1 0 0,0 0 0,0 1 0,1-1 0,-1 1 0,0-1 0,0 1 0,0-1 0,0 1 0,1-1 0,-1 1 0,0 0 0,0-1 0,0 1 0,0 0 0,0 0 0,0 0 0,0 0 0,0 0 0,0 0 0,0 0 0,0 0 0,0 0 0,-2 1 0,2-1 0,-1 1 0,1 0 0,0 0 0,0 0 0,0 0 0,0 0 0,0 0 0,0 1 0,0-1 0,0 0 0,0 0 0,1 1 0,-1-1 0,0 3 0,-2 3 0,1 0 0,0 0 0,1 0 0,0 0 0,-1 11 0,2-12 0,-1 0 0,2 1 0,-1-1 0,1 0 0,-1 0 0,2 0 0,-1 0 0,1 0 0,0 0 0,0-1 0,0 1 0,1 0 0,0-1 0,0 0 0,1 0 0,-1 0 0,1 0 0,0 0 0,6 5 0,0-1 0,0 0 0,1-1 0,19 12 0,-25-17 0,0-1 0,1 1 0,-1-1 0,1 0 0,0 0 0,-1-1 0,1 0 0,0 0 0,0 0 0,11-1 0,-16 0 0,1 0 0,0 0 0,-1 0 0,1 0 0,0-1 0,-1 1 0,1-1 0,0 1 0,-1-1 0,1 0 0,-1 1 0,1-1 0,-1 0 0,1 0 0,-1 0 0,0 0 0,1 0 0,-1 0 0,0-1 0,0 1 0,0 0 0,0-1 0,0 1 0,0-1 0,0 1 0,0-1 0,-1 1 0,1-1 0,0 1 0,-1-1 0,0 0 0,1-1 0,-1-1 0,1 0 0,-1 0 0,0 0 0,-1 0 0,1 0 0,-1 0 0,0 0 0,0 0 0,0 0 0,0 1 0,-1-1 0,-3-6 0,0 1 0,-2 0 0,1 1 0,-1 0 0,-1 0 0,1 0 0,-1 1 0,0 0 0,-17-10 0,17 12 0,0 0 0,0 1 0,-1 0 0,0 0 0,1 1 0,-1 0 0,0 1 0,0 0 0,-1 0 0,-13 0 0,21 2 0,-1 0 0,1 0 0,-1 0 0,1 0 0,-1 0 0,1 1 0,-1-1 0,1 1 0,0 0 0,-1 0 0,1 0 0,0 0 0,0 0 0,0 0 0,-1 1 0,1-1 0,1 1 0,-1-1 0,0 1 0,-2 2 0,2-1 0,0 1 0,1-1 0,-1 1 0,1-1 0,0 1 0,0-1 0,0 1 0,0 0 0,0-1 0,1 1 0,0 0 0,0 6 0,1-4 8,0 0 0,0 0 0,0 0 0,1 0 0,0 0 0,0-1 0,0 1 0,1 0 0,0-1 0,0 0 0,0 0 0,1 0 0,-1 0 0,6 5 0,-2-3-173,-1-1 0,1 1 0,0-2 0,1 1 0,-1-1 0,1 0 0,0 0 0,15 5 0,-10-5-6661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4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48 24575,'0'-6'0,"0"-11"0,0 17 0,0 0 0,0 0 0,0 0 0,0 0 0,0 0 0,0 0 0,-1 0 0,1 0 0,0 0 0,0 0 0,0 0 0,0 0 0,0 0 0,0 0 0,0 0 0,0 0 0,0 0 0,0 0 0,0 0 0,0 0 0,0 0 0,0 0 0,0 0 0,0 0 0,0 0 0,0 0 0,0 0 0,0 0 0,0 0 0,0 0 0,-1 0 0,1 0 0,0 0 0,0 0 0,0 0 0,0 0 0,0 0 0,0 0 0,0 0 0,0 0 0,0 0 0,0 0 0,0 0 0,0 0 0,0 0 0,0 0 0,0 0 0,0 0 0,0-1 0,0 1 0,0 0 0,0 0 0,0 0 0,0 0 0,0 0 0,0 0 0,0 0 0,0 0 0,0 0 0,0 0 0,0 0 0,0 0 0,0 0 0,0 0 0,0 0 0,0 0 0,0 0 0,-4 9 0,2 1 0,0 0 0,0 0 0,1 0 0,0 0 0,1 0 0,0 0 0,2 17 0,19 70 0,-17-83 0,5 11 0,-8-24 0,-1-1 0,0 1 0,1-1 0,-1 1 0,0-1 0,1 1 0,-1-1 0,0 1 0,1-1 0,-1 1 0,1-1 0,-1 0 0,1 1 0,-1-1 0,1 0 0,0 1 0,0-1 0,-1 0 0,1 0 0,-1-1 0,0 1 0,1 0 0,-1 0 0,0 0 0,1 0 0,-1-1 0,1 1 0,-1 0 0,0 0 0,1 0 0,-1-1 0,0 1 0,0 0 0,1-1 0,-1 1 0,0 0 0,0-1 0,1 1 0,-1 0 0,0-1 0,0 1 0,0-1 0,0 1 0,1 0 0,-1-1 0,4-10 0,-1 1 0,0-1 0,0 0 0,-1 1 0,-1-1 0,0 0 0,0-1 0,-1 1 0,0 0 0,-1 0 0,0 0 0,-1 0 0,0 1 0,-1-1 0,0 0 0,-1 1 0,0-1 0,-1 1 0,0 1 0,0-1 0,-11-14 0,15 22 0,-1 0 0,1 1 0,0-1 0,-1 1 0,1 0 0,-1-1 0,1 1 0,-1 0 0,0 0 0,-3-2 0,5 3 0,-1 0 0,1 0 0,-1 0 0,1 0 0,0 0 0,-1 0 0,1 0 0,-1 0 0,1 0 0,-1 0 0,1 0 0,0 0 0,-1 0 0,1 0 0,-1 0 0,1 0 0,0 1 0,-1-1 0,1 0 0,0 0 0,-1 1 0,0-1 0,0 1 0,1 0 0,-1 0 0,1 0 0,-1-1 0,1 1 0,-1 0 0,1 0 0,0 0 0,-1 0 0,1 0 0,0 0 0,-1 1 0,1 4 0,-1 0 0,1-1 0,0 1 0,1 0 0,-1 0 0,1 0 0,0-1 0,3 10 0,2 0 0,12 27 0,24 30 0,-6-13 0,-35-57 14,0-1-1,-1 1 0,1-1 0,0 1 1,-1 0-1,1-1 0,-1 1 1,0 2-1,0-3-51,0-1 0,0 0 0,0 1 0,0-1 0,0 1 0,0-1-1,0 0 1,0 1 0,0-1 0,0 0 0,-1 1 0,1-1 0,0 1 0,0-1 0,-1 0 0,1 1 0,0-1 0,0 0 0,-1 0-1,1 1 1,0-1 0,-1 0 0,1 0 0,0 1 0,-1-1 0,1 0 0,0 0 0,-1 0 0,1 0 0,-1 1 0,1-1 0,0 0-1,-1 0 1,1 0 0,-1 0 0,1 0 0,0 0 0,-2 0 0,-6-1-6788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6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0 24575,'0'0'0,"1"0"0,-1 0 0,0 0 0,0 1 0,1-1 0,-1 0 0,0 0 0,0 0 0,0 0 0,1 0 0,-1 0 0,0 0 0,0 1 0,0-1 0,0 0 0,1 0 0,-1 0 0,0 1 0,0-1 0,0 0 0,0 0 0,0 0 0,1 1 0,-1-1 0,0 0 0,0 0 0,0 1 0,0-1 0,0 0 0,0 0 0,0 0 0,0 1 0,0-1 0,0 0 0,0 0 0,0 1 0,0-1 0,0 1 0,-10 6 0,-14 2 0,-6-5 0,1-1 0,-1-1 0,-54-4 0,19 1 0,36 1-1365,17 0-5461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7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81 24575,'-1'-5'0,"0"-1"0,1 1 0,-1-1 0,1 1 0,1 0 0,-1-1 0,1 1 0,1-8 0,-1 11 0,-1 1 0,1-1 0,-1 1 0,1 0 0,0 0 0,0-1 0,-1 1 0,1 0 0,0 0 0,0 0 0,0 0 0,0 0 0,0 0 0,1 0 0,-1 0 0,0 0 0,0 0 0,0 1 0,1-1 0,-1 0 0,1 1 0,-1 0 0,0-1 0,1 1 0,-1-1 0,1 1 0,-1 0 0,1 0 0,-1 0 0,0 0 0,1 0 0,-1 0 0,1 1 0,-1-1 0,3 1 0,8 3 0,1 0 0,0 1 0,-1 0 0,0 1 0,0 1 0,-1 0 0,0 0 0,0 1 0,13 13 0,-21-19 0,-1 0 0,0 0 0,1 1 0,-1-1 0,0 1 0,0 0 0,0-1 0,-1 1 0,1 0 0,-1 0 0,0 0 0,1 0 0,-1 0 0,0 0 0,-1 1 0,1-1 0,-1 0 0,1 0 0,-1 1 0,0-1 0,0 0 0,0 1 0,-1-1 0,1 0 0,-1 0 0,0 0 0,0 1 0,0-1 0,0 0 0,-1 0 0,1 0 0,-1 0 0,1-1 0,-1 1 0,0 0 0,0-1 0,0 1 0,-1-1 0,-2 3 0,-8 5 0,0 0 0,0 0 0,-25 12 0,-3 2 0,39-23 0,0 0 0,1 0 0,-1 0 0,1 1 0,0-1 0,-1 0 0,1 0 0,0 1 0,0-1 0,0 1 0,0-1 0,0 1 0,0 0 0,0-1 0,0 1 0,0 0 0,1-1 0,-1 1 0,0 4 0,1-4 0,1-1 0,-1 1 0,0 0 0,1 0 0,-1 0 0,1-1 0,0 1 0,-1 0 0,1 0 0,0-1 0,0 1 0,0-1 0,0 1 0,0-1 0,0 1 0,1-1 0,-1 0 0,1 1 0,-1-1 0,2 1 0,6 4 0,1 0 0,-1 0 0,1-1 0,0-1 0,16 6 0,56 11 0,-56-16 0,0-1 0,1-1 0,-1-1 0,1-2 0,30-3 0,-44 1-1365,-4-2-5461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5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0 167 24575,'3'-17'0,"0"-9"0,0-2 0,0 1 0,-1 2 0,-4 6 0,-1 4 0,0 6 0,1 8 0,0 6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7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38 24575,'3'-20'0,"-2"19"0,-1 0 0,0 1 0,0-1 0,0 0 0,0 1 0,0-1 0,0 0 0,0 0 0,0 1 0,0-1 0,0 0 0,0 0 0,-1 1 0,1-1 0,0 0 0,0 1 0,-1-1 0,1 0 0,0 1 0,-1-1 0,1 0 0,-1 0 0,0 1 0,1 0 0,-1 0 0,1 0 0,-1 0 0,1 0 0,-1 0 0,1 1 0,0-1 0,-1 0 0,1 0 0,-1 0 0,1 1 0,0-1 0,-1 0 0,1 0 0,0 1 0,-1-1 0,1 0 0,0 1 0,0-1 0,-1 0 0,1 1 0,0-1 0,-1 1 0,-6 11 0,7-10 0,-11 19 0,2 1 0,0 1 0,2-1 0,-9 45 0,-2 98 0,18-103 0,2 0 0,12 66 0,-5-52 0,-2-20 0,-1-18 0,-1 47 0,-12-216 0,-2-1 0,9 103 0,0-10 0,-1-1 0,-11-58 0,21 155 0,0 56 0,1 9 0,35 110 0,-20-118 0,-24-109 0,0-1 0,0 0 0,0 1 0,-1-1 0,0 1 0,0 4 0,-1-8-87,-3-5 235,-3-9-657,6 11-408,-5-7-5909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08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267 315 24575,'2'-16'0,"0"0"0,0 0 0,-2 0 0,0 0 0,-1 0 0,0 0 0,-2 1 0,1-1 0,-9-22 0,9 30 0,-1 0 0,0 0 0,-1 1 0,0-1 0,0 1 0,-1 0 0,0 0 0,0 1 0,0-1 0,-1 1 0,0 0 0,0 1 0,-1-1 0,1 1 0,-1 1 0,0-1 0,-1 1 0,1 0 0,-15-5 0,18 8 0,0 0 0,-1 0 0,1 0 0,-1 0 0,1 0 0,-1 1 0,1 0 0,-1 0 0,0 0 0,1 1 0,-1-1 0,1 1 0,0 0 0,-1 0 0,1 1 0,-6 2 0,6-2 0,1 0 0,-1 1 0,1-1 0,0 1 0,0 0 0,0 0 0,0 0 0,1 0 0,-1 0 0,1 1 0,0-1 0,0 1 0,0-1 0,0 1 0,1 0 0,-1 0 0,1 0 0,-1 5 0,0 2 0,1-1 0,0 1 0,0 0 0,1 0 0,1-1 0,0 1 0,0 0 0,1-1 0,0 1 0,1-1 0,0 1 0,9 18 0,-1-7 0,2 0 0,0-1 0,1 0 0,25 28 0,-29-38 0,0 0 0,1-1 0,0 0 0,0-1 0,16 10 0,-21-15 0,1 0 0,-1-1 0,1 0 0,0 0 0,1-1 0,-1 0 0,0 0 0,1 0 0,-1-1 0,1 0 0,14-1 0,-19 0 0,-1 0 0,1-1 0,0 1 0,0-1 0,-1 1 0,1-1 0,0 0 0,-1 0 0,1 0 0,-1-1 0,0 1 0,1-1 0,-1 1 0,0-1 0,0 0 0,3-3 0,-2 2 0,0-1 0,-1 0 0,1 0 0,-1 0 0,0 0 0,0 0 0,0-1 0,-1 1 0,2-6 0,-1-4 0,0 0 0,-1 0 0,0 0 0,-1 0 0,-2-22 0,0 25 0,1 0 0,-1 0 0,-1-1 0,0 2 0,0-1 0,-9-18 0,10 26 0,0 0 0,0-1 0,0 1 0,0 0 0,-1 1 0,1-1 0,-1 0 0,1 1 0,-1-1 0,0 1 0,0 0 0,0 0 0,0 0 0,-1 0 0,1 1 0,0-1 0,-1 1 0,1 0 0,-1 0 0,0 0 0,1 0 0,-1 1 0,1 0 0,-7-1 0,1 2 14,0 1-1,0-1 0,1 1 0,-1 0 1,1 1-1,0 0 0,-1 1 1,-8 4-1,-59 40-1498,57-34-5341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24575,'5'-5'0,"0"1"0,1-1 0,0 1 0,-1 1 0,1-1 0,0 1 0,1 0 0,-1 0 0,0 1 0,12-3 0,-7 2 0,-1 2 0,1 0 0,0 0 0,0 1 0,-1 0 0,13 2 0,-20-2 0,0 0 0,-1 1 0,1-1 0,-1 1 0,1 0 0,-1-1 0,1 1 0,-1 0 0,0 1 0,1-1 0,-1 0 0,0 1 0,0-1 0,0 1 0,0 0 0,0-1 0,0 1 0,-1 0 0,1 0 0,0 0 0,-1 1 0,0-1 0,2 4 0,-2-4 0,0 1 0,-1 0 0,1 0 0,-1 0 0,0-1 0,1 1 0,-2 0 0,1 0 0,0 0 0,0 0 0,-1-1 0,0 1 0,1 0 0,-1 0 0,0-1 0,0 1 0,-1 0 0,1-1 0,0 1 0,-1-1 0,-1 3 0,-72 87 0,74-90 0,-1 0 0,1-1 0,0 1 0,0 0 0,0 0 0,1 0 0,-1 0 0,0 0 0,1 0 0,-1 0 0,1 0 0,0 0 0,-1 0 0,1 0 0,0 0 0,0 0 0,0 0 0,1 0 0,0 3 0,0-3 0,0 1 0,0-1 0,0 0 0,0 0 0,1 0 0,-1 0 0,1 0 0,0 0 0,0 0 0,-1 0 0,1 0 0,0-1 0,4 3 0,3 1 0,0-1 0,0 1 0,1-1 0,-1-1 0,1 0 0,16 3 0,10 1 0,25 5 0,-54-11 0,1-1 0,-1 0 0,0 0 0,0 0 0,1-1 0,7-1 0,-13 1-170,0 1-1,1-1 0,-1 0 1,0 0-1,0 0 0,0 0 1,3-2-1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0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60 24575,'0'-12'0,"1"8"0,-1 1 0,0-1 0,0 0 0,0 0 0,-1 0 0,1 1 0,-1-1 0,0 0 0,0 0 0,-2-4 0,3 8 0,0 0 0,0 0 0,0 0 0,0 0 0,0 0 0,0 0 0,0 0 0,0-1 0,0 1 0,-1 0 0,1 0 0,0 0 0,0 0 0,0 0 0,0 0 0,0 0 0,0 0 0,0 0 0,-1 0 0,1 0 0,0 0 0,0 0 0,0 0 0,0-1 0,0 1 0,0 0 0,-1 0 0,1 0 0,0 0 0,0 1 0,0-1 0,0 0 0,0 0 0,-1 0 0,1 0 0,0 0 0,0 0 0,0 0 0,0 0 0,0 0 0,0 0 0,0 0 0,-1 0 0,1 0 0,-5 8 0,-3 9 0,0 10 0,0 1 0,2 0 0,0 0 0,2 1 0,2-1 0,1 58 0,32 172 0,-20-188 0,7 29 0,-23-137 0,-5-72 0,9-219 0,1 167 0,0 162 0,0 0 0,0 0 0,0 0 0,0 0 0,0 0 0,0 0 0,0 0 0,0 0 0,0 0 0,0 0 0,0 0 0,0 0 0,0 0 0,0 0 0,0 0 0,0 0 0,0 0 0,0 0 0,-1 0 0,1 0 0,0 0 0,0 0 0,0 0 0,0 0 0,0 0 0,0 0 0,0 0 0,0 0 0,0 0 0,0 0 0,0 0 0,0 0 0,0 0 0,0 0 0,-1 0 0,1 0 0,0 0 0,0 0 0,0 0 0,0 0 0,0 0 0,0 0 0,-5 13 0,-5 18 0,-1 28 24,-5 114 1,15 61-293,2-115-878,-1-105-5680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1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299 154 24575,'-29'-23'0,"-7"-8"0,-1 3 0,-48-29 0,81 55 0,1 0 0,-1 0 0,1 0 0,-1 1 0,0 0 0,0 0 0,1 0 0,-1 0 0,-8 0 0,11 1 0,-1 0 0,1 0 0,-1 1 0,1-1 0,-1 0 0,1 1 0,0-1 0,-1 1 0,1 0 0,0-1 0,-1 1 0,1 0 0,0 0 0,0 0 0,0 0 0,0 0 0,0 0 0,0 0 0,0 0 0,0 0 0,0 1 0,0-1 0,1 0 0,-1 1 0,1-1 0,-1 0 0,1 1 0,-1 2 0,-1 1 0,1 0 0,1 0 0,-1 1 0,1-1 0,0 0 0,0 1 0,0-1 0,1 1 0,-1-1 0,1 0 0,1 0 0,-1 1 0,5 7 0,-1 0 0,1-1 0,1 0 0,1 0 0,9 13 0,-12-20 0,0 1 0,0-1 0,1 0 0,-1-1 0,1 1 0,0-1 0,0 0 0,1 0 0,12 4 0,-14-5 0,0-2 0,0 1 0,0 0 0,1-1 0,-1 0 0,0-1 0,1 1 0,-1-1 0,1 0 0,-1 0 0,1-1 0,-1 1 0,10-4 0,-13 4 0,0-1 0,-1 0 0,1 1 0,0-1 0,-1 0 0,1 0 0,0 0 0,-1 0 0,0-1 0,1 1 0,-1 0 0,0-1 0,1 1 0,-1-1 0,0 1 0,0-1 0,1-2 0,-1 1 0,0 0 0,0 0 0,0 0 0,-1 0 0,1 0 0,-1 0 0,0 0 0,0 0 0,0 0 0,-1-4 0,0 1 0,0 1 0,0-1 0,-1 1 0,0-1 0,0 1 0,0 0 0,-1 0 0,0 0 0,0 0 0,0 0 0,-6-6 0,2 5 0,0 0 0,0 0 0,0 0 0,-1 1 0,0 0 0,0 1 0,0 0 0,-16-6 0,19 8 0,1 1 0,-1 0 0,1 0 0,-1 1 0,1-1 0,-1 1 0,0 0 0,1 0 0,-1 1 0,0-1 0,1 1 0,-1 0 0,1 0 0,-1 0 0,1 1 0,0 0 0,0 0 0,-1 0 0,-4 3 0,3-1 0,1 1 0,0-1 0,0 1 0,0 0 0,0 0 0,1 1 0,0-1 0,-5 9 0,7-12 0,1 1 0,-1 0 0,1 0 0,0 0 0,0 0 0,0 0 0,0 0 0,1 0 0,-1 1 0,1-1 0,0 0 0,0 0 0,0 0 0,0 1 0,1-1 0,-1 0 0,1 0 0,0 0 0,0 0 0,1 4 0,0-5 0,-1 0 0,0 0 0,1-1 0,-1 1 0,1 0 0,0-1 0,-1 0 0,1 1 0,0-1 0,0 0 0,0 0 0,0 0 0,0 0 0,0 0 0,0 0 0,1 0 0,-1-1 0,0 1 0,0-1 0,0 0 0,1 0 0,-1 0 0,0 0 0,5 0 0,3-1 0,0 0 0,-1-1 0,1 0 0,12-4 0,-17 4 0,0 0 0,0 0 0,0-1 0,-1 0 0,1 0 0,-1 0 0,0 0 0,8-8 0,-11 10 0,0 0 0,0 0 0,0 0 0,0 0 0,0 0 0,-1 0 0,1 0 0,0-1 0,-1 1 0,1 0 0,0-1 0,-1 1 0,0 0 0,1-1 0,-1 1 0,0 0 0,1-1 0,-1 1 0,0-1 0,0 1 0,0-1 0,0 1 0,-1 0 0,1-1 0,0 1 0,-1 0 0,1-1 0,-1 1 0,1 0 0,-1-1 0,1 1 0,-1 0 0,0 0 0,0-1 0,0 1 0,1 0 0,-1 0 0,-2-1 0,-1-1-7,0 1 1,-1 0-1,1 0 0,-1 0 0,1 0 0,-1 1 0,0 0 0,0 0 1,1 0-1,-7 0 0,-7-2-1283,3 0-5536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19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46 24575,'-27'-7'0,"-15"-3"0,-2 0 0,3 2 0,7 3 0,6 2 0,6 1 0,3 1 0,4 1 0,3 3 0,2 1 0,2 2 0,0 0 0,-1-1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7:20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24575,'-12'2'0,"-5"4"0,1 6 0,6 2 0,7 3 0,6 3 0,6 0 0,3 2 0,2 0 0,0 1 0,-2-1 0,1-1 0,1-2 0,-3-2 0,0-1 0,-3-1 0,-1-3-8191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8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50 24575,'2'-17'0,"-2"14"0,1 0 0,-1 0 0,1 0 0,-1 0 0,0 0 0,0 0 0,-1 0 0,0-4 0,1 6 0,0 1 0,0 0 0,-1 0 0,1 0 0,0 0 0,0 0 0,-1 0 0,1-1 0,0 1 0,-1 0 0,1 0 0,0 0 0,0 0 0,-1 0 0,1 0 0,0 0 0,-1 0 0,1 0 0,0 0 0,0 1 0,-1-1 0,1 0 0,0 0 0,-1 0 0,1 0 0,0 0 0,0 0 0,0 1 0,-1-1 0,1 0 0,0 0 0,0 0 0,-1 0 0,1 1 0,0-1 0,0 0 0,0 0 0,-1 1 0,-8 9 0,3-2 0,1 1 0,1 0 0,-1 0 0,1 0 0,1 0 0,0 1 0,0-1 0,-1 12 0,2-7 0,1 1 0,0-1 0,1 1 0,3 26 0,5 0 0,2-1 0,27 74 0,-9-42-126,4-2 0,70 115-1,-44-96-62,100 116-1,-134-178 69,1-1-1,1-1 1,1-2-1,41 28 1,-54-42-6705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29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27 24575,'-46'-8'0,"5"1"0,-1 1 0,-69 0 0,107 6 0,-1 1 0,1-1 0,0 1 0,-1 0 0,1 0 0,0 0 0,0 1 0,0-1 0,0 1 0,0 0 0,-5 3 0,7-3 0,1-1 0,-1 0 0,1 1 0,0-1 0,-1 1 0,1-1 0,0 1 0,0 0 0,0-1 0,0 1 0,0 0 0,0 0 0,1 0 0,-1 0 0,1 0 0,-1 0 0,1-1 0,0 1 0,-1 0 0,1 0 0,0 0 0,1 0 0,-1 0 0,0 0 0,0 0 0,1 0 0,0 2 0,1 2 0,0 0 0,1 0 0,0 0 0,0-1 0,0 1 0,1-1 0,0 0 0,0 0 0,0 0 0,10 8 0,-3-4 0,1 0 0,0 0 0,23 11 0,0-2 0,1-2 0,0-2 0,2-1 0,-1-1 0,49 7 0,-69-17-1365,-3-1-5461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0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89 211 24575,'26'-33'0,"49"-57"0,-74 89 0,1-1 0,-1 1 0,0-1 0,1 0 0,-1 1 0,0-1 0,0 0 0,0 0 0,0 0 0,0 1 0,0-1 0,-1 0 0,1 0 0,-1 0 0,1 0 0,-1-1 0,0 1 0,0 0 0,0 0 0,0 0 0,0 0 0,0 0 0,-1-3 0,0 3 0,0 0 0,-1 0 0,1 0 0,0 0 0,-1 0 0,1 0 0,-1 0 0,1 1 0,-1-1 0,0 1 0,0-1 0,1 1 0,-1 0 0,0-1 0,-1 1 0,1 0 0,0 0 0,0 1 0,0-1 0,-4-1 0,-11-1 0,-1 1 0,1 0 0,-1 2 0,1 0 0,-32 4 0,48-5 0,0 1 0,0 0 0,0 1 0,-1-1 0,1 0 0,0 0 0,0 0 0,0 1 0,0-1 0,0 0 0,0 1 0,0-1 0,0 1 0,0-1 0,0 1 0,0 0 0,0-1 0,0 1 0,0 0 0,1 0 0,-1-1 0,0 1 0,0 0 0,1 0 0,-1 0 0,1 0 0,-1 0 0,1 0 0,-1 0 0,1 0 0,-1 0 0,1 1 0,0-1 0,0 0 0,0 0 0,0 0 0,-1 0 0,1 0 0,1 0 0,-1 3 0,1 0 0,0 1 0,1-1 0,-1 0 0,1 1 0,0-1 0,0 0 0,0 0 0,6 6 0,0 1 0,2-1 0,-1 0 0,1-1 0,1 0 0,11 8 0,62 34 0,-63-39 0,1-2 0,29 11 0,-40-17 0,1-1 0,0 0 0,0-1 0,-1 0 0,2 0 0,17-1 0,-28-1 0,-1-1 0,0 1 0,0 0 0,1 0 0,-1 0 0,0-1 0,0 1 0,1-1 0,-1 1 0,0-1 0,0 1 0,0-1 0,0 0 0,0 1 0,0-1 0,0 0 0,0 0 0,0 0 0,0 0 0,0 0 0,1-1 0,-1 0 0,0 0 0,0 0 0,-1-1 0,1 1 0,0 0 0,-1 0 0,0-1 0,1 1 0,-1 0 0,0-5 0,-1-1 0,0-1 0,0 1 0,-1 1 0,0-1 0,-5-14 0,-1 2 0,2 6 0,-12-24 0,27 48 0,1 0 0,0-1 0,19 13 0,-18-15 0,1 0 0,0-1 0,0 0 0,1-1 0,0-1 0,-1 0 0,1 0 0,1-1 0,-1-1 0,0 0 0,1-1 0,26-1 0,-34-1 0,0 0 0,-1 0 0,1-1 0,6-2 0,-9 2 0,1 1 0,-1 0 0,1-1 0,0 1 0,-1 1 0,1-1 0,0 0 0,0 1 0,0 0 0,-1 0 0,1 0 0,5 1 0,4 3 26,0 1 0,20 9 0,-4-1-1469,-16-8-5383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24575,'0'0'0,"0"0"0,0 0 0,0 0 0,0 0 0,0 1 0,1-1 0,-1 0 0,0 0 0,0 0 0,0 0 0,0 0 0,0 0 0,1 0 0,-1 0 0,0 0 0,0 0 0,0 0 0,0 0 0,1 0 0,-1 0 0,0 0 0,0 0 0,0 0 0,0 0 0,1 0 0,-1 0 0,0 0 0,0 0 0,0 0 0,0 0 0,0 0 0,1 0 0,-1 0 0,0 0 0,0 0 0,0-1 0,0 1 0,0 0 0,0 0 0,1 0 0,-1 0 0,0 0 0,0 0 0,0 0 0,0-1 0,0 1 0,0 0 0,0 0 0,0 0 0,0 0 0,0-1 0,0 1 0,0 0 0,0 0 0,0 0 0,0 0 0,0-1 0,0 1 0,0 0 0,0 0 0,0 0 0,9 12 0,30 82 0,-24-56 0,1 0 0,38 62 0,-47-89-105,14 20-525,24 50 0,-39-69-6196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1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24575,'18'2'0,"0"0"0,-1 1 0,1 1 0,-1 0 0,0 2 0,19 8 0,47 13 0,-47-18 0,65 7 0,-90-15 0,0-1 0,0 0 0,0 0 0,0-1 0,0-1 0,0 0 0,0 0 0,-1-1 0,1 0 0,15-8 0,-24 10 0,1 0 0,-1 0 0,0-1 0,0 1 0,0-1 0,0 1 0,0-1 0,0 0 0,0 0 0,-1 0 0,1 0 0,0 0 0,-1 0 0,0 0 0,0 0 0,1-1 0,-1 1 0,-1-1 0,1 1 0,0-1 0,0 1 0,0-5 0,-2 3 0,1 1 0,0 0 0,-1 0 0,1 0 0,-1 0 0,0 0 0,0 0 0,0 0 0,0 0 0,-1 0 0,1 0 0,-1 0 0,0 1 0,0-1 0,0 0 0,0 1 0,0 0 0,-3-3 0,0 1 0,0 1 0,-1-1 0,1 1 0,-1 0 0,0 0 0,0 1 0,0-1 0,0 1 0,0 1 0,0-1 0,0 1 0,-1 0 0,1 1 0,-1-1 0,1 1 0,-1 0 0,-6 2 0,9-2 0,-1 1 0,1-1 0,0 1 0,0 1 0,-1-1 0,1 0 0,0 1 0,0 0 0,0 0 0,1 0 0,-1 0 0,0 1 0,1-1 0,0 1 0,-1 0 0,1 0 0,0 0 0,1 1 0,-1-1 0,0 1 0,1-1 0,0 1 0,0 0 0,0 0 0,0 0 0,-1 5 0,3-6 0,-1 0 0,1 0 0,0 1 0,0-1 0,0 0 0,1 0 0,-1 1 0,1-1 0,0 0 0,0 0 0,0 0 0,0 0 0,0 0 0,1 0 0,-1 0 0,1-1 0,0 1 0,0 0 0,0-1 0,0 1 0,0-1 0,4 4 0,2 0 0,0 1 0,0-1 0,0-1 0,1 1 0,0-1 0,9 3 0,8 2 0,1-1 0,0-1 0,0-2 0,0-1 0,31 2 0,140-2 0,-187-5 0,-8 0 0,-1 0 0,1 0 0,-1 0 0,0-1 0,1 1 0,-1 0 0,1-1 0,-1 0 0,0 0 0,0 1 0,1-1 0,-1-1 0,0 1 0,0 0 0,0 0 0,3-3 0,-4 2 0,0 1 0,0-1 0,0 1 0,0-1 0,-1 0 0,1 1 0,0-1 0,-1 0 0,0 0 0,1 0 0,-1 1 0,0-1 0,0 0 0,0 0 0,0 0 0,0 0 0,0 1 0,0-1 0,-1 0 0,1 0 0,0 0 0,-2-2 0,-2-5 17,0 0-1,-1 1 1,0 0-1,0 0 1,-1 0-1,0 1 1,-13-13-1,10 10-390,0 0 0,1-1-1,-8-13 1,11 16-6452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6 24575,'1'-1'0,"0"0"0,1 1 0,-1-1 0,0 0 0,1 1 0,-1 0 0,1-1 0,-1 1 0,1 0 0,-1 0 0,1 0 0,-1 0 0,1 0 0,-1 0 0,1 0 0,-1 0 0,1 1 0,-1-1 0,1 1 0,-1-1 0,0 1 0,1-1 0,-1 1 0,0 0 0,1 0 0,-1-1 0,0 1 0,0 0 0,0 0 0,0 0 0,0 0 0,0 1 0,0-1 0,0 0 0,0 0 0,0 1 0,-1-1 0,1 0 0,0 2 0,3 7 0,0 0 0,-1 0 0,0 0 0,2 15 0,-5-21 0,1-2 0,-1 0 0,1 0 0,-1 0 0,0-1 0,0 1 0,0 0 0,0 0 0,0 0 0,0 0 0,-1 0 0,1-1 0,0 1 0,-1 0 0,0 0 0,1-1 0,-1 1 0,-1 2 0,0-3 0,1 1 0,0-1 0,-1 0 0,1 0 0,-1 0 0,0 0 0,1 0 0,-1 0 0,0-1 0,0 1 0,1 0 0,-1-1 0,0 0 0,0 1 0,0-1 0,0 0 0,-3 0 0,-4 0 0,0-1 0,-1 0 0,1 0 0,0-1 0,0 0 0,0 0 0,0-1 0,1-1 0,-14-6 0,-3-4 0,-42-31 0,63 43 0,1-1 0,0 0 0,-1 0 0,2 0 0,-6-6 0,8 9 0,-1-1 0,1 1 0,0-1 0,-1 0 0,1 1 0,0-1 0,-1 1 0,1-1 0,0 1 0,0-1 0,0 0 0,-1 1 0,1-1 0,0 1 0,0-1 0,0 0 0,0 1 0,0-1 0,0 0 0,0 1 0,0-1 0,1 0 0,-1 1 0,0-1 0,0 1 0,0-1 0,1 0 0,-1 1 0,0-1 0,1 1 0,-1-1 0,0 1 0,1-1 0,-1 1 0,1-1 0,-1 1 0,1-1 0,-1 1 0,1 0 0,-1-1 0,1 1 0,-1 0 0,1-1 0,-1 1 0,1 0 0,0 0 0,-1 0 0,2-1 0,2 0 0,1 0 0,-1 1 0,1-1 0,-1 1 0,0 0 0,1 0 0,-1 0 0,1 0 0,-1 1 0,6 1 0,44 15 0,-47-15 0,8 4-1365,-3 1-5461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20 24575,'-10'-4'0,"1"0"0,0 2 0,-1-1 0,1 1 0,-17-2 0,23 4 0,1 0 0,0 0 0,-1 0 0,1 0 0,0 0 0,0 0 0,-1 1 0,1-1 0,0 1 0,0 0 0,-1 0 0,1 0 0,0 0 0,0 0 0,0 0 0,0 0 0,0 1 0,1-1 0,-1 1 0,0-1 0,1 1 0,-1 0 0,1-1 0,-1 1 0,1 0 0,0 0 0,0 0 0,0 0 0,-1 4 0,-1 1 0,2 1 0,-1 0 0,1 0 0,0 0 0,1 0 0,0-1 0,0 1 0,1 0 0,1 10 0,20 72 0,-18-78 0,29 88-188,4-2 0,55 103 0,-81-178-24,2 0 0,0 0 0,2-1 0,0-1 0,27 28 0,-33-41-6143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2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206 105 24575,'-25'-20'0,"-11"-6"0,-1 0 0,2 8 0,5 7 0,5 7 0,7 6-8191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25 24575,'-19'-4'0,"-21"-4"0,-1 2 0,-44 0 0,80 6 0,1 0 0,-1 0 0,0 1 0,0-1 0,1 1 0,-8 3 0,11-4 0,0 0 0,0 1 0,0-1 0,0 1 0,0-1 0,1 1 0,-1-1 0,0 1 0,0 0 0,0-1 0,1 1 0,-1 0 0,0 0 0,1 0 0,-1-1 0,1 1 0,-1 0 0,1 0 0,-1 0 0,1 0 0,-1 0 0,1 0 0,0 0 0,0 0 0,0 0 0,-1 0 0,1 0 0,0 0 0,0 0 0,0 0 0,0 0 0,1 0 0,-1 0 0,0 0 0,1 2 0,1 3 0,0-1 0,1 1 0,-1-1 0,1 1 0,1-1 0,-1 0 0,1 0 0,-1 0 0,2-1 0,4 6 0,9 6 0,25 16 0,-30-22 0,15 12 0,2-2 0,42 22 0,-71-42 0,0 1 0,1 0 0,-1-1 0,0 1 0,0 0 0,0 0 0,0-1 0,0 1 0,0 0 0,0 0 0,1 2 0,-2-3 0,0 1 0,0-1 0,1 0 0,-1 1 0,0-1 0,0 1 0,0-1 0,0 0 0,0 1 0,0-1 0,0 0 0,0 1 0,0-1 0,0 1 0,0-1 0,0 0 0,0 1 0,0-1 0,-1 0 0,1 1 0,0-1 0,0 1 0,0-1 0,0 0 0,-1 1 0,0 0 0,-1 1 0,1-1 0,-1 0 0,1 0 0,-1 0 0,0 0 0,0 0 0,1-1 0,-1 1 0,0 0 0,0-1 0,0 0 0,1 1 0,-4-1 0,-4 1 0,0-1 0,0 0 0,-1 0 0,-16-4 0,-39-12 0,46 11 0,12 4 0,3 0 0,1 1 0,0-1 0,-1 0 0,1 0 0,-1-1 0,1 1 0,0 0 0,0-1 0,0 0 0,0 0 0,0 0 0,-5-4 0,8 5 3,-1 1 0,1-1 0,0 1 0,0-1 0,-1 0 0,1 1 0,0-1-1,0 1 1,0-1 0,0 1 0,0-1 0,0 0 0,0 1 0,0-1 0,0 1 0,0-1 0,0 0-1,0 1 1,1-1 0,-1 1 0,0-1 0,0 1 0,0-1 0,1 1 0,-1-1 0,0 1 0,1-2 0,13-11-766,-11 11 79,7-7-6142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3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24575,'-2'1'0,"1"0"0,-1-1 0,0 1 0,0 0 0,0 0 0,1 0 0,-1 0 0,0 1 0,1-1 0,-1 0 0,-1 2 0,3-2 0,0-1 0,0 1 0,-1-1 0,1 1 0,0-1 0,0 1 0,0-1 0,-1 1 0,1 0 0,0-1 0,0 1 0,0-1 0,0 1 0,0 0 0,0-1 0,1 1 0,-1-1 0,0 1 0,0-1 0,0 1 0,0 0 0,1-1 0,-1 1 0,0-1 0,0 1 0,1-1 0,-1 1 0,0-1 0,1 0 0,-1 1 0,1-1 0,-1 1 0,1-1 0,-1 0 0,1 1 0,-1-1 0,1 0 0,-1 1 0,1-1 0,-1 0 0,2 0 0,9 6 0,1 0 0,0-2 0,0 1 0,1-2 0,16 4 0,24 7 0,-48-13 0,13 5 0,0 1 0,18 9 0,-30-12 0,-1-1 0,1 1 0,-1-1 0,0 1 0,0 1 0,-1-1 0,1 1 0,-1 0 0,0 0 0,4 7 0,-1-1 0,-2 2 0,1-1 0,-1 0 0,-1 1 0,0 0 0,2 16 0,-1 1 0,1 50 0,-6-77 0,0 1 0,0 0 0,0 0 0,-1 0 0,0 0 0,1 0 0,-1 0 0,0 0 0,-1 0 0,1-1 0,-3 6 0,3-8 0,0 1 0,-1-1 0,1 1 0,0-1 0,-1 0 0,1 0 0,0 0 0,-1 1 0,0-1 0,1-1 0,-1 1 0,1 0 0,-1 0 0,0-1 0,0 1 0,1-1 0,-1 1 0,0-1 0,0 0 0,0 1 0,0-1 0,1 0 0,-1 0 0,0-1 0,0 1 0,-3-1 0,0 0 4,0 0-1,-1-1 1,1 0-1,0 0 1,0 0-1,0 0 1,0-1-1,1 0 1,-1 0-1,-6-6 1,-2-3-99,-22-26 0,9 9-1119,13 16-5612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4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43 24575,'-3'-5'0,"8"7"0,10 7 0,27 27 0,-20-16 0,2-1 0,26 17 0,-43-32 0,0 0 0,1 0 0,-1 0 0,1-1 0,0 0 0,0-1 0,1 0 0,-1 0 0,0-1 0,1 0 0,16 0 0,-24-1 0,0 0 0,0 0 0,1 0 0,-1 0 0,0 0 0,1-1 0,-1 1 0,0-1 0,0 1 0,0-1 0,1 1 0,-1-1 0,0 0 0,0 1 0,0-1 0,0 0 0,0 0 0,0 0 0,0 0 0,0-1 0,0 0 0,0 0 0,0 0 0,0 0 0,0 0 0,-1 0 0,1 0 0,-1 0 0,1 0 0,-1 0 0,0 0 0,0-3 0,-1-4 0,0 1 0,0 0 0,-1 0 0,0-1 0,-3-7 0,-17-34 0,7 18 0,14 32 0,1-1 0,0 1 0,-1-1 0,1 1 0,0-1 0,0 1 0,-1-1 0,1 1 0,0-1 0,0 1 0,0-1 0,0 0 0,0 1 0,0-1 0,0 1 0,0-1 0,0 1 0,0-2 0,7 6 0,11 14 0,19 25 0,53 46 0,-85-85 0,-1 0 0,1 0 0,-1-1 0,1 1 0,0-1 0,9 3 0,-13-5 0,-1-1 0,1 1 0,0-1 0,0 0 0,0 0 0,0 1 0,0-1 0,0 0 0,0 0 0,0 0 0,0 0 0,0 0 0,0 0 0,0 0 0,0-1 0,0 1 0,0 0 0,0 0 0,0-1 0,0 1 0,0 0 0,-1-1 0,1 1 0,0-1 0,0 0 0,0 1 0,-1-1 0,1 1 0,0-1 0,-1 0 0,1 0 0,0 1 0,-1-1 0,1 0 0,-1 0 0,1 0 0,-1 0 0,0 0 0,1 0 0,-1 1 0,0-1 0,0 0 0,1 0 0,-1 0 0,0-2 0,0-3 0,0 1 0,0-1 0,0 1 0,0-1 0,-1 1 0,0 0 0,0-1 0,-3-6 0,2 8 0,1-1 0,0 1 0,-1-1 0,2 0 0,-1 1 0,1-1 0,-1 0 0,1 0 0,0 1 0,1-1 0,1-6 0,-2 10 0,0 0 0,0 1 0,1-1 0,-1 0 0,0 1 0,1-1 0,-1 0 0,1 1 0,-1-1 0,1 1 0,-1-1 0,1 1 0,-1-1 0,1 1 0,-1-1 0,1 1 0,0-1 0,-1 1 0,1 0 0,0-1 0,-1 1 0,1 0 0,1-1 0,-1 1 0,1 0 0,0 0 0,-1 0 0,1 0 0,0 0 0,-1 0 0,1 1 0,0-1 0,-1 0 0,3 1 0,3 3 0,1-1 0,0 1 0,8 6 0,-13-9 0,4 4-47,217 126-1271,-209-124-5508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24575,'70'42'0,"36"19"0,-95-55 0,1-1 0,22 7 0,-33-11 0,0-1 0,0 0 0,0 0 0,-1 0 0,1 0 0,0 0 0,0 0 0,0 0 0,0 0 0,-1 0 0,1 0 0,0 0 0,0 0 0,-1-1 0,1 1 0,0 0 0,0-1 0,-1 1 0,1 0 0,0-1 0,0 1 0,0-1 0,0-1 0,0 1 0,0-1 0,0 1 0,0 0 0,0-1 0,0 1 0,0-1 0,-1 0 0,1 1 0,0-3 0,1-3 0,-1-1 0,0 1 0,0-13 0,0 8 0,-1 0 0,0 0 0,-1 0 0,-1 0 0,-3-15 0,5 26 0,-1 0 0,1 0 0,0 0 0,-1 0 0,1 0 0,0 0 0,0 0 0,0-1 0,0 1 0,0 0 0,0 0 0,0 0 0,0 0 0,0-1 0,1 1 0,0-2 0,-1 3 0,1 0 0,-1-1 0,1 1 0,0 0 0,-1-1 0,1 1 0,-1 0 0,1 0 0,0 0 0,-1-1 0,1 1 0,0 0 0,-1 0 0,1 0 0,0 0 0,-1 0 0,1 0 0,0 0 0,-1 1 0,1-1 0,-1 0 0,1 0 0,0 0 0,-1 1 0,1-1 0,-1 0 0,1 1 0,0-1 0,-1 0 0,1 1 0,14 8 0,20 15 0,3 2 0,-23-17 0,0 0 0,19 6 0,-25-12 0,-1 0 0,1-1 0,-1 0 0,1-1 0,-1 0 0,12 1 0,-8-2-70,19-1-1225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79 266 24575,'-4'-120'0,"2"102"0,0 1 0,-2 0 0,0 0 0,-11-30 0,14 44 0,-1 0 0,1 1 0,-1-1 0,0 0 0,0 1 0,0-1 0,0 1 0,-2-3 0,3 5 0,1 0 0,0-1 0,-1 1 0,1 0 0,-1-1 0,1 1 0,-1 0 0,1 0 0,-1-1 0,1 1 0,-1 0 0,1 0 0,-1 0 0,1 0 0,-1 0 0,1-1 0,-1 1 0,1 0 0,-1 0 0,1 0 0,-1 0 0,1 1 0,-1-1 0,1 0 0,-1 0 0,0 0 0,1 0 0,-1 1 0,1-1 0,0 0 0,-1 0 0,1 1 0,-1-1 0,1 0 0,-1 1 0,1-1 0,0 0 0,-1 1 0,1-1 0,0 1 0,-1-1 0,1 0 0,0 1 0,-1-1 0,1 1 0,0-1 0,0 1 0,0-1 0,0 1 0,-1-1 0,1 1 0,0 0 0,-2 7 0,0-1 0,1 0 0,0 0 0,0 0 0,1 1 0,0 9 0,6 44 0,-4-46 0,0 0 0,2-1 0,0 1 0,0-1 0,2 0 0,-1 0 0,2 0 0,8 12 0,-11-19 0,0-1 0,1-1 0,-1 1 0,1-1 0,1 0 0,-1 0 0,1 0 0,0 0 0,0-1 0,0 0 0,0-1 0,1 1 0,0-1 0,0-1 0,0 1 0,0-1 0,0 0 0,9 1 0,-10-2-85,1-1 0,-1 1-1,1-1 1,-1-1 0,0 1-1,1-1 1,-1 0 0,1 0-1,-1-1 1,0 0 0,0 0-1,0 0 1,0-1 0,0 0-1,7-5 1,-4 1-6741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24575,'10'17'0,"6"14"0,2 9 0,1 5 0,3 3 0,-3-3 0,0 0 0,-3-1 0,-1-3 0,-1-3 0,-1-3 0,1-3 0,-3-4 0,-3-4 0,0-4 0,-2-3 0,-1-4-8191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250 209 24575,'-11'-4'0,"-106"-38"0,102 37 0,1 2 0,-1 0 0,0 1 0,0 0 0,0 2 0,-18 0 0,38 3 0,7 1 0,177 47 0,-154-40 0,0 3 0,-1 1 0,41 24 0,-42-18 0,-4-3 0,52 25 0,-81-43 0,0 0 0,0 0 0,0 0 0,0 0 0,0 0 0,0 0 0,0 0 0,0 0 0,0 0 0,0 0 0,0 0 0,0 0 0,0-1 0,0 1 0,0 0 0,0 0 0,0 0 0,0 0 0,0 0 0,0 0 0,0 0 0,0 0 0,0 0 0,0 0 0,0 0 0,0 0 0,0 0 0,0-1 0,0 1 0,0 0 0,0 0 0,0 0 0,0 0 0,0 0 0,0 0 0,0 0 0,0 0 0,1 0 0,-1 0 0,0 0 0,0 0 0,0 0 0,0 0 0,0 0 0,0 0 0,0 0 0,0 0 0,0 0 0,0 0 0,0 0 0,0 0 0,0 0 0,0 0 0,1 0 0,-1 0 0,0 0 0,0 0 0,0 0 0,0 0 0,0 0 0,0 0 0,0 0 0,0 0 0,0 0 0,0 0 0,0 0 0,0 0 0,0 0 0,1 0 0,-6-9 0,-7-11 0,-9-9 0,2-1 0,1-2 0,-21-49 0,35 72 0,-1-3 0,0-1 0,1 1 0,0-1 0,1 1 0,-2-18 0,5 27 0,0 1 0,0 0 0,0-1 0,0 1 0,0-1 0,0 1 0,1 0 0,-1 0 0,1-1 0,0 1 0,0 0 0,0 0 0,0 0 0,0-1 0,0 1 0,0 0 0,1 1 0,-1-1 0,1 0 0,-1 0 0,1 1 0,0-1 0,0 1 0,0-1 0,0 1 0,0 0 0,0-1 0,0 1 0,0 0 0,0 1 0,0-1 0,1 0 0,-1 1 0,0-1 0,1 1 0,2-1 0,2 1 12,0-1 0,0 1 0,0 0 0,0 1 0,0 0 0,0 0 0,0 0 0,0 1 0,8 3 0,-3 0-309,0 0 0,0 1 0,-1 0 0,12 8 0,-8-2-6529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6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24575,'1'-1'0,"-1"0"0,0 1 0,1-1 0,-1 0 0,1 1 0,-1-1 0,1 1 0,-1-1 0,1 1 0,-1-1 0,1 1 0,-1 0 0,1-1 0,0 1 0,-1-1 0,1 1 0,0 0 0,-1 0 0,1-1 0,0 1 0,-1 0 0,1 0 0,0 0 0,0 0 0,-1 0 0,1 0 0,0 0 0,-1 0 0,1 0 0,0 0 0,0 0 0,-1 1 0,1-1 0,0 0 0,-1 0 0,1 1 0,0-1 0,-1 0 0,1 1 0,-1-1 0,2 1 0,4 3 0,-1 0 0,0 1 0,8 7 0,-5-5 0,-4-3 0,39 34 0,37 42 0,-78-78 0,0 1 0,1-1 0,-1 0 0,0 0 0,1 0 0,0 0 0,-1 0 0,6 2 0,-8-4 0,1 0 0,-1 1 0,1-1 0,-1 0 0,1 0 0,-1 0 0,1 0 0,0 0 0,-1 0 0,1 0 0,-1 0 0,1 0 0,-1 0 0,1 0 0,-1 0 0,1-1 0,-1 1 0,1 0 0,-1 0 0,1 0 0,-1-1 0,1 1 0,0-1 0,0 0 0,-1 0 0,1 0 0,0 0 0,-1 0 0,1 0 0,-1 0 0,1 0 0,-1 0 0,0 0 0,1 0 0,-1-1 0,0 1 0,0-2 0,1-9 0,0 0 0,-2-1 0,1 1 0,-2 0 0,-2-14 0,-2-22 0,5 47 0,1 0 0,0 0 0,0 0 0,0 0 0,0 0 0,0 0 0,0 0 0,1 0 0,-1 0 0,0 0 0,0 0 0,1 0 0,-1 0 0,0 0 0,2-1 0,-2 2 0,0 0 0,0 0 0,1-1 0,-1 1 0,0 0 0,1 0 0,-1 0 0,0 0 0,1-1 0,-1 1 0,0 0 0,1 0 0,-1 0 0,0 0 0,1 0 0,-1 0 0,1 0 0,-1 0 0,0 0 0,1 0 0,-1 0 0,0 0 0,1 0 0,-1 1 0,0-1 0,1 0 0,-1 0 0,1 0 0,1 2 0,0-1 0,0 1 0,0-1 0,0 1 0,0 0 0,0-1 0,0 1 0,-1 0 0,1 0 0,1 4 0,42 82 0,49 132 0,-35-73 0,-54-136 0,0 1 0,0 1 0,-1-1 0,-1 1 0,0-1 0,-1 1 0,2 19 0,-4-31 0,0 1 0,0 0 0,-1 0 0,1-1 0,0 1 0,-1-1 0,1 1 0,-1 0 0,1-1 0,-1 1 0,0-1 0,0 1 0,1-1 0,-1 1 0,0-1 0,-1 0 0,1 0 0,0 1 0,-2 0 0,1 0 0,0-1 0,-1 0 0,1 0 0,0 0 0,-1 0 0,0 0 0,1 0 0,-1-1 0,1 1 0,-1-1 0,-3 1 0,-6-2 0,1 1 0,-1-1 0,0-1 0,-14-4 0,25 6 0,-217-67 92,103 28-1549,83 29-5369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7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24575,'24'42'0,"30"44"0,-46-74 0,2 0 0,-1-1 0,1-1 0,23 19 0,-27-24 0,1 0 0,0-1 0,0 0 0,0 0 0,0-1 0,12 4 0,-17-6 0,-1 0 0,1-1 0,0 0 0,-1 1 0,1-1 0,0 0 0,0 0 0,-1 0 0,1 0 0,0 0 0,0 0 0,0-1 0,-1 1 0,1 0 0,0-1 0,-1 1 0,1-1 0,0 0 0,-1 0 0,1 0 0,-1 0 0,1 0 0,-1 0 0,0 0 0,1 0 0,-1 0 0,0 0 0,0-1 0,0 1 0,0-1 0,0 1 0,0-1 0,0 1 0,0-1 0,0-2 0,1-1 0,-1 0 0,0 0 0,0 0 0,0 0 0,-1 0 0,0 0 0,0 0 0,0 0 0,-1 0 0,-1-9 0,-3-6 0,-9-25 0,11 36 0,-2-2 0,4 8 0,0 1 0,0 0 0,0 0 0,1-1 0,-1 1 0,1 0 0,-1-1 0,0-4 0,2 7 0,-1 0 0,0 0 0,0 0 0,0-1 0,0 1 0,1 0 0,-1 0 0,0 0 0,0 0 0,1 0 0,-1 0 0,0-1 0,0 1 0,0 0 0,1 0 0,-1 0 0,0 0 0,0 0 0,1 0 0,-1 0 0,0 0 0,0 0 0,1 0 0,-1 0 0,0 0 0,0 0 0,1 0 0,-1 0 0,0 0 0,0 1 0,1-1 0,-1 0 0,0 0 0,0 0 0,0 0 0,1 0 0,-1 0 0,0 1 0,0-1 0,0 0 0,1 0 0,-1 1 0,12 7 0,-11-8 0,85 70 0,5 4 0,-87-71 0,0-1 0,0 0 0,0 0 0,0 0 0,0 0 0,0-1 0,0 1 0,7 0 0,-9-1 0,-1-1 0,0 0 0,0 0 0,0 0 0,0 0 0,0 0 0,0-1 0,1 1 0,-1 0 0,0-1 0,0 1 0,0 0 0,0-1 0,0 1 0,0-1 0,0 1 0,0-1 0,0 0 0,0 0 0,-1 1 0,1-1 0,0 0 0,0 0 0,-1 0 0,1 0 0,0 0 0,-1 0 0,1 0 0,-1 0 0,1 0 0,-1 0 0,0 0 0,1 0 0,-1 0 0,0 0 0,0 0 0,1 0 0,-1-2 0,0-2 0,1-1 0,-1 0 0,0 1 0,-1-1 0,0 0 0,1 1 0,-2-1 0,-2-9 0,-3-3 0,-11-21 0,-1-3 0,18 35 0,4 5 0,12 10 0,15 17 0,-30-25 0,63 57 0,-54-49 0,1-2 0,0 1 0,0-1 0,1-1 0,12 5 0,-17-7 0,1 0 0,1 0 0,-1-1 0,1 1 0,0-1 0,0-1 0,0 1 0,15-1 0,-23-1-31,1 0 0,-1 0 0,0 0 0,0 0 0,0 0 0,1 0 0,-1 0 0,0 0 0,0 0 0,0 0 0,1 0 0,-1 0 0,0 0 0,0 0 0,0 0 0,0 0 0,1 0 0,-1 0 0,0 0 0,0-1 0,0 1 0,0 0 0,1 0 0,-1 0-1,0 0 1,0 0 0,0-1 0,0 1 0,0 0 0,0 0 0,1 0 0,-1 0 0,0-1 0,0 1 0,0 0 0,0 0 0,0 0 0,0-1 0,0 1 0,0 0 0,0 0 0,0 0 0,0-1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8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24575,'0'0'0,"0"-1"0,0 1 0,0-1 0,0 1 0,0-1 0,0 1 0,0 0 0,0-1 0,1 1 0,-1-1 0,0 1 0,0 0 0,0-1 0,1 1 0,-1 0 0,0-1 0,0 1 0,1 0 0,-1-1 0,0 1 0,1 0 0,-1-1 0,0 1 0,1 0 0,-1 0 0,1 0 0,-1-1 0,0 1 0,1 0 0,-1 0 0,1 0 0,-1 0 0,0 0 0,1 0 0,-1 0 0,1 0 0,-1 0 0,1 0 0,-1 0 0,1 0 0,-1 0 0,0 0 0,1 0 0,-1 0 0,1 0 0,-1 1 0,0-1 0,1 0 0,-1 0 0,1 1 0,-1-1 0,3 1 0,-1 0 0,0 0 0,0 0 0,1 1 0,-1-1 0,0 1 0,3 2 0,13 19 0,-8-10 0,0 0 0,0-1 0,18 14 0,-25-22 0,1-2 0,0 1 0,0 0 0,0-1 0,1 0 0,-1 0 0,0 0 0,1 0 0,0-1 0,-1 0 0,1 0 0,0 0 0,-1 0 0,1-1 0,9 0 0,-12 0 0,0-1 0,0 1 0,-1 0 0,1-1 0,0 0 0,0 1 0,0-1 0,-1 0 0,1 0 0,0 0 0,-1 0 0,1 0 0,-1 0 0,1 0 0,-1-1 0,0 1 0,1-1 0,-1 1 0,0-1 0,0 1 0,0-1 0,0 0 0,0 1 0,0-1 0,-1 0 0,1 0 0,-1 0 0,1 1 0,-1-1 0,1-3 0,0-1 0,-1 1 0,0-1 0,0 1 0,0-1 0,0 1 0,-1 0 0,0-1 0,0 1 0,-3-9 0,-15-32 0,23 50 0,1-1 0,-1 1 0,1-1 0,0 0 0,0-1 0,0 1 0,0-1 0,1 0 0,-1-1 0,1 1 0,-1-1 0,7 1 0,0 0 0,0 1 0,14 5 0,-21-6 0,-1 0 0,0-1 0,0 2 0,0-1 0,0 0 0,0 1 0,0 0 0,6 5 0,-10-7-80,1 0 0,-1 0-1,1-1 1,-1 1 0,1 0-1,-1 0 1,0-1 0,1 1-1,-1 0 1,0 0 0,0 0 0,0 0-1,1 0 1,-1 0 0,0-1-1,0 2 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39 24575,'-4'-5'0,"-15"-17"0,18 21 0,0 0 0,0 0 0,0 0 0,0 0 0,0 0 0,0 0 0,-1 1 0,1-1 0,0 0 0,0 1 0,-1-1 0,1 1 0,0-1 0,-1 1 0,1 0 0,-2-1 0,2 1 0,1 1 0,0-1 0,-1 0 0,1 0 0,-1 0 0,1 1 0,0-1 0,-1 0 0,1 0 0,0 1 0,-1-1 0,1 0 0,0 1 0,0-1 0,-1 0 0,1 1 0,0-1 0,0 1 0,-1-1 0,1 0 0,0 1 0,0-1 0,0 1 0,0-1 0,0 1 0,0-1 0,0 0 0,0 1 0,0-1 0,0 1 0,0-1 0,0 1 0,0-1 0,0 0 0,0 1 0,0-1 0,0 1 0,1 0 0,5 17 0,3 1 0,1 0 0,2-1 0,23 31 0,50 46 0,-33-38 0,-51-56 0,0 0 0,-1-1 0,1 1 0,0 0 0,0 0 0,-1 0 0,1-1 0,-1 1 0,1 0 0,-1 0 0,1 0 0,-1 0 0,0 0 0,1 0 0,-1 0 0,0 0 0,0 0 0,0 0 0,0 0 0,0 0 0,0 2 0,0-2 0,-1 0 0,0 0 0,0-1 0,1 1 0,-1 0 0,0-1 0,0 1 0,0-1 0,1 1 0,-1-1 0,0 1 0,0-1 0,0 0 0,0 1 0,0-1 0,0 0 0,0 0 0,0 0 0,0 0 0,0 1 0,0-1 0,0-1 0,-2 1 0,-16-2 0,-1 0 0,0-1 0,1-2 0,0 0 0,-19-7 0,10 3 0,-36-10-26,-73-26-1313,121 38-5487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24575,'20'10'0,"9"11"0,5 10 0,-1 6 0,-1 5 0,-3 5 0,-5 0 0,-3 0 0,-3-2 0,-2-2 0,-2-4 0,-2-4 0,-1-5 0,-3-2 0,-2-5 0,-3-4-8191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39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373 185 24575,'-18'-28'0,"-7"-8"0,-4-2 0,2 6 0,3 9 0,3 8 0,2 7 0,0 4 0,0 6 0,-2 2 0,-1 1 0,-3-1 0,-2-1 0,-2 2 0,2-1 0,6 0-8191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0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24575,'11'9'0,"0"1"0,-1 0 0,0 1 0,-1 0 0,0 1 0,0 0 0,-2 0 0,1 1 0,7 20 0,2 9 0,19 76 0,-31-93 0,-4-17 0,1 0 0,0-1 0,0 1 0,5 9 0,-7-17 0,0 1 0,1-1 0,-1 1 0,0-1 0,1 1 0,-1-1 0,1 0 0,-1 1 0,0-1 0,1 1 0,0-1 0,-1 0 0,1 1 0,-1-1 0,1 0 0,-1 0 0,1 0 0,-1 1 0,1-1 0,0 0 0,-1 0 0,1 0 0,-1 0 0,1 0 0,0 0 0,-1 0 0,1 0 0,-1 0 0,1 0 0,0-1 0,-1 1 0,1 0 0,-1 0 0,1 0 0,-1-1 0,2 0 0,22-14 0,-18 10 0,3-1 0,-1 1 0,2 0 0,-1 0 0,0 0 0,1 2 0,0-1 0,12-2 0,-20 5 0,1 1 0,-1-1 0,0 1 0,1 0 0,0 0 0,-1 0 0,1 0 0,-1 0 0,1 1 0,-1-1 0,0 1 0,1-1 0,-1 1 0,1 0 0,-1 0 0,0 0 0,0 0 0,1 0 0,-1 1 0,0-1 0,0 1 0,0-1 0,0 1 0,-1 0 0,1 0 0,0 0 0,-1 0 0,1 0 0,-1 0 0,0 0 0,0 0 0,0 1 0,0-1 0,0 0 0,1 3 0,-2-2 0,1-1 0,0 0 0,-1 1 0,1-1 0,-1 1 0,0-1 0,1 1 0,-1-1 0,-1 1 0,1-1 0,0 0 0,0 1 0,-1-1 0,0 1 0,1-1 0,-1 0 0,0 1 0,0-1 0,0 0 0,0 0 0,-1 0 0,1 0 0,-1 0 0,1 0 0,-1 0 0,0 0 0,1 0 0,-1-1 0,0 1 0,0-1 0,0 1 0,0-1 0,-1 0 0,1 0 0,-2 1 0,-5 1 0,0 1 0,0-2 0,-1 1 0,1-1 0,0-1 0,-1 0 0,-17 0 0,21-1 0,0 0 0,0-1 0,0 0 0,-1 0 0,-8-2 0,14 2 0,0 1 0,1 0 0,-1-1 0,0 1 0,0 0 0,0-1 0,0 1 0,1-1 0,-1 1 0,0-1 0,1 0 0,-1 1 0,0-1 0,1 0 0,-1 1 0,0-1 0,1 0 0,-1 0 0,1 1 0,0-1 0,-1 0 0,1 0 0,0 0 0,-1 0 0,1 0 0,0 0 0,0 1 0,0-1 0,0 0 0,0 0 0,0 0 0,0 0 0,0 0 0,0 0 0,0 0 0,0 0 0,1 0 0,-1 1 0,0-1 0,1 0 0,-1 0 0,1 0 0,-1 0 0,1 1 0,-1-1 0,1 0 0,0 0 0,1-2 0,0 0 0,1 0 0,-1 1 0,1-1 0,-1 1 0,1 0 0,0 0 0,0 0 0,0 0 0,0 0 0,0 1 0,0-1 0,1 1 0,-1 0 0,0 0 0,1 0 0,-1 0 0,4 0 0,9 0 0,0 0 0,28 2 0,-23-1 0,-2 1 0,7 0 0,-1-1 0,31-5 0,-49 4 0,-1 0 0,1 0 0,-1-1 0,0 0 0,0 0 0,0 0 0,0-1 0,0 0 0,0 0 0,0-1 0,-1 1 0,0-1 0,10-9 0,-13 10 0,0 1 0,0-1 0,0 0 0,-1 1 0,1-1 0,0 0 0,-1 0 0,0 0 0,0-1 0,0 1 0,0 0 0,0 0 0,-1-1 0,1 1 0,-1 0 0,0-1 0,0 1 0,0 0 0,-1-1 0,1 1 0,-1 0 0,1 0 0,-1-1 0,0 1 0,-1 0 0,0-3 0,-1 0 0,0 1 0,-1 0 0,1 0 0,-1 0 0,0 0 0,0 1 0,-1-1 0,1 1 0,-1 0 0,0 1 0,0-1 0,0 1 0,-7-4 0,7 5 0,1 0 0,-1 0 0,0 1 0,1-1 0,-1 1 0,0 0 0,0 1 0,-5-1 0,9 1 0,0 0 0,0 0 0,-1 0 0,1 0 0,0 1 0,0-1 0,0 0 0,0 1 0,0-1 0,0 1 0,0-1 0,0 1 0,0-1 0,0 1 0,0 0 0,0-1 0,0 1 0,0 0 0,1 0 0,-1 0 0,0 0 0,0-1 0,1 1 0,-1 0 0,1 0 0,-1 0 0,1 1 0,-1-1 0,1 0 0,0 0 0,-1 0 0,1 0 0,0 0 0,0 0 0,0 0 0,0 1 0,0-1 0,0 0 0,0 0 0,1 2 0,-1 1 0,1 1 0,0-1 0,0 1 0,1-1 0,-1 0 0,1 1 0,0-1 0,0 0 0,1 0 0,-1 0 0,1 0 0,5 5 0,6 6 0,24 21 0,-23-23 0,15 14-227,1-1-1,0-2 1,2-1-1,1-1 1,37 17-1,-58-33-6598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2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24575,'37'-8'0,"45"-6"0,-64 13 0,-1 0 0,1 1 0,-1 0 0,33 6 0,-44-4 0,-1-1 0,1 1 0,-1 0 0,1 0 0,-1 1 0,0-1 0,0 1 0,0 0 0,0 1 0,-1-1 0,1 1 0,-1 0 0,0 0 0,5 6 0,-7-7 0,0 1 0,0-1 0,0 0 0,0 1 0,0-1 0,-1 1 0,1 0 0,-1-1 0,0 1 0,0 0 0,-1 0 0,1 0 0,-1-1 0,0 1 0,0 0 0,0 0 0,-1 0 0,1 0 0,-1 0 0,0-1 0,-2 8 0,-1-3 0,1-1 0,-2 1 0,1-1 0,-1 0 0,0 0 0,0-1 0,-1 0 0,0 1 0,0-2 0,-1 1 0,1-1 0,-10 6 0,13-10 0,1 1 0,-1 0 0,1 0 0,0 0 0,0 1 0,0-1 0,0 0 0,0 1 0,0-1 0,1 1 0,-1 0 0,1 0 0,-2 4 0,3-6 0,-1 1 0,1-1 0,0 1 0,0 0 0,0-1 0,0 1 0,0-1 0,0 1 0,0 0 0,1-1 0,-1 1 0,1-1 0,-1 1 0,1-1 0,-1 1 0,1-1 0,0 1 0,0-1 0,0 0 0,0 1 0,0-1 0,0 0 0,0 0 0,0 1 0,0-1 0,3 1 0,6 5 0,0-1 0,0 0 0,1 0 0,0-1 0,0-1 0,0 0 0,14 3 0,82 12 0,-92-17 0,0-1 0,0 0 0,-1-1 0,1 0 0,18-3 0,-29 2 0,0 0 0,0 0 0,0-1 0,0 1 0,0-1 0,-1 1 0,1-1 0,0 0 0,-1-1 0,5-3 0,-6 4 0,0 0 0,0 0 0,0-1 0,-1 1 0,1 0 0,-1-1 0,1 0 0,-1 1 0,0-1 0,0 0 0,0 0 0,0 0 0,-1 0 0,1 1 0,0-7 0,-1 5 0,0 0 0,0 0 0,-1 0 0,1 0 0,-1 0 0,0 0 0,0 0 0,-1 0 0,1 1 0,-1-1 0,1 0 0,-1 1 0,0 0 0,-3-4 0,3 5 0,1 0 0,-1 0 0,0 0 0,1 0 0,-1 1 0,0-1 0,0 0 0,0 1 0,-1 0 0,1-1 0,0 1 0,0 0 0,-1 0 0,1 1 0,-1-1 0,1 0 0,0 1 0,-1-1 0,1 1 0,-1 0 0,1 0 0,-6 0 0,1 1 0,-1 0 0,0 0 0,0-1 0,1 0 0,-1-1 0,-12-1 0,16 1 0,0-1 0,0 1 0,0 0 0,0-1 0,0 0 0,1 0 0,-1 0 0,1 0 0,-1-1 0,1 1 0,0-1 0,0 0 0,-5-6 0,-1 0 0,11 16 0,11 20 0,-12-24 0,4 5 0,0 1 0,1-1 0,0 0 0,0 0 0,1 0 0,-1-1 0,15 11 0,-8-8 0,1-1 0,0 0 0,28 13 0,-36-20 0,0 1 0,1-1 0,-1 0 0,1 0 0,-1-1 0,1 0 0,0 0 0,-1 0 0,1-1 0,0 0 0,0-1 0,-1 1 0,1-1 0,0-1 0,-1 1 0,1-1 0,-1 0 0,1 0 0,-1-1 0,0 0 0,0 0 0,0-1 0,-1 1 0,1-1 0,-1-1 0,7-5 0,1-5 0,19-28 0,-13 15 0,-19 28 0,1-1 0,-1 0 0,1 1 0,-1-1 0,1 0 0,-1 1 0,1-1 0,-1 0 0,1 1 0,0-1 0,-1 1 0,1-1 0,0 1 0,0-1 0,-1 1 0,1 0 0,0-1 0,0 1 0,0 0 0,-1 0 0,1 0 0,0-1 0,0 1 0,0 0 0,0 0 0,0 0 0,-1 0 0,1 0 0,0 1 0,0-1 0,0 0 0,0 0 0,-1 0 0,1 1 0,0-1 0,0 0 0,0 1 0,-1-1 0,1 1 0,0-1 0,-1 1 0,1-1 0,0 1 0,-1 0 0,1-1 0,0 2 0,4 3 0,-1 1 0,0 1 0,0-1 0,5 10 0,-3-5 0,-1-1 0,4 4 0,-1 0 0,20 24 0,-27-37 0,-1-1 0,0 0 0,0 1 0,0-1 0,1 0 0,-1 0 0,0 1 0,0-1 0,1 0 0,-1 0 0,0 1 0,1-1 0,-1 0 0,0 0 0,0 0 0,1 0 0,-1 1 0,0-1 0,1 0 0,-1 0 0,1 0 0,-1 0 0,0 0 0,1 0 0,-1 0 0,2-7 0,-5-15 0,-4 3 0,-16-33 0,-3-6 0,18 38 0,2 0 0,0-1 0,-5-41 0,11 54 0,-1 0 0,1 0 0,1 0 0,0 0 0,3-16 0,-3 20 0,1-1 0,-1 1 0,1 0 0,0 0 0,0 0 0,0 0 0,1 0 0,0 0 0,-1 1 0,1-1 0,5-4 0,-6 7-4,0-1 0,0 1 0,0 0-1,0-1 1,0 1 0,0 0 0,0 0-1,0 0 1,0 0 0,0 1 0,1-1-1,-1 0 1,0 1 0,0 0 0,1 0 0,-1-1-1,0 1 1,5 1 0,-3 0 22,0 0 0,0 0 0,-1 0 1,1 1-1,0 0 0,-1-1 0,1 2 0,-1-1 1,1 0-1,2 3 0,6 6-315,-1 1 0,0 0 0,0 0 0,10 17 0,-12-15-6529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41 24575,'-7'-3'0,"-16"-8"0,-28-8 0,46 17 0,-1 1 0,0-1 0,0 1 0,0 1 0,1-1 0,-1 1 0,0 0 0,0 0 0,0 0 0,-10 3 0,15-3 0,0 0 0,0 1 0,0-1 0,0 0 0,0 1 0,0-1 0,0 1 0,1-1 0,-1 1 0,0 0 0,0-1 0,0 1 0,1 0 0,-1-1 0,0 1 0,1 0 0,-1 0 0,1 0 0,-1 0 0,1 0 0,-1 1 0,0 0 0,1-1 0,-1 1 0,1 0 0,0 0 0,0 0 0,0 0 0,0-1 0,1 1 0,-1 0 0,0 0 0,1 2 0,2 3 0,-1 0 0,1 0 0,1-1 0,6 11 0,7 7 0,1-2 0,1 0 0,1-1 0,1-1 0,0-1 0,2-1 0,0-1 0,38 21 0,-57-35 0,1 0 0,0-1 0,0 0 0,0 0 0,1 0 0,9 2 0,-14-4 0,1 0 0,-1 0 0,0 0 0,0 0 0,0 0 0,0 0 0,1 0 0,-1 0 0,0-1 0,0 1 0,0 0 0,0-1 0,0 1 0,0-1 0,0 1 0,0-1 0,0 0 0,0 1 0,0-1 0,0 0 0,0 0 0,-1 1 0,1-1 0,0 0 0,0 0 0,-1 0 0,1 0 0,-1 0 0,1 0 0,-1 0 0,1 0 0,-1 0 0,0 0 0,1-1 0,-1 1 0,0 0 0,0 0 0,0-2 0,1-3-80,-1 0 0,0 0-1,0 0 1,-1 0 0,1 0-1,-1 0 1,-1 1 0,1-1-1,-1 0 1,0 0 0,0 1 0,-1-1-1,0 1 1,0 0 0,0 0-1,-5-6 1,-3-4-6746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8:4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91 24575,'-15'-17'0,"-8"-7"0,-2 2 0,1 6 0,1 7 0,3 7 0,-1 3 0,2 5 0,2 1-8191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129 264 24575,'-2'-2'0,"1"0"0,0 0 0,-1 0 0,0 0 0,0 0 0,1 0 0,-1 1 0,0-1 0,0 1 0,-1-1 0,-3-1 0,6 3 0,-1 0 0,1 0 0,-1 0 0,1-1 0,-1 1 0,1 0 0,-1 0 0,1 0 0,-1 0 0,1 0 0,-1 0 0,1 1 0,-1-1 0,1 0 0,-1 0 0,1 0 0,-1 0 0,1 0 0,-1 1 0,1-1 0,0 0 0,-1 1 0,0-1 0,0 1 0,1 0 0,-1 0 0,0 0 0,1 0 0,-1 1 0,1-1 0,-1 0 0,1 0 0,-1 0 0,1 1 0,0-1 0,-1 0 0,1 2 0,0 6 0,0-1 0,0 0 0,1 1 0,0-1 0,1 0 0,2 9 0,2 8 0,0 14 0,-1 0 0,1 62 0,-7-8 0,-17-210 0,-56-197 0,53 240 0,40 105 0,-6-10 0,7 9 0,1-1 0,1-1 0,2-1 0,33 31 0,117 85 0,-99-89 0,41 33 0,-115-86 0,-1-1 0,1 1 0,-1-1 0,1 0 0,-1 1 0,1-1 0,-1 1 0,1-1 0,-1 0 0,1 1 0,0-1 0,-1 0 0,1 0 0,0 1 0,-1-1 0,1 0 0,0 0 0,-1 0 0,1 0 0,0 0 0,0 0 0,-1-1 0,0 1 0,1 0 0,-1-1 0,0 1 0,0 0 0,0-1 0,0 1 0,1 0 0,-1-1 0,0 1 0,0 0 0,0-1 0,0 1 0,0-1 0,0 1 0,0 0 0,0-1 0,0 1 0,0-1 0,0 1 0,0 0 0,0-2 0,-9-29 0,8 28 0,-80-288 0,70 238 0,3-1 0,2 0 0,2-83 0,-7 184-1365,10-31-5461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74 24575,'1'-3'0,"0"-1"0,0 0 0,-1 1 0,0-1 0,1 0 0,-1 0 0,-1 1 0,1-1 0,-1 0 0,1 1 0,-3-8 0,2 10 0,1-1 0,-1 1 0,0 0 0,0-1 0,0 1 0,0 0 0,0-1 0,0 1 0,0 0 0,0 0 0,0 0 0,0 0 0,-1 0 0,1 0 0,0 1 0,-1-1 0,1 0 0,0 1 0,-1-1 0,1 1 0,-1-1 0,1 1 0,-1 0 0,0-1 0,1 1 0,-1 0 0,1 0 0,-1 0 0,1 0 0,-3 1 0,-8 1 0,0 0 0,-19 8 0,20-6 0,-1-1 0,-22 4 0,12-5 0,-1 0 0,0-1 0,1-2 0,-1 0 0,1-1 0,-29-7 0,26-1-1365,16 5-5461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08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532 15 24575,'-21'-3'0,"1"2"0,-1 0 0,0 1 0,1 1 0,-1 1 0,-35 9 0,35-8 0,1 0 0,0-1 0,-1-1 0,-32-3 0,-81-15 0,68 6-1365,50 9-5461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90 147 24575,'1'15'0,"0"0"0,1 0 0,0 0 0,1 0 0,1-1 0,7 18 0,41 80 0,-36-80 0,-10-20 0,1-1 0,0 0 0,1 0 0,16 18 0,-23-29 0,-1 1 0,0-1 0,0 0 0,1 1 0,-1-1 0,0 0 0,1 1 0,-1-1 0,0 0 0,1 1 0,-1-1 0,0 0 0,1 0 0,-1 0 0,1 1 0,-1-1 0,0 0 0,1 0 0,-1 0 0,1 0 0,-1 0 0,1 0 0,-1 0 0,0 0 0,1 0 0,0 0 0,-1 0 0,1-1 0,-1 1 0,0-1 0,0 1 0,0-1 0,1 1 0,-1 0 0,0-1 0,0 1 0,0-1 0,0 1 0,0-1 0,0 1 0,0-1 0,0 1 0,0-1 0,0 1 0,0-2 0,-5-24 0,-5 3 0,-1 0 0,-1 1 0,-30-41 0,13 19 0,-9-12 0,-24-38 0,56 82 0,0 1 0,1-1 0,0 1 0,1-1 0,0-1 0,-3-20 0,7 31 0,0 0 0,0 0 0,0 0 0,0 0 0,0 0 0,0 0 0,1-4 0,-1 6 0,0-1 0,1 1 0,-1 0 0,0-1 0,0 1 0,1 0 0,-1-1 0,0 1 0,1 0 0,-1 0 0,0-1 0,1 1 0,-1 0 0,0 0 0,1-1 0,-1 1 0,0 0 0,1 0 0,-1 0 0,1 0 0,-1 0 0,1 0 0,-1-1 0,0 1 0,1 0 0,-1 0 0,1 0 0,-1 0 0,1 1 0,-1-1 0,0 0 0,1 0 0,-1 0 0,1 0 0,-1 0 0,0 0 0,1 1 0,-1-1 0,0 0 0,1 0 0,-1 1 0,0-1 0,1 1 0,16 9 0,0 1 0,-2 1 0,18 15 0,13 11 0,-9-11 0,93 63 0,-114-80 0,-8-5 0,-1 0 0,1 0 0,1-1 0,-1 0 0,0-1 0,1 0 0,10 3 0,-18-6 0,1 0 0,-1 0 0,0 0 0,1 0 0,-1 0 0,1 0 0,-1 0 0,0-1 0,1 1 0,-1 0 0,0-1 0,1 1 0,-1-1 0,0 1 0,0-1 0,1 0 0,-1 0 0,0 1 0,0-1 0,1-1 0,0 0 0,-1 0 0,0 0 0,0 0 0,1 0 0,-1 0 0,0 0 0,-1 0 0,1-1 0,0 1 0,0 0 0,-1-3 0,2-5 0,-2-1 0,1 0 0,-2 0 0,-1-11 0,2 20 0,-3-18 0,-1 1 0,0 0 0,-14-34 0,12 37 0,5 6 0,6 12 0,9 14 0,47 69 0,114 168 0,-173-250 0,25 42 0,-24-40 0,-1 1 0,0-1 0,0 0 0,0 1 0,0-1 0,1 12 0,-4-7-1365,-1-2-5461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24575,'5'7'0,"0"0"0,0 0 0,-1 1 0,0-1 0,0 1 0,4 11 0,2 4 0,-3-9 0,93 183 0,-93-185-1365,0-3-5461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45 24575,'-28'-8'0,"-13"-2"0,-3 1 0,3 1 0,7 2 0,6 3 0,6 4 0,3 1 0,1 1 0,1 3 0,0-1 0,1 0 0,-2 1 0,-1 0 0,4-2-8191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1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24575,'5'3'0,"-1"1"0,0 0 0,7 9 0,101 147 0,-92-134 0,74 105 0,-92-128-105,0-1 0,-1 1 0,1-1 0,-1 1 0,0 0 0,1 0 0,-1-1 0,-1 1 0,1 0 0,0 0 0,-1 0 0,1 6 0,-3 0-6721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454 1 24575,'-8'10'0,"-1"3"0,-1-1 0,0 0 0,-15 13 0,-13 1 0,-1-2 0,-52 25 0,-38 22 0,53-19-1365,57-38-5461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2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24575,'1'15'0,"0"-1"0,1 0 0,1 0 0,0 0 0,10 26 0,33 63 0,-42-95 0,81 175 0,-64-128-1365,-16-42-5461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24575,'-1'2'0,"-1"0"0,0 0 0,1 1 0,-1-1 0,1 1 0,0-1 0,0 1 0,0-1 0,0 1 0,1 0 0,-1 0 0,0-1 0,1 1 0,0 0 0,0 0 0,0-1 0,0 1 0,0 0 0,1 0 0,0 4 0,2 6 0,1-1 0,0 1 0,7 11 0,-9-17 0,62 116 0,-25-50 0,-10-20-1365,-25-44-5461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67 24575,'-49'-4'0,"-288"-30"0,264 29 0,25 3 0,43 1-151,0 0-1,0 0 0,0 0 0,0 0 1,0-1-1,0 0 0,0 0 1,-5-3-1,1 0-6674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31 24575,'-27'0'0,"-18"0"0,-5-3 0,1 0 0,1-3 0,3 0 0,7 1 0,6 2 0,4 0 0,4 2 0,1 0 0,4 1 0,-1 0 0,1 0 0,1 1 0,4-1-8191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175 78 24575,'5'-3'0,"0"2"0,0-1 0,0 0 0,1 1 0,-1 0 0,1 0 0,-1 1 0,10 0 0,-13 0 0,-1 0 0,1 0 0,-1 1 0,1-1 0,-1 1 0,1-1 0,-1 1 0,1 0 0,-1-1 0,1 1 0,-1 0 0,0 0 0,1 0 0,-1 0 0,0 0 0,0 0 0,0 1 0,0-1 0,0 0 0,0 1 0,0-1 0,0 0 0,0 1 0,-1-1 0,1 1 0,-1-1 0,1 1 0,-1 0 0,1-1 0,-1 1 0,0-1 0,0 4 0,1 4 0,0 0 0,0 1 0,-1-1 0,-1 0 0,0 1 0,0-1 0,-4 14 0,4-22 0,1 1 0,-1-1 0,0 0 0,1 0 0,-1 0 0,0 0 0,0 0 0,0 0 0,0 0 0,0 0 0,0 0 0,0 0 0,0 0 0,-1 0 0,1-1 0,0 1 0,-2 0 0,0 0 0,0 0 0,-1-1 0,1 1 0,0-1 0,0 0 0,0 1 0,-5-2 0,-1 0 0,-1-1 0,1 0 0,0 0 0,-12-5 0,4 0 0,1-1 0,-1-1 0,2 0 0,-1-1 0,1-1 0,-17-16 0,29 25 0,1 0 0,0-1 0,0 1 0,0 0 0,0-1 0,0 1 0,1-1 0,-1 0 0,1 0 0,-1 0 0,1 0 0,0 0 0,0 0 0,1 0 0,-2-3 0,2 3 0,0 1 0,1 0 0,-1-1 0,0 1 0,1 0 0,0 0 0,-1 0 0,1-1 0,0 1 0,0 0 0,0 0 0,0 0 0,0 0 0,1 0 0,-1 1 0,0-1 0,1 0 0,0 1 0,-1-1 0,1 1 0,3-3 0,0 1 0,1 0 0,-1 0 0,1 0 0,0 0 0,0 1 0,0 0 0,0 1 0,0-1 0,12 0 0,0 0 0,0 2 0,22 1 0,-33 0-195,-1 0 0,1 0 0,-1 1 0,0-1 0,0 2 0,11 4 0,-5-1-6631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4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88 24575,'-14'-10'0,"-3"-4"0,-1 2 0,-1 0 0,0 1 0,-29-13 0,47 24 0,-1-1 0,1 0 0,0 1 0,-1-1 0,1 1 0,-1-1 0,1 1 0,-1 0 0,1 0 0,-1 0 0,1 0 0,-1 0 0,1 0 0,0 0 0,-1 0 0,1 0 0,-1 1 0,1-1 0,-1 1 0,1-1 0,0 1 0,-3 1 0,3-1 0,0 0 0,0 1 0,0-1 0,1 1 0,-1-1 0,1 0 0,-1 1 0,1-1 0,-1 1 0,1-1 0,0 1 0,0 0 0,-1-1 0,1 1 0,0-1 0,1 1 0,-1-1 0,0 1 0,0-1 0,1 1 0,0 2 0,9 29 0,1-1 0,2 0 0,31 55 0,-23-45 0,43 77 0,12 24 0,-56-101 0,20 64 0,-39-104 0,0 0 0,0 0 0,-1 0 0,1 0 0,0 0 0,-1 1 0,0-1 0,1 0 0,-1 0 0,0 0 0,0 0 0,0 0 0,0 1 0,-1-1 0,0 3 0,1-5 0,0 0 0,-1 0 0,1 0 0,0 0 0,0 0 0,0 0 0,-1 0 0,1 0 0,0-1 0,0 1 0,0 0 0,0 0 0,-1 0 0,1 0 0,0 0 0,0 0 0,0-1 0,0 1 0,0 0 0,-1 0 0,1 0 0,0-1 0,0 1 0,0 0 0,0 0 0,0 0 0,0-1 0,0 1 0,0 0 0,0 0 0,0 0 0,0-1 0,0 1 0,0 0 0,0 0 0,0 0 0,0-1 0,-3-10 0,1-12 0,0-29 0,2 37 0,0 0 0,-1 0 0,0 0 0,-1 0 0,-1 0 0,-5-14 0,7 26 0,0 1 0,0 0 0,0 0 0,0 0 0,-1 0 0,1 0 0,-1 0 0,1 0 0,-1 1 0,0-1 0,0 1 0,0-1 0,-3-2 0,0 2 0,0 0 0,1 0 0,-1 0 0,0 0 0,0 1 0,-6-2 0,-1 2 0,-1 0 0,1 0 0,-1 1 0,-20 2 0,10 2-27,1 2 0,-1 0 0,-22 10 0,11-4-1230,14-5-5569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24575,'18'23'0,"7"12"0,4 7 0,-2 3 0,-1-2 0,-1-4 0,-3-2 0,-3-4 0,-4-4 0,-2-2 0,-4-3 0,-3-4 0,-3-2 0,1-4 0,0-2 0,-1-1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 24575,'-28'0'0,"-11"0"0,-2 0 0,4 0 0,5 0 0,6 0 0,5 2 0,3 2 0,3-1 0,3 2 0,4-2 0,6-3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24575,'-14'-5'0,"-29"-6"0,39 10 0,1 1 0,-1-1 0,0 1 0,1 0 0,-1 0 0,1 0 0,-1 0 0,1 1 0,-6 1 0,9-2 0,0 0 0,0 0 0,-1 0 0,1 0 0,0 0 0,0 0 0,0 0 0,-1 0 0,1 0 0,0 1 0,0-1 0,0 0 0,0 0 0,0 0 0,-1 0 0,1 0 0,0 0 0,0 1 0,0-1 0,0 0 0,0 0 0,0 0 0,0 1 0,-1-1 0,1 0 0,0 0 0,0 0 0,0 0 0,0 1 0,0-1 0,0 0 0,0 0 0,0 0 0,0 1 0,0-1 0,0 0 0,0 0 0,0 1 0,6 7 0,11 6 0,12 5 0,50 27 0,-70-41 0,0-1 0,1 0 0,-1-1 0,1 0 0,0-1 0,0 0 0,0 0 0,0-1 0,0 0 0,14-1 0,-23 0 0,0 0 0,0-1 0,0 1 0,1 0 0,-1 0 0,0 0 0,0-1 0,0 1 0,0-1 0,0 1 0,0-1 0,0 1 0,0-1 0,0 1 0,0-1 0,0 0 0,0 0 0,0 1 0,0-1 0,-1 0 0,1 0 0,0 0 0,0 0 0,0-2 0,0 1 0,-1 0 0,0 0 0,1 0 0,-1 0 0,0 0 0,0 0 0,0 0 0,0 0 0,0 0 0,-1 0 0,1 0 0,-2-4 0,-2-4 0,0 0 0,-1 0 0,0 0 0,-6-9 0,8 14 0,2 3 0,0 0 0,0 1 0,0-1 0,0 0 0,0 1 0,0-1 0,-1 0 0,1 1 0,0 0 0,-1-1 0,1 1 0,-1 0 0,-1-2 0,3 6 0,0-1 0,0 0 0,0 1 0,0-1 0,0 0 0,1 0 0,0 3 0,0-3 0,11 44-1365,-8-32-5461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71 144 24575,'148'285'0,"-140"-261"0,-13-28 0,-2-6 0,-17-29 0,-96-170 0,99 170 0,12 22 0,0 0 0,1 0 0,1-1 0,-8-26 0,15 43 0,-1-1 0,1 0 0,0 1 0,0-1 0,0 0 0,0 1 0,0-1 0,0 0 0,0 1 0,0-1 0,1 0 0,-1 1 0,1-1 0,0-2 0,0 3 0,-1 1 0,1-1 0,0 0 0,-1 0 0,1 0 0,0 1 0,-1-1 0,1 0 0,0 1 0,0-1 0,0 1 0,0-1 0,0 1 0,0-1 0,-1 1 0,1 0 0,0 0 0,2-1 0,0 1 0,0 0 0,0 0 0,0 0 0,0 0 0,0 0 0,0 1 0,0 0 0,0-1 0,0 1 0,0 0 0,0 1 0,0-1 0,0 0 0,3 3 0,1 1 0,0 0 0,0 1 0,0 0 0,-1 0 0,0 0 0,0 1 0,0 0 0,-1 0 0,0 0 0,0 1 0,-1 0 0,0 0 0,-1 0 0,5 14 0,-8-19-50,1 0-1,-1 0 1,-1 0-1,1-1 0,0 1 1,-1 0-1,1 0 1,-1-1-1,0 1 1,0 0-1,0-1 0,0 1 1,0-1-1,-1 1 1,1-1-1,-1 1 1,1-1-1,-1 0 0,0 0 1,0 0-1,0 0 1,0 0-1,-1 0 1,1-1-1,0 1 1,-4 1-1,-7 3-6775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6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3 24575,'-12'-2'0,"-1"1"0,-18 1 0,28 0 0,0 0 0,0 1 0,-1-1 0,1 1 0,0 0 0,0 0 0,0 0 0,0 0 0,0 0 0,0 0 0,0 1 0,0 0 0,0 0 0,-4 3 0,6-4 0,1 1 0,-1-1 0,0 1 0,0-1 0,1 1 0,-1-1 0,0 1 0,1-1 0,0 1 0,-1 0 0,1-1 0,0 1 0,0 0 0,0-1 0,0 1 0,0-1 0,0 1 0,0 0 0,1-1 0,-1 1 0,1 0 0,-1-1 0,1 1 0,-1-1 0,1 1 0,1 1 0,3 6 0,0-1 0,0 0 0,7 8 0,-11-15 0,46 51 0,-4-6 0,-41-44 0,0 0 0,-1 1 0,1-1 0,0 1 0,-1-1 0,1 1 0,-1 0 0,0-1 0,0 1 0,0 0 0,0 0 0,-1 0 0,1 0 0,-1 0 0,0 0 0,0 0 0,0 0 0,0 5 0,-1-5 0,0-1 0,0 1 0,0-1 0,0 1 0,0-1 0,-1 0 0,1 1 0,-1-1 0,0 0 0,1 0 0,-1 0 0,0 0 0,0 0 0,0-1 0,0 1 0,-1-1 0,1 1 0,0-1 0,-1 0 0,-4 2 0,0 0-341,0-1 0,1-1-1,-9 2 1,-2-1-6485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0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16 24575,'-76'-7'0,"4"1"0,59 7 0,-1 0 0,-18 4 0,24-3 0,1 0 0,-1-1 0,0 0 0,1 0 0,-1-1 0,0 0 0,0 0 0,0-1 0,1 0 0,-13-4 0,15 3 0,5-1 0,12 0 0,18 2 0,12 2 0,1 2 0,-1 2 0,55 13 0,-94-17 0,0 0 0,0 0 0,-1-1 0,1 2 0,0-1 0,-1 0 0,1 0 0,-1 1 0,1 0 0,-1-1 0,3 4 0,-4-5 0,-1 1 0,1-1 0,-1 1 0,1 0 0,-1-1 0,0 1 0,1 0 0,-1-1 0,0 1 0,0 0 0,1 0 0,-1-1 0,0 1 0,0 0 0,0 0 0,0-1 0,0 1 0,0 1 0,0-1 0,-1 0 0,1 1 0,-1-1 0,1 0 0,-1 0 0,1 1 0,-1-1 0,0 0 0,0 0 0,1 0 0,-1 0 0,0 0 0,-2 1 0,-37 31 0,31-27 0,1 0 0,0 1 0,0 0 0,1 0 0,-1 0 0,2 1 0,-1 0 0,-5 10 0,-3 7-1365,8-13-5461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7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24575,'-1'0'0,"1"0"0,0 0 0,0 0 0,0 0 0,0 0 0,0 0 0,0 0 0,0-1 0,0 1 0,0 0 0,0 0 0,1 0 0,-1 0 0,0 0 0,0 0 0,0 0 0,0 0 0,0 0 0,0 0 0,0 0 0,0 0 0,0 0 0,0 0 0,0 0 0,0-1 0,0 1 0,0 0 0,0 0 0,0 0 0,0 0 0,0 0 0,0 0 0,0 0 0,0 0 0,1 0 0,-1 0 0,0 0 0,0 0 0,0 0 0,0 0 0,0 0 0,0 0 0,0 0 0,0 0 0,0 0 0,0 0 0,0 0 0,0 0 0,0 0 0,1 0 0,-1 0 0,0 0 0,0 0 0,0 0 0,0 0 0,0 0 0,0 0 0,0 0 0,0 1 0,0-1 0,0 0 0,6 5 0,5 8 0,55 63 0,-30-36 0,97 102 0,-124-133-1365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8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24575,'0'-1'0,"0"1"0,0-1 0,0 0 0,0 1 0,0-1 0,0 0 0,0 1 0,0-1 0,0 0 0,0 1 0,1-1 0,-1 0 0,0 1 0,0-1 0,1 0 0,-1 1 0,0-1 0,1 1 0,-1-1 0,1 0 0,-1 1 0,0-1 0,2 0 0,-2 1 0,1 0 0,0 0 0,-1 0 0,1 0 0,-1 0 0,1 0 0,0 0 0,-1 0 0,1 0 0,0 0 0,-1 1 0,1-1 0,-1 0 0,1 0 0,0 1 0,-1-1 0,1 0 0,-1 0 0,2 1 0,3 3 0,0 0 0,0 1 0,6 7 0,-10-11 0,240 283 0,-221-258 0,-10-13 0,13 21 0,-21-29 96,-6-7-1557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19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24575,'7'-2'0,"0"1"0,1-1 0,-1 2 0,0-1 0,0 1 0,1 0 0,-1 0 0,14 3 0,6 2 0,26 10 0,-29-8 0,-20-6 0,1 0 0,-1 1 0,1-1 0,-1 1 0,1 0 0,7 4 0,-12-6 0,0 0 0,0 0 0,0 0 0,0 0 0,0 0 0,-1 0 0,1 0 0,0 0 0,0 0 0,0 0 0,0 0 0,0 0 0,0 0 0,0 0 0,0 0 0,-1 0 0,1 0 0,0 0 0,0 0 0,0 0 0,0 0 0,0 0 0,0 1 0,0-1 0,0 0 0,0 0 0,0 0 0,0 0 0,-1 0 0,1 0 0,0 0 0,0 0 0,0 0 0,0 0 0,0 1 0,0-1 0,0 0 0,0 0 0,0 0 0,0 0 0,0 0 0,0 0 0,0 0 0,0 0 0,0 1 0,0-1 0,0 0 0,0 0 0,0 0 0,0 0 0,0 0 0,0 0 0,0 0 0,0 0 0,0 1 0,0-1 0,0 0 0,0 0 0,1 0 0,-12-1 0,-40-10 0,34 6 0,-1 1 0,1 1 0,0 1 0,-1 0 0,-25 1 0,42 1 0,0 0 0,0 0 0,-1 1 0,1-1 0,0 0 0,0 0 0,0 1 0,0-1 0,0 1 0,0-1 0,0 1 0,0-1 0,0 1 0,0 0 0,0-1 0,0 1 0,-2 1 0,3-1 0,-1 0 0,1 0 0,0 0 0,-1 0 0,1-1 0,0 1 0,0 0 0,0 0 0,-1 0 0,1 0 0,0 0 0,0 0 0,0 0 0,0 0 0,1-1 0,-1 1 0,0 0 0,0 1 0,2 2 0,-1 0 0,1-1 0,0 1 0,0 0 0,0-1 0,1 0 0,-1 1 0,6 4 0,38 41-1365,-38-40-5461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28 24575,'5'8'0,"0"0"0,-1 1 0,0-1 0,0 1 0,-1 0 0,0 0 0,3 14 0,-5-19 0,0 0 0,-1 0 0,0 0 0,0 0 0,0 0 0,0 0 0,-1 0 0,1 0 0,-1 0 0,0-1 0,0 1 0,0 0 0,-1 0 0,1-1 0,-1 1 0,0-1 0,0 0 0,0 1 0,-1-1 0,-4 5 0,5-6 0,0 0 0,0 0 0,0 0 0,-1 0 0,1 0 0,-1 0 0,1 0 0,-1-1 0,0 0 0,0 1 0,0-1 0,0 0 0,0 0 0,0-1 0,0 1 0,0-1 0,0 1 0,0-1 0,0 0 0,0 0 0,0 0 0,0-1 0,0 1 0,0-1 0,0 1 0,0-1 0,0 0 0,0 0 0,0-1 0,0 1 0,1-1 0,-1 1 0,0-1 0,1 0 0,-1 0 0,1 0 0,0 0 0,-3-4 0,-1 1 0,1-1 0,1 0 0,-1 0 0,1-1 0,0 1 0,0-1 0,1 0 0,0 0 0,0 0 0,0-1 0,1 1 0,0 0 0,1-1 0,0 0 0,0 1 0,0-1 0,1 0 0,0 1 0,2-11 0,-2 16-80,0 0 0,1 0-1,-1-1 1,1 1 0,0 0-1,-1 0 1,1 0 0,0 0-1,0 0 1,0 0 0,0 0 0,1 1-1,-1-1 1,0 0 0,1 0-1,2-1 1,5-4-6746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24575,'43'64'0,"-36"-53"0,-19-49 0,-8-59 0,19 77 120,1 20-155,0-1 1,0 1-1,0 0 1,0-1-1,0 1 1,0-1-1,0 1 1,0 0-1,0-1 1,1 1-1,-1-1 1,0 1-1,0 0 0,0-1 1,1 1-1,-1 0 1,0-1-1,0 1 1,1 0-1,-1-1 1,0 1-1,1 0 1,-1 0-1,0-1 1,1 1-1,-1 0 1,0 0-1,1 0 0,-1-1 1,1 1-1,-1 0 1,0 0-1,1 0 1,-1 0-1,1 0 1,-1 0-1,1 0 1,-1 0-1,0 0 1,1 0-1,-1 0 0,1 0 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192 386 24575,'-21'-7'0,"-50"-17"0,64 22 0,0 1 0,0-1 0,-1 1 0,1 1 0,0 0 0,0 0 0,-15 2 0,21-2 0,0 0 0,0 0 0,0 0 0,-1 1 0,1-1 0,0 0 0,0 1 0,0-1 0,0 1 0,0-1 0,-1 1 0,1-1 0,0 1 0,0 0 0,0 0 0,1-1 0,-1 1 0,0 0 0,0 0 0,0 0 0,1 0 0,-1 0 0,0 0 0,1 0 0,-1 0 0,1 0 0,-1 0 0,1 1 0,-1-1 0,1 0 0,0 0 0,0 0 0,0 1 0,0-1 0,0 0 0,0 0 0,0 1 0,0-1 0,0 0 0,0 0 0,0 0 0,1 1 0,-1-1 0,1 0 0,0 2 0,2 3 0,0-1 0,0 0 0,0 0 0,0 0 0,1 0 0,0-1 0,0 1 0,5 4 0,3 1 0,0-1 0,1 0 0,0-1 0,23 11 0,-26-15 0,-1 0 0,1-1 0,0 0 0,1-1 0,-1 0 0,0 0 0,19 0 0,-26-2 0,0 0 0,0 0 0,-1 0 0,1-1 0,0 1 0,0-1 0,0 0 0,-1 1 0,1-1 0,0 0 0,-1-1 0,1 1 0,-1 0 0,0-1 0,1 0 0,-1 1 0,0-1 0,0 0 0,0 0 0,4-5 0,-4 3 0,1 0 0,-1-1 0,0 0 0,-1 0 0,1 1 0,-1-1 0,1 0 0,-2 0 0,1 0 0,0-11 0,-1-4 0,-2 0 0,0 0 0,-1 0 0,0 0 0,-2 1 0,0-1 0,-11-23 0,-4-4 0,-44-72 0,54 101 0,5 8 0,0 1 0,0 0 0,-1 1 0,-13-15 0,19 22 0,0 1 0,-1 0 0,1 0 0,0 0 0,0 0 0,0-1 0,0 1 0,-1 0 0,1 0 0,0 0 0,0 0 0,0 0 0,-1-1 0,1 1 0,0 0 0,0 0 0,-1 0 0,1 0 0,0 0 0,0 0 0,-1 0 0,1 0 0,0 0 0,0 0 0,-1 0 0,1 0 0,0 0 0,0 0 0,-1 0 0,1 0 0,0 0 0,0 0 0,-1 1 0,1-1 0,0 0 0,-4 10 0,3 12 0,3 2 0,1 0 0,1 0 0,0 0 0,2-1 0,1 0 0,1 0 0,1-1 0,0 0 0,2-1 0,1 0 0,0 0 0,2-1 0,19 22 0,-26-36 0,0 1 0,0-1 0,1-1 0,0 1 0,0-1 0,1 0 0,-1-1 0,1 0 0,0-1 0,0 1 0,0-2 0,13 3 0,-15-3 0,0-1 0,1 0 0,-1-1 0,0 1 0,1-2 0,-1 1 0,1-1 0,-1 0 0,0 0 0,1-1 0,-1 0 0,0 0 0,0-1 0,0 1 0,-1-2 0,9-4 0,-11 4 0,0 1 0,0-1 0,-1 0 0,1 0 0,-1 0 0,0 0 0,0 0 0,-1-1 0,1 1 0,-1-1 0,0 0 0,0 0 0,-1 0 0,1 0 0,-1 0 0,0 0 0,0-8 0,-1 9 0,1 0 0,-1 0 0,-1 1 0,1-1 0,0 0 0,-1 0 0,0 0 0,0 1 0,0-1 0,0 0 0,0 1 0,-1-1 0,0 1 0,0 0 0,0-1 0,0 1 0,0 0 0,0 0 0,-1 1 0,0-1 0,0 0 0,1 1 0,-1-1 0,-4-1 0,4 2 0,1 1 0,-1 0 0,1 0 0,-1 0 0,0 0 0,1 0 0,-1 1 0,0-1 0,0 1 0,1-1 0,-1 1 0,0 0 0,0 0 0,1 1 0,-1-1 0,0 1 0,0-1 0,1 1 0,-1 0 0,1 0 0,-1 0 0,0 0 0,1 0 0,0 1 0,-1-1 0,1 1 0,0-1 0,0 1 0,0 0 0,0 0 0,0 0 0,0 0 0,0 0 0,1 1 0,-2 2 0,1-2 0,0 0 0,0 0 0,0 1 0,1-1 0,0 1 0,-1 0 0,1-1 0,0 1 0,1 0 0,-1-1 0,1 1 0,0 0 0,0 0 0,0 0 0,0-1 0,1 1 0,-1 0 0,1 0 0,0-1 0,0 1 0,0-1 0,1 1 0,-1-1 0,1 1 0,3 4 0,0-3 0,0 0 0,0 0 0,0 0 0,1-1 0,0 0 0,-1 0 0,2 0 0,-1-1 0,0 0 0,13 4 0,7 1 0,39 7 0,-52-12 0,21 3 0,50 4 0,-68-10 0,0 0 0,0 0 0,0-2 0,0 0 0,22-6 0,-34 7 0,0 0 0,0 0 0,0-1 0,-1 1 0,1-1 0,-1 0 0,1 0 0,-1 0 0,0-1 0,0 1 0,0-1 0,0 0 0,0 0 0,0 0 0,-1 0 0,0 0 0,1 0 0,-1-1 0,0 1 0,-1-1 0,1 0 0,-1 1 0,1-1 0,-1 0 0,0 0 0,-1 0 0,1 0 0,-1 0 0,0 0 0,1 0 0,-2 0 0,1 0 0,0 0 0,-1 0 0,0 0 0,-1-4 0,-2-1 0,0-1 0,0 1 0,-9-13 0,7 13 0,1 0 0,-8-19 0,13 27 7,-1-1-1,1 1 0,-1 0 0,1-1 1,0 1-1,0 0 0,0-1 1,0 1-1,0 0 0,0-1 1,0 1-1,0-1 0,0 1 0,0 0 1,1-1-1,-1 1 0,1 0 1,0-2-1,-1 3-14,0 0 1,0-1-1,1 1 0,-1 0 0,0-1 1,1 1-1,-1 0 0,0 0 0,0 0 1,1-1-1,-1 1 0,0 0 0,1 0 1,-1 0-1,0 0 0,1 0 1,-1 0-1,1 0 0,-1 0 0,0 0 1,1 0-1,-1 0 0,0 0 0,1 0 1,-1 0-1,2 0-99,-1 1 0,0-1 0,0 0 0,0 1 0,0 0 0,1-1 0,-1 1 0,0 0 0,0 0 0,-1-1 0,2 2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3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91 24575,'0'0'0,"0"0"0,0 0 0,0 0 0,0 0 0,0 0 0,0 0 0,0 0 0,0 0 0,0 0 0,0 0 0,0-1 0,0 1 0,0 0 0,0 0 0,0 0 0,0 0 0,0 0 0,0 0 0,0 0 0,0 0 0,0 0 0,0 0 0,0 0 0,0 0 0,0 0 0,0 0 0,0-1 0,0 1 0,0 0 0,-1 0 0,1 0 0,0 0 0,0 0 0,0 0 0,0 0 0,0 0 0,0 0 0,0 0 0,0 0 0,0 0 0,0 0 0,0 0 0,0 0 0,0 0 0,0 0 0,0 0 0,-1 0 0,1 0 0,0 0 0,0 0 0,0 0 0,0 0 0,0 0 0,0 0 0,0 0 0,0 0 0,0 0 0,0 0 0,0 0 0,0 0 0,0 0 0,-1 0 0,-4 6 0,-5 7 0,2 0 0,3-3 0,-1 0 0,0-1 0,-1 0 0,-14 14 0,20-22 0,-1 0 0,1 0 0,-1 0 0,1 0 0,-1 0 0,0-1 0,1 1 0,-1-1 0,0 1 0,0-1 0,1 1 0,-1-1 0,0 0 0,0 0 0,0 0 0,1 0 0,-1 0 0,0-1 0,0 1 0,1-1 0,-1 1 0,0-1 0,0 1 0,1-1 0,-1 0 0,1 0 0,-1 0 0,-2-1 0,-5-5 0,0 1 0,0-2 0,-11-10 0,11 9 0,0 1 0,1-1 0,1 1 0,-10-14 0,15 20 0,1-1 0,-1 0 0,0 0 0,1 1 0,-1-1 0,1 0 0,0-1 0,0 1 0,0 0 0,0 0 0,1 0 0,-1-1 0,1 1 0,0 0 0,0 0 0,1-6 0,-1 8 5,1-1-1,0 0 1,0 0-1,0 1 0,0-1 1,0 1-1,0-1 1,0 1-1,0-1 1,1 1-1,-1 0 0,1 0 1,-1-1-1,1 1 1,-1 0-1,1 0 1,0 1-1,-1-1 1,1 0-1,0 0 0,0 1 1,-1-1-1,1 1 1,0 0-1,0-1 1,2 1-1,2 0-190,-1-1 1,1 1-1,0 1 0,-1-1 1,1 1-1,-1 0 1,10 3-1,-5-1-6640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4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198 116 24575,'-14'-12'0,"-8"-7"0,-1 1 0,-1 0 0,-40-21 0,62 37 0,-1 1 0,0 0 0,0 0 0,1 0 0,-1 0 0,0 0 0,0 1 0,-4-1 0,6 1 0,0 0 0,0 0 0,0 0 0,1 0 0,-1 1 0,0-1 0,0 0 0,0 1 0,1-1 0,-1 0 0,0 1 0,0-1 0,1 1 0,-1-1 0,0 1 0,1-1 0,-1 1 0,1 0 0,-1-1 0,0 1 0,1 0 0,-1-1 0,1 1 0,0 0 0,-1 0 0,1-1 0,0 1 0,-1 0 0,1 0 0,0 0 0,0-1 0,0 2 0,-1 5 0,0 0 0,1 0 0,-1 0 0,2 0 0,-1 0 0,1 0 0,2 11 0,18 51 0,-14-48 0,175 494 0,-169-480 0,29 67 0,-41-102 0,-1 1 0,0 0 0,1 0 0,-1 0 0,1 0 0,-1-1 0,1 1 0,-1 0 0,1-1 0,-1 1 0,1 0 0,0-1 0,-1 1 0,1-1 0,0 1 0,1 0 0,-2-1 0,1 0 0,-1 0 0,0 0 0,0-1 0,1 1 0,-1 0 0,0 0 0,0 0 0,1-1 0,-1 1 0,0 0 0,0 0 0,1 0 0,-1-1 0,0 1 0,0 0 0,0-1 0,0 1 0,1 0 0,-1-1 0,0 1 0,0 0 0,0 0 0,0-1 0,0 1 0,0 0 0,0-1 0,0 0 0,2-31 0,-2 30 0,0-27 0,-2-71 0,0 84 0,0 1 0,0-1 0,-2 1 0,-6-20 0,9 33 0,0 0 0,0 0 0,0 0 0,0 1 0,0-1 0,-1 0 0,1 1 0,0-1 0,-1 1 0,1-1 0,-1 1 0,0 0 0,1-1 0,-1 1 0,0 0 0,0 0 0,0 0 0,0 1 0,0-1 0,0 0 0,0 1 0,-4-1 0,-3 0 0,-1 0 0,0 1 0,-17 1 0,8 0 0,-81 9-1106,96-9 847,-16 2-6567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301 169 24575,'-42'-29'0,"-15"-10"0,-110-56 0,165 94 0,1 1 0,-1-1 0,0 0 0,0 1 0,0-1 0,0 1 0,0-1 0,0 1 0,0 0 0,0 0 0,-2 0 0,4 0 0,-1 0 0,0 0 0,1 1 0,-1-1 0,1 0 0,-1 1 0,1-1 0,-1 0 0,1 1 0,0-1 0,-1 1 0,1-1 0,-1 1 0,1-1 0,0 1 0,-1-1 0,1 1 0,0-1 0,0 1 0,-1-1 0,1 1 0,0-1 0,0 1 0,0-1 0,0 1 0,0 0 0,0-1 0,0 1 0,0-1 0,0 1 0,0 0 0,0-1 0,0 1 0,0-1 0,0 1 0,1-1 0,-1 1 0,0 0 0,4 15 0,1 0 0,0-1 0,1 1 0,10 15 0,35 58 0,-45-79 0,87 135 0,50 85 0,-128-204 0,-6-12 0,-1 0 0,12 30 0,-19-43 0,-1 0 0,0 0 0,1 0 0,-1 0 0,0 0 0,0 0 0,1 0 0,-1 0 0,0 0 0,0 0 0,0 0 0,0 0 0,0 0 0,0 0 0,-1-1 0,1 1 0,0 0 0,0 0 0,-1 0 0,1 0 0,-1 1 0,0-1 0,1-1 0,-1 0 0,0 1 0,1-1 0,-1 1 0,0-1 0,1 0 0,-1 0 0,0 1 0,0-1 0,1 0 0,-1 0 0,0 0 0,0 0 0,1 0 0,-1 0 0,0 0 0,0 0 0,0 0 0,0-1 0,-6 0 0,0-1 0,0-1 0,1 1 0,-9-6 0,-24-14 0,1-2 0,2-2 0,-51-45 0,75 61 0,-26-25 0,36 33 0,0-1 0,0 1 0,0-1 0,0 0 0,0 0 0,1 0 0,-1 0 0,1 0 0,-1 0 0,1 0 0,0 0 0,0-4 0,1 5 0,0 1 0,0-1 0,0 1 0,0-1 0,0 1 0,1 0 0,-1-1 0,1 1 0,-1 0 0,1-1 0,-1 1 0,1 0 0,0-1 0,-1 1 0,1 0 0,0 0 0,0 0 0,0 0 0,0 0 0,0 0 0,0 0 0,0 0 0,1 0 0,-1 1 0,0-1 0,0 0 0,1 1 0,1-2 0,5-1 0,0 1 0,0-1 0,15-2 0,-9 3 0,17-4 0,0 3 0,0 0 0,62 4 0,33-2 0,-119 0 0,-4 0 0,-1 1 0,0 0 0,1 0 0,-1 0 0,0 0 0,1 0 0,3 1 0,-5 0 0,0-1 0,0 1 0,0-1 0,0 1 0,0 0 0,0 0 0,0-1 0,0 1 0,-1 0 0,1 0 0,0 0 0,0 0 0,-1 0 0,1 0 0,0 0 0,-1 0 0,1 3 0,5 6-170,0 0-1,0 0 0,1 0 1,0-1-1,0 0 0,1 0 1,17 13-1,-13-11-6655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10 24575,'0'-5'0,"0"1"0,0 3 0,-2 5 0,-2 4 0,-1 3 0,-4 0 0,1 1 0,1-3-8191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5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236 492 24575,'-15'-88'0,"-32"-104"0,34 154 0,-2 1 0,-1 0 0,-26-42 0,41 77 0,0 1 0,0-1 0,0 1 0,0-1 0,0 1 0,0 0 0,0 0 0,0-1 0,-1 1 0,1 0 0,0 0 0,-1 0 0,1 0 0,-1 0 0,1 1 0,-3-2 0,3 2 0,0 0 0,0 0 0,0 0 0,0 0 0,0 0 0,0 1 0,0-1 0,0 0 0,0 1 0,0-1 0,0 0 0,0 1 0,0-1 0,0 1 0,0 0 0,0-1 0,0 1 0,1 0 0,-1-1 0,0 1 0,0 0 0,1 0 0,-1 0 0,1 0 0,-1-1 0,0 3 0,-4 5 0,1 0 0,0 1 0,0 0 0,1 0 0,0 0 0,0 0 0,0 10 0,-7 66 0,9-67 0,0 0 0,1 0 0,1 0 0,4 19 0,-3-27 0,1-1 0,-1 0 0,1 0 0,1 0 0,0 0 0,0-1 0,1 1 0,0-1 0,8 11 0,0-6 0,-1 1 0,2-2 0,-1 0 0,2-1 0,0 0 0,0-1 0,1-1 0,0 0 0,0-1 0,1-1 0,19 5 0,-28-10 17,-1 0 0,0-1 1,1 1-1,0-2 0,-1 1 0,9-2 0,-14 1-70,0 0 0,0 0 0,0 0 0,0-1 0,0 1 0,0-1 0,0 1 0,-1-1 0,1 0 0,0 1 0,0-1 0,-1 0-1,1 0 1,0-1 0,-1 1 0,1 0 0,-1-1 0,1 1 0,-1 0 0,0-1 0,0 1 0,0-1 0,0 0 0,0 0 0,0 1 0,0-1 0,1-3 0,0-6-6773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24575,'53'104'0,"0"-2"0,49 133 0,-102-235 0,3 8 0,-1 0 0,0 0 0,3 17 0,-5-24 0,0 0 0,0 1 0,0-1 0,0 0 0,0 1 0,0-1 0,-1 0 0,1 1 0,0-1 0,-1 0 0,1 0 0,-1 1 0,1-1 0,-2 1 0,1-1 0,1 0 0,-1-1 0,0 1 0,0-1 0,1 1 0,-1-1 0,0 1 0,0-1 0,0 0 0,1 1 0,-1-1 0,0 0 0,0 0 0,0 1 0,0-1 0,0 0 0,0 0 0,0 0 0,0 0 0,0 0 0,1-1 0,-1 1 0,-2 0 0,-3-2-12,0 0-1,0-1 1,0 0 0,0 0-1,0 0 1,-10-8-1,0 1-1265,0 0-5548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26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24575,'47'9'0,"68"25"0,41 26 0,-147-56 0,1-1 0,-1 0 0,1-1 0,-1 0 0,1 0 0,0-1 0,0 0 0,0-1 0,15-1 0,-21 0 0,1 0 0,0 1 0,-1-2 0,1 1 0,-1 0 0,1-1 0,-1 0 0,0 0 0,0 0 0,0-1 0,0 1 0,0-1 0,0 0 0,-1 0 0,1 0 0,-1-1 0,0 1 0,0-1 0,0 0 0,0 0 0,3-6 0,-3 2 0,0 1 0,-1-1 0,1 0 0,-2 0 0,1 0 0,-1 0 0,0 0 0,-1-16 0,0 17 0,0 1 0,-1 0 0,0 0 0,0 0 0,-1 0 0,0 0 0,0 0 0,0 0 0,-1 1 0,0-1 0,0 1 0,-5-8 0,8 12 0,-1 0 0,0 1 0,1-1 0,-1 0 0,0 0 0,1 0 0,-1 1 0,0-1 0,0 0 0,0 1 0,0-1 0,0 0 0,0 1 0,1 0 0,-1-1 0,0 1 0,-1-1 0,1 1 0,0 0 0,0 0 0,0 0 0,0 0 0,0-1 0,0 1 0,-1 1 0,0-1 0,1 1 0,0 0 0,-1-1 0,1 1 0,0 0 0,0 0 0,0 0 0,-1 0 0,1 0 0,0 0 0,0 0 0,1 1 0,-1-1 0,0 0 0,-1 3 0,-2 3 0,1 0 0,0 1 0,1-1 0,0 1 0,-3 14 0,4-11 0,0 0 0,1 1 0,0-1 0,0 0 0,1 0 0,1 1 0,0-1 0,1 0 0,7 20 0,-8-26 0,0-1 0,0 1 0,1-1 0,-1 1 0,1-1 0,0 0 0,1 0 0,-1 0 0,1 0 0,-1-1 0,1 1 0,0-1 0,0 0 0,1 0 0,-1-1 0,1 1 0,-1-1 0,1 0 0,0 0 0,0 0 0,0-1 0,0 0 0,9 1 0,8-1 0,0-1 0,1-1 0,37-7 0,-38 5 0,16 1 0,6-1 0,-41 3 0,1-1 0,-1 1 0,0-1 0,1 0 0,-1-1 0,0 1 0,0 0 0,1-1 0,3-2 0,-6 2 0,0 1 0,0 0 0,0 0 0,-1 0 0,1 0 0,0-1 0,0 1 0,-1 0 0,1-1 0,-1 1 0,1-1 0,-1 1 0,0-1 0,0 1 0,1 0 0,-1-1 0,0 1 0,0-1 0,-1 1 0,1-1 0,0 1 0,0-1 0,-1 1 0,1-1 0,0 1 0,-1 0 0,0-1 0,0 0 0,-3-8 0,-1 1 0,-9-16 0,11 21 0,-8-13 0,2 4 0,-14-29 0,21 39 0,1 1 0,0-1 0,0-1 0,0 1 0,0 0 0,0 0 0,1 0 0,-1 0 0,1-1 0,0 1 0,0 0 0,0 0 0,0-1 0,1 1 0,1-6 0,-1 8 0,0-1 0,0 0 0,0 1 0,1-1 0,-1 1 0,1-1 0,-1 1 0,1 0 0,-1-1 0,1 1 0,0 0 0,0 0 0,-1 0 0,1 0 0,0 1 0,0-1 0,0 0 0,0 1 0,0 0 0,0-1 0,0 1 0,0 0 0,4 0 0,2 0 0,1 0 0,0 0 0,-1 1 0,12 2 0,-5 1-1365,-2 0-5461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5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1 131 24575,'28'1'0,"0"-2"0,0-1 0,0-1 0,35-8 0,-60 10 0,0 0 0,0 0 0,-1 0 0,1 0 0,0-1 0,-1 1 0,1-1 0,-1 0 0,0 0 0,0 0 0,1 0 0,-1 0 0,0 0 0,-1 0 0,1-1 0,2-4 0,-3 6 0,0-1 0,-1 1 0,1-1 0,-1 0 0,0 1 0,1-1 0,-1 1 0,0-1 0,0 0 0,0 1 0,0-1 0,0 1 0,0-1 0,-1 0 0,1 1 0,0-1 0,-1 1 0,1-1 0,-1 1 0,0-1 0,0 1 0,1-1 0,-1 1 0,0 0 0,0 0 0,0-1 0,0 1 0,-1 0 0,1 0 0,0 0 0,-3-2 0,-3-2 0,-1 1 0,0 0 0,0 0 0,0 1 0,-1 0 0,0 0 0,1 0 0,-15-1 0,19 4 0,1 0 0,-1 0 0,0 0 0,1 1 0,-1-1 0,1 1 0,-1 0 0,1 0 0,0 0 0,-1 1 0,1-1 0,0 1 0,0-1 0,0 1 0,0 0 0,0 0 0,0 1 0,-3 2 0,3-2 0,0 1 0,-1-1 0,1 1 0,1-1 0,-1 1 0,0 0 0,1 0 0,0 1 0,0-1 0,0 0 0,0 1 0,1-1 0,-2 8 0,3-8 0,0 0 0,0 0 0,0 0 0,0 0 0,0 0 0,1 0 0,0 0 0,0 0 0,0 0 0,0-1 0,1 1 0,3 7 0,-4-9 0,1 0 0,0 0 0,-1 1 0,1-1 0,0 0 0,0-1 0,0 1 0,0 0 0,0 0 0,1-1 0,-1 1 0,0-1 0,1 0 0,-1 0 0,1 0 0,-1 0 0,1 0 0,0 0 0,4 0 0,11 0 40,0 0 0,20-2 0,-29 0-252,0 0 0,0 0 0,-1-1-1,1 0 1,0-1 0,9-4 0,-8 2-6614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6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24575,'26'21'0,"1"-1"0,1-1 0,40 21 0,-63-37 0,1-1 0,0 1 0,0-1 0,-1-1 0,1 1 0,0-1 0,1 0 0,9 1 0,-14-2 0,-1 0 0,1 0 0,-1 0 0,1 0 0,-1-1 0,1 1 0,-1 0 0,1-1 0,-1 1 0,1-1 0,-1 1 0,1-1 0,-1 0 0,0 1 0,0-1 0,1 0 0,-1 0 0,0 0 0,0 0 0,0 0 0,0 0 0,0 0 0,0-1 0,0 1 0,0 0 0,-1 0 0,1-1 0,0 1 0,-1-1 0,1 1 0,-1 0 0,1-1 0,-1 1 0,0-1 0,0 1 0,0-1 0,1 1 0,-1-1 0,-1 1 0,1-3 0,-1-5 0,-1 0 0,0 1 0,-1-1 0,0 0 0,0 1 0,-1 0 0,0 0 0,-6-9 0,10 16 0,-1 1 0,1-1 0,-1 0 0,1 1 0,-1-1 0,1 0 0,-1 1 0,1-1 0,-1 1 0,0-1 0,1 1 0,-1-1 0,0 1 0,0-1 0,1 1 0,-1 0 0,1 0 0,0 0 0,-1 0 0,1 0 0,0 0 0,0 0 0,-1 0 0,1 0 0,0 0 0,-1 0 0,1 0 0,0 0 0,0 0 0,-1 0 0,1 0 0,0 1 0,0-1 0,-1 0 0,1 0 0,0 0 0,0 0 0,-1 1 0,1-1 0,0 0 0,-1 1 0,1 0 0,-1 0 0,1 0 0,-1 0 0,1 0 0,0-1 0,-1 1 0,1 0 0,0 0 0,0 0 0,0 0 0,0 0 0,-1 0 0,1 0 0,1 0 0,-1 0 0,0 0 0,0 0 0,0 0 0,1 1 0,0 1 0,0 0 0,1 0 0,-1 0 0,1-1 0,0 1 0,0-1 0,0 1 0,0-1 0,0 0 0,0 0 0,1 0 0,-1 0 0,1 0 0,0 0 0,-1-1 0,1 1 0,0-1 0,4 2 0,6 1 0,-1-1 0,1 0 0,15 2 0,-7-2 0,-12-1 0,0-1 0,0 0 0,0 0 0,0-1 0,13-1 0,-20 1 0,0-1 0,1 1 0,-1-1 0,0 1 0,0-1 0,0 0 0,0 0 0,0 0 0,0 0 0,0 0 0,-1 0 0,1-1 0,0 1 0,-1 0 0,1-1 0,-1 1 0,1-1 0,-1 0 0,0 0 0,1 1 0,-1-1 0,0 0 0,0 0 0,0 0 0,-1 0 0,1 0 0,0 0 0,0-4 0,0 0 0,0 0 0,-1 0 0,0 0 0,0 0 0,0 0 0,-2-8 0,2 12 0,0-1 0,-1 1 0,0 0 0,1-1 0,-1 1 0,0-1 0,0 1 0,0 0 0,-1 0 0,1 0 0,-1 0 0,1 0 0,-1 0 0,0 0 0,1 0 0,-1 0 0,-4-2 0,6 4 0,-1-1 0,0 1 0,0-1 0,1 1 0,-1 0 0,0 0 0,0-1 0,1 1 0,-1 0 0,0 0 0,0 0 0,0 0 0,0 0 0,1 0 0,-1 0 0,0 0 0,0 0 0,0 0 0,0 0 0,1 1 0,-1-1 0,0 0 0,-1 1 0,0 0 0,1 0 0,0 1 0,-1-1 0,1 0 0,0 0 0,-1 1 0,1-1 0,0 1 0,0-1 0,-1 3 0,-1 2 0,1-1 0,0 1 0,0 0 0,0 0 0,-1 10 0,3-12 0,-1 0 0,1 0 0,0 0 0,0-1 0,1 1 0,-1 0 0,1 0 0,0 0 0,0 0 0,2 6 0,-2-8 0,0 0 0,1 0 0,-1 0 0,0-1 0,1 1 0,-1 0 0,1-1 0,-1 1 0,1-1 0,0 0 0,0 0 0,-1 1 0,1-1 0,0 0 0,0 0 0,0-1 0,0 1 0,1 0 0,-1-1 0,0 1 0,2-1 0,15 2 0,0-1 0,-1-1 0,1 0 0,0-2 0,-1 0 0,33-8 0,-49 9 0,0 1 0,0-1 0,0 0 0,1 0 0,-1 1 0,0-1 0,-1 0 0,1-1 0,0 1 0,0 0 0,0-1 0,-1 1 0,1 0 0,1-3 0,-1 0 0,1 0 0,-1 1 0,0-2 0,0 1 0,1-5 0,1-1 0,-4 9 0,1 0 0,-1 1 0,0-1 0,1 0 0,-1 1 0,1-1 0,-1 1 0,1-1 0,-1 1 0,1-1 0,0 1 0,-1-1 0,1 1 0,-1-1 0,1 1 0,0 0 0,-1-1 0,1 1 0,0 0 0,0 0 0,-1 0 0,1-1 0,0 1 0,0 0 0,-1 0 0,1 0 0,0 0 0,0 0 0,-1 0 0,1 0 0,0 1 0,0-1 0,-1 0 0,1 0 0,0 1 0,-1-1 0,1 0 0,1 1 0,4 2 0,1 1 0,-1 0 0,8 5 0,-4-2 0,0-1 0,3 2 0,1-1 0,-1 0 0,28 9 0,-37-14 0,1-1 0,-1 0 0,1 0 0,0-1 0,-1 0 0,1 0 0,0 0 0,0 0 0,-1 0 0,1-1 0,0 0 0,-1 0 0,1-1 0,-1 1 0,1-1 0,7-4 0,-2 0-117,-7 4 148,-1 1 0,0-1 0,1 1 0,-1 0 0,1-1 0,-1 1 0,6-1 0,-8 2-80,1 0 1,0 0 0,0 0 0,0 1-1,0-1 1,-1 0 0,1 0 0,0 0-1,0 1 1,0-1 0,-1 1 0,1-1-1,0 0 1,0 1 0,-1-1 0,1 1-1,0-1 1,-1 1 0,1 0 0,-1-1-1,1 1 1,-1 0 0,1-1 0,-1 1-1,1 0 1,-1 0 0,0-1 0,1 1-1,-1 0 1,0 1 0,4 8-6778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7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25 197 24575,'7'9'0,"1"0"0,-2 1 0,1 0 0,-1 0 0,-1 0 0,0 1 0,0 0 0,5 21 0,3 5 0,-12-37 0,15 35 0,-15-34 0,-1 0 0,1 1 0,0-1 0,-1 0 0,1 0 0,0 0 0,0 0 0,0 0 0,0 0 0,0 0 0,0 0 0,0 0 0,0-1 0,1 1 0,-1 0 0,0-1 0,0 1 0,1-1 0,-1 1 0,0-1 0,1 0 0,-1 1 0,0-1 0,3 0 0,-4 0 0,1-1 0,0 1 0,0 0 0,0-1 0,0 1 0,0-1 0,-1 0 0,1 1 0,0-1 0,-1 0 0,1 1 0,0-1 0,-1 0 0,1 0 0,-1 1 0,1-1 0,-1 0 0,1 0 0,-1 0 0,0 0 0,1 0 0,-1 0 0,0 0 0,0 0 0,0 0 0,1 1 0,-1-3 0,0-2 0,0 0 0,0 0 0,0 0 0,-1-5 0,-5-13 0,0 0 0,-2 0 0,0 1 0,-2 0 0,0 1 0,-1 0 0,-18-23 0,-22-42 0,33 56 0,21 34 0,10 19 0,1-1 0,25 30 0,-34-46 0,-1-1 0,1 0 0,0 0 0,1 0 0,-1-1 0,1 0 0,0 0 0,0 0 0,0-1 0,1 0 0,-1 0 0,1 0 0,0-1 0,0 0 0,9 2 0,-13-4 0,-1 0 0,1 0 0,0 0 0,0-1 0,-1 1 0,1 0 0,0-1 0,-1 0 0,1 0 0,0 1 0,-1-2 0,1 1 0,-1 0 0,0 0 0,3-3 0,-1 2 0,-1-2 0,0 1 0,0 0 0,0 0 0,0-1 0,-1 0 0,1 1 0,2-7 0,1-3 0,-1 0 0,-1 1 0,0-2 0,-1 1 0,1-14 0,-3 12 0,-1 12 0,0 0 0,0 0 0,1 0 0,-1 0 0,1 0 0,-1 0 0,1 0 0,0 0 0,0 0 0,0 0 0,2-3 0,-2 6 0,-1 0 0,0 0 0,1 0 0,-1 0 0,0 0 0,1 0 0,-1 0 0,0 0 0,1 0 0,-1 0 0,0 0 0,1 0 0,-1 0 0,0 1 0,1-1 0,-1 0 0,0 0 0,0 0 0,1 0 0,-1 1 0,0-1 0,0 0 0,1 0 0,-1 1 0,0-1 0,0 0 0,0 0 0,1 1 0,-1-1 0,0 0 0,0 1 0,7 10 0,16 37 0,-14-30 0,14 25 0,-3-11 0,3 0 0,0-1 0,51 50 0,-68-76-104,14 14-527,19 22 1,-31-32-6196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8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121 103 24575,'1'-1'0,"-1"0"0,0 0 0,1 1 0,-1-1 0,1 0 0,-1 0 0,1 0 0,-1 1 0,1-1 0,0 0 0,-1 1 0,1-1 0,0 0 0,0 1 0,-1-1 0,1 1 0,0-1 0,0 1 0,0 0 0,-1-1 0,1 1 0,0 0 0,0 0 0,0-1 0,1 1 0,-1 0 0,1 1 0,-1-1 0,1 0 0,-1 1 0,0-1 0,1 1 0,-1 0 0,0-1 0,0 1 0,1 0 0,-1 0 0,0 0 0,0-1 0,2 3 0,1 2 0,-1-1 0,1 1 0,-1 0 0,1 0 0,-1 1 0,4 9 0,-6-11 0,0-1 0,0 0 0,0 1 0,0-1 0,-1 0 0,0 1 0,1-1 0,-1 1 0,-1 4 0,1-6 0,-1-1 0,1 0 0,0 0 0,-1 0 0,1 1 0,-1-1 0,0 0 0,1 0 0,-1 0 0,0 0 0,0 0 0,1 0 0,-1 0 0,0 0 0,0 0 0,0 0 0,0-1 0,0 1 0,-1 0 0,1-1 0,0 1 0,0-1 0,0 1 0,-1-1 0,1 1 0,0-1 0,-3 0 0,-3 2 0,0-2 0,0 1 0,-11-1 0,15 0 0,1-1 0,-1 1 0,0 0 0,0-1 0,1 0 0,-1 1 0,1-1 0,-1 0 0,0 0 0,1-1 0,0 1 0,-3-2 0,4 2 0,0-1 0,0 1 0,0-1 0,0 1 0,0-1 0,1 1 0,-1-1 0,1 1 0,-1-1 0,1 1 0,-1-4 0,-5-13 0,0 11 0,0-1 0,-11-10 0,10 12 0,0-2 0,1 1 0,-1-1 0,-7-13 0,13 20 0,0-1 0,0 0 0,1 0 0,-1 0 0,0 0 0,1 0 0,-1 0 0,1 0 0,-1 0 0,1 0 0,0-1 0,0 1 0,0 0 0,0 0 0,1 0 0,-1 0 0,0 0 0,1 0 0,0 0 0,-1 0 0,1 0 0,0 0 0,0 0 0,0 0 0,0 0 0,2-1 0,-2 1 0,0 1 0,1-1 0,-1 1 0,1-1 0,-1 1 0,1-1 0,0 1 0,0 0 0,0 0 0,-1 0 0,1 0 0,0 0 0,0 0 0,0 1 0,5-2 0,-4 2 0,1 0 0,0 0 0,-1 0 0,1 0 0,0 0 0,-1 1 0,1-1 0,6 3 0,-4 0 0,1-1 0,0 1 0,-1 1 0,0-1 0,0 1 0,0 0 0,0 1 0,0-1 0,5 7 0,-9-9-52,-1 0-1,1 0 1,0 0-1,-1 1 1,0-1-1,1 0 1,-1 1-1,0-1 1,0 1-1,0-1 1,-1 1-1,1 0 1,-1-1-1,1 1 1,-1 0-1,0 0 1,0-1-1,0 1 1,0 0-1,-1-1 1,1 1-1,-1 0 0,0-1 1,1 1-1,-3 3 1,-4 7-6774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188 314 24575,'-6'-7'0,"0"0"0,0 1 0,0-1 0,-1 2 0,0-1 0,0 1 0,-1 0 0,-9-5 0,13 8 0,1 1 0,-1-1 0,0 1 0,0 0 0,0 0 0,0 0 0,0 0 0,0 1 0,0-1 0,0 1 0,-1 0 0,1 1 0,0-1 0,0 1 0,0 0 0,0 0 0,0 0 0,0 0 0,1 1 0,-5 1 0,6-2 0,0 0 0,0 0 0,0 0 0,0 0 0,0 1 0,1-1 0,-1 1 0,1-1 0,-1 1 0,1-1 0,-1 1 0,1 0 0,0-1 0,0 1 0,0 0 0,0 0 0,0 0 0,0 0 0,0 0 0,1 0 0,-1 0 0,1 0 0,0 1 0,-1-1 0,1 0 0,0 0 0,0 0 0,0 0 0,1 3 0,0 0 0,1-1 0,-1 0 0,1 0 0,0 0 0,0 0 0,0 0 0,0 0 0,1-1 0,0 1 0,0-1 0,0 0 0,0 1 0,4 2 0,2 0 0,-1 0 0,1 0 0,1-1 0,-1 0 0,1-1 0,0 0 0,0-1 0,0 0 0,0 0 0,0-1 0,1 0 0,-1-1 0,17 0 0,-25-1 0,0 0 0,1-1 0,-1 1 0,0-1 0,0 1 0,1-1 0,-1 0 0,0 1 0,0-1 0,0 0 0,0-1 0,0 1 0,0 0 0,0 0 0,0-1 0,-1 1 0,1-1 0,0 0 0,-1 0 0,1 1 0,-1-1 0,0 0 0,0 0 0,0 0 0,0 0 0,0 0 0,0-1 0,0 1 0,0 0 0,-1 0 0,1-1 0,-1 1 0,0 0 0,0-3 0,0-4 0,0 0 0,0 0 0,-1 0 0,0 0 0,-1 0 0,0 0 0,-5-13 0,-6-12 0,-2 0 0,-1 1 0,-2 1 0,-1 1 0,-2 0 0,-41-47 0,62 78 0,0-1 0,0 1 0,0 0 0,0-1 0,-1 1 0,1 0 0,0-1 0,-1 1 0,1 0 0,0 0 0,0-1 0,-1 1 0,1 0 0,0 0 0,-1-1 0,1 1 0,-1 0 0,1 0 0,0 0 0,-1 0 0,1 0 0,0 0 0,-1 0 0,1-1 0,-1 1 0,1 0 0,-1 1 0,-1 8 0,7 18 0,-5-27 0,17 70 0,42 105 0,-55-163-151,1-1-1,1 1 0,0-1 0,1-1 1,0 1-1,0-1 0,1-1 1,9 10-1,-4-9-6674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39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190 427 24575,'-38'-4'0,"24"1"0,-1 2 0,0-1 0,-1 2 0,1 0 0,0 1 0,-24 4 0,38-5 0,0 0 0,0 0 0,0 0 0,0 1 0,0-1 0,0 0 0,0 1 0,0-1 0,0 1 0,0-1 0,0 1 0,0-1 0,1 1 0,-1 0 0,0-1 0,0 1 0,1 0 0,-1 0 0,0-1 0,1 1 0,-1 0 0,1 0 0,-1 0 0,1 0 0,-1 0 0,1 0 0,0 0 0,-1 0 0,1 2 0,0-2 0,0 1 0,1-1 0,-1 1 0,1-1 0,0 1 0,-1-1 0,1 1 0,0-1 0,0 0 0,0 0 0,0 1 0,0-1 0,0 0 0,0 0 0,0 0 0,1 0 0,-1 0 0,3 2 0,1 0 0,1-1 0,-1 1 0,1-1 0,0 0 0,0 0 0,0-1 0,0 1 0,0-1 0,8 0 0,3 0 0,-1-1 0,20-3 0,-33 3 0,0-1 0,0 1 0,0-1 0,0 0 0,0 0 0,0 0 0,-1 0 0,1 0 0,0-1 0,-1 1 0,1-1 0,-1 0 0,1 0 0,-1 0 0,0 0 0,0 0 0,0 0 0,0-1 0,0 1 0,-1 0 0,1-1 0,-1 0 0,1 1 0,-1-1 0,0 0 0,0 0 0,0 0 0,0 0 0,-1 0 0,1-3 0,1-7 0,-1 0 0,-1 0 0,0 0 0,-1 0 0,-4-21 0,-1 6 0,-1 0 0,-2 0 0,0 1 0,-2 0 0,-1 1 0,-1 0 0,-1 1 0,-2 0 0,0 2 0,-33-38 0,49 61 0,0 1 0,0-1 0,0 0 0,0 0 0,0 1 0,0-1 0,0 0 0,0 1 0,0-1 0,0 0 0,0 0 0,0 1 0,-1-1 0,1 0 0,0 0 0,0 1 0,0-1 0,0 0 0,0 0 0,0 1 0,-1-1 0,1 0 0,0 0 0,0 1 0,0-1 0,-1 0 0,1 0 0,0 0 0,0 0 0,-1 1 0,1-1 0,0 0 0,0 0 0,-1 0 0,1 0 0,0 0 0,-1 0 0,1 0 0,0 0 0,0 0 0,-1 0 0,1 0 0,0 0 0,-1 0 0,1 0 0,0 0 0,0 0 0,-1 0 0,1 0 0,0 0 0,0 0 0,-1 0 0,1-1 0,0 1 0,0 0 0,-1 0 0,1 0 0,0 0 0,0-1 0,-1 1 0,1 0 0,0 0 0,0 0 0,0-1 0,0 1 0,-1 0 0,1 0 0,0-1 0,0 1 0,0 28 0,0-22 0,1 22 0,2 1 0,1-1 0,1 1 0,2-2 0,9 29 0,3-6 0,44 85 0,-56-122-455,0-1 0,14 17 0,-10-16-6371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0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78 178 24575,'9'21'0,"1"-1"0,1 0 0,0 0 0,2-1 0,0-1 0,2 0 0,0-1 0,0 0 0,20 15 0,-34-31 0,0 0 0,0 0 0,0-1 0,1 1 0,-1 0 0,0 0 0,0-1 0,1 1 0,-1-1 0,1 1 0,-1-1 0,0 0 0,3 1 0,-4-1 0,1 0 0,-1 0 0,0 0 0,0 0 0,0 0 0,1 0 0,-1 0 0,0-1 0,0 1 0,1 0 0,-1 0 0,0 0 0,0 0 0,0 0 0,0 0 0,1 0 0,-1-1 0,0 1 0,0 0 0,0 0 0,0 0 0,1 0 0,-1-1 0,0 1 0,0 0 0,0 0 0,0 0 0,0-1 0,0 1 0,0 0 0,-3-13 0,-6-4 0,-1 2 0,-1 0 0,-17-20 0,1 3 0,-26-41 0,-55-96 0,132 196 0,-14-16 0,0 0 0,1-1 0,0 0 0,0-1 0,1-1 0,0 1 0,1-2 0,-1 0 0,2 0 0,-1-1 0,1-1 0,0 0 0,27 5 0,-36-9 0,0 0 0,0-1 0,0 1 0,0-1 0,0 0 0,-1-1 0,1 1 0,0-1 0,0 0 0,0 0 0,-1-1 0,1 1 0,0-1 0,-1 0 0,1-1 0,6-4 0,-8 5 0,-1 0 0,1 0 0,0-1 0,-1 1 0,0-1 0,0 1 0,0-1 0,0 0 0,0 0 0,-1 0 0,1 0 0,-1 0 0,0-1 0,1 1 0,-2 0 0,1-1 0,0 1 0,-1 0 0,1-1 0,-1 1 0,0-1 0,0 1 0,-1-1 0,0-5 0,0 3 0,0 0 0,-1-1 0,0 1 0,0 0 0,0-1 0,-1 1 0,-5-9 0,21 41 0,56 66 0,-59-82 0,0 1 0,0-2 0,1 1 0,0-1 0,1-1 0,13 7 0,3 1-682,44 33-1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3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24575,'10'2'0,"7"3"0,0-1 0,22 1 0,-35-4 0,0-1 0,0 0 0,0 0 0,1-1 0,-1 1 0,0-1 0,0 1 0,0-1 0,0-1 0,0 1 0,0-1 0,0 1 0,0-1 0,6-4 0,-8 4 0,-1 1 0,1 0 0,-1-1 0,1 1 0,-1-1 0,0 1 0,0-1 0,0 1 0,0-1 0,0 0 0,0 0 0,0 1 0,0-1 0,-1 0 0,1 0 0,-1 0 0,1 0 0,-1 0 0,0 0 0,1 0 0,-1 0 0,0 0 0,-1 0 0,1 0 0,0 0 0,-1 0 0,1 0 0,-1 0 0,1 0 0,-1 0 0,0 1 0,0-1 0,0 0 0,-1-2 0,-1 0 0,0 0 0,0 0 0,0 0 0,-1 0 0,1 1 0,-1-1 0,0 1 0,0 0 0,0 0 0,-1 0 0,1 1 0,-8-3 0,10 3 0,-1 1 0,1 0 0,-1 1 0,1-1 0,-1 0 0,0 1 0,0 0 0,1-1 0,-1 1 0,0 0 0,1 0 0,-1 1 0,0-1 0,1 1 0,-1-1 0,0 1 0,1 0 0,-1 0 0,1 0 0,-1 0 0,1 0 0,-1 1 0,1-1 0,0 1 0,0-1 0,0 1 0,0 0 0,0 0 0,0 0 0,0 0 0,0 0 0,1 0 0,-1 1 0,1-1 0,0 0 0,0 1 0,0-1 0,0 1 0,0 0 0,0-1 0,1 1 0,-1 2 0,0 1 0,0-1 0,0 0 0,0 1 0,1-1 0,0 1 0,0-1 0,1 0 0,-1 1 0,1-1 0,0 1 0,0-1 0,1 0 0,0 0 0,0 0 0,0 0 0,1 0 0,-1 0 0,1-1 0,0 1 0,0-1 0,1 1 0,-1-1 0,1 0 0,0-1 0,0 1 0,1-1 0,-1 0 0,1 0 0,-1 0 0,9 3 0,-1-1 30,0-1 0,1 0 0,22 3 0,-27-5-216,0-2 1,-1 1-1,1-1 0,0 0 1,0-1-1,-1 0 1,14-3-1,-12 1-6640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24575,'1'3'0,"-1"0"0,1 0 0,-1-1 0,1 1 0,0 0 0,0 0 0,0-1 0,1 1 0,-1 0 0,1-1 0,-1 1 0,1-1 0,0 0 0,0 0 0,0 1 0,0-1 0,0 0 0,4 2 0,5 4 0,0 0 0,20 9 0,-26-15 0,6 3 0,0 0 0,0 0 0,1-2 0,-1 1 0,24 2 0,-33-5 0,0-1 0,0 0 0,0 0 0,0 0 0,0 0 0,0 0 0,0 0 0,0-1 0,0 1 0,0-1 0,0 0 0,0 1 0,0-1 0,0 0 0,0 0 0,0 0 0,0 0 0,-1-1 0,1 1 0,0 0 0,-1-1 0,1 1 0,-1-1 0,0 1 0,1-1 0,-1 0 0,0 0 0,0 0 0,0 1 0,0-1 0,0 0 0,-1 0 0,1 0 0,-1 0 0,1 0 0,-1-1 0,1-1 0,-1-2 0,1-1 0,-1 1 0,0 0 0,0-1 0,-1 1 0,0-1 0,0 1 0,-1 0 0,1 0 0,-1-1 0,-4-6 0,2 4 0,-1 0 0,0 1 0,0-1 0,-1 1 0,0 0 0,-12-13 0,17 21 4,1-1 0,-1 1 0,0 0 0,1-1 0,-1 1 0,1 0 0,-1-1 0,0 1 0,1 0 0,-1 0 0,0-1 0,0 1 0,1 0 0,-1 0 0,0 0 0,1 0 0,-1 0 0,0 0 0,1 0 0,-1 0 0,0 0 0,0 0 0,1 1 0,-1-1 0,0 0 0,1 0 0,-1 1 0,0-1 0,0 1 0,0 0-128,-1 0 0,1 0 1,0 0-1,0 0 0,-1 0 0,1 1 1,0-1-1,0 0 0,0 1 0,1-1 1,-2 2-1,-2 7-6702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63 24575,'-1'-3'0,"-2"-2"0,1 0 0,-1-1 0,0 1 0,0 0 0,0 0 0,-1 1 0,0-1 0,0 1 0,0-1 0,-5-3 0,8 8 0,1-1 0,0 1 0,-1 0 0,1 0 0,0 0 0,-1 0 0,1-1 0,0 1 0,-1 0 0,1 0 0,0 0 0,-1 0 0,1 0 0,-1 0 0,1 0 0,0 0 0,-1 0 0,1 0 0,0 0 0,-1 0 0,1 0 0,-1 0 0,1 0 0,0 0 0,-1 1 0,1-1 0,0 0 0,-1 0 0,1 0 0,-1 1 0,-4 11 0,4 16 0,1-23 0,1 0 0,0 0 0,0 0 0,0 0 0,1 0 0,-1 0 0,1-1 0,0 1 0,1 0 0,-1-1 0,1 0 0,0 1 0,0-1 0,0 0 0,1-1 0,-1 1 0,1-1 0,0 1 0,0-1 0,0 0 0,1 0 0,-1-1 0,1 1 0,-1-1 0,1 0 0,0-1 0,0 1 0,0-1 0,0 1 0,0-2 0,0 1 0,0 0 0,6-1 0,6 0-273,-1 0 0,0-1 0,0 0 0,29-7 0,-35 5-6553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4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24575,'23'25'0,"-16"-16"0,0-1 0,1 0 0,9 7 0,-9-9 0,0-1 0,0 0 0,0 0 0,1-1 0,9 4 0,-14-6 0,-1-1 0,1 0 0,-1 0 0,1-1 0,0 1 0,0-1 0,-1 1 0,1-1 0,0 0 0,0-1 0,-1 1 0,1-1 0,0 1 0,0-1 0,6-3 0,-9 4 0,0-1 0,1 0 0,-1 0 0,0 0 0,0 0 0,0 0 0,0 0 0,0 0 0,0 0 0,0-1 0,0 1 0,0 0 0,0-1 0,-1 1 0,1 0 0,-1-1 0,1-1 0,0 1 0,0 0 0,-1 0 0,1 1 0,0-1 0,0 0 0,0 1 0,0-1 0,0 1 0,3-3 0,-4 4 0,1-1 0,0 1 0,0 0 0,-1-1 0,1 1 0,0 0 0,0 0 0,0 0 0,-1 0 0,1 0 0,0 0 0,0 0 0,0 0 0,0 0 0,-1 0 0,1 0 0,0 1 0,0-1 0,0 0 0,-1 1 0,1-1 0,0 0 0,-1 1 0,1-1 0,0 1 0,-1-1 0,1 1 0,0-1 0,-1 1 0,1 0 0,0 0 0,18 22 0,7 15-1365,-20-27-5461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5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73 175 24575,'15'58'0,"-7"-23"0,1-1 0,18 40 0,-26-71 0,1 0 0,0 0 0,-1 0 0,2 0 0,-1 0 0,4 4 0,-6-7 0,0 0 0,1 1 0,-1-1 0,0 0 0,0 0 0,1 1 0,-1-1 0,0 0 0,0 0 0,1 0 0,-1 0 0,0 0 0,1 0 0,-1 1 0,0-1 0,1 0 0,-1 0 0,0 0 0,0 0 0,1 0 0,-1 0 0,0 0 0,1 0 0,-1 0 0,0 0 0,1 0 0,-1-1 0,1 1 0,-1-1 0,1 1 0,-1-1 0,1 0 0,-1 0 0,0 1 0,1-1 0,-1 0 0,0 0 0,1 0 0,-1 0 0,0 1 0,0-1 0,0 0 0,0 0 0,0 0 0,0-1 0,0-7 0,-1 0 0,0 1 0,0-1 0,-1 0 0,0 1 0,-7-17 0,-26-49 0,27 59 0,3 5 0,-79-161 0,81 164 0,0 0 0,1 0 0,-4-12 0,35 55 0,-9-11 0,1-2 0,28 26 0,-42-42 0,0-2 0,1 1 0,-1-1 0,1 0 0,0 0 0,0-1 0,1 0 0,-1-1 0,1 0 0,0 0 0,0 0 0,11 0 0,-16-2 0,-1-1 0,0 0 0,0 0 0,0-1 0,0 1 0,0 0 0,0-1 0,0 0 0,0 0 0,0 0 0,0 0 0,0 0 0,0-1 0,-1 1 0,5-4 0,-4 2 0,0 0 0,1 0 0,-1 0 0,0-1 0,-1 1 0,1-1 0,-1 0 0,1 0 0,1-7 0,1-2 0,-1 0 0,0 0 0,-1 0 0,-1-1 0,0 1 0,-1-15 0,-1 28 0,0-1 0,0 1 0,0 0 0,0-1 0,0 1 0,0-1 0,0 1 0,0-1 0,0 1 0,0 0 0,0-1 0,0 1 0,1-1 0,-1 1 0,0 0 0,0-1 0,0 1 0,0-1 0,1 1 0,-1 0 0,0-1 0,0 1 0,1 0 0,-1-1 0,0 1 0,1 0 0,0-1 0,-1 2 0,1-1 0,-1 0 0,1 0 0,-1 0 0,1 1 0,-1-1 0,1 0 0,-1 1 0,1-1 0,-1 0 0,1 1 0,-1-1 0,0 0 0,1 1 0,-1-1 0,0 1 0,1 0 0,17 29 0,-15-25 0,45 73 0,78 98 0,-88-122-1365,-29-40-5461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6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24575,'21'0'0,"-4"0"0,27 2 0,-39-2 0,-1 1 0,0 0 0,0 0 0,0 0 0,0 1 0,0-1 0,0 1 0,0 0 0,0 0 0,0 0 0,5 5 0,-7-5 0,-1 0 0,1 1 0,0-1 0,-1 0 0,1 1 0,-1-1 0,0 1 0,0 0 0,0-1 0,0 1 0,0 0 0,0 0 0,-1 0 0,0 0 0,1-1 0,-1 1 0,0 0 0,-1 0 0,0 5 0,1-5 0,0-1 0,-1 1 0,1-1 0,-1 1 0,0-1 0,0 0 0,0 1 0,0-1 0,0 0 0,0 1 0,-1-1 0,1 0 0,-1 0 0,1 0 0,-1 0 0,0-1 0,0 1 0,0 0 0,0-1 0,0 1 0,0-1 0,-3 2 0,0-2 0,1 0 0,-1 0 0,0-1 0,0 0 0,1 1 0,-1-2 0,0 1 0,1 0 0,-1-1 0,0 0 0,1 0 0,-1 0 0,1-1 0,-9-3 0,2 0 0,1-1 0,-1 0 0,1 0 0,-16-14 0,23 18 0,1-1 0,-1 1 0,1-1 0,-1 1 0,1-1 0,0 0 0,0 0 0,-2-4 0,4 6 0,0 0 0,-1 0 0,1 0 0,0 0 0,-1 0 0,1-1 0,0 1 0,0 0 0,0 0 0,0 0 0,0 0 0,0 0 0,0 0 0,1 0 0,-1 0 0,0 0 0,0 0 0,1 0 0,-1 0 0,1 0 0,-1 0 0,1 0 0,-1 0 0,1 0 0,0 0 0,0 0 0,-1 0 0,1 1 0,0-1 0,1 0 0,1-2-136,0 1-1,0 0 1,1 0-1,-1 0 1,0 0-1,1 1 1,0-1-1,-1 1 0,9-1 1,-1 0-6690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213 319 24575,'-9'-3'0,"-11"-6"0,0 1 0,0 1 0,-1 1 0,0 1 0,-30-4 0,49 9 0,-1 0 0,0 0 0,1 1 0,-1-1 0,1 0 0,-1 1 0,1 0 0,-1-1 0,1 1 0,-1 0 0,1 0 0,-1 0 0,1 1 0,0-1 0,-3 3 0,4-3 0,0-1 0,1 1 0,-1 0 0,0 0 0,1 0 0,-1 0 0,1 0 0,-1 0 0,1 0 0,-1 0 0,1 0 0,-1 1 0,1-1 0,0 0 0,0 0 0,0 0 0,0 0 0,0 0 0,0 1 0,0-1 0,0 0 0,0 0 0,0 0 0,1 0 0,-1 1 0,0-1 0,1 0 0,-1 0 0,1 0 0,-1 0 0,1 0 0,-1 0 0,1 0 0,0 0 0,1 1 0,3 3 0,-1 0 0,1 0 0,1-1 0,-1 1 0,1-1 0,-1-1 0,1 1 0,0-1 0,12 5 0,-4-3 0,0 0 0,0-2 0,24 5 0,-34-8 0,0 1 0,0-1 0,0 0 0,0 0 0,0 0 0,0-1 0,0 0 0,-1 1 0,1-1 0,0 0 0,0-1 0,-1 1 0,1-1 0,6-3 0,-8 3 0,0 0 0,0 1 0,0-1 0,0 0 0,0-1 0,0 1 0,-1 0 0,1 0 0,-1-1 0,0 1 0,1-1 0,-1 1 0,0-1 0,0 0 0,-1 1 0,1-1 0,-1 0 0,1 0 0,-1 1 0,0-1 0,0-6 0,-1-4 0,-1-1 0,-1 0 0,0 1 0,0-1 0,-1 1 0,-1 0 0,0 1 0,-9-17 0,-9-10 0,-33-42 0,31 46 0,20 28 0,5 6 0,-1-1 0,0 0 0,0 0 0,-1 1 0,1-1 0,0 1 0,-1-1 0,1 1 0,0-1 0,-1 1 0,0 0 0,1 0 0,-1 0 0,-2-1 0,4 2 0,0 0 0,0-1 0,-1 1 0,1 0 0,0 0 0,0 0 0,0 0 0,-1 0 0,1 0 0,0 0 0,0 1 0,-1-1 0,1 0 0,0 0 0,0 0 0,0 0 0,-1 0 0,1 0 0,0 0 0,0 0 0,0 1 0,-1-1 0,1 0 0,0 0 0,0 0 0,0 0 0,0 1 0,-1-1 0,1 0 0,0 0 0,0 0 0,0 1 0,-2 10 0,6 11 0,-4-22 0,8 38 0,1-1 0,3-1 0,1 1 0,1-2 0,23 41 0,-29-64-273,0-1 0,1 0 0,0 0 0,13 11 0,-11-12-6553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236 324 24575,'-35'-3'0,"14"0"0,0 0 0,-1 2 0,1 1 0,-1 1 0,-35 5 0,55-5 0,0-1 0,0 1 0,0-1 0,0 1 0,-1 0 0,1 0 0,0 0 0,1 0 0,-1 0 0,0 0 0,0 1 0,0-1 0,1 1 0,-1-1 0,1 1 0,-3 3 0,3-4 0,1 0 0,-1 1 0,1-1 0,0 0 0,0 1 0,0-1 0,0 1 0,0-1 0,0 0 0,0 1 0,0-1 0,0 0 0,0 1 0,1-1 0,-1 0 0,1 1 0,-1-1 0,1 0 0,-1 0 0,1 1 0,0-1 0,-1 0 0,1 0 0,0 0 0,0 0 0,0 0 0,2 2 0,1 0 0,1 1 0,-1 0 0,1-1 0,0 0 0,0 0 0,0-1 0,0 1 0,1-1 0,-1 0 0,1 0 0,-1-1 0,1 0 0,-1 0 0,8 1 0,-7-2 0,1 0 0,-1 0 0,0 0 0,1 0 0,-1-1 0,0 0 0,0-1 0,0 1 0,0-1 0,0-1 0,0 1 0,10-6 0,-14 6 0,1 0 0,-1 0 0,-1-1 0,1 1 0,0 0 0,0-1 0,-1 1 0,0-1 0,1 1 0,-1-1 0,0 0 0,0 0 0,0 1 0,-1-1 0,1 0 0,-1 0 0,1 0 0,-1-6 0,0-3 0,-1 0 0,0 0 0,-2-14 0,-2 7 0,0 1 0,0 0 0,-2 0 0,0 0 0,-20-32 0,-59-75 0,86 124 0,-1-1 0,0 1 0,0 0 0,0 0 0,0 0 0,-1 0 0,1 0 0,0 0 0,0 0 0,-3-1 0,4 2 0,0 0 0,-1 0 0,1 0 0,0 0 0,0 0 0,0 0 0,0 0 0,0 0 0,-1 0 0,1 0 0,0 0 0,0 0 0,0 0 0,0 0 0,0 0 0,-1 0 0,1 0 0,0 0 0,0 0 0,0 1 0,0-1 0,0 0 0,-1 0 0,1 0 0,0 0 0,0 0 0,0 0 0,0 0 0,0 0 0,0 1 0,0-1 0,0 0 0,0 0 0,-1 0 0,1 0 0,1 12 0,4 7 0,1 1 0,2-1 0,17 34 0,-14-32 0,80 147 0,-25-70-1316,-66-97 1267,11 14-6777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29:48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132 234 24575,'3'16'0,"1"-1"0,1-1 0,0 1 0,1-1 0,0 0 0,1 0 0,1 0 0,11 14 0,-19-28 0,0 1 0,1-1 0,-1 1 0,0-1 0,0 1 0,1-1 0,-1 1 0,1-1 0,-1 1 0,0-1 0,1 0 0,-1 1 0,1-1 0,-1 1 0,1-1 0,-1 0 0,1 0 0,-1 1 0,1-1 0,-1 0 0,1 0 0,0 0 0,-1 0 0,1 1 0,-1-1 0,1 0 0,-1 0 0,1 0 0,0 0 0,-1 0 0,1 0 0,-1-1 0,1 1 0,0 0 0,0 0 0,0-1 0,-1 0 0,1 0 0,-1 0 0,1 0 0,-1 0 0,1 0 0,-1 0 0,0 0 0,1 0 0,-1 0 0,0 0 0,0 0 0,0 0 0,0 0 0,0-1 0,0 1 0,0 0 0,0 0 0,-1-2 0,-2-11 0,-1 1 0,-1-1 0,-1 1 0,0 0 0,0 0 0,-12-15 0,-2-7 0,-2-2 0,-37-47 0,6 11 0,41 52 0,10 17 0,9 13 0,7 11 0,0-2 0,32 32 0,-34-39 0,0-1 0,0 0 0,1-1 0,0 0 0,20 9 0,-27-16 0,0 1 0,0-1 0,0-1 0,1 1 0,-1-1 0,0 0 0,1 0 0,-1-1 0,1 0 0,-1 0 0,1 0 0,-1-1 0,0 0 0,1 0 0,10-4 0,-15 3 0,1 1 0,-1-1 0,0 0 0,1 0 0,-1 0 0,0 0 0,-1-1 0,1 1 0,0 0 0,-1-1 0,1 1 0,-1-1 0,0 1 0,1-1 0,-1 0 0,-1 0 0,1 0 0,0 1 0,0-4 0,1-8 0,-1 1 0,0-23 0,-1 34 0,0 0 0,0 0 0,0-1 0,0 1 0,1 0 0,-1 0 0,1 0 0,0-3 0,-1 5 0,0 0 0,0 0 0,1 0 0,-1-1 0,0 1 0,0 0 0,0 0 0,0 0 0,0 0 0,1 0 0,-1-1 0,0 1 0,0 0 0,0 0 0,0 0 0,1 0 0,-1 0 0,0 0 0,0 0 0,0 0 0,1 0 0,-1 0 0,0 0 0,0 0 0,0 0 0,1 0 0,-1 0 0,0 0 0,0 0 0,0 0 0,1 0 0,9 8 0,14 20 0,38 62 0,-44-63 0,0 0 0,1-1 0,27 27 0,-41-50-114,-1 1 1,0 0-1,0 1 0,0-1 0,-1 1 1,0-1-1,0 1 0,0 0 0,0 0 1,-1 1-1,3 6 0,-2 0-6712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28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1 220 24575,'5'-14'0,"11"-19"0,-3 7 0,-9 18 0,1 0 0,0 0 0,1 0 0,-1 1 0,2-1 0,-1 1 0,1 1 0,0-1 0,0 1 0,13-8 0,-9 7 0,0 1 0,1 0 0,-1 0 0,1 2 0,0-1 0,0 1 0,18-3 0,71-4 0,-90 9 0,1 1 0,-1 1 0,1 0 0,-1 0 0,1 1 0,-1 0 0,17 5 0,8 4 0,33 15 0,-46-16 0,-7-3 0,-1 2 0,0 0 0,18 14 0,-8-6 0,40 30 0,-39-26 0,46 26 0,-53-35 0,0 1 0,29 25 0,-38-28 0,0 0 0,0 0 0,0 1 0,12 18 0,-20-25 0,0 0 0,0 1 0,0-1 0,-1 0 0,1 0 0,-1 1 0,0-1 0,0 1 0,0-1 0,-1 1 0,1 0 0,-1-1 0,0 1 0,0 0 0,0-1 0,0 1 0,-1-1 0,1 1 0,-1 0 0,0-1 0,0 1 0,-3 4 0,-4 6 0,0-1 0,-1 0 0,-1 0 0,-15 16 0,10-12 0,-5 5 0,-1 0 0,-29 24 0,44-42 0,1 1 0,-1-1 0,0 0 0,0-1 0,0 0 0,-1 0 0,1 0 0,-1-1 0,1 1 0,-1-2 0,0 1 0,0-1 0,0 0 0,-13 0 0,-115-4 0,112 1 0,1-1 0,0-2 0,-44-13 0,-137-67 0,188 77 0,-1-1 0,1 0 0,0-1 0,1-1 0,0 0 0,1-1 0,0 0 0,1-1 0,-21-28 0,28 32 0,1 1 0,0-1 0,0 0 0,1-1 0,1 1 0,-4-17 0,3 4 0,-1-40 0,4 33-1365,1 17-5461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0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1 24575,'0'1'0,"-1"1"0,1-1 0,0 0 0,-1 1 0,1-1 0,-1 0 0,0 1 0,1-1 0,-1 0 0,0 0 0,0 0 0,0 0 0,-2 2 0,-16 14 0,14-13 0,-9 8 0,0 0 0,1 1 0,0 1 0,1 0 0,0 0 0,-10 18 0,-3 10 0,10-18 0,-21 46 0,3 6 0,-30 84 0,45-89 0,3 1 0,3 0 0,3 1 0,0 97 0,9-167 0,2 146 0,0-119 0,2 0 0,14 57 0,-3-42 53,22 46 0,-5-14-1524,-28-65-5355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 24575,'-3'1'0,"-22"9"0,1 1 0,0 1 0,0 1 0,-21 17 0,43-28 0,0-1 0,1 0 0,-1 1 0,1-1 0,-1 1 0,1 0 0,0-1 0,-1 1 0,1 0 0,0 0 0,0 0 0,1-1 0,-1 1 0,0 0 0,0 0 0,1 0 0,-1 1 0,1 2 0,0-3 0,0 1 0,0 0 0,1 0 0,0-1 0,-1 1 0,1 0 0,0-1 0,0 1 0,0-1 0,0 1 0,1-1 0,2 4 0,2 2 0,0-1 0,1 0 0,0 0 0,0 0 0,1-1 0,13 9 0,75 40 0,-56-33 0,-38-21 0,-1 0 0,1 0 0,0 0 0,0 0 0,-1 1 0,1-1 0,-1 1 0,1-1 0,-1 1 0,0 0 0,1-1 0,-1 1 0,1 2 0,-2-3 0,1 0 0,-1 0 0,0 0 0,0 0 0,0 0 0,0 0 0,0 0 0,0 0 0,0 0 0,0 0 0,0 0 0,0-1 0,-1 1 0,1 0 0,0 0 0,-1 0 0,1 0 0,0 0 0,-1 0 0,1-1 0,-1 1 0,1 0 0,-1 0 0,0-1 0,1 1 0,-1 0 0,0-1 0,0 1 0,1 0 0,-2 0 0,-4 2 0,1 0 0,-1 0 0,0 0 0,0-1 0,0 0 0,0 0 0,0 0 0,0-1 0,0 0 0,-13 0 0,-4 0 0,-37-5 0,51 3 24,1 0 0,-1-1 0,1 0 0,-14-5 0,18 6-123,1-1 0,0 1 0,0-1 0,0 0 0,1 1 0,-1-1 0,0-1 0,1 1 0,-1 0 0,1 0 0,0-1 0,0 0 0,0 1 0,-4-7 0,3 1-6727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1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22 24575,'0'-1'0,"0"0"0,0 0 0,0 0 0,0 1 0,0-1 0,0 0 0,0 0 0,0 1 0,0-1 0,0 0 0,1 0 0,-1 1 0,0-1 0,0 0 0,1 1 0,-1-1 0,1 0 0,-1 1 0,0-1 0,1 1 0,-1-1 0,1 0 0,0 1 0,-1-1 0,1 1 0,-1 0 0,1-1 0,0 1 0,-1-1 0,1 1 0,0 0 0,0 0 0,-1-1 0,1 1 0,0 0 0,0 0 0,-1 0 0,1 0 0,0 0 0,0 0 0,-1 0 0,1 0 0,0 0 0,0 0 0,-1 0 0,2 1 0,5 1 0,0 0 0,-1 0 0,0 1 0,9 4 0,-6-2 0,-1-2 0,1 1 0,-1 1 0,0-1 0,0 1 0,-1 1 0,1 0 0,7 8 0,-13-12 0,0 0 0,0 0 0,0 1 0,-1-1 0,1 0 0,-1 1 0,1 0 0,-1-1 0,0 1 0,0 0 0,0 0 0,-1-1 0,1 1 0,0 0 0,-1 0 0,0 0 0,0 0 0,0 0 0,0 0 0,0 0 0,-1 0 0,1 0 0,-1 0 0,0-1 0,1 1 0,-4 5 0,3-6 0,-1 1 0,1-1 0,-1 0 0,0 1 0,0-1 0,0 0 0,0 0 0,0 0 0,0 0 0,-1-1 0,1 1 0,-1 0 0,1-1 0,-1 0 0,0 0 0,1 0 0,-1 0 0,0 0 0,0 0 0,-5 0 0,-6 1 0,0-1 0,0-1 0,-15-1 0,10 1 0,11-1 0,-1 1 0,0-1 0,0 0 0,1-1 0,-11-2 0,18 3 0,0 1 0,-1 0 0,1-1 0,0 1 0,0-1 0,-1 1 0,1-1 0,0 0 0,0 1 0,0-1 0,0 0 0,0 0 0,0 0 0,0 0 0,0 0 0,0 0 0,1 0 0,-1 0 0,0 0 0,0 0 0,1-1 0,-1 1 0,1 0 0,-1 0 0,1-1 0,0 1 0,-1 0 0,1-1 0,0 1 0,0 0 0,0-1 0,0 1 0,0 0 0,0-1 0,0 1 0,1 0 0,-1 0 0,0-1 0,1 1 0,-1 0 0,1 0 0,-1-1 0,2 0 0,0-2 9,0 0 1,1 1-1,0-1 0,-1 1 0,1-1 1,1 1-1,-1 0 0,0 0 0,1 0 0,-1 1 1,1-1-1,8-3 0,-5 3-221,1-1 0,0 2 0,-1-1-1,1 1 1,0 0 0,10-1 0,-5 2-6614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2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76 24575,'0'11'0,"0"-2"0,0 1 0,1-1 0,2 14 0,-3-20 0,2 1 0,-1-1 0,0 1 0,1-1 0,-1 0 0,1 1 0,0-1 0,0 0 0,0 0 0,1 0 0,-1 0 0,4 2 0,4 4 0,0 0 0,1-1 0,0-1 0,15 9 0,-19-13 0,0 0 0,0 0 0,0 0 0,1-1 0,-1 1 0,1-2 0,-1 1 0,15 0 0,-21-2 0,0 0 0,1 0 0,-1 0 0,0-1 0,0 1 0,0 0 0,1-1 0,-1 1 0,0 0 0,0-1 0,0 1 0,0-1 0,0 0 0,0 1 0,0-1 0,0 0 0,0 0 0,0 0 0,0 1 0,-1-1 0,2-2 0,-1 1 0,1 0 0,-1-1 0,0 1 0,0-1 0,-1 1 0,1-1 0,0 0 0,-1 1 0,1-4 0,-1-4 0,0 1 0,0 0 0,-1 0 0,-3-16 0,1 15 0,2 8 0,0 0 0,0 0 0,1 0 0,-1 0 0,1 0 0,0 0 0,-1-5 0,3 8 0,-1-1 0,0 1 0,1-1 0,-1 1 0,0 0 0,0 0 0,0-1 0,1 1 0,0 2 0,15 10 0,0 1 0,1-2 0,1-1 0,0 0 0,36 15 0,-52-25 0,1 0 0,-1 0 0,1 0 0,-1-1 0,1 1 0,-1-1 0,1 0 0,4 0 0,-7 0 0,0 0 0,0 0 0,0-1 0,-1 1 0,1 0 0,0 0 0,0-1 0,0 1 0,0-1 0,-1 1 0,1-1 0,0 1 0,0-1 0,-1 1 0,1-1 0,0 0 0,-1 1 0,1-1 0,-1 0 0,1 0 0,-1 1 0,1-1 0,-1 0 0,1 0 0,-1 0 0,0 0 0,0 1 0,1-1 0,-1 0 0,0 0 0,0 0 0,0 0 0,0 0 0,0 0 0,0 0 0,0-1 0,-1-3 0,-1 0 0,1 0 0,-1 0 0,0 0 0,-3-6 0,2 3 0,12 15 0,0-1 0,0 0 0,0-1 0,20 9 0,43 11 0,-44-18 0,-1-1 0,0-2 0,1 0 0,46-1 0,-65-3 0,0-1 0,0 0 0,1 0 0,-1-1 0,0 0 0,-1-1 0,17-6 0,-22 7 0,1 0 0,-1 0 0,0 0 0,1 0 0,-1-1 0,0 0 0,0 1 0,-1-1 0,1 0 0,-1 0 0,1 0 0,-1-1 0,0 1 0,0-1 0,0 1 0,-1-1 0,1 1 0,-1-1 0,0 0 0,1-6 0,0 2 0,-1 0 0,-1 0 0,1-1 0,-1 1 0,-1 0 0,1 0 0,-1 0 0,-1 0 0,-3-11 0,4 16 0,0-1 0,-1 1 0,0 0 0,0 0 0,0 0 0,0 0 0,0 0 0,0 0 0,-1 0 0,1 1 0,-1-1 0,0 1 0,0 0 0,0 0 0,0 0 0,0 0 0,0 0 0,-1 1 0,1 0 0,0-1 0,-1 1 0,1 0 0,-5 0 0,6 0 0,0 1 0,0 0 0,0-1 0,0 1 0,-1 0 0,1 0 0,0 0 0,0 0 0,0 1 0,-1-1 0,1 0 0,0 1 0,0 0 0,0-1 0,0 1 0,0 0 0,0 0 0,0 0 0,0 0 0,-3 3 0,4-2 0,-1 1 0,0-1 0,1 0 0,-1 1 0,1-1 0,0 1 0,0 0 0,0-1 0,0 1 0,0 0 0,1-1 0,-1 1 0,1 0 0,0 0 0,0 4 0,-1 4 0,1 0 0,1-1 0,0 1 0,4 20 0,-3-26 0,0 0 0,0 0 0,0 0 0,0 0 0,1 0 0,0-1 0,0 1 0,0-1 0,1 0 0,-1 0 0,8 6 0,1 0 0,0-2 0,0 1 0,1-2 0,23 11 0,-5-6 0,33 10 0,43-1-40,-68-14-1285,-24-5-5501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 24575,'5'1'0,"15"6"0,0 0 0,26 14 0,-41-18 0,-1-1 0,1 1 0,-1 0 0,0 0 0,0 0 0,0 0 0,-1 1 0,1 0 0,-1-1 0,0 1 0,0 1 0,0-1 0,0 0 0,-1 1 0,4 8 0,-6-11 0,1 0 0,-1 1 0,1-1 0,-1 0 0,0 1 0,0-1 0,0 0 0,0 1 0,0-1 0,-1 0 0,1 0 0,-1 1 0,1-1 0,-1 0 0,0 0 0,-2 4 0,1-3 0,0 0 0,0-1 0,0 1 0,0 0 0,-1-1 0,1 1 0,-1-1 0,0 0 0,0 0 0,-4 2 0,2-1 0,0 0 0,0-1 0,-1 0 0,1 0 0,-1 0 0,0-1 0,1 0 0,-1 0 0,0 0 0,0-1 0,0 0 0,0 0 0,-6-1 0,4 0 0,0-1 0,0 0 0,0 0 0,0-1 0,0 0 0,1-1 0,0 1 0,-1-1 0,1-1 0,1 1 0,-1-1 0,-10-11 0,16 15 4,0 0 1,0 0-1,0 0 0,0 0 0,1 0 0,-1 0 0,0 0 0,1-1 0,-1 1 1,1 0-1,-1-1 0,1 1 0,0 0 0,-1-1 0,1 1 0,0 0 0,0-1 1,0 1-1,0 0 0,0-1 0,0 1 0,1 0 0,-1-1 0,0 1 0,1 0 1,-1-1-1,1 1 0,1-2 0,-1 1-97,1 0 0,-1 0 1,1 0-1,0 0 0,0 1 0,0-1 0,0 1 0,0-1 1,0 1-1,0 0 0,1 0 0,-1 0 0,0 0 1,1 0-1,1 0 0,9-2-6733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40 24575,'-74'-28'0,"63"25"0,1 1 0,-1-1 0,0 2 0,1 0 0,-13 0 0,21 1 0,-1 0 0,1 0 0,-1 0 0,0 0 0,1 1 0,0 0 0,-1-1 0,1 1 0,-1 0 0,1 0 0,0 0 0,-1 0 0,1 1 0,0-1 0,0 1 0,0-1 0,0 1 0,0 0 0,0 0 0,1 0 0,-1 0 0,1 0 0,-1 0 0,1 0 0,0 0 0,0 0 0,0 1 0,0-1 0,0 1 0,0-1 0,0 1 0,0 3 0,0 4 0,0 0 0,1 0 0,0 0 0,1 0 0,0-1 0,0 1 0,4 12 0,7 22 0,2-1 0,34 74 0,55 76 0,-85-161 0,2-1 0,1-1 0,39 43 0,-46-59-1365,-1-5-5461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90 24575,'-31'-13'0,"-14"-3"0,-2-3 0,4 3 0,7 4 0,7 3 0,6 5 0,4 4 0,4 3 0,1 3 0,3 0-8191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4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24575,'-4'22'0,"2"-1"0,0 1 0,1-1 0,1 1 0,1-1 0,1 1 0,1-1 0,1 1 0,11 34 0,5 1 0,2 0 0,35 61 0,-55-113 0,6 12 0,1-1 0,0-1 0,21 28 0,-19-35 114,-11-8-155,0 0 0,0-1 0,1 1 0,-1 0 0,0-1 0,0 1 0,0 0 0,0 0 0,0-1 0,0 1-1,0 0 1,0-1 0,0 1 0,0 0 0,0 0 0,0-1 0,0 1 0,0 0 0,0-1 0,0 1-1,0 0 1,0 0 0,0-1 0,0 1 0,0 0 0,-1-1 0,1 1 0,0 0 0,0 0 0,0-1-1,0 1 1,-1 0 0,1 0 0,0 0 0,-1-1 0,-4-8-6785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5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0 334 24575,'57'32'0,"58"30"0,-97-53 0,0-2 0,1 0 0,0-1 0,28 4 0,-40-8 0,1-1 0,0 0 0,0-1 0,0 0 0,0 0 0,0-1 0,-1 0 0,12-3 0,-16 3 0,0 0 0,0 0 0,0-1 0,-1 1 0,1-1 0,0 1 0,0-1 0,-1 0 0,1 0 0,-1 0 0,0-1 0,0 1 0,0 0 0,0-1 0,0 1 0,0-1 0,0 0 0,-1 0 0,0 0 0,1 0 0,-1 0 0,0 0 0,0-3 0,2-6 0,-1-1 0,-1 0 0,-1 1 0,1-1 0,-2 0 0,0 0 0,0 1 0,-5-17 0,-5-13 0,-17-43 0,20 63 0,2 2 0,-1 1 0,-1 0 0,-1 1 0,-12-19 0,8 23 0,12 14 0,1 0 0,0 0 0,0 0 0,0-1 0,-1 1 0,1 0 0,0 0 0,0 0 0,0 0 0,-1 0 0,1-1 0,0 1 0,0 0 0,-1 0 0,1 0 0,0 0 0,0 0 0,-1 0 0,1 0 0,0 0 0,0 0 0,-1 0 0,1 0 0,0 0 0,0 0 0,-1 0 0,1 0 0,0 0 0,0 0 0,-1 0 0,1 1 0,0-1 0,0 0 0,-1 0 0,1 0 0,0 0 0,0 0 0,0 1 0,-1-1 0,1 0 0,0 0 0,0 0 0,0 1 0,0-1 0,0 0 0,-1 0 0,1 0 0,0 1 0,0-1 0,0 0 0,0 0 0,0 1 0,0-1 0,0 0 0,0 0 0,0 1 0,0-1 0,0 0 0,0 1 0,0-1 0,0 0 0,0 0 0,0 1 0,0-1 0,2 13 0,-1 0 0,2 0 0,0 0 0,0 0 0,11 23 0,-5-11 0,121 272 0,-102-240 0,-23-48 0,-3-3 0,1 0 0,0 0 0,1 0 0,-1-1 0,1 1 0,8 8 0,-12-14 0,0 1 0,1-1 0,-1 1 0,1-1 0,-1 0 0,1 1 0,-1-1 0,1 0 0,-1 1 0,1-1 0,-1 0 0,1 0 0,0 1 0,-1-1 0,1 0 0,-1 0 0,1 0 0,0 0 0,-1 0 0,1 0 0,0 0 0,-1 0 0,1 0 0,-1 0 0,1 0 0,0 0 0,0-1 0,0 1 0,0-1 0,-1 0 0,1 0 0,0 1 0,0-1 0,-1 0 0,1 0 0,-1 0 0,1 0 0,0 0 0,-1 0 0,0 0 0,1 0 0,0-1 0,0-2 0,0 0 0,0-1 0,-1 1 0,1 0 0,-1-1 0,0-7 0,-3-1 0,0 1 0,-1-1 0,-7-14 0,1 1 0,10 25 0,0 1 0,-1-1 0,1 0 0,0 1 0,0-1 0,0 0 0,-1 1 0,1-1 0,0 0 0,0 0 0,0 1 0,0-1 0,0 0 0,0 1 0,0-1 0,0 0 0,0 1 0,1-1 0,-1 0 0,0 1 0,0-1 0,1 0 0,-1 0 0,1 1 0,-1-1 0,1 1 0,0 0 0,-1 0 0,1-1 0,-1 1 0,1 0 0,0 0 0,-1 0 0,1 0 0,0 0 0,-1 0 0,1 0 0,-1 0 0,1 0 0,0 0 0,-1 0 0,1 0 0,-1 1 0,2-1 0,5 3 0,0 0 0,0 0 0,7 5 0,-10-6 0,-4-2 0,100 51 0,-88-46 0,0-1 0,1 0 0,0-1 0,0-1 0,0 1 0,19-1 0,-22-2 0,0 0 0,0 0 0,0-2 0,0 1 0,0-1 0,0-1 0,-1 0 0,1 0 0,16-8 0,-21 8 0,-1 0 0,1 0 0,-1 0 0,1 0 0,-1-1 0,0 0 0,0 0 0,-1 0 0,1 0 0,-1-1 0,0 1 0,0-1 0,-1 0 0,1 1 0,-1-1 0,0-1 0,0 1 0,-1 0 0,2-10 0,-2 9 0,-1 0 0,0 1 0,-1-1 0,1 0 0,-1 0 0,0 1 0,-1-1 0,1 1 0,-1-1 0,0 1 0,-5-9 0,5 10 0,0 0 0,0 0 0,0 1 0,-1-1 0,0 1 0,1-1 0,-2 1 0,1 0 0,0 0 0,0 0 0,-1 1 0,0-1 0,1 1 0,-1 0 0,-6-3 0,9 5 0,0-1 0,0 1 0,1 0 0,-1 0 0,0 0 0,0-1 0,0 1 0,0 0 0,0 0 0,0 0 0,1 0 0,-1 1 0,0-1 0,0 0 0,0 0 0,0 0 0,0 1 0,1-1 0,-1 0 0,0 1 0,0-1 0,1 1 0,-1-1 0,-1 2 0,1-1 0,0 0 0,0 1 0,0-1 0,1 1 0,-1-1 0,0 1 0,0-1 0,1 1 0,-1-1 0,1 1 0,-1 3 0,0 3 0,1-1 0,0 1 0,0-1 0,3 14 0,-1-10 0,1 1 0,0-1 0,1 0 0,1 1 0,-1-2 0,2 1 0,-1 0 0,10 11 0,-4-8 0,0 0 0,1-1 0,0 0 0,28 21 0,-34-30 15,0 0 0,1 0 0,0 0 0,-1-1 0,1 0 0,1 0 0,8 2 0,-12-4-108,0-1 0,0 1 1,-1 0-1,1-1 0,0 0 0,0 0 0,0 0 0,0 0 1,0-1-1,0 1 0,0-1 0,0 0 0,-1 0 1,1-1-1,5-2 0,1-3-6733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0 24575,'-3'3'0,"1"-1"0,-1 1 0,1 0 0,0 0 0,0 0 0,0 0 0,1 1 0,-1-1 0,1 0 0,-1 1 0,1-1 0,0 1 0,1 0 0,-1-1 0,1 1 0,-1-1 0,1 1 0,0 0 0,0-1 0,1 1 0,-1 0 0,1-1 0,0 1 0,0 0 0,0-1 0,0 0 0,0 1 0,3 3 0,5 9 0,0-1 0,1 0 0,1 0 0,18 19 0,-14-17 0,11 11 0,-15-17 0,-1 1 0,12 16 0,-22-28 0,1 0 0,-1 1 0,0-1 0,0 0 0,0 1 0,1-1 0,-1 0 0,0 1 0,0-1 0,0 1 0,0-1 0,0 0 0,1 1 0,-1-1 0,0 1 0,0-1 0,0 0 0,0 1 0,0-1 0,0 1 0,-1-1 0,1 0 0,0 1 0,0-1 0,0 1 0,0-1 0,0 0 0,-1 1 0,1-1 0,0 1 0,-1 0 0,0-1 0,0 1 0,0-1 0,0 1 0,0-1 0,0 1 0,0-1 0,0 1 0,0-1 0,0 0 0,-2 1 0,-33 0 0,31-1 0,-121-8 0,13 0 0,41 7-1365,45 1-5461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6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57 150 24575,'7'-16'0,"0"1"0,1 0 0,15-20 0,-17 27 0,1 0 0,0 1 0,0-1 0,1 1 0,0 1 0,16-11 0,-20 13 0,-6 2 0,-13 0 0,-21 6 0,26-2 0,0 0 0,0 2 0,0-1 0,-13 7 0,18-7 0,0 0 0,1 0 0,-1 0 0,1 1 0,-1 0 0,1 0 0,0 0 0,0 0 0,-4 8 0,7-11 0,0 1 0,0 0 0,0-1 0,0 1 0,0 0 0,1 0 0,-1 0 0,1-1 0,-1 1 0,1 0 0,0 0 0,-1 0 0,1 0 0,0 0 0,0 0 0,1 0 0,-1 0 0,0 0 0,1-1 0,-1 1 0,1 0 0,-1 0 0,1 0 0,0-1 0,0 1 0,0 0 0,0 0 0,0-1 0,0 1 0,0-1 0,1 1 0,-1-1 0,3 2 0,5 5 0,0-2 0,0 1 0,1-1 0,16 7 0,-16-8 0,20 9 0,0-1 0,0-2 0,55 13 0,98 5 0,-176-28-341,-1-1 0,1 0-1,11-1 1,-3-2-6485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7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24575,'31'-3'0,"1"2"0,36 2 0,-60-1 0,0 1 0,1 0 0,-1 1 0,0 0 0,0 0 0,0 1 0,0 0 0,-1 0 0,1 1 0,-1 0 0,1 0 0,-1 0 0,9 9 0,-13-9 0,1 0 0,-1 0 0,0 1 0,0-1 0,0 1 0,0 0 0,-1 0 0,0 0 0,0 0 0,0 0 0,-1 1 0,0-1 0,0 0 0,1 8 0,-1 7 0,-1 0 0,-4 32 0,4-50 0,-3 20 0,0 0 0,-13 38 0,16-59 0,0 0 0,-1 1 0,1-1 0,0 0 0,-1 1 0,1-1 0,0 0 0,0 1 0,0-1 0,0 0 0,1 1 0,-1-1 0,0 0 0,0 0 0,1 1 0,-1-1 0,1 0 0,-1 0 0,1 1 0,0-1 0,-1 0 0,1 0 0,0 0 0,0 0 0,0 0 0,0 0 0,0 0 0,0 0 0,0 0 0,0-1 0,0 1 0,0 0 0,0-1 0,0 1 0,1 0 0,1 0 0,6 2 0,0-1 0,0 1 0,0-2 0,13 2 0,-4 0 0,-6-1-124,0-1 0,0 1 0,1-2 0,-1 0 0,0 0 0,0-1-1,0-1 1,0 0 0,0-1 0,12-4 0,-9 2-6702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24575,'26'5'0,"20"3"0,0-2 0,77 1 0,-108-7 0,1-2 0,0 0 0,-1-1 0,0-1 0,18-7 0,-24 8 0,-2 0 0,1 0 0,0-1 0,-1-1 0,1 1 0,-1-1 0,0 0 0,-1-1 0,1 0 0,10-13 0,-15 17 0,-1-1 0,1 1 0,-1-1 0,1 0 0,-1 1 0,0-1 0,0 0 0,0 0 0,0 0 0,-1 0 0,1 0 0,-1 0 0,0 0 0,0 0 0,0 0 0,0 0 0,0 0 0,-1 0 0,1 0 0,-1 0 0,0 0 0,-2-4 0,2 4 0,0 1 0,-1 0 0,1 0 0,-1 0 0,1 0 0,-1 0 0,0 0 0,1 1 0,-1-1 0,0 0 0,0 1 0,0 0 0,-1-1 0,1 1 0,0 0 0,0 0 0,-1 0 0,1 0 0,0 1 0,-1-1 0,1 1 0,-1-1 0,1 1 0,-1 0 0,1 0 0,-1 0 0,-4 1 0,5-1 0,0 0 0,-1 1 0,1-1 0,0 1 0,0 0 0,-1 0 0,1-1 0,0 1 0,0 1 0,0-1 0,0 0 0,0 0 0,0 1 0,1-1 0,-1 1 0,0 0 0,1-1 0,-3 4 0,3-2 0,-1 0 0,1 0 0,-1 0 0,1 0 0,0 0 0,0 1 0,0-1 0,1 0 0,-1 1 0,1-1 0,0 6 0,0-3 0,1 1 0,-1-1 0,1 0 0,1 0 0,-1 1 0,1-1 0,0 0 0,1 0 0,-1-1 0,1 1 0,0 0 0,0-1 0,5 6 0,3 0 0,1 1 0,0-2 0,1 1 0,0-2 0,1 0 0,0 0 0,0-1 0,0-1 0,20 6 0,-17-7 0,1 0 0,1-2 0,-1 0 0,1-1 0,0-1 0,-1-1 0,32-2 0,-45 1 0,0 0 0,0-1 0,0 0 0,0 0 0,0 0 0,0-1 0,0 1 0,7-5 0,-10 5 0,0 0 0,-1-1 0,1 1 0,-1 0 0,0-1 0,1 1 0,-1-1 0,0 1 0,0-1 0,0 0 0,0 1 0,0-1 0,0 0 0,0 0 0,-1 0 0,1 0 0,-1 0 0,1 1 0,-1-1 0,0 0 0,0 0 0,1 0 0,-2 0 0,1-4 0,-1 0 0,0-1 0,-1 1 0,0 0 0,0-1 0,0 1 0,-1 0 0,0 0 0,-4-6 0,-3-4 0,-18-22 0,5 10 0,9 13 0,2 0 0,-18-29 0,29 43 0,0 0 0,1 0 0,-1 0 0,1 0 0,0 0 0,-1 0 0,1 0 0,0 0 0,-1-1 0,1 1 0,0 0 0,0 0 0,0 0 0,0-1 0,0 1 0,0 0 0,1 0 0,-1-2 0,1 3 0,-1-1 0,0 1 0,1-1 0,-1 1 0,1-1 0,-1 1 0,1 0 0,-1-1 0,1 1 0,-1 0 0,1-1 0,-1 1 0,1 0 0,0 0 0,-1-1 0,1 1 0,-1 0 0,1 0 0,0 0 0,-1 0 0,1 0 0,0 0 0,-1 0 0,1 0 0,-1 0 0,1 0 0,0 0 0,-1 1 0,1-1 0,-1 0 0,1 0 0,0 0 0,-1 1 0,1-1 0,-1 0 0,1 1 0,12 7-1365,0 0-5461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8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51 24575,'-16'-5'0,"-14"-6"0,-1 2 0,0 0 0,-62-7 0,90 16 0,0 0 0,0 0 0,0 0 0,0 0 0,0 0 0,0 1 0,-1 0 0,1-1 0,0 1 0,0 0 0,0 1 0,-2 0 0,4-1 0,0 0 0,0 0 0,0 0 0,0 0 0,0 0 0,0 0 0,0 0 0,0 0 0,1 0 0,-1 1 0,0-1 0,1 0 0,-1 0 0,1 1 0,0-1 0,-1 0 0,1 1 0,0-1 0,0 0 0,0 1 0,0-1 0,0 1 0,0-1 0,0 0 0,0 1 0,1-1 0,-1 0 0,0 1 0,1 1 0,3 6 0,-1 0 0,1 0 0,1-1 0,-1 1 0,1-1 0,1 0 0,0 0 0,0-1 0,0 0 0,1 0 0,14 12 0,-7-9 0,-1-1 0,1 1 0,1-2 0,0 0 0,0-1 0,18 6 0,-29-12 0,-1 0 0,1 0 0,0 0 0,-1-1 0,1 1 0,0-1 0,0 0 0,-1 0 0,1 0 0,0 0 0,0-1 0,-1 1 0,1-1 0,0 0 0,-1 0 0,1-1 0,-1 1 0,1-1 0,-1 1 0,0-1 0,1 0 0,-1 0 0,0-1 0,-1 1 0,1-1 0,0 1 0,-1-1 0,1 0 0,-1 0 0,0 0 0,0 0 0,0-1 0,0 1 0,0 0 0,-1-1 0,0 0 0,0 1 0,0-1 0,0 1 0,0-1 0,-1 0 0,1 0 0,-1 1 0,0-1 0,0 0 0,-2-7 0,1 5-45,0 0-1,-1 0 1,0 0-1,0 1 1,0-1-1,-1 1 1,0-1-1,0 1 1,0 0-1,-1 0 1,0 0-1,0 1 1,0-1-1,0 1 1,-1 0-1,1 0 1,-1 0-1,0 1 1,0-1-1,-1 1 1,1 1-1,-1-1 1,1 1-1,-1 0 0,0 0 1,0 1-1,0-1 1,0 1-1,-8 0 1,1 0-6781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 24575,'0'0'0,"-13"3"0,1 0 0,-1 0 0,0 2 0,-16 7 0,26-10 0,1-1 0,-1 1 0,0 0 0,1 0 0,-1 0 0,1 0 0,0 1 0,0-1 0,0 1 0,-3 3 0,4-4 0,0 0 0,0 0 0,1 0 0,-1 0 0,1 0 0,-1 0 0,1 0 0,-1 1 0,1-1 0,0 0 0,0 0 0,0 0 0,0 1 0,1-1 0,-1 0 0,2 4 0,0 0 0,0 0 0,1-1 0,0 1 0,0-1 0,0 0 0,1 0 0,0 0 0,6 7 0,41 34 0,-41-38 0,35 28 0,59 34 0,-102-68 0,1-1 0,-1 0 0,0 1 0,0 0 0,0-1 0,0 1 0,-1 0 0,4 4 0,-5-6 0,0 0 0,0 1 0,0-1 0,0 0 0,0 0 0,0 1 0,1-1 0,-1 0 0,0 0 0,0 1 0,0-1 0,0 0 0,0 1 0,0-1 0,0 0 0,0 0 0,0 1 0,-1-1 0,1 0 0,0 0 0,0 1 0,0-1 0,0 0 0,0 0 0,0 1 0,0-1 0,-1 0 0,1 0 0,0 0 0,-1 1 0,0 0 0,0-1 0,0 1 0,0-1 0,0 1 0,-1-1 0,1 1 0,0-1 0,0 0 0,-1 1 0,-2-1 0,-37 2 23,-45-3 0,29 0-1434,38 1-5415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39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12 24575,'-43'-4'0,"17"0"0,0 2 0,0 0 0,0 2 0,-29 4 0,54-4 0,-1 0 0,0 0 0,0 1 0,0-1 0,1 1 0,-1-1 0,0 1 0,1 0 0,-1 0 0,0 0 0,1 0 0,-1 0 0,1 0 0,0 0 0,-1 0 0,1 0 0,0 1 0,-1-1 0,1 0 0,0 1 0,0-1 0,-1 4 0,1-3 0,1 0 0,0 0 0,0-1 0,-1 1 0,1 0 0,0 0 0,1 0 0,-1 0 0,0 0 0,0 0 0,1 0 0,-1 0 0,1 0 0,0 0 0,0-1 0,-1 1 0,1 0 0,0 0 0,0-1 0,3 3 0,2 5 0,1 0 0,-1-1 0,2 0 0,-1-1 0,1 0 0,0 0 0,1-1 0,0 0 0,0 0 0,0-1 0,1 0 0,-1 0 0,1-1 0,0-1 0,0 0 0,1 0 0,-1-1 0,1 0 0,-1 0 0,12-1 0,-17-1 0,1 0 0,-1-1 0,0 1 0,1-1 0,-1 0 0,0 0 0,6-3 0,-9 3 0,0 1 0,-1-1 0,1 0 0,-1-1 0,1 1 0,-1 0 0,1 0 0,-1-1 0,0 1 0,0-1 0,1 1 0,-1-1 0,0 1 0,0-1 0,-1 0 0,1 1 0,0-1 0,-1 0 0,1 0 0,-1 1 0,1-1 0,-1 0 0,0-3 0,1 0 0,-1 1 0,0 0 0,-1 0 0,-1-8 0,2 11 0,0-1 0,0 1 0,0 0 0,-1 0 0,1 0 0,-1 0 0,1 0 0,-1 0 0,1 0 0,-1 0 0,1 0 0,-1 0 0,0 0 0,0 0 0,1 0 0,-1 0 0,0 1 0,0-1 0,0 0 0,0 1 0,0-1 0,-1 0 0,1 1 0,1 0 0,-1 0 0,1 0 0,0 0 0,-1 0 0,1 0 0,0 0 0,-1 0 0,1 0 0,-1 0 0,1 1 0,0-1 0,-1 0 0,1 0 0,0 0 0,-1 1 0,1-1 0,0 0 0,-1 1 0,1-1 0,0 0 0,0 0 0,-1 1 0,1-1 0,0 0 0,0 1 0,0-1 0,-1 0 0,1 1 0,0-1 0,0 1 0,0-1 0,0 0 0,0 1 0,0-1 0,0 1 0,0-1 0,0 0 0,0 1 0,0-1 0,0 1 0,0-1 0,0 1 0,2 18 0,0-13 9,1 0 1,-1 0-1,1 0 0,0-1 0,0 1 1,0-1-1,1 0 0,0 0 0,0 0 0,0-1 1,1 1-1,5 3 0,-5-3-133,0-1 0,1 0 1,0-1-1,-1 1 0,1-1 0,1-1 1,-1 1-1,0-1 0,1 0 0,-1 0 1,8 1-1,-2-2-6702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229 355 24575,'0'1'0,"0"-1"0,0 1 0,0-1 0,0 1 0,0-1 0,0 1 0,0-1 0,0 1 0,0-1 0,0 0 0,0 1 0,-1-1 0,1 1 0,0-1 0,0 1 0,-1-1 0,1 0 0,0 1 0,-1-1 0,1 1 0,0-1 0,-1 0 0,1 1 0,0-1 0,-1 0 0,1 0 0,-1 1 0,1-1 0,0 0 0,-1 0 0,1 0 0,-1 1 0,1-1 0,-1 0 0,1 0 0,-1 0 0,1 0 0,-1 0 0,1 0 0,-1 0 0,1 0 0,-1 0 0,1 0 0,-1 0 0,1 0 0,-1-1 0,1 1 0,-1 0 0,1 0 0,0 0 0,-1-1 0,1 1 0,-1-1 0,-2 0 0,0 0 0,0-1 0,0 0 0,0 1 0,0-1 0,-3-4 0,-9-11 0,1-1 0,-20-32 0,6 7 0,10 18 0,3 6 0,2 0 0,0-1 0,1 0 0,-10-26 0,22 45 0,-1 0 0,1 1 0,0-1 0,-1 0 0,1 0 0,0 0 0,0 0 0,0 1 0,-1-1 0,1 0 0,0 0 0,0 0 0,0 0 0,0 1 0,1-1 0,-1 0 0,0 0 0,1-1 0,-1 2 0,0 0 0,0 0 0,1-1 0,-1 1 0,0 0 0,1 0 0,-1 0 0,1-1 0,-1 1 0,0 0 0,1 0 0,-1 0 0,1 0 0,-1 0 0,0 0 0,1 0 0,-1 0 0,0 0 0,1 0 0,-1 0 0,1 0 0,-1 0 0,0 0 0,1 1 0,0-1 0,3 2 0,1 0 0,-1 0 0,0 0 0,7 6 0,9 7 0,2-1 0,0 0 0,1-2 0,37 15 0,-42-20 0,1-2 0,-1 0 0,1 0 0,22 1 0,-30-5 0,0-1 0,1 0 0,-1 0 0,0-1 0,0 0 0,-1-1 0,1-1 0,19-6 0,-25 7 0,-1 0 0,1 0 0,0-1 0,-1 0 0,1 0 0,-1-1 0,0 1 0,0-1 0,-1 0 0,1 0 0,-1 0 0,1 0 0,-1 0 0,3-7 0,-5 9 0,0-1 0,0 1 0,0-1 0,0 1 0,-1-1 0,1 0 0,-1 1 0,1-1 0,-1 0 0,0 0 0,0 1 0,0-1 0,0 0 0,-1 1 0,1-1 0,-1 0 0,0 1 0,0-1 0,0 0 0,0 1 0,0 0 0,0-1 0,0 1 0,-1-1 0,0 1 0,1 0 0,-1 0 0,0 0 0,-2-2 0,0 1 0,0 0 0,0-1 0,0 2 0,0-1 0,-1 0 0,1 1 0,-1 0 0,0 0 0,0 0 0,0 1 0,0-1 0,0 1 0,-9-1 0,10 2 0,0 0 0,1 0 0,-1 1 0,0-1 0,1 1 0,-1 0 0,0-1 0,1 2 0,-1-1 0,1 0 0,-1 1 0,1 0 0,0-1 0,0 1 0,0 0 0,0 1 0,0-1 0,0 1 0,-4 4 0,3-2 0,0-1 0,1 1 0,-1 0 0,1 1 0,0-1 0,0 1 0,1-1 0,-3 8 0,5-10 0,-1-1 0,1 1 0,0 0 0,-1-1 0,1 1 0,0 0 0,1-1 0,-1 1 0,0 0 0,1-1 0,0 1 0,-1 0 0,1-1 0,0 1 0,0-1 0,1 0 0,-1 1 0,0-1 0,1 0 0,-1 0 0,3 3 0,5 4 0,0 0 0,1-1 0,0 0 0,0 0 0,1-1 0,0-1 0,0 0 0,17 7 0,14 2 0,45 11 0,-67-20 0,72 18-1365,-77-20-5461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242 231 24575,'-199'-207'0,"197"206"0,-1-3 0,-1 1 0,1 0 0,-1 0 0,1 0 0,-6-2 0,9 5 0,0 0 0,-1-1 0,1 1 0,0 0 0,-1 0 0,1 0 0,0 0 0,-1 0 0,1 0 0,-1 0 0,1 0 0,0 0 0,-1 0 0,1 0 0,-1 0 0,1 0 0,0 0 0,-1 0 0,1 0 0,-1 0 0,1 0 0,0 1 0,-1-1 0,1 0 0,-1 0 0,0 1 0,1 0 0,-1 0 0,1 0 0,0 0 0,-1 0 0,1 0 0,-1-1 0,1 1 0,0 0 0,0 0 0,0 0 0,-1 0 0,1 0 0,0 0 0,1 2 0,-1 68 0,4 1 0,14 76 0,-5-85 0,2-1 0,26 67 0,56 115 0,-90-227 0,-3-6 0,1 1 0,12 19 0,-17-31-20,0 0-1,0 0 0,0 0 1,0-1-1,0 1 0,0 0 0,0 0 1,0 0-1,0 0 0,0 0 1,0 0-1,1 0 0,-1-1 1,0 1-1,0 0 0,0 0 1,0 0-1,0 0 0,0 0 1,0 0-1,0 0 0,1 0 0,-1 0 1,0 0-1,0 0 0,0 0 1,0 0-1,0-1 0,0 1 1,0 0-1,1 0 0,-1 0 1,0 0-1,0 0 0,0 0 1,0 0-1,0 0 0,0 0 0,1 0 1,-1 1-1,0-1 0,0 0 1,0 0-1,0 0 0,0 0 1,0 0-1,1 0 0,-1 0 1,0 0-1,0 0 0,0 0 1,0 0-1,0 0 0,0 0 0,0 1 1,0-1-1,0 0 0,0 0 1,1 0-1,-1 0 0,0 0 1,0 0-1,0 0 0,0 1 1,0-1-1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78 24575,'-30'-10'0,"-15"-6"0,-2 0 0,4 2 0,7 4 0,7 4 0,6 2 0,4 3 0,3 3 0,2 4 0,3 4 0,4 2 0,2 2 0,6-1 0,4-1 0,1-2-8191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2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230 135 24575,'-14'-10'0,"-12"-11"0,-1 2 0,-1 1 0,-30-14 0,54 30 0,-1 0 0,1 0 0,0 1 0,-1 0 0,1 0 0,-1 0 0,1 0 0,-9 0 0,12 1 0,0 0 0,0 1 0,-1-1 0,1 0 0,0 0 0,0 1 0,0-1 0,-1 1 0,1-1 0,0 1 0,0-1 0,0 1 0,0 0 0,0 0 0,0-1 0,0 1 0,0 0 0,0 0 0,0 0 0,1 0 0,-1 0 0,0 0 0,1 0 0,-1 0 0,1 1 0,-1-1 0,1 0 0,-1 0 0,1 0 0,0 1 0,-1-1 0,1 0 0,0 0 0,0 3 0,0 1 0,0 1 0,0 0 0,1-1 0,-1 1 0,1 0 0,0-1 0,1 1 0,0-1 0,0 0 0,0 1 0,0-1 0,1 0 0,-1 0 0,6 6 0,-3-5 0,0 1 0,1-1 0,-1 0 0,2 0 0,-1-1 0,0 0 0,1 0 0,0 0 0,8 3 0,-5-3 0,0-1 0,0 0 0,0-1 0,1 0 0,-1 0 0,14 0 0,-20-2 0,0-1 0,0 0 0,0 0 0,1-1 0,-1 1 0,0-1 0,0 0 0,6-2 0,-7 2 0,-1 0 0,0 0 0,0 0 0,0-1 0,0 1 0,0-1 0,0 1 0,0-1 0,-1 0 0,1 0 0,-1 0 0,1 0 0,-1 0 0,0 0 0,3-4 0,-3 3 0,0-1 0,-1 1 0,1-1 0,0 0 0,-1 1 0,0-1 0,0 0 0,0 1 0,0-1 0,-1 0 0,1 1 0,-1-1 0,0 1 0,-2-6 0,-1 0 0,1 0 0,-2 0 0,1 0 0,-8-10 0,7 12 0,0 1 0,-1-1 0,0 1 0,0 0 0,0 0 0,-1 1 0,-8-5 0,11 7 0,-1 0 0,0 0 0,0 1 0,0 0 0,-1 0 0,1 0 0,0 1 0,-1-1 0,1 1 0,-1 1 0,-10-1 0,15 1-50,-1 0-1,0 0 1,1 0-1,-1 1 0,0-1 1,1 1-1,-1-1 1,1 1-1,-1-1 1,1 1-1,-1 0 0,1 0 1,-1 0-1,1 0 1,0 0-1,-1 0 1,1 0-1,0 0 0,0 1 1,0-1-1,0 0 1,0 1-1,0-1 1,0 1-1,0-1 1,0 4-1,0 3-6775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180 241 24575,'-41'-26'0,"-64"-54"0,101 77 0,1 0 0,0 0 0,0 0 0,1 0 0,-1-1 0,1 1 0,-1-1 0,1 0 0,0 0 0,1 0 0,-3-6 0,3 8 0,1 0 0,0 0 0,0 0 0,-1 0 0,1 0 0,0 0 0,1 0 0,-1 0 0,0 0 0,0 0 0,1 0 0,0 0 0,-1 0 0,1 0 0,0 0 0,0 1 0,0-1 0,0 0 0,0 0 0,0 1 0,0-1 0,1 1 0,-1-1 0,0 1 0,1 0 0,2-2 0,3-2 7,0 0 0,1 1 0,-1 1 0,1-1 0,0 1 1,0 0-1,0 1 0,0 0 0,0 0 0,1 1 0,-1 0 0,1 0 0,-1 1 0,1 0 0,-1 1 0,9 1 0,-7-1-113,0 1 0,-1 1 0,1-1 0,-1 2 0,0-1 0,0 1-1,0 1 1,-1-1 0,1 1 0,-1 1 0,0 0 0,-1 0 0,11 11 0,-10-8-6720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3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125 134 24575,'-6'-4'0,"-6"-2"0,-27-9 0,37 14 0,-1 0 0,0 0 0,0 0 0,1 1 0,-1 0 0,0-1 0,0 1 0,0 0 0,0 0 0,1 0 0,-1 1 0,0-1 0,0 1 0,1 0 0,-1-1 0,-3 3 0,5-2 0,0 0 0,-1 0 0,1 0 0,0 0 0,-1 1 0,1-1 0,0 0 0,0 1 0,0-1 0,1 1 0,-1-1 0,0 1 0,0-1 0,1 1 0,-1 0 0,1-1 0,-1 1 0,1 0 0,0 0 0,0-1 0,0 1 0,0 0 0,0 0 0,0-1 0,0 1 0,0 0 0,1 0 0,0 2 0,1 2 0,0 0 0,0 1 0,0-1 0,1 0 0,0 0 0,5 7 0,0-2 0,1 0 0,0-1 0,1 0 0,0-1 0,0 0 0,1 0 0,1-1 0,-1-1 0,1 0 0,23 10 0,-16-9 0,1-1 0,-1-1 0,1-1 0,0-1 0,0-1 0,35 2 0,-47-5 0,1 0 0,-1-1 0,0 1 0,0-2 0,1 1 0,-1-1 0,0-1 0,0 1 0,-1-1 0,1-1 0,0 1 0,-1-1 0,10-8 0,-12 9 0,-1-1 0,1 0 0,-1-1 0,0 1 0,-1-1 0,1 1 0,-1-1 0,0 0 0,0-1 0,0 1 0,-1 0 0,1-1 0,-2 0 0,1 1 0,0-1 0,-1 0 0,0 0 0,-1 0 0,1-9 0,-2 7 0,0-1 0,0 1 0,-1 0 0,0 1 0,0-1 0,-1 0 0,0 0 0,0 1 0,-1 0 0,0 0 0,0 0 0,-1 0 0,-8-10 0,5 8 0,-1-1 0,-1 1 0,0 0 0,0 1 0,0 0 0,-1 1 0,-21-11 0,28 16 0,1 1 0,-1-1 0,0 1 0,0 0 0,0 0 0,0 0 0,0 0 0,0 1 0,-8-1 0,10 2 0,1-1 0,-1 0 0,0 1 0,0-1 0,1 1 0,-1-1 0,0 1 0,1 0 0,-1 0 0,1 0 0,-1 0 0,1 0 0,-1 0 0,1 0 0,0 1 0,-1-1 0,1 0 0,0 1 0,0-1 0,0 1 0,0-1 0,0 1 0,1-1 0,-2 4 0,0 0 0,0 1 0,1 0 0,0 1 0,0-1 0,1 0 0,-1 0 0,1 0 0,0 0 0,1 1 0,0-1 0,0 0 0,0 0 0,1 0 0,-1 0 0,1 0 0,1 0 0,-1-1 0,6 9 0,5 8 0,2 0 0,33 39 0,-42-55 0,2 3 0,0 0 0,1 0 0,0-1 0,1 0 0,-1 0 0,2-1 0,11 6 0,-13-9 0,0 0 0,0-1 0,0 0 0,0 0 0,1-1 0,-1 0 0,1 0 0,0-1 0,14-1 0,5-1-1365,-17 1-5461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4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46 521 24575,'-2'0'0,"1"1"0,-1 0 0,0 0 0,0 0 0,1 0 0,-1 0 0,0 0 0,1 0 0,-1 1 0,1-1 0,0 1 0,-1-1 0,1 1 0,0-1 0,0 1 0,0 0 0,0-1 0,0 1 0,0 0 0,1 0 0,-1 0 0,1 0 0,-1 0 0,1 0 0,-1-1 0,1 1 0,0 0 0,0 0 0,0 0 0,0 0 0,1 0 0,-1 0 0,0 0 0,1 0 0,0 0 0,-1 0 0,1 0 0,1 2 0,4 6 0,0 0 0,0-1 0,1 0 0,0 0 0,11 10 0,-17-17 0,7 7 0,-2-3 0,-1 0 0,1 0 0,1 0 0,12 8 0,-17-13 0,-1 0 0,1 0 0,-1 0 0,1-1 0,0 1 0,-1 0 0,1-1 0,0 0 0,-1 1 0,1-1 0,0 0 0,0 0 0,-1 0 0,1 0 0,0 0 0,0 0 0,-1 0 0,1-1 0,0 1 0,-1-1 0,1 1 0,0-1 0,-1 0 0,1 0 0,-1 1 0,1-1 0,-1 0 0,1 0 0,1-2 0,1-1 0,0-1 0,-1 1 0,0-1 0,1 1 0,-1-1 0,-1 0 0,1 0 0,-1-1 0,0 1 0,0 0 0,0-1 0,-1 1 0,0-1 0,0 0 0,0 1 0,-1-1 0,0-10 0,-1-3 0,-1 0 0,-1 1 0,0-1 0,-8-20 0,-106-294 0,100 289 0,-31-54 0,48 98 0,0-1 0,0 1 0,0 0 0,0 0 0,0 0 0,-1-1 0,1 1 0,0 0 0,0 0 0,0 0 0,0-1 0,0 1 0,0 0 0,0 0 0,0 0 0,-1 0 0,1-1 0,0 1 0,0 0 0,0 0 0,0 0 0,-1 0 0,1 0 0,0 0 0,0 0 0,0-1 0,-1 1 0,1 0 0,0 0 0,0 0 0,0 0 0,-1 0 0,1 0 0,0 0 0,0 0 0,0 0 0,-1 0 0,1 0 0,0 0 0,0 0 0,-1 0 0,-1 11 0,2 15 0,2-8 0,0-1 0,2 0 0,0 0 0,11 27 0,34 64 0,-28-68 0,1-2 0,29 37 0,62 64 0,-65-80-1365,-36-44-5461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5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31 24575,'0'-3'0,"-2"0"0,-2-3 0,-1 0 0,-4 1 0,-1 2 0,-3 0 0,-1 2 0,1 0-8191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9 24575,'-6'-8'0,"3"11"0,4 16 0,11 33 0,27 74 0,-11-40 0,-17-52 0,-6-22 0,-1 0 0,-1 0 0,0 0 0,0 0 0,-1 1 0,1 18 0,-6-19 0,3-12 0,0 0 0,0 0 0,0 0 0,0 1 0,0-1 0,0 0 0,0 0 0,0 0 0,0 0 0,0 1 0,0-1 0,0 0 0,0 0 0,0 0 0,0 1 0,0-1 0,0 0 0,0 0 0,0 0 0,0 0 0,-1 1 0,1-1 0,0 0 0,0 0 0,0 0 0,0 0 0,0 0 0,-1 1 0,1-1 0,0 0 0,0 0 0,0 0 0,0 0 0,-1 0 0,1 0 0,0 0 0,0 0 0,0 0 0,-1 0 0,1 0 0,0 0 0,0 0 0,0 0 0,-1 0 0,1 0 0,0 0 0,0 0 0,-1 0 0,1-1 0,0 1 0,0-1 0,0 1 0,-1-1 0,1 1 0,0-1 0,0 0 0,0 1 0,0-1 0,0 0 0,0 1 0,0-1 0,0 1 0,0-1 0,0 0 0,1 1 0,-1-1 0,0 1 0,0-1 0,1 0 0,-1 1 0,0-1 0,0 1 0,1-1 0,-1 1 0,1-1 0,-1 1 0,0 0 0,1-1 0,-1 1 0,1-1 0,0 1 0,17-14 0,-12 11 0,0 0 0,0 0 0,1 1 0,-1 0 0,1 0 0,-1 1 0,1 0 0,0 0 0,-1 1 0,1-1 0,0 1 0,0 1 0,0-1 0,-1 1 0,8 2 0,-9-2 0,0 0 0,0 1 0,0-1 0,-1 1 0,1 0 0,-1 0 0,1 1 0,-1-1 0,0 1 0,0 0 0,0 0 0,0 0 0,-1 1 0,1-1 0,-1 1 0,0 0 0,0 0 0,0 0 0,0 0 0,-1 1 0,3 4 0,-5-7 0,0-1 0,1 0 0,-1 0 0,0 1 0,0-1 0,0 0 0,0 1 0,0-1 0,0 0 0,0 1 0,0-1 0,0 0 0,-1 0 0,1 1 0,-1-1 0,1 0 0,-1 0 0,0 3 0,-1-2 0,0 1 0,0-1 0,0 0 0,0 0 0,0 0 0,0 0 0,-1 0 0,-2 1 0,-3 2 0,0-1 0,-1 0 0,1-1 0,-15 4 0,5-1 0,-1-2 0,0 0 0,0-1 0,0-1 0,-22-1 0,40-1-57,0 0 0,-1 0 1,1 0-1,0 0 0,0-1 0,-1 1 0,1-1 0,0 1 0,0-1 0,-1 1 0,1-1 1,0 0-1,0 1 0,0-1 0,0 0 0,0 0 0,0 0 0,0 0 0,0 0 1,1 0-1,-1 0 0,0 0 0,-1-2 0,-1-6-6769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11 24575,'-3'0'0,"0"0"0,0 0 0,-1 1 0,1 0 0,0-1 0,0 1 0,0 0 0,0 0 0,-3 2 0,6-3 0,-1 1 0,0-1 0,0 1 0,1-1 0,-1 1 0,1-1 0,-1 1 0,0-1 0,1 1 0,-1-1 0,1 1 0,-1 0 0,1-1 0,0 1 0,-1 0 0,1-1 0,0 1 0,-1 0 0,1 0 0,0-1 0,0 1 0,0 0 0,0 0 0,-1 0 0,1-1 0,0 1 0,0 0 0,1 0 0,-1-1 0,0 1 0,0 0 0,0 0 0,0 0 0,1-1 0,-1 1 0,0 0 0,1-1 0,-1 1 0,0 0 0,1-1 0,0 2 0,3 4 0,1 0 0,0 0 0,0 0 0,1-1 0,0 0 0,0 0 0,0 0 0,0-1 0,1 0 0,-1 0 0,1 0 0,0-1 0,14 4 0,-9-3 0,0-1 0,1 0 0,0-2 0,-1 1 0,1-1 0,0-1 0,21-2 0,-31 1 0,1 0 0,0 0 0,0 0 0,0-1 0,-1 0 0,1 1 0,0-1 0,-1-1 0,0 1 0,1 0 0,-1-1 0,0 0 0,-1 1 0,1-1 0,0 0 0,-1-1 0,3-3 0,-3 4 0,0 1 0,-1 0 0,1-1 0,-1 1 0,0-1 0,0 0 0,0 1 0,0-1 0,-1 0 0,1 0 0,-1 1 0,1-1 0,-1 0 0,0 0 0,0 0 0,-1 1 0,1-1 0,0 0 0,-1 0 0,0 0 0,1 1 0,-1-1 0,0 0 0,0 1 0,-3-4 0,4 5 0,0 0 0,-1 0 0,1 1 0,-1-1 0,1 0 0,-1 0 0,0 1 0,1-1 0,-1 0 0,0 1 0,1-1 0,-1 1 0,0-1 0,0 1 0,1-1 0,-1 1 0,0-1 0,0 1 0,0 0 0,0-1 0,0 1 0,0 0 0,1 0 0,-1 0 0,0 0 0,0 0 0,0 0 0,0 0 0,0 0 0,0 0 0,0 0 0,0 1 0,0-1 0,1 0 0,-1 0 0,0 1 0,0-1 0,0 1 0,0-1 0,1 1 0,-1-1 0,0 1 0,-1 1 0,0 0 0,-1 1 0,1 0 0,0 0 0,0 0 0,0 0 0,0 0 0,0 1 0,1-1 0,-3 7 0,1 3 0,1 0 0,0 0 0,1 0 0,0 0 0,1 0 0,0 1 0,3 15 0,22 93 0,-17-90 0,86 257 0,-94-287 0,2 2 0,-1 0 0,1 1 0,-1-1 0,0 1 0,0 5 0,-1-10 0,1 1 0,-1-1 0,0 1 0,-1-1 0,1 1 0,0-1 0,0 1 0,0-1 0,0 1 0,0-1 0,0 1 0,-1-1 0,1 1 0,0-1 0,0 0 0,-1 1 0,1-1 0,0 1 0,-1-1 0,1 0 0,0 1 0,-1 0 0,0-1 0,0 0 0,0 0 0,0 0 0,0 1 0,0-1 0,0 0 0,1 0 0,-1 0 0,0 0 0,0 0 0,0 0 0,0-1 0,0 1 0,0 0 0,0 0 0,0-1 0,0 0 0,-15-6 0,0-1 0,1-1 0,0 0 0,1-1 0,-17-15 0,-10-7 0,32 26 0,7 5 0,-1 0 0,1-1 0,0 1 0,0-1 0,0 1 0,0-1 0,0 0 0,1 0 0,-1 0 0,-3-4 0,5 5 2,0 1 1,0 0-1,0-1 0,0 1 0,0 0 0,0-1 0,0 1 0,0-1 0,0 1 0,0 0 1,0-1-1,0 1 0,1 0 0,-1-1 0,0 1 0,0 0 0,0-1 0,0 1 1,1 0-1,-1-1 0,0 1 0,0 0 0,0 0 0,1-1 0,-1 1 0,0 0 1,1 0-1,-1-1 0,0 1 0,0 0 0,1 0 0,-1 0 0,0 0 0,1 0 1,-1-1-1,1 1 0,-1 0 0,0 0 0,1 0 0,-1 0 0,0 0 0,1 0 1,18-2-1003,-17 2 543,10 0-6369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7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24575,'5'30'0,"4"15"0,1 3 0,1-3 0,-2-5 0,1-6 0,1-5 0,-2-3 0,1-3 0,-2-3 0,1-3 0,0-1 0,3-4 0,0-3 0,-1-4-8191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0 144 24575,'134'-32'0,"-104"26"0,0 2 0,47 0 0,-74 4 0,0 0 0,-1 0 0,1 0 0,-1-1 0,1 1 0,0-1 0,-1 1 0,1-1 0,-1 0 0,4-2 0,-6 3 0,1-1 0,0 1 0,-1-1 0,1 1 0,-1-1 0,1 0 0,-1 1 0,1-1 0,-1 1 0,0-1 0,1 0 0,-1 0 0,0 1 0,1-1 0,-1 0 0,0 1 0,0-1 0,0 0 0,0 0 0,0 1 0,1-1 0,-2 0 0,1 0 0,0 0 0,0 1 0,0-1 0,0 0 0,0 0 0,0 1 0,-1-1 0,1 0 0,0 1 0,-1-1 0,1 0 0,-1 1 0,1-1 0,0 0 0,-1 1 0,-1-2 0,0-1 7,-1-1 0,-1 1 0,1 0 0,0 0 0,-1 0 1,0 0-1,1 0 0,-1 1 0,0 0 0,-9-4 0,-4 0-298,-25-7 0,26 9-570,0 0-5965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8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24575,'5'-6'0,"2"-3"0,2 0 0,2 0 0,1 3 0,2 2 0,1 2 0,0 1 0,0 0 0,0 1 0,0 1 0,0-1 0,0 1 0,0-1 0,-3 0-8191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24575,'-3'15'0,"1"1"0,0-1 0,0 31 0,3-38 0,0-1 0,0 1 0,1 0 0,-1-1 0,2 1 0,-1-1 0,1 0 0,0 0 0,8 13 0,24 25 0,-24-32 0,15 24 0,-25-36-57,-1-1 0,0 1 1,1-1-1,-1 1 0,0 0 0,1-1 0,-1 1 0,0-1 0,0 1 0,0 0 0,0-1 1,0 1-1,1-1 0,-1 1 0,0 0 0,0-1 0,0 1 0,-1 0 0,1-1 1,0 1-1,0-1 0,0 1 0,-1 1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4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135 254 24575,'2'33'0,"7"43"0,-6-56 0,-1-6 0,1-1 0,1 0 0,0 1 0,10 20 0,-29-60 0,-1 0 0,-21-26 0,-30-47 0,61 88 0,0-1 0,0 0 0,2-1 0,-1 1 0,2-1 0,-1 0 0,-1-14 0,5 20 0,-1 0 0,1-1 0,0 1 0,0-1 0,1 1 0,0 0 0,0-1 0,5-13 0,-5 17 0,1 0 0,0 1 0,0-1 0,0 0 0,1 1 0,-1-1 0,1 1 0,0-1 0,0 1 0,0 0 0,1 1 0,-1-1 0,1 0 0,-1 1 0,1 0 0,6-3 0,-1 1 0,1 1 0,0 0 0,-1 0 0,1 1 0,0 1 0,0 0 0,1 0 0,-1 1 0,0 0 0,0 0 0,0 1 0,0 1 0,0 0 0,0 0 0,11 5 0,5 3 0,0 1 0,-1 1 0,-1 1 0,30 20 0,-53-32 0,1 0 0,-1 0 0,1 0 0,-1 0 0,0 1 0,1-1 0,-1 0 0,0 0 0,0 1 0,0-1 0,0 1 0,0-1 0,0 1 0,0 0 0,0-1 0,-1 1 0,2 2 0,-2-3 0,0 1 0,-1 0 0,1-1 0,0 1 0,0-1 0,-1 1 0,1-1 0,-1 1 0,1-1 0,-1 1 0,0-1 0,1 1 0,-1-1 0,0 0 0,0 1 0,0-1 0,0 0 0,0 0 0,-3 2 0,-8 8 0,-28 18 0,-7 6 0,42-31 0,1 0 0,0 0 0,0 0 0,1 1 0,-1-1 0,1 1 0,-4 7 0,6-10 0,1-1 0,-1 0 0,1 1 0,-1-1 0,1 1 0,0-1 0,0 0 0,-1 1 0,1-1 0,0 1 0,0-1 0,0 1 0,1-1 0,-1 1 0,0-1 0,1 0 0,-1 1 0,1 1 0,1 0 0,-1-1 0,1 0 0,-1 1 0,1-1 0,0 0 0,0 0 0,0 0 0,0 0 0,2 2 0,6 2 0,-1 0 0,1-1 0,18 8 0,-26-12 0,30 10 33,0-1-1,1-1 1,45 5 0,47 12-1529,-113-22-5330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62 24575,'-18'-8'0,"-2"-2"0,-2 0 0,1 2 0,-1 0 0,-45-8 0,66 15 0,-1 1 0,0 0 0,1 0 0,-1 0 0,1 0 0,-1 0 0,1 0 0,-1 0 0,0 0 0,1 1 0,-1-1 0,1 0 0,-1 1 0,1 0 0,-1-1 0,1 1 0,0 0 0,-1 0 0,1 0 0,-2 1 0,2-1 0,1 0 0,-1 0 0,1 1 0,-1-1 0,1 0 0,-1 0 0,1 1 0,0-1 0,0 0 0,0 1 0,0-1 0,0 0 0,0 0 0,0 1 0,0-1 0,0 0 0,0 1 0,1-1 0,-1 0 0,1 0 0,-1 1 0,1-1 0,-1 0 0,2 2 0,4 7 0,1-1 0,0 0 0,1-1 0,-1 0 0,2 0 0,-1 0 0,16 10 0,-4-3 0,-11-7 0,44 35 0,51 55 0,-101-96 0,-1 1 0,0-1 0,0 1 0,0-1 0,-1 1 0,1 0 0,1 4 0,-3-6 0,0-1 0,1 1 0,-1-1 0,0 1 0,0 0 0,0-1 0,0 1 0,0-1 0,0 1 0,0 0 0,0-1 0,-1 1 0,1 0 0,0-1 0,0 1 0,0-1 0,-1 1 0,1-1 0,0 1 0,0 0 0,-1-1 0,1 1 0,-1-1 0,1 1 0,0-1 0,-1 0 0,1 1 0,-1-1 0,1 1 0,-1-1 0,1 0 0,-1 1 0,0-1 0,1 0 0,-1 0 0,1 0 0,-1 1 0,0-1 0,1 0 0,-1 0 0,1 0 0,-1 0 0,0 0 0,0 0 0,-18 2 0,0-2 0,0 0 0,-1 0 0,1-2 0,0-1 0,-20-5 0,5 1-455,0-2 0,-59-24 0,81 27-6371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0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24575,'8'9'0,"0"0"0,-1 1 0,0 0 0,10 18 0,17 47 0,-29-62 0,103 256 0,-100-249-682,22 35-1,-22-44-6143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63 24575,'-28'-11'0,"-11"-2"0,-5 0 0,4 3 0,5 3 0,6 2 0,6 3 0,4 1 0,3 1 0,2 3 0,0 1 0,1-1 0,-1 0 0,3 2 0,0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135 241 24575,'-3'2'0,"0"-2"0,-1 1 0,1 0 0,0-1 0,0 1 0,-1-1 0,1 0 0,0 0 0,-1 0 0,1 0 0,0-1 0,-1 0 0,1 1 0,0-1 0,0 0 0,0-1 0,0 1 0,0 0 0,0-1 0,0 0 0,0 1 0,1-1 0,-1 0 0,0-1 0,1 1 0,0 0 0,0-1 0,-1 1 0,1-1 0,1 0 0,-1 0 0,-2-5 0,-3-4 0,2 1 0,0-1 0,0 0 0,1 0 0,1-1 0,0 1 0,0-1 0,2 1 0,-1-1 0,2 0 0,0-18 0,0 29 0,1 1 0,-1 0 0,0-1 0,0 1 0,1-1 0,-1 1 0,1 0 0,-1-1 0,1 1 0,0 0 0,0 0 0,-1 0 0,1-1 0,0 1 0,0 0 0,0 0 0,0 0 0,0 0 0,0 1 0,3-3 0,-2 2 0,0 0 0,1 0 0,-1 0 0,1 1 0,0-1 0,-1 1 0,1-1 0,-1 1 0,1 0 0,4 0 0,-2 1 0,0-1 0,0 1 0,0 0 0,0 0 0,-1 0 0,1 1 0,-1 0 0,1 0 0,-1 0 0,1 0 0,-1 1 0,4 3 0,11 15-1365,-11-13-5461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1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8 24575,'-3'-2'0,"0"1"0,0 0 0,0 0 0,-1 0 0,1 1 0,0-1 0,0 1 0,0 0 0,0-1 0,-4 2 0,6-1 0,0 0 0,1 0 0,-1 0 0,1 0 0,-1 0 0,0 1 0,1-1 0,-1 0 0,1 0 0,-1 1 0,1-1 0,-1 0 0,1 1 0,-1-1 0,1 0 0,-1 1 0,1-1 0,-1 1 0,1-1 0,0 1 0,-1-1 0,1 1 0,-1 0 0,1 0 0,0 0 0,0 0 0,0 0 0,0 1 0,0-1 0,0 0 0,0 0 0,1 0 0,-1 0 0,0 0 0,1 0 0,-1 0 0,0-1 0,1 1 0,-1 0 0,1 0 0,0 1 0,3 3 0,-1-1 0,1 0 0,-1 0 0,1 0 0,1 0 0,-1-1 0,0 1 0,1-1 0,0 0 0,-1-1 0,1 1 0,0-1 0,1 0 0,-1 0 0,0-1 0,0 1 0,1-1 0,-1 0 0,1-1 0,-1 1 0,1-1 0,9-1 0,-13 1 0,0-1 0,0 1 0,-1-1 0,1 0 0,0 0 0,0 1 0,-1-1 0,1 0 0,-1-1 0,1 1 0,-1 0 0,1 0 0,-1-1 0,1 1 0,-1-1 0,0 1 0,0-1 0,0 1 0,0-1 0,0 0 0,0 0 0,-1 1 0,2-3 0,-1 1 0,0 1 0,0-1 0,1 1 0,-1 0 0,1 0 0,-1-1 0,1 1 0,3-2 0,-4 3 0,0 0 0,1 1 0,-1-1 0,0 1 0,1-1 0,-1 1 0,0-1 0,1 1 0,-1 0 0,0 0 0,1 0 0,-1 0 0,1 0 0,-1 0 0,0 0 0,1 0 0,-1 0 0,0 1 0,1-1 0,-1 1 0,0-1 0,2 1 0,5 2-91,-1 0 0,0 1 0,1 0 0,-1 0 0,0 0 0,-1 1 0,1 0 0,-1 0 0,0 0 0,0 1 0,-1 0 0,0 0 0,0 1 0,7 11 0,-7-6-6735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24575,'-5'11'0,"-20"54"0,22-57 0,1 0 0,0-1 0,1 1 0,0 0 0,0 0 0,1 13 0,1-17 0,0 1 0,0 0 0,0-1 0,1 1 0,0-1 0,0 1 0,0-1 0,0 0 0,1 0 0,0 0 0,0 0 0,0-1 0,0 1 0,0-1 0,1 1 0,-1-1 0,1 0 0,5 3 0,9 5 0,0-1 0,34 14 0,-33-15-195,1-2 0,-1 0 0,1-1 0,1-1 0,-1-1 0,28 2 0,-35-6-6631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2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24575,'10'15'0,"3"10"0,2 6 0,-1 5 0,-1 1 0,0 0 0,0-2 0,-2 2 0,0-2 0,0-4 0,1-1 0,1-2 0,-2-3 0,0 0 0,1-3 0,-3-1 0,-1-6-8191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278 105 24575,'-28'-20'0,"-11"-7"0,-2 2 0,4 7 0,5 7 0,6 7 0,5 5 0,3 5 0,2 4 0,5 2 0,3-1-8191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3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24575,'23'37'0,"33"43"0,-50-71 0,1-1 0,0-1 0,1 1 0,0-1 0,0-1 0,18 12 0,-25-17 0,1 0 0,-1-1 0,0 1 0,1 0 0,-1-1 0,0 1 0,1-1 0,-1 1 0,1-1 0,-1 0 0,1 0 0,-1 0 0,0 0 0,1 0 0,-1 0 0,1 0 0,-1 0 0,1 0 0,-1-1 0,1 1 0,-1 0 0,0-1 0,1 1 0,2-2 0,-2-1 0,0 1 0,0 0 0,0 0 0,0 0 0,0-1 0,0 0 0,-1 1 0,1-1 0,-1 0 0,1 1 0,0-5 0,4-17 0,-6 21 0,1-1 0,0 1 0,0 0 0,0-1 0,0 1 0,0 0 0,0 0 0,1-1 0,0 1 0,3-4 0,-4 6 0,-1 1 0,1 0 0,0-1 0,-1 1 0,1 0 0,0-1 0,-1 1 0,1 0 0,0 0 0,0 0 0,0 0 0,-1 0 0,1 0 0,0 0 0,0 0 0,-1 0 0,1 0 0,0 0 0,0 1 0,-1-1 0,1 0 0,0 0 0,-1 1 0,1-1 0,0 0 0,-1 1 0,1-1 0,1 2 0,20 16 0,-16-14 0,11 12 0,-1 0 0,-1 1 0,16 22 0,27 30 0,-50-62-1365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4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85 303 24575,'0'1'0,"0"1"0,0-1 0,0 1 0,0 0 0,-1-1 0,1 1 0,0 0 0,-1-1 0,1 1 0,-1-1 0,0 3 0,1-4 0,-1 0 0,1 0 0,0 0 0,0 0 0,0 0 0,0 1 0,-1-1 0,1 0 0,0 0 0,0 0 0,0 0 0,-1 0 0,1 0 0,0 0 0,0 0 0,0 0 0,-1 0 0,1 0 0,0 0 0,0 0 0,0 0 0,-1 0 0,1 0 0,0 0 0,0 0 0,-1 0 0,1 0 0,0 0 0,0 0 0,-10-9 0,1-2 0,1 0 0,0 0 0,1-1 0,0-1 0,1 1 0,0-1 0,-6-21 0,12 33 0,-1 0 0,1 0 0,0 0 0,0 0 0,0 1 0,-1-1 0,1 0 0,0 0 0,0 0 0,1 0 0,-1 0 0,0 0 0,0 0 0,0 0 0,1 0 0,0-1 0,-1 1 0,0 1 0,1 0 0,-1-1 0,1 1 0,-1 0 0,0-1 0,1 1 0,-1 0 0,1 0 0,-1 0 0,1-1 0,-1 1 0,1 0 0,-1 0 0,0 0 0,1 0 0,-1 0 0,1 0 0,-1 0 0,1 0 0,-1 0 0,1 0 0,0 0 0,4 2 0,0-1 0,0 1 0,0 0 0,9 5 0,-6-2 0,6 1 0,0-1 0,0 0 0,0-1 0,1-1 0,28 4 0,76-5 0,-86-2 0,-27 0 0,0 0 0,-1-1 0,1 0 0,-1 0 0,1 0 0,0-1 0,-1 1 0,0-1 0,1-1 0,-1 1 0,0-1 0,0 0 0,6-4 0,-8 4 0,1 0 0,-1 0 0,0-1 0,0 1 0,-1-1 0,1 1 0,-1-1 0,0 0 0,0 0 0,0 0 0,0 0 0,-1 0 0,1 0 0,-1 0 0,0-1 0,-1 1 0,1-8 0,0 10 0,0-12 0,-1 0 0,0 0 0,0 0 0,-2 0 0,-3-19 0,5 32 0,-1 0 0,1 0 0,0 0 0,-1 0 0,1 0 0,-1 0 0,1 0 0,-1 0 0,0 0 0,1 0 0,-1 0 0,0 0 0,0 0 0,1 1 0,-1-1 0,0 0 0,0 1 0,0-1 0,0 0 0,0 1 0,0-1 0,0 1 0,0 0 0,0-1 0,0 1 0,-1 0 0,1-1 0,0 1 0,0 0 0,0 0 0,0 0 0,0 0 0,-1 0 0,1 0 0,0 0 0,0 1 0,0-1 0,0 0 0,0 1 0,0-1 0,0 1 0,0-1 0,-2 2 0,-1 0 0,-1 0 0,1 1 0,0 0 0,0 0 0,0 0 0,1 1 0,-1-1 0,-5 8 0,4-4 0,1-1 0,0 1 0,0 0 0,1 0 0,0 1 0,0-1 0,-3 16 0,5-19 0,1 0 0,-1 0 0,1 1 0,0-1 0,0 0 0,1 0 0,-1 0 0,1 0 0,0 0 0,0 0 0,0 0 0,0 0 0,1 0 0,0 0 0,0 0 0,4 5 0,0-1 0,0-1 0,1 0 0,0 0 0,1 0 0,-1-1 0,1 0 0,0-1 0,13 7 0,76 29 0,-78-34 0,19 5-140,66 13-1,-71-18-943,-21-4-5742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5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205 194 24575,'-10'-13'0,"1"-1"0,-12-18 0,19 28 0,0 0 0,0 0 0,0 0 0,1 0 0,-1-1 0,1 1 0,0 0 0,0-1 0,1 1 0,-1 0 0,1-1 0,0 1 0,1-9 0,0 11 0,0 0 0,0 0 0,0 1 0,0-1 0,0 0 0,0 0 0,0 1 0,1-1 0,-1 0 0,0 1 0,1 0 0,0-1 0,-1 1 0,1 0 0,0 0 0,0 0 0,2-1 0,6-3 0,23-7 0,-16 6 0,-7 2 0,1 1 0,-1 0 0,1 1 0,0 0 0,12 0 0,56 2 0,-38 1 0,-29 0 0,0 0 0,0 1 0,-1 0 0,1 0 0,-1 1 0,1 1 0,-1 0 0,0 1 0,19 11 0,-16-8 0,-1 1 0,0 0 0,-1 1 0,0 1 0,-1 0 0,20 24 0,-11-6 0,-1 1 0,-2 0 0,-1 2 0,-1 0 0,-2 0 0,15 53 0,-26-76 0,1 1 0,-2-1 0,1 1 0,-1 0 0,-1 0 0,0 0 0,0 0 0,-1-1 0,-2 11 0,1-13 0,0 0 0,0 0 0,-1-1 0,1 1 0,-2-1 0,1 0 0,-1 0 0,1 0 0,-2 0 0,1 0 0,-1-1 0,0 0 0,-6 6 0,-14 10 0,0-1 0,-1-2 0,-1 0 0,0-2 0,-37 15 0,54-27 0,0-1 0,-1 0 0,1-1 0,-1 0 0,1 0 0,-1-1 0,0-1 0,0 0 0,-11-2 0,6 0 0,0-1 0,0 0 0,1-1 0,0-1 0,-22-10 0,-58-32 0,80 38 0,1-1 0,-1 0 0,2-1 0,-14-13 0,12 9 0,1-1 0,1 0 0,0-1 0,1 0 0,1-1 0,1 0 0,0-1 0,1 0 0,1 0 0,-10-41 0,4-3-1365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0:58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9683 2 24575,'0'-1'0,"1"1"0,-1 0 0,0 0 0,0 0 0,0 0 0,0 0 0,0 0 0,0 0 0,0 0 0,0 0 0,0 0 0,0 0 0,0 0 0,0 0 0,0 0 0,1 0 0,-1 0 0,0 0 0,0 0 0,0 0 0,0-1 0,0 1 0,0 0 0,0 0 0,0 0 0,0 0 0,0 0 0,1 1 0,-1-1 0,0 0 0,0 0 0,0 0 0,0 0 0,0 0 0,0 0 0,0 0 0,0 0 0,0 0 0,0 0 0,1 0 0,-1 0 0,0 0 0,0 0 0,0 0 0,0 0 0,0 0 0,0 0 0,0 0 0,0 1 0,0-1 0,0 0 0,0 0 0,0 0 0,0 0 0,0 0 0,0 0 0,0 0 0,0 0 0,0 0 0,0 0 0,0 1 0,0-1 0,0 0 0,0 0 0,0 0 0,0 0 0,0 0 0,0 0 0,0 13 0,-5 15 0,-6 14 0,-25 63 0,29-89 0,0-1 0,-1-1 0,-1 1 0,0-1 0,-1-1 0,0 1 0,-15 12 0,-2 2 0,-20 18 0,8-10 0,-47 55 0,55-56 0,-56 47 0,32-40 0,-2-3 0,-2-2 0,-114 53 0,-4-17 0,-224 61 0,143-72 0,76-21 0,146-32 0,-284 65 0,-129 3 0,-479 20-615,542-61 453,-271 29 162,-303 55 0,125 7 0,490-81-1035,118-17 483,-609 55-725,-4-36-43,608-37 1738,-507 45-1026,658-47-2432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0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24575,'58'-1'0,"63"2"0,-114 0 0,0-1 0,0 1 0,0 0 0,0 1 0,-1 0 0,1 0 0,10 5 0,-15-6 0,0 0 0,-1 0 0,1 0 0,-1 1 0,1-1 0,-1 1 0,1-1 0,-1 1 0,1-1 0,-1 1 0,0 0 0,0 0 0,0-1 0,0 1 0,0 0 0,-1 0 0,1 0 0,-1 0 0,1 0 0,-1 0 0,1 0 0,-1 0 0,0 0 0,0 1 0,0-1 0,0 0 0,-1 0 0,1 0 0,-2 3 0,-10 45 0,7-35 0,1 1 0,0 0 0,-1 23 0,4-28 0,0 0 0,-1 0 0,-1 0 0,-4 15 0,7-25 0,-1 0 0,1 0 0,0 0 0,0 0 0,-1-1 0,1 1 0,0 0 0,0 0 0,0 0 0,0 0 0,0 0 0,0 0 0,1-1 0,-1 1 0,0 0 0,0 0 0,1 0 0,-1 0 0,0-1 0,1 1 0,-1 0 0,1 0 0,-1-1 0,1 1 0,-1 0 0,1 0 0,-1-1 0,1 1 0,0-1 0,-1 1 0,1-1 0,0 1 0,0-1 0,-1 1 0,1-1 0,0 0 0,0 1 0,0-1 0,0 0 0,-1 0 0,2 1 0,5 0 0,-1 0 0,1 0 0,0 0 0,8-1 0,-10 0 0,32 3 45,0 1-1,48 12 0,33 4-1542,-104-19-5328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24575,'2'-2'0,"4"-1"0,3-1 0,3 2 0,1 0 0,2 1 0,0 0 0,3 1 0,0 0 0,1 0 0,1 0 0,0 0 0,2 1 0,-1-1 0,-1 0 0,-1 0 0,-2 0 0,-4 0-8191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8.7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37 24575,'-18'-10'0,"-5"-1"0,-2 2 0,4 4 0,3 4 0,4 4 0,2 1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18 24575,'-28'-5'0,"-11"-2"0,-2 3 0,4 3 0,5 3 0,6 1 0,8 4 0,3-1 0,3 0 0,0-2 0,3-1-8191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29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24575,'10'24'0,"12"37"0,-4-8 0,54 137 0,-69-183-341,-1 0 0,0 0-1,2 15 1,-3-10-6485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1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24575,'2'-2'0,"1"1"0,-1-1 0,0 1 0,0 0 0,1-1 0,-1 1 0,0 0 0,1 1 0,0-1 0,-1 0 0,1 1 0,3-1 0,36-1 0,-31 3 0,-3-1 0,-1 0 0,1 1 0,0 0 0,-1 0 0,1 1 0,-1 0 0,0 1 0,1-1 0,9 7 0,-13-8 0,-1 1 0,0 0 0,1 1 0,-1-1 0,0 1 0,0-1 0,-1 1 0,1 0 0,-1 0 0,1 0 0,-1 0 0,0 1 0,0-1 0,0 0 0,-1 1 0,1 0 0,-1-1 0,0 1 0,0 0 0,1 6 0,-1 2 0,-1 1 0,-1 0 0,0 0 0,-1 0 0,0-1 0,-1 1 0,0-1 0,-1 0 0,-10 22 0,-21 66 0,29-82 0,2-6 0,2-9 0,1 1 0,0-1 0,0 0 0,0 1 0,0-1 0,1 1 0,-1 4 0,1-7 0,0 1 0,1-1 0,-1 0 0,0 0 0,1 0 0,-1 0 0,1 0 0,-1 1 0,1-1 0,0 0 0,-1 0 0,1 0 0,0 0 0,0-1 0,0 1 0,0 0 0,-1 0 0,1 0 0,0-1 0,0 1 0,1 0 0,-1-1 0,0 1 0,0-1 0,0 1 0,2-1 0,24 9 0,1-2 0,-1 0 0,39 2 0,-58-7-227,0-1-1,0-1 1,0 0-1,0 0 1,13-2-1,-9-1-6598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18 24575,'-10'-5'0,"-6"-1"0,-2 2 0,-1 2 0,0 1 0,1 4 0,1 1 0,1 0 0,0-1 0,1-3 0,0-2 0,3 0-8191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2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191 35 24575,'-17'-8'0,"-9"-2"0,-2 1 0,1 4 0,2 2 0,7 6 0,2 1 0,2 0 0,4 2 0,1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3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20 24575,'-2'0'0,"-4"0"0,-3 0 0,-3 0 0,-1 0 0,-2 0 0,0 0 0,0 0 0,-3 0 0,-1-3 0,-2 0 0,0 0 0,-1-2 0,2-1-8191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0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0 24575,'-2'3'0,"-4"0"0,-3 3 0,-3 0 0,-1-1 0,-1-1 0,-2-2 0,1-1 0,0 0 0,-1-1 0,1 0 0,0-3 0,0 0 0,0-1 0,1 2 0,1-3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34.5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24575,'4'3'0,"0"1"0,-1-1 0,1 1 0,-1-1 0,0 1 0,0 0 0,0 0 0,0 0 0,-1 1 0,4 8 0,1 4 0,6 28 0,-12-41 0,22 109 0,3 14 0,-17-83-1365,-7-32-5461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16 104 24575,'-1'1'0,"0"-1"0,1 0 0,-1 0 0,1 1 0,-1-1 0,0 0 0,1 1 0,-1-1 0,1 1 0,-1-1 0,1 1 0,-1-1 0,1 1 0,-1-1 0,1 1 0,0-1 0,-1 1 0,1 0 0,0-1 0,-1 1 0,1 0 0,0-1 0,0 1 0,-1 0 0,1-1 0,0 1 0,0 1 0,-3 22 0,3-21 0,0 7 0,0 0 0,0 0 0,1 0 0,0 0 0,1 0 0,0 0 0,5 14 0,-5-18 0,1 0 0,0 0 0,0 0 0,0 0 0,1-1 0,0 1 0,0-1 0,0 0 0,1 0 0,-1-1 0,1 0 0,9 7 0,-11-9 0,0-1 0,0 1 0,0-1 0,0 1 0,0-1 0,0 0 0,0 0 0,0 0 0,1-1 0,-1 1 0,0-1 0,1 0 0,-1 0 0,0 0 0,0 0 0,1-1 0,-1 1 0,0-1 0,1 0 0,-1 0 0,0 0 0,0 0 0,0 0 0,0-1 0,0 1 0,0-1 0,-1 0 0,1 0 0,0 0 0,-1 0 0,0-1 0,1 1 0,-1-1 0,0 1 0,0-1 0,0 0 0,-1 0 0,3-4 0,-3 3 0,1-1 0,-1 0 0,0 0 0,-1 0 0,1 0 0,-1 0 0,0 0 0,0 0 0,-1 0 0,1 0 0,-1 0 0,-2-5 0,0-6 0,3 16 0,0 0 0,0 0 0,0-1 0,0 1 0,0 0 0,0 0 0,0 0 0,0 0 0,0-1 0,0 1 0,0 0 0,0 0 0,0 0 0,0-1 0,0 1 0,0 0 0,0 0 0,0 0 0,0 0 0,0-1 0,0 1 0,0 0 0,0 0 0,0 0 0,1 0 0,-1-1 0,0 1 0,0 0 0,0 0 0,0 0 0,0 0 0,0 0 0,1 0 0,-1-1 0,0 1 0,7 3 0,8 8 0,-15-10 0,13 10 0,0-1 0,1 0 0,0 0 0,0-2 0,20 9 0,-24-12 0,1-1 0,0 0 0,0-1 0,1 0 0,-1-1 0,1 0 0,-1-1 0,19 0 0,-28-1 0,1 0 0,-1 0 0,1-1 0,-1 1 0,1 0 0,-1-1 0,1 0 0,-1 0 0,0 1 0,1-2 0,-1 1 0,0 0 0,0 0 0,1-1 0,-1 1 0,0-1 0,0 1 0,-1-1 0,1 0 0,0 0 0,-1 0 0,1 0 0,-1 0 0,1 0 0,-1 0 0,0-1 0,0 1 0,0 0 0,0-1 0,-1 1 0,1-1 0,0 1 0,-1-1 0,0 1 0,0-3 0,1-4 0,-2 0 0,1 0 0,-1 1 0,-1-1 0,1 0 0,-1 1 0,-1-1 0,0 1 0,-4-9 0,2 6 17,-2-1 0,1 1 1,-1 0-1,-1 1 0,0 0 0,-11-11 0,12 15-166,0-1 1,0 2-1,0-1 1,-1 1-1,1 0 1,-1 0-1,0 1 1,-1 1-1,-13-5 1,6 4-6678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3 24575,'-6'3'0,"-3"0"0,-3 0 0,-2 2 0,-1 1 0,-1-2 0,0-1 0,1-1 0,-1-1 0,-2 0 0,0-1 0,0 0 0,1-3 0,-2-1 0,-1-1 0,2-2 0,0 0 0,4 0-8191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2.9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18 24575,'0'0'0,"0"-1"0,0 0 0,0 1 0,0-1 0,0 0 0,0 0 0,0 1 0,-1-1 0,1 0 0,0 1 0,0-1 0,-1 0 0,1 1 0,-1-1 0,1 1 0,0-1 0,-1 1 0,1-1 0,-1 0 0,1 1 0,-1 0 0,1-1 0,-1 1 0,0-1 0,1 1 0,-1 0 0,0-1 0,1 1 0,-1 0 0,0 0 0,1-1 0,-1 1 0,0 0 0,1 0 0,-1 0 0,0 0 0,0 0 0,1 0 0,-1 0 0,-1 0 0,-5 1 0,1 0 0,-1 1 0,-11 3 0,1-1 0,-14 1 0,-8 1 0,-65 3 0,66-9-1365,21 0-5461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3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24575,'2'18'0,"2"8"0,-1 2 0,-1-1 0,3-5 0,-1-4 0,3-3 0,-1-1 0,1-2 0,0-2 0,1-2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24575,'10'20'0,"6"10"0,0 1 0,0-1 0,-1-4 0,1-4 0,-4-2 0,0-3 0,-3-4-8191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3.8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349 43 24575,'-30'-10'0,"-13"-4"0,-3 4 0,3 3 0,3 6 0,5 4 0,2 6 0,3 3 0,3-1 0,6-2-8191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5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359 1 24575,'-22'0'0,"-11"0"0,-1 0 0,1 0 0,5 0 0,2 2 0,3 1 0,0 1 0,2-2 0,-1 0 0,-2-1 0,-1 0 0,0-1 0,5 0-8191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3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46 24575,'24'61'0,"-17"-39"0,2 0 0,0 0 0,1-2 0,24 37 0,-33-56 0,0 1 0,0-1 0,0 0 0,0 0 0,0 0 0,1 0 0,-1 0 0,0 0 0,0 0 0,1 0 0,-1 0 0,0-1 0,1 1 0,-1-1 0,1 1 0,-1-1 0,1 1 0,-1-1 0,1 0 0,-1 0 0,1 1 0,1-1 0,-1-1 0,-1 1 0,0 0 0,0-1 0,0 1 0,0-1 0,1 0 0,-1 1 0,0-1 0,0 0 0,0 1 0,0-1 0,-1 0 0,1 0 0,0 0 0,0 0 0,0 0 0,-1 0 0,1 0 0,0 0 0,-1 0 0,1 0 0,-1-1 0,0 1 0,1 0 0,-1 0 0,0 0 0,1-3 0,0-4 0,-1 0 0,0-18 0,-1 19 0,1 0 0,0 0 0,1 0 0,1-10 0,-2 16 0,1 1 0,-1-1 0,0 1 0,0-1 0,1 1 0,-1-1 0,0 1 0,1-1 0,-1 1 0,0 0 0,1-1 0,-1 1 0,1-1 0,-1 1 0,1 0 0,-1-1 0,1 1 0,-1 0 0,1 0 0,-1-1 0,1 1 0,-1 0 0,1 0 0,-1 0 0,1 0 0,0 0 0,-1 0 0,1 0 0,-1 0 0,1 0 0,0 0 0,-1 0 0,1 0 0,-1 0 0,1 0 0,-1 0 0,1 0 0,-1 1 0,1-1 0,-1 0 0,2 1 0,25 14 0,-20-12 0,10 8 0,9 4 0,53 22 0,-71-34 0,0 0 0,0-1 0,0 0 0,0-1 0,0 1 0,0-1 0,1-1 0,-1 0 0,0 0 0,0 0 0,17-4 0,-23 3 0,0 1 0,0-1 0,1 0 0,-1 1 0,0-1 0,0 0 0,0 0 0,0 0 0,0-1 0,-1 1 0,1 0 0,0-1 0,0 1 0,-1-1 0,1 0 0,-1 0 0,1 1 0,-1-1 0,0 0 0,0 0 0,0 0 0,0 0 0,0 0 0,0-1 0,-1 1 0,1 0 0,-1 0 0,1 0 0,-1-4 0,0 1 0,0 1 0,-1 0 0,0-1 0,1 1 0,-2 0 0,1 0 0,0 0 0,-1 0 0,0 0 0,0 0 0,0 0 0,0 1 0,-1-1 0,1 1 0,-4-4 0,-16-14 0,-1 0 0,-35-24 0,52 41-170,0 0-1,0 0 0,0 0 1,0 1-1,-1 0 0,1 0 1,-12-2-1,6 2-6655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4 24575,'-12'-3'0,"-5"2"0,-2 4 0,3 4 0,4 2 0,4 4 0,3-2-8191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6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210 0 24575,'-25'0'0,"-11"3"0,-1 0 0,4 3 0,7 0 0,4 1 0,4 3 0,5-1-8191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4:47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0 24575,'10'1'0,"0"-1"0,-1 2 0,1-1 0,-1 1 0,1 1 0,-1-1 0,0 2 0,0-1 0,11 7 0,-13-6 0,0 0 0,-1 0 0,1 1 0,-1 0 0,0 0 0,-1 0 0,1 1 0,-1 0 0,0 0 0,0 1 0,6 11 0,-10-16 0,0-1 0,0 1 0,0 0 0,-1 0 0,1 0 0,0 0 0,-1 0 0,1-1 0,-1 1 0,0 0 0,0 0 0,0 0 0,0 0 0,0 0 0,0 0 0,0 0 0,-1 0 0,1 0 0,-1 0 0,1 0 0,-1 0 0,0-1 0,0 1 0,0 0 0,0 0 0,0-1 0,0 1 0,-2 1 0,0 0 0,0-1 0,1 0 0,-1 0 0,-1 0 0,1 0 0,0-1 0,0 1 0,-1-1 0,1 0 0,-1 0 0,1 0 0,-1 0 0,1-1 0,-7 1 0,1 0 0,0-1 0,-1-1 0,1 0 0,0 0 0,0 0 0,0-1 0,0-1 0,-10-3 0,14 4 0,0-1 0,0 1 0,0-1 0,1 0 0,-1 0 0,1-1 0,0 1 0,-1-1 0,2 0 0,-1 0 0,0 0 0,1-1 0,0 1 0,-5-10 0,5 9-105,0-1 0,0 0 0,1 0 0,0 0 0,0-1 0,1 1 0,-1 0 0,1-1 0,1 1 0,-1-1 0,1 1 0,1-9 0,2 2-6721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19 24575,'2'-2'0,"-6"-1"0,-6-1 0,-12 0 0,0 1 0,-1 1 0,1 2 0,-29 1 0,4 1 0,22-1 0,0 1 0,1 1 0,-29 8 0,45-9 0,1 0 0,-1 1 0,1 0 0,0 0 0,0 1 0,0-1 0,0 2 0,1-1 0,-12 11 0,16-14 0,1 1 0,-1 0 0,0-1 0,1 1 0,0 0 0,-1 0 0,1 0 0,0 0 0,0 0 0,0 1 0,0-1 0,1 0 0,-1 0 0,0 1 0,1-1 0,0 0 0,0 1 0,-1-1 0,1 0 0,0 1 0,1-1 0,-1 1 0,0-1 0,1 0 0,-1 1 0,1-1 0,0 0 0,0 0 0,0 0 0,0 0 0,0 1 0,0-1 0,1-1 0,-1 1 0,1 0 0,2 2 0,2 3 0,1 0 0,0-1 0,1 0 0,-1 0 0,15 8 0,45 20 0,-34-19 0,67 33 0,96 51 0,-186-93 0,1 0 0,0 0 0,0 1 0,-1 1 0,0-1 0,0 2 0,11 12 0,-20-20 0,0 0 0,0 0 0,0 0 0,-1 0 0,1 0 0,0 1 0,-1-1 0,1 0 0,-1 0 0,1 1 0,-1-1 0,0 0 0,1 0 0,-1 1 0,0-1 0,0 0 0,0 1 0,0-1 0,0 0 0,0 1 0,-1-1 0,1 0 0,0 0 0,-1 1 0,1-1 0,-1 0 0,1 0 0,-1 0 0,1 1 0,-1-1 0,0 0 0,0 0 0,1 0 0,-1 0 0,0 0 0,0 0 0,0-1 0,0 1 0,0 0 0,-2 1 0,-3 1 0,1 1 0,-1-1 0,0-1 0,0 1 0,0-1 0,-13 3 0,-6 0 0,-2-2 0,-36 1 0,-55-6 0,103 1 0,-60-2 0,0-3 0,-75-17 0,149 23-28,-25-8 180,25 7-220,0 1 0,0-1 1,0 1-1,0-1 0,0 1 1,0-1-1,0 0 0,0 1 1,0-1-1,1 0 0,-1 0 1,0 0-1,0 1 0,1-1 1,-1 0-1,1 0 0,-1 0 1,1 0-1,-1 0 0,1 0 1,-1-2-1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24575,'-4'16'0,"0"0"0,1 0 0,1 0 0,1 0 0,0 0 0,1 0 0,1 0 0,1 0 0,0 0 0,7 27 0,7 11 0,36 86 0,-51-138-32,4 12-159,0-1 1,2 1 0,0-1-1,0 0 1,1-1-1,15 19 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31 24575,'-28'-5'0,"-13"-1"0,-4-1 0,2 2 0,6 1 0,3 2 0,6 1 0,5 0 0,1 1 0,2 1 0,2-1 0,1 0 0,1 0 0,1 1 0,1-1 0,2 0-8191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48 217 24575,'8'15'0,"-3"-6"0,-9-19 0,-10-22 0,3 9 0,-13-39 0,22 56 0,1-1 0,-1 0 0,1 0 0,0 0 0,1 0 0,-1 0 0,2 0 0,-1 0 0,1 0 0,2-12 0,-3 18 0,1 0 0,-1-1 0,0 1 0,1 0 0,-1-1 0,1 1 0,0 0 0,-1-1 0,1 1 0,0 0 0,0 0 0,0 0 0,0 0 0,0 0 0,0 0 0,0 0 0,0 0 0,0 0 0,0 0 0,3-1 0,-3 2 0,0 0 0,1 0 0,-1-1 0,1 1 0,-1 0 0,1 0 0,-1 1 0,0-1 0,1 0 0,-1 0 0,1 1 0,-1-1 0,0 1 0,1-1 0,-1 1 0,3 1 0,2 2 0,0 1 0,0 0 0,0 0 0,0 0 0,-1 1 0,7 8 0,-4-4-1365,-1 0-5461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 24575,'-3'-1'0,"1"0"0,-1 1 0,0 0 0,0 0 0,1-1 0,-1 1 0,0 1 0,0-1 0,1 0 0,-1 1 0,-4 1 0,7-2 0,-1 0 0,1 0 0,-1 1 0,1-1 0,-1 0 0,0 1 0,1-1 0,0 1 0,-1-1 0,1 0 0,-1 1 0,1-1 0,-1 1 0,1-1 0,0 1 0,-1 0 0,1-1 0,0 1 0,0-1 0,-1 2 0,1-1 0,0 0 0,0 0 0,0 1 0,0-1 0,0 0 0,1 0 0,-1 0 0,0 0 0,1 0 0,-1 1 0,0-1 0,1 0 0,0 0 0,-1 0 0,2 1 0,5 9 0,1-1 0,0 0 0,0-1 0,1 1 0,0-2 0,14 11 0,-19-16 0,0 0 0,1 0 0,-1 0 0,1-1 0,0 0 0,-1 0 0,1 0 0,0 0 0,0-1 0,1 0 0,-1 0 0,0 0 0,0 0 0,0-1 0,1 0 0,-1 0 0,0-1 0,6 0 0,-9 0 0,0 1 0,-1-1 0,1 0 0,0 1 0,0-1 0,-1 0 0,1 0 0,0 0 0,-1 0 0,1-1 0,-1 1 0,1 0 0,-1-1 0,0 1 0,0-1 0,1 1 0,0-3 0,0-1 0,0 0 0,0 0 0,0 0 0,2-8 0,5-16 0,-9 28 0,0 0 0,1 1 0,-1-1 0,1 0 0,-1 1 0,0-1 0,1 0 0,0 1 0,-1-1 0,1 1 0,-1-1 0,1 0 0,0 1 0,-1 0 0,1-1 0,0 1 0,0-1 0,-1 1 0,1 0 0,0-1 0,0 1 0,1 0 0,0 0 0,-1 0 0,1 0 0,0 0 0,-1 0 0,1 1 0,0-1 0,-1 1 0,1-1 0,0 1 0,2 1 0,4 3 0,0 0 0,0 0 0,9 10 0,-10-9 0,1 1-195,1 0 0,0-1 0,0 1 0,0-2 0,1 1 0,17 6 0,-11-8-6631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10 24575,'-32'-3'0,"6"-1"0,-1 2 0,0 2 0,-30 2 0,54-2 0,1 0 0,0 0 0,0 1 0,0-1 0,1 1 0,-1-1 0,0 1 0,0 0 0,0 0 0,0 0 0,0 0 0,1 0 0,-1 0 0,0 0 0,1 1 0,-1-1 0,1 0 0,0 1 0,-1 0 0,1-1 0,0 1 0,0 0 0,-1 1 0,1 0 0,0 0 0,0 0 0,1 0 0,-1 0 0,1 0 0,0 0 0,0 0 0,0 0 0,0 0 0,1 1 0,-1-1 0,1 0 0,0-1 0,2 7 0,-1-3 0,2 0 0,-1 0 0,1 0 0,0-1 0,0 1 0,0-1 0,1 0 0,0 0 0,0 0 0,0-1 0,0 0 0,1 0 0,0 0 0,8 4 0,0-1 0,1 0 0,0-1 0,0-1 0,0 0 0,19 2 0,-14-3 0,43 1 0,-54-5 0,-1 0 0,1-1 0,0 0 0,-1 0 0,1-1 0,-1 0 0,14-5 0,-20 5-91,1 1 0,-1 0 0,1-1 0,-1 1 0,0-1 0,1 0 0,-1 0 0,0 0 0,0 0 0,0 0 0,-1 0 0,1-1 0,-1 1 0,3-5 0,1-4-6735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24575,'12'30'0,"7"15"0,6 5 0,0 1 0,-1-2 0,-3-6 0,-1-4 0,-3-4 0,-3-5 0,-2-3 0,-1-4 0,1-3 0,-2 0 0,0 0 0,-2-2 0,0-1 0,-1-1 0,-1-4-8191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29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22 24575,'-27'-5'0,"-12"-2"0,-2 1 0,6 3 0,7 3 0,5 1 0,7 3 0,3 3 0,2 3 0,2 2 0,4 0-8191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24575,'9'18'0,"31"55"0,-33-63 0,0 0 0,0 0 0,1-1 0,0-1 0,10 9 0,-17-16 0,12 10 0,0-1 0,21 13 0,-31-21 0,0 0 0,0-1 0,1 1 0,-1-1 0,0 0 0,0 1 0,1-1 0,-1-1 0,0 1 0,1 0 0,-1-1 0,1 0 0,-1 0 0,1 0 0,-1 0 0,1 0 0,-1-1 0,7-1 0,-7 0 0,-1 1 0,0-1 0,0 1 0,0-1 0,0 0 0,0 1 0,0-1 0,0 0 0,-1 0 0,1-1 0,-1 1 0,1 0 0,-1 0 0,0-1 0,0 1 0,0-1 0,0 1 0,0-1 0,-1 1 0,1-1 0,0-3 0,0-7 0,0-1 0,-1 1 0,-2-15 0,1 8 0,1 14 0,-1 5 0,1-1 0,0 1 0,0-1 0,0 1 0,0-1 0,0 0 0,0 1 0,0-1 0,0 1 0,1-1 0,-1 0 0,1 1 0,0-2 0,-1 3 0,1 0 0,-1 0 0,0 0 0,1 0 0,-1 0 0,0 0 0,1 0 0,-1 0 0,0 0 0,1 0 0,-1 0 0,0 0 0,1 0 0,-1 0 0,0 1 0,1-1 0,-1 0 0,0 0 0,1 0 0,-1 1 0,0-1 0,0 0 0,1 0 0,-1 1 0,0-1 0,0 0 0,1 1 0,7 9 0,-8-10 0,14 19 0,-7-9 0,1 0 0,0 0 0,10 9 0,4 2-70,-15-13-146,1 0 0,0-1 0,0 0 1,1-1-1,17 11 0,-14-12-6610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0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120 297 24575,'-19'-26'0,"-30"-54"0,36 59 0,-10-28 0,20 42 0,0-1 0,1 1 0,0-1 0,0 0 0,1 0 0,0 0 0,0-14 0,1 20 0,0 0 0,0 0 0,0 0 0,0 0 0,1 1 0,-1-1 0,1 0 0,-1 0 0,1 1 0,0-1 0,0 0 0,0 1 0,-1-1 0,1 0 0,1 1 0,-1 0 0,0-1 0,0 1 0,1 0 0,0-2 0,1 2 0,-1 0 0,0 0 0,1 0 0,-1 0 0,0 0 0,1 0 0,-1 1 0,1 0 0,-1-1 0,1 1 0,-1 0 0,6 0 0,4 2 0,-1 0 0,1 1 0,-1 0 0,0 0 0,12 6 0,45 25-1365,-50-25-5461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1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125 548 24575,'-9'-1'0,"0"0"0,0 1 0,0 0 0,0 1 0,0 0 0,0 0 0,-14 4 0,21-5 0,0 1 0,0 0 0,0 0 0,0-1 0,0 1 0,0 0 0,0 0 0,0 1 0,1-1 0,-1 0 0,0 1 0,1-1 0,-1 1 0,1-1 0,0 1 0,-1 0 0,1-1 0,0 1 0,0 0 0,0 0 0,0 0 0,1 0 0,-1 0 0,0 0 0,1 0 0,-1 0 0,1 0 0,0 0 0,0 0 0,0 0 0,0 0 0,0 1 0,0-1 0,0 0 0,1 0 0,-1 0 0,1 0 0,1 2 0,2 6 0,0-1 0,1-1 0,0 1 0,0-1 0,1 0 0,0 0 0,1 0 0,-1-1 0,2 0 0,-1 0 0,13 8 0,-19-14 0,1 0 0,0 0 0,0 1 0,0-2 0,-1 1 0,1 0 0,0 0 0,0 0 0,0-1 0,0 1 0,0-1 0,1 0 0,-1 0 0,0 0 0,0 0 0,0 0 0,0 0 0,0 0 0,0 0 0,0-1 0,4-1 0,-4 1 0,0 0 0,0 0 0,0-1 0,0 0 0,0 1 0,0-1 0,0 0 0,0 0 0,-1 0 0,1 0 0,-1 0 0,1 0 0,-1 0 0,0 0 0,0-1 0,0 1 0,0 0 0,0-4 0,1-3 0,2-1 0,-4 10 0,1 0 0,-1 0 0,1 0 0,-1 0 0,1 0 0,-1 0 0,1 0 0,-1 0 0,1 0 0,-1 0 0,0 0 0,1 0 0,-1 1 0,1-1 0,-1 0 0,1 0 0,-1 1 0,0-1 0,1 0 0,-1 0 0,0 1 0,1-1 0,-1 0 0,0 1 0,1 0 0,4 3 0,1 0 0,-1 0 0,1-1 0,-1 1 0,1-1 0,0 0 0,1-1 0,11 4 0,-14-5 0,1-1 0,-1 1 0,0-1 0,1 1 0,-1-1 0,1 0 0,-1-1 0,1 1 0,-1-1 0,1 0 0,-1 0 0,0-1 0,0 1 0,6-3 0,-4 0 0,1-1 0,-1 1 0,-1-1 0,1 0 0,-1 0 0,1-1 0,-2 1 0,1-1 0,-1-1 0,1 1 0,-2 0 0,1-1 0,-1 0 0,0 0 0,0 0 0,1-8 0,3-10 0,-2 0 0,0 0 0,1-37 0,-5 27 0,-1 0 0,-2 0 0,-1 0 0,-2 0 0,-1 1 0,-2-1 0,-1 2 0,-24-59 0,26 78 0,0 0 0,-1 0 0,-17-22 0,25 35 0,0 1 0,-1-1 0,1 0 0,-1 0 0,0 1 0,1-1 0,-1 0 0,0 1 0,1-1 0,-1 1 0,0-1 0,0 1 0,1-1 0,-1 1 0,0-1 0,0 1 0,0 0 0,0 0 0,0-1 0,1 1 0,-3 0 0,3 0 0,-1 0 0,0 1 0,1-1 0,-1 0 0,0 1 0,1-1 0,-1 1 0,1-1 0,-1 1 0,1-1 0,-1 1 0,1-1 0,-1 1 0,1-1 0,-1 1 0,1 0 0,0-1 0,-1 1 0,1-1 0,0 2 0,-2 4 0,0 0 0,1-1 0,0 1 0,-1 12 0,2 5 0,0 0 0,2 0 0,1 0 0,1 0 0,7 24 0,5 5 0,23 52 0,-19-57 60,50 88 0,-62-123-184,0 1 0,1-1 1,1 0-1,0-1 0,0 0 0,1-1 1,0 0-1,1 0 0,0-2 0,1 1 1,17 8-1,-16-11-6702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60 24575,'-3'-5'0,"-1"-1"0,0 1 0,0-1 0,0 1 0,-1 0 0,1 1 0,-10-8 0,12 11 0,-1-1 0,1 1 0,0 0 0,-1-1 0,1 1 0,-1 0 0,1 1 0,-1-1 0,0 0 0,1 1 0,-1 0 0,0-1 0,1 1 0,-1 0 0,0 0 0,1 1 0,-1-1 0,0 0 0,1 1 0,-1 0 0,-3 1 0,-7 5 0,0 0 0,1 1 0,0 0 0,0 1 0,1 1 0,-11 11 0,9-9 0,7-7 0,1 0 0,0 1 0,1 0 0,-1-1 0,1 2 0,0-1 0,1 0 0,-1 1 0,1 0 0,1 0 0,-3 9 0,2-5 0,1 1 0,0 0 0,1-1 0,1 1 0,0 0 0,2 16 0,-1-21 0,0-1 0,1 0 0,0 1 0,0-1 0,0 0 0,1 0 0,0 0 0,0 0 0,0-1 0,1 1 0,0-1 0,0 0 0,0 0 0,9 7 0,-1-2 0,1 0 0,0 0 0,1-1 0,25 12 0,-5-5-273,1-1 0,0-2 0,1-1 0,46 9 0,-60-18-6553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33 24575,'-16'6'0,"-27"14"0,39-18 0,0 0 0,1 1 0,-1-1 0,0 1 0,1 0 0,0 0 0,0 0 0,0 1 0,0-1 0,0 1 0,1-1 0,-3 5 0,4-6 0,1 0 0,-1 0 0,1 0 0,-1 0 0,1 1 0,0-1 0,0 0 0,0 0 0,0 0 0,0 0 0,0 0 0,1 1 0,-1-1 0,1 0 0,-1 0 0,1 0 0,0 0 0,0 0 0,0 0 0,0-1 0,0 1 0,0 0 0,1 0 0,-1-1 0,1 1 0,-1-1 0,3 3 0,5 3 0,0 0 0,0 0 0,17 9 0,-24-15 0,5 4 0,2-1 0,-1 0 0,0-1 0,1 0 0,-1 0 0,1-1 0,0 0 0,0 0 0,0-1 0,0-1 0,0 1 0,9-2 0,-16 1 0,0 0 0,-1 0 0,1 0 0,0 0 0,-1-1 0,1 1 0,0 0 0,-1-1 0,1 0 0,-1 1 0,1-1 0,-1 0 0,1 0 0,-1 0 0,0 0 0,1 0 0,-1 0 0,0 0 0,0 0 0,0 0 0,0-1 0,0 1 0,0 0 0,0-1 0,0 1 0,0-1 0,-1 1 0,1-1 0,0 1 0,-1-1 0,0 0 0,1 1 0,-1-1 0,0 1 0,0-1 0,0 0 0,0 1 0,0-1 0,0-2 0,-1-2 0,-1-1 0,1 1 0,-1-1 0,0 1 0,-1 0 0,1 0 0,-1 0 0,-6-9 0,3 5 0,-1 1 0,0 0 0,-1 0 0,0 1 0,0 0 0,-1 1 0,0-1 0,-18-10 0,18 13 0,0 1 0,0 0 0,0 1 0,-1-1 0,0 2 0,1 0 0,-1 0 0,0 0 0,0 1 0,-14 1 0,9 0-1365,2 1-5461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0 0,0 0 0,0 0 0,0 0 0,0 0 0,0 0 0,0 0 0,0 0 0,0 0 0,0 0 0,-1 0 0,1 0 0,0 0 0,0 0 0,0 0 0,0 0 0,0 0 0,0 0 0,0 0 0,0 0 0,0 0 0,0 0 0,0 0 0,0 1 0,0-1 0,0 0 0,0 0 0,0 0 0,0 0 0,-1 0 0,1 0 0,0 0 0,0 0 0,0 0 0,0 0 0,0 0 0,0 0 0,0 0 0,0 0 0,0 1 0,0-1 0,0 0 0,0 0 0,0 0 0,0 0 0,0 0 0,0 0 0,0 0 0,0 0 0,0 0 0,0 0 0,0 0 0,1 0 0,-1 0 0,0 0 0,0 0 0,0 1 0,5 4 0,8 5 0,18 9 0,-1 0 0,45 22 0,-66-37 0,1 0 0,-1 0 0,1-1 0,-1-1 0,1 0 0,0 0 0,0-1 0,0 0 0,18-1 0,-27 0 0,1 0 0,-1 0 0,0-1 0,1 1 0,-1 0 0,0-1 0,0 1 0,0-1 0,1 1 0,-1-1 0,0 1 0,0-1 0,0 0 0,0 0 0,0 1 0,0-1 0,0 0 0,0 0 0,0 0 0,-1 0 0,1 0 0,0 0 0,0 0 0,-1-1 0,1 1 0,-1 0 0,1 0 0,-1-2 0,2-3 0,-2 0 0,1 0 0,-1 1 0,0-1 0,0-7 0,-1 8 0,1 0 0,0 0 0,0 0 0,0 0 0,2-7 0,-2 12 0,1-1 0,-1 0 0,1 0 0,-1 0 0,0 1 0,1-1 0,-1 0 0,1 0 0,0 1 0,-1-1 0,1 0 0,-1 1 0,1-1 0,0 1 0,0-1 0,-1 1 0,1-1 0,0 1 0,0 0 0,-1-1 0,1 1 0,0 0 0,0-1 0,0 1 0,0 0 0,0 0 0,0 0 0,-1 0 0,1 0 0,0 0 0,0 0 0,0 0 0,0 0 0,0 0 0,0 1 0,-1-1 0,1 0 0,1 1 0,4 1 0,1 1 0,-2 0 0,1 0 0,6 4 0,-9-5 0,57 42 0,-45-31 0,2-1 0,27 16 0,-34-22-455,1-1 0,11 4 0,-9-6-6371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19 24575,'-2'-1'0,"-17"-12"0,19 13 0,-1-1 0,0 1 0,1-1 0,-1 1 0,0 0 0,0-1 0,1 1 0,-1 0 0,0 0 0,0-1 0,1 1 0,-1 0 0,0 0 0,0 0 0,1 0 0,-1 0 0,0 0 0,0 0 0,1 0 0,-1 0 0,0 1 0,0-1 0,-1 1 0,2-1 0,0 1 0,0-1 0,-1 1 0,1-1 0,0 1 0,0-1 0,0 1 0,0 0 0,-1-1 0,1 1 0,0-1 0,0 1 0,0 0 0,0-1 0,0 1 0,1-1 0,-1 1 0,0 0 0,0-1 0,0 1 0,1 0 0,5 16 0,-4-13 0,10 21 0,1 0 0,2-1 0,0 0 0,22 25 0,16 24 0,-52-71 0,1 0 0,-1-1 0,0 1 0,-1 0 0,1 0 0,0-1 0,0 1 0,-1 0 0,1 0 0,-1 0 0,1 0 0,-1 0 0,0 2 0,0-3 0,-1 0 0,1 0 0,0 0 0,-1 0 0,1 0 0,-1 0 0,1 0 0,-1 0 0,0-1 0,1 1 0,-1 0 0,0 0 0,1 0 0,-1-1 0,0 1 0,0 0 0,0-1 0,0 1 0,0-1 0,0 1 0,0-1 0,0 0 0,0 1 0,0-1 0,-1 1 0,-11 2 0,1 0 0,-1 0 0,0-1 0,-19 0 0,-55-3 0,38 0 0,22 1-108,6-1-206,0 1 0,0 1-1,-25 4 1,32-1-6512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1 0,9 24 0,17 55 0,-12-21 0,22 116 0,-42-161 0,0 0 0,-2 0 0,-2 0 0,-2 37 0,-1-52-1365,-1-2-5461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32 24575,'-15'-5'0,"-10"-2"0,-3 1 0,0 0 0,1 3 0,1 0 0,1 2 0,2 1 0,0 0 0,1 0 0,-1 0 0,2 1 0,1 1 0,5 2-8191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122 269 24575,'0'0'0,"0"0"0,0 0 0,0 0 0,0 0 0,0 1 0,0-1 0,0 0 0,0 0 0,-1 0 0,1 0 0,0 0 0,0 1 0,0-1 0,0 0 0,0 0 0,0 0 0,0 0 0,0 0 0,0 0 0,0 0 0,-1 1 0,1-1 0,0 0 0,0 0 0,0 0 0,0 0 0,0 0 0,0 0 0,-1 0 0,1 0 0,0 0 0,0 0 0,0 0 0,0 0 0,0 0 0,-1 0 0,1 0 0,0 0 0,0 0 0,-9-2 0,-8-6 0,9 2 0,1 1 0,-1-1 0,1 0 0,0-1 0,0 0 0,1 0 0,-8-12 0,10 14 0,1-1 0,-1-1 0,2 1 0,-1 0 0,1-1 0,-1 1 0,2-1 0,-1 0 0,1 0 0,0 0 0,0-7 0,1 5 0,0 0 0,0 0 0,1 0 0,0 0 0,0 0 0,3-8 0,-3 14 0,0 1 0,0 0 0,0-1 0,1 1 0,-1 0 0,0 0 0,1-1 0,0 1 0,-1 0 0,1 1 0,0-1 0,0 0 0,0 0 0,0 1 0,0-1 0,1 1 0,-1 0 0,0 0 0,1 0 0,-1 0 0,1 0 0,-1 0 0,1 1 0,-1-1 0,4 0 0,-2 1-97,1 0-1,0 0 1,0 0-1,-1 1 1,1 0-1,0-1 1,-1 2-1,1-1 1,0 0-1,-1 1 1,0 0-1,1 0 0,5 4 1,-1 0-6729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6 24575,'0'0'0,"-8"-2"0,1 1 0,-1 0 0,1 0 0,-1 1 0,-8 0 0,14 0 0,1 0 0,-1 1 0,0-1 0,1 0 0,-1 1 0,1-1 0,-1 1 0,0 0 0,1-1 0,0 1 0,-1 0 0,1 0 0,-1 0 0,1 0 0,0 0 0,0 1 0,-1-1 0,1 0 0,0 0 0,0 1 0,0-1 0,1 1 0,-1-1 0,0 1 0,0-1 0,1 1 0,-1 0 0,1-1 0,-1 3 0,0 2 0,1 1 0,-1 0 0,1 0 0,0 0 0,1 0 0,0 0 0,0 0 0,0 0 0,1 0 0,3 7 0,0-2 0,0 0 0,0-1 0,1 1 0,13 17 0,-17-26 0,0-1 0,-1 0 0,1 0 0,0 0 0,0 0 0,0 0 0,1 0 0,-1-1 0,0 1 0,1-1 0,-1 0 0,1 1 0,0-1 0,-1 0 0,1 0 0,0-1 0,-1 1 0,1-1 0,5 1 0,-6-1 0,1 0 0,-1-1 0,0 1 0,0-1 0,0 1 0,0-1 0,-1 0 0,1 0 0,0 0 0,0 0 0,0 0 0,-1 0 0,1-1 0,0 1 0,-1 0 0,1-1 0,-1 1 0,0-1 0,0 0 0,1 1 0,-1-1 0,0 0 0,0 0 0,0 0 0,-1 0 0,1 0 0,0-2 0,1-5 0,0 0 0,0-1 0,-1 1 0,-1 0 0,0 0 0,-1-15 0,0 11 0,2-25 0,-1 38 0,0-1 0,0 1 0,0 0 0,0 0 0,0 0 0,0-1 0,0 1 0,0 0 0,0 0 0,0 0 0,0 0 0,0-1 0,0 1 0,0 0 0,0 0 0,0 0 0,1-1 0,-1 1 0,0 0 0,0 0 0,0 0 0,0 0 0,0 0 0,0-1 0,0 1 0,1 0 0,-1 0 0,0 0 0,0 0 0,0 0 0,0 0 0,1 0 0,-1 0 0,0 0 0,0-1 0,1 1 0,5 5 0,7 15 0,-12-18 0,81 134 0,-74-123-1365,0-3-5461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24575,'8'15'0,"2"7"0,2 3 0,-1 0 0,0-3 0,-2-2 0,-2-1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24575,'78'112'0,"-75"-108"0,-1-1 0,0 0 0,1 0 0,0-1 0,-1 1 0,6 3 0,-7-5 0,-1-1 0,1 1 0,-1-1 0,1 1 0,0-1 0,-1 0 0,1 0 0,0 1 0,-1-1 0,1 0 0,0 0 0,-1 0 0,1 0 0,0 1 0,-1-1 0,1 0 0,0 0 0,0-1 0,-1 1 0,1 0 0,0 0 0,-1 0 0,1 0 0,0-1 0,-1 1 0,1 0 0,0 0 0,-1-1 0,1 1 0,0-1 0,-1 1 0,1 0 0,-1-1 0,1 1 0,-1-1 0,1 0 0,-1 1 0,1-1 0,-1 1 0,0-1 0,1 0 0,-1 0 0,4-8 0,0 0 0,-1 0 0,-1 0 0,0 0 0,2-12 0,6-27 0,-8 44 0,-1 0 0,1 0 0,0 1 0,0-1 0,0 0 0,0 1 0,0 0 0,1-1 0,4-3 0,-5 5 0,-1 1 0,1-1 0,0 1 0,0 0 0,0 0 0,-1 0 0,1 0 0,0 0 0,1 0 0,-1 1 0,0-1 0,0 0 0,0 1 0,0 0 0,0 0 0,4-1 0,-2 2 0,0-1 0,0 1 0,0 0 0,0 0 0,0 0 0,-1 1 0,1-1 0,5 4 0,1 1 0,-1 0 0,0 1 0,0 0 0,0 0 0,11 14 0,-15-15-136,0 0-1,0 0 1,-1 1-1,0-1 1,0 1-1,0 0 1,-1 0-1,0 0 0,2 10 1,-2-5-6690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24575,'174'368'0,"-149"-321"-4,-14-23-676,28 39-1,-32-54-6145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6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 24575,'-20'-3'0,"-7"2"0,-1 2 0,2-1 0,2 3 0,3 2 0,3 1 0,2 0 0,0 2 0,2-1 0,2 1 0,1-1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3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2 24575,'-9'-1'0,"0"1"0,-1-1 0,1 1 0,0 1 0,0 0 0,-1 0 0,-10 3 0,17-3 0,0 0 0,1 0 0,-1 0 0,1 0 0,-1 1 0,1-1 0,0 0 0,-1 1 0,1 0 0,0 0 0,0-1 0,0 1 0,0 0 0,0 1 0,1-1 0,-1 0 0,1 0 0,-1 1 0,1-1 0,0 1 0,0-1 0,0 1 0,0 0 0,0-1 0,1 1 0,-1 0 0,1 0 0,0 3 0,0 1 0,0 0 0,1-1 0,0 1 0,0-1 0,1 1 0,0-1 0,0 0 0,0 1 0,4 5 0,6 9 0,15 23 0,-20-33 0,4 3 0,0 0 0,1 0 0,27 23 0,-15-14 0,-23-23 0,0 1 0,0-1 0,-1 1 0,1 0 0,0-1 0,-1 1 0,1 0 0,0 0 0,-1-1 0,1 1 0,-1 0 0,1 0 0,-1 0 0,0 0 0,1 0 0,-1 0 0,0-1 0,0 1 0,0 0 0,1 0 0,-1 0 0,0 0 0,0 0 0,-1 1 0,1-1 0,-1 0 0,1 0 0,-1 0 0,0 0 0,1-1 0,-1 1 0,0 0 0,0 0 0,1-1 0,-1 1 0,0-1 0,0 1 0,0-1 0,0 1 0,0-1 0,0 1 0,-2-1 0,-6 2 0,1 0 0,-1-1 0,-16 1 0,-144-3-1365,138 1-5461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24575,'0'0'0,"0"-1"0,-1 1 0,1 0 0,0 0 0,0 0 0,0-1 0,0 1 0,-1 0 0,1 0 0,0 0 0,0 0 0,0 0 0,-1 0 0,1 0 0,0-1 0,0 1 0,0 0 0,-1 0 0,1 0 0,0 0 0,0 0 0,0 0 0,-1 0 0,1 0 0,0 0 0,0 0 0,-1 0 0,1 0 0,0 0 0,0 0 0,0 0 0,-1 1 0,1-1 0,0 0 0,-1 0 0,-3 9 0,1 12 0,3 0 0,2-1 0,0 1 0,5 23 0,-2-16 0,8 40 0,4-1 0,49 124 0,-56-164-118,1 4-298,2-1 1,22 39-1,-30-60-6410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24575,'25'-8'0,"14"-2"0,2 1 0,-1 1 0,-4 5 0,-4 3 0,-4 1 0,-5 1 0,-6 0-8191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2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24575,'-6'-10'0,"-3"-9"0,9 19 0,0-1 0,0 1 0,0 0 0,0 0 0,-1 0 0,1 0 0,0 0 0,0 0 0,0 0 0,0 0 0,0 0 0,0-1 0,0 1 0,0 0 0,0 0 0,0 0 0,0 0 0,0 0 0,0 0 0,0 0 0,0 0 0,0-1 0,0 1 0,0 0 0,0 0 0,0 0 0,1 0 0,-1 0 0,0 0 0,0 0 0,0 0 0,0 0 0,0-1 0,0 1 0,0 0 0,0 0 0,0 0 0,0 0 0,0 0 0,0 0 0,1 0 0,-1 0 0,0 0 0,0 0 0,0 0 0,0 0 0,0 0 0,0 0 0,0 0 0,0 0 0,0 0 0,1 0 0,-1 0 0,0 0 0,0 0 0,8 4 0,6 8 0,-5-1 0,-2-1 0,1 1 0,-2 0 0,1 1 0,-1 0 0,-1 0 0,5 16 0,-3-5 0,-2 1 0,0-1 0,1 28 0,0 3 0,1 39 0,-6-81-105,0-1 0,0 1 0,1-1 0,1 0 0,0 1 0,0-1 0,1-1 0,1 1 0,-1 0 0,2-1 0,0 0 0,10 15 0,-8-16-6721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35 24575,'-7'-31'0,"5"27"0,5 21 0,1 10 0,-1 1 0,-2-1 0,0 1 0,-6 47 0,-14 15 0,11-56 0,-5 45 0,11-59 0,1 1 0,1-1 0,1 0 0,1 0 0,5 26 0,-4-34 0,1 0 0,0 0 0,1 0 0,0-1 0,0 1 0,1-1 0,1 0 0,0-1 0,14 16 0,-2-4 40,1-2 0,34 27 0,-42-38-252,1 0 0,0-1 0,1-1-1,0 0 1,0 0 0,19 5 0,-20-9-6614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0 115 24575,'8'-16'0,"0"1"0,21-29 0,-26 41 0,-1 0 0,0 0 0,1 0 0,0 1 0,0-1 0,0 0 0,0 1 0,0 0 0,0 0 0,0 0 0,1 0 0,-1 0 0,1 1 0,0-1 0,-1 1 0,1 0 0,0 0 0,0 1 0,-1-1 0,6 1 0,-6 0 0,1 1 0,0 0 0,-1 0 0,1 0 0,0 0 0,-1 1 0,1 0 0,-1 0 0,0 0 0,0 0 0,0 0 0,4 4 0,5 5 0,17 21 0,-13-15 0,-7-7 0,0 1 0,0-1 0,-1 2 0,-1-1 0,9 17 0,-14-22 0,1 0 0,-1 0 0,0 0 0,-1 0 0,1 1 0,-1-1 0,-1 0 0,1 1 0,-1-1 0,0 1 0,0-1 0,-1 0 0,-2 11 0,-1-3 0,-10 22 0,8-22 0,0 0 0,-4 19 0,9-29 0,1 0 0,-1 0 0,1 0 0,-1 0 0,1 0 0,1 0 0,-1 0 0,0 0 0,1 0 0,0 0 0,0 0 0,0 0 0,2 4 0,-1-5 0,1 1 0,-1-1 0,1 0 0,0 0 0,-1 0 0,1 0 0,1-1 0,-1 1 0,0-1 0,1 0 0,-1 0 0,5 2 0,4 2 0,0-1 0,19 6 0,-26-10-65,-1 0 0,1 0 0,0 0 0,-1 0 0,1-1 0,0 0 0,0 0 0,-1 0 0,1 0 0,0-1 0,0 0 0,-1 0 0,1 0 0,0 0 0,-1-1 0,0 0 0,1 0 0,-1 0 0,0-1 0,6-3 0,-1-2-6761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16 24575,'-30'-2'0,"-13"-2"0,-3 1 0,0 1 0,6 0 0,5 1 0,5 0 0,3 1 0,4 0 0,3 0 0,0 3 0,1 0 0,1 0 0,1 0 0,1-1 0,4-1-8191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24575,'23'6'0,"0"0"0,-1 2 0,0 1 0,0 1 0,-1 1 0,-1 1 0,1 0 0,-2 2 0,0 0 0,-1 1 0,0 1 0,-1 0 0,-1 2 0,-1 0 0,0 0 0,-2 2 0,0 0 0,20 40 0,-13-16 0,-2 1 0,13 48 0,-25-69 0,0 1 0,-2-1 0,-1 1 0,-1-1 0,-2 46 0,0-62 0,-1-1 0,0 1 0,-1-1 0,1 0 0,-1 0 0,-1 0 0,0 0 0,1 0 0,-2 0 0,1 0 0,-1-1 0,0 0 0,-1 0 0,1 0 0,-1 0 0,0-1 0,-1 0 0,1 0 0,-1 0 0,0-1 0,0 0 0,-1 0 0,1 0 0,-1-1 0,-10 4 0,-4 1-1365,2-1-5461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24575,'-16'0'0,"-6"0"0,-3 0 0,1 2 0,1 2 0,3-1 0,2 0 0,1-2 0,2 1 0,0-2 0,0 0 0,1 0 0,2 0-8191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21 24575,'-15'-5'0,"-7"-1"0,-3-1 0,0 5 0,3 1 0,1 5 0,3 0 0,2 3 0,-2 0 0,0-1 0,0 1 0,4-1-8191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698 2 24575,'5'0'0,"-4"-1"0,1 1 0,-1 0 0,1 0 0,-1 0 0,1 0 0,-1 0 0,1 0 0,-1 0 0,1 1 0,-1-1 0,1 0 0,-1 1 0,1-1 0,-1 1 0,1 0 0,-1-1 0,2 3 0,-3-3 0,0 0 0,0 1 0,0-1 0,0 0 0,0 1 0,0-1 0,0 1 0,0-1 0,0 0 0,-1 1 0,1-1 0,0 0 0,0 0 0,0 1 0,-1-1 0,1 0 0,0 1 0,0-1 0,-1 0 0,1 0 0,0 1 0,0-1 0,-1 0 0,1 0 0,0 0 0,-1 0 0,1 1 0,-1-1 0,-10 5 0,-3-1 0,0-1 0,0 0 0,-17 1 0,4-1 0,-50 4 0,-140-4 0,112-5 0,72 2 0,17-1 0,0 0 0,0 2 0,0 0 0,1 0 0,-1 2 0,-18 5 0,33-8 0,1 0 0,0 0 0,0 0 0,0 0 0,0 0 0,0 0 0,0 0 0,0 0 0,0 0 0,0 0 0,0 0 0,0 0 0,0 0 0,-1 0 0,1 0 0,0 0 0,0 0 0,0 0 0,0 0 0,0 0 0,0 0 0,0 0 0,0 0 0,0 1 0,0-1 0,0 0 0,0 0 0,0 0 0,0 0 0,0 0 0,0 0 0,0 0 0,0 0 0,0 0 0,0 0 0,0 0 0,0 0 0,0 1 0,0-1 0,0 0 0,0 0 0,0 0 0,0 0 0,0 0 0,0 0 0,0 0 0,0 0 0,0 0 0,0 0 0,0 0 0,0 0 0,0 0 0,0 1 0,0-1 0,0 0 0,0 0 0,0 0 0,0 0 0,1 0 0,-1 0 0,0 0 0,7 4 0,10 2 0,134 40 0,-113-34 0,-9-3 0,0 1 0,-1 2 0,40 22 0,-65-32 0,0 0 0,0 0 0,0 0 0,-1 1 0,1-1 0,0 0 0,-1 1 0,0 0 0,0 0 0,0-1 0,0 1 0,0 0 0,1 5 0,-2-6 0,0 0 0,-1 0 0,0 0 0,1 1 0,-1-1 0,0 0 0,0 0 0,0 1 0,0-1 0,-1 0 0,1 0 0,-1 0 0,1 1 0,-1-1 0,0 0 0,1 0 0,-1 0 0,0 0 0,-1 0 0,1 0 0,-2 2 0,-4 5 0,-1 0 0,0-1 0,-1 1 0,1-2 0,-2 1 0,-11 7 0,-66 33 0,56-32 0,-30 20 0,42-23 0,0 0 0,1 1 0,1 1 0,1 0 0,0 2 0,-16 20 0,20-20 0,-30 45 0,42-62 0,-1 1 0,1-1 0,0 1 0,-1-1 0,1 1 0,0 0 0,0-1 0,-1 1 0,1-1 0,0 1 0,0 0 0,0-1 0,0 1 0,0-1 0,0 1 0,0 0 0,0-1 0,0 1 0,0-1 0,0 2 0,1-2 0,-1 1 0,0-1 0,1 0 0,-1 1 0,0-1 0,1 0 0,-1 0 0,0 0 0,1 1 0,-1-1 0,1 0 0,-1 0 0,1 0 0,-1 0 0,0 0 0,1 0 0,-1 0 0,1 0 0,-1 0 0,1 0 0,-1 0 0,1 0 0,31-9 0,-25 6 0,28-6 0,0 1 0,0 2 0,38-2 0,108 2 0,-41 4 0,-66-2 0,0 3 0,91 10 0,-163-9-76,-1 1 1,1-1-1,-1 0 0,0 0 0,1 0 0,-1 1 0,0-1 0,1 1 1,-1-1-1,0 1 0,1-1 0,-1 1 0,0 0 0,0 0 1,0 0-1,0-1 0,1 3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49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24575,'0'0'0,"0"-1"0,0 1 0,0 0 0,1 0 0,-1 0 0,0 0 0,0-1 0,1 1 0,-1 0 0,0 0 0,0 0 0,1 0 0,-1 0 0,0 0 0,1 0 0,-1 0 0,0 0 0,0 0 0,1 0 0,-1 0 0,0 0 0,1 0 0,-1 0 0,0 0 0,0 0 0,1 0 0,-1 0 0,0 0 0,1 0 0,7 9 0,4 13 0,-11-21 0,1 4 0,15 32 0,29 49 0,-46-86 0,0 1 0,0-1 0,0 0 0,0 0 0,1 0 0,-1 1 0,0-1 0,0 0 0,0 0 0,0 0 0,1 0 0,-1 1 0,0-1 0,0 0 0,0 0 0,1 0 0,-1 0 0,0 0 0,0 1 0,0-1 0,1 0 0,-1 0 0,0 0 0,0 0 0,1 0 0,-1 0 0,0 0 0,0 0 0,1 0 0,-1 0 0,0 0 0,0 0 0,1 0 0,-1 0 0,6-8 0,4-19 0,-9 22 0,5-12 0,14-31 0,-18 44 0,1 0 0,-1 0 0,1 0 0,0 0 0,0 0 0,0 1 0,0-1 0,1 1 0,-1 0 0,1 0 0,0 0 0,6-3 0,-9 5 0,1 1 0,-1-1 0,1 1 0,0-1 0,-1 1 0,1 0 0,0-1 0,0 1 0,-1 0 0,1 0 0,0 0 0,-1 0 0,1 1 0,0-1 0,0 0 0,-1 1 0,1-1 0,-1 1 0,1 0 0,0-1 0,-1 1 0,1 0 0,-1 0 0,1 0 0,-1 0 0,0 0 0,0 0 0,2 2 0,3 4 0,0 1 0,0 0 0,0 0 0,4 9 0,6 8 0,37 37 0,-52-61 5,-1-1-1,1 1 1,-1-1 0,1 1-1,-1-1 1,1 1-1,-1-1 1,1 1 0,-1-1-1,1 1 1,-1 0 0,0-1-1,1 1 1,-1 0-1,0-1 1,0 1 0,0 0-1,1-1 1,-1 1-1,0 0 1,0-1 0,0 1-1,0 0 1,0 0-1,0 0 1,-1-1-58,0 1 0,1-1 0,-1 0 0,1 0 0,-1 1 0,0-1 0,1 0 0,-1 0 0,0 0 0,1 0 0,-1 0 0,0 0 0,1 0-1,-1 0 1,1 0 0,-1-1 0,0 1 0,1 0 0,-1 0 0,1 0 0,-1-1 0,0 1 0,1 0 0,-1-1 0,1 1 0,-1 0 0,0-2 0,-7-3-6773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15 24575,'-15'-2'0,"-8"-1"0,-2-1 0,1 2 0,1 0 0,3 1 0,2 0 0,4 4 0,2 0 0,0 0 0,0-3 0,2-1-8191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27 24575,'-28'-5'0,"-11"-2"0,-2 1 0,4 1 0,5 1 0,9 4 0,5 3 0,3-1 0,2 3 0,1 1 0,-1 1 0,3 0-8191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0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28 24575,'-7'-2'0,"-11"-4"0,-29-4 0,43 9 0,0 1 0,-1-1 0,1 1 0,-1 0 0,1 0 0,0 1 0,-1-1 0,1 1 0,0 0 0,-1 0 0,1 1 0,-5 1 0,7-2 0,1 0 0,0 0 0,0-1 0,0 1 0,-1 0 0,1 0 0,0 0 0,0 0 0,1 0 0,-1 1 0,0-1 0,0 0 0,0 0 0,1 1 0,-1-1 0,1 0 0,-1 1 0,1-1 0,-1 0 0,1 1 0,0-1 0,0 1 0,0-1 0,-1 0 0,2 1 0,-1-1 0,0 1 0,0-1 0,0 1 0,1-1 0,-1 2 0,3 5 0,0 0 0,0 0 0,1 0 0,6 9 0,3 8 0,-12-22 0,0 1 0,1-1 0,-1 1 0,1-1 0,0 0 0,0 0 0,1 0 0,3 5 0,-4-7 0,0 0 0,0 1 0,0-1 0,0 0 0,0 0 0,1 0 0,-1 0 0,0 0 0,1 0 0,-1-1 0,1 1 0,-1-1 0,0 0 0,4 0 0,24 2 0,0-1 0,0-2 0,0-1 0,0-2 0,39-9 0,-63 11 0,-1 1 0,0-1 0,0-1 0,0 1 0,0-1 0,0 0 0,-1 0 0,1 0 0,-1-1 0,5-4 0,-8 7 0,0-1 0,0 1 0,0 0 0,0-1 0,0 1 0,0 0 0,-1-1 0,1 1 0,0-1 0,-1 0 0,0 1 0,1-1 0,-1 1 0,0-1 0,0 0 0,1 1 0,-1-1 0,-1 0 0,1 1 0,0-1 0,0 1 0,-1-1 0,1 0 0,0 1 0,-1-1 0,0 1 0,1-1 0,-1 1 0,0-1 0,0 1 0,0 0 0,0-1 0,0 1 0,0 0 0,0 0 0,0 0 0,-1 0 0,0-1 0,-6-4 15,1 0 0,-1 0 0,0 1 0,-1 1 0,1-1 0,-1 1 0,-11-3 0,-66-16-1500,68 19-5341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73 119 24575,'0'5'0,"-1"16"0,1-1 0,2 1 0,0-1 0,0 1 0,11 34 0,-4-29 0,1 0 0,1-1 0,1 0 0,20 30 0,-32-55 0,1 1 0,-1-1 0,0 0 0,0 1 0,1-1 0,-1 1 0,0-1 0,0 0 0,1 1 0,-1-1 0,0 0 0,1 1 0,-1-1 0,1 0 0,-1 0 0,0 1 0,1-1 0,-1 0 0,1 0 0,-1 0 0,1 1 0,1-9 0,-5-14 0,-10-16 0,-1 1 0,-2 1 0,-24-40 0,18 36 0,6 11 0,6 11 0,1-1 0,0 1 0,1-1 0,-6-23 0,14 35 0,6 12 0,12 21 0,-10-14 0,-2-4 0,0 0 0,1-1 0,0 1 0,0-1 0,0-1 0,1 1 0,0-1 0,0-1 0,1 1 0,-1-1 0,1-1 0,0 0 0,1 0 0,-1-1 0,1 0 0,-1 0 0,1-1 0,19 1 0,-20-2 0,-1-1 0,1 0 0,-1-1 0,0 0 0,1 0 0,14-5 0,-20 4 0,0 1 0,0 0 0,0-1 0,0 0 0,0 0 0,0 0 0,0 0 0,-1 0 0,1-1 0,-1 1 0,0-1 0,1 1 0,-1-1 0,-1 0 0,1 0 0,0 0 0,-1 0 0,1 0 0,1-5 0,-1-1 0,0 1 0,0-1 0,0 0 0,0-16 0,-2 19 0,0 1 0,-1-1 0,1 0 0,-1 1 0,0-1 0,-1 1 0,1 0 0,-4-10 0,16 45 0,-8-21 0,0 0 0,7 13 0,5 3 0,1-1 0,1-1 0,0 0 0,2-2 0,24 23 0,-38-41-151,-1 2-1,1-1 0,-1 1 0,0-1 1,0 1-1,-1 0 0,1 1 1,4 10-1,-4-5-6674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4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 24575,'0'-1'0,"-5"-14"0,5 11 0,3 10 0,12 27 0,-3 0 0,14 50 0,-13-36 0,3 4 0,0-1 0,19 104 0,-33-109 0,-2-36 0,0 0 0,0 0 0,1 0 0,0-1 0,1 1 0,3 14 0,-5-23 0,0 0 0,0 0 0,1 0 0,-1 0 0,0 0 0,0 0 0,0 0 0,0 0 0,0 0 0,0 0 0,0 0 0,0 0 0,0 0 0,0 0 0,0 0 0,0 1 0,0-1 0,0 0 0,0 0 0,0 0 0,0 0 0,0 0 0,0 0 0,0 0 0,0 0 0,1 0 0,-1 0 0,0 0 0,0 0 0,0 0 0,0 0 0,0 0 0,0 0 0,0 0 0,0 0 0,0 0 0,0 0 0,0 0 0,0 0 0,0 0 0,0 0 0,0 0 0,1 0 0,-1 0 0,0 0 0,0 0 0,0-1 0,0 1 0,0 0 0,0 0 0,0 0 0,0 0 0,0 0 0,0 0 0,0 0 0,0 0 0,0 0 0,0 0 0,0 0 0,0 0 0,4-7 0,1-8 0,0-3 0,0 0 0,1 0 0,1 1 0,1 0 0,1 0 0,10-15 0,-17 29 0,0 1 0,0-1 0,0 1 0,0 0 0,0 0 0,1 0 0,-1 0 0,0 0 0,1 1 0,0-1 0,-1 1 0,1-1 0,0 1 0,0 0 0,6-1 0,-5 1 0,0 1 0,0 0 0,0 0 0,0 0 0,1 1 0,-1-1 0,0 1 0,0 0 0,0 0 0,5 3 0,5 2 0,-1 1 0,0 1 0,0 0 0,-1 1 0,15 13 0,-15-11 15,19 24 0,-14-15-1410,-6-7-5431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5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49 24575,'-2'-5'0,"0"0"0,0 1 0,0-1 0,0 1 0,-1 0 0,-4-6 0,6 9 0,0 0 0,0 0 0,0 0 0,0 0 0,0 0 0,0 0 0,0 0 0,0 0 0,0 1 0,0-1 0,-1 0 0,-1 0 0,2 1 0,1 0 0,-1 0 0,0 0 0,1 0 0,-1 0 0,0 0 0,1 0 0,-1 0 0,0 1 0,1-1 0,-1 0 0,0 0 0,1 1 0,-1-1 0,1 0 0,-1 1 0,1-1 0,-1 0 0,0 1 0,1-1 0,-1 1 0,1-1 0,0 1 0,-1-1 0,1 1 0,-1 1 0,-1 0 0,1 1 0,-1 0 0,1 0 0,0 0 0,0 0 0,0 0 0,1 0 0,-1 0 0,1 0 0,-1 4 0,2 36 0,1-24 0,0 18 0,3-1 0,0 0 0,3 0 0,1-1 0,18 46 0,-25-74 0,54 169 0,-55-168 0,0 1 0,0 13 0,-1-16 0,0 1 0,0-1 0,1 0 0,0 0 0,3 10 0,-3-14 0,-1-1 0,1 1 0,1-1 0,-1 0 0,0 1 0,0-1 0,0 0 0,1 0 0,-1 0 0,1 0 0,-1 0 0,0 0 0,1 0 0,0-1 0,-1 1 0,1 0 0,-1-1 0,1 1 0,0-1 0,0 0 0,-1 1 0,1-1 0,3 0 0,5 0 0,0 0 0,16-2 0,-26 1 0,43-6 0,-28 4 0,0 0 0,18 0 0,-7 0-1365,-16 0-5461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24575,'0'0'0,"0"0"0,-1 0 0,1 0 0,0 0 0,0-1 0,0 1 0,0 0 0,0 0 0,0 0 0,0 0 0,0 0 0,0-1 0,0 1 0,0 0 0,0 0 0,0 0 0,0 0 0,0 0 0,0-1 0,0 1 0,0 0 0,1 0 0,-1 0 0,0 0 0,0 0 0,0 0 0,0-1 0,0 1 0,0 0 0,0 0 0,0 0 0,0 0 0,1 0 0,-1 0 0,0 0 0,0 0 0,0 0 0,0 0 0,0 0 0,1-1 0,3 7 0,9 20 0,-6-13 0,-3-6 0,0 1 0,1-1 0,0 0 0,1-1 0,-1 1 0,1-1 0,0 0 0,1 0 0,-1-1 0,13 8 0,-18-13 0,-1 0 0,1 1 0,-1-1 0,0 0 0,1 1 0,-1-1 0,1 0 0,-1 0 0,1 0 0,-1 1 0,1-1 0,-1 0 0,1 0 0,0 0 0,-1 0 0,1 0 0,-1 0 0,1 0 0,-1 0 0,1 0 0,-1 0 0,1 0 0,-1-1 0,1 1 0,-1 0 0,1 0 0,-1 0 0,1-1 0,-1 1 0,1 0 0,-1-1 0,1 1 0,-1 0 0,0-1 0,1 1 0,-1 0 0,1-1 0,-1 1 0,0-1 0,0 1 0,1-1 0,-1 1 0,0-1 0,0 1 0,1-1 0,-1 1 0,0-1 0,0 1 0,0-1 0,0 1 0,0-1 0,0 1 0,0-2 0,1-4 0,-1-1 0,0 0 0,-1-10 0,1 9 0,0 3 0,0 0 0,0 1 0,0-1 0,1 0 0,0 0 0,0 0 0,0 0 0,0 1 0,1-1 0,3-6 0,-4 10 0,0-1 0,0 1 0,0 0 0,0-1 0,0 1 0,0 0 0,0 0 0,1 0 0,-1 0 0,0 0 0,1 0 0,-1 0 0,1 0 0,-1 1 0,1-1 0,-1 0 0,1 1 0,0 0 0,-1-1 0,1 1 0,0 0 0,-1 0 0,1 0 0,0 0 0,-1 0 0,1 0 0,0 0 0,-1 0 0,1 1 0,-1-1 0,1 1 0,0-1 0,-1 1 0,2 1 0,6 1 0,-1 1 0,0 1 0,0 0 0,-1 0 0,11 9 0,32 34 0,-44-41 0,-5-7 0,0 2 0,1-1 0,-1 1 0,1-1 0,-1 1 0,0 0 0,0-1 0,1 1 0,-1 0 0,0 0 0,-1 0 0,1-1 0,0 1 0,0 3 0,-3-3-1365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24575,'14'-6'0,"-1"1"0,1 0 0,1 1 0,-1 1 0,25-3 0,-29 5 0,0 1 0,0 1 0,0 0 0,-1 0 0,1 0 0,0 2 0,-1-1 0,1 1 0,11 5 0,-8-2 0,0 0 0,0 0 0,-1 2 0,20 14 0,-29-19 0,1 0 0,-1 0 0,1 1 0,-1-1 0,0 1 0,-1 0 0,1 0 0,0 0 0,-1 0 0,0 1 0,0-1 0,-1 1 0,1-1 0,-1 1 0,0 0 0,0-1 0,0 8 0,-1 10 0,-1-1 0,-7 43 0,3-37 0,4-15 0,0 0 0,1 0 0,1 0 0,0-1 0,0 1 0,1 0 0,0 0 0,1-1 0,5 14 0,8 14 0,26 47 0,-4-8 0,-29-59 0,-2-5 0,7 23 0,-13-33 0,0-1 0,0 1 0,0 0 0,-1-1 0,0 1 0,1-1 0,-1 1 0,-1 0 0,1-1 0,0 1 0,-1-1 0,-1 5 0,1-5 0,0-1 0,0 0 0,0 0 0,-1 0 0,1 0 0,-1 0 0,1-1 0,-1 1 0,0 0 0,0-1 0,0 1 0,0-1 0,0 0 0,0 0 0,0 0 0,0 0 0,0 0 0,-1 0 0,1 0 0,0 0 0,-1-1 0,1 0 0,-4 1 0,-7 0 0,-1 0 0,0-1 0,-14-2 0,8 1 0,2 1-1365,2 0-5461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24575,'0'-6'0,"0"1"0,0-1 0,1 0 0,0 1 0,0 0 0,3-10 0,-4 13 0,1 1 0,0-1 0,0 0 0,0 1 0,0-1 0,1 0 0,-1 1 0,0 0 0,1-1 0,-1 1 0,1 0 0,-1 0 0,1 0 0,-1-1 0,1 2 0,0-1 0,0 0 0,-1 0 0,1 1 0,0-1 0,0 1 0,3-1 0,2 0 0,0 0 0,1 1 0,-1 0 0,0 0 0,0 1 0,0 0 0,0 0 0,1 1 0,10 4 0,5 3 0,32 17 0,-54-25 0,3 1 0,-1 0 0,0 0 0,0 0 0,0 0 0,0 1 0,0 0 0,0-1 0,-1 1 0,1 0 0,-1 0 0,0 0 0,0 1 0,0-1 0,0 0 0,0 1 0,-1-1 0,0 1 0,0 0 0,0 0 0,0-1 0,0 1 0,0 5 0,-1 7 0,0 0 0,-1 1 0,-1-1 0,-4 18 0,2-14 0,-1 23 0,5-35 0,0-1 0,0 1 0,0-1 0,1 1 0,0-1 0,4 14 0,-4-18 0,1-1 0,-1 0 0,0 1 0,0-1 0,1 0 0,-1 0 0,1 0 0,0 0 0,-1 0 0,1-1 0,0 1 0,0-1 0,0 1 0,1-1 0,-1 1 0,0-1 0,0 0 0,1 0 0,-1 0 0,1 0 0,-1-1 0,0 1 0,6 0 0,2 0-114,1 1 1,0-2-1,-1 0 0,1 0 0,0-1 1,0 0-1,-1 0 0,1-1 0,-1-1 1,1 0-1,16-8 0,-17 6-6712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7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 24575,'-10'0'0,"-5"0"0,-4 0 0,0 2 0,0 2 0,1-1 0,1 0 0,1 1 0,0 0 0,1 0 0,3-1-8191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24575,'-15'3'0,"-8"0"0,-2 3 0,1 0 0,1 1 0,3 1 0,2 0 0,1-1 0,2 1 0,0-1 0,3-1-8191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1:58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 24575,'0'0'0,"0"0"0,0 0 0,-1-1 0,1 1 0,0 0 0,0 0 0,0 0 0,0 0 0,0 0 0,0 0 0,0 0 0,0-1 0,0 1 0,0 0 0,0 0 0,0 0 0,0 0 0,0 0 0,0 0 0,0-1 0,0 1 0,0 0 0,0 0 0,0 0 0,0 0 0,0 0 0,0 0 0,0-1 0,0 1 0,0 0 0,1 0 0,-1 0 0,0 0 0,0 0 0,0 0 0,0 0 0,0 0 0,0 0 0,0-1 0,0 1 0,0 0 0,1 0 0,-1 0 0,0 0 0,0 0 0,0 0 0,0 0 0,0 0 0,0 0 0,1 0 0,-1 0 0,0 0 0,0 0 0,0 0 0,0 0 0,0 0 0,0 0 0,1 0 0,-1 0 0,0 0 0,0 0 0,0 0 0,0 0 0,0 0 0,0 0 0,1 0 0,-1 1 0,0-1 0,0 0 0,10 13 0,8 19 0,-16-28 0,5 11 0,1 0 0,0 0 0,1-1 0,1 0 0,12 13 0,-22-26 0,0-1 0,0 1 0,1-1 0,-1 0 0,0 1 0,1-1 0,-1 0 0,0 0 0,1 1 0,-1-1 0,0 0 0,1 0 0,-1 1 0,0-1 0,1 0 0,-1 0 0,1 0 0,-1 1 0,0-1 0,1 0 0,-1 0 0,1 0 0,-1 0 0,1 0 0,-1 0 0,0 0 0,1 0 0,-1 0 0,1 0 0,-1 0 0,1 0 0,-1-1 0,0 1 0,1 0 0,-1 0 0,1 0 0,-1-1 0,0 1 0,1 0 0,-1 0 0,0-1 0,1 1 0,-1 0 0,0-1 0,1 1 0,-1 0 0,0-1 0,0 1 0,1 0 0,-1-1 0,0 1 0,0 0 0,0-1 0,0 1 0,0-1 0,1 1 0,-1-1 0,0 1 0,0 0 0,0-2 0,1-5 0,0 0 0,0 0 0,0-8 0,0 3 0,2-7 0,-3 12 0,1 0 0,1-1 0,-1 1 0,1 0 0,0 0 0,0 0 0,1 0 0,4-7 0,-6 13 0,-1 0 0,1 0 0,0 1 0,-1-1 0,1 0 0,0 0 0,0 1 0,0-1 0,0 0 0,0 1 0,0-1 0,0 1 0,0-1 0,0 1 0,0 0 0,0-1 0,0 1 0,0 0 0,1 0 0,1 0 0,-1 0 0,0 0 0,1 0 0,-1 1 0,0-1 0,1 1 0,-1-1 0,4 3 0,3 1 0,1 1 0,-2 1 0,12 8 0,-15-10 0,8 5 30,-1 1 0,0 0 0,10 13 0,-17-18-195,-1 1 0,1 0 0,-1 0 0,0 0 0,-1 0 0,0 1 0,0-1 0,4 13 0,-4-6-6661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24575,'3'10'0,"0"6"0,3 2 0,0 2 0,-1-1 0,1-4 0,0-1 0,1-1 0,2 0 0,2-3 0,-1 0 0,-2-4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24575,'0'-2'0,"0"1"0,0 4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196 170 24575,'-20'-24'0,"-4"-7"0,-2 1 0,-43-39 0,67 67 0,0 0 0,-1 0 0,1 1 0,0-1 0,-1 1 0,1 0 0,-1 0 0,1 0 0,-4-1 0,5 2 0,0 0 0,1 0 0,-1 0 0,0 0 0,0 0 0,0 0 0,1 0 0,-1 0 0,0 0 0,0 1 0,0-1 0,1 0 0,-1 1 0,0-1 0,1 0 0,-1 1 0,0-1 0,1 1 0,-1-1 0,0 1 0,1-1 0,-1 1 0,1 0 0,-1-1 0,1 1 0,-1 0 0,1-1 0,-1 1 0,1 0 0,0 0 0,0-1 0,-1 1 0,1 1 0,-2 5 0,0 1 0,0-1 0,1 1 0,0 0 0,0 0 0,1 10 0,5 49 0,33 124 0,15-2 0,-42-149 0,19 49 0,4-1 0,67 125 0,-71-165 0,-19-33 0,12 25 0,-21-37-105,-1-1 0,0 1 0,0-1 0,0 1 0,-1 0 0,1-1 0,0 1 0,-1 0 0,0 0 0,1-1 0,-1 1 0,-1 5 0,-2 1-6721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57 24575,'-30'-10'0,"-13"-4"0,-3 2 0,2 1 0,8 4 0,6 5 0,9 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34 24575,'0'-1'0,"-1"-1"0,1 1 0,0-1 0,0 0 0,-1 1 0,1-1 0,0 1 0,0-1 0,1 0 0,-1 1 0,0-1 0,0 1 0,1-1 0,-1 1 0,1-1 0,0-1 0,-1 3 0,1 0 0,-1-1 0,0 1 0,0-1 0,1 1 0,-1 0 0,0 0 0,1-1 0,-1 1 0,0 0 0,1 0 0,-1-1 0,0 1 0,1 0 0,-1 0 0,0 0 0,1-1 0,-1 1 0,1 0 0,-1 0 0,0 0 0,1 0 0,0 0 0,0 0 0,0 0 0,0 1 0,0-1 0,-1 0 0,1 1 0,0-1 0,0 0 0,0 1 0,-1-1 0,1 1 0,0 0 0,0-1 0,-1 1 0,1-1 0,0 2 0,5 5 0,-2 1 0,1-1 0,-1 1 0,-1 0 0,1 0 0,3 13 0,-4-11 0,9 30 0,13 77 0,-19-79 0,1-1 0,22 61 0,-26-90 0,56 126 0,-58-133 0,0 1 0,-1-1 0,1 0 0,-1 0 0,1 0 0,0 0 0,0 0 0,0 0 0,0 0 0,0 0 0,0 0 0,0 0 0,0-1 0,0 1 0,0 0 0,0-1 0,0 1 0,0-1 0,1 1 0,-1-1 0,0 1 0,0-1 0,1 0 0,-1 0 0,0 0 0,1 0 0,1 0 0,-1 0 0,-1-1 0,1 1 0,0-1 0,-1 0 0,1 0 0,-1 0 0,1 1 0,-1-2 0,1 1 0,-1 0 0,1 0 0,-1 0 0,0-1 0,0 1 0,0 0 0,0-1 0,0 0 0,0 1 0,1-3 0,2-6 0,1-1 0,-2 0 0,5-20 0,-6 18 0,1 1 0,9-21 0,-12 32 0,1-1 0,0 0 0,0 0 0,-1 1 0,1-1 0,1 1 0,-1-1 0,0 1 0,0-1 0,1 1 0,-1 0 0,0-1 0,1 1 0,-1 0 0,1 0 0,0 0 0,-1 0 0,1 0 0,0 1 0,0-1 0,-1 0 0,1 1 0,0-1 0,0 1 0,0 0 0,0 0 0,0-1 0,0 1 0,0 1 0,-1-1 0,1 0 0,0 0 0,0 1 0,3 0 0,4 3 0,1-1 0,-1 2 0,0-1 0,0 1 0,10 8 0,-11-7 0,38 23 0,-10-7 0,-1 2 0,31 28 0,-57-42-1365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28 24575,'-6'-4'0,"0"0"0,0 1 0,-1 0 0,1 1 0,-1-1 0,1 1 0,-1 0 0,0 1 0,1 0 0,-1 0 0,0 0 0,0 1 0,-12 1 0,15-1 0,1 1 0,-1-1 0,1 1 0,-1 0 0,1 0 0,0 1 0,-1-1 0,1 1 0,0-1 0,0 1 0,0 0 0,0 0 0,1 0 0,-1 1 0,0-1 0,1 1 0,0 0 0,-1-1 0,1 1 0,0 0 0,0 0 0,1 0 0,-1 1 0,1-1 0,-1 0 0,1 0 0,0 1 0,0 4 0,0-3 0,0 0 0,0 1 0,1-1 0,0 0 0,0 0 0,1 1 0,-1-1 0,1 0 0,0 0 0,1 0 0,-1 0 0,1 0 0,2 5 0,4 4 0,0 0 0,0-1 0,11 12 0,2 3 0,-4-3 0,-1 1 0,-1 0 0,-1 1 0,12 35 0,-19-40 0,-1 0 0,0 1 0,-2-1 0,0 1 0,-2 0 0,0 26 0,-2-46 0,0 0 0,0 1 0,1-1 0,-1 0 0,0 0 0,1 0 0,0 0 0,0 1 0,0-1 0,3 5 0,-3-7 0,0 1 0,0-1 0,0 0 0,0 1 0,1-1 0,-1 0 0,1 0 0,-1 0 0,1 0 0,-1 0 0,1 0 0,0 0 0,-1-1 0,1 1 0,0 0 0,0-1 0,0 1 0,-1-1 0,1 0 0,2 0 0,28 2 0,0-2 0,38-4 0,-65 4-170,0-1-1,0 0 0,-1 0 1,1 0-1,0-1 0,-1 0 1,8-3-1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24575,'1'-1'0,"-1"0"0,0 1 0,0-1 0,1 1 0,-1-1 0,0 0 0,1 1 0,-1-1 0,1 1 0,-1-1 0,1 1 0,-1-1 0,1 1 0,-1-1 0,1 1 0,0-1 0,-1 1 0,1 0 0,-1-1 0,1 1 0,0 0 0,1-1 0,-2 2 0,1-1 0,0 0 0,0 0 0,-1 0 0,1 1 0,0-1 0,-1 0 0,1 1 0,0-1 0,-1 0 0,1 1 0,-1-1 0,1 1 0,0-1 0,-1 1 0,1-1 0,0 2 0,3 4 0,0 0 0,0 1 0,4 10 0,-4-8 0,11 21 0,29 41 0,-44-70 0,1 0 0,0 0 0,0 0 0,0 0 0,0 0 0,0 0 0,0 0 0,0 0 0,0-1 0,0 1 0,0 0 0,0-1 0,0 1 0,1 0 0,-1-1 0,0 1 0,0-1 0,1 0 0,-1 0 0,0 1 0,1-1 0,-1 0 0,3 0 0,-3-1 0,1 1 0,-1 0 0,0-1 0,0 0 0,0 1 0,1-1 0,-1 0 0,0 1 0,0-1 0,0 0 0,0 0 0,0 0 0,0 0 0,-1 0 0,1 0 0,0 0 0,0 0 0,-1-1 0,1 1 0,-1 0 0,1 0 0,-1 0 0,1-1 0,-1-1 0,2-7 0,0 0 0,-1 0 0,-1 0 0,1 0 0,-2-12 0,0 13 0,0-1 0,2 0 0,-1 1 0,1-1 0,0 1 0,3-10 0,-3 17 0,-1 1 0,1-1 0,-1 1 0,1-1 0,0 1 0,-1 0 0,1-1 0,0 1 0,0 0 0,0 0 0,0-1 0,0 1 0,0 0 0,0 0 0,1 0 0,-1 0 0,0 0 0,1 1 0,-1-1 0,0 0 0,2 0 0,0 0 0,-1 1 0,1 0 0,-1-1 0,1 1 0,0 0 0,-1 1 0,1-1 0,-1 0 0,1 1 0,-1-1 0,5 2 0,5 3 0,-1 0 0,0 1 0,0 0 0,11 9 0,-21-14 0,143 108 0,-142-107-195,0 0 0,0 0 0,0 0 0,0 0 0,0 1 0,2 3 0,0 3-6631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6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24575,'8'-4'0,"0"0"0,0 1 0,0 0 0,1 0 0,-1 1 0,11-2 0,-15 4 0,-1-1 0,1 1 0,0 1 0,0-1 0,0 0 0,0 1 0,-1 0 0,1 0 0,0 0 0,-1 0 0,1 1 0,-1-1 0,1 1 0,-1 0 0,0 0 0,5 5 0,19 17 0,-1 2 0,-2 1 0,36 51 0,-52-67 0,3 4 0,-1 1 0,-1 0 0,-1 0 0,0 1 0,-1 0 0,0 1 0,-2 0 0,5 25 0,-5-14 0,1 0 0,1 0 0,1 0 0,1-1 0,25 48 0,56 79 0,-89-154 0,-1-1 0,1 1 0,-1 0 0,1 0 0,-1-1 0,0 1 0,0 0 0,1 0 0,-1-1 0,0 1 0,0 0 0,0 0 0,0 0 0,0-1 0,0 1 0,0 0 0,0 0 0,0 0 0,0-1 0,0 1 0,-1 0 0,1 0 0,0 0 0,0-1 0,-1 1 0,0 1 0,0-1 0,0 0 0,0 0 0,0 0 0,-1 0 0,1 0 0,0 0 0,-1 0 0,1-1 0,-1 1 0,1 0 0,-1-1 0,-1 1 0,-6 1 0,1 0 0,-1-1 0,-15 1 0,-22-3-1365,33 1-5461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8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16 24575,'-22'-2'0,"-11"-1"0,-1-1 0,1 2 0,5 0 0,5 1 0,3 0 0,2 1 0,3 0 0,1 0 0,0 0 0,0 0 0,0 0 0,2 1-8191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24575,'-20'-5'0,"-10"-2"0,-1 1 0,2 1 0,2 1 0,2 4 0,3 2 0,1 1 0,1 0 0,0 1 0,2 1 0,0-1 0,5-1-8191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09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24575,'5'22'0,"-1"-8"0,18 68 0,31 81 0,43 76 0,-94-236 0,5 15 0,17 29 0,-24-47 0,0 0 0,0 0 0,0 0 0,0 0 0,0 1 0,0-1 0,0 0 0,0 0 0,1 0 0,-1 0 0,0 0 0,0 1 0,0-1 0,0 0 0,0 0 0,0 0 0,0 0 0,0 0 0,1 0 0,-1 0 0,0 1 0,0-1 0,0 0 0,0 0 0,0 0 0,1 0 0,-1 0 0,0 0 0,0 0 0,0 0 0,0 0 0,1 0 0,-1 0 0,0 0 0,0 0 0,0 0 0,0 0 0,1 0 0,-1 0 0,0 0 0,0 0 0,3-9 0,-1-17 0,-2 20 0,2-13 0,5-25 0,-6 38 0,0 1 0,1-1 0,0 1 0,0 0 0,0 0 0,0 0 0,1 0 0,0 0 0,4-5 0,-5 8 0,0 0 0,-1 1 0,1-1 0,0 1 0,0 0 0,0-1 0,0 1 0,0 0 0,0 0 0,0 0 0,1 1 0,-1-1 0,0 0 0,0 1 0,1 0 0,-1-1 0,0 1 0,1 0 0,-1 0 0,1 0 0,-1 0 0,0 1 0,1-1 0,-1 1 0,0-1 0,0 1 0,1 0 0,-1 0 0,3 2 0,5 2 0,1 2 0,-1-1 0,0 1 0,12 12 0,-16-14 0,106 97 0,-112-102-51,1 1-31,0-1 0,0 1 0,-1 0 0,1-1-1,0 1 1,-1 0 0,1 0 0,0 0 0,-1-1 0,1 1 0,-1 0 0,0 0-1,1 0 1,-1 0 0,1 1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61 24575,'-4'-8'0,"-1"1"0,0 0 0,-9-10 0,12 15 0,0 0 0,-1 0 0,1 0 0,0 0 0,-1 1 0,1-1 0,-1 1 0,1 0 0,-1-1 0,0 1 0,0 0 0,0 1 0,1-1 0,-6 0 0,0 1 0,0 0 0,0 0 0,0 1 0,0 1 0,-12 3 0,-42 15 0,40-11 0,18-8 0,-1 1 0,0-1 0,0 2 0,0-1 0,-8 6 0,12-8 0,0 1 0,0 0 0,0-1 0,0 1 0,0 0 0,1 0 0,-1 0 0,0 0 0,1 0 0,-1 0 0,0 0 0,1 0 0,-1 0 0,1 0 0,0 0 0,-1 0 0,1 0 0,0 1 0,0-1 0,-1 0 0,1 0 0,0 0 0,0 0 0,1 1 0,-1-1 0,0 0 0,1 2 0,4 14 0,11 21 0,4 15 0,32 155 0,-43-157 0,-2 1 0,0 59 0,-5-84 0,0 0 0,11 45 0,-10-57 0,-2-10 0,0 0 0,0 0 0,0 0 0,1 0 0,0 0 0,3 7 0,-4-11 0,0 0 0,0 0 0,0 0 0,0 0 0,0 0 0,0 0 0,0 0 0,0 0 0,0 0 0,0-1 0,1 1 0,-1 0 0,0-1 0,0 1 0,1-1 0,-1 0 0,0 1 0,1-1 0,-1 0 0,0 0 0,1 0 0,-1 0 0,1 0 0,-1 0 0,0 0 0,1 0 0,-1 0 0,0-1 0,1 1 0,0-1 0,49-16 0,-38 12 0,1 0 0,-1 1 0,1 1 0,0 0 0,17-1 0,-13 4-20,-11 0-249,-1 0 0,0 0 0,0-1 0,7-1 0,-4-1-6557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1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68 174 24575,'-1'16'0,"2"0"0,0 1 0,1-1 0,1 0 0,0-1 0,1 1 0,8 19 0,-7-23 0,0 0 0,1 0 0,1 0 0,0-1 0,1 0 0,17 19 0,-24-30 0,-1 1 0,0-1 0,1 1 0,-1-1 0,0 0 0,1 1 0,-1-1 0,1 0 0,-1 1 0,1-1 0,-1 0 0,1 0 0,-1 0 0,1 1 0,-1-1 0,1 0 0,-1 0 0,1 0 0,-1 0 0,1 0 0,0 0 0,-1 0 0,0 0 0,1-1 0,-1 1 0,0 0 0,0 0 0,1-1 0,-1 1 0,0 0 0,0 0 0,0-1 0,1 1 0,-1 0 0,0-1 0,0 1 0,0 0 0,0-1 0,0 1 0,1 0 0,-1-1 0,0 1 0,0-1 0,0-2 0,0 1 0,0-1 0,0 0 0,0 0 0,0 1 0,-1-5 0,-9-25 0,-2 0 0,-1 1 0,-1 1 0,-19-30 0,-21-44 0,45 81 0,-15-45 0,24 67 0,0 1 0,0-1 0,0 1 0,0-1 0,-1 1 0,1-1 0,0 1 0,0-1 0,0 1 0,0-1 0,0 1 0,0-1 0,0 1 0,0-1 0,0 1 0,0-1 0,1 1 0,-1-1 0,0 1 0,0-1 0,1 0 0,-1 1 0,0 0 0,1 0 0,-1 0 0,0 0 0,1 0 0,-1 0 0,0 0 0,1 0 0,-1 0 0,0 0 0,1 1 0,-1-1 0,0 0 0,1 0 0,-1 0 0,0 0 0,1 1 0,-1-1 0,0 0 0,0 0 0,1 1 0,17 17 0,-17-17 0,16 19 0,1-1 0,1 0 0,0-1 0,39 26 0,-55-42 0,0-1 0,0 1 0,1 0 0,-1-1 0,1 0 0,-1 1 0,1-2 0,0 1 0,-1 0 0,1-1 0,0 1 0,-1-1 0,1 0 0,0 0 0,0-1 0,-1 1 0,1-1 0,6-1 0,-7 0 0,1 0 0,-1 1 0,1-1 0,-1-1 0,1 1 0,-1 0 0,0-1 0,0 0 0,-1 0 0,1 1 0,0-2 0,-1 1 0,0 0 0,1 0 0,-1-1 0,-1 1 0,3-5 0,0-5 0,6-23 0,2-6 0,-12 41 0,1 1 0,-1-1 0,0 0 0,0 1 0,0-1 0,1 1 0,-1-1 0,0 0 0,1 1 0,-1-1 0,1 1 0,-1 0 0,0-1 0,1 1 0,-1-1 0,1 1 0,-1-1 0,1 1 0,-1 0 0,1-1 0,0 1 0,0 0 0,-1 0 0,1 0 0,0 0 0,-1 0 0,1 0 0,-1 0 0,1 0 0,0 1 0,-1-1 0,1 0 0,-1 0 0,1 1 0,-1-1 0,1 0 0,-1 1 0,1-1 0,-1 1 0,0-1 0,1 0 0,0 1 0,2 4 0,1 0 0,-1 0 0,4 9 0,-5-10 0,22 42 0,1-2 0,41 55 0,-50-79-100,-6-8-216,0 0 0,-1 0-1,14 28 1,-18-28-6510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44 24575,'-12'-7'0,"-7"-3"0,-3 0 0,0 2 0,1 3 0,0 2 0,0 3 0,1 3 0,2 0 0,2 0 0,-3 2 0,1 0 0,0-1 0,1-1 0,3-1-8191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2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24575,'4'15'0,"31"78"0,-30-81 0,1-1 0,0 0 0,1 0 0,1 0 0,13 15 0,-20-25 0,-1 0 0,1-1 0,0 1 0,-1 0 0,1-1 0,-1 1 0,1-1 0,0 0 0,0 1 0,-1-1 0,1 1 0,0-1 0,0 0 0,-1 1 0,1-1 0,0 0 0,0 0 0,0 0 0,-1 0 0,1 0 0,0 0 0,0 0 0,0 0 0,0 0 0,-1 0 0,1 0 0,0 0 0,0-1 0,0 1 0,-1 0 0,1-1 0,0 1 0,0 0 0,-1-1 0,1 1 0,0-1 0,-1 1 0,1-1 0,0 0 0,-1 1 0,1-1 0,-1 1 0,1-1 0,-1 0 0,1 0 0,-1 1 0,1-2 0,3-5 0,0 0 0,-1-1 0,6-14 0,-7 16 0,4-11 0,-3 7 0,0 0 0,1 0 0,0 1 0,1-1 0,8-11 0,-12 20 0,0-1 0,0 0 0,1 1 0,-1-1 0,1 1 0,-1 0 0,1-1 0,0 1 0,-1 0 0,1 0 0,0 0 0,0 0 0,-1 1 0,1-1 0,0 0 0,0 1 0,0-1 0,0 1 0,0 0 0,0-1 0,0 1 0,0 0 0,0 0 0,0 1 0,0-1 0,0 0 0,0 1 0,0-1 0,0 1 0,0-1 0,0 1 0,0 0 0,3 2 0,8 6 0,0 0 0,0 1 0,-1 0 0,-1 1 0,1 1 0,10 14 0,-13-16 0,-2 0-341,1 0 0,-1 1-1,7 12 1,-10-13-6485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24575,'5'-5'0,"0"0"0,0 0 0,1 1 0,0 0 0,-1 0 0,1 1 0,0-1 0,1 1 0,6-2 0,-9 4 0,-1 0 0,1 0 0,0 1 0,0-1 0,0 1 0,0 0 0,0 0 0,0 0 0,0 1 0,0-1 0,0 1 0,-1 0 0,1 0 0,0 0 0,0 1 0,-1-1 0,6 4 0,-1 0 0,0 0 0,0 0 0,0 1 0,-1 0 0,10 10 0,-14-12 0,0 0 0,0-1 0,0 1 0,-1 0 0,0 1 0,0-1 0,0 0 0,0 0 0,-1 1 0,1-1 0,-1 1 0,0 0 0,0 5 0,3 27 0,2 0 0,18 60 0,34 68 0,40 70 0,-89-213 0,-5-13 0,-1-1 0,1 1 0,-1 0 0,-1 0 0,0 0 0,0 0 0,0 0 0,-1 0 0,-1 12 0,0-20 0,0 0 0,0 1 0,-1-1 0,1 1 0,-1-1 0,1 0 0,-1 1 0,1-1 0,-1 0 0,0 0 0,0 1 0,1-1 0,-1 0 0,0 0 0,0 0 0,0 0 0,0 0 0,-1 0 0,1 0 0,0 0 0,0-1 0,0 1 0,-1 0 0,1-1 0,0 1 0,-1-1 0,1 1 0,0-1 0,-4 1 0,-3 0 0,0 0 0,-1-1 0,1 0 0,-10-1 0,4 0 0,-47 0-1365,44 0-5461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7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24575,'1'10'0,"0"0"0,0 0 0,1 0 0,0-1 0,6 17 0,23 47 0,-19-48 0,12 21 0,2 0 0,37 48 0,-29-45 0,34 64 0,-64-106 0,-5-15 0,-8-25 0,5 20 0,-2-10 0,3 10 0,-1-1 0,0 1 0,-11-24 0,13 36 0,1-1 0,0 0 0,-1 1 0,1-1 0,-1 1 0,1-1 0,-1 1 0,0-1 0,0 1 0,0 0 0,0 0 0,1 0 0,-1 0 0,0 1 0,-1-1 0,1 0 0,0 1 0,0-1 0,-4 1 0,-5-1 0,0 1 0,-20 1 0,12 0 0,-196 1-113,147-2-1139,55 0-5574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24575,'1'-3'0,"0"1"0,1-1 0,-1 1 0,1 0 0,-1-1 0,1 1 0,0 0 0,3-3 0,-4 5 0,0-1 0,0 1 0,-1-1 0,1 1 0,0 0 0,0-1 0,0 1 0,0 0 0,0 0 0,-1 0 0,1-1 0,0 1 0,0 0 0,0 0 0,0 0 0,0 1 0,0-1 0,0 0 0,-1 0 0,1 0 0,0 1 0,0-1 0,0 0 0,0 1 0,-1-1 0,1 1 0,0-1 0,0 1 0,-1-1 0,1 1 0,0 0 0,11 11 0,0 1 0,-1 0 0,-1 0 0,0 1 0,13 24 0,-9-15 0,218 345 0,-216-343 0,38 66 0,-59-102 0,1-1 0,0 0 0,1 0 0,0 0 0,1-1 0,0 1 0,0-20 0,2 31 0,0-1 0,0 1 0,0 0 0,0 0 0,0 0 0,1 0 0,-1-1 0,0 1 0,1 0 0,-1 0 0,1 0 0,-1 0 0,1 0 0,0 0 0,-1 0 0,1 0 0,0 0 0,0 0 0,-1 0 0,1 1 0,0-1 0,1-1 0,0 2 0,-1-1 0,1 1 0,0-1 0,-1 1 0,1 0 0,-1 0 0,1-1 0,0 1 0,-1 0 0,1 0 0,0 1 0,-1-1 0,1 0 0,1 1 0,7 2 0,-1 1 0,1-1 0,-1 2 0,10 5 0,-15-7 0,70 44 0,12 6 0,-76-47 0,1-2 0,0 1 0,1-1 0,-1-1 0,0 0 0,20 2 0,-24-4 0,0-1 0,0 1 0,-1-1 0,1-1 0,0 0 0,0 0 0,0 0 0,0 0 0,-1-1 0,8-3 0,-10 3 0,-1 0 0,0 0 0,0 0 0,0 0 0,0 0 0,0 0 0,-1-1 0,1 0 0,-1 1 0,0-1 0,1 0 0,-1 0 0,0 0 0,-1 0 0,1-1 0,0 1 0,-1 0 0,0-1 0,0 1 0,1-8 0,1-3 0,-2-1 0,0 1 0,0-1 0,-1 1 0,-1-1 0,-3-16 0,3 22 0,-1 0 0,-1 0 0,0 1 0,0-1 0,0 0 0,-1 1 0,0 0 0,-1 0 0,0 0 0,-10-12 0,14 18 0,0 1 0,0 0 0,-1-1 0,1 1 0,0 0 0,0 0 0,-1 0 0,1 0 0,-1 0 0,1 1 0,-1-1 0,1 0 0,-1 1 0,1-1 0,-1 1 0,0-1 0,1 1 0,-1 0 0,0-1 0,1 1 0,-1 0 0,0 0 0,1 1 0,-4-1 0,3 1 0,0 0 0,0 0 0,0 0 0,1 0 0,-1 1 0,0-1 0,1 0 0,-1 1 0,1-1 0,-1 1 0,1-1 0,0 1 0,0 0 0,0 0 0,0-1 0,0 1 0,0 0 0,0 0 0,0 4 0,-2 2 0,1 1 0,0-1 0,0 1 0,1 0 0,0-1 0,1 1 0,1 17 0,0-20 0,0-1 0,0 1 0,1 0 0,0-1 0,0 1 0,0-1 0,1 0 0,0 0 0,0 0 0,0 0 0,0 0 0,9 8 0,-6-7 0,0-1 0,1 1 0,0-1 0,0 0 0,1-1 0,-1 0 0,1 0 0,0-1 0,0 0 0,0 0 0,8 2 0,-1-3 0,-1 1 0,1-2 0,0 0 0,-1 0 0,24-3 0,-31 1-114,-1 1 1,0-1-1,0 0 0,0-1 0,1 0 1,-2 0-1,1 0 0,0-1 0,0 1 1,-1-1-1,7-5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18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24575,'1'-1'0,"0"1"0,0-1 0,-1 1 0,1 0 0,0-1 0,0 1 0,0 0 0,0 0 0,-1 0 0,1 0 0,0 0 0,0 0 0,0 0 0,0 0 0,0 0 0,0 0 0,0 0 0,-1 0 0,1 1 0,0-1 0,0 0 0,0 1 0,-1-1 0,2 1 0,22 13 0,-21-12 0,40 29 0,-33-22 0,1 0 0,0-1 0,0-1 0,24 11 0,-32-17 0,1 1 0,-1-1 0,0-1 0,1 1 0,-1 0 0,1-1 0,-1 0 0,1 0 0,-1 0 0,1 0 0,5-1 0,-7 0 0,0 1 0,0-1 0,0 0 0,0 0 0,-1 0 0,1 0 0,0 0 0,-1 0 0,1 0 0,0 0 0,-1-1 0,1 1 0,-1 0 0,0-1 0,0 1 0,1-1 0,-1 0 0,0 1 0,0-1 0,0 0 0,0-3 0,4-8 0,-2-1 0,0 0 0,-1-1 0,1-15 0,-2 14 0,-1 15 0,0 0 0,0 0 0,0 0 0,1 0 0,-1 0 0,0 0 0,0 0 0,1 0 0,-1 0 0,0 0 0,1 0 0,-1 0 0,1 0 0,-1 0 0,1 0 0,0 0 0,-1 1 0,1-1 0,0 0 0,0 0 0,-1 1 0,1-1 0,0 1 0,0-1 0,0 0 0,0 1 0,0 0 0,0-1 0,0 1 0,0 0 0,0-1 0,0 1 0,0 0 0,0 0 0,0 0 0,0 0 0,0 0 0,0 0 0,0 0 0,0 0 0,0 0 0,2 1 0,5 1 0,-1 0 0,1 1 0,-1 0 0,12 6 0,-11-5 0,238 125 0,-211-105-1365,-21-14-5461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24575,'0'0'0,"1"0"0,-1 1 0,1-1 0,0 0 0,-1 1 0,1-1 0,-1 0 0,1 1 0,-1-1 0,1 0 0,-1 1 0,0-1 0,1 1 0,-1-1 0,1 1 0,-1-1 0,0 1 0,1-1 0,-1 1 0,0 0 0,0-1 0,1 1 0,-1-1 0,0 1 0,0 0 0,5 21 0,-3-13 0,0 1 0,2 1 0,-1-1 0,1 0 0,10 17 0,-13-24 0,1-1 0,0 1 0,0-1 0,-1 1 0,1-1 0,1 0 0,-1 0 0,0 0 0,1 0 0,-1 0 0,1-1 0,-1 1 0,1-1 0,0 1 0,0-1 0,-1 0 0,1 0 0,0 0 0,0-1 0,0 1 0,6 0 0,-7-1 0,0-1 0,0 1 0,0 0 0,0 0 0,-1-1 0,1 1 0,0-1 0,0 0 0,-1 0 0,1 1 0,0-1 0,-1 0 0,1 0 0,-1-1 0,1 1 0,-1 0 0,1 0 0,-1-1 0,0 1 0,0-1 0,0 1 0,0-1 0,0 1 0,0-1 0,0 0 0,0 0 0,-1 1 0,1-1 0,0 0 0,-1 0 0,1-3 0,1-7 0,-1 1 0,0-1 0,-2-22 0,1 24 0,-1 7 0,1 0 0,0-1 0,1 1 0,-1 0 0,1 0 0,0-5 0,-1 8 0,0-1 0,1 1 0,-1 0 0,0-1 0,0 1 0,0-1 0,1 1 0,-1 0 0,0-1 0,1 1 0,-1 0 0,0 0 0,0-1 0,1 1 0,-1 0 0,1-1 0,-1 1 0,0 0 0,1 0 0,-1 0 0,0 0 0,1-1 0,0 1 0,0 0 0,0 0 0,0 0 0,0 1 0,0-1 0,-1 0 0,1 0 0,0 1 0,0-1 0,0 0 0,-1 1 0,1-1 0,0 0 0,0 1 0,0 0 0,86 66 0,-59-48 0,2-2 0,47 22 0,-77-39 0,0 0 0,0 0 0,0 0 0,0 0 0,0 0 0,0 0 0,0 0 0,0 0 0,0-1 0,0 1 0,0 0 0,0 0 0,0 0 0,0 0 0,0 0 0,0 0 0,0 0 0,0 0 0,0 0 0,0 0 0,0 0 0,0 0 0,0 0 0,1 0 0,-1 0 0,0 0 0,0 0 0,0 0 0,0 0 0,0 0 0,0 0 0,0 0 0,0 0 0,0 0 0,0 0 0,0 0 0,0 0 0,0 0 0,0 0 0,0 0 0,0 0 0,1 0 0,-1 0 0,0 0 0,0 0 0,0 0 0,0 0 0,0 0 0,0 0 0,0 0 0,-6-6 0,-12-8 0,4 4-1365,1 1-5461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61 24575,'-10'-5'0,"-9"-2"0,-5-2 0,-5 1 0,1 1 0,3 0 0,0 0 0,2 2 0,2 2 0,3 1 0,4 1-8191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45 24575,'-30'-8'0,"-13"-2"0,-4 0 0,4 3 0,7 1 0,6 3 0,6 4 0,5 1 0,3 1 0,2 3 0,0-1 0,3 3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33 24575,'-3'0'0,"-61"-5"0,57 5 0,1 0 0,0 1 0,0 0 0,0 0 0,0 0 0,0 0 0,0 1 0,-7 3 0,12-4 0,-1 0 0,0 0 0,0 0 0,1 0 0,-1 1 0,1-1 0,-1 0 0,1 1 0,0-1 0,-1 1 0,1-1 0,0 1 0,0 0 0,0-1 0,0 1 0,0 0 0,1 0 0,-1 0 0,0 0 0,1 0 0,0-1 0,-1 1 0,1 0 0,0 0 0,0 0 0,0 0 0,0 0 0,0 0 0,0 0 0,1 0 0,-1 0 0,1 0 0,0 0 0,-1 0 0,2 2 0,1 3 0,0-1 0,0 0 0,1 0 0,0 0 0,0-1 0,0 1 0,1-1 0,9 9 0,-8-10 0,0 0 0,0 0 0,0-1 0,1 0 0,-1 0 0,1 0 0,0-1 0,0 0 0,0 0 0,0-1 0,0 0 0,0 0 0,9 0 0,-12-1 0,-1 0 0,0 0 0,0 0 0,0-1 0,0 1 0,1-1 0,-1 0 0,0 0 0,0 0 0,0 0 0,0 0 0,-1-1 0,1 1 0,0-1 0,-1 0 0,1 0 0,-1 0 0,1 0 0,-1 0 0,0-1 0,0 1 0,0 0 0,0-1 0,0 0 0,0 0 0,-1 1 0,0-1 0,1 0 0,-1 0 0,0 0 0,1-5 0,-1 2 0,0-1 0,-1 1 0,0-1 0,0 1 0,0 0 0,0-1 0,-1 1 0,0 0 0,-1-1 0,1 1 0,-5-9 0,5 12 0,-1-1 0,1 1 0,-1 0 0,0 0 0,0 0 0,0 0 0,-1 1 0,1-1 0,0 1 0,-1-1 0,0 1 0,0 0 0,0 0 0,0 0 0,0 0 0,0 1 0,0-1 0,0 1 0,-1 0 0,1 0 0,-8-2 0,-3 2-1365,1 1-5461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1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24575,'11'36'0,"24"47"0,40 57 0,-21-41 0,-26-47 0,32 66 0,-49-93 0,-1 0 0,12 49 0,-21-70-151,0 0-1,0 0 0,-1-1 0,1 1 1,-1 0-1,0 0 0,0 0 1,-2 7-1,-1-2-6674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24575,'27'-2'0,"12"-1"0,2-3 0,-3 0 0,-9 1-8191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24575,'1'12'0,"1"1"0,0-1 0,1 1 0,8 22 0,-5-17 0,5 14 0,2-1 0,1 0 0,24 38 0,63 82 0,-81-121 0,48 57 0,-66-84-1365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18 24575,'0'-1'0,"-1"-13"0,0 12 0,-3 8 0,2 4 0,-1-1 0,1 1 0,1 0 0,0-1 0,1 19 0,5 49 0,-4-72 0,3 35 0,2 0 0,2-1 0,1 0 0,2-1 0,2 0 0,1 0 0,27 48 0,-24-57 0,1 0 0,28 35 0,-40-57 0,1 1 0,-1-1 0,1-1 0,1 1 0,-1-1 0,1 0 0,0-1 0,1 0 0,-1 0 0,1-1 0,0 0 0,18 5 0,-24-9-170,-1 1-1,1-1 0,0 1 1,0-1-1,-1 0 0,1 0 1,4-1-1,2-2-6655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24575,'10'-11'0,"1"1"0,0 0 0,1 1 0,22-15 0,-30 22 0,0 0 0,-1 1 0,1-1 0,0 1 0,0 0 0,0 0 0,0 0 0,0 0 0,1 1 0,-1-1 0,0 1 0,0 0 0,0 0 0,1 1 0,-1-1 0,0 1 0,0 0 0,0 0 0,0 1 0,0-1 0,6 4 0,-2 0 0,0 0 0,0 1 0,-1 0 0,1 0 0,-2 1 0,1 0 0,-1 0 0,8 11 0,-3 0 0,1 0 0,13 33 0,-21-42 0,-1 0 0,0 0 0,-1 0 0,0 1 0,0-1 0,0 11 0,-3 57 0,0-50 0,2 30 0,-1-55 0,1 0 0,-1 0 0,1 0 0,-1 0 0,1 0 0,0 0 0,-1 0 0,1 0 0,0 0 0,0 0 0,1-1 0,-1 1 0,0 0 0,0-1 0,1 1 0,1 1 0,1-1 0,-1 1 0,1-1 0,-1 0 0,1 0 0,0 0 0,0-1 0,6 3 0,3-1 0,1-1 0,-1 0 0,27 0 0,-33-2-117,3 0-195,0 0 0,0 0 0,12-3 0,-9-1-6514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 24575,'-28'5'0,"-11"2"0,-4-1 0,2-1 0,6-1 0,4 1 0,5-1 0,4 0 0,3-2 0,3 0 0,3-1-8191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24575,'24'8'0,"-1"2"0,0 0 0,-1 2 0,0 0 0,-1 2 0,0 0 0,31 28 0,-31-21 0,0 1 0,-1 1 0,-1 1 0,-1 0 0,-2 1 0,14 29 0,-14-25 0,-2 2 0,-2 0 0,0 0 0,-2 1 0,-2 1 0,-1 0 0,-1 0 0,-2 0 0,-1 0 0,-4 67 0,1-96 6,0 0 0,-1 0 0,0 0 0,0 0 0,0-1 0,-1 1 0,1 0 0,-1-1 0,0 1 0,0-1 0,0 1 0,0-1 0,0 0 0,-1 0 0,0 0 0,1 0 0,-1 0 0,0-1 0,-4 3 0,1-2-141,0 1 0,0-1 0,0-1 0,-1 1 0,1-1 0,-1 0 0,1 0 0,-1-1 0,0 0 0,-8 0 0,2 0-6691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9 24575,'-7'-2'0,"-6"-2"0,-2 1 0,-2 3 0,0 2 0,0 2 0,1 2 0,0-2 0,1 2 0,-3 0 0,0-1 0,0-2 0,-2-1 0,0 0 0,1-5 0,1 0 0,4 0-8191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4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33 24575,'-8'-8'0,"-4"-2"0,-1 3 0,-1 3 0,1 2 0,-2 1 0,1 3 0,-1 2 0,0 0 0,-2 1 0,-1 1 0,-3-1 0,-2-2 0,0-1 0,-2-1 0,2 0 0,5-1-8191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2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668 14 24575,'143'-14'0,"-132"14"0,-15 2 0,-17 3 0,-241 16 0,-3-20 0,131-2 0,122 2 0,-1 0 0,-19 5 0,-15 1 0,42-7 0,3 0 0,0 0 0,1 0 0,-1 0 0,0 0 0,0 0 0,0 1 0,1-1 0,-1 1 0,0-1 0,0 1 0,1 0 0,-1-1 0,-2 2 0,4-1 0,0-1 0,0 0 0,0 0 0,0 0 0,0 0 0,0 1 0,0-1 0,0 0 0,0 0 0,0 0 0,0 0 0,0 0 0,0 1 0,0-1 0,0 0 0,0 0 0,0 0 0,0 0 0,0 0 0,1 1 0,-1-1 0,0 0 0,0 0 0,0 0 0,0 0 0,0 0 0,0 0 0,0 1 0,0-1 0,1 0 0,-1 0 0,0 0 0,0 0 0,0 0 0,0 0 0,0 0 0,1 0 0,-1 0 0,0 0 0,0 0 0,0 0 0,0 0 0,0 0 0,1 0 0,-1 0 0,0 0 0,0 0 0,11 3 0,-10-3 0,398 98 0,-386-94 0,43 16 0,-51-18 0,0 0 0,0 1 0,-1-1 0,0 1 0,1 0 0,-1 0 0,0 1 0,7 6 0,-10-7 0,1-1 0,-1 0 0,0 0 0,0 1 0,0-1 0,0 1 0,0-1 0,0 1 0,0-1 0,-1 1 0,0-1 0,1 1 0,-1-1 0,0 1 0,0 0 0,0-1 0,-1 1 0,1 0 0,0-1 0,-1 1 0,-1 3 0,0-2 0,0 0 0,0 0 0,0 0 0,0 0 0,0-1 0,-1 1 0,0-1 0,0 0 0,0 0 0,0 0 0,0 0 0,-5 3 0,-80 43 0,20-12 0,-155 89 0,210-118 0,0 0 0,1 0 0,0 1 0,0 0 0,-18 20 0,29-28 0,1-1 0,0 0 0,0 0 0,-1 1 0,1-1 0,0 0 0,0 1 0,0-1 0,-1 0 0,1 1 0,0-1 0,0 1 0,0-1 0,0 0 0,0 1 0,0-1 0,0 1 0,-1-1 0,1 0 0,0 1 0,1-1 0,-1 1 0,0-1 0,0 0 0,0 1 0,0-1 0,0 1 0,0-1 0,1 1 0,-1-1 0,1 1 0,-1-1 0,1 1 0,0-1 0,-1 1 0,1-1 0,0 1 0,0-1 0,-1 0 0,1 1 0,0-1 0,0 0 0,1 0 0,27 2 0,104-16 0,-57 3 0,435-10-1365,-488 21-5461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0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94 203 24575,'-1'0'0,"1"0"0,-1 0 0,0 0 0,0 0 0,0 0 0,1 0 0,-1 0 0,0 0 0,0 0 0,1 1 0,-1-1 0,0 0 0,0 1 0,1-1 0,-1 0 0,0 1 0,1-1 0,-1 1 0,0-1 0,1 1 0,-1-1 0,1 1 0,-1-1 0,0 1 0,1 0 0,-1 0 0,1 1 0,-1-1 0,1 0 0,0 0 0,0 1 0,0-1 0,0 0 0,0 1 0,0-1 0,0 0 0,1 1 0,-1-1 0,0 0 0,1 0 0,0 2 0,2 4 0,1 0 0,-1 0 0,1 0 0,6 6 0,6 5 0,23 22 0,-38-39 0,4 2 0,-7-11 0,-8-11 0,-29-37 0,26 40 0,2-1 0,0 0 0,0-1 0,2 0 0,-8-21 0,-21-57 0,38 94 0,5 6 0,12 11 0,0 1 0,-15-15 0,14 12 0,1 0 0,1-2 0,22 12 0,35 9 0,-65-29 0,0 0 0,0 0 0,1-1 0,-1 0 0,18 0 0,-23-2 0,0-1 0,-1 0 0,1 0 0,0 0 0,-1 0 0,1-1 0,-1 1 0,0-1 0,1 0 0,-1-1 0,0 1 0,0-1 0,-1 1 0,1-1 0,0-1 0,-1 1 0,0 0 0,1-1 0,-2 0 0,1 1 0,0-1 0,-1 0 0,1 0 0,-1-1 0,0 1 0,-1 0 0,1-1 0,-1 0 0,0 1 0,0-1 0,0 1 0,-1-1 0,1 0 0,-1 0 0,0 1 0,-1-1 0,1 0 0,-1 1 0,0-1 0,-1-5 0,-7-21 0,9 53 0,4-2 0,1 0 0,1 0 0,1-1 0,1 1 0,0-2 0,2 1 0,0-1 0,1-1 0,0 0 0,25 27 0,-9-17-1365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33 24575,'-20'-33'0,"34"57"0,29 53 0,-11-1 0,32 122 0,-63-196 0,25 104 0,-10-39 0,-16-66 0,0 0 0,0 0 0,0-1 0,0 1 0,1 0 0,-1-1 0,0 1 0,0 0 0,1-1 0,-1 1 0,0 0 0,1-1 0,-1 1 0,1-1 0,-1 1 0,1-1 0,0 2 0,0-2 0,-1 0 0,0-1 0,0 1 0,1 0 0,-1 0 0,0 0 0,1 0 0,-1 0 0,0 0 0,1-1 0,-1 1 0,0 0 0,0 0 0,0 0 0,1-1 0,-1 1 0,0 0 0,0 0 0,1-1 0,-1 1 0,0 0 0,0-1 0,0 1 0,0 0 0,0 0 0,1-1 0,8-28 0,-9 27 0,36-123 0,-35 124 0,-1 0 0,0 0 0,0 0 0,1-1 0,-1 1 0,0 0 0,1 0 0,-1 0 0,1 0 0,0 0 0,-1 0 0,1 0 0,0 0 0,0 0 0,-1 0 0,1 0 0,0 0 0,0 0 0,0 0 0,0 1 0,0-1 0,0 0 0,0 1 0,0-1 0,1 1 0,-1-1 0,0 1 0,0 0 0,0-1 0,1 1 0,-1 0 0,0 0 0,0 0 0,1 0 0,-1 0 0,0 0 0,0 0 0,0 0 0,1 1 0,-1-1 0,0 0 0,2 2 0,5 1 0,0 1 0,0 0 0,-1 1 0,1 0 0,6 6 0,0 0 0,64 35 115,3 2-1595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2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74 24575,'0'0'0,"-62"-46"0,55 42 0,1 0 0,-1 1 0,0 0 0,0 0 0,-1 0 0,1 1 0,-14-3 0,18 5 0,-1 0 0,1 0 0,-1 0 0,0 0 0,1 1 0,-1-1 0,1 1 0,-1 0 0,1 0 0,0 0 0,-1 1 0,1-1 0,0 1 0,0-1 0,0 1 0,0 0 0,0 1 0,1-1 0,-4 3 0,4-3 0,0 0 0,1 0 0,-1 0 0,1 1 0,-1-1 0,1 0 0,0 1 0,0-1 0,0 0 0,0 1 0,0-1 0,1 1 0,-1-1 0,1 1 0,0 0 0,-1-1 0,1 1 0,0-1 0,1 1 0,-1 0 0,0-1 0,1 1 0,-1-1 0,1 1 0,0-1 0,1 3 0,7 12 0,1 0 0,24 30 0,5 6 0,-21-20 0,-1 0 0,23 63 0,13 74 0,-35-107 0,-17-57 0,2 1 0,-1-1 0,1 1 0,0-1 0,5 10 0,-6-14 0,-1 0 0,1 0 0,0-1 0,-1 1 0,1 0 0,0 0 0,0-1 0,0 1 0,0-1 0,1 0 0,-1 0 0,0 0 0,1 0 0,-1 0 0,0 0 0,1 0 0,-1-1 0,4 1 0,6 0 0,-1 0 0,0-1 0,20-3 0,-27 3 0,0-1 0,0 0 0,0 0 0,0 0 0,0 0 0,-1-1 0,1 0 0,0 1 0,-1-1 0,1 0 0,-1-1 0,0 1 0,6-6 0,-8 7-54,0 0-1,-1 0 0,1 0 1,0 0-1,-1-1 1,1 1-1,-1 0 0,0 0 1,1-1-1,-1 1 1,0 0-1,0 0 0,1-1 1,-1 1-1,0 0 0,0-1 1,-1 1-1,1 0 1,0 0-1,0-1 0,-1 1 1,1 0-1,0 0 1,-2-2-1,-3-9-6771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48 214 24575,'1'0'0,"-1"0"0,0 1 0,0-1 0,0 0 0,0 0 0,0 0 0,0 0 0,0 0 0,0 0 0,0 0 0,0 0 0,0 0 0,0 0 0,1 0 0,-1 0 0,0 0 0,0 0 0,0 0 0,0 0 0,0 0 0,0 0 0,0 0 0,0-1 0,0 1 0,0 0 0,0 0 0,0 0 0,0 0 0,1 0 0,-1 0 0,0 0 0,0 0 0,0 0 0,0 0 0,0 0 0,0 0 0,0 0 0,0 0 0,0 0 0,6 14 0,5 23 0,-5-13 0,2 1 0,1-1 0,1-1 0,17 32 0,-6-22 0,-19-33 0,-1-4 0,-3-5 0,-7-19 0,-2 0 0,0 0 0,-24-38 0,-6-14 0,36 67 0,-30-71 0,35 83 0,-1 0 0,1 1 0,0-1 0,0 0 0,-1 0 0,1 0 0,0 1 0,0-1 0,0 0 0,0 0 0,0 0 0,0 0 0,0 1 0,0-1 0,0 0 0,0 0 0,0 0 0,1 0 0,-1 0 0,1 1 0,-1 0 0,0 0 0,1 0 0,-1 0 0,1 0 0,-1 0 0,0 0 0,1 0 0,-1 0 0,1 0 0,-1 0 0,0 0 0,1 0 0,-1 0 0,1 0 0,-1 0 0,0 0 0,1 1 0,-1-1 0,0 0 0,1 0 0,-1 0 0,0 1 0,1-1 0,29 25 0,-25-20 0,13 10 0,1-2 0,1 0 0,0-1 0,0-1 0,1-1 0,32 11 0,-46-19 0,0 0 0,0 0 0,0 0 0,0-1 0,14 0 0,-19-1 0,-1 0 0,1 0 0,0 0 0,-1 0 0,1 0 0,-1-1 0,1 1 0,0-1 0,-1 1 0,1-1 0,-1 1 0,1-1 0,-1 0 0,1 0 0,-1 0 0,0 0 0,1 0 0,-1 0 0,0 0 0,0 0 0,0-1 0,0 1 0,0 0 0,0-1 0,0 1 0,0-1 0,0 1 0,-1-1 0,1 1 0,-1-1 0,1-1 0,1-13 0,0 0 0,-1 1 0,-1-1 0,-2-22 0,-1-7 0,3 35 0,-1 8 0,1-1 0,0 1 0,0-1 0,0 1 0,0-1 0,0 1 0,0-1 0,1 1 0,-1-1 0,1 1 0,0-1 0,0 1 0,0 0 0,1-4 0,-1 6 0,0-1 0,-1 1 0,1 0 0,-1 0 0,1-1 0,-1 1 0,1 0 0,0 0 0,-1 0 0,1 0 0,0 0 0,-1 0 0,1 0 0,-1 0 0,1 0 0,0 0 0,-1 0 0,1 0 0,-1 1 0,1-1 0,0 0 0,-1 0 0,1 1 0,-1-1 0,1 0 0,-1 1 0,1-1 0,-1 0 0,1 1 0,-1-1 0,1 1 0,0 0 0,16 17 0,-16-16 0,2 2 0,92 118 0,-75-93 0,-2 0 0,22 47 0,-34-63-117,0-1-195,-1-1 0,-1 1 0,5 17 0,-7-17-6514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44 24575,'-10'-7'0,"-5"-3"0,-4 0 0,0 2 0,0 3 0,1 2 0,-2 3 0,1 3 0,-2 3 0,0 2 0,-1 1 0,2-2-8191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4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24575,'0'0'0,"0"0"0,-1 0 0,1 0 0,0 0 0,0 0 0,-1 0 0,1 1 0,0-1 0,0 0 0,-1 0 0,1 0 0,0 0 0,0 0 0,-1 0 0,1 1 0,0-1 0,0 0 0,0 0 0,0 0 0,-1 1 0,1-1 0,0 0 0,0 0 0,0 1 0,0-1 0,0 0 0,0 0 0,-1 1 0,1-1 0,0 0 0,0 1 0,0 12 0,6 11 0,-4-16 0,1 1 0,0-1 0,1 0 0,0 0 0,0 0 0,0 0 0,1 0 0,0-1 0,1 0 0,0 0 0,0-1 0,13 12 0,-18-18 0,0 1 0,0 0 0,0-1 0,0 1 0,0-1 0,1 1 0,-1-1 0,0 1 0,0-1 0,0 0 0,0 0 0,1 1 0,-1-1 0,0 0 0,0 0 0,1 0 0,-1 0 0,0-1 0,0 1 0,0 0 0,1 0 0,-1-1 0,1 0 0,0 0 0,0 0 0,0-1 0,0 1 0,0-1 0,0 0 0,0 1 0,-1-1 0,1 0 0,-1 0 0,3-4 0,1-5 0,0 1 0,0-1 0,4-19 0,-8 30 0,-1-4 0,1 1 0,1 0 0,-1-1 0,0 1 0,1 0 0,0 0 0,-1 0 0,1 0 0,0 0 0,1 0 0,-1 1 0,5-5 0,-5 6 0,-1 0 0,1 0 0,-1 1 0,1-1 0,0 0 0,-1 1 0,1 0 0,0-1 0,-1 1 0,1 0 0,0 0 0,-1 0 0,1 0 0,0 0 0,0 0 0,-1 0 0,1 0 0,0 1 0,-1-1 0,1 1 0,0-1 0,-1 1 0,1 0 0,-1 0 0,1 0 0,-1-1 0,3 3 0,15 11 0,0 1 0,-1 1 0,-1 1 0,0 0 0,15 21 0,-28-33-195,-1-1 0,0 1 0,0 0 0,0 0 0,-1 0 0,5 11 0,-4-4-6631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24575,'3'-3'0,"10"-6"0,0 0 0,0 1 0,17-7 0,-26 13 0,0 0 0,0 1 0,0 0 0,0 0 0,1 0 0,-1 0 0,0 1 0,0-1 0,1 1 0,-1 0 0,0 0 0,0 1 0,1-1 0,-1 1 0,0 0 0,7 3 0,9 5 0,0 2 0,-1 0 0,0 1 0,0 1 0,-2 1 0,27 26 0,-39-34 0,0-1 0,-1 1 0,0 0 0,0 0 0,-1 0 0,0 0 0,4 12 0,13 51 0,-8-21 0,3-7 0,28 53 0,-17-39 0,1 1 0,12 25 0,-34-69 0,-1 0 0,-1 0 0,1 1 0,2 23 0,-6-35 0,0 1 0,0 0 0,0-1 0,0 1 0,0 0 0,0-1 0,0 1 0,0 0 0,-1-1 0,1 1 0,-1-1 0,1 1 0,-1 0 0,1-1 0,-1 1 0,0-1 0,0 0 0,0 1 0,0-1 0,-1 2 0,-1-1 0,0 0 0,0-1 0,0 1 0,0-1 0,0 1 0,0-1 0,0 0 0,-1-1 0,-3 2 0,-17 2 49,-36 1 0,40-4-536,0 1-1,-37 8 0,39-5-6338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24575,'6'-6'0,"-1"0"0,1 1 0,1 0 0,-1 0 0,0 1 0,1-1 0,0 1 0,0 1 0,0-1 0,1 1 0,-1 1 0,1-1 0,0 1 0,-1 1 0,1-1 0,0 1 0,0 0 0,15 2 0,-17-1 0,0 0 0,-1 0 0,1 1 0,-1 0 0,1 0 0,-1 1 0,1-1 0,8 5 0,-12-5 0,0 1 0,0-1 0,0 1 0,0-1 0,0 1 0,0 0 0,-1 0 0,1 0 0,-1 0 0,1 0 0,-1 0 0,1 0 0,-1 0 0,0 1 0,0-1 0,0 0 0,-1 1 0,1-1 0,-1 1 0,1-1 0,-1 5 0,1 10 0,-2 0 0,0 0 0,-6 32 0,3-29 0,1 1 0,0 24 0,3-39 0,1 0 0,-1 1 0,1-1 0,0 0 0,1 1 0,-1-1 0,1 0 0,1 0 0,-1 0 0,1 0 0,4 6 0,-2-4 0,0-1 0,1 0 0,0 0 0,0 0 0,1-1 0,-1 0 0,1 0 0,8 5 0,-12-10 0,0 1 0,0-1 0,0 1 0,0-1 0,0 0 0,0 0 0,0 0 0,0 0 0,0-1 0,0 1 0,1-1 0,-1 0 0,0 0 0,0 0 0,0 0 0,1-1 0,-1 1 0,0-1 0,0 0 0,0 0 0,0 0 0,0 0 0,0 0 0,0-1 0,0 1 0,2-3 0,5-5-1365,-2 1-5461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29 24575,'-5'-2'0,"-4"-1"0,-4-1 0,-1 2 0,-1 0 0,-3 1 0,-1 0 0,0 1 0,1 0 0,-2 0 0,1 0 0,-2-2 0,0-1 0,1 0 0,-1 0 0,1 1 0,3 1-8191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4 24575,'-28'-3'0,"-11"2"0,-2 2 0,4-1 0,5 1 0,6 0 0,8-1-8191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3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24575,'1'7'0,"0"0"0,0 0 0,0 0 0,1 0 0,0-1 0,1 1 0,0 0 0,0-1 0,0 0 0,0 0 0,1 0 0,0 0 0,1 0 0,-1-1 0,1 0 0,0 0 0,6 5 0,-10-9 0,-1-1 0,1 1 0,0-1 0,0 1 0,-1-1 0,1 1 0,0-1 0,0 0 0,-1 1 0,1-1 0,0 0 0,0 0 0,0 0 0,0 0 0,0 1 0,-1-1 0,1 0 0,0 0 0,0-1 0,0 1 0,0 0 0,0 0 0,-1 0 0,2-1 0,-1 0 0,1 0 0,-1 1 0,0-1 0,0 0 0,0 0 0,-1 0 0,1-1 0,0 1 0,0 0 0,-1 0 0,1 0 0,0 0 0,0-3 0,2-5 0,-1 0 0,0 1 0,1-17 0,-3 20 0,1 0 0,-1 1 0,1-1 0,0 1 0,0 0 0,0 0 0,1 0 0,-1-1 0,1 1 0,2-4 0,-2 7 0,-1 0 0,0-1 0,0 1 0,0 0 0,0 0 0,1 0 0,-1 0 0,1 0 0,-1 0 0,1 0 0,-1 1 0,1-1 0,-1 0 0,1 1 0,0-1 0,-1 1 0,1 0 0,0-1 0,-1 1 0,1 0 0,0 0 0,-1 0 0,1 0 0,0 0 0,2 1 0,4 1 0,0 0 0,0 1 0,0 0 0,-1 0 0,1 0 0,13 10 0,39 31 0,-53-38 0,0 0-151,1 0-1,-2 1 0,1 0 0,-1 1 1,0 0-1,-1-1 0,1 2 1,7 16-1,-8-12-6674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4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15 24575,'-29'0'0,"-48"-9"0,38 5-120,-75 2 0,76 2-1005,26 1-5701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45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16 24575,'-8'-3'0,"-4"0"0,-4 0 0,-1 0 0,0 1 0,0 1 0,1 0 0,0 1 0,1 3 0,0 0 0,-3 1 0,0-2 0,3 0-8191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42 174 24575,'1'4'0,"0"1"0,1-1 0,-1 0 0,1 0 0,0 0 0,0 0 0,0 0 0,1 0 0,-1-1 0,7 7 0,-1 1 0,84 131 0,-114-194 0,7 26 0,-93-189 0,87 163 0,19 50 0,2 8 0,4 10 0,2-4 0,1 0 0,1 1 0,-1-2 0,2 1 0,0-1 0,0-1 0,16 14 0,-20-19 0,1 0 0,0 0 0,0-1 0,0 0 0,1 0 0,-1-1 0,1 0 0,0 0 0,0 0 0,0-1 0,0 0 0,1-1 0,-1 1 0,0-1 0,14 0 0,-19-1 0,-1-1 0,1 1 0,0 0 0,-1-1 0,1 1 0,0-1 0,-1 1 0,1-1 0,-1 0 0,1 1 0,-1-1 0,0 0 0,1 0 0,-1 0 0,0 0 0,0 0 0,2-2 0,-1 0 0,-1 1 0,1-1 0,0 1 0,-1-1 0,0 0 0,0 0 0,0 0 0,1-5 0,0-4 0,0 0 0,-1-1 0,-2-19 0,1 25 0,-1-15 0,-4-30 0,4 52 0,1-1 0,0 1 0,0 0 0,0-1 0,0 1 0,-1-1 0,1 1 0,0-1 0,0 1 0,0-1 0,0 1 0,0-1 0,0 1 0,0-1 0,0 1 0,1-1 0,-1 1 0,0-1 0,0 1 0,0 0 0,1-2 0,5 10 0,6 18 0,15 30 0,2-1 0,55 79 0,-46-70-1365,-32-54-5461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0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46 24575,'-20'-8'0,"-9"-2"0,-3 1 0,3 1 0,3 3 0,3 1 0,4 2 0,2 4 0,1 2 0,-1-1 0,0 3 0,-1-1 0,4 0-8191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1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24575,'0'4'0,"1"0"0,0 0 0,0 0 0,0 1 0,0-1 0,1 0 0,-1-1 0,1 1 0,0 0 0,1 0 0,-1-1 0,0 1 0,1-1 0,0 0 0,0 0 0,0 0 0,0 0 0,1 0 0,-1-1 0,1 1 0,-1-1 0,1 0 0,7 3 0,-11-5 0,1 0 0,0 0 0,0 0 0,0 1 0,0-1 0,-1 0 0,1 0 0,0 0 0,0 0 0,0 0 0,0-1 0,-1 1 0,1 0 0,0 0 0,0-1 0,0 1 0,-1 0 0,1-1 0,0 1 0,-1 0 0,1-1 0,0 1 0,-1-1 0,1 0 0,0 1 0,-1-1 0,1 1 0,-1-1 0,1 0 0,-1 1 0,1-1 0,-1 0 0,0 0 0,1 1 0,-1-1 0,0 0 0,1 0 0,-1 0 0,0 1 0,0-1 0,0 0 0,0-1 0,1-5 0,0-1 0,0 1 0,-2-13 0,1 15 0,0-3 0,0 1 0,0-1 0,1 1 0,0-1 0,1 1 0,2-11 0,-3 17 0,-1-1 0,1 1 0,-1-1 0,1 1 0,0-1 0,0 1 0,-1 0 0,1-1 0,0 1 0,0 0 0,1 0 0,-1 0 0,0 0 0,0 0 0,0 0 0,1 0 0,-1 0 0,0 0 0,1 1 0,-1-1 0,1 0 0,-1 1 0,1-1 0,-1 1 0,1 0 0,-1-1 0,1 1 0,0 0 0,-1 0 0,1 0 0,-1 0 0,1 0 0,0 1 0,-1-1 0,1 0 0,1 1 0,4 2 0,1 0 0,-1 0 0,0 0 0,0 1 0,0 0 0,10 9 0,36 33 0,-47-41 0,4 4 0,-3-2 0,1 0 0,-1 0 0,0 1 0,0-1 0,-1 1 0,0 1 0,6 11 0,-11-18-50,-1-1-1,1 1 1,-1 0-1,0 0 0,1-1 1,-1 1-1,0 0 1,0 0-1,0 0 1,0-1-1,0 1 0,-1 0 1,1 0-1,0-1 1,-1 1-1,1 0 1,-1-1-1,0 1 0,1 0 1,-1-1-1,0 1 1,0-1-1,0 1 1,0-1-1,-1 0 1,-1 3-1,-6 5-6775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2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635 104 24575,'0'0'0,"1"0"0,-1 0 0,0 0 0,0 0 0,0 1 0,0-1 0,1 0 0,-1 0 0,0 0 0,0 0 0,0 1 0,0-1 0,0 0 0,0 0 0,0 0 0,1 1 0,-1-1 0,0 0 0,0 0 0,0 1 0,0-1 0,0 0 0,0 0 0,0 0 0,0 1 0,0-1 0,0 0 0,0 0 0,0 1 0,-1-1 0,1 0 0,0 0 0,0 0 0,0 1 0,0-1 0,-8 4 0,-14-1 0,22-3 0,0 0 0,-90 10 0,50-6 0,0-1 0,-69-3 0,38-2 0,-128 2 0,178-2 0,21 2 0,0 0 0,-1 0 0,1-1 0,0 1 0,-1 0 0,1 0 0,0 0 0,0 0 0,-1-1 0,1 1 0,0 0 0,0 0 0,-1 0 0,1-1 0,0 1 0,0 0 0,0 0 0,-1-1 0,1 1 0,0 0 0,0-1 0,0 1 0,0-1 0,0 0 0,0 1 0,0-1 0,0 1 0,0-1 0,1 1 0,-1-1 0,0 1 0,0-1 0,1 1 0,-1-1 0,0 1 0,1-1 0,-1 1 0,0-1 0,1 1 0,-1-1 0,1 1 0,5-5 0,-1 1 0,0 0 0,1 0 0,0 0 0,0 1 0,0 0 0,8-3 0,48-12 0,-1 0 0,-57 16 0,3 0 0,-1-1 0,0 0 0,9-5 0,-14 8 0,-1-1 0,1 1 0,-1-1 0,1 1 0,-1 0 0,1-1 0,-1 1 0,1-1 0,-1 0 0,1 1 0,-1-1 0,0 1 0,1-1 0,-1 1 0,0-1 0,0 0 0,0 1 0,1-2 0,-1 1 0,0 1 0,-1-1 0,1 0 0,0 1 0,-1-1 0,1 1 0,0-1 0,-1 0 0,1 1 0,0-1 0,-1 1 0,1-1 0,-1 1 0,1 0 0,-1-1 0,1 1 0,-1-1 0,0 1 0,1 0 0,-1-1 0,1 1 0,-1 0 0,-1-1 0,-1 0 0,0 0 0,-1 0 0,1 0 0,0 1 0,-1-1 0,1 1 0,-1 0 0,1-1 0,-1 2 0,1-1 0,-1 0 0,1 1 0,0-1 0,-1 1 0,1 0 0,-1 0 0,1 1 0,0-1 0,0 1 0,-5 2 0,-5 5 0,0 0 0,1 1 0,-15 16 0,8-8 0,-64 49 0,83-67 0,0 0 0,-1 0 0,1 0 0,0 0 0,-1 1 0,1-1 0,0 0 0,0 0 0,-1 0 0,1 1 0,0-1 0,0 0 0,-1 0 0,1 1 0,0-1 0,0 0 0,0 1 0,0-1 0,-1 0 0,1 1 0,0-1 0,0 0 0,0 1 0,0-1 0,0 0 0,0 1 0,0-1 0,8 4 0,20-4 0,-25 0 0,11 0 30,0 1 0,-1 0 0,24 6 0,-32-6-144,0 0 0,0 1-1,0-1 1,0 1 0,0 0 0,-1 1-1,1-1 1,-1 1 0,1 0 0,-1 0-1,0 0 1,6 7 0,-3 0-6712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17 24575,'-1'-3'0,"-3"-9"0,4 10 0,3 8 0,6 19 0,-1-1 0,-1 1 0,5 37 0,-8-41 0,7 36 0,33 140 0,-36-176 0,1 1 0,23 38 0,-18-36 0,-13-22-25,-2-4 91,-3-4-1472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3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24575,'2'1'0,"-5"4"0,-8 6 0,9-8 0,-15 12 0,13-11 0,0 0 0,-1-1 0,2 1 0,-1 1 0,0-1 0,1 1 0,0-1 0,-3 7 0,6-11 0,-1 1 0,1 0 0,0-1 0,0 1 0,0 0 0,-1 0 0,1-1 0,0 1 0,0 0 0,0 0 0,1-1 0,-1 1 0,0 0 0,0-1 0,0 1 0,0 0 0,1 0 0,-1-1 0,0 1 0,1 0 0,-1-1 0,0 1 0,1-1 0,-1 1 0,1 0 0,-1-1 0,1 1 0,-1-1 0,1 1 0,-1-1 0,1 0 0,0 1 0,-1-1 0,1 1 0,0-1 0,-1 0 0,1 0 0,0 1 0,-1-1 0,1 0 0,0 0 0,0 0 0,1 0 0,5 1 0,0 0 0,0 0 0,11-1 0,-13 0 0,145 11 0,-130-9 0,-19-2-52,0 0-1,0 0 1,1 0-1,-1 1 1,0-1-1,0 0 1,0 0-1,0 1 1,0-1-1,0 0 1,0 1-1,0-1 1,0 1-1,0-1 1,0 1-1,0 0 1,0 0-1,0-1 1,0 1-1,0 0 0,-1 0 1,1 0-1,0 0 1,-1 0-1,2 1 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5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27 24575,'-15'-20'0,"34"55"0,55 84 0,-73-117 0,0-1 0,-1 0 0,1 1 0,0-1 0,0 0 0,0 0 0,0 0 0,0 0 0,0 0 0,0 0 0,0 0 0,0 0 0,1 0 0,-1 0 0,0 0 0,1-1 0,-1 1 0,0 0 0,1-1 0,2 1 0,-3-1 0,0 0 0,1-1 0,-1 1 0,0 0 0,1-1 0,-1 1 0,0-1 0,0 0 0,1 1 0,-1-1 0,0 0 0,0 0 0,0 1 0,0-1 0,0 0 0,0 0 0,0 0 0,0 0 0,0-1 0,-1 1 0,1 0 0,1-2 0,16-29 0,23-54 0,-40 83 0,1-1 0,-1 1 0,1-1 0,0 1 0,0-1 0,0 1 0,0 0 0,1 0 0,4-4 0,-6 6 0,0 0 0,0 0 0,1 0 0,-1 1 0,0-1 0,1 0 0,-1 1 0,1-1 0,-1 1 0,1 0 0,-1-1 0,1 1 0,-1 0 0,1 0 0,-1 0 0,1 0 0,-1 0 0,1 0 0,-1 1 0,1-1 0,-1 0 0,1 1 0,-1-1 0,0 1 0,2 0 0,13 7 0,-1 1 0,0 0 0,14 12 0,17 10 0,-39-26-80,10 5 185,30 23 0,-44-31-204,0 1-1,1 0 0,-1 1 1,0-1-1,0 0 0,-1 1 0,1 0 1,-1-1-1,0 1 0,0 0 1,0 0-1,0 0 0,-1 1 1,2 5-1,-2 3-6726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2:56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650 78 24575,'-25'0'0,"0"2"0,-29 5 0,10-2 0,-1-2 0,-69-4 0,36 0 0,-143 1 0,221 0 0,-1 0 0,1 0 0,-1 0 0,1 0 0,-1 0 0,1 0 0,-1 0 0,1 0 0,-1 0 0,1 0 0,-1 0 0,1 0 0,-1-1 0,1 1 0,-1 0 0,1 0 0,-1 0 0,1-1 0,0 1 0,-1 0 0,1-1 0,-1 0 0,1 1 0,0 0 0,0-1 0,0 1 0,0-1 0,1 1 0,-1 0 0,0-1 0,0 1 0,0 0 0,1-1 0,-1 1 0,0 0 0,1-1 0,-1 1 0,0 0 0,1-1 0,-1 1 0,0 0 0,1-1 0,24-11 0,45-3 0,-25 5 0,-41 9 0,0 0 0,0-1 0,0 1 0,-1-1 0,7-3 0,-10 4 0,1 1 0,0 0 0,-1-1 0,1 1 0,-1-1 0,0 1 0,1-1 0,-1 1 0,1-1 0,-1 1 0,0-1 0,1 1 0,-1-1 0,0 1 0,0-1 0,1 0 0,-1 1 0,0-2 0,0 2 0,0-1 0,0 0 0,0 1 0,-1-1 0,1 1 0,0-1 0,-1 0 0,1 1 0,0-1 0,-1 1 0,1-1 0,0 1 0,-1-1 0,1 1 0,-1 0 0,1-1 0,-1 1 0,1-1 0,-1 1 0,0 0 0,1-1 0,-1 1 0,0 0 0,-3-2 0,-1 0 0,1 1 0,-1-1 0,0 1 0,1 0 0,-1 1 0,0-1 0,1 1 0,-1 0 0,0 0 0,0 0 0,1 1 0,-1 0 0,0 0 0,1 0 0,-1 0 0,1 1 0,-1 0 0,-5 3 0,-8 4 0,0 2 0,1 0 0,-18 15 0,24-17 0,10-9 0,1 1 0,-1-1 0,1 0 0,0 0 0,-1 0 0,1 1 0,0-1 0,0 0 0,-1 1 0,1-1 0,0 0 0,0 1 0,-1-1 0,1 0 0,0 1 0,0-1 0,0 0 0,-1 1 0,1-1 0,0 1 0,0-1 0,0 0 0,0 1 0,0-1 0,0 1 0,0-1 0,0 0 0,0 1 0,0-1 0,0 1 0,0-1 0,0 0 0,0 1 0,1-1 0,-1 0 0,0 1 0,1 0 0,0 1 0,0-1 0,1 0 0,-1 0 0,0 0 0,0 0 0,1-1 0,-1 1 0,0 0 0,2 0 0,36 11 0,-31-10-95,6 1 171,0 0-1,13 6 1,-24-8-164,0 0 0,0 1 0,0-1 0,-1 0 0,1 1 0,-1 0 0,1-1 0,-1 1 0,0 0-1,0 0 1,1 1 0,-1-1 0,-1 0 0,1 1 0,0-1 0,1 3 0,0 6-6738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0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89 217 24575,'-6'-27'0,"10"31"0,2 3 0,79 137 0,-64-111 0,4 9 0,-23-38 0,0 0 0,0 1 0,0-1 0,-1 1 0,1 0 0,-1-1 0,0 8 0,-2-10 0,-4-4 0,-2-7 0,-24-34 0,3-3 0,-35-74 0,26 46 0,-23-49 0,56 114 0,4 15 0,5 14 0,-2-11 0,1 0 0,0 0 0,0-1 0,1 1 0,0-1 0,1 0 0,0 0 0,0 0 0,0-1 0,1 0 0,0-1 0,1 1 0,0-1 0,0-1 0,0 1 0,0-1 0,1-1 0,0 0 0,0 0 0,0 0 0,0-2 0,0 1 0,1-1 0,0 0 0,10 0 0,-14-1 0,1-1 0,0 0 0,0-1 0,0 1 0,-1-1 0,1 0 0,0-1 0,-1 0 0,11-4 0,-14 4 0,0 0 0,0 1 0,0-1 0,0 0 0,0-1 0,-1 1 0,1 0 0,-1-1 0,0 0 0,1 1 0,-1-1 0,-1 0 0,1 0 0,0 0 0,-1 0 0,1-1 0,-1 1 0,0 0 0,0 0 0,1-6 0,0-5 0,-1 1 0,0 0 0,-1-1 0,-1 1 0,0-1 0,0 1 0,-2 0 0,-6-24 0,15 50 0,0 0 0,0-1 0,2 0 0,-1 0 0,13 14 0,57 60 0,-54-61 0,112 124-1365,-126-139-5461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59 24575,'-20'-10'0,"-9"-4"0,-3 1 0,3 3 0,3 3 0,3 2 0,4 5 0,2 5 0,1 2 0,4 2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24575,'4'0'0,"0"1"0,0 0 0,0 0 0,0 0 0,0 0 0,0 1 0,0-1 0,-1 1 0,1 0 0,0 0 0,-1 1 0,0-1 0,1 1 0,-1-1 0,0 1 0,0 0 0,4 6 0,4 6 0,0 1 0,13 25 0,-22-38 0,25 45-113,5 7-513,45 108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0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24575,'-10'0'0,"0"0"0,0 0 0,0 2 0,-17 3 0,25-5 0,0 1 0,0-1 0,1 1 0,-1 0 0,0-1 0,1 1 0,-1 0 0,0 0 0,1 0 0,-1 0 0,1 0 0,-1 1 0,1-1 0,0 0 0,0 1 0,-1-1 0,1 0 0,0 1 0,0 0 0,0-1 0,1 1 0,-1-1 0,0 1 0,1 0 0,-1 0 0,1 0 0,-1-1 0,1 1 0,0 0 0,0 0 0,0 0 0,0 0 0,0-1 0,0 3 0,1-2 0,-1-1 0,0 1 0,1-1 0,-1 1 0,1-1 0,0 1 0,-1-1 0,1 1 0,0-1 0,0 0 0,0 1 0,0-1 0,0 0 0,0 0 0,0 0 0,1 0 0,-1 0 0,0 0 0,1 0 0,-1 0 0,1-1 0,-1 1 0,0 0 0,3 0 0,3 1 0,1 0 0,-1-1 0,16 2 0,-6-1 0,70 4 0,-67-6 0,0 1 0,0 1 0,-1 0 0,1 2 0,27 8 0,-33-6-1365,-4 1-5461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992 0 24575,'21'0'0,"-17"0"0,-14 0 0,-23 1 0,-56 7 0,-3 1 0,21-3 0,-119 9 0,23-10 0,48-4 0,46 6 0,-26 1 0,67-8 0,-1-1 0,24 1 0,10 1 0,144 27 0,-62-9 0,28 6 0,-90-19 0,1 1 0,-1 2 0,21 10 0,-39-18 0,0 1 0,0 0 0,0 0 0,0 0 0,-1 0 0,1 1 0,0-1 0,-1 1 0,0 0 0,0-1 0,0 1 0,0 0 0,0 0 0,0 1 0,-1-1 0,1 0 0,1 6 0,-3-6 0,0-1 0,0 1 0,0-1 0,0 1 0,0-1 0,0 0 0,0 1 0,-1-1 0,1 1 0,-1-1 0,0 0 0,0 1 0,0-1 0,0 0 0,0 0 0,0 0 0,-1 0 0,1 0 0,-1 0 0,1 0 0,-1 0 0,0-1 0,1 1 0,-1 0 0,0-1 0,-4 3 0,-22 12 0,-36 16 0,36-18 0,-40 24 0,27-7 0,1 2 0,-62 67 0,74-72 0,-10 7 0,37-34 0,1-1 0,0 0 0,0 0 0,0 0 0,-1 0 0,1 1 0,0-1 0,0 0 0,0 0 0,0 0 0,0 1 0,-1-1 0,1 0 0,0 0 0,0 1 0,0-1 0,0 0 0,0 0 0,0 1 0,0-1 0,0 0 0,0 0 0,0 1 0,0-1 0,0 0 0,0 0 0,0 1 0,0-1 0,0 0 0,0 0 0,0 1 0,8 2 0,13-5 0,211-24 16,3 17-93,-102 4-397,182 0 367,-311 5-1151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2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24575,'0'-8'0,"0"0"0,1-1 0,0 1 0,0 0 0,0 0 0,4-11 0,-5 19 0,0 0 0,0 0 0,0 0 0,0 0 0,0 0 0,1 0 0,-1 0 0,0 0 0,0-1 0,0 1 0,0 0 0,0 0 0,0 0 0,0 0 0,0 0 0,0 0 0,0 0 0,0 0 0,0 0 0,0 0 0,0 0 0,0 0 0,1-1 0,-1 1 0,0 0 0,0 0 0,0 0 0,0 0 0,0 0 0,0 0 0,0 0 0,0 0 0,0 0 0,1 0 0,-1 0 0,0 0 0,0 0 0,0 0 0,0 0 0,0 0 0,0 0 0,0 0 0,0 0 0,0 0 0,1 0 0,-1 0 0,0 1 0,0-1 0,0 0 0,0 0 0,0 0 0,0 0 0,0 0 0,0 0 0,5 7 0,2 11 0,-2 3 0,13 50 0,8 77 0,-20-103 0,4 53 0,-10-89 0,1 0 0,0 0 0,0 0 0,1-1 0,0 1 0,4 10 0,-6-19 0,0 0 0,0 0 0,0 0 0,0 0 0,0 1 0,0-1 0,0 0 0,0 0 0,0 0 0,1 0 0,-1 1 0,0-1 0,0 0 0,0 0 0,0 0 0,0 0 0,0 0 0,1 1 0,-1-1 0,0 0 0,0 0 0,0 0 0,0 0 0,1 0 0,-1 0 0,0 0 0,0 0 0,0 0 0,0 0 0,1 0 0,-1 0 0,0 0 0,0 0 0,0 0 0,1 0 0,4-6 0,2-13 0,-7 17 0,11-43-1365,-9 31-5461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8 24575,'0'0'0,"0"-1"0,0 1 0,0 0 0,0 0 0,0-1 0,0 1 0,0 0 0,0 0 0,0-1 0,0 1 0,-1 0 0,1 0 0,0-1 0,0 1 0,0 0 0,0 0 0,0-1 0,0 1 0,-1 0 0,1 0 0,0 0 0,0-1 0,0 1 0,-1 0 0,1 0 0,0 0 0,0 0 0,-1-1 0,1 1 0,0 0 0,0 0 0,-1 0 0,1 0 0,0 0 0,0 0 0,-1 0 0,1 0 0,0 0 0,0 0 0,-1 0 0,1 0 0,0 0 0,-1 0 0,1 0 0,0 0 0,0 0 0,-1 0 0,1 0 0,0 0 0,0 1 0,-1-1 0,1 0 0,0 0 0,0 0 0,0 0 0,-1 1 0,1-1 0,0 0 0,-14 11 0,6-1 0,-3 3 0,0 0 0,-1 0 0,-24 19 0,31-28 0,3-3 0,0 0 0,1-1 0,-1 1 0,1 1 0,-1-1 0,1 0 0,-1 0 0,1 0 0,0 1 0,0-1 0,-1 1 0,1-1 0,0 1 0,-1 2 0,3-3 0,-1 0 0,1 0 0,0-1 0,0 1 0,-1 0 0,1-1 0,0 1 0,0 0 0,0-1 0,0 1 0,0-1 0,0 0 0,-1 1 0,1-1 0,0 0 0,0 0 0,0 1 0,0-1 0,0 0 0,2 0 0,0 1 0,127 25 0,-32-7 0,-31-4 0,-60-14 65,-12-5-1495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3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24575,'-18'0'0,"-8"0"0,-2 0 0,1 0 0,3 0 0,2 0 0,3 0 0,3 0 0,0 0 0,1 0 0,1 0 0,0 0 0,0 0 0,-1-2 0,1-1 0,-1-1 0,3-1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14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19 24575,'-10'-5'0,"-6"-2"0,0 3 0,0 2 0,0 2 0,1 0 0,-1 1 0,1-1 0,-2 4 0,-3-1 0,-4 1 0,0-1 0,2-2 0,4 1-8191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2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52 129 24575,'-1'0'0,"0"0"0,0 1 0,0-1 0,-1 0 0,1 1 0,0-1 0,0 1 0,0-1 0,0 1 0,0 0 0,0-1 0,0 1 0,0 0 0,0 0 0,1 0 0,-1-1 0,0 1 0,0 0 0,1 0 0,-1 0 0,1 0 0,-1 0 0,1 1 0,-1-1 0,1 0 0,-1 1 0,0 2 0,0-1 0,0 0 0,1 0 0,-1 0 0,1 0 0,0 1 0,0-1 0,0 5 0,2 0 0,1 0 0,0 0 0,1 0 0,0-1 0,0 1 0,1-1 0,8 11 0,2 3 0,-4-4 0,0 1 0,-1 0 0,0 1 0,10 30 0,-16-36 0,-1-1 0,0 1 0,0 0 0,0 15 0,-6-43 0,-1 0 0,-1 0 0,-8-18 0,8 19 0,-43-94 0,31 73 0,1 0 0,-21-74 0,34 97 0,-2-9 0,5 21 0,0 0 0,0 0 0,0 0 0,0 0 0,0 0 0,0 0 0,0 0 0,0 0 0,0 0 0,0-1 0,0 1 0,0 0 0,0 0 0,0 0 0,0 0 0,0 0 0,1 0 0,-1 0 0,0 0 0,0 0 0,0 0 0,0 0 0,0 0 0,0 0 0,0 0 0,0 0 0,0 0 0,0-1 0,0 1 0,0 0 0,0 0 0,1 0 0,-1 0 0,0 0 0,0 0 0,0 0 0,0 0 0,0 0 0,0 0 0,0 0 0,0 0 0,0 0 0,0 0 0,0 0 0,1 0 0,-1 0 0,0 0 0,0 1 0,0-1 0,0 0 0,0 0 0,0 0 0,0 0 0,0 0 0,0 0 0,0 0 0,8 5 0,5 8 0,9 11 0,35 34 0,-48-50 0,0-1 0,1 0 0,0 0 0,0-1 0,11 5 0,-20-11 0,11 6 0,0-1 0,24 6 0,-34-11 0,1 1 0,0 0 0,0-1 0,-1 0 0,1 1 0,0-1 0,0 0 0,0-1 0,0 1 0,-1 0 0,1-1 0,0 1 0,0-1 0,-1 0 0,1 0 0,-1 0 0,1 0 0,0-1 0,-1 1 0,3-3 0,-3 2 0,-1 0 0,1 0 0,-1 0 0,1 0 0,-1-1 0,0 1 0,0-1 0,0 1 0,0-1 0,0-3 0,5-29 0,-4 23 0,1-17 0,-2-53 0,-1 59 0,0 22 0,0 1 0,0 0 0,0-1 0,0 1 0,0-1 0,0 1 0,-1 0 0,1-1 0,0 1 0,1 0 0,-1-1 0,0 1 0,0 0 0,0-1 0,0 1 0,0-1 0,0 1 0,0 0 0,0-1 0,1 1 0,-1 0 0,0-1 0,0 1 0,0 0 0,1 0 0,-1-1 0,0 1 0,0 0 0,1 0 0,0-1 0,7 9 0,8 21 0,-16-28 0,29 59 0,74 132 0,-98-184-227,0-1-1,0 0 1,1 0-1,0-1 1,11 9-1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36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77 24575,'-1'-4'0,"1"0"0,1 0 0,-1 0 0,0 0 0,1 0 0,0 0 0,0 0 0,0 0 0,2-3 0,-1 5 0,-1 0 0,0 0 0,1 0 0,-1 0 0,1 0 0,0 1 0,0-1 0,-1 1 0,1-1 0,0 1 0,0 0 0,1-1 0,-1 1 0,0 0 0,0 1 0,4-2 0,1 0 0,0 0 0,0 1 0,0 0 0,1 0 0,-1 1 0,0 0 0,0 0 0,1 0 0,-1 1 0,0 1 0,0-1 0,0 1 0,0 0 0,0 0 0,-1 1 0,1 0 0,10 6 0,-6-2 0,-1 1 0,0-1 0,0 2 0,-1 0 0,0 0 0,0 0 0,-1 1 0,0 0 0,7 13 0,-12-18 0,39 69 0,-36-62 0,-1 0 0,0 1 0,0 0 0,2 15 0,-6-25 0,0 1 0,-1-1 0,1 0 0,-1 0 0,0 0 0,0 1 0,-1-1 0,1 0 0,-1 0 0,1 0 0,-1 1 0,-2 5 0,2-7 0,-1-1 0,1 1 0,0 0 0,0-1 0,-1 1 0,1 0 0,-1-1 0,0 0 0,1 1 0,-1-1 0,0 0 0,0 0 0,0 0 0,0 0 0,0 0 0,0 0 0,0-1 0,0 1 0,0-1 0,-3 1 0,-3 0 0,1 0 0,0-1 0,-1 0 0,1-1 0,0 1 0,-1-2 0,1 1 0,0-1 0,0 0 0,-11-4 0,-4-4 0,-39-24 0,28 14 0,26 16 0,0-1 0,1 0 0,-1 0 0,1-1 0,0 1 0,0-2 0,1 1 0,0 0 0,0-1 0,1 0 0,-7-11 0,9 12 0,-1 0 0,1 0 0,0 0 0,0 0 0,0-1 0,1 1 0,0 0 0,0-1 0,1 1 0,0-1 0,0 1 0,0-1 0,1 1 0,0-1 0,2-7 0,0 6-50,1 1-1,-1 0 1,1 0-1,1 0 1,-1 0-1,8-7 1,-4 3-962,0 2-5814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 24575,'-1'-1'0,"1"1"0,0 0 0,-1 0 0,1-1 0,0 1 0,-1 0 0,1 0 0,0-1 0,-1 1 0,1 0 0,-1 0 0,1 0 0,0 0 0,-1 0 0,1-1 0,-1 1 0,1 0 0,0 0 0,-1 0 0,1 0 0,-1 0 0,1 0 0,-1 0 0,1 1 0,0-1 0,-1 0 0,1 0 0,-1 0 0,1 0 0,-1 1 0,3 13 0,-1-11 0,66 199 0,-27-88 0,-5-18 0,19 68 0,-51-154 0,-2 0 0,1 1 0,-1 13 0,-2-57 0,-1 17 0,1 1 0,1-1 0,1 1 0,0-1 0,6-24 0,-7 38 0,1 0 0,0 0 0,0 0 0,-1-1 0,1 1 0,1 0 0,-1 1 0,0-1 0,0 0 0,1 0 0,-1 0 0,1 1 0,-1-1 0,1 1 0,0-1 0,0 1 0,0 0 0,0 0 0,0-1 0,0 1 0,0 1 0,0-1 0,0 0 0,0 0 0,0 1 0,1-1 0,-1 1 0,0 0 0,0 0 0,1 0 0,-1 0 0,0 0 0,0 0 0,4 1 0,5 2 0,-1 0 0,0 0 0,0 1 0,0 0 0,-1 0 0,10 7 0,-5-3-195,1 1 0,-2 0 0,1 1 0,-1 1 0,-1 0 0,14 16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46 24575,'-104'-33'0,"89"29"0,0 1 0,-1 0 0,1 2 0,-30-1 0,43 2 0,0 0 0,0 1 0,0-1 0,0 0 0,0 0 0,1 1 0,-1 0 0,0-1 0,0 1 0,0 0 0,0 0 0,1-1 0,-1 2 0,0-1 0,1 0 0,-1 0 0,0 0 0,-1 3 0,2-3 0,0 1 0,0 0 0,0 0 0,1-1 0,-1 1 0,1 0 0,-1 0 0,1 0 0,-1 0 0,1 0 0,0 0 0,0-1 0,0 1 0,0 0 0,1 3 0,1 5 0,0-1 0,1 0 0,1 0 0,-1 0 0,1 0 0,6 8 0,9 16 0,54 104 0,-60-109 0,-1 0 0,-1 1 0,6 33 0,47 170 0,-62-228 0,-1 0 0,1 1 0,0-1 0,0-1 0,0 1 0,1 0 0,-1 0 0,1-1 0,0 0 0,0 1 0,0-1 0,0 0 0,1 0 0,-1-1 0,1 1 0,0-1 0,0 0 0,0 0 0,0 0 0,0 0 0,0-1 0,0 1 0,0-1 0,1 0 0,-1-1 0,0 1 0,1-1 0,7 0 0,-8 0 0,126-1 0,-127 1-85,0 0 0,0-1-1,0 1 1,0-1 0,0 0-1,0 1 1,0-1 0,0-1-1,0 1 1,0 0 0,0-1-1,0 1 1,-1-1 0,1 0-1,2-3 1,2-3-6741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48 24575,'-12'-44'0,"13"41"0,2 6 0,4 9 0,19 50 0,-2 2 0,26 114 0,-43-147 0,8 35 0,-15-66-56,5 13 239,-5-13-210,0 0 0,0 0 0,0 0 0,0 0 0,0 0-1,0 0 1,0-1 0,0 1 0,0 0 0,0 0 0,0 0 0,1 0-1,-1 0 1,0 0 0,0-1 0,0 1 0,0 0 0,0 0 0,0 0 0,0 0-1,0 0 1,1 0 0,-1 0 0,0 0 0,0 0 0,0 0 0,0 0 0,0 0-1,0 0 1,1 0 0,-1 0 0,0 0 0,0 0 0,0 0 0,0 0-1,0 0 1,0 0 0,1 0 0,-1 0 0,0 0 0,0 0 0,0 0 0,0 0-1,0 0 1,1 0 0,-1 0 0,0 0 0,0 0 0,0 0 0,0 0 0,0 0-1,0 0 1,0 1 0,1-1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4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24575,'-1'0'0,"-1"0"0,1 1 0,-1 0 0,1-1 0,-1 1 0,1 0 0,0 0 0,-1 0 0,1 0 0,0 0 0,0 0 0,0 0 0,0 0 0,0 0 0,0 0 0,0 1 0,0-1 0,-1 2 0,-13 26 0,10-15 0,2-7 0,1 1 0,0-1 0,0 0 0,0 1 0,0 9 0,2-16 0,0 1 0,0 0 0,0 0 0,0-1 0,0 1 0,1 0 0,-1-1 0,1 1 0,-1 0 0,1-1 0,-1 1 0,1-1 0,0 1 0,0-1 0,0 1 0,0-1 0,0 1 0,0-1 0,0 0 0,1 0 0,-1 1 0,0-1 0,1 0 0,-1 0 0,1 0 0,-1-1 0,1 1 0,2 1 0,2 0 0,0 0 0,0-1 0,1 1 0,-1-1 0,1 0 0,7-1 0,44-2 0,-19 0 0,108 2 0,-145 0-100,-1 0 3,0 0-1,0 0 1,0 0 0,0 0-1,0 0 1,0 0 0,0 0 0,0-1-1,0 1 1,0 0 0,0-1-1,1 0 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0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 24575,'13'-7'0,"1"1"0,0 1 0,0 0 0,0 1 0,22-5 0,-29 9 0,-1-1 0,1 1 0,-1 0 0,1 0 0,-1 0 0,0 1 0,1 0 0,-1 1 0,0-1 0,0 1 0,1 0 0,-1 1 0,-1-1 0,1 1 0,6 4 0,-2 0 0,1 1 0,-1 0 0,-1 0 0,1 1 0,9 13 0,-15-17 0,-1 0 0,1 0 0,-1 0 0,0 1 0,-1 0 0,1-1 0,-1 1 0,0 0 0,-1 0 0,1 0 0,-1 0 0,0 12 0,0 2 0,-1 0 0,-1 1 0,-1-1 0,-1 0 0,-1 1 0,-7 20 0,7-28 0,2-1 0,-1 1 0,1 0 0,1 0 0,0 1 0,1-1 0,1 0 0,0 0 0,0 0 0,1 0 0,1 0 0,8 22 0,0-6 0,1-1 0,2-1 0,1 0 0,24 34 0,-36-58 0,-1 1 0,0 0 0,0-1 0,0 1 0,0 0 0,0 0 0,-1 0 0,0 0 0,1 5 0,-2-7 0,0-1 0,0 1 0,0 0 0,0-1 0,0 1 0,-1 0 0,1-1 0,0 1 0,-1 0 0,0-1 0,1 1 0,-1-1 0,0 1 0,0-1 0,0 1 0,0-1 0,0 0 0,0 1 0,0-1 0,0 0 0,0 0 0,-1 0 0,1 0 0,0 0 0,-3 1 0,-6 3-27,0 0-1,-1-1 0,1 0 0,-1-1 1,1 0-1,-18 2 0,4 0-1143,8-2-5655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1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24575,'0'-1'0,"0"1"0,0-1 0,0 1 0,1-1 0,-1 1 0,0-1 0,1 1 0,-1-1 0,0 1 0,1-1 0,-1 1 0,1-1 0,-1 1 0,1-1 0,-1 1 0,1 0 0,-1-1 0,1 1 0,-1 0 0,1-1 0,0 1 0,-1 0 0,1 0 0,-1 0 0,2-1 0,20-3 0,-14 2 0,10-2 0,0 0 0,0 1 0,1 1 0,-1 1 0,1 1 0,21 2 0,-37-2 0,0 1 0,0-1 0,0 1 0,0 0 0,0 0 0,-1 0 0,1 1 0,0-1 0,-1 0 0,1 1 0,-1 0 0,1 0 0,-1 0 0,0 0 0,0 0 0,0 0 0,0 0 0,0 1 0,0-1 0,-1 1 0,1 0 0,-1-1 0,1 4 0,3 5 0,-2 0 0,0 0 0,0 0 0,2 19 0,-1-7 0,-3-17 0,0-1 0,0 0 0,0 0 0,-1 1 0,1-1 0,-2 0 0,0 9 0,-1-4 0,-1-1 0,0 0 0,-1 0 0,0-1 0,0 1 0,-8 9 0,7-9 0,0-1 0,0 1 0,1 0 0,0 1 0,-3 11 0,7-20 0,0 0 0,-1 1 0,2-1 0,-1 0 0,0 1 0,0-1 0,0 0 0,0 1 0,1-1 0,-1 0 0,1 1 0,-1-1 0,1 0 0,-1 0 0,1 0 0,0 1 0,0-1 0,0 0 0,-1 0 0,1 0 0,0 0 0,0 0 0,0-1 0,0 1 0,1 0 0,1 1 0,4 2 0,0 0 0,1 0 0,9 2 0,-8-2 0,19 7 0,40 11 0,-55-18 0,0-2 0,1 1 0,0-2 0,-1 0 0,20-1 0,-31 0-97,-1 0-1,1 0 1,-1-1-1,1 1 1,-1 0-1,1-1 1,-1 1-1,0-1 1,1 0-1,-1 1 1,0-1-1,1 0 0,0-1 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2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24575,'-3'0'0,"-3"0"0,-3 0 0,0 3 0,-1 0 0,-1 1 0,-2-2 0,0 2 0,-4 1 0,-1-1 0,-3-2 0,0 0 0,1-1 0,4 0-8191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5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24575,'0'18'0,"1"1"0,1-1 0,1 0 0,1 1 0,0-2 0,10 26 0,0-5 0,12 33 0,19 83 0,-43-141 0,0 0 0,-1 0 0,0 15 0,-1-28-20,0 0 0,0 0 0,0 0 0,-1 0 0,1 0 0,0 0 0,0 0 0,0 0 0,0 0-1,0 0 1,0 0 0,0 0 0,0 0 0,0 0 0,0 0 0,-1 0 0,1 0 0,0 0 0,0 0 0,0 0 0,0 0 0,0 0-1,0 0 1,0 0 0,0 0 0,0 0 0,0 0 0,-1 0 0,1 0 0,0 0 0,0 0 0,0 0 0,0 0 0,0 0 0,0 0-1,0 0 1,0 0 0,0 0 0,0 0 0,0 1 0,0-1 0,0 0 0,0 0 0,0 0 0,-1 0 0,1 0 0,0 0 0,0 0-1,0 0 1,0 0 0,0 0 0,0 1 0,0-1 0,0 0 0,0 0 0,0 0 0,0 0 0,0 0 0,0 0 0,0 0 0,0 0-1,1 0 1,-1 1 0,0-1 0,0 0 0,0 0 0,0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6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24575,'-1'0'0,"0"0"0,0 1 0,-1-1 0,1 1 0,0-1 0,0 1 0,0-1 0,0 1 0,0-1 0,0 1 0,0 0 0,0 0 0,0 0 0,0-1 0,0 1 0,-1 2 0,-13 18 0,9-13 0,2-3 0,-1 1 0,0-1 0,0-1 0,-1 1 0,0-1 0,1 0 0,-1 0 0,-12 5 0,-11 7 0,29-16 0,0 0 0,-1 0 0,1 1 0,0-1 0,-1 0 0,1 0 0,0 0 0,0 1 0,-1-1 0,1 0 0,0 0 0,0 0 0,0 1 0,-1-1 0,1 0 0,0 0 0,0 1 0,0-1 0,-1 0 0,1 1 0,0-1 0,0 0 0,0 1 0,0-1 0,0 0 0,0 1 0,0-1 0,0 0 0,0 1 0,0-1 0,0 1 0,10 5 0,22 0 0,-27-5 0,26 4 0,172 37 0,-176-31-1365,-18-7-5461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77 24575,'21'-15'0,"1"1"0,27-14 0,-42 25 0,-1 0 0,1 0 0,0 1 0,0 0 0,0 0 0,0 0 0,1 1 0,-1 0 0,0 1 0,0 0 0,1 0 0,11 2 0,-16-2 0,1 1 0,-1 0 0,1 1 0,-1-1 0,0 0 0,0 1 0,1 0 0,-1 0 0,0 0 0,-1 0 0,1 0 0,0 1 0,-1-1 0,1 1 0,-1 0 0,0 0 0,0 0 0,0 0 0,0 0 0,0 0 0,-1 0 0,1 1 0,-1-1 0,0 1 0,1 4 0,1 8 0,-1 0 0,0 0 0,-2 0 0,-1 24 0,1-17 0,-1-10 0,-1 0 0,-3 16 0,-2 19 0,6-39 0,-1 0 0,1 0 0,-2 0 0,-3 9 0,-4 17 0,10-33 0,0-1 0,0 1 0,0 0 0,0 0 0,0-1 0,0 1 0,0 0 0,0 0 0,1 0 0,-1-1 0,0 1 0,1 0 0,0-1 0,-1 1 0,1 0 0,0-1 0,0 1 0,0-1 0,0 1 0,0-1 0,0 0 0,1 1 0,-1-1 0,0 0 0,1 0 0,-1 0 0,1 0 0,-1 0 0,1 0 0,-1 0 0,1-1 0,2 2 0,6 1 0,0 1 0,1-2 0,-1 1 0,15 0 0,-10-1 0,91 15 0,-104-16-57,0 0 0,0-1 1,1 0-1,-1 1 0,0-1 0,0 0 0,0 0 0,0 0 0,0 0 0,0-1 0,0 1 1,0 0-1,0-1 0,0 1 0,0-1 0,0 0 0,0 0 0,0 0 0,0 0 1,-1 0-1,1 0 0,0 0 0,2-3 0,2-5-6769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39 24575,'-27'-8'0,"-13"-2"0,-1 1 0,4 1 0,6 5 0,5 3 0,4 1 0,5 4 0,1 0 0,4-1-8191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34 24575,'0'-5'0,"-3"-1"0,-2 2 0,-4 2 0,-3 1 0,-4 2 0,-2-1 0,-3 1 0,-3 0 0,-2-1 0,-2 0 0,-1-2 0,-1-1 0,0 0 0,2-3 0,7 1-8191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3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62 120 24575,'8'31'0,"2"-1"0,21 49 0,-17-47 0,-8-19 0,1 0 0,11 17 0,-9-17 0,10 20 0,-37-65 0,-32-47 0,-13-22 0,49 75 0,-10-29 0,21 47 0,0 0 0,1 0 0,0 0 0,1 0 0,-1 0 0,1-1 0,1 1 0,0-13 0,0 20 0,0 1 0,0-1 0,0 0 0,1 0 0,-1 1 0,0-1 0,0 0 0,0 1 0,1-1 0,-1 0 0,0 1 0,1-1 0,-1 0 0,0 1 0,1-1 0,-1 1 0,1-1 0,-1 1 0,1-1 0,0 0 0,-1 1 0,1 0 0,-1 0 0,1 0 0,0-1 0,-1 1 0,1 0 0,-1 0 0,1 0 0,-1 0 0,1 0 0,0 1 0,-1-1 0,1 0 0,-1 0 0,1 0 0,-1 0 0,1 1 0,-1-1 0,2 1 0,2 1 0,0 2 0,0-1 0,0 0 0,5 6 0,-5-5 0,110 100 0,-93-88 0,0-1 0,0 0 0,47 22 0,-67-36 0,1-1 0,-1 1 0,0-1 0,1 1 0,-1-1 0,1 1 0,-1-1 0,1 0 0,-1 0 0,1 0 0,-1 0 0,1 0 0,-1 0 0,1 0 0,-1 0 0,1-1 0,-1 1 0,0 0 0,1-1 0,2-1 0,-2 1 0,-1 0 0,1-1 0,0 1 0,-1-1 0,1 0 0,-1 1 0,0-1 0,1 0 0,-1 0 0,0 0 0,0 0 0,1-3 0,1-4 0,-1 0 0,1 0 0,-2-1 0,1 1 0,-1-15 0,-1 13 0,1 0 0,0 0 0,1 0 0,0 0 0,7-20 0,-8 30 0,-1 1 0,0-1 0,0 1 0,0-1 0,1 1 0,-1-1 0,0 1 0,1-1 0,-1 1 0,0 0 0,1-1 0,-1 1 0,0-1 0,1 1 0,-1 0 0,1-1 0,-1 1 0,1 0 0,-1 0 0,1 0 0,-1-1 0,1 1 0,-1 0 0,1 0 0,-1 0 0,1 0 0,-1 0 0,1 0 0,0 0 0,1 0 0,-1 0 0,1 1 0,-1-1 0,0 1 0,0 0 0,1-1 0,-1 1 0,0 0 0,0 0 0,0 0 0,2 1 0,2 3 0,0 1 0,0 0 0,5 7 0,169 234 0,-159-216-1365,-13-17-5461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24575,'4'1'0,"0"0"0,0 1 0,0-1 0,-1 1 0,8 4 0,-11-6 0,0 1 0,1-1 0,-1 0 0,1 0 0,-1 1 0,1-1 0,-1 0 0,1 1 0,-1-1 0,0 0 0,1 1 0,-1-1 0,0 1 0,1-1 0,-1 0 0,0 1 0,0-1 0,1 1 0,-1-1 0,0 1 0,0-1 0,0 1 0,0-1 0,0 1 0,0-1 0,0 1 0,1 0 0,-2-1 0,1 1 0,0-1 0,0 1 0,0-1 0,0 1 0,0-1 0,0 1 0,0-1 0,-1 1 0,1-1 0,0 1 0,0-1 0,-1 1 0,1-1 0,0 0 0,-1 1 0,1-1 0,0 0 0,-1 1 0,1-1 0,-1 0 0,1 1 0,-1-1 0,1 0 0,0 1 0,-1-1 0,1 0 0,-2 0 0,-1 2 0,-1 0 0,0-1 0,0 1 0,-1-1 0,1 0 0,0 0 0,0-1 0,-7 1 0,-38-2 0,23 0 0,-1 0 0,-49-8 0,2-3-1365,62 8-5461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3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45 24575,'-2'-2'0,"0"-1"0,0 0 0,0 1 0,0 0 0,-1-1 0,1 1 0,-1 0 0,1 0 0,-1 0 0,0 0 0,0 1 0,0-1 0,-4-1 0,-1 0 0,1 1 0,-1 0 0,0 0 0,-11-2 0,-91 3 0,57 2 0,24 2-1365,17 0-5461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4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24575,'2'-3'0,"0"-1"0,0 1 0,0 0 0,1 0 0,-1 1 0,1-1 0,-1 0 0,1 1 0,0 0 0,0-1 0,0 1 0,0 0 0,1 1 0,-1-1 0,1 0 0,-1 1 0,1 0 0,-1 0 0,1 0 0,4 0 0,9-1 0,-1 1 0,0 0 0,25 4 0,-4-2 0,-32-1 0,3 0 0,0 0 0,1 1 0,-1 0 0,0 0 0,9 2 0,-15-2 0,1 0 0,-1 0 0,0 0 0,1 1 0,-1-1 0,0 0 0,0 1 0,0 0 0,0-1 0,0 1 0,0 0 0,-1 0 0,1 0 0,0 0 0,-1 0 0,0 0 0,1 1 0,-1-1 0,0 0 0,1 4 0,0 0 0,5 15 0,0-1 0,5 32 0,-11-44 0,-1 0 0,1-1 0,-1 1 0,0 0 0,-1-1 0,0 1 0,0 0 0,-1-1 0,0 1 0,-5 11 0,-6 10 0,-21 36 0,18-34 0,1 0 0,-11 35 0,22-55 0,2-6 0,0 0 0,1 0 0,-1 0 0,1 0 0,0 0 0,0 9 0,1-12 0,0-1 0,0 0 0,1 0 0,-1 1 0,0-1 0,0 0 0,1 0 0,-1 1 0,1-1 0,-1 0 0,1 0 0,-1 0 0,1 0 0,0 0 0,0 0 0,-1 0 0,1 0 0,0 0 0,0 0 0,0 0 0,0-1 0,0 1 0,0 0 0,0 0 0,0-1 0,1 1 0,-1-1 0,0 1 0,0-1 0,0 0 0,1 1 0,1-1 0,5 1-68,0 0 0,1-1-1,-1 0 1,0 0 0,0-1 0,0 0-1,0 0 1,0-1 0,0 0 0,0-1-1,-1 1 1,1-1 0,-1-1 0,0 0-1,0 0 1,0 0 0,0-1-1,-1 0 1,7-6 0,-3 2-6758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24575,'-20'-5'0,"-9"-1"0,-3-1 0,3 2 0,2 2 0,5 0 0,2 2 0,3 1 0,2 2 0,0 2 0,1-1 0,-2 0 0,-2-1 0,1-1 0,2 0-8191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11 24575,'-5'-2'0,"1"0"0,0 1 0,-1 0 0,1-1 0,-1 1 0,0 1 0,1-1 0,-10 1 0,-38 5 0,6 0 0,-123-5-1365,150 0-5461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61 158 24575,'3'4'0,"-1"0"0,1 0 0,-1 1 0,0-1 0,0 1 0,-1-1 0,1 1 0,-1 0 0,1 7 0,3 8 0,2 9 0,-1-10 0,8 25 0,-11-39 0,0 1 0,0 0 0,0-1 0,0 1 0,1-1 0,0 0 0,0 0 0,6 5 0,-14-15 0,0-1 0,1 1 0,-6-12 0,-4-7 0,-9-11 0,-44-76 0,59 97 0,1 0 0,-4-16 0,8 26 0,1-1 0,0 0 0,1 1 0,-1-1 0,1 0 0,0 1 0,0-1 0,0 0 0,0 0 0,3-8 0,-3 12 0,1 0 0,-1 0 0,0 0 0,1 0 0,-1 0 0,1 0 0,0 0 0,-1 0 0,1 0 0,0 0 0,0 0 0,-1 0 0,1 1 0,0-1 0,0 0 0,0 0 0,0 1 0,0-1 0,0 1 0,2-1 0,-1 0 0,0 1 0,0-1 0,0 1 0,0 0 0,1 0 0,-1 0 0,0 0 0,0 0 0,0 0 0,3 1 0,3 2 0,0-1 0,-1 1 0,1 0 0,13 9 0,47 31 0,34 19 0,-88-54 0,-5-3 0,-1 0 0,1 0 0,0-1 0,0 0 0,13 3 0,-20-7 0,0 1 0,0-1 0,0 0 0,1 0 0,-1 0 0,0 0 0,0 0 0,0 0 0,1 0 0,-1-1 0,0 1 0,0-1 0,0 0 0,0 1 0,0-1 0,0 0 0,0 0 0,0-1 0,0 1 0,0 0 0,-1-1 0,1 1 0,0 0 0,-1-1 0,1 0 0,-1 1 0,0-1 0,0 0 0,2-3 0,0 0 0,-1-1 0,0 0 0,0 1 0,-1-1 0,0 0 0,0 0 0,0 0 0,0 0 0,-1-8 0,-1-1 0,0 1 0,-5-26 0,4 29 0,1 8 0,0 0 0,0 0 0,0-1 0,1 1 0,0 0 0,0-5 0,0 8 0,0 0 0,0 0 0,0 0 0,0 0 0,0 0 0,0 1 0,0-1 0,0 0 0,0 0 0,0 0 0,0 0 0,0 0 0,0 0 0,0 0 0,0 0 0,0 1 0,1-1 0,-1 0 0,0 0 0,0 0 0,0 0 0,0 0 0,0 0 0,0 0 0,0 0 0,0 0 0,1 0 0,-1 0 0,0 0 0,0 0 0,0 0 0,0 0 0,0 0 0,0 0 0,0 0 0,1 0 0,-1 0 0,0 0 0,0 0 0,0 0 0,0 0 0,0 0 0,0 0 0,0 0 0,1 0 0,-1 0 0,0 0 0,0 0 0,0 0 0,0 0 0,0-1 0,0 1 0,0 0 0,0 0 0,0 0 0,1 0 0,-1 0 0,0 0 0,0 0 0,0 0 0,0 0 0,0-1 0,0 1 0,0 0 0,0 0 0,0 0 0,0 0 0,0 0 0,6 8 0,20 40 0,0 2 0,2-1 0,67 87 0,-86-125-455,-1 1 0,11 19 0,-14-22-6371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25 24575,'-3'-5'0,"0"-5"0,0 3 0,0 5 0,-1 5 0,-1 4 0,2 4 0,0 3 0,-2 1 0,1 0 0,0 1 0,-1 0 0,0-1 0,1-2-8191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24575,'0'3'0,"-2"3"0,-1 3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24575,'-6'-19'0,"3"13"0,5 13 0,18 55 0,2-1 0,40 74 0,57 138 0,-80-149 0,-38-123 6,-1-1-1,0 1 0,0 0 1,0-1-1,1 1 1,-1-1-1,0 1 1,0-1-1,0 1 0,0 0 1,0-1-1,0 1 1,0-1-1,0 1 0,0 0 1,0-1-1,-1 1 1,1-1-1,0 1 0,0-1 1,-1 2-1,1-2-67,-1 0 1,1 0-1,-1 0 0,1 1 0,-1-1 0,1 0 0,-1 0 1,1 0-1,0 0 0,-1 0 0,1 0 0,-1 0 0,1 0 0,-1 0 1,1-1-1,-1 1 0,1 0 0,-1 0 0,1 0 0,-1 0 1,1-1-1,0 1 0,-2-1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09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24575,'10'-5'0,"6"-4"0,3-1 0,0 2 0,2 2 0,1 1 0,0 3 0,3 1 0,1 1 0,2 0 0,-2 0 0,0 1 0,-2-1 0,-2 0 0,-3 1 0,-2-1 0,-4 0-8191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60 24575,'-34'-54'0,"28"48"0,6 12 0,7 16 0,-6-19 0,8 23 0,2-1 0,21 37 0,35 45 0,8 13 0,14 29 0,-80-135 0,-6-10-97,-1-1-1,0 0 1,0 0-1,-1 1 1,1 0-1,-1-1 1,1 1-1,-1 0 1,0-1-1,-1 1 1,1 0-1,0 0 0,-1 5 1,-2 0-6729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50 24575,'1'-16'0,"-1"12"0,0-1 0,0 0 0,0 0 0,-2-7 0,3 12 0,-1 0 0,0 0 0,0 0 0,0 0 0,0 0 0,0 0 0,0 0 0,0-1 0,0 1 0,-1 0 0,1 0 0,0 0 0,0 0 0,0 0 0,0 0 0,0 0 0,0 0 0,0 0 0,0-1 0,0 1 0,0 0 0,0 0 0,0 0 0,0 0 0,0 0 0,0 0 0,0 0 0,-1 0 0,1 0 0,0 0 0,0 0 0,0 0 0,0 0 0,0 0 0,0 0 0,0 0 0,0 0 0,0 0 0,-1 0 0,1 0 0,0 0 0,0 0 0,0 0 0,0 0 0,0 0 0,0 0 0,0 0 0,-5 4 0,-1 10 0,6-14 0,-13 30 0,1 0 0,-12 45 0,21-57 0,1 0 0,0 0 0,1 0 0,1 0 0,1 0 0,0 1 0,2-2 0,8 36 0,6 4 0,34 74 0,-48-126 0,17 42 0,3-2 0,2-1 0,2-1 0,1-1 0,3-2 0,1-1 0,62 60 0,-85-91-273,1-1 0,-1 1 0,1-2 0,12 8 0,-10-9-6553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24575,'4'-10'0,"2"0"0,0 0 0,0 1 0,0 0 0,1 0 0,1 1 0,9-9 0,-15 15 0,0 0 0,1 0 0,0 0 0,0 0 0,-1 0 0,1 1 0,0-1 0,0 1 0,0 0 0,1 0 0,-1 0 0,0 0 0,0 1 0,1-1 0,-1 1 0,0 0 0,0 0 0,1 0 0,-1 0 0,0 1 0,1-1 0,-1 1 0,0 0 0,0 0 0,0 0 0,0 0 0,0 1 0,4 1 0,0 1 0,0 1 0,0-1 0,-1 1 0,1 0 0,-1 1 0,0 0 0,7 8 0,-10-9 0,0 0 0,0 0 0,0 0 0,-1 0 0,0 0 0,0 1 0,0-1 0,0 1 0,-1-1 0,0 1 0,0 8 0,-1 107 0,-2-78 0,4 45 0,-1-86 0,-1 1 0,1-1 0,-1 0 0,1 0 0,0 0 0,0 1 0,0-1 0,0 0 0,0 0 0,1 0 0,-1 0 0,0-1 0,1 1 0,0 0 0,-1-1 0,1 1 0,0-1 0,0 1 0,0-1 0,0 0 0,3 2 0,5 2 0,1-1 0,-1-1 0,15 4 0,-10-3 0,20 4 0,48 5 0,-81-13-59,0 1 0,1-1-1,-1 0 1,0 0-1,1 0 1,-1 0 0,0 0-1,1 0 1,-1 0 0,0-1-1,1 1 1,-1-1 0,0 0-1,0 0 1,1 0-1,-1 0 1,0 0 0,0 0-1,0 0 1,0-1 0,-1 1-1,3-3 1,2-5-6767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27 24575,'-25'-5'0,"-11"-1"0,-2-1 0,4 2 0,4 2 0,5 3 0,4 2 0,1 1 0,1-1 0,2 3 0,0-1 0,4 1-8191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2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93 24575,'-30'-15'0,"-13"-5"0,-1 1 0,4 4 0,7 4 0,6 4 0,2 3 0,4 3 0,0 1 0,1 1 0,-1 2 0,0 1 0,2 0 0,3-1-8191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24575,'1'17'0,"0"-1"0,2 0 0,0 0 0,0 0 0,2 0 0,0-1 0,1 0 0,0 0 0,1 0 0,1-1 0,0 0 0,1 0 0,16 19 0,-24-33 0,-1 1 0,1-1 0,-1 1 0,1 0 0,-1-1 0,1 1 0,-1-1 0,1 1 0,0-1 0,-1 1 0,1-1 0,0 0 0,-1 1 0,1-1 0,0 0 0,-1 1 0,1-1 0,0 0 0,0 0 0,-1 0 0,2 0 0,-1 0 0,-1 0 0,1 0 0,0-1 0,-1 1 0,1 0 0,-1-1 0,1 1 0,-1-1 0,0 1 0,1-1 0,-1 1 0,1 0 0,-1-1 0,0 1 0,1-1 0,-1 0 0,0 1 0,0-1 0,1 1 0,-1-2 0,1-3 0,1 0 0,-2-1 0,1 1 0,0-8 0,-1-5 0,-1 1 0,-1 0 0,0 0 0,-6-20 0,-24-66 0,21 72 0,-3-1 0,20 47 0,-2 1 0,0-1 0,2 20 0,4 13 0,24 101-1365,-31-132-5461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60 24575,'-2'-3'0,"0"0"0,-1 0 0,1 0 0,-1 0 0,0 0 0,0 1 0,0-1 0,-1 1 0,1 0 0,0-1 0,-1 2 0,0-1 0,1 0 0,-1 1 0,-6-2 0,-2 1 0,0 0 0,0 1 0,-22 1 0,-3-1 0,32 1 0,0-1 0,0 0 0,0 0 0,-1-1 0,1 1 0,-5-3 0,34 0 0,226 4-1365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1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24575,'19'6'0,"-1"2"0,0 0 0,-1 1 0,1 1 0,24 19 0,-19-11 0,-2 1 0,-1 1 0,23 28 0,-9-5 0,-2 1 0,-2 1 0,-1 2 0,-3 1 0,35 92 0,-56-128 0,-1 1 0,0 0 0,-1 0 0,-1 0 0,0 0 0,0 0 0,-2 1 0,0-1 0,0 0 0,-1 1 0,-1-1 0,0 0 0,-1 0 0,0 0 0,-1 0 0,-9 20 0,-3-2-195,-1-1 0,-2-1 0,0-1 0,-2 0 0,-2-2 0,-38 37 0,46-49-6631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692 0 24575,'145'27'0,"-144"-26"0,-4 0 0,-12 0 0,-21 0 0,29-2 0,-247-8 0,64-7 0,139 12 0,-99 3 0,98 9 84,32-5-808,-25 1-1,31-3-6101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47 24575,'-38'-12'0,"-1"2"0,0 2 0,0 1 0,-1 2 0,1 2 0,-1 2 0,0 1 0,-48 7 0,-247 18 0,291-26-1365,27 1-5461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3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24575,'26'4'0,"-1"1"0,1 2 0,-1 0 0,-1 2 0,0 1 0,36 19 0,126 92 0,-49-29 0,37 18 0,-172-108 0,3 1 0,0 0 0,0 1 0,0-1 0,4 6 0,-8-8 0,-1-1 0,1 1 0,0 0 0,-1-1 0,1 1 0,-1-1 0,1 1 0,-1 0 0,0-1 0,1 1 0,-1 0 0,0 0 0,1-1 0,-1 1 0,0 0 0,0 0 0,0-1 0,0 1 0,0 0 0,0 0 0,0 0 0,0-1 0,0 1 0,0 0 0,0 0 0,0-1 0,0 1 0,-1 0 0,1 0 0,0-1 0,-1 1 0,1 0 0,0-1 0,-1 1 0,1 0 0,-1-1 0,1 1 0,-1-1 0,0 1 0,0 0 0,-8 5 0,0 0 0,-1-1 0,0-1 0,0 0 0,0 0 0,0-1 0,-15 3 0,-6 3 0,-79 33 0,15-5 0,-124 44-1365,207-76-5461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39 24575,'-4'-9'0,"0"0"0,-9-11 0,136 299 0,-4-8 0,-35-48 0,-91-239 0,-14-23 0,-1-2 0,11 19-1365,1 3-5461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24575,'15'-5'0,"10"-4"0,3-1 0,3 2 0,0 2 0,-3 2 0,0-1 0,-3 0 0,-4 2 0,1 0 0,-2 0 0,-1-2 0,-4 0 0,-5-1-8191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 24575,'-6'-9'0,"6"16"0,6 17 0,12 20 0,2-1 0,45 74 0,-45-82 0,50 71 0,0 3 0,-67-104 0,0 1 0,0 0 0,2 8 0,-4-13 0,-1 1 0,1-1 0,-1 0 0,0 0 0,1 1 0,-1-1 0,0 0 0,0 1 0,0-1 0,0 0 0,0 1 0,0-1 0,0 0 0,-1 0 0,1 1 0,0-1 0,-1 0 0,1 0 0,-1 1 0,0-1 0,1 0 0,-2 2 0,1-3-47,1 1 0,-1-1 0,1 0 0,0 1 0,-1-1 0,1 0 0,-1 0 0,1 0 0,-1 1-1,1-1 1,-1 0 0,1 0 0,-1 0 0,1 0 0,-1 0 0,1 0 0,-1 0 0,1 0 0,-1 0 0,1 0 0,-1 0 0,1-1-1,-1 1 1,1 0 0,-1 0 0,1 0 0,-1-1 0,0 1 0,-7-5-6779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17 24575,'0'-12'0,"0"7"0,0 12 0,-9 195 0,3-134 0,6 86 0,1-132 0,2 0 0,0-1 0,2 1 0,0-1 0,1 0 0,2 0 0,0-1 0,1 0 0,0 0 0,2-1 0,1 0 0,0-1 0,28 31 0,-24-30 0,1-1 0,1-1 0,1-1 0,23 15 0,-33-25 0,0 0 0,1-1 0,0 0 0,0-1 0,1 0 0,-1-1 0,1 0 0,0 0 0,-1-1 0,1-1 0,19 1 0,-16-3-1365,-1 1-5461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24575,'6'-7'0,"7"-11"0,16-16 0,-25 30 0,0 0 0,1 0 0,-1 0 0,1 1 0,0-1 0,0 1 0,0 1 0,11-6 0,-14 8 0,0-1 0,0 0 0,1 1 0,-1 0 0,0-1 0,1 1 0,-1 0 0,0 0 0,1 0 0,-1 1 0,0-1 0,1 0 0,-1 1 0,0 0 0,0-1 0,1 1 0,1 1 0,-1 0 0,1 1 0,-1-1 0,0 0 0,0 1 0,0 0 0,-1 0 0,1 0 0,0 0 0,2 4 0,2 6 0,0 0 0,-1 1 0,0 0 0,4 17 0,-7-19 0,0 0 0,-1 0 0,0 1 0,-1-1 0,0 1 0,-1-1 0,-2 14 0,-2 10 0,-12 38 0,12-53 0,2-13 0,0 0 0,1 0 0,0 0 0,1 0 0,0 0 0,0 1 0,3 13 0,-2-17 0,0 0 0,1 0 0,0-1 0,0 1 0,0-1 0,0 1 0,1-1 0,-1 0 0,1 0 0,0 0 0,1 0 0,-1-1 0,1 1 0,3 2 0,2 0 0,-1 0 0,1 0 0,0-1 0,1-1 0,-1 0 0,15 5 0,-1-3 0,40 7 0,-60-13-52,0 1-1,-1-1 1,1 0-1,0 0 1,-1 0-1,1 0 1,0 0-1,-1-1 1,1 1-1,0-1 1,-1 1-1,1-1 1,-1 0-1,1 0 1,-1-1-1,1 1 1,-1 0-1,0-1 1,0 1-1,0-1 1,0 0-1,0 0 0,0 1 1,0-1-1,2-4 1,2-5-6774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0 24575,'-30'3'0,"-15"-2"0,-5-1 0,4-1 0,7 0 0,5 1 0,6-1 0,2 1 0,4-1 0,0 1 0,1 3 0,0 0 0,0 0 0,0 0 0,-1-1 0,3-1 0,3 0-8191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7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24575,'28'4'0,"0"2"0,-1 1 0,0 1 0,52 24 0,-62-24 0,0 2 0,-1 0 0,0 1 0,0 1 0,-1 0 0,-1 1 0,0 1 0,14 17 0,-6-2 0,-2 1 0,-1 1 0,27 59 0,-25-41 0,26 101 0,-40-121 0,4 43 0,-10-58 0,0 0 0,-1 1 0,0-1 0,-2 0 0,-2 17 0,2-27 6,1 1-1,-1-1 1,0 0-1,0 0 0,0 1 1,0-1-1,-1-1 1,0 1-1,0 0 1,0-1-1,0 1 1,0-1-1,-1 0 0,1 0 1,-1 0-1,0-1 1,0 1-1,0-1 1,0 0-1,-1 0 1,-4 1-1,-7 2-302,0 0 0,-1-1 0,0-1 0,-23 2 0,21-4-6529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27 24575,'-21'1'0,"0"1"0,0 0 0,1 2 0,-1 0 0,1 2 0,-29 11 0,40-15 0,0 1 0,1-1 0,-1-1 0,0 0 0,0 0 0,0 0 0,0-1 0,0-1 0,-11-1 0,6-1 0,-1 0 0,1 0 0,0-2 0,-25-10 0,37 15-68,0-1 0,0 0-1,1 0 1,-1 0 0,0 0 0,0-1-1,1 1 1,-1 0 0,1-1 0,-1 1-1,1-1 1,-1 0 0,1 1 0,0-1-1,0 0 1,0 0 0,0 0-1,0 0 1,-1-3 0,0-5-6758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3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60 24575,'-6'-4'0,"1"1"0,-1-1 0,0 1 0,0 0 0,0 1 0,-1-1 0,1 1 0,0 1 0,-13-3 0,0 2 0,0 1 0,-21 2 0,20 0 0,-8-2 45,1-1-1,-47-10 1,-27-2-1544,88 13-5327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0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24575,'3'-2'0,"67"-29"0,-61 28 0,0 0 0,0 1 0,1 0 0,-1 1 0,1 0 0,10 0 0,10 0 0,-16 1 0,1-1 0,0 2 0,26 4 0,-39-4 0,1-1 0,-1 1 0,1 0 0,-1 0 0,1 0 0,-1 0 0,0 0 0,0 0 0,0 1 0,0-1 0,0 1 0,0 0 0,0-1 0,0 1 0,0 0 0,-1 0 0,1 0 0,-1 0 0,0 0 0,1 1 0,-1-1 0,0 0 0,0 1 0,0-1 0,-1 0 0,1 1 0,-1-1 0,1 1 0,-1-1 0,0 1 0,0-1 0,0 1 0,0 0 0,-1 3 0,-1 8 0,-1 0 0,-1 0 0,0 0 0,-11 24 0,10-26 0,-26 69 0,9-23 0,-38 75 0,58-130 0,1-1 0,-1 1 0,1 0 0,0 0 0,0 0 0,0 0 0,0 0 0,1 0 0,-1 3 0,1-5 0,0 0 0,0 0 0,0 0 0,1 0 0,-1 0 0,0 0 0,1 0 0,-1-1 0,0 1 0,1 0 0,-1 0 0,1 0 0,-1-1 0,1 1 0,0 0 0,-1 0 0,1-1 0,0 1 0,-1-1 0,1 1 0,0 0 0,0-1 0,0 1 0,-1-1 0,1 0 0,0 1 0,0-1 0,0 0 0,0 0 0,0 1 0,0-1 0,0 0 0,1 0 0,15 2 0,1-1 0,0 0 0,25-4 0,2 1 0,-19 3 0,39-3 0,-59 2 0,0-1 0,1-1 0,-1 1 0,0-1 0,0 0 0,0 0 0,10-6 0,-14 7-136,-1 0-1,1 0 1,-1 0-1,1-1 1,-1 1-1,0 0 1,1-1-1,-1 1 0,2-4 1,1-3-6690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47 24575,'-15'-9'0,"-1"1"0,1 1 0,-26-9 0,34 14 0,1 0 0,0 1 0,-1 0 0,1 1 0,0-1 0,-1 1 0,1 0 0,-1 1 0,1 0 0,0 0 0,-1 0 0,-10 4 0,4 0-136,-1 0-1,0-1 1,1-1-1,-1 0 1,0-1-1,0-1 1,-1 0-1,1-1 0,-27-2 1,24-2-6690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22 24575,'0'-1'0,"0"1"0,-1-1 0,1 1 0,0 0 0,0-1 0,-1 1 0,1-1 0,0 1 0,-1 0 0,1-1 0,0 1 0,-1 0 0,1 0 0,-1-1 0,1 1 0,0 0 0,-1 0 0,1-1 0,-1 1 0,1 0 0,-1 0 0,1 0 0,0 0 0,-1 0 0,1 0 0,-1 0 0,1 0 0,-1 0 0,1 0 0,-1 0 0,1 0 0,-1 0 0,0 0 0,-22 3 0,17-2 0,-30 0 0,0-1 0,0-1 0,-38-8 0,73 9 0,-24-2 27,16 2-491,0-1 0,-15-2 0,14-1-6362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45 143 24575,'-1'5'0,"-1"0"0,1 0 0,0 0 0,1 0 0,-1 1 0,1-1 0,0 0 0,0 0 0,0 0 0,1 0 0,0 1 0,0-1 0,0 0 0,3 5 0,2 4 0,0-1 0,1 0 0,15 19 0,-19-28 0,4 7 0,-6-8 0,0 0 0,1-1 0,0 1 0,-1-1 0,1 1 0,0-1 0,0 1 0,1-1 0,-1 0 0,0 0 0,3 1 0,-2-5 0,-4-4 0,-3-7 0,-53-110 0,9 23 0,45 94 0,1 0 0,-1 0 0,1-1 0,1 1 0,-1-1 0,1 1 0,0-1 0,0-11 0,1 18 0,0 0 0,0 0 0,0 0 0,0-1 0,0 1 0,0 0 0,0 0 0,0 0 0,1-1 0,-1 1 0,0 0 0,0 0 0,0 0 0,0-1 0,0 1 0,0 0 0,0 0 0,0 0 0,1 0 0,-1 0 0,0-1 0,0 1 0,0 0 0,0 0 0,1 0 0,-1 0 0,0 0 0,0 0 0,0 0 0,0 0 0,1-1 0,-1 1 0,0 0 0,0 0 0,0 0 0,1 0 0,-1 0 0,0 0 0,10 4 0,6 10 0,1 2 0,0 0 0,0-2 0,39 24 0,-48-33 0,1 0 0,0-1 0,0 0 0,0-1 0,1 0 0,-1 0 0,1-1 0,-1 0 0,1-1 0,0 0 0,18-1 0,-26 0 0,0-1 0,0 1 0,0 0 0,0-1 0,0 1 0,0-1 0,0 0 0,0 0 0,-1 1 0,1-1 0,0 0 0,0-1 0,-1 1 0,1 0 0,-1 0 0,1-1 0,-1 1 0,1-1 0,-1 0 0,0 1 0,0-1 0,0 0 0,0 1 0,0-1 0,0 0 0,0 0 0,-1 0 0,1 0 0,-1 0 0,1-2 0,1-7 0,-1 0 0,-1 0 0,0 0 0,-2-16 0,1 5 0,1 16 0,0-11 0,0 17 0,0 0 0,0 0 0,1 0 0,-1 0 0,0 0 0,0-1 0,0 1 0,0 0 0,0 0 0,0 0 0,0 0 0,0 0 0,0 0 0,0 0 0,0 0 0,0 0 0,0 0 0,0 0 0,0 0 0,1 0 0,-1 0 0,0 0 0,0-1 0,0 1 0,0 0 0,0 0 0,0 0 0,0 0 0,0 0 0,0 0 0,1 0 0,-1 0 0,0 0 0,0 0 0,0 0 0,0 0 0,0 0 0,0 0 0,0 0 0,0 1 0,0-1 0,1 0 0,-1 0 0,0 0 0,0 0 0,7 8 0,65 112 0,-12-19 0,-8-30-1365,-46-62-5461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24575,'2'0'0,"2"3"0,-1 2 0,-1 4 0,0 3 0,-1-1-8191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24575,'1'22'0,"1"0"0,1 0 0,0-1 0,2 1 0,0-1 0,2 1 0,0-2 0,16 32 0,9 7 0,59 80 0,-6-10 0,-81-123 0,3 5 0,10 23 0,-16-31 0,0-1 0,0 1 0,0 0 0,0-1 0,-1 1 0,1 0 0,-1 0 0,0 0 0,0-1 0,0 1 0,0 0 0,0 0 0,-1-1 0,1 1 0,-1 3 0,0-5 4,1-1-1,0 1 1,-1 0-1,1-1 1,0 1-1,-1-1 1,1 1-1,-1-1 1,1 1-1,-1-1 1,1 1-1,-1-1 1,1 1-1,-1-1 1,1 0-1,-1 1 1,0-1-1,1 0 1,-1 1-1,0-1 1,1 0-1,-1 0 1,0 0-1,1 0 1,-1 1-1,0-1 1,1 0-1,-1 0 1,0 0-1,0-1 1,-21-5-1234,20 5 986,-10-5-6582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4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24575,'20'-5'0,"9"-2"0,3 1 0,-3 1 0,-3 1 0,-3 2 0,-4 1 0,-2-2 0,-4-1-8191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24575,'103'230'0,"-76"-175"0,3-2 0,2-1 0,42 51 0,-45-63-1365,-22-32-5461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5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24575,'-1'0'0,"-1"0"0,1 0 0,-1 0 0,0 1 0,1-1 0,-1 1 0,1-1 0,-1 1 0,1-1 0,-1 1 0,1 0 0,0 0 0,-1 0 0,1-1 0,0 1 0,-2 2 0,0 0 0,1 0 0,0 0 0,0 0 0,0 0 0,0 0 0,1 0 0,-2 4 0,-1 4 0,1 0 0,1 0 0,-3 20 0,3-4 0,1 0 0,2 0 0,0 0 0,2 0 0,1-1 0,1 1 0,1-1 0,2 0 0,0 0 0,16 32 0,-6-22 0,2 0 0,1-2 0,2 0 0,1-1 0,2-2 0,35 35 0,-45-50-341,1 0 0,1-1-1,35 23 1,-40-31-6485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24575,'4'-6'0,"-1"0"0,2 0 0,-1 0 0,1 1 0,0 0 0,0 0 0,0 0 0,1 0 0,7-4 0,-10 7 0,0 1 0,0-1 0,0 1 0,1 0 0,-1-1 0,0 1 0,1 1 0,-1-1 0,1 0 0,-1 1 0,1 0 0,-1 0 0,1 0 0,-1 0 0,1 1 0,-1-1 0,1 1 0,-1 0 0,1 0 0,4 2 0,3 1 0,-1 1 0,1 0 0,-1 1 0,0 0 0,16 14 0,-23-18 0,-1 1 0,0-1 0,0 0 0,0 1 0,0-1 0,-1 1 0,1 0 0,-1 0 0,1 0 0,-1-1 0,0 1 0,0 0 0,0 0 0,-1 1 0,1-1 0,-1 0 0,1 0 0,-1 0 0,0 0 0,0 0 0,-1 1 0,1-1 0,-1 0 0,1 0 0,-1 0 0,-1 4 0,-3 5 0,-1-1 0,-11 20 0,-7 13 0,21-38 0,1 0 0,0 0 0,0 1 0,0-1 0,1 0 0,-1 1 0,2 0 0,-1-1 0,1 1 0,0-1 0,0 1 0,1 0 0,0-1 0,0 1 0,0-1 0,1 1 0,0-1 0,0 0 0,1 0 0,0 0 0,0 0 0,0 0 0,1-1 0,0 1 0,0-1 0,7 8 0,-5-8 0,0 0 0,0 0 0,0-1 0,1 1 0,-1-2 0,1 1 0,0-1 0,0 0 0,12 4 0,-15-6 0,1 0 0,0 0 0,0 0 0,0 0 0,0-1 0,-1 1 0,1-1 0,0-1 0,0 1 0,0-1 0,0 0 0,0 0 0,-1 0 0,1-1 0,8-3 0,-10 4-136,-1-1-1,0 0 1,0 1-1,0-1 1,0 0-1,0 0 1,0 0-1,-1 0 0,3-3 1,2-6-6690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29 24575,'-28'-8'0,"-8"1"0,-2 1 0,4 1 0,5 2 0,5 4 0,4 2 0,3 0 0,-1 0 0,0 1 0,4 1-8191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24575,'-10'0'0,"-6"0"0,0 3 0,0 0 0,0 0 0,0 0 0,1-1 0,0-1 0,1-1 0,1 1-8191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24575,'3'8'0,"0"4"0,3 4 0,-1 3 0,3 1 0,-1 3 0,1-1 0,-1-1 0,2 1 0,-2-1 0,-2 1 0,-1-1 0,-2-1 0,-1-5-8191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7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 24575,'-15'-3'0,"-5"0"-8191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4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24575,'38'18'0,"-1"2"0,-1 2 0,-2 1 0,0 2 0,-1 1 0,-2 1 0,53 60 0,-53-49 0,-1 1 0,-3 1 0,-1 2 0,-2 0 0,-2 2 0,25 67 0,-41-91 0,0 0 0,-1 0 0,-1 0 0,0 1 0,-2-1 0,0 39 0,-3-46 0,0 1 0,-1 0 0,-1 0 0,0-1 0,-1 1 0,0-1 0,-1 0 0,0 0 0,-1-1 0,-1 1 0,-8 11 0,-44 50-1365,44-56-5461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 24575,'0'0'0,"0"0"0,0 0 0,0 0 0,0 0 0,0 0 0,0 0 0,0 0 0,0 0 0,0-1 0,0 1 0,0 0 0,0 0 0,-1 0 0,1 0 0,0 0 0,0 0 0,0 0 0,0 0 0,0 0 0,0 0 0,0 0 0,0-1 0,0 1 0,0 0 0,0 0 0,-1 0 0,1 0 0,0 0 0,0 0 0,0 0 0,0 0 0,0 0 0,0 0 0,0 0 0,0 0 0,-1 0 0,1 0 0,0 0 0,0 0 0,0 0 0,0 0 0,0 0 0,0 0 0,0 0 0,0 0 0,-1 0 0,1 0 0,0 0 0,0 0 0,0 1 0,0-1 0,0 0 0,0 0 0,0 0 0,0 0 0,0 0 0,0 0 0,0 0 0,-1 0 0,3 9 0,5 12 0,8 13 0,-2 1 0,14 60 0,-8-2 0,62 244 0,-56-234 0,-25-102 0,0-1 0,0 1 0,0-1 0,1 1 0,-1-1 0,0 1 0,0-1 0,0 1 0,0-1 0,1 1 0,-1-1 0,0 1 0,0-1 0,1 0 0,-1 1 0,0-1 0,1 1 0,-1-1 0,1 1 0,2-10 0,-2-22 0,-1 28 0,-2-71 0,3-73 0,-1 146 0,0-1 0,0 1 0,0 0 0,1-1 0,-1 1 0,0 0 0,1 0 0,-1-1 0,1 1 0,-1 0 0,1 0 0,-1-1 0,1 1 0,0 0 0,0 0 0,0 0 0,-1 0 0,1 0 0,0 0 0,0 0 0,0 0 0,0 1 0,1-1 0,-1 0 0,0 1 0,0-1 0,0 0 0,1 1 0,-1 0 0,0-1 0,1 1 0,-1 0 0,0-1 0,0 1 0,1 0 0,-1 0 0,1 0 0,-1 0 0,2 1 0,2-1 0,1 1 0,-1 1 0,1-1 0,-1 1 0,0 0 0,0 0 0,1 0 0,4 4 0,6 5 0,0 0 0,-1 1 0,27 28 0,34 49 0,-41-47 0,-13-13-1365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42 24575,'-2'-1'0,"-14"-8"0,-33-14 0,45 21 0,-1 0 0,1 1 0,0 0 0,0 0 0,-1 0 0,1 1 0,0-1 0,-1 1 0,1 0 0,-1 0 0,1 1 0,0-1 0,-1 1 0,-4 2 0,7-3 0,0 1 0,0 0 0,1 0 0,-1 0 0,0 0 0,1 0 0,-1 0 0,1 0 0,0 1 0,-1-1 0,1 0 0,0 1 0,0 0 0,0-1 0,0 1 0,0-1 0,0 1 0,-1 2 0,1 0 0,0-1 0,1 0 0,-1 1 0,1 0 0,0-1 0,0 1 0,0-1 0,0 1 0,1 4 0,1 1 0,0 1 0,1 0 0,1-1 0,-1 0 0,1 0 0,7 10 0,49 89 0,-49-86 0,-1 1 0,13 48 0,7 78 0,-17-77 0,-11-60 0,-1-7 0,0 0 0,0 0 0,0 1 0,1-1 0,4 9 0,-5-12 0,0-1 0,0 1 0,0-1 0,0 0 0,0 1 0,1-1 0,-1 0 0,1 0 0,-1 0 0,1 0 0,-1 0 0,1 0 0,0 0 0,-1 0 0,1-1 0,0 1 0,0-1 0,0 1 0,-1-1 0,1 0 0,2 1 0,14 0 0,32 0 0,-42-2 0,-1 1 0,0-1 0,0-1 0,0 1 0,0-1 0,0-1 0,9-3 0,-14 5-40,0 0 0,0-1 0,0 1 0,0-1-1,0 1 1,-1-1 0,1 0 0,0 0 0,-1 0 0,1 0 0,-1 0-1,0 0 1,0 0 0,0 0 0,0-1 0,0 1 0,0 0-1,0-1 1,-1 1 0,1-1 0,-1 1 0,0 0 0,0-1 0,0 1-1,0-1 1,0 1 0,0-1 0,-1 1 0,1-1 0,-1 1-1,0 0 1,0-1 0,-1-2 0,-5-8-6786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1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24575,'2'1'0,"0"0"0,0 0 0,0 0 0,0 1 0,0-1 0,-1 1 0,1 0 0,0-1 0,-1 1 0,1 0 0,-1 0 0,1 0 0,1 3 0,-1-1 0,0-2 0,63 82 0,-58-75 0,1-1 0,0 0 0,0-1 0,1 0 0,0-1 0,0 1 0,15 6 0,-23-13 0,-1 1 0,1-1 0,0 0 0,0 1 0,0-1 0,0 0 0,0 0 0,-1 0 0,1 1 0,0-1 0,0 0 0,0 0 0,0 0 0,0-1 0,0 1 0,0 0 0,-1 0 0,1 0 0,0-1 0,0 1 0,0 0 0,1-1 0,-1-1 0,0 1 0,0 0 0,1 0 0,-1 0 0,0 0 0,-1-1 0,1 1 0,0 0 0,0-1 0,0 1 0,0-4 0,2-3 0,-1-1 0,0 0 0,0-15 0,-1 18 0,0-22 0,-2 23 0,1 0 0,0 0 0,0 0 0,0 0 0,1 1 0,0-1 0,0 0 0,0 0 0,1 0 0,2-6 0,-3 10 0,-1 1 0,1-1 0,-1 0 0,1 1 0,-1-1 0,1 0 0,0 1 0,-1-1 0,1 1 0,0-1 0,0 1 0,-1 0 0,1-1 0,0 1 0,0 0 0,0-1 0,-1 1 0,1 0 0,0 0 0,0 0 0,0 0 0,0 0 0,0 0 0,-1 0 0,1 0 0,0 0 0,0 0 0,0 0 0,0 1 0,-1-1 0,1 0 0,0 1 0,0-1 0,0 0 0,-1 1 0,2 0 0,4 2 0,-1 1 0,0 0 0,9 8 0,-8-6 0,29 25 0,2-1 0,63 37 0,-100-67-1,0 0-1,0 0 1,0 0-1,0 1 1,0-1 0,0 0-1,0 0 1,0 0-1,0 0 1,0 0-1,1 0 1,-1 0-1,0 0 1,0 1-1,0-1 1,0 0 0,0 0-1,0 0 1,1 0-1,-1 0 1,0 0-1,0 0 1,0 0-1,0 0 1,0 0-1,1 0 1,-1 0 0,0 0-1,0 0 1,0 0-1,0 0 1,0 0-1,1 0 1,-1 0-1,0 0 1,0 0-1,0 0 1,0 0 0,0 0-1,0-1 1,1 1-1,-1 0 1,0 0-1,0 0 1,0 0-1,0 0 1,0 0 0,0 0-1,0 0 1,0-1-1,0 1 1,1 0-1,-5-9 194,-9-11-1672,4 10-5346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2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24575,'6'-4'0,"14"-14"0,25-15 0,-40 29 0,1 0 0,0 1 0,0 0 0,0 0 0,0 1 0,1-1 0,-1 1 0,1 1 0,11-2 0,-14 3 0,0 0 0,0 1 0,0-1 0,0 1 0,0 0 0,0 0 0,0 1 0,0-1 0,-1 1 0,1 0 0,-1 0 0,1 0 0,-1 0 0,0 1 0,0-1 0,0 1 0,0 0 0,0 0 0,4 6 0,4 6 0,-1 0 0,17 33 0,-22-37 0,7 13 0,-1 1 0,-1 1 0,-2 0 0,0 0 0,-2 0 0,-1 1 0,-1 0 0,-1 0 0,-1 35 0,-1-45 0,0 1 0,2-1 0,0 0 0,1 0 0,0 0 0,12 27 0,-14-38 0,0 0 0,0 0 0,-1 0 0,1 0 0,-1 0 0,-1 0 0,1 11 0,-1-15 0,0 1 0,-1-1 0,1 0 0,-1 0 0,1 1 0,-1-1 0,0 0 0,0 0 0,0 0 0,0 0 0,0 0 0,0 0 0,-1 0 0,1 0 0,0 0 0,-1-1 0,0 1 0,1 0 0,-1-1 0,0 0 0,0 1 0,0-1 0,-3 2 0,-1-1 0,-1 1 0,0-1 0,0 0 0,0 0 0,0-1 0,-14 1 0,-46-3 0,36 0 0,5 1-1365,3-1-5461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61 115 24575,'9'29'0,"0"0"0,1 0 0,1-1 0,2 0 0,20 35 0,-31-61 0,-2-4 0,-4-10 0,-9-18 0,-78-102 0,57 86 0,29 35 0,5 11 0,0 0 0,0 0 0,0-1 0,0 1 0,0 0 0,0 0 0,1 0 0,-1 0 0,0 0 0,0-1 0,0 1 0,0 0 0,0 0 0,1 0 0,-1 0 0,0 0 0,0 0 0,0 0 0,0 0 0,1 0 0,-1 0 0,0 0 0,0 0 0,0 0 0,1 0 0,-1 0 0,0 0 0,0 0 0,0 0 0,0 0 0,1 0 0,-1 0 0,0 0 0,0 0 0,25 10 0,-19-7 0,24 9 0,0-1 0,0-2 0,1-1 0,1-1 0,-1-2 0,1-1 0,42 0 0,-73-4 0,11 0 0,1 0 0,-1-1 0,0 0 0,20-5 0,-30 6 0,1-1 0,0 0 0,0 0 0,-1-1 0,1 1 0,0 0 0,-1-1 0,1 1 0,-1-1 0,0 0 0,0 0 0,1 0 0,-1 0 0,-1 0 0,1-1 0,0 1 0,0-1 0,-1 1 0,1-1 0,-1 1 0,0-1 0,0 0 0,0 0 0,0 1 0,0-4 0,0 0 0,0 0 0,-1 0 0,0-1 0,0 1 0,0 0 0,-1 0 0,-2-7 0,3 10 0,-1 1 0,1 0 0,-1 0 0,0 0 0,0 0 0,0 0 0,0 0 0,0 0 0,0 0 0,0 0 0,-1 0 0,1 0 0,-1 1 0,1-1 0,-1 0 0,0 1 0,0 0 0,0-1 0,1 1 0,-1 0 0,-1 0 0,-1-1 0,3 1 0,0 1 0,0 0 0,0 0 0,-1-1 0,1 1 0,0 0 0,0 0 0,0 0 0,0 0 0,0 0 0,0 0 0,0 1 0,0-1 0,0 0 0,0 0 0,0 1 0,0-1 0,0 1 0,0-1 0,0 1 0,0-1 0,0 1 0,1 0 0,-2 0 0,1 1 0,-1 0 0,1-1 0,0 1 0,0 0 0,0 0 0,0 0 0,0 0 0,0 1 0,0-1 0,0 4 0,0 2 0,0 0 0,0 1 0,1-1 0,0 0 0,2 11 0,1-6 0,0 0 0,1-1 0,1 0 0,0 0 0,0 0 0,1 0 0,1-1 0,0 0 0,15 19 0,-9-16 0,-1 0 0,2-1 0,-1-1 0,2 0 0,0-1 0,22 13 0,-31-21-97,-1 0-1,1 0 1,0 0-1,1-1 1,-1 0-1,0-1 1,1 1-1,-1-1 1,0 0-1,1-1 1,0 1-1,-1-1 0,8-1 1,-1-3-6729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3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100 436 24575,'-12'12'0,"0"-1"0,1 0 0,0 1 0,1 0 0,0 0 0,1 1 0,-10 19 0,18-31 0,0 1 0,1-1 0,-1 1 0,0 0 0,1-1 0,0 1 0,-1 0 0,1 0 0,0-1 0,0 1 0,0 0 0,0 0 0,0-1 0,0 1 0,0 0 0,1 0 0,-1-1 0,1 1 0,-1 0 0,1-1 0,0 1 0,-1 0 0,1-1 0,0 1 0,0-1 0,0 0 0,0 1 0,0-1 0,1 0 0,-1 1 0,0-1 0,1 0 0,-1 0 0,1 0 0,-1 0 0,1 0 0,-1-1 0,1 1 0,-1 0 0,1-1 0,3 2 0,-2-1 0,0-1 0,1 1 0,-1 0 0,1-1 0,-1 0 0,1 0 0,-1 0 0,0 0 0,1 0 0,-1-1 0,1 1 0,-1-1 0,0 0 0,0 0 0,1 0 0,-1-1 0,0 1 0,0-1 0,0 1 0,0-1 0,3-3 0,-4 3 0,0 0 0,0-1 0,0 0 0,-1 0 0,1 1 0,-1-1 0,1 0 0,-1 0 0,0 0 0,0 0 0,0-1 0,0 1 0,-1 0 0,1 0 0,-1-1 0,0 1 0,0 0 0,0 0 0,-1-1 0,1 1 0,-1 0 0,1 0 0,-1 0 0,-2-5 0,3 8 0,0 0 0,0 0 0,0 0 0,0 0 0,0 0 0,0 0 0,0-1 0,0 1 0,0 0 0,0 0 0,0 0 0,0 0 0,0 0 0,0 0 0,0 0 0,0-1 0,0 1 0,0 0 0,0 0 0,0 0 0,0 0 0,0 0 0,0 0 0,0 0 0,0 0 0,-1 0 0,1 0 0,0-1 0,0 1 0,0 0 0,0 0 0,0 0 0,0 0 0,0 0 0,0 0 0,0 0 0,-1 0 0,1 0 0,0 0 0,0 0 0,0 0 0,0 0 0,0 0 0,0 0 0,0 0 0,-1 0 0,1 0 0,0 0 0,0 0 0,0 0 0,0 0 0,0 0 0,0 0 0,0 0 0,0 0 0,-1 0 0,1 0 0,0 1 0,0 6 0,4 2 0,1-1 0,0 1 0,0-1 0,1 1 0,0-2 0,0 1 0,1-1 0,0 0 0,15 12 0,-17-15 0,-1 0 0,1-1 0,0 0 0,0 0 0,0-1 0,0 1 0,1-1 0,-1 0 0,0-1 0,1 1 0,0-1 0,-1 0 0,1 0 0,0-1 0,0 0 0,-1 0 0,1 0 0,8-2 0,-11 1 0,0 0 0,0 0 0,0 0 0,0-1 0,0 1 0,0-1 0,0 0 0,-1 1 0,1-2 0,0 1 0,-1 0 0,0 0 0,1-1 0,2-4 0,-2 3 0,0-1 0,-1 0 0,1 0 0,-1 0 0,0-1 0,-1 1 0,1 0 0,0-6 0,0-8 0,-1-1 0,-1 1 0,-4-37 0,-2 5 0,-3 1 0,-17-54 0,-39-95 0,59 182 0,-3-2 0,4 13 0,4 7 0,1-1 0,0 0 0,0 0 0,-1 0 0,1 0 0,0 0 0,0 1 0,-1-1 0,1 0 0,0 0 0,0 0 0,0 1 0,-1-1 0,1 0 0,0 0 0,0 1 0,0-1 0,0 0 0,0 0 0,0 1 0,-1-1 0,1 0 0,0 0 0,0 1 0,0-1 0,0 0 0,0 1 0,0-1 0,0 1 0,-1 11 0,0 0 0,0 0 0,1 0 0,2 15 0,9 52 0,-5-45 0,0-2 0,1 0 0,2 0 0,1-1 0,15 31 0,-14-39 0,1 0 0,1 0 0,1-1 0,0-1 0,29 31 0,-34-43-124,0-1 0,0 0 0,1-1 0,0 0 0,0-1 0,1 0-1,-1 0 1,1-1 0,1-1 0,17 6 0,-15-7-6702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16 24575,'-30'-2'0,"-12"-2"0,-2 1 0,1 1 0,6 0 0,7 1 0,6 0 0,4 1 0,3 2 0,5 2-8191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4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24575,'35'44'0,"1"-2"0,57 50 0,-82-82 0,0-1 0,1-1 0,1 0 0,-1-1 0,1 0 0,0-1 0,26 8 0,-38-13 0,0-1 0,0 0 0,1 1 0,-1-1 0,0 0 0,1 0 0,-1 0 0,0 0 0,1 0 0,-1 0 0,0 0 0,1 0 0,-1 0 0,0-1 0,1 1 0,-1 0 0,0-1 0,0 1 0,2-2 0,-2 1 0,0 0 0,0 0 0,0 0 0,0 0 0,-1 0 0,1 0 0,0 0 0,-1 0 0,1 0 0,-1 0 0,1-1 0,-1 1 0,0 0 0,1 0 0,-1-1 0,0-1 0,0-5 0,0-1 0,-1 1 0,0 0 0,-4-16 0,5 21 0,-9-32-87,5 23-73,1 0 0,0-1 0,1 1 1,1-1-1,-1 1 0,2-1 1,1-13-1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47 587 24575,'-1'-2'0,"0"1"0,0-1 0,0 1 0,0 0 0,0 0 0,0-1 0,-1 1 0,1 0 0,0 0 0,-1 0 0,1 0 0,-1 1 0,1-1 0,-1 0 0,-2 0 0,3 1 0,0 0 0,1 0 0,-1 0 0,0 0 0,0 0 0,1 0 0,-1 1 0,0-1 0,0 0 0,1 0 0,-1 1 0,0-1 0,0 1 0,1-1 0,-1 0 0,1 1 0,-1 0 0,0-1 0,1 1 0,-1-1 0,1 1 0,-1 0 0,1-1 0,-1 1 0,1 0 0,0-1 0,-1 1 0,1 0 0,0 0 0,0-1 0,-1 1 0,1 0 0,0 0 0,0 1 0,-2 5 0,1 1 0,0 0 0,1-1 0,-1 1 0,1 0 0,1 0 0,0-1 0,2 12 0,-2-13 0,0-1 0,1 1 0,0-1 0,0 0 0,0 1 0,1-1 0,0 0 0,0-1 0,0 1 0,0 0 0,1-1 0,5 6 0,-9-9 0,1-1 0,0 1 0,-1-1 0,1 1 0,-1-1 0,1 1 0,0-1 0,-1 1 0,1-1 0,0 1 0,0-1 0,0 0 0,-1 1 0,1-1 0,0 0 0,0 0 0,0 0 0,-1 0 0,1 0 0,0 0 0,0 0 0,0 0 0,0 0 0,-1 0 0,1 0 0,1 0 0,-1-1 0,0 0 0,-1 0 0,1 0 0,0 1 0,0-1 0,-1 0 0,1 0 0,0 0 0,-1 0 0,1 0 0,-1 0 0,1 0 0,-1 0 0,0 0 0,1-1 0,-1 0 0,2-7 0,-1 0 0,0 0 0,-1-13 0,0 22 0,-1-25 0,0 15 0,1-1 0,1-15 0,-1 26 0,0 0 0,0 0 0,0-1 0,0 1 0,0 0 0,0 0 0,0 0 0,0 0 0,0-1 0,0 1 0,0 0 0,0 0 0,0 0 0,0 0 0,0-1 0,0 1 0,1 0 0,-1 0 0,0 0 0,0 0 0,0 0 0,0 0 0,0-1 0,0 1 0,1 0 0,-1 0 0,0 0 0,0 0 0,0 0 0,0 0 0,0 0 0,1 0 0,-1 0 0,0 0 0,0 0 0,0 0 0,0 0 0,1 0 0,6 4 0,9 14 0,-13-15 0,16 18 0,0-1 0,23 17 0,-32-29 0,1 0 0,0-1 0,0 0 0,1-1 0,0 0 0,17 6 0,-25-10 0,0-1 0,0 0 0,0 0 0,0-1 0,0 1 0,1-1 0,-1 0 0,0 0 0,0 0 0,0-1 0,0 1 0,8-3 0,-9 2 0,-1 0 0,0-1 0,1 1 0,-1 0 0,0-1 0,0 0 0,0 1 0,0-1 0,0 0 0,0 0 0,0 0 0,-1 0 0,1-1 0,-1 1 0,1 0 0,-1-1 0,0 1 0,0 0 0,0-1 0,1-5 0,0-3 0,0 0 0,-1-1 0,0 1 0,-1-1 0,0 1 0,0-1 0,-4-15 0,-21-80 0,22 97 0,-26-90 0,-23-91 0,44 155 0,2-1 0,1-1 0,1-44 0,4 76 0,1 20 0,-1 26 0,25 295 0,-21-311 0,0 0 0,10 27 0,-10-38 0,1 0 0,0-1 0,1 0 0,0 0 0,13 17 0,-11-20 0,0 0 0,1-1 0,0 0 0,0-1 0,1 0 0,0 0 0,0-1 0,0 0 0,1-1 0,0 0 0,0-1 0,1 0 0,12 3 0,-15-6 0,1 1 0,-1-2 0,0 1 0,1-1 0,-1 0 0,0-1 0,1 0 0,10-3 0,-16 3 0,0-1 0,0 1 0,1-1 0,-1 1 0,0-1 0,-1 0 0,1-1 0,0 1 0,-1-1 0,1 0 0,-1 0 0,0 0 0,0 0 0,0 0 0,0-1 0,0 1 0,-1-1 0,0 0 0,3-5 0,-3 3 0,0 0 0,-1 1 0,0-1 0,0 0 0,0 0 0,-1 0 0,0 0 0,0 0 0,0 1 0,-1-1 0,0 0 0,0 0 0,0 0 0,-3-5 0,-1 4 0,4 13 0,3 14 0,2-9 0,0-1 0,1 1 0,0-1 0,1 0 0,0-1 0,8 11 0,48 49 0,-59-66 0,0 0 0,0 0 0,0-1 0,0 1 0,1-1 0,-1 0 0,1 0 0,-1 0 0,7 2 0,-8-4 0,-1 0 0,0 0 0,0 0 0,1 1 0,-1-1 0,0 0 0,0-1 0,1 1 0,-1 0 0,0 0 0,0 0 0,1-1 0,-1 1 0,0-1 0,0 1 0,0-1 0,0 1 0,0-1 0,0 0 0,0 1 0,0-1 0,0 0 0,0 0 0,0 0 0,0 0 0,0 0 0,-1 0 0,1 0 0,0 0 0,-1 0 0,1 0 0,-1 0 0,1 0 0,0-3 0,0-1 0,1 0 0,-1 0 0,0 0 0,-1 0 0,1 0 0,-1 0 0,0-7 0,-1 7 0,1-1 0,1 1 0,-1-1 0,1 1 0,2-9 0,-3 13 0,0 0 0,1 0 0,-1 0 0,1 0 0,-1 0 0,1 0 0,-1 0 0,1 0 0,0 0 0,0 1 0,-1-1 0,1 0 0,0 0 0,0 1 0,0-1 0,0 0 0,0 1 0,0-1 0,0 1 0,1-1 0,1 0 0,-1 1 0,0-1 0,0 1 0,1 0 0,-1 0 0,0 0 0,0 0 0,1 1 0,3 0 0,4 2 0,0 0 0,-1 1 0,15 7 0,-19-9 0,62 38 0,-41-24 0,43 20 0,-61-33 0,1 1 0,0-1 0,0-1 0,0 0 0,0 0 0,0-1 0,0 0 0,0 0 0,14-2 0,-21 1 0,1 0 0,-1-1 0,1 1 0,-1-1 0,0 0 0,1 0 0,-1 0 0,0 0 0,0 0 0,0 0 0,0-1 0,0 1 0,0-1 0,0 1 0,2-3 0,-1 0 0,0 0 0,0 0 0,0 0 0,-1 0 0,0 0 0,0-1 0,2-6 0,0-3 0,-1 0 0,0 0 0,-1 0 0,0-21 0,-2 29 0,-1-91 0,1 95 0,0 1 0,-1-1 0,1 1 0,0-1 0,-1 1 0,1 0 0,-1-1 0,1 1 0,-2-2 0,2 2 0,-1 1 0,1-1 0,0 1 0,0 0 0,-1-1 0,1 1 0,0 0 0,-1 0 0,1-1 0,-1 1 0,1 0 0,0 0 0,-1-1 0,1 1 0,-1 0 0,1 0 0,-1 0 0,1 0 0,0 0 0,-1 0 0,0 0 0,0 0 0,0 0 0,0 1 0,0-1 0,0 1 0,0-1 0,-1 1 0,1-1 0,1 1 0,-1 0 0,0-1 0,0 1 0,0 0 0,0 0 0,0 0 0,1 0 0,-1 0 0,0 0 0,1 0 0,-1 0 0,1 0 0,-1 0 0,1 1 0,-4 9 0,1 0 0,1 0 0,0 0 0,0 0 0,1 0 0,1 0 0,0 0 0,0 0 0,3 12 0,-2-18 0,0 0 0,0 0 0,1 0 0,0 0 0,0-1 0,0 1 0,0 0 0,1-1 0,0 0 0,0 1 0,0-1 0,1 0 0,-1-1 0,8 7 0,5 3 0,1-1 0,23 14 0,-29-19 0,8 3-227,0 0-1,1-1 1,0-1-1,0-1 1,22 5-1,-29-9-6598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16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136 534 24575,'-4'-4'0,"-4"-4"0,-1 0 0,-11-8 0,18 14 0,0 1 0,0-1 0,0 1 0,0 0 0,-1 0 0,1 0 0,0 0 0,0 0 0,-1 1 0,1-1 0,-1 1 0,1-1 0,0 1 0,-1 0 0,1 0 0,-5 0 0,6 0 0,-1 1 0,1-1 0,0 1 0,0-1 0,0 0 0,0 1 0,0 0 0,0-1 0,0 1 0,0-1 0,1 1 0,-1 0 0,0 0 0,0 0 0,0-1 0,1 1 0,-1 0 0,0 0 0,0 2 0,0-1 0,0 1 0,1-1 0,-1 0 0,1 0 0,-1 1 0,1-1 0,0 1 0,0-1 0,0 3 0,1 2 0,0 1 0,0-1 0,1 0 0,0 0 0,3 8 0,2-1 0,0 0 0,1 0 0,0-1 0,1 0 0,17 18 0,-25-30 0,0 0 0,0 0 0,0 0 0,0 0 0,0 0 0,0 0 0,0 0 0,0 0 0,0 0 0,0-1 0,1 1 0,-1-1 0,0 1 0,1-1 0,-1 1 0,0-1 0,0 0 0,1 1 0,-1-1 0,1 0 0,-1 0 0,2 0 0,-2-1 0,0 1 0,0-1 0,0 0 0,0 1 0,0-1 0,0 0 0,0 0 0,-1 0 0,1 0 0,0 0 0,0 0 0,-1 0 0,1 0 0,0 0 0,-1 0 0,1 0 0,-1 0 0,0 0 0,1-1 0,-1 1 0,0 0 0,0 0 0,0-1 0,0-1 0,2-13 0,-2 0 0,0 0 0,-1 0 0,0 0 0,-2 1 0,-4-21 0,-35-93 0,19 63 0,16 44 0,-11-31 0,2-1 0,-15-95 0,31 145 0,-1 1 0,0-1 0,1 0 0,0 0 0,0 1 0,0-1 0,0 0 0,0 0 0,1 0 0,0 1 0,-1-1 0,4-6 0,-4 10 0,0 0 0,0-1 0,0 1 0,0 0 0,1 0 0,-1 0 0,0-1 0,0 1 0,0 0 0,1 0 0,-1 0 0,0-1 0,0 1 0,0 0 0,1 0 0,-1 0 0,0 0 0,0 0 0,1 0 0,-1 0 0,0-1 0,1 1 0,-1 0 0,0 0 0,0 0 0,1 0 0,-1 0 0,0 0 0,1 0 0,-1 0 0,0 1 0,0-1 0,1 0 0,-1 0 0,0 0 0,0 0 0,1 0 0,-1 0 0,0 0 0,0 1 0,1-1 0,-1 0 0,0 0 0,0 0 0,0 1 0,1-1 0,-1 0 0,0 0 0,9 13 0,-9-13 0,17 34 0,-1 1 0,20 68 0,-9-23 0,29 63 0,16 45 0,-32-36-1365,-36-134-5461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24575,'-11'31'0,"9"-20"0,1 0 0,0 1 0,1-1 0,0 1 0,1-1 0,0 0 0,1 1 0,0-1 0,0 0 0,2 0 0,-1 0 0,1-1 0,1 1 0,0-1 0,10 16 0,-13-23 0,7 9 0,-2 1 0,0-1 0,0 1 0,-1 0 0,-1 0 0,7 25 0,-12-37-37,1-1 0,-1 1 1,0 0-1,0 0 0,0-1 0,0 1 0,0 0 0,0 0 0,0 0 0,0-1 0,0 1 0,0 0 1,0 0-1,0 0 0,0-1 0,-1 1 0,1 0 0,0-1 0,-1 1 0,1 0 0,-1 0 0,1-1 1,0 1-1,-1-1 0,1 1 0,-1 0 0,0-1 0,1 1 0,-1-1 0,1 1 0,-1-1 0,0 0 1,0 1-1,1-1 0,-1 1 0,-1-1 0,-6 0-6789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62 24575,'-25'-10'0,"-11"-4"0,-4 2 0,2 1 0,5 4 0,5 3 0,6 1 0,3 2 0,1 4 0,0 0 0,1 4 0,0 2 0,2 2 0,2 0-8191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1 24575,'-7'2'0,"-8"2"0,-4-1 0,-1-1 0,-2 0 0,0-1 0,-1 0 0,0-1 0,3 0 0,-2 0 0,2 0 0,1 0 0,3 2 0,3 1 0,3 1-8191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207 131 24575,'-8'-15'0,"-1"0"0,0 0 0,-1 2 0,-1-1 0,0 1 0,-1 1 0,-13-12 0,24 23 0,0 0 0,0 0 0,-1 0 0,1 0 0,0 1 0,-1-1 0,1 0 0,-1 1 0,1-1 0,-1 1 0,1-1 0,-1 1 0,1 0 0,-1 0 0,0 0 0,1-1 0,-1 2 0,1-1 0,-1 0 0,0 0 0,1 0 0,-2 1 0,0 0 0,1 0 0,0 1 0,0-1 0,0 1 0,0-1 0,0 1 0,0 0 0,0-1 0,0 1 0,1 0 0,-1 0 0,-1 3 0,-3 5 0,1 0 0,1 0 0,-1 0 0,2 1 0,-4 13 0,-8 65 0,13-72 0,1 0 0,0 0 0,1-1 0,1 1 0,0 0 0,1 0 0,1-1 0,1 0 0,9 27 0,45 117 0,-17-53 0,-10-28 0,16 49 0,-46-125 11,0 1 0,0-1 0,-1 0 0,1 0 0,-1 1 0,0-1-1,0 0 1,0 0 0,-1 1 0,0 4 0,1-7-22,-1 0 0,1-1-1,0 1 1,-1 0 0,1 0 0,-1-1 0,1 1 0,-1 0-1,1-1 1,-1 1 0,1 0 0,-1-1 0,0 1 0,1-1-1,-1 1 1,0-1 0,-1 1 0,1 0-81,0-1 1,-1 0-1,1 1 0,-1-1 0,1 0 1,0 0-1,-1 0 0,1 0 1,-1 0-1,1 0 0,0 0 0,-1-1 1,-2 0-1,-5-2-6734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6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9 24575,'-27'-2'0,"-15"-2"0,-2 1 0,1 3 0,5 2 0,7 0 0,6 2 0,5 1 0,3 2 0,5-1-8191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24575,'53'-12'0,"1"4"0,65-3 0,-115 11 0,0 0 0,1 1 0,-1 0 0,0 0 0,1 0 0,-1 0 0,0 1 0,0 0 0,0 0 0,0 0 0,-1 0 0,1 0 0,0 1 0,-1-1 0,1 1 0,-1 0 0,0 0 0,0 1 0,0-1 0,-1 1 0,5 6 0,2 7 0,0 0 0,0 0 0,8 29 0,-11-30 0,-1 0 0,0 0 0,-1 0 0,-1 1 0,0-1 0,0 20 0,-4-31 0,0 1 0,1-1 0,-2 0 0,1 0 0,-1 0 0,1 1 0,-1-2 0,-5 9 0,-2 1 0,-14 19 0,-6 8 0,28-40 0,1 0 0,-1 0 0,1 0 0,-1 0 0,1 0 0,0 0 0,-1 0 0,1 0 0,0-1 0,0 1 0,0 0 0,-1 1 0,1-1 0,0 0 0,0 0 0,0 0 0,1 0 0,-1 0 0,0 0 0,0 0 0,0 0 0,1 1 0,0-1 0,0 1 0,0-1 0,0 0 0,0 0 0,1 0 0,-1 0 0,0 0 0,0 0 0,1 0 0,-1-1 0,0 1 0,1 0 0,1 0 0,7 2 0,-1-1 0,0 0 0,19 1 0,-25-3 0,32 3 60,36-3 0,-55-1-357,0 0 0,0-2 0,0 0 0,24-8 0,-26 6-6529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7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44 24575,'-30'-7'0,"-12"-3"0,-2 0 0,4 2 0,6 3 0,7 2 0,8 3 0,4 5 0,6 4 0,3 1-8191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48 24575,'-10'1'0,"0"1"0,0 1 0,-18 6 0,25-8 0,1 0 0,-1 0 0,1 0 0,-1 1 0,1-1 0,-1 1 0,1-1 0,0 1 0,0 0 0,0 0 0,0 0 0,0 0 0,0 0 0,1 1 0,-1-1 0,1 0 0,-1 1 0,-1 4 0,3-4 0,0-1 0,0 1 0,0-1 0,0 1 0,0-1 0,1 0 0,-1 1 0,1-1 0,-1 0 0,1 1 0,0-1 0,0 0 0,0 0 0,0 0 0,1 0 0,1 3 0,27 31 0,-30-35 0,6 4 0,-1-1 0,1 1 0,0-1 0,0 0 0,0 0 0,1-1 0,-1 0 0,1 0 0,0-1 0,-1 0 0,1 0 0,0 0 0,0-1 0,1 0 0,-1 0 0,0-1 0,14-1 0,-16 1 0,-1-1 0,1 0 0,0 0 0,-1 0 0,1 0 0,-1-1 0,0 0 0,1 0 0,-1 0 0,0-1 0,0 1 0,4-5 0,-5 5 0,0-1 0,-1 0 0,1 0 0,-1 0 0,0 0 0,0-1 0,0 1 0,0 0 0,-1-1 0,1 0 0,-1 1 0,0-1 0,0 0 0,0 1 0,-1-1 0,1-6 0,-1 4 6,0 1-1,-1-1 1,1 1-1,-1 0 0,0-1 1,-1 1-1,1 0 1,-1 0-1,0 0 1,0 0-1,-1 0 1,1 0-1,-1 1 0,0-1 1,-1 1-1,1 0 1,-1 0-1,1 0 1,-1 0-1,0 1 1,-9-6-1,8 5-88,-1 1 1,0-1-1,0 1 1,0 1-1,0-1 1,-1 1-1,1 0 1,-1 1-1,0-1 1,1 1-1,-1 1 1,0-1-1,1 1 1,-1 0-1,0 1 1,0-1-1,-6 3 1,0 0-6744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36 24575,'-20'-2'0,"-9"-2"0,-2-1 0,-2-1 0,4 1 0,3 1 0,4 1 0,3 2 0,3 0 0,1 1 0,0 0 0,1-2 0,3-1-8191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29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31 24575,'-30'-5'0,"-13"-2"0,-1 1 0,4 1 0,7 1 0,6 2 0,5 1 0,4 3 0,2 1 0,2 0 0,3 0-8191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0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24575,'1'4'0,"-1"-1"0,1 1 0,-1-1 0,1 1 0,0-1 0,0 0 0,1 1 0,2 4 0,18 27 0,-11-18 0,91 131 0,-97-137 0,-10-14 0,-13-15 0,10 7 0,0-1 0,0 0 0,1 0 0,0-1 0,1 0 0,1 0 0,0 0 0,1-1 0,0 1 0,1-1 0,1 0 0,0 0 0,1 0 0,0-1 0,2-20 0,0 30 0,0 0 0,0 0 0,0 0 0,0 0 0,1 1 0,0-1 0,0 0 0,0 1 0,0-1 0,1 1 0,-1 0 0,1 0 0,1 0 0,-1 0 0,0 1 0,1-1 0,0 1 0,-1 0 0,2 0 0,-1 0 0,5-3 0,-2 3 0,0 0 0,0 0 0,1 0 0,-1 1 0,0 0 0,1 0 0,0 1 0,-1 0 0,1 0 0,0 1 0,-1 0 0,1 1 0,10 1 0,-14-1-91,1 0 0,0 0 0,-1 0 0,1 1 0,-1 0 0,0 0 0,1 0 0,-1 1 0,0-1 0,0 1 0,-1 0 0,1 0 0,0 0 0,2 4 0,1 2-6735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1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31 237 24575,'50'-5'0,"-23"3"0,53-11 0,-72 11 0,-1-1 0,1 1 0,-1-1 0,0 0 0,1-1 0,-2 0 0,1 0 0,0 0 0,-1-1 0,0 0 0,8-8 0,-12 11 0,0 0 0,0 0 0,-1 0 0,1 0 0,-1-1 0,1 1 0,-1-1 0,0 1 0,1-1 0,-1 0 0,-1 1 0,1-1 0,0 0 0,-1 1 0,1-1 0,-1 0 0,0 0 0,0 0 0,0 0 0,0 1 0,0-1 0,-1 0 0,1 0 0,-1 1 0,0-1 0,0 0 0,0 1 0,0-1 0,0 0 0,-1 1 0,-2-4 0,0 0 0,-1 1 0,1 0 0,-1 0 0,0 1 0,0-1 0,-1 1 0,1 0 0,-1 1 0,0-1 0,0 1 0,0 0 0,-7-2 0,-2 0 0,0 1 0,0 0 0,-1 0 0,-20-1 0,32 5 0,0 0 0,0 0 0,0 0 0,-1 0 0,1 1 0,0 0 0,0 0 0,0 0 0,0 0 0,0 0 0,0 1 0,1 0 0,-1 0 0,0 0 0,1 0 0,-1 0 0,1 1 0,0-1 0,0 1 0,0 0 0,-4 5 0,4-3 0,0 0 0,0 1 0,1-1 0,-1 1 0,1-1 0,1 1 0,-1 0 0,-1 10 0,1 4 0,0 25 0,2-28 0,0-1 0,1 1 0,1-1 0,6 28 0,-7-39 0,1-1 0,-1 1 0,1 0 0,0-1 0,1 1 0,-1-1 0,1 0 0,0 0 0,0 0 0,1 0 0,-1 0 0,1-1 0,-1 1 0,1-1 0,0 0 0,0 0 0,1-1 0,-1 1 0,8 2 0,8 2 0,-1 0 0,1-2 0,1-1 0,38 4 0,85-5 0,-119-3 0,-12 0-119,-3 0 203,1 0 0,12-2 1,-20 1-185,-1 1 0,1-1 0,-1 1 0,1-1 0,-1 0 0,0 0 0,1 0 0,-1 0 0,0 0 1,0-1-1,1 1 0,-1-1 0,0 0 0,2-2 0,2-4-6726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24575,'0'0'0,"-1"1"0,1-1 0,0 0 0,-1 0 0,1 0 0,0 0 0,-1 0 0,1 1 0,0-1 0,-1 0 0,1 0 0,0 1 0,-1-1 0,1 0 0,0 0 0,0 1 0,-1-1 0,1 0 0,0 1 0,0-1 0,0 0 0,0 1 0,-1-1 0,1 0 0,0 1 0,0-1 0,0 1 0,0-1 0,0 0 0,0 1 0,0-1 0,0 0 0,0 1 0,0-1 0,0 1 0,0-1 0,0 0 0,0 1 0,0-1 0,1 0 0,-1 1 0,0 0 0,6 17 0,10 10 0,0 1 0,24 27 0,-16-21 0,14 19 0,-5-8 0,51 93 0,-81-130 0,1-1 0,-1 1 0,0 0 0,1 9 0,-3-15 0,-1 0 0,1-1 0,-1 1 0,0-1 0,0 1 0,-1-1 0,1 1 0,-1 4 0,0-6 0,1 0 0,-1 0 0,1 0 0,0 0 0,-1 0 0,0-1 0,1 1 0,-1 0 0,1 0 0,-1 0 0,0-1 0,0 1 0,1 0 0,-1-1 0,0 1 0,0-1 0,0 1 0,0-1 0,0 1 0,1-1 0,-1 0 0,-2 1 0,0-1 0,0 1 0,0-1 0,0 0 0,0-1 0,0 1 0,-1 0 0,1-1 0,0 0 0,1 0 0,-1 0 0,-5-2 0,-32-18 0,35 18 0,-13-7 0,0-2 0,0 0 0,2-1 0,-1 0 0,2-2 0,0 0 0,0 0 0,-16-24 0,29 35 0,-1 0 0,1 0 0,0 0 0,1 0 0,-1 0 0,0-1 0,1 1 0,0 0 0,0-1 0,1 1 0,-1-9 0,1 11 0,0-1 0,1 1 0,-1 0 0,0 0 0,1 0 0,0 0 0,-1-1 0,1 1 0,0 0 0,0 0 0,0 0 0,0 0 0,1 1 0,-1-1 0,0 0 0,1 0 0,0 1 0,-1-1 0,1 1 0,0-1 0,0 1 0,-1 0 0,1 0 0,0 0 0,3-1 0,7-2 14,0 1 0,0 0 0,0 1 0,0 0 0,0 1 0,0 1 0,1 0 0,12 1 0,-7 0-511,1-1 0,26-3 0,-30 0-6329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2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24575,'3'-7'0,"-2"-1"0,-1 4 0,-1 6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59 24575,'7'-7'0,"1"0"0,-1 0 0,1 1 0,0 0 0,1 1 0,12-7 0,-18 10 0,1 1 0,-1 0 0,1 0 0,0 0 0,-1 0 0,1 0 0,-1 1 0,1-1 0,0 1 0,0 0 0,-1 1 0,1-1 0,0 0 0,-1 1 0,1 0 0,0 0 0,-1 0 0,1 0 0,-1 1 0,5 2 0,5 4 0,-1 1 0,0 0 0,-1 1 0,0 0 0,-1 0 0,0 1 0,12 18 0,-9-10 0,-1 0 0,-1 1 0,-1 0 0,9 26 0,-16-38 0,0 0 0,-1 1 0,0-1 0,0 1 0,-1 0 0,-1 0 0,0 17 0,0-24 0,0 1 0,0 0 0,-1 0 0,1 0 0,-1-1 0,0 1 0,0 0 0,0-1 0,0 1 0,0-1 0,-1 1 0,1-1 0,-1 1 0,0-1 0,1 0 0,-1 0 0,0 0 0,0 0 0,-1 0 0,1 0 0,0-1 0,-1 1 0,1-1 0,0 0 0,-1 1 0,0-1 0,-4 1 0,-7 1 0,1-1 0,-1 0 0,0-1 0,1 0 0,-1-1 0,0-1 0,1 0 0,-19-5 0,11 1 0,1-1 0,-1 0 0,2-2 0,-34-16 0,45 18 0,0 1 0,0-1 0,1 0 0,0 0 0,0-1 0,0 0 0,1-1 0,0 1 0,0-1 0,1 0 0,0-1 0,0 1 0,1-1 0,0 0 0,-4-17 0,5 18 0,1 0 0,1 0 0,-1 0 0,1 0 0,1-1 0,0 1 0,0 0 0,0 0 0,1 0 0,0 0 0,1 0 0,0 0 0,0 0 0,1 0 0,0 0 0,0 1 0,0 0 0,1-1 0,5-6 0,-7 11-65,0 1 0,0 0 0,0-1 0,0 1 0,0 0 0,1 0 0,-1 0 0,0 1 0,1-1 0,-1 1 0,1-1 0,0 1 0,0 0 0,-1 0 0,1 0 0,0 0 0,0 0 0,0 1 0,0 0 0,4-1 0,6 3-6761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29 24575,'-8'-5'0,"-4"-1"0,-6-1 0,-2 2 0,0 1 0,0 2 0,2 3 0,4 2-8191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5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0 24575,'-7'5'0,"-3"5"0,0 2 0,5 2 0,3 1 0,4 1 0,2 0 0,3-3 0,0-1 0,1-3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24575,'0'-2'0,"0"1"0,0 3 0,2 5 0,2 3 0,-1-1-8191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6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10 24575,'-34'-3'0,"15"0"0,-1 1 0,0 1 0,1 1 0,-1 0 0,-23 5 0,40-5 0,1 1 0,-1-1 0,0 1 0,1 0 0,-1 0 0,1 0 0,-1 0 0,1 1 0,0-1 0,-1 1 0,1-1 0,0 1 0,0 0 0,0 0 0,0 0 0,1 0 0,-3 3 0,3-3 0,0 0 0,0 0 0,0 1 0,1-1 0,-1 0 0,1 0 0,0 1 0,0-1 0,-1 0 0,2 1 0,-1-1 0,0 0 0,0 0 0,1 1 0,-1-1 0,1 0 0,0 0 0,-1 0 0,1 1 0,2 2 0,2 4 0,1 0 0,-1-1 0,1 0 0,1 0 0,0-1 0,0 1 0,13 9 0,62 40 0,-76-53 0,33 17 0,-30-18 0,-1 1 0,-1 0 0,1 0 0,0 1 0,12 10 0,-20-14 0,1-1 0,-1 0 0,0 0 0,0 0 0,1 1 0,-1-1 0,0 0 0,0 0 0,1 1 0,-1-1 0,0 0 0,0 1 0,0-1 0,0 0 0,0 1 0,1-1 0,-1 0 0,0 1 0,0-1 0,0 0 0,0 1 0,0-1 0,0 0 0,0 1 0,0-1 0,0 0 0,0 1 0,0-1 0,0 0 0,-1 1 0,1-1 0,0 0 0,0 1 0,0-1 0,0 0 0,0 1 0,-1-1 0,1 0 0,0 1 0,0-1 0,-1 0 0,1 0 0,0 1 0,0-1 0,-1 0 0,1 0 0,0 0 0,-1 0 0,1 1 0,0-1 0,-1 0 0,1 0 0,0 0 0,-1 0 0,1 0 0,0 0 0,-1 0 0,1 0 0,0 0 0,-1 0 0,1 0 0,-26 3 0,25-3 0,-27 0 64,-50-8 0,7 0-1557,55 8-5333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61 24575,'-68'-21'0,"40"11"0,0 2 0,-1 1 0,-55-7 0,82 14 0,1 0 0,-1 0 0,1 0 0,0 0 0,-1 0 0,1 0 0,-1 0 0,1 1 0,0-1 0,-1 0 0,1 1 0,0-1 0,-1 1 0,1-1 0,0 1 0,0 0 0,0 0 0,-1-1 0,1 1 0,0 0 0,-1 1 0,1 0 0,1-1 0,-1 0 0,0 1 0,1-1 0,0 1 0,-1-1 0,1 1 0,0-1 0,-1 1 0,1-1 0,0 1 0,0-1 0,0 1 0,0-1 0,1 1 0,-1 1 0,2 3 0,-1 0 0,2 0 0,-1 0 0,0 0 0,1 0 0,0-1 0,7 11 0,1-4 0,-1-1 0,2 0 0,-1 0 0,2-1 0,-1-1 0,27 16 0,-21-16 0,1 0 0,-1-1 0,1-1 0,40 10 0,-55-17 0,0 1 0,1 0 0,-1-1 0,0 0 0,1 0 0,-1 0 0,1-1 0,-1 0 0,0 0 0,1 0 0,-1 0 0,0 0 0,7-4 0,-9 4 0,0 0 0,0 0 0,-1-1 0,1 1 0,-1-1 0,1 1 0,-1-1 0,1 1 0,-1-1 0,0 0 0,0 1 0,1-1 0,-2 0 0,1 0 0,0 0 0,0 0 0,0 0 0,-1 0 0,1 0 0,-1 0 0,0 0 0,0 0 0,1-1 0,-1 1 0,-1 0 0,1 0 0,0 0 0,0 0 0,-1 0 0,0-3 0,-1-1 0,0-1 0,-1 1 0,0 0 0,0 0 0,-5-7 0,6 10 0,0 0 0,0 0 0,-1 0 0,1 0 0,-1 0 0,1 1 0,-1-1 0,0 1 0,0 0 0,-6-4 0,9 6 0,-1 0 0,1 0 0,0 0 0,0 0 0,-1 0 0,1 0 0,0-1 0,0 1 0,-1 0 0,1 0 0,0 0 0,-1 0 0,1 0 0,0 0 0,0 0 0,-1 0 0,1 0 0,0 0 0,-1 0 0,1 1 0,0-1 0,0 0 0,-1 0 0,1 0 0,0 0 0,0 0 0,-1 0 0,1 1 0,0-1 0,0 0 0,0 0 0,-1 0 0,1 1 0,0-1 0,0 0 0,-2 13 0,9 13 0,0-6-300,2 0 0,20 32 0,-26-46-165,4 6-6361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7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24575,'6'-6'0,"2"-3"0,1 1 0,0 0 0,0 1 0,15-10 0,-21 15 0,-1 1 0,1 0 0,-1 0 0,1 0 0,0 0 0,-1 0 0,1 0 0,0 1 0,0-1 0,-1 1 0,1 0 0,0 0 0,0 0 0,0 0 0,-1 0 0,1 1 0,0-1 0,0 1 0,-1-1 0,1 1 0,0 0 0,-1 1 0,1-1 0,3 2 0,8 7 0,0-1 0,-1 2 0,0 0 0,-1 0 0,13 16 0,-20-21 0,-1 0 0,1 0 0,-1 1 0,-1-1 0,1 1 0,-1 0 0,0 0 0,-1 0 0,0 0 0,0 0 0,0 1 0,-1-1 0,0 15 0,-1-14 0,0-1 0,-1 1 0,-1-1 0,1 1 0,-1-1 0,-5 13 0,0-4 0,-16 27 0,21-41 0,1 0 0,0 0 0,0 0 0,0 0 0,0 0 0,0 0 0,0 0 0,1 0 0,-1 1 0,1-1 0,-1 0 0,1 0 0,0 1 0,0-1 0,0 0 0,0 1 0,0-1 0,0 0 0,1 1 0,-1-1 0,1 0 0,0 0 0,0 0 0,-1 0 0,1 1 0,1-1 0,-1 0 0,0 0 0,0-1 0,1 1 0,-1 0 0,1 0 0,0-1 0,-1 1 0,1-1 0,0 1 0,0-1 0,0 0 0,0 0 0,0 0 0,0 0 0,4 1 0,14 5 0,0 0 0,1-2 0,0-1 0,0 0 0,0-2 0,0 0 0,0-1 0,38-4 0,-53 2-273,0 0 0,-1 0 0,1 0 0,9-4 0,0-1-6553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0 232 24575,'49'5'0,"-3"0"0,0-2 0,68-3 0,-107-1 0,0 0 0,0 0 0,0-1 0,0 0 0,0 0 0,0-1 0,0 0 0,-1 0 0,0 0 0,0-1 0,0 0 0,0 0 0,0-1 0,8-8 0,-12 10 0,1 0 0,0-1 0,-1 1 0,0-1 0,1 0 0,-1 0 0,-1 0 0,1 0 0,-1 0 0,1 0 0,-1 0 0,-1 0 0,1 0 0,0-1 0,-1 1 0,0 0 0,0-1 0,0 1 0,-1 0 0,1 0 0,-1-1 0,0 1 0,0 0 0,-1 0 0,-1-5 0,0 3 0,0 1 0,0 0 0,-1 0 0,1 0 0,-1 0 0,0 1 0,0 0 0,-1-1 0,1 2 0,-1-1 0,-9-6 0,11 9 0,0-1 0,0 1 0,0 0 0,0 0 0,0 0 0,0 0 0,0 0 0,0 1 0,0-1 0,-6 1 0,7 0 0,0 0 0,0 1 0,0-1 0,0 1 0,0-1 0,0 1 0,0 0 0,0 0 0,0 0 0,0 0 0,0 0 0,1 0 0,-1 1 0,0-1 0,1 0 0,-1 1 0,-1 2 0,1-2 0,0 1 0,1 0 0,-1 0 0,1-1 0,0 1 0,0 0 0,0 0 0,0 1 0,0-1 0,1 0 0,-1 0 0,1 0 0,0 0 0,0 1 0,0-1 0,0 0 0,1 0 0,-1 0 0,1 0 0,0 1 0,0-1 0,0 0 0,0 0 0,3 4 0,0 0 0,0 0 0,0 0 0,0 0 0,1-1 0,0 0 0,0 0 0,1 0 0,11 9 0,1-2 0,1-1 0,0-1 0,1-1 0,1 0 0,-1-2 0,1 0 0,1-2 0,-1 0 0,1-1 0,0-2 0,0 0 0,42 0 0,-36-3 0,61-2 0,-88 2 0,0 0 0,0 0 0,0 0 0,0 0 0,0 0 0,0 0 0,0 0 0,0-1 0,0 1 0,1 0 0,-1-1 0,0 1 0,-1-1 0,1 1 0,0-1 0,0 1 0,0-1 0,0 0 0,0 1 0,0-1 0,-1 0 0,1 0 0,0 0 0,-1 0 0,1 0 0,-1 1 0,1-1 0,-1 0 0,1 0 0,-1 0 0,0-1 0,1 1 0,-1 0 0,0 0 0,0 0 0,0 0 0,0 0 0,0 0 0,0 0 0,0 0 0,0 0 0,0 0 0,0 0 0,0 0 0,-1-1 0,0 0 0,-1-6 0,-2 1 0,1-1 0,-1 0 0,-8-11 0,8 13 0,-9-15 0,-16-34 0,26 48 0,0 0 0,1-1 0,0 1 0,0 0 0,0-1 0,1 1 0,0-1 0,1 0 0,0-9 0,0 16-34,0 0 0,0 0 0,0 0 0,0 0 0,0 0-1,1 0 1,-1 0 0,0 0 0,1 0 0,-1 0 0,1 0 0,-1 0 0,1 0-1,-1 0 1,1 0 0,0 0 0,-1 1 0,1-1 0,0 0 0,0 1-1,-1-1 1,1 0 0,0 1 0,0-1 0,0 1 0,0-1 0,0 1 0,0 0-1,0-1 1,0 1 0,0 0 0,0-1 0,0 1 0,0 0 0,0 0 0,0 0-1,0 0 1,0 0 0,2 1 0,8 0-6792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8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92 24575,'-10'-5'0,"-46"-21"0,50 24 0,0 0 0,0 0 0,0 1 0,0-1 0,0 1 0,-1 1 0,-8-1 0,14 1 0,0 0 0,-1 0 0,1 1 0,0-1 0,0 0 0,0 0 0,-1 1 0,1-1 0,0 1 0,0-1 0,0 1 0,0-1 0,0 1 0,0 0 0,0-1 0,0 1 0,0 0 0,0 0 0,0 0 0,0 0 0,0 0 0,0 1 0,0 0 0,0 0 0,1 0 0,-1 0 0,1 0 0,-1 0 0,1 0 0,0 0 0,0 0 0,0 0 0,0 0 0,0 0 0,1 3 0,1 2 0,0 1 0,0-1 0,1 1 0,0-1 0,7 13 0,-5-12 0,0-1 0,0 0 0,1 0 0,0 0 0,0-1 0,1 0 0,0 0 0,13 9 0,-16-12 0,1-1 0,-1 0 0,1 0 0,0 0 0,-1 0 0,1 0 0,0-1 0,0 0 0,0 0 0,0-1 0,0 1 0,0-1 0,0 0 0,0 0 0,0-1 0,0 0 0,6-1 0,-8 1 0,1 0 0,-1 0 0,0-1 0,0 1 0,0-1 0,0 1 0,-1-1 0,1 0 0,0 0 0,-1-1 0,1 1 0,-1 0 0,0-1 0,0 0 0,0 1 0,2-5 0,-1 3 0,-1-1 0,0 0 0,0 0 0,-1 0 0,1 0 0,-1 0 0,0 0 0,-1-1 0,1-9 0,-1 9 0,0 0 0,-1 0 0,0 0 0,1 0 0,-2 0 0,1 0 0,-1 0 0,0 0 0,0 1 0,-1-1 0,0 1 0,0-1 0,0 1 0,0 0 0,-1 0 0,0 1 0,0-1 0,-8-6 0,7 7-136,-1 1-1,0 0 1,0 0-1,0 1 1,0 0-1,0 0 1,0 0-1,-1 1 0,-8-1 1,0 0-6690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39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 24575,'15'2'0,"-1"1"0,1 0 0,-1 1 0,17 7 0,-26-8 0,-1-1 0,0 0 0,1 1 0,-1 0 0,0 0 0,0 0 0,0 1 0,-1-1 0,0 1 0,1 0 0,-1 0 0,0 0 0,-1 0 0,1 1 0,-1-1 0,3 6 0,-3-4 0,0 1 0,0-1 0,0 1 0,-1-1 0,0 1 0,0 0 0,-1-1 0,0 1 0,0 0 0,-1 8 0,0-12 0,1-1 0,-1 1 0,0-1 0,0 1 0,0-1 0,0 1 0,0-1 0,0 0 0,0 0 0,-1 0 0,1 0 0,-1 0 0,0 0 0,0 0 0,1 0 0,-1 0 0,0-1 0,0 1 0,-1-1 0,1 0 0,0 1 0,0-1 0,-1 0 0,1 0 0,-1 0 0,1-1 0,-1 1 0,1-1 0,-5 1 0,0-1 0,0 0 0,0 0 0,0-1 0,0 0 0,0 0 0,0-1 0,-12-4 0,-1-1 0,-24-14 0,35 16 0,0 0 0,1-1 0,-8-7 0,12 11 0,1-1 0,0 0 0,1 0 0,-1 0 0,0 0 0,1 0 0,0-1 0,0 1 0,0-1 0,-2-5 0,4 8 0,-1 0 0,1 0 0,0 0 0,0 0 0,0 0 0,-1-1 0,1 1 0,0 0 0,1 0 0,-1 0 0,0-1 0,0 1 0,0 0 0,1 0 0,-1 0 0,1 0 0,-1 0 0,1 0 0,-1 0 0,1 0 0,-1 0 0,1 0 0,0 0 0,0 0 0,-1 0 0,1 0 0,0 0 0,0 1 0,0-1 0,0 0 0,0 1 0,0-1 0,0 1 0,0-1 0,0 1 0,0-1 0,1 1 0,-1 0 0,2-1 0,5 0 0,1-1 0,-1 1 0,0 0 0,11 1 0,-18 0 0,13 0-227,0 1-1,0 1 1,0 0-1,0 0 1,18 7-1,-18-3-6598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283 189 24575,'-55'-51'0,"-90"-62"0,140 110 0,0-1 0,0 1 0,0 0 0,0 0 0,-12-4 0,16 6 0,0 1 0,0 0 0,0 0 0,0-1 0,0 1 0,0 0 0,0 0 0,0 0 0,0 0 0,0 0 0,0 0 0,0 0 0,0 1 0,0-1 0,0 0 0,0 1 0,1-1 0,-1 0 0,0 1 0,0-1 0,0 1 0,0-1 0,0 1 0,1 0 0,-1-1 0,0 1 0,0 0 0,1 0 0,-1-1 0,1 1 0,-1 0 0,0 0 0,1 0 0,0 0 0,-1 1 0,-2 5 0,1-1 0,0 1 0,1 0 0,0 0 0,0 0 0,0 0 0,1 9 0,6 52 0,-6-62 0,8 47-99,3 0 0,30 90 0,53 99-330,-58-153 376,-12-29 240,3-2 0,64 106 0,-73-142-1349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0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31 24575,'-25'-5'0,"-11"-1"0,-4-1 0,-1 2 0,2 2 0,5 0 0,4 2 0,3 1 0,8 0-8191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24575,'0'0'0,"0"1"0,-1-1 0,1 0 0,0 0 0,-1 1 0,1-1 0,0 0 0,0 0 0,-1 1 0,1-1 0,0 1 0,0-1 0,0 0 0,0 1 0,0-1 0,-1 0 0,1 1 0,0-1 0,0 0 0,0 1 0,0-1 0,0 1 0,0-1 0,0 0 0,0 1 0,0-1 0,0 1 0,0-1 0,1 0 0,-1 1 0,3 16 0,-3-15 0,7 25 0,1 0 0,1-1 0,1 0 0,18 34 0,64 93 0,-42-74 0,-48-77 0,8 13 0,-1 0 0,-1 1 0,0 0 0,-1 0 0,7 25 0,-14-40-57,0 0 0,1 0 1,-1-1-1,0 1 0,0 0 0,0 0 0,0-1 0,0 1 0,0 0 0,0 0 0,0-1 1,0 1-1,0 0 0,-1-1 0,1 1 0,0 0 0,0 0 0,-1-1 0,1 1 1,0 0-1,-1-1 0,1 1 0,-1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1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24575,'236'53'0,"-228"-51"0,-2-1 0,0 0 0,1 0 0,-1 0 0,0-1 0,9 0 0,-13 0 0,-1 0 0,0 0 0,0-1 0,0 1 0,0 0 0,0-1 0,0 1 0,0-1 0,0 1 0,0-1 0,0 1 0,0-1 0,0 0 0,0 1 0,0-1 0,0 0 0,-1 0 0,1 0 0,0 0 0,-1 0 0,1 1 0,0-1 0,-1 0 0,1 0 0,-1-1 0,1 1 0,-1 0 0,0 0 0,0 0 0,1 0 0,-1 0 0,0 0 0,0 0 0,0-1 0,0-1 0,-1-5 0,0 0 0,0 0 0,0 1 0,-1-1 0,0 0 0,-5-10 0,-24-45 0,6 12 0,-78-170 0,103 220 0,0 0 0,0 1 0,0-1 0,-1 1 0,1-1 0,0 0 0,0 1 0,-1-1 0,1 1 0,0-1 0,-1 1 0,1-1 0,-1 1 0,1-1 0,-1 1 0,1-1 0,-1 1 0,1-1 0,-1 1 0,-1 9 0,4 23 0,4 6 0,2 0 0,1 0 0,2-1 0,1-1 0,2 1 0,37 65 0,-34-71 0,11 19 0,42 59 0,-62-101-1365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39 24575,'-1'-1'0,"-1"-4"0,0 0 0,0 1 0,0-1 0,-5-5 0,7 9 0,-1 0 0,1 1 0,0-1 0,-1 1 0,1-1 0,-1 1 0,1-1 0,-1 1 0,1-1 0,-1 1 0,0-1 0,1 1 0,-1 0 0,1-1 0,-1 1 0,0 0 0,1 0 0,-1 0 0,0-1 0,1 1 0,-1 0 0,0 0 0,0 0 0,1 0 0,-1 0 0,0 0 0,1 0 0,-1 0 0,0 0 0,1 1 0,-1-1 0,0 0 0,1 0 0,-1 1 0,0-1 0,1 0 0,-1 1 0,1-1 0,-1 0 0,0 1 0,0 0 0,-2 2 0,1 0 0,-1 0 0,1 0 0,0 0 0,0 1 0,0-1 0,1 0 0,-1 1 0,-1 4 0,-9 37 0,10-33 0,-6 23 0,2 1 0,-4 66 0,10-81 0,1 0 0,0 0 0,2 0 0,1 0 0,0-1 0,10 27 0,-3-17 0,1 0 0,2-1 0,1 0 0,23 32 0,-29-47 0,1-1 0,1 0 0,0-1 0,1 0 0,1-1 0,-1 0 0,2-1 0,-1-1 0,31 16 0,-39-22-227,0-1-1,1-1 1,0 1-1,-1-1 1,12 2-1,-5-3-6598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0 181 24575,'16'-37'0,"-10"21"0,0 0 0,2 1 0,0 0 0,0 1 0,1 0 0,14-17 0,-21 29 0,0 0 0,0 0 0,0 0 0,0 1 0,0-1 0,0 1 0,0-1 0,1 1 0,-1 0 0,1 0 0,-1 0 0,0 0 0,1 0 0,0 0 0,-1 1 0,1-1 0,-1 1 0,1 0 0,0 0 0,-1 0 0,5 1 0,-2 0 0,-1 0 0,1 1 0,-1 0 0,1-1 0,-1 2 0,0-1 0,0 1 0,0-1 0,0 1 0,6 7 0,-1-2 0,-1 0 0,0 1 0,-1 0 0,0 0 0,0 1 0,-1 0 0,0 0 0,-1 0 0,0 1 0,-1 0 0,0 0 0,0 0 0,-1 1 0,-1-1 0,0 1 0,-1-1 0,0 22 0,-1-26 0,0-1 0,0 0 0,-1 1 0,0-1 0,-1 0 0,1 1 0,-1-1 0,0 0 0,-1 0 0,0 0 0,0-1 0,0 1 0,-6 7 0,5-7 0,0 0 0,1 0 0,-1 0 0,1 1 0,-4 11 0,6-15 0,1-1 0,-1 1 0,1-1 0,0 1 0,0-1 0,0 1 0,0-1 0,0 1 0,1-1 0,-1 1 0,1-1 0,-1 1 0,1-1 0,0 0 0,0 1 0,0-1 0,0 0 0,1 0 0,2 4 0,2 1 0,0-1 0,0 0 0,1 0 0,0-1 0,0 0 0,0 0 0,1-1 0,14 7 0,-5-4 0,1-1 0,0 0 0,20 3 0,-15-5-455,0-2 0,44-1 0,-54-2-6371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85 24575,'-30'-12'0,"-13"-7"0,-1-1 0,4 4 0,7 5 0,6 6 0,3 4 0,2 2 0,1 1 0,1 3 0,1 1 0,2 1 0,1 0 0,3-2-8191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24575,'28'7'0,"-1"2"0,0 1 0,-1 1 0,0 1 0,-1 1 0,25 17 0,-23-10 0,-1 0 0,0 2 0,-2 1 0,40 47 0,-39-38 0,-2 1 0,37 69 0,-48-78 0,-1 0 0,-2 1 0,0 0 0,-2 0 0,7 41 0,-13-55 0,0-1 0,0 1 0,-1 0 0,-2 18 0,1-24 0,0 0 0,-1 0 0,1 0 0,-1 0 0,0 0 0,0 0 0,0-1 0,-1 1 0,0-1 0,1 0 0,-8 8 0,-7 4-1365,2-3-5461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4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33 24575,'0'0'0,"0"-1"0,0 0 0,0 0 0,0 0 0,-1 1 0,1-1 0,0 0 0,0 0 0,-1 1 0,1-1 0,0 0 0,-1 0 0,1 1 0,-1-1 0,1 0 0,-1 1 0,1-1 0,-1 1 0,1-1 0,-1 1 0,0-1 0,1 1 0,-1-1 0,0 1 0,0-1 0,1 1 0,-1 0 0,0-1 0,0 1 0,1 0 0,-1 0 0,0 0 0,0-1 0,0 1 0,1 0 0,-1 0 0,0 0 0,0 0 0,0 1 0,1-1 0,-1 0 0,-1 1 0,-6 0 0,0 1 0,0 0 0,-11 4 0,11-3 0,-9 1 0,14-5 0,11-5 0,0 2-80,0 0 0,0 0-1,0 1 1,0 1 0,1-1-1,-1 1 1,1 1 0,-1-1-1,1 2 1,0-1 0,0 1 0,-1 0-1,1 1 1,0 0 0,-1 0-1,13 4 1,-11-1-6746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10 24575,'21'4'0,"-2"0"0,0 0 0,18 7 0,-36-11 0,-1 0 0,0 0 0,0 0 0,0 0 0,0 0 0,1 0 0,-1 0 0,0 0 0,0 0 0,0 0 0,0 0 0,1 0 0,-1 0 0,0 0 0,0 0 0,0 0 0,0 0 0,0 0 0,1 0 0,-1 1 0,0-1 0,0 0 0,0 0 0,0 0 0,0 0 0,0 0 0,0 0 0,1 1 0,-1-1 0,0 0 0,0 0 0,0 0 0,0 0 0,0 0 0,0 1 0,0-1 0,0 0 0,0 0 0,0 0 0,0 0 0,0 0 0,0 1 0,0-1 0,0 0 0,-9 3 0,-14-2 0,-9-2 0,-36-6 0,-14-1 0,39 7 0,-103-7 0,22 1 0,97 2-1365,17 2-5461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16 24575,'-18'-2'0,"-8"-1"0,-4-1 0,-1 2 0,1 0 0,3 1 0,3 0 0,1 1 0,2 0 0,2 0 0,1 3 0,2 0 0,1 1 0,0-2 0,1 0 0,2-1-8191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8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24575,'93'67'0,"49"34"0,-100-74 0,65 31 0,-81-47 0,52 13 0,-24-8 0,-53-16 0,0 0 0,1 0 0,-1 1 0,0-1 0,0 1 0,0-1 0,0 0 0,-1 1 0,1 0 0,0-1 0,0 1 0,0 0 0,0-1 0,0 1 0,-1 0 0,1 0 0,1 1 0,-2-2 0,0 1 0,0-1 0,-1 0 0,1 1 0,0-1 0,0 1 0,0-1 0,0 1 0,0-1 0,0 0 0,0 1 0,-1-1 0,1 1 0,0-1 0,0 0 0,-1 1 0,1-1 0,0 0 0,-1 1 0,1-1 0,0 0 0,-1 1 0,1-1 0,0 0 0,-1 0 0,1 0 0,-1 1 0,-4 1 0,0 1 0,0-1 0,0 0 0,0-1 0,-6 2 0,-45 8 0,2-1 0,1 2 0,-73 27 0,91-26-1365,21-9-5461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4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24575,'0'-4'0,"0"-7"0,2 10 0,2 7 0,13 29 0,-2 1 0,-1 0 0,8 40 0,-7-27 0,12 26 0,72 136 0,-42-96 0,-53-108 0,0 0 0,0 0 0,8 10 0,-10-17-21,-4-3-1323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24575,'33'3'0,"13"0"0,4 0 0,-5 0 0,-6-1 0,-6-1 0,-5 0 0,-6-1 0,-3 0 0,-3 0 0,-4-3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0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24575,'0'0'0,"1"-1"0,-1 1 0,0-1 0,0 1 0,0 0 0,1-1 0,-1 1 0,0-1 0,0 1 0,1 0 0,-1-1 0,0 1 0,1 0 0,-1-1 0,0 1 0,1 0 0,-1 0 0,0-1 0,1 1 0,-1 0 0,1 0 0,-1 0 0,1-1 0,-1 1 0,0 0 0,1 0 0,-1 0 0,1 0 0,-1 0 0,1 0 0,0 0 0,0 0 0,0 1 0,0-1 0,0 1 0,-1 0 0,1-1 0,0 1 0,0 0 0,0-1 0,-1 1 0,1 0 0,0 0 0,-1-1 0,2 2 0,1 4 0,1 0 0,-1 0 0,3 8 0,35 128 0,-13-38 0,62 130 0,-86-223-1365,-1-2-5461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38 24575,'-2'-4'0,"0"-1"0,0 0 0,0 1 0,0-1 0,-1 1 0,-2-5 0,5 9 0,0 0 0,-1 0 0,1 0 0,0 0 0,0-1 0,0 1 0,0 0 0,-1 0 0,1 0 0,0 0 0,0 0 0,0 0 0,-1-1 0,1 1 0,0 0 0,0 0 0,0 0 0,-1 0 0,1 0 0,0 0 0,0 0 0,0 0 0,-1 0 0,1 0 0,0 0 0,0 0 0,-1 0 0,1 0 0,0 0 0,0 0 0,0 0 0,-1 0 0,1 1 0,0-1 0,0 0 0,0 0 0,-1 0 0,1 0 0,0 0 0,0 0 0,0 1 0,0-1 0,-1 0 0,1 0 0,0 0 0,0 1 0,0-1 0,0 0 0,0 0 0,0 0 0,0 1 0,0-1 0,-1 0 0,1 0 0,0 0 0,0 1 0,0-1 0,0 0 0,0 1 0,-4 18 0,3-15 0,-12 51 0,-25 136 0,34-157 0,1-1 0,2 1 0,1 0 0,1-1 0,7 35 0,-4-52 0,0 1 0,2-1 0,-1 0 0,2 0 0,0 0 0,1-1 0,1 0 0,0-1 0,15 18 0,-10-16 0,-1-1 0,2-1 0,0 0 0,1-1 0,0-1 0,1 0 0,27 14 0,-27-17-273,1-1 0,-1-1 0,2 0 0,27 5 0,-33-10-6553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30 122 24575,'-3'-6'0,"-4"-6"0,-8-26 0,14 35 0,0 1 0,0-1 0,1 0 0,-1 0 0,1 0 0,0 1 0,-1-1 0,1 0 0,1 0 0,-1 0 0,0 0 0,1 1 0,-1-1 0,1 0 0,0 0 0,1-2 0,-1 4 0,0-1 0,0 1 0,0 0 0,0 0 0,0 0 0,0 0 0,0 0 0,1 0 0,-1 0 0,0 0 0,1 1 0,-1-1 0,1 0 0,-1 1 0,0-1 0,1 1 0,-1 0 0,1-1 0,0 1 0,-1 0 0,1 0 0,-1 0 0,1 0 0,-1 0 0,1 0 0,-1 1 0,1-1 0,-1 0 0,4 2 0,4 1 0,1 1 0,-1-1 0,13 8 0,-16-8 0,17 9 0,37 20 0,-53-28 0,-1 0 0,0 1 0,0 0 0,0 0 0,0 0 0,6 10 0,-10-13 0,0 1 0,-1-1 0,1 1 0,-1 0 0,1-1 0,-1 1 0,0 0 0,0 0 0,-1 0 0,1 0 0,0 0 0,-1 0 0,0 0 0,0 0 0,0 0 0,0 0 0,0 0 0,0 0 0,-1 0 0,0 0 0,1 0 0,-3 3 0,-2 5 0,0 0 0,-1-1 0,0 0 0,-12 15 0,11-17 0,1 0 0,0 1 0,0 0 0,1 0 0,-5 13 0,9-19 0,0 1 0,0 0 0,0-1 0,0 1 0,1 0 0,0 0 0,0-1 0,0 1 0,0 0 0,0 0 0,1-1 0,0 1 0,-1 0 0,2-1 0,-1 1 0,0 0 0,1-1 0,-1 0 0,1 1 0,0-1 0,0 0 0,0 0 0,1 0 0,-1 0 0,1 0 0,4 3 0,-1-2 0,0 1 0,0-1 0,0-1 0,1 1 0,-1-1 0,1-1 0,0 1 0,0-1 0,0 0 0,0-1 0,1 1 0,13-1 0,-12 0-103,5 0 221,27-3 0,-38 2-218,0-1 0,0 1 1,0-1-1,0 0 0,0 0 0,0 0 0,0 0 0,0 0 0,-1-1 0,1 1 0,0-1 1,-1 0-1,1 1 0,3-5 0,0-2-6726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1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14 24575,'-28'-5'0,"-11"1"0,-2 1 0,4 1 0,5 4 0,6 0 0,5 2 0,3 1 0,3 0 0,0 0 0,-1-2 0,-1-1 0,0 0 0,-2-2 0,2 0-8191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49 24575,'-21'-9'0,"-50"-21"0,64 28 0,1 0 0,-1 0 0,0 1 0,-1-1 0,1 2 0,0-1 0,0 1 0,-9 1 0,14-1 0,0 0 0,0 0 0,0 0 0,0 1 0,0-1 0,0 1 0,0-1 0,1 1 0,-1 0 0,0 0 0,0 0 0,1 0 0,-1 0 0,0 0 0,1 0 0,-1 1 0,1-1 0,-1 0 0,1 1 0,0-1 0,0 1 0,-1 0 0,1-1 0,0 1 0,1 0 0,-1 0 0,0 0 0,0-1 0,1 1 0,-1 0 0,1 0 0,0 0 0,-1 0 0,1 0 0,0 0 0,0 0 0,1 2 0,-1 3 0,2 0 0,-1 0 0,1 0 0,0-1 0,1 1 0,-1-1 0,1 0 0,0 1 0,6 6 0,-5-7 0,1 0 0,0 0 0,0 0 0,0-1 0,1 0 0,0 0 0,0-1 0,0 0 0,0 0 0,1 0 0,-1 0 0,10 2 0,-13-5 0,1 1 0,-1-1 0,1 0 0,0-1 0,-1 1 0,1-1 0,0 1 0,-1-1 0,1 0 0,0-1 0,-1 1 0,1-1 0,0 1 0,-1-1 0,1 0 0,-1 0 0,1-1 0,-1 1 0,0-1 0,1 0 0,-1 0 0,0 0 0,0 0 0,0 0 0,0-1 0,4-4 0,-5 5 0,0-1 0,0 0 0,0 1 0,-1-1 0,1 0 0,-1 0 0,1 0 0,-1 0 0,0 0 0,0-1 0,-1 1 0,1 0 0,-1 0 0,1 0 0,-1-1 0,0 1 0,0 0 0,0-1 0,-1 1 0,1 0 0,-1 0 0,0-1 0,0 1 0,-2-5 0,1 4 0,0 1 0,0-1 0,0 1 0,0 0 0,0 0 0,-1 0 0,1 0 0,-1 0 0,0 1 0,0-1 0,0 1 0,0 0 0,-1 0 0,1 0 0,0 0 0,-1 1 0,0-1 0,1 1 0,-1 0 0,-6-2 0,-21 2-1365,18 1-5461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3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24575,'19'2'0,"0"0"0,0 2 0,-1 0 0,1 1 0,-1 1 0,0 0 0,0 2 0,-1 0 0,0 1 0,-1 0 0,0 2 0,0 0 0,-1 0 0,0 2 0,23 25 0,-5 0 0,-2 1 0,-2 1 0,-2 2 0,-2 0 0,-1 2 0,25 66 0,-46-102 0,0 0 0,-1 1 0,0 0 0,0-1 0,-1 1 0,0 0 0,0 0 0,-2 16 0,0-20 0,0 1 0,0 0 0,0-1 0,-1 0 0,0 1 0,0-1 0,0 0 0,-1 0 0,0 0 0,0-1 0,0 1 0,0 0 0,-1-1 0,0 0 0,-4 4 0,-8 5-273,0-1 0,-1 0 0,-1-2 0,-31 16 0,28-17-6553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4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31 24575,'-23'-5'0,"-9"-1"0,-5-1 0,1 2 0,5 2 0,5 0 0,4 2 0,4 1 0,4 2 0,3 2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4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7 24575,'-18'-2'0,"-8"-2"0,1 4 0,1 0 0,3 4 0,2 1 0,2-1 0,2 0 0,0-2 0,3 0-8191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5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24575,'2'-5'0,"-1"1"0,0-1 0,1 1 0,0 0 0,0-1 0,0 1 0,1 0 0,-1 0 0,1 1 0,0-1 0,0 1 0,0-1 0,5-2 0,-6 4 0,1 0 0,0 0 0,0 0 0,0 0 0,1 1 0,-1 0 0,0 0 0,1 0 0,-1 0 0,0 0 0,1 0 0,-1 1 0,1 0 0,-1 0 0,1 0 0,-1 0 0,1 0 0,3 2 0,4-1 0,-1 2 0,0-1 0,0 2 0,-1-1 0,1 1 0,15 9 0,-21-10 0,-1-1 0,1 1 0,-1 0 0,1 0 0,-1 0 0,0 1 0,0-1 0,-1 1 0,1 0 0,-1-1 0,1 1 0,-1 0 0,0 1 0,-1-1 0,1 0 0,-1 0 0,2 8 0,-3-4 0,1 1 0,-1-1 0,-1 0 0,0 0 0,0 0 0,-4 14 0,3-10 0,-1 0 0,1 13 0,2 23 0,1-36 0,-1 1 0,0-1 0,0 1 0,-1-1 0,-1 1 0,0-1 0,-6 16 0,-21 36 0,29-63 0,-1-1 0,1 1 0,-1-1 0,1 1 0,0 0 0,0-1 0,-1 1 0,1-1 0,0 1 0,0 0 0,0-1 0,0 1 0,0-1 0,0 1 0,0 0 0,0-1 0,0 1 0,0 0 0,0-1 0,0 1 0,0-1 0,0 1 0,1 0 0,-1-1 0,0 1 0,1-1 0,-1 1 0,0-1 0,1 1 0,-1-1 0,0 1 0,1-1 0,-1 1 0,1-1 0,-1 1 0,1-1 0,-1 0 0,1 1 0,-1-1 0,1 0 0,-1 1 0,2-1 0,3 2 0,-1-1 0,1 0 0,0 0 0,9 1 0,-1-1 0,42 9 0,0-4 0,75 1 0,-102-10-1365,-19-1-5461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45 24575,'-27'-8'0,"-12"-2"0,-2 1 0,3 1 0,7 2 0,5 3 0,5 4 0,3 1 0,2 1 0,5 3 0,0-1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6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61 24575,'-11'-4'0,"0"2"0,-15-3 0,24 5 0,0 0 0,0 0 0,0-1 0,0 1 0,0 0 0,0 1 0,0-1 0,0 0 0,0 1 0,0-1 0,0 1 0,0-1 0,0 1 0,1 0 0,-1 0 0,0 0 0,0 0 0,1 0 0,-1 0 0,-2 3 0,3-3 0,1 0 0,-1 0 0,1-1 0,0 1 0,-1 0 0,1 0 0,0 0 0,0 0 0,0 0 0,0 0 0,0 0 0,0 0 0,0 0 0,0 0 0,0 0 0,0 0 0,1 0 0,-1 0 0,0 0 0,1 0 0,-1 0 0,0 0 0,1 0 0,-1 0 0,1 0 0,0 0 0,-1-1 0,1 1 0,1 1 0,1 2 0,1-1 0,0 1 0,0 0 0,4 2 0,2 1 0,-1-1 0,1 0 0,0-1 0,1 0 0,-1-1 0,1 0 0,0 0 0,0-1 0,0-1 0,22 3 0,-31-5 0,0 0 0,1 0 0,-1-1 0,0 1 0,0 0 0,1-1 0,-1 0 0,0 1 0,0-1 0,0 0 0,1 0 0,-1 0 0,0 0 0,-1 0 0,1-1 0,0 1 0,0-1 0,0 1 0,-1-1 0,1 0 0,-1 1 0,1-1 0,-1 0 0,0 0 0,0 0 0,0 0 0,0 0 0,0 0 0,0-1 0,0-2 0,0 2 0,0-1 0,-1 0 0,1 1 0,-1-1 0,0 0 0,-1 0 0,1 1 0,-1-1 0,1 0 0,-1 0 0,0 1 0,0-1 0,-1 1 0,1-1 0,-1 1 0,1 0 0,-5-7 0,3 6 9,-1 0 1,1 1-1,-1-1 0,0 1 0,0-1 1,0 1-1,0 0 0,-1 1 0,1-1 0,-1 1 1,1 0-1,-6-2 0,0 1-257,1 1 1,0 0-1,-1 1 1,1 0-1,-16 0 1,12 1-6579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24575,'33'11'0,"0"1"0,-1 2 0,-1 1 0,-1 2 0,0 0 0,-1 2 0,-1 2 0,-1 0 0,26 27 0,-33-28 0,-1 1 0,-1 1 0,-1 1 0,0 1 0,-2 0 0,-1 1 0,-1 0 0,-2 1 0,0 1 0,-1-1 0,8 41 0,-14-48 0,-1-1 0,-1 1 0,-1 0 0,0 0 0,-3 29 0,1-41 0,0-1 0,0 1 0,-1-1 0,1 0 0,-1 1 0,-1-1 0,1 0 0,-1 0 0,0 0 0,-1-1 0,1 1 0,-1-1 0,0 0 0,-1 0 0,1 0 0,-1 0 0,0-1 0,0 0 0,-7 5 0,-28 11-1365,23-14-5461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7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28 24575,'-1'-3'0,"0"-1"0,0 1 0,0 0 0,-1-1 0,-1-3 0,3 7 0,-1 0 0,1 0 0,0 0 0,0-1 0,0 1 0,0 0 0,0 0 0,-1 0 0,1-1 0,0 1 0,0 0 0,0 0 0,-1 0 0,1 0 0,0-1 0,0 1 0,-1 0 0,1 0 0,0 0 0,0 0 0,-1 0 0,1 0 0,0 0 0,0 0 0,-1 0 0,1 0 0,0 0 0,0 0 0,-1 0 0,1 0 0,-1 1 0,1-1 0,-1 1 0,0-1 0,1 1 0,-1 0 0,1-1 0,-1 1 0,1 0 0,-1 0 0,1-1 0,0 1 0,-1 0 0,1 0 0,0 0 0,0 0 0,-4 14 0,2 0 0,0 0 0,1 0 0,0 0 0,3 24 0,-1-5 0,-1-17 0,1 0 0,0-1 0,1 1 0,1 0 0,1 0 0,0-1 0,1 0 0,1 0 0,1 0 0,0 0 0,1-1 0,19 27 0,-5-14 0,42 42 0,-51-59 0,0 0 0,0-1 0,1 0 0,0-1 0,28 13 0,10 1-1365,-31-12-5461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8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 24575,'-25'-3'0,"-11"0"0,-2 0 0,3 0 0,5 1 0,6 1 0,3 0 0,4 1 0,1 0 0,2 0 0,0 0 0,0 1 0,0-1 0,0 0 0,0 0 0,2 0-8191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5:59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77 149 24575,'18'48'0,"-8"-19"0,21 43 0,-27-65 0,0 0 0,0 0 0,1 0 0,0 0 0,0-1 0,1 0 0,0 0 0,0 0 0,0-1 0,11 7 0,-16-11 0,-1-1 0,1 0 0,-1 1 0,1-1 0,-1 0 0,1 0 0,0 1 0,-1-1 0,1 0 0,-1 0 0,1 0 0,0 0 0,-1 0 0,1 0 0,0 0 0,-1 0 0,1 0 0,-1 0 0,2 0 0,-2 0 0,1 0 0,-1-1 0,0 1 0,1 0 0,-1-1 0,0 1 0,0 0 0,1 0 0,-1-1 0,0 1 0,0-1 0,1 1 0,-1 0 0,0-1 0,0 1 0,0 0 0,0-1 0,1 1 0,-1-1 0,0 1 0,0-1 0,0-1 0,0 0 0,0 0 0,0 0 0,0 0 0,0 0 0,-1 0 0,1 0 0,-1 0 0,1 0 0,-2-2 0,-14-24 0,-1 1 0,-1 1 0,-37-42 0,34 45 0,2-1 0,1-1 0,0 0 0,-13-29 0,30 53 0,1 0 0,0 1 0,-1-1 0,1 0 0,-1 0 0,1 0 0,0 1 0,0-1 0,-1 0 0,1 0 0,0 0 0,0 0 0,0 1 0,0-1 0,0 0 0,0 0 0,0 0 0,0 0 0,1-1 0,-1 2 0,0 0 0,1 0 0,-1 0 0,1-1 0,-1 1 0,1 0 0,-1 0 0,0 0 0,1 0 0,-1 0 0,1 0 0,-1 0 0,1 0 0,-1 0 0,1 0 0,-1 0 0,0 0 0,1 0 0,-1 0 0,1 0 0,-1 1 0,1-1 0,-1 0 0,1 1 0,30 17 0,32 29 0,-36-26 0,0 0 0,2-2 0,49 24 0,-76-42 0,1 0 0,0 0 0,0 0 0,0 0 0,0 0 0,0-1 0,0 1 0,0-1 0,0 0 0,4 0 0,-5-1 0,-1 1 0,0 0 0,0-1 0,0 1 0,1 0 0,-1-1 0,0 0 0,0 1 0,0-1 0,0 0 0,0 1 0,0-1 0,0 0 0,0 0 0,0 0 0,-1 0 0,1 0 0,0 0 0,-1 0 0,1 0 0,0 0 0,-1 0 0,1 0 0,-1 0 0,0-1 0,1 1 0,-1-2 0,2-4 0,-2-1 0,1 1 0,-1 0 0,0-1 0,0 1 0,-3-10 0,-11-45 0,8 39 0,4 16 0,1 6 0,0-1 0,1 0 0,-1 0 0,1 0 0,-1 0 0,1 0 0,0 0 0,0-1 0,0 1 0,0-4 0,1 6 0,-1 0 0,0 0 0,1 1 0,-1-1 0,1 0 0,-1 0 0,0 0 0,1 0 0,-1 0 0,0 1 0,1-1 0,-1 0 0,0 0 0,1 1 0,-1-1 0,0 0 0,1 0 0,-1 1 0,0-1 0,0 0 0,0 1 0,1-1 0,-1 0 0,0 1 0,8 10 0,35 48 0,99 104 0,-125-146-682,28 40-1,-37-45-6143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0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7 24575,'0'0'0,"-1"-1"0,1 1 0,0-1 0,-1 1 0,1 0 0,-1-1 0,1 1 0,-1-1 0,1 1 0,-1 0 0,1-1 0,-1 1 0,1 0 0,-1-1 0,0 1 0,1 0 0,-1 0 0,1 0 0,-1 0 0,0 0 0,1 0 0,-1 0 0,0 0 0,1 0 0,-1 0 0,1 0 0,-1 0 0,-1 0 0,2 1 0,-1 0 0,0-1 0,0 1 0,1 0 0,-1 0 0,0 0 0,1-1 0,-1 1 0,1 0 0,-1 0 0,1 0 0,0 0 0,-1 0 0,1 0 0,-1 2 0,0 4 0,0 1 0,0-1 0,0 14 0,3-1 0,0 0 0,0-1 0,2 1 0,1 0 0,0-1 0,2 0 0,0 0 0,12 23 0,12 13 0,49 67 0,-23-39 0,-56-81-170,0 0-1,0 0 0,1 0 1,-1 1-1,-1-1 0,1 0 1,1 5-1,-2 1-6655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1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0 320 24575,'97'13'0,"30"1"0,-123-13 0,0-1 0,0 0 0,1-1 0,-1 1 0,0-1 0,0 0 0,0 0 0,0 0 0,0 0 0,7-4 0,-10 4 0,0 0 0,1 0 0,-1 0 0,0 0 0,1 0 0,-1-1 0,0 1 0,0 0 0,0-1 0,0 1 0,0 0 0,0-1 0,0 0 0,-1 1 0,1-1 0,-1 1 0,1-1 0,-1 0 0,1 1 0,-1-1 0,0 0 0,0 1 0,0-1 0,0 0 0,0 0 0,0 1 0,0-1 0,-1-2 0,-1-4 0,0 0 0,-1 0 0,0 0 0,0 1 0,-1-1 0,-6-10 0,-33-41 0,12 18 0,12 12 0,2-1 0,-16-37 0,59 133 0,15 37 0,103 174 0,-138-267-151,-1 0-1,2-1 0,-1 0 0,1-1 1,1 1-1,0-1 0,0-1 1,10 8-1,-9-9-6674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2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36 24575,'0'-4'0,"0"0"0,-1 0 0,1 0 0,-1 0 0,-2-4 0,3 7 0,0 1 0,0 0 0,0-1 0,0 1 0,0-1 0,0 1 0,-1 0 0,1-1 0,0 1 0,0 0 0,-1 0 0,1-1 0,0 1 0,0 0 0,-1-1 0,1 1 0,0 0 0,-1 0 0,1 0 0,0-1 0,-1 1 0,1 0 0,0 0 0,-1 0 0,0 0 0,0 0 0,0 0 0,1 1 0,-1-1 0,0 0 0,1 1 0,-1-1 0,1 1 0,-1-1 0,0 1 0,1-1 0,-1 1 0,1-1 0,-1 1 0,1-1 0,0 1 0,-1 0 0,1-1 0,-1 2 0,-11 20 0,1 1 0,1 1 0,-12 39 0,12-29 0,0 1 0,-7 62 0,16-79 0,0 1 0,1-1 0,1 0 0,0 0 0,2 0 0,0 0 0,7 23 0,2-7 0,2-1 0,1 0 0,1-1 0,2-1 0,1 0 0,2-2 0,0 0 0,2-2 0,1 0 0,1-1 0,34 25 0,-21-18-55,62 46-1255,-91-73-5516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24575,'0'-3'0,"0"0"0,0 0 0,0 0 0,1 0 0,-1 0 0,1 0 0,0 0 0,0 0 0,0 0 0,0 0 0,0 0 0,1 1 0,-1-1 0,1 0 0,0 1 0,0 0 0,0-1 0,0 1 0,4-3 0,-3 2 0,1 1 0,0 0 0,0 0 0,0 0 0,0 0 0,0 1 0,0 0 0,0 0 0,0 0 0,1 0 0,-1 1 0,0 0 0,6 0 0,0 0 0,5-1 0,0 2 0,0 0 0,0 0 0,15 5 0,-27-6 0,1 1 0,-1 1 0,1-1 0,-1 0 0,0 1 0,1-1 0,-1 1 0,0 0 0,0 0 0,0 1 0,-1-1 0,1 0 0,0 1 0,-1 0 0,0 0 0,1-1 0,-1 1 0,0 1 0,-1-1 0,1 0 0,0 0 0,0 5 0,4 15 0,-2 0 0,-1 0 0,0 0 0,-2 1 0,-2 31 0,1-21 0,-1-20 0,-1 1 0,0-1 0,-7 25 0,5-25 0,0 0 0,2 0 0,-2 24 0,4-37 0,0 0 0,0 0 0,0 0 0,0 1 0,0-1 0,0 0 0,1 0 0,-1 0 0,1 0 0,-1 0 0,1 1 0,-1-1 0,1 0 0,-1 0 0,1 0 0,0-1 0,0 1 0,-1 0 0,1 0 0,1 1 0,0-1 0,0 0 0,0 0 0,0 0 0,0 0 0,1 0 0,-1 0 0,0 0 0,0-1 0,5 1 0,4 0 0,0-1 0,0 0 0,16-3 0,-21 3 0,9-2-195,1 0 0,0-1 0,-1 0 0,0-2 0,1 1 0,19-11 0,-26 10-6631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3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73 24575,'-28'-10'0,"-11"-3"0,-4 0 0,2 0 0,6 3 0,7 2 0,5 3 0,6 5 0,5 2 0,0 4 0,4 2 0,-1 1 0,2 1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8 24575,'-8'-2'0,"1"0"0,-1 1 0,0 0 0,0 0 0,0 1 0,-12 0 0,18 0 0,1 0 0,-1 1 0,1-1 0,-1 0 0,1 1 0,-1-1 0,1 1 0,-1 0 0,1-1 0,-1 1 0,1 0 0,0 0 0,-1 0 0,1 0 0,0 0 0,-2 2 0,3-2 0,-1 0 0,0 1 0,1-1 0,-1 1 0,1-1 0,0 1 0,-1-1 0,1 1 0,0-1 0,0 1 0,0-1 0,0 1 0,0 0 0,0-1 0,0 1 0,1-1 0,-1 1 0,1-1 0,-1 1 0,2 1 0,2 8 0,1-1 0,1 0 0,-1 0 0,2-1 0,-1 1 0,2-1 0,-1-1 0,1 1 0,15 12 0,-21-20 0,-1 0 0,1 0 0,0 0 0,0 0 0,-1 0 0,1 0 0,0 0 0,0 0 0,0-1 0,0 1 0,0-1 0,0 0 0,0 1 0,0-1 0,0 0 0,0 0 0,0 0 0,0 0 0,0-1 0,0 1 0,0-1 0,0 1 0,0-1 0,0 1 0,0-1 0,0 0 0,0 0 0,-1 0 0,1 0 0,0 0 0,-1-1 0,1 1 0,-1 0 0,3-3 0,4-5 0,-1-1 0,0 1 0,0-1 0,8-20 0,-7 17 0,-8 12 6,1 0 0,-1 0 0,1 0 0,-1 0 0,1 0 0,-1 0 0,0 0 0,1 0 0,-1 0 0,0 0 0,0 0 0,0 0 0,0 0 0,0 0 0,0 0 0,0 0 0,0 0 0,0 0 0,-1-1 0,1 2-77,-1-1 1,1 0-1,-1 0 0,0 1 0,1-1 1,-1 1-1,0-1 0,0 0 1,1 1-1,-1-1 0,0 1 0,0 0 1,0-1-1,0 1 0,0 0 1,1-1-1,-1 1 0,0 0 0,0 0 1,-2 0-1,-8-1-6755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32 24575,'-18'-7'0,"-8"-3"0,-2 0 0,1 5 0,5 5 0,4 4 0,5 2 0,2 1 0,1-1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5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65 24575,'-1'1'0,"-1"1"0,1 0 0,0 0 0,-1 0 0,1 0 0,0 0 0,0 0 0,0 0 0,1 0 0,-1 0 0,0 1 0,1-1 0,0 0 0,-1 0 0,1 1 0,0-1 0,0 0 0,0 0 0,1 1 0,-1-1 0,1 2 0,0 1 0,0 0 0,1 0 0,0-1 0,0 1 0,0 0 0,0-1 0,1 0 0,4 7 0,-3-7 0,0 0 0,0 0 0,0 0 0,9 6 0,-12-10 0,1 1 0,-1 0 0,0-1 0,0 1 0,1-1 0,-1 1 0,1-1 0,-1 1 0,0-1 0,1 0 0,1 0 0,-2 0 0,-1 0 0,1 0 0,0 0 0,-1 0 0,1 0 0,-1-1 0,1 1 0,0 0 0,-1-1 0,1 1 0,-1 0 0,1-1 0,-1 1 0,1 0 0,-1-1 0,1 1 0,-1-1 0,0 1 0,1-1 0,-1 1 0,0-1 0,1 1 0,-1-1 0,0 0 0,0 1 0,1-2 0,-1 0 0,1-1 0,-1 1 0,1-1 0,-1 0 0,0 1 0,0-1 0,-1 0 0,1 1 0,0-1 0,-1 1 0,1-1 0,-1 1 0,0-1 0,-2-4 0,-19-33 0,20 37 0,-17-29 0,12 17 0,-20-25 0,27 40 0,0-1 0,-1 1 0,1-1 0,0 1 0,-1-1 0,1 1 0,0-1 0,-1 1 0,1 0 0,-1-1 0,1 1 0,0 0 0,-1-1 0,1 1 0,-1 0 0,1 0 0,-1 0 0,1-1 0,-1 1 0,0 0 0,0 0 0,1 0 0,0 1 0,0-1 0,0 0 0,-1 1 0,1-1 0,0 0 0,0 0 0,0 1 0,0-1 0,0 0 0,-1 1 0,1-1 0,0 0 0,0 1 0,0-1 0,0 0 0,0 1 0,0-1 0,0 1 0,0-1 0,0 1 0,5 23 0,44 104-290,-38-101-785,-4-9-5751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06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24575,'5'-2'0,"-1"0"0,0 1 0,0-1 0,0 1 0,1 0 0,-1 0 0,0 0 0,1 1 0,-1-1 0,1 1 0,-1 0 0,1 1 0,-1-1 0,1 1 0,-1 0 0,0 0 0,1 0 0,-1 1 0,0-1 0,0 1 0,0 0 0,0 0 0,0 0 0,0 1 0,-1-1 0,7 7 0,4 5 0,0 0 0,-1 2 0,0 0 0,16 27 0,-22-32 0,34 52 0,-3 2 0,41 95 0,-66-131 0,-2 2 0,-2-1 0,0 1 0,-2 0 0,-2 1 0,-1 0 0,-1 0 0,-1 39 0,-3-62-62,0 0 0,0-1 0,-1 1 0,0-1 0,-1 1 0,0-1 0,0 0 0,-1 0 0,1 0 0,-2 0 0,1-1 0,-1 0-1,0 0 1,-1 0 0,0 0 0,0-1 0,0 0 0,-1 0 0,0-1 0,0 0 0,-11 6 0,5-4-6764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46 24575,'0'-1'0,"0"1"0,-1-1 0,1 0 0,0 1 0,-1-1 0,1 1 0,0-1 0,-1 0 0,1 1 0,-1-1 0,1 1 0,-1-1 0,1 1 0,-1-1 0,0 1 0,1 0 0,-1-1 0,1 1 0,-1 0 0,0-1 0,-16-6 0,15 6 0,-19-5 0,0 0 0,0 2 0,-1 0 0,-41-1 0,40 4-341,0 1 0,1 1-1,-44 8 1,54-7-6485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0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57 24575,'-21'-9'0,"0"1"0,0 1 0,0 1 0,-1 1 0,0 1 0,0 1 0,0 1 0,-31 0 0,31 3-341,0-2 0,1 0-1,-28-5 1,35 3-6485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1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45 24575,'1'-1'0,"-1"0"0,1 0 0,-1 0 0,1 0 0,-1 0 0,1 1 0,0-1 0,-1 0 0,1 0 0,0 1 0,0-1 0,0 0 0,-1 1 0,1-1 0,0 1 0,0-1 0,0 1 0,0-1 0,0 1 0,0 0 0,0-1 0,1 1 0,0 0 0,0 0 0,0 0 0,0 0 0,0 1 0,0-1 0,-1 0 0,1 1 0,0-1 0,0 1 0,-1 0 0,4 1 0,1 2 0,0 0 0,-1 1 0,1-1 0,-1 1 0,8 8 0,-2 0 0,-2 0 0,1 0 0,-2 1 0,12 24 0,-16-29 0,0 0 0,-1 0 0,-1 0 0,1 0 0,-2 0 0,1 1 0,-1-1 0,0 1 0,-2 12 0,1-18 0,-1 0 0,1-1 0,-1 1 0,0-1 0,0 1 0,0-1 0,-1 0 0,1 1 0,-1-1 0,0 0 0,0 0 0,0 0 0,-4 4 0,2-3 0,0 0 0,-1-1 0,1 1 0,-1-1 0,0 0 0,0 0 0,-9 4 0,0-2 0,0-1 0,0 0 0,0-1 0,0-1 0,-28 2 0,22-3 0,0-2 0,0 0 0,0 0 0,1-2 0,-1-1 0,1 0 0,0-1 0,0-2 0,0 1 0,1-2 0,-32-18 0,46 23 0,-1-1 0,1 1 0,-1-1 0,1 0 0,0 1 0,1-2 0,-1 1 0,1 0 0,0-1 0,0 0 0,0 0 0,1 1 0,-1-2 0,1 1 0,0 0 0,-1-7 0,2 6 0,0 0 0,1 0 0,0-1 0,0 1 0,0 0 0,1-1 0,0 1 0,0 0 0,0 0 0,1 0 0,0 0 0,0 0 0,0 0 0,5-6 0,0 0 0,1-1 0,1 1 0,0 1 0,0 0 0,2 0 0,-1 1 0,1 0 0,23-16 0,-22 20-1365,-2 2-5461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545 1 24575,'24'3'0,"-16"-3"0,-1 1 0,0 0 0,0 0 0,0 0 0,0 1 0,7 3 0,-14-5 0,0 0 0,1 0 0,-1 1 0,1-1 0,-1 0 0,0 0 0,1 0 0,-1 0 0,0 1 0,0-1 0,1 0 0,-1 0 0,0 1 0,1-1 0,-1 0 0,0 0 0,0 1 0,0-1 0,1 0 0,-1 1 0,0-1 0,0 1 0,-5 4 0,-14-1 0,-56-1 0,-128-12 0,8 0 0,175 10 0,-1 0 0,-32 7 0,25-4-1365,15-3-5461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16 24575,'-18'-2'0,"-58"-6"0,-115 3 0,109 14 0,34-3 0,-8 3-1365,41-6-5461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17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8 24575,'0'0'0,"-1"-1"0,1 1 0,0 0 0,0-1 0,0 1 0,0 0 0,0-1 0,0 1 0,0 0 0,0-1 0,0 1 0,-1 0 0,1 0 0,0-1 0,0 1 0,0 0 0,-1 0 0,1-1 0,0 1 0,0 0 0,-1 0 0,1-1 0,0 1 0,0 0 0,-1 0 0,1 0 0,0 0 0,-1 0 0,1 0 0,0-1 0,-1 1 0,1 0 0,-1 0 0,1 1 0,0 0 0,0 0 0,0-1 0,0 1 0,0 0 0,0 0 0,0 0 0,1-1 0,-1 1 0,0 0 0,0 0 0,1-1 0,-1 1 0,0 0 0,1 0 0,5 11 0,1-1 0,0-1 0,1 1 0,0-1 0,1 0 0,18 16 0,66 45 0,-51-45 0,0-2 0,2-2 0,54 20 0,-43-24 0,-34-12 0,32 13 0,-51-18 0,1 1 0,-1-1 0,0 0 0,0 1 0,0-1 0,0 1 0,0-1 0,0 1 0,-1 0 0,4 4 0,-5-5 0,1-1 0,-1 1 0,0 0 0,1 0 0,-1 0 0,0-1 0,0 1 0,1 0 0,-1 0 0,0 0 0,0 0 0,0 0 0,0-1 0,0 1 0,0 0 0,-1 0 0,1 0 0,0 0 0,0 0 0,-1-1 0,1 1 0,0 0 0,-1 0 0,1-1 0,-1 1 0,1 0 0,-1 0 0,1-1 0,-1 1 0,1 0 0,-1-1 0,0 1 0,1-1 0,-1 1 0,-1 0 0,-5 4 0,0-1 0,-1 1 0,0-2 0,0 1 0,-16 5 0,-46 8 0,34-10 0,-19 6-115,-71 19 359,108-26-493,1 0 0,0 2 0,1 0 0,0 1 0,-17 11 0,24-13-6577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3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24575,'3'0'0,"-1"-1"0,1 0 0,-1 0 0,1 0 0,-1 0 0,0 0 0,3-2 0,4-2 0,6 0 0,1 0 0,-1 2 0,0-1 0,1 2 0,0 0 0,-1 1 0,1 0 0,22 3 0,-35-2 0,1 0 0,-1 1 0,0-1 0,1 1 0,-1 0 0,0 0 0,0 0 0,0 0 0,1 0 0,-1 1 0,-1-1 0,1 1 0,3 3 0,-4-4 0,0 1 0,-1 0 0,1 0 0,-1 1 0,1-1 0,-1 0 0,0 0 0,0 0 0,0 1 0,0-1 0,-1 1 0,1-1 0,0 1 0,-1-1 0,0 1 0,0-1 0,0 1 0,0 2 0,-6 205 0,5-196 0,0 0 0,-2 1 0,0-1 0,0 0 0,-10 22 0,5-11 0,8-24 0,-1 0 0,1 0 0,0-1 0,0 1 0,-1 0 0,1 0 0,0 0 0,0 0 0,0 0 0,0 0 0,0 0 0,0 0 0,0 0 0,0 0 0,1-1 0,-1 1 0,0 0 0,0 0 0,1 0 0,-1 0 0,0 0 0,1-1 0,-1 1 0,1 0 0,0 0 0,-1-1 0,1 1 0,-1 0 0,1-1 0,0 1 0,0 0 0,-1-1 0,1 1 0,0-1 0,0 0 0,0 1 0,-1-1 0,1 1 0,0-1 0,0 0 0,0 0 0,0 0 0,1 1 0,5 0 0,1-1 0,-1 1 0,1-1 0,10-1 0,-6 0 0,76-1 0,-87 2-57,0 0 0,1-1 1,-1 1-1,0 0 0,1 0 0,-1-1 0,0 1 0,1-1 0,-1 1 0,0-1 0,0 0 1,0 1-1,0-1 0,1 0 0,-1 0 0,0 0 0,0 0 0,0 1 0,0-2 1,-1 1-1,1 0 0,0 0 0,0-1 0,3-7-6769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44 24575,'-27'-7'0,"-13"-3"0,0 0 0,2 2 0,7 3 0,5 1 0,4 5 0,5 2 0,1 0 0,4 0-8191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4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 24575,'-20'0'0,"-9"2"0,-2 2 0,1-1 0,4-1 0,3 3 0,4-1 0,2 2 0,2 1 0,0-2 0,3-2-8191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5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24575,'2'9'0,"1"0"0,1-1 0,-1 1 0,9 12 0,-4-5 0,4 5 0,1-1 0,1-1 0,1 0 0,33 31 0,-43-44-115,-3-5 41,0 1 1,-1-1-1,0 0 1,1 1-1,-1-1 1,0 1-1,1-1 1,-1 1-1,0 0 1,0 0-1,0-1 1,-1 1-1,1 0 1,0 0-1,-1 0 0,1 3 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6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24575,'9'0'0,"-1"0"0,0 0 0,1 1 0,-1 0 0,1 1 0,-1 0 0,0 0 0,0 1 0,0 0 0,0 0 0,-1 1 0,1-1 0,-1 2 0,0-1 0,0 1 0,-1 0 0,1 1 0,-1 0 0,10 11 0,-13-12 0,1-1 0,-1 0 0,0 1 0,-1 0 0,1-1 0,-1 1 0,0 0 0,0 0 0,-1 1 0,2 5 0,-3-8 0,1 0 0,-1 0 0,0 0 0,-1 0 0,1 0 0,0-1 0,-1 1 0,1 0 0,-1 0 0,0 0 0,0-1 0,0 1 0,0-1 0,-1 1 0,1-1 0,-1 1 0,0-1 0,1 1 0,-1-1 0,-4 3 0,1-1 0,0 0 0,0-1 0,0 1 0,0-1 0,-1-1 0,1 1 0,-1-1 0,0 0 0,0 0 0,0-1 0,0 0 0,0 0 0,0 0 0,0 0 0,0-1 0,0 0 0,0-1 0,-11-1 0,-4-2 0,1-1 0,0-1 0,0 0 0,-23-13 0,35 16 0,-1-2 0,1 1 0,0-1 0,-9-8 0,13 10 0,1 1 0,0-1 0,0 0 0,0-1 0,1 1 0,-1-1 0,1 1 0,0-1 0,0 1 0,0-1 0,-2-7 0,3 10 0,1 0 0,0-1 0,0 1 0,-1 0 0,1-1 0,0 1 0,0 0 0,1-1 0,-1 1 0,0-1 0,0 1 0,1 0 0,-1 0 0,0-1 0,1 1 0,-1 0 0,1-1 0,0 1 0,0-1 0,1-1 0,1 1 0,-1 0 0,0-1 0,0 1 0,1 0 0,-1 0 0,1 1 0,3-3 0,3 0 0,0 0 0,0 0 0,1 1 0,13-3 0,-10 3-455,0 1 0,14 0 0,-13 2-6371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30 24575,'-22'-5'0,"-11"-2"0,-1 1 0,1 1 0,5 1 0,5 2 0,5 3 0,4 2 0,2 0 0,0 3 0,0-1 0,-1 0 0,2 0 0,1 1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8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25 24575,'-18'-5'0,"-7"-2"0,-4 1 0,2 0 0,3 5 0,3 2 0,2 1 0,2 0 0,2 3 0,0-1 0,1 0 0,-1 0 0,1 0 0,0 1 0,-1-2 0,3 0-8191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41 24575,'-2'-6'0,"-7"-15"0,9 20 0,-1 0 0,1 0 0,0 0 0,-1 0 0,0 1 0,1-1 0,-1 0 0,1 0 0,-1 1 0,0-1 0,0 0 0,1 1 0,-1-1 0,0 0 0,-2 0 0,3 3 0,0 0 0,0 0 0,0 0 0,0 0 0,0 0 0,0 0 0,1 0 0,0 3 0,43 119 0,-13-42 0,-13-35 0,-17-56 0,-2-6 0,-8-19 0,-1 1 0,-1 0 0,-22-42 0,27 63 0,2 2 0,-1 0 0,0 1 0,-10-14 0,15 23 0,-1-1 0,1 1 0,0 0 0,-1-1 0,1 1 0,-1-1 0,1 1 0,0 0 0,-1-1 0,1 1 0,-1 0 0,1-1 0,-1 1 0,1 0 0,-1 0 0,0-1 0,1 1 0,-1 0 0,0 0 0,0 0 0,1 0 0,0 0 0,-1 0 0,1 0 0,0 1 0,0-1 0,-1 0 0,1 0 0,0 1 0,-1-1 0,1 0 0,0 0 0,0 1 0,0-1 0,-1 0 0,1 0 0,0 1 0,0-1 0,0 0 0,0 1 0,0-1 0,-1 0 0,1 1 0,0 2 0,-1-1 0,1 1 0,0 0 0,-1-1 0,1 1 0,0-1 0,1 4 0,36 186-1365,-33-176-5461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39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647 16 24575,'-286'-11'0,"218"7"0,1 3 0,-98 12 0,121-7-1365,28-3-5461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40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34 24575,'2'7'0,"11"40"0,2-1 0,28 61 0,-43-107 0,0 0 0,1 1 0,-1-1 0,0 1 0,1-1 0,-1 0 0,0 1 0,0-1 0,0 1 0,0-1 0,1 1 0,-1-1 0,0 1 0,0-1 0,0 1 0,0-1 0,0 1 0,0-1 0,0 1 0,0-1 0,0 1 0,0-1 0,-1 1 0,1-1 0,0 2 0,-1-2 0,1 0 0,-1 0 0,1 0 0,-1 0 0,1 0 0,-1 0 0,1 0 0,-1 0 0,1 0 0,-1 0 0,0 0 0,1 0 0,-1 0 0,1 0 0,-1 0 0,1-1 0,-1 1 0,0 0 0,-25-16 0,16 8 0,-1-1 0,1-1 0,1 0 0,0 0 0,0-1 0,1 0 0,1-1 0,-11-19 0,14 23 0,1 0 0,0 0 0,0-1 0,1 1 0,-2-13 0,4 19 0,0 0 0,0 0 0,0 0 0,0 1 0,0-1 0,0 0 0,1 0 0,-1 0 0,1 0 0,-1 0 0,1 0 0,0 0 0,-1 0 0,1 1 0,0-1 0,0 0 0,1 1 0,-1-1 0,0 0 0,1 1 0,-1 0 0,0-1 0,1 1 0,0 0 0,-1 0 0,1 0 0,0 0 0,-1 0 0,5-2 0,2 1 0,1-1 0,-1 1 0,1 0 0,0 1 0,14-1 0,49 3 0,-34 0 0,47 0-1365,-70-1-5461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17 151 24575,'7'-1'0,"1"0"0,-1 0 0,0-1 0,0 0 0,12-5 0,14-3 0,-20 7 0,-3 2 0,0-1 0,0-1 0,0 0 0,0 0 0,-1-1 0,1 0 0,13-9 0,-22 13 0,0-1 0,0 0 0,0 0 0,0 0 0,0 0 0,0 1 0,0-1 0,-1-1 0,1 1 0,0 0 0,-1 0 0,1 0 0,-1 0 0,1 0 0,-1 0 0,0-1 0,1 1 0,-1 0 0,0 0 0,0-1 0,0-1 0,0 1 0,0 0 0,-1 0 0,0 0 0,1 1 0,-1-1 0,0 0 0,0 0 0,0 1 0,0-1 0,0 0 0,0 1 0,-2-3 0,-1 0 0,0 0 0,0 1 0,-1-1 0,1 1 0,-1 0 0,1 0 0,-1 0 0,0 1 0,-6-2 0,1 1 0,-1 1 0,1 1 0,0 0 0,-1 0 0,1 1 0,0 0 0,-1 1 0,-17 4 0,25-5 0,0 2 0,1-1 0,-1 0 0,0 0 0,1 1 0,-1-1 0,1 1 0,0 0 0,0 0 0,-1 0 0,1 0 0,0 0 0,1 0 0,-1 1 0,0-1 0,1 1 0,-1-1 0,1 1 0,0-1 0,0 1 0,0 0 0,0 0 0,0-1 0,1 1 0,-1 0 0,1 3 0,-1-2 0,1 0 0,0 0 0,0-1 0,0 1 0,0 0 0,1 0 0,-1 0 0,1-1 0,0 1 0,1 0 0,-1-1 0,0 1 0,1-1 0,0 1 0,0-1 0,0 0 0,0 0 0,0 0 0,5 5 0,4 0 0,1 1 0,-1-2 0,1 1 0,1-2 0,23 10 0,72 18 0,-24-9 0,-58-19-1365,-16-6-5461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24575,'33'54'0,"33"73"0,-52-102 0,1-1 0,22 29 0,-10-16 0,-27-37 0,1 1 0,-1-1 0,0 0 0,1 1 0,-1-1 0,0 1 0,1-1 0,-1 1 0,0-1 0,0 1 0,1-1 0,-1 0 0,0 1 0,0 0 0,0-1 0,0 1 0,0-1 0,0 1 0,0-1 0,0 1 0,0-1 0,0 1 0,0-1 0,0 1 0,0-1 0,0 1 0,0-1 0,-1 1 0,1-1 0,0 1 0,0-1 0,-1 1 0,0 0 0,0-1 0,0 1 0,0-1 0,0 1 0,0-1 0,0 1 0,0-1 0,-1 0 0,1 0 0,0 1 0,0-1 0,0 0 0,-2 0 0,-6-1 0,1 1 0,-16-4 0,-10-6 0,-1 0 0,-33-17 0,56 21-1365,3 0-5461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6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41 24575,'-3'-13'0,"0"-1"0,0 4 0,0 6 0,2 7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47 24575,'2'-4'0,"1"1"0,0 0 0,0 0 0,0 0 0,0 0 0,0 0 0,1 1 0,-1-1 0,1 1 0,0 0 0,6-3 0,-9 5 0,1 0 0,0-1 0,0 1 0,-1 0 0,1 0 0,0-1 0,0 1 0,0 1 0,-1-1 0,1 0 0,0 0 0,0 1 0,-1-1 0,1 1 0,0-1 0,-1 1 0,1 0 0,-1 0 0,1 0 0,-1 0 0,1 0 0,-1 0 0,1 0 0,-1 0 0,0 0 0,0 1 0,0-1 0,1 0 0,0 4 0,4 4 0,-1 1 0,0 0 0,0 0 0,-1 0 0,0 1 0,-1-1 0,-1 1 0,1 0 0,-2 0 0,1 0 0,-2 0 0,1 13 0,-2-22 0,1-1 0,0 0 0,0 1 0,0-1 0,-1 0 0,1 1 0,-1-1 0,1 0 0,-1 0 0,0 0 0,1 1 0,-1-1 0,0 0 0,0 0 0,0 0 0,1 0 0,-1 0 0,0 0 0,-2 0 0,1 1 0,0-1 0,0 0 0,0 0 0,0-1 0,-1 1 0,1 0 0,0-1 0,-1 1 0,1-1 0,-3 1 0,-3-1 0,-1-1 0,1 1 0,0-1 0,-1-1 0,-9-2 0,0-1 0,0-1 0,-26-13 0,38 16 0,1 0 0,-1 0 0,1 0 0,0-1 0,0 0 0,0 0 0,0 0 0,1 0 0,0-1 0,0 0 0,-6-8 0,9 10-4,0 1 0,-1 0 0,1-1-1,1 1 1,-1 0 0,0-1 0,1 0-1,-1 1 1,1-1 0,0 1 0,0-1-1,0 1 1,0-1 0,0 0 0,0 1 0,1-1-1,-1 1 1,2-4 0,-1 3 21,1 0-1,0 0 1,0 0 0,0 0-1,0 0 1,0 0 0,1 1-1,-1-1 1,1 1 0,0-1-1,5-3 1,0 2-166,-1 0 1,1 0-1,0 0 1,1 1-1,-1 0 1,1 1-1,-1-1 1,1 2-1,16-2 1,-12 3-6678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7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20 24575,'-28'-7'0,"-11"-1"0,-2 5 0,4 1 0,5 3 0,9 0-8191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8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24575,'9'-8'0,"1"-1"0,-1 1 0,1 1 0,1 0 0,0 0 0,-1 1 0,24-9 0,-19 10 0,0 0 0,1 2 0,0-1 0,0 2 0,28-1 0,118 2 120,-120 2-863,76 14 1,-95-10-6084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6:59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24575,'31'-8'0,"11"-2"0,5 1 0,-2 1 0,-2 3 0,-4 1 0,-7 2 0,-7 2-8191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0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24575,'0'-4'0,"0"0"0,0-1 0,0 0 0,0 1 0,1-1 0,-1 0 0,1 1 0,0-1 0,0 0 0,1 1 0,2-6 0,-4 10 0,0 0 0,0 0 0,0 0 0,0-1 0,0 1 0,0 0 0,0 0 0,1 0 0,-1 0 0,0 0 0,0 0 0,0 0 0,0-1 0,0 1 0,1 0 0,-1 0 0,0 0 0,0 0 0,0 0 0,0 0 0,1 0 0,-1 0 0,0 0 0,0 0 0,0 0 0,0 0 0,1 0 0,-1 0 0,0 0 0,0 0 0,0 0 0,0 0 0,0 0 0,1 0 0,-1 0 0,0 0 0,0 1 0,6 5 0,2 12 0,-7-16 0,16 38 0,41 64 0,-18-34 0,-37-64-273,0 0 0,0 1 0,-1-1 0,3 12 0,-3-5-6553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3 24575,'3'0'0,"-3"0"0,-2 0 0,-5 0 0,-3 0 0,-2 0 0,-2 0 0,-1 0 0,0 0 0,-1 0 0,1 0 0,0 0 0,-1 0 0,1 0 0,1 0 0,1-2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1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 24575,'-10'-5'0,"-6"1"0,-2 4 0,-2 1 0,4 4 0,1 0 0,4 0-8191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503 9 24575,'-1'-1'0,"0"0"0,-1 1 0,1-1 0,0 0 0,-1 0 0,1 1 0,-1-1 0,1 0 0,-1 1 0,1-1 0,-1 1 0,1 0 0,-1 0 0,1-1 0,-1 1 0,-1 0 0,-29 4 0,13-1 0,-239 1 0,145-6 0,74 2-1365,24 0-5461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2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24575,'20'38'0,"56"128"0,-76-166 0,0 0 0,0 0 0,0 0 0,0 0 0,0 0 0,0 0 0,0 0 0,0 0 0,0 0 0,-1 0 0,1 0 0,0 0 0,0 0 0,0 0 0,0 0 0,0 0 0,0 0 0,0 0 0,0 0 0,0 0 0,0 0 0,0 0 0,0 0 0,0 0 0,0 0 0,0 0 0,0 0 0,-1 0 0,1 0 0,0 0 0,0 0 0,0 0 0,0 0 0,0 0 0,0 0 0,0 0 0,0 0 0,0 0 0,0 1 0,0-1 0,0 0 0,0 0 0,0 0 0,0 0 0,0 0 0,0 0 0,0 0 0,0 0 0,-9-8 0,-9-16 0,-13-38 0,27 53 0,1 0 0,0-1 0,0 1 0,1 0 0,-1-13 0,2 19 0,1 0 0,0 0 0,0-1 0,0 1 0,1 0 0,-1 0 0,1 0 0,-1-1 0,1 1 0,0 0 0,1 0 0,-1 0 0,0 0 0,1 1 0,-1-1 0,1 0 0,0 0 0,0 1 0,0-1 0,1 1 0,-1 0 0,0 0 0,1 0 0,-1 0 0,1 0 0,0 0 0,0 1 0,0-1 0,0 1 0,0 0 0,0 0 0,0 0 0,4-1 0,4 0 0,0 0 0,0 1 0,1 0 0,-1 1 0,1 0 0,-1 1 0,1 0 0,12 4 0,-8-2-195,-1 0 0,0 2 0,0 0 0,0 1 0,0 0 0,25 16 0,-31-15-6631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20 161 24575,'53'1'0,"58"-2"0,-106 0 0,-1 1 0,1-1 0,-1 0 0,1 0 0,-1-1 0,0 0 0,0 1 0,0-1 0,1 0 0,-2-1 0,1 1 0,0-1 0,0 0 0,-1 0 0,0 0 0,4-4 0,-5 5 0,-1 0 0,1 0 0,-1 0 0,0 0 0,0-1 0,0 1 0,0 0 0,-1 0 0,1-1 0,0 1 0,-1-1 0,0 1 0,1 0 0,-1-1 0,0 1 0,0-1 0,-1 1 0,1 0 0,0-1 0,-1 1 0,0 0 0,1-1 0,-1 1 0,0 0 0,0 0 0,0-1 0,0 1 0,-1 0 0,1 0 0,0 0 0,-4-3 0,1 1 0,-1-1 0,1 1 0,-1 0 0,1 0 0,-1 1 0,0-1 0,-1 1 0,1 0 0,0 1 0,-1-1 0,0 1 0,-11-3 0,13 4 0,-1 0 0,1 1 0,0-1 0,0 1 0,-1 0 0,1 1 0,0-1 0,-1 1 0,1-1 0,0 1 0,0 1 0,0-1 0,0 0 0,0 1 0,0 0 0,0 0 0,0 0 0,1 1 0,-4 2 0,-4 3 0,-22 13 0,13-9 0,18-10 0,0 0 0,-1 0 0,1 0 0,1 0 0,-1 0 0,0 1 0,0-1 0,1 1 0,0-1 0,-1 1 0,1 0 0,0-1 0,0 1 0,0 0 0,1 0 0,-1 0 0,1 0 0,0 0 0,-1-1 0,1 1 0,0 0 0,1 4 0,-1-2 0,1 1 0,0-1 0,0 0 0,0 0 0,1 0 0,-1 0 0,1 0 0,0 0 0,1-1 0,-1 1 0,6 7 0,1-3 0,-1 0 0,2-1 0,-1 0 0,1-1 0,1 0 0,18 9 0,71 27 0,-89-38 0,13 3-195,0-2 0,0 0 0,1-1 0,0-1 0,0-2 0,40 0 0,-52-2-6631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0 24575,'4'1'0,"-4"0"0,-13 4 0,-19 2 0,-69 10 0,6-3 0,60-5-1365,25-6-5461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24575,'1'26'0,"1"0"0,1 0 0,1-1 0,2 1 0,10 30 0,54 118 0,-37-113 0,1 5 0,-34-66 0,0 1 0,0-1 0,1 1 0,-1-1 0,0 1 0,0-1 0,0 1 0,0-1 0,0 0 0,0 1 0,1-1 0,-1 1 0,0-1 0,0 1 0,0-1 0,0 1 0,-1-1 0,1 1 0,0-1 0,0 1 0,0-1 0,0 1 0,0-1 0,-1 1 0,1-1 0,0 0 0,0 1 0,-1 0 0,0-1 0,1 0 0,-1 1 0,0-1 0,0 1 0,0-1 0,1 0 0,-1 0 0,0 0 0,0 1 0,0-1 0,0 0 0,1 0 0,-1 0 0,-1 0 0,-29-7 0,6-1 0,-1-2 0,-38-20 0,53 24 0,0-1 0,1 0 0,-1-1 0,2 0 0,-1 0 0,1-1 0,-14-17 0,20 23 0,1 0 0,0 0 0,1 0 0,-1-1 0,1 1 0,-1 0 0,1-1 0,0 1 0,0-1 0,0 1 0,1-1 0,-1-7 0,1 9 0,0 0 0,1 0 0,-1 0 0,0 0 0,1 0 0,0 0 0,-1 0 0,1 0 0,0 1 0,0-1 0,0 0 0,0 0 0,0 1 0,1-1 0,-1 1 0,0-1 0,1 1 0,-1-1 0,1 1 0,0 0 0,-1 0 0,1 0 0,0 0 0,2-1 0,3-1 7,0 0 1,1 1-1,-1 0 0,1 0 0,-1 1 1,16-1-1,48 3-294,-38 1-842,-16-2-5697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24575,'10'0'0,"4"5"0,-2 4 0,-1 1-8191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48 24575,'8'-2'0,"22"-7"0,40-7 0,-61 15 0,-1 0 0,1 0 0,0 1 0,-1 0 0,1 0 0,0 1 0,-1 0 0,1 1 0,14 4 0,-19-4 0,0 0 0,0 0 0,0 1 0,-1 0 0,1-1 0,0 1 0,-1 0 0,0 1 0,0-1 0,0 1 0,4 5 0,3 6 0,12 26 0,-14-24 0,0-2 0,-1 2 0,0-1 0,-2 1 0,0 0 0,0 0 0,-2 0 0,0 0 0,-1 1 0,0 34 0,-2-45 0,-1 0 0,1 0 0,-1-1 0,0 1 0,-1 0 0,1-1 0,-1 1 0,-5 10 0,6-15 0,-1 0 0,1 1 0,-1-1 0,0 0 0,0 0 0,1 0 0,-1 0 0,-1 0 0,1-1 0,0 1 0,0-1 0,-1 1 0,1-1 0,0 0 0,-1 0 0,0 0 0,1 0 0,-1 0 0,1 0 0,-1-1 0,0 0 0,0 1 0,1-1 0,-4 0 0,-1-1 0,0 1 0,0-1 0,0-1 0,0 1 0,1-1 0,-1-1 0,0 1 0,-11-7 0,-49-33 0,52 31 0,-103-77 0,104 76 0,1-1 0,0 0 0,1-1 0,0 0 0,-18-31 0,27 39 0,0 0 0,0 0 0,0-1 0,1 1 0,0-1 0,1 1 0,0-1 0,0 1 0,0-1 0,1 0 0,-1 0 0,2 1 0,1-14 0,-1 17 0,-1-1 0,2 1 0,-1-1 0,0 1 0,1 0 0,-1-1 0,1 1 0,0 0 0,0 0 0,0 0 0,1 0 0,-1 1 0,1-1 0,-1 1 0,1-1 0,0 1 0,0 0 0,0 0 0,0 0 0,0 0 0,1 1 0,-1-1 0,1 1 0,-1 0 0,1 0 0,5-1 0,-3 1-85,0 0 0,0 0-1,-1 1 1,1 0 0,0 0-1,0 0 1,0 0 0,-1 1-1,1 0 1,0 1 0,-1-1-1,1 1 1,-1 0 0,1 0-1,5 4 1,-1 0-6741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6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1 24575,'-5'0'0,"-4"0"0,-5 0 0,-4 0 0,-3 0 0,-3 0 0,-3 2 0,-1 2 0,-2-1 0,3-1 0,5 0-8191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24575,'5'10'0,"1"6"0,3 5 0,0 2 0,0-1 0,-1-2 0,-1-1 0,-1-2 0,0-1 0,1 0 0,-1-2 0,-1 1 0,1-1 0,2 1 0,-1-1 0,2-2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24575,'8'-3'0,"2"2"0,2 4 0,-1 3 0,-2 4 0,-3 3 0,-3 1 0,-1-2-8191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43 24575,'-8'-4'0,"-6"-5"0,-32-13 0,43 21 0,0 0 0,-1 0 0,1 0 0,-1 0 0,1 0 0,-1 1 0,0-1 0,1 1 0,-1 0 0,1 0 0,-1 0 0,0 1 0,1-1 0,-1 1 0,-4 1 0,6 0 0,-1-1 0,1 0 0,0 0 0,0 1 0,0-1 0,0 1 0,1 0 0,-1 0 0,0-1 0,1 1 0,-1 0 0,1 0 0,0 1 0,0-1 0,-1 0 0,1 0 0,1 0 0,-1 1 0,0-1 0,0 1 0,1-1 0,0 0 0,-1 1 0,1-1 0,0 1 0,0-1 0,0 1 0,1-1 0,0 4 0,0 1 0,0-1 0,1 1 0,0 0 0,0-1 0,1 0 0,0 0 0,0 1 0,0-2 0,7 10 0,12 9 0,1-1 0,0-1 0,2-1 0,32 22 0,-17-14 0,-39-28 0,0-1 0,-1 1 0,1-1 0,0 1 0,0-1 0,-1 1 0,1 0 0,0-1 0,-1 1 0,1 0 0,-1 0 0,1 0 0,-1-1 0,1 1 0,-1 0 0,1 2 0,-1-3 0,0 0 0,0 1 0,0-1 0,-1 0 0,1 1 0,0-1 0,0 0 0,0 1 0,-1-1 0,1 0 0,0 1 0,0-1 0,-1 0 0,1 0 0,0 1 0,-1-1 0,1 0 0,0 0 0,0 0 0,-1 0 0,1 1 0,-1-1 0,1 0 0,0 0 0,-1 0 0,1 0 0,-1 0 0,-6 1 0,1 0 0,-1-1 0,-9 0 0,10 0 0,-162-2-1365,147 1-5461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0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371 644 24575,'-25'-11'0,"-123"-45"0,126 49 0,0 2 0,0 0 0,0 2 0,-1 0 0,-22 0 0,43 3 0,0 0 0,0 0 0,-1 1 0,1-1 0,0 0 0,0 1 0,0-1 0,0 1 0,0 0 0,0-1 0,0 1 0,0 0 0,0 0 0,0 0 0,-2 3 0,3-3 0,0 0 0,1 0 0,-1 0 0,1 0 0,-1 0 0,1 0 0,-1 0 0,1 1 0,-1-1 0,1 0 0,0 0 0,0 0 0,0 1 0,0-1 0,0 0 0,0 0 0,0 1 0,0-1 0,0 0 0,1 0 0,-1 0 0,0 1 0,1-1 0,-1 0 0,1 0 0,-1 0 0,1 0 0,1 2 0,4 8 0,1-1 0,1 1 0,0-1 0,0 0 0,1-1 0,0 0 0,1 0 0,0-1 0,0-1 0,1 1 0,16 7 0,-11-7 0,0 0 0,1-2 0,0 0 0,0 0 0,0-2 0,0 0 0,31 2 0,-45-6 0,1 0 0,-1 0 0,0 0 0,1 0 0,-1-1 0,0 0 0,0 1 0,1-1 0,-1 0 0,0 0 0,0-1 0,0 1 0,0-1 0,0 0 0,0 1 0,2-4 0,-3 4 0,-1-1 0,1 0 0,0 0 0,-1 0 0,0 0 0,0 0 0,1 0 0,-1 0 0,-1 0 0,1 0 0,0 0 0,0-1 0,-1 1 0,1 0 0,-1-1 0,0 1 0,0 0 0,1-1 0,-2 1 0,1 0 0,0-1 0,0 1 0,-2-4 0,1 3 0,0-1 0,0 1 0,0 0 0,-1-1 0,0 1 0,1 0 0,-1 0 0,-1 0 0,1 0 0,0 0 0,-1 1 0,1-1 0,-1 1 0,0-1 0,1 1 0,-1 0 0,-1 0 0,-2-1 0,4 2 0,0 0 0,1 0 0,-1 1 0,0-1 0,0 1 0,0 0 0,0 0 0,1-1 0,-1 1 0,0 0 0,0 1 0,0-1 0,0 0 0,0 0 0,1 1 0,-1-1 0,0 1 0,0 0 0,1-1 0,-1 1 0,0 0 0,1 0 0,-1 0 0,1 0 0,-1 0 0,1 0 0,-1 1 0,1-1 0,0 0 0,0 1 0,-1-1 0,1 1 0,0 0 0,0-1 0,-1 4 0,1-3 0,0 0 0,0 0 0,0 1 0,0-1 0,0 0 0,1 1 0,-1-1 0,1 0 0,-1 1 0,1-1 0,0 1 0,0-1 0,0 0 0,0 1 0,1-1 0,-1 1 0,0-1 0,2 4 0,-1-3 0,1 0 0,0 0 0,0-1 0,0 1 0,0 0 0,0-1 0,0 1 0,0-1 0,1 1 0,-1-1 0,6 3 0,2 1 0,-1-1 0,1 0 0,0-1 0,1 0 0,-1-1 0,1 0 0,11 2 0,-21-5 0,18 4 0,0-1 0,1-1 0,-1-1 0,26-2 0,-41 1 0,1 0 0,-1-1 0,1 0 0,-1 0 0,0 0 0,1 0 0,-1-1 0,0 0 0,0 0 0,0 0 0,0 0 0,-1 0 0,1-1 0,0 0 0,-1 0 0,0 0 0,0 0 0,0 0 0,0-1 0,0 1 0,0-1 0,-1 0 0,0 0 0,4-7 0,-2-2 0,-1 0 0,0 1 0,-1-1 0,0 0 0,-1-1 0,-1-21 0,-11-80 0,1 51 0,-3 1 0,-37-110 0,-13 4 0,54 149 0,8 20 0,1 0 0,0 0 0,0 0 0,0-1 0,0 1 0,0 0 0,-1 0 0,1 0 0,0 0 0,0-1 0,0 1 0,-1 0 0,1 0 0,0 0 0,0 0 0,0 0 0,-1 0 0,1 0 0,0 0 0,0-1 0,-1 1 0,1 0 0,0 0 0,0 0 0,-1 0 0,1 0 0,-1 1 0,1-1 0,0 1 0,-1-1 0,1 0 0,-1 1 0,1-1 0,0 1 0,-1-1 0,1 1 0,0-1 0,0 1 0,0-1 0,-1 1 0,1-1 0,0 1 0,0-1 0,0 2 0,-6 26 0,2 0 0,-2 53 0,9 58 0,0-87 0,2-1 0,22 92 0,-21-118 0,2 0 0,1-1 0,1 0 0,1 0 0,1-1 0,1-1 0,24 33 0,-28-45 0,0 0 0,0-1 0,1 0 0,0-1 0,1 0 0,0 0 0,0-1 0,1-1 0,20 9 0,-23-11 0,1-1 0,0 0 0,0 0 0,0-1 0,0-1 0,0 0 0,1 0 0,-1-1 0,0 0 0,1 0 0,-1-1 0,20-5 0,-26 5 7,0 0 0,-1-1 0,1 1 0,0-1 0,0 0 1,-1 0-1,1 0 0,-1 0 0,0-1 0,0 1 0,0-1 0,0 0 0,0 0 0,0 0 0,-1 0 0,4-6 0,-3 4-142,-1-1 0,0 1 0,0-1 0,-1 0 0,1 0 0,-1 0 0,0 0 0,-1 0 0,0 0 0,0-8 0,-1-2-6691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60 24575,'-14'-8'0,"-57"-27"0,64 31 0,0 2 0,-1-1 0,1 1 0,-1 0 0,0 1 0,0 0 0,-12-1 0,18 2 0,0 1 0,0-1 0,0 0 0,0 0 0,0 1 0,0-1 0,1 1 0,-1 0 0,0 0 0,0 0 0,0-1 0,1 1 0,-1 1 0,0-1 0,1 0 0,-1 0 0,-1 3 0,1-2 0,0 1 0,1-1 0,-1 1 0,1 0 0,-1 0 0,1-1 0,0 1 0,0 0 0,0 0 0,0 4 0,0 1 0,0 1 0,0-1 0,1 0 0,1 1 0,-1-1 0,2 0 0,2 12 0,-1-8 0,2 1 0,0-2 0,0 1 0,1 0 0,0-1 0,9 11 0,3 2 0,31 32 0,-49-56 0,1 1 0,0-1 0,-1 1 0,1-1 0,-1 1 0,1-1 0,-1 1 0,1-1 0,-1 1 0,0 0 0,1-1 0,-1 1 0,0 0 0,1-1 0,-1 1 0,0 0 0,0 0 0,0-1 0,1 1 0,-1 0 0,0 0 0,0-1 0,0 1 0,0 0 0,-1 1 0,1-1 0,-1-1 0,0 1 0,1 0 0,-1-1 0,0 1 0,1-1 0,-1 1 0,0-1 0,0 1 0,0-1 0,1 0 0,-1 1 0,0-1 0,0 0 0,0 0 0,0 0 0,0 0 0,0 1 0,-6-1 0,0 0 0,0 0 0,0 0 0,-11-2 0,-89-22-1365,95 22-5461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28 24575,'20'-7'0,"1"2"0,-1 0 0,1 1 0,0 1 0,28 0 0,-43 3 0,0 0 0,-1 1 0,1 0 0,-1 0 0,1 1 0,-1-1 0,1 1 0,-1 0 0,0 1 0,9 4 0,-11-4 0,1 0 0,0 0 0,-1 0 0,0 1 0,0-1 0,0 1 0,0 0 0,0 0 0,-1 0 0,0 0 0,0 0 0,0 1 0,0-1 0,1 9 0,-2-10 0,0 0 0,0 0 0,-1 1 0,0-1 0,1 0 0,-1 1 0,0-1 0,-1 0 0,1 1 0,-1-1 0,1 0 0,-1 1 0,0-1 0,0 0 0,-1 0 0,1 0 0,-1 0 0,1 0 0,-3 3 0,1-3 0,0 0 0,0 0 0,0 0 0,0 0 0,0 0 0,-1-1 0,1 0 0,-1 0 0,1 0 0,-1 0 0,0 0 0,0-1 0,0 1 0,0-1 0,-5 1 0,-8 0 0,1-1 0,-1-1 0,0 0 0,0-1 0,1-1 0,-1 0 0,1-1 0,0-1 0,0-1 0,0 0 0,0-1 0,1 0 0,0-2 0,-21-12 0,32 17 0,1 1 0,0-1 0,0 1 0,-1-1 0,2 0 0,-1 0 0,0 0 0,1-1 0,-1 1 0,-2-6 0,5 8 0,-1 0 0,1-1 0,-1 1 0,1-1 0,0 1 0,-1-1 0,1 1 0,0-1 0,0 1 0,0-1 0,0 1 0,1-1 0,-1 1 0,0-1 0,1 1 0,-1-1 0,1 1 0,-1 0 0,1-1 0,0 1 0,-1 0 0,1-1 0,0 1 0,0 0 0,0 0 0,0 0 0,0 0 0,0 0 0,0 0 0,0 0 0,3-1 0,2-3 14,0 1-1,1 1 0,-1-1 0,1 1 1,0 0-1,0 1 0,0 0 1,9-2-1,2 1-508,-1 1 0,23 0 0,-22 1-6331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41 24575,'-16'-4'0,"-28"-9"0,-72-9 0,113 21 0,0 1 0,-1 0 0,1 0 0,-1 0 0,1 0 0,0 0 0,-1 1 0,1-1 0,0 1 0,-1 0 0,1 0 0,-6 3 0,8-3 0,-1 0 0,1 1 0,0-1 0,-1 0 0,1 1 0,0-1 0,0 0 0,0 1 0,0-1 0,0 1 0,0 0 0,0-1 0,1 1 0,-1 0 0,1-1 0,-1 1 0,1 0 0,-1 0 0,1 0 0,0-1 0,0 1 0,0 0 0,0 0 0,0 0 0,1 2 0,0 1 0,1 1 0,-1 0 0,1-1 0,0 1 0,1-1 0,-1 0 0,1 0 0,0 0 0,0 0 0,1-1 0,-1 1 0,5 4 0,4 3 0,0-1 0,27 20 0,-26-22 0,1 0 0,0-1 0,25 10 0,-32-16 0,-1 0 0,1 0 0,0 0 0,-1 0 0,1-1 0,0 0 0,0-1 0,0 0 0,0 0 0,-1 0 0,10-2 0,-15 2 0,1-1 0,0 1 0,-1-1 0,1 1 0,0-1 0,-1 0 0,1 0 0,-1 0 0,1 0 0,-1 0 0,1 0 0,-1 0 0,0 0 0,0-1 0,0 1 0,0-1 0,2-2 0,-2 2 0,1-1 0,-1 0 0,0 0 0,0 0 0,-1 0 0,1 0 0,-1 0 0,1-1 0,-1-3 0,0-3 0,-1 1 0,-1-1 0,1 0 0,-1 1 0,-5-14 0,5 18 0,1-1 0,-1 1 0,-1 0 0,1 0 0,-1 0 0,1 1 0,-1-1 0,-7-8 0,10 13 0,-1 0 0,1 0 0,0 0 0,0 0 0,0 0 0,-1 0 0,1 0 0,0 0 0,0 0 0,0 0 0,-1 0 0,1 0 0,0 0 0,0 0 0,0 0 0,-1 0 0,1 0 0,0 0 0,0 1 0,0-1 0,-1 0 0,1 0 0,0 0 0,0 0 0,0 0 0,0 0 0,0 0 0,-1 1 0,1-1 0,0 0 0,0 0 0,0 0 0,0 0 0,0 1 0,0-1 0,0 0 0,-1 0 0,1 0 0,0 1 0,0-1 0,0 0 0,0 0 0,0 0 0,0 1 0,0-1 0,0 0 0,0 0 0,0 0 0,0 1 0,0-1 0,-1 14 0,1-14 0,0 14-151,0 0-1,1 0 0,1 0 0,0 0 1,1 0-1,1 0 0,0-1 1,9 22-1,-7-22-6674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24575,'14'-6'0,"6"-1"0,29-8 0,-43 14 0,-1-1 0,1 1 0,0 1 0,1 0 0,-1-1 0,0 2 0,0-1 0,0 1 0,9 2 0,-12-2 0,-1 0 0,1 0 0,0 0 0,-1 1 0,1-1 0,-1 1 0,0 0 0,0 0 0,1 0 0,-1 0 0,0 0 0,-1 0 0,1 0 0,0 1 0,-1-1 0,1 1 0,-1-1 0,0 1 0,2 3 0,1 7 0,0-1 0,-1 1 0,1 14 0,1-3 0,-2-7 0,-1 0 0,0 20 0,-1-3 0,0-31 0,0 1 0,-1 0 0,1-1 0,0 0 0,1 1 0,-1-1 0,1 1 0,-1-1 0,1 0 0,0 0 0,0 0 0,1 0 0,-1 0 0,1-1 0,-1 1 0,1-1 0,0 1 0,0-1 0,0 0 0,0 0 0,0 0 0,0-1 0,5 3 0,9 2 0,-1 0 0,1-1 0,28 4 0,-29-6 0,11 3 0,-15-2 0,0-1 0,0-1 0,0 0 0,0-1 0,0 0 0,1-1 0,17-2 0,-29 2-72,1 0 1,0-1-1,-1 1 0,1-1 0,-1 1 0,1-1 0,-1 0 0,1 1 1,-1-1-1,1 0 0,-1 0 0,0 0 0,1 0 0,-1 0 0,0-1 1,0 1-1,0 0 0,2-3 0,1-4-6754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2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0 268 24575,'13'-1'0,"114"-13"0,-102 9 0,0 0 0,46-17 0,-66 20 0,0-1 0,0 1 0,0-1 0,-1 0 0,0 0 0,1 0 0,-1-1 0,0 1 0,-1-1 0,1 0 0,-1 0 0,4-5 0,-6 7 0,0 0 0,0 0 0,0 0 0,0 1 0,0-1 0,-1 0 0,1 0 0,-1 0 0,1 0 0,-1 0 0,0 0 0,0 0 0,0 0 0,0 0 0,0 0 0,0 0 0,-1 0 0,1 0 0,-1 0 0,1 0 0,-1 0 0,0 0 0,1 0 0,-1 0 0,0 1 0,0-1 0,-1 0 0,1 1 0,0-1 0,0 1 0,-1-1 0,1 1 0,-1-1 0,-2 0 0,-2-3 0,-1 0 0,0 1 0,0 0 0,-1 1 0,1-1 0,-12-2 0,2 1 0,-34-5 0,50 10 0,-1-1 0,0 1 0,0 0 0,0 0 0,1 0 0,-1 0 0,0 0 0,0 1 0,0-1 0,1 0 0,-1 1 0,0-1 0,0 1 0,1 0 0,-1-1 0,0 1 0,1 0 0,-1 0 0,-2 2 0,4-2 0,-1 0 0,0 1 0,1-1 0,-1 0 0,1 0 0,-1 0 0,1 1 0,0-1 0,-1 0 0,1 0 0,0 1 0,0-1 0,0 0 0,0 1 0,0-1 0,0 0 0,0 1 0,1-1 0,-1 0 0,0 0 0,1 1 0,-1-1 0,1 0 0,-1 0 0,1 0 0,0 0 0,-1 1 0,2 0 0,2 5 0,1-1 0,0 0 0,0-1 0,0 1 0,0-1 0,11 8 0,41 24 0,-32-21 0,-7-5 0,1-1 0,0-1 0,1 0 0,-1-2 0,1 0 0,1-1 0,-1-1 0,1-1 0,0-1 0,0 0 0,0-2 0,33-2 0,-52 1 0,0-1 0,0 1 0,0-1 0,0 1 0,0-1 0,0 0 0,0 0 0,0 0 0,0 0 0,0 0 0,-1 0 0,1 0 0,0 0 0,-1-1 0,1 1 0,-1-1 0,0 1 0,1-1 0,-1 0 0,0 1 0,0-1 0,0 0 0,0 0 0,0 0 0,-1 0 0,1 0 0,-1 0 0,1 0 0,0-3 0,0-6 0,0-1 0,0 1 0,-1-1 0,-2-13 0,1 5 0,0 6 0,-4-25 0,2 26 0,-1-25 0,4 36-44,0 1 0,0-1 0,0 0 0,0 1 0,0-1 0,0 0 0,0 0 0,1 1 0,-1-1 0,1 1 0,0-1 0,-1 0 0,1 1 0,0-1 0,0 1 0,0-1 0,0 1-1,0 0 1,0-1 0,0 1 0,0 0 0,1 0 0,-1 0 0,0 0 0,1 0 0,-1 0 0,1 0 0,-1 0 0,1 1 0,2-2 0,7 0-6782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13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29 24575,'-9'-5'0,"-1"1"0,1 0 0,-1 0 0,0 1 0,0 1 0,-1 0 0,1 0 0,0 1 0,-13 0 0,21 1 0,0 0 0,1 0 0,-1 0 0,0 1 0,1-1 0,-1 0 0,0 1 0,0 0 0,1-1 0,-1 1 0,1 0 0,-1 0 0,1 0 0,-1 0 0,1 0 0,0 0 0,-1 1 0,1-1 0,0 0 0,-2 2 0,2 0 0,0 0 0,0-1 0,0 1 0,0 0 0,0-1 0,0 1 0,1 0 0,-1 0 0,1 0 0,0 0 0,0 4 0,1 2 0,0-1 0,0 1 0,1-1 0,0 0 0,1 0 0,0 0 0,6 12 0,-3-8 0,1-1 0,1-1 0,0 0 0,0 0 0,1 0 0,0-1 0,15 12 0,-18-16 0,0-1 0,1 0 0,-1 0 0,1 0 0,0-1 0,0 0 0,0 0 0,0-1 0,0 0 0,0 0 0,1-1 0,-1 1 0,1-2 0,9 1 0,-15-1 0,1-1 0,-1 1 0,1 0 0,-1-1 0,1 1 0,-1-1 0,0 0 0,0 0 0,1 0 0,-1 0 0,0 0 0,0-1 0,0 1 0,0-1 0,0 1 0,0-1 0,2-3 0,-2 3 0,0-1 0,0 0 0,-1-1 0,1 1 0,-1 0 0,1 0 0,-1-1 0,0 1 0,-1 0 0,1-1 0,0-4 0,-1 1 0,0 0 0,0 0 0,0 1 0,-1-1 0,0 0 0,-1 0 0,1 1 0,-1-1 0,-1 1 0,1-1 0,-1 1 0,-4-8 0,2 7-227,-1 0-1,0 0 1,0 1-1,0-1 1,-12-8-1,3 5-6598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2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46 24575,'-3'-16'0,"2"12"0,0-1 0,0 1 0,0 0 0,-3-9 0,2 14 0,1 3 0,0 5 0,1 6 0,1-1 0,6 28 0,-4-25 0,2 31 0,-7 28 0,3 55 0,6-81 0,-3-32 0,0 33 0,-4 244 0,0-286 0,1 0 0,1 1 0,2 10 0,3 21 0,-3-9 0,2-1 0,16 53 0,-22-84 0,37 154 0,-33-133 0,-2 1 0,0 0 0,-1 0 0,-3 26 0,0 3 0,3 7 0,-2 61 0,-13-31 0,7-55 0,4-22 0,1 1 0,-2 21 0,3-24 0,0 1 0,-1-1 0,0 1 0,-1-1 0,0 0 0,0 0 0,-1-1 0,-6 11 0,5-10 0,0 1 0,1-1 0,0 1 0,1 1 0,0-1 0,-2 16 0,4 74 0,2-52 0,0-31 0,1-1 0,1 1 0,0-1 0,10 30 0,-7-30 0,-1 1 0,-1-1 0,-1 1 0,2 27 0,-6-30 0,0 1 0,-1-1 0,-1 0 0,-7 25 0,-3 12 0,7-23 0,2 0 0,-2 49 0,16 42 0,-3-60 0,7 22 0,-9-58 0,-1 0 0,2 41 0,-6-12 0,-1-1 0,10 88 0,-4-85 0,-3 107 0,-3-80 0,1 351 0,1-405 0,5 28 0,2 21 0,-7 237 0,-2-149 0,-1-140 0,-1-1 0,0 1 0,-14 43 0,2-7 0,-7 15 0,4-19 0,13-41 0,-1 9 0,-4 25 0,9-40 0,0 0 0,1 1 0,0-1 0,0 0 0,1 1 0,2 10 0,11 26-1365,-9-33-5461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3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7959 45 24575,'22'-1'0,"-15"1"0,0-1 0,0 1 0,0 0 0,0 1 0,0 0 0,9 2 0,-15-3 0,-1 0 0,0 0 0,0 0 0,0 0 0,0 0 0,0 0 0,0 0 0,0 0 0,1 0 0,-1 0 0,0 0 0,0 0 0,0 0 0,0 0 0,0 0 0,0 0 0,0 0 0,0 1 0,0-1 0,0 0 0,1 0 0,-1 0 0,0 0 0,0 0 0,0 0 0,0 0 0,0 0 0,0 0 0,0 1 0,0-1 0,0 0 0,0 0 0,0 0 0,0 0 0,0 0 0,0 0 0,0 0 0,0 0 0,0 1 0,0-1 0,0 0 0,0 0 0,0 0 0,0 0 0,0 0 0,0 0 0,0 0 0,0 0 0,0 1 0,0-1 0,0 0 0,0 0 0,0 0 0,-1 0 0,1 0 0,0 0 0,0 0 0,0 0 0,0 0 0,-10 6 0,-13 2 0,-30 4 0,-2-2 0,-70 4 0,-63-2 0,-136-6 0,201-7 0,-16-8 0,80 3 0,-64-6 0,-113-6 0,87 11 0,7-1 0,7 1 0,1 0 0,-29 8 0,-114-2 0,162-8 0,47 3 0,-60-7 0,-23-2 0,116 14 0,0 1 0,-46 6 0,35 0 0,-224 27 0,-1-18 0,149-14 0,-118-3 0,158-5 0,-26-1 0,55 7 0,-114 3 0,38 12 0,-15 1 0,22-6 0,49-3 0,5 0 0,-28 2 0,-14 0 0,-21 0 0,-71 6 0,5 1 0,144-14 0,-182 7 0,-123-1 0,222-9 0,-832 2 0,838-9 0,78 4 0,-1-2 0,24 3 0,-33-1 0,50 5 0,1-2 0,-18-3 0,16 2 0,1 1 0,-13 0 0,7 1-195,0 1 0,0 0 0,-1 1 0,1 2 0,0-1 0,-19 7 0,23-4-6631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24575,'2'-3'0,"0"-1"0,0 1 0,1 0 0,0 0 0,-1 0 0,1 1 0,0-1 0,1 1 0,4-4 0,34-15 0,-29 16 0,1 0 0,-1 2 0,1 0 0,0 0 0,21 0 0,0-2 0,-25 3 0,0 1 0,0 0 0,0 0 0,0 1 0,15 2 0,88 19 0,142 47 0,-145-29 0,-18-5 0,-60-24 0,-9-2 0,40 16 0,-25-5 0,87 48 0,101 90 0,-128-77 0,-39-31 0,1 9 0,-43-40 0,1 0 0,20 14 0,-19-18 0,-1 1 0,0 0 0,-1 2 0,-1-1 0,-1 2 0,0 0 0,19 33 0,45 70 0,-56-88 0,4 7 0,0 1 0,-3 2 0,31 73 0,-45-75-1365,-7-24-5461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24575,'112'170'0,"-52"-75"0,58 70 0,-110-154 0,0 1 0,-1 0 0,0 0 0,-1 0 0,0 1 0,-1 0 0,-1 1 0,0-1 0,-1 1 0,0-1 0,-1 1 0,0 0 0,-1 19 0,-1-29 0,-2 179 0,1-168-195,-1-1 0,-1 0 0,0 1 0,-1-1 0,0-1 0,-13 26 0,13-30-6631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2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4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1288 32 24575,'-4'-3'0,"0"-1"0,0 1 0,-1 0 0,1 1 0,-1-1 0,0 1 0,0 0 0,0 0 0,0 1 0,0-1 0,0 1 0,-9-1 0,-1 1 0,0 0 0,1 1 0,-20 2 0,22 0 0,0 0 0,0 1 0,-16 7 0,-13 3 0,36-12 0,-12 3 0,1 0 0,-1-1 0,-29 0 0,22-1 0,1 1 0,0 0 0,-25 8 0,3-1 0,-59 19 0,16-3 0,44-12 0,31-10 0,1 1 0,-1 0 0,1 0 0,0 1 0,0 1 0,1 0 0,0 0 0,-12 11 0,13-9 0,-3 1 0,2 0 0,-1 1 0,2 0 0,-12 15 0,14-15 0,-1-2 0,0 1 0,0-1 0,-1-1 0,-15 11 0,-18 16 0,-37 46 0,70-70 0,-4 4 24,2 1 0,0 0 0,1 1 0,-15 29 0,-25 76-1509,42-97-5341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5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556 0 24575,'-3'1'0,"1"-1"0,0 0 0,-1 1 0,1-1 0,0 1 0,0 0 0,0-1 0,0 1 0,-1 0 0,1 0 0,0 1 0,-2 1 0,-23 21 0,10-8 0,2-5 0,-1 0 0,0-2 0,0 0 0,-30 12 0,22-11 0,19-7 0,1-1 0,-1 1 0,1-1 0,-1 1 0,1 1 0,0-1 0,0 0 0,-6 9 0,2-2 0,1 0 0,-8 16 0,9-15 0,-33 60 0,-50 66 0,75-114 0,0 0 0,2 1 0,0 0 0,-11 36 0,14-32 0,0 1 0,2 0 0,1 0 0,-2 36 0,8 56 0,-1 6 0,-1-119-124,1 0 0,-1 0 0,-1 0-1,-6 15 1,7-17-620,-3 5-6082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24575,'0'2'0,"0"4"0,-2 1 0,-1-4 0,2-2 0,2 1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6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24575,'2'17'0,"2"9"0,-1 5 0,2 2 0,0 0 0,2 0 0,-1 2 0,2 0 0,2 1 0,1 0 0,2 1 0,-2 2 0,3 2 0,-1-1 0,-1-5 0,-2-8-8191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24575,'80'52'0,"2"-3"0,109 47 0,-174-89-104,10 5 223,28 16-1,-46-23-305,-1 0 0,0 1-1,0 0 1,0 1 0,-1 0 0,0 0-1,7 9 1,-8-6-6639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7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24575,'33'8'0,"331"100"0,-345-102 63,37 8 0,-36-10-808,30 10-1,-41-10-6080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1546 0 24575,'1'0'0,"0"0"0,0 1 0,0-1 0,0 0 0,0 0 0,0 0 0,0 1 0,0-1 0,-1 0 0,1 1 0,0-1 0,0 1 0,0-1 0,0 1 0,0-1 0,0 1 0,-1 0 0,1 0 0,0-1 0,0 2 0,0 0 0,1 0 0,-1 0 0,-1 0 0,1 0 0,0 0 0,0 0 0,-1 0 0,1 0 0,0 3 0,-1 1 0,0 0 0,1 0 0,-2-1 0,1 1 0,-1 0 0,-2 8 0,-18 51 0,13-46 0,2 0 0,0 0 0,1 1 0,-2 23 0,4-24 0,0-1 0,-1 1 0,-1-1 0,-1 0 0,0 0 0,-1 0 0,-1-1 0,-1 0 0,-21 31 0,19-31 0,-15 32 0,16-29 0,-17 27 0,-89 109 0,57-82 0,38-48 0,2 0 0,1 2 0,1 0 0,-20 44 0,27-50 0,-2 0 0,0-1 0,-2 0 0,0 0 0,-32 32 0,31-39 0,0-2 0,-24 16 0,23-18 0,1 0 0,1 2 0,-15 13 0,28-24 0,-87 85 0,77-77 0,-1 0 0,1-1 0,-1-1 0,-1 1 0,1-2 0,-22 8 0,-16 4 0,25-8 0,0-2 0,-35 7 0,-70 3 0,99-14 0,0 2 0,1 1 0,-59 22 0,38-11 11,-38 15-1387,70-25-5450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548 16 24575,'-28'-3'0,"-19"0"0,-8 0 0,-4 0 0,2 1 0,2 1 0,6 0 0,4 1 0,4 3 0,4 0 0,6 3 0,6 0 0,7-1-8191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49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585 162 24575,'-32'-13'0,"-19"-6"0,-8 0 0,-2 0 0,3 2 0,3 0 0,3 4 0,6 1 0,3 3 0,4 0 0,3 2 0,6 2 0,7 2-8191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24575,'6'13'0,"0"0"0,1 0 0,0-1 0,1 0 0,0 0 0,1-1 0,12 12 0,-15-17 0,0-1 0,0 0 0,1 0 0,0 0 0,0-1 0,0 0 0,0-1 0,1 0 0,0 0 0,-1 0 0,1-1 0,0 0 0,15 2 0,-17-4 0,-1 1 0,0-1 0,0 0 0,0-1 0,1 1 0,-1-1 0,0 0 0,0 0 0,0-1 0,5-1 0,-8 2 0,1-1 0,-1 1 0,0-1 0,0 1 0,0-1 0,0 0 0,0 1 0,-1-1 0,1 0 0,0 0 0,-1-1 0,1 1 0,-1 0 0,0 0 0,0-1 0,0 1 0,0-1 0,0 1 0,0-1 0,-1 1 0,1-5 0,0-4 0,-1 0 0,0 0 0,-1 0 0,0 0 0,0 0 0,-1 0 0,-1 0 0,0 1 0,0-1 0,-1 1 0,-1 0 0,0 0 0,0 0 0,-12-16 0,5 15 0,7 12 0,4 8 0,3-3 0,-1 1 0,1-1 0,1 0 0,-1 0 0,1 0 0,0 0 0,0 0 0,1-1 0,0 1 0,5 5 0,2 2 0,1-1 0,23 20 0,-21-21 0,-6-4 0,0-1 0,0 0 0,0 0 0,1-1 0,17 9 0,-25-14-59,0 0 0,0 1-1,-1-1 1,1 0-1,0 0 1,-1 0 0,1 0-1,0 0 1,0 0 0,-1 0-1,1 0 1,0 0 0,-1 0-1,1 0 1,0-1-1,-1 1 1,1 0 0,0 0-1,-1-1 1,1 1 0,0 0-1,0-1 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24575,'52'29'0,"-40"-21"0,0 0 0,1-1 0,0-1 0,0 0 0,0-1 0,0 0 0,24 4 0,-36-8 0,1-1 0,-1 0 0,1 0 0,0 0 0,-1 0 0,1 0 0,0 0 0,-1 0 0,1-1 0,0 1 0,-1-1 0,1 1 0,-1-1 0,1 1 0,-1-1 0,1 0 0,-1 0 0,0 0 0,1 0 0,-1 0 0,0 0 0,0 0 0,1 0 0,-1 0 0,0-1 0,0 1 0,0 0 0,-1-1 0,1 1 0,0-1 0,0 1 0,-1-1 0,1 1 0,-1-1 0,1 1 0,-1-1 0,0 0 0,0 1 0,0-3 0,1-5 0,-1 0 0,0 0 0,-1-1 0,0 1 0,-4-15 0,5 24 0,0-1 0,0 1 0,0 0 0,0-1 0,-1 1 0,1-1 0,0 1 0,0-1 0,0 1 0,0-1 0,0 1 0,0-1 0,0 1 0,1-1 0,-1 1 0,0-1 0,0 1 0,0 0 0,0-1 0,0 1 0,1-1 0,-1 1 0,0-1 0,1 1 0,-1-1 0,1 1 0,-1 0 0,1 0 0,-1 0 0,1 0 0,-1 0 0,1 0 0,-1 0 0,1 0 0,-1 0 0,1 0 0,-1 0 0,1 0 0,-1 0 0,1 0 0,-1 0 0,1 0 0,0 1 0,27 15 0,-21-12 0,12 9-27,-11-7-308,0-1 1,0 0-1,12 4 1,-9-5-6492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24575,'23'11'0,"9"4"0,3 1 0,-3 0 0,-4 0 0,-4-3 0,-7-1 0,-5-3-8191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1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24575,'0'-11'0,"0"1"0,0 3 0,0 5 0,0 7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24575,'21'6'0,"0"0"0,0 2 0,-1 0 0,0 1 0,0 1 0,31 22 0,-37-21 0,0 0 0,-1 1 0,0 0 0,-1 1 0,-1 1 0,0 0 0,-1 0 0,17 30 0,27 79 113,4 6-1591,-51-116-5348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2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7 24575,'-27'-5'0,"-13"3"0,-1 5 0,4 4 0,6 1 0,7-1-8191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24575,'-10'2'0,"-31"4"0,1 3 0,-65 22 0,103-30 0,1-1 0,-1 1 0,0 0 0,1 0 0,-1 0 0,0 0 0,1 0 0,-1 0 0,1 0 0,0 0 0,-1 0 0,1 1 0,0-1 0,0 1 0,0-1 0,0 1 0,0-1 0,0 1 0,0 0 0,0-1 0,1 1 0,-1 0 0,1-1 0,-1 4 0,1-3 0,0 0 0,0 0 0,1 0 0,-1 0 0,1 1 0,-1-1 0,1 0 0,0 0 0,0 0 0,0 0 0,0 0 0,0-1 0,0 1 0,0 0 0,1 0 0,-1-1 0,1 1 0,-1-1 0,4 3 0,7 5 0,1 0 0,0-1 0,0-1 0,1 0 0,0-1 0,0 0 0,24 6 0,-11-6 0,0 0 0,1-2 0,36 0 0,-31-6-1365,-20-1-5461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24575,'10'15'0,"6"7"0,3 3 0,0-3 0,0-2 0,-1-6 0,-1-2 0,-1-3 0,-3 0 0,-1-3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24575,'13'15'0,"6"7"0,3 3 0,0 0 0,-4-5-8191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3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177 264 24575,'-15'-6'0,"1"-1"0,-1-1 0,1 0 0,-22-17 0,29 20 0,1-1 0,0 1 0,0-1 0,1-1 0,-1 1 0,1-1 0,1 0 0,-1 0 0,1 0 0,-6-16 0,9 20 0,-3-8 0,0 0 0,2-1 0,-1 1 0,-1-18 0,4 27 0,0 0 0,0-1 0,0 1 0,0 0 0,1 0 0,-1-1 0,1 1 0,-1 0 0,1 0 0,0 0 0,0 0 0,0 0 0,1-2 0,-1 2 0,1 1 0,-1 0 0,0 0 0,0 0 0,1 0 0,-1 0 0,0 0 0,1 0 0,-1 1 0,1-1 0,-1 0 0,1 1 0,0-1 0,-1 1 0,1 0 0,-1-1 0,1 1 0,0 0 0,-1 0 0,3 0 0,0 0 10,0 1-1,0-1 0,0 1 1,-1 0-1,1 0 0,0 0 1,-1 1-1,1-1 1,4 3-1,29 21-841,-31-20 205,4 2-6199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4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116 478 24575,'-13'0'0,"1"0"0,-20 4 0,28-3 0,0 0 0,0 0 0,0 0 0,0 0 0,1 1 0,-1 0 0,1-1 0,-1 1 0,1 1 0,0-1 0,0 0 0,-3 4 0,5-6 0,0 1 0,0 0 0,1 0 0,-1 0 0,0 0 0,1 0 0,-1-1 0,1 1 0,-1 0 0,1 1 0,-1-1 0,1 0 0,0 0 0,-1 0 0,1 0 0,0 0 0,0 0 0,0 0 0,0 0 0,0 0 0,0 1 0,1 1 0,-1-1 0,1-1 0,0 1 0,0 0 0,0 0 0,0-1 0,0 1 0,0-1 0,1 1 0,-1-1 0,0 1 0,4 1 0,3 3 0,0-1 0,0 0 0,1-1 0,9 4 0,-8-4 0,0-1 0,1 0 0,0-1 0,-1 0 0,1 0 0,0-1 0,0-1 0,0 0 0,14-2 0,-23 2 0,-1 0 0,0 0 0,1 0 0,-1-1 0,1 1 0,-1-1 0,0 1 0,1-1 0,-1 0 0,0 1 0,0-1 0,0 0 0,1 0 0,-1 0 0,0 0 0,0 0 0,0 0 0,0 0 0,0-1 0,1 0 0,-1 0 0,0-1 0,-1 1 0,1 0 0,0 0 0,-1-1 0,1 1 0,-1 0 0,1-1 0,-1-3 0,-1-5 0,0 1 0,-1-1 0,0 1 0,-3-11 0,4 17 0,-2-11 0,0 0 0,0-27 0,2 25 0,-1 1 0,-5-24 0,-46-130 0,44 148 0,-1 0 0,-1 0 0,-1 1 0,-1 0 0,-20-24 0,31 43 0,1 0 0,-1 0 0,0 1 0,1-1 0,-1 1 0,0-1 0,0 1 0,0 0 0,0 0 0,-2-1 0,3 2 0,1-1 0,-1 1 0,1 0 0,-1 0 0,1 0 0,-1 0 0,1 0 0,-1 0 0,1 0 0,0 0 0,-1 0 0,1 0 0,-1 1 0,1-1 0,-1 0 0,1 0 0,-1 0 0,1 0 0,-1 1 0,0-1 0,1 1 0,-1 0 0,0 0 0,1-1 0,-1 1 0,1 0 0,-1 0 0,1 0 0,-1 0 0,1 0 0,0 0 0,0-1 0,-1 1 0,1 0 0,0 1 0,-2 9 0,2-1 0,-1 0 0,1 0 0,0 1 0,1-1 0,1 0 0,-1 0 0,2 0 0,-1 0 0,7 16 0,-3-13 0,0 0 0,1 0 0,1 0 0,0-1 0,0 0 0,20 20 0,-10-14 0,2-2 0,0 0 0,1-2 0,0 0 0,1-1 0,1-1 0,0-1 0,42 13 0,-54-20 0,0-1 0,0 0 0,0-1 0,0 0 0,1-1 0,-1-1 0,0 1 0,1-2 0,11-1 0,-18 1 0,0 0 0,0 0 0,0-1 0,0 1 0,0-1 0,0 0 0,-1-1 0,1 1 0,-1-1 0,1 0 0,-1 0 0,0 0 0,0-1 0,0 0 0,-1 1 0,1-1 0,-1-1 0,0 1 0,0 0 0,0-1 0,3-7 0,-4 5 0,0 0 0,0 0 0,0 0 0,-1 0 0,0 0 0,0-1 0,-1 1 0,0 0 0,0-1 0,0 1 0,-1 0 0,-1 0 0,1-1 0,-1 1 0,-3-7 0,3 8 0,-1-1 0,1 1 0,-2-1 0,1 1 0,-1 0 0,0 0 0,0 1 0,0-1 0,-1 1 0,0 0 0,0 0 0,0 0 0,-1 1 0,0 0 0,-10-6 0,14 9 0,1 0 0,0 1 0,0-1 0,-1 1 0,1-1 0,-1 1 0,1-1 0,-1 1 0,1 0 0,0 0 0,-1 0 0,1 0 0,-1 0 0,1 0 0,-1 0 0,1 0 0,-1 1 0,1-1 0,0 0 0,-1 1 0,1-1 0,0 1 0,-2 0 0,2 1 0,0-1 0,0 0 0,0 0 0,0 0 0,0 0 0,0 1 0,1-1 0,-1 0 0,0 1 0,1-1 0,-1 0 0,1 1 0,0-1 0,-1 1 0,1-1 0,0 1 0,0-1 0,0 1 0,0-1 0,0 1 0,0-1 0,1 3 0,1 6 0,0-1 0,1 0 0,0 0 0,1 0 0,0-1 0,0 1 0,1-1 0,0 0 0,0 0 0,1-1 0,0 1 0,8 7 0,-2-3 0,1-1 0,0 0 0,0-1 0,1-1 0,1 0 0,16 8 0,-23-13-105,1 0 0,0 0 0,0-1 0,1 0 0,-1 0 0,1-1 0,-1-1 0,1 1 0,0-2 0,-1 1 0,1-1 0,10-1 0,-4-3-6721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7:56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24575,'3'-2'0,"0"-4"0,0-3 0,2 0 0,3 4 0,-3 5 0,-2 6 0,-4 3 0,-2 4 0,-3 1 0,0 2 0,0-1 0,5 1 0,4-3 0,4-1 0,4-2 0,0-1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2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58 109 24575,'0'-23'0,"-1"16"0,0-1 0,1 1 0,1 0 0,-1 0 0,1-1 0,2-10 0,-2 17 0,0-1 0,0 0 0,1 1 0,-1-1 0,0 1 0,0 0 0,1-1 0,-1 1 0,1 0 0,-1 0 0,1 0 0,-1 0 0,1 0 0,0 0 0,0 0 0,-1 0 0,1 1 0,0-1 0,0 1 0,0-1 0,0 1 0,0 0 0,0 0 0,0 0 0,-1 0 0,4 0 0,5 1 0,0-1 0,-1 2 0,0-1 0,10 4 0,1 1 0,0 1 0,19 9 0,-31-12 0,0 0 0,0 1 0,-1 0 0,0 0 0,0 0 0,0 1 0,9 10 0,-15-15 0,1 1 0,-1 0 0,0-1 0,1 1 0,-1 0 0,0 0 0,0 0 0,0-1 0,-1 1 0,1 0 0,0 0 0,-1 0 0,1 1 0,-1-1 0,0 0 0,0 0 0,0 0 0,0 0 0,0 0 0,0 0 0,0 0 0,-1 0 0,1 0 0,-1 0 0,1 0 0,-1 0 0,0 0 0,0 0 0,0 0 0,0 0 0,0 0 0,0-1 0,-1 1 0,1 0 0,0-1 0,-3 3 0,-1 0 0,0-1 0,0 1 0,0-1 0,0 1 0,-1-1 0,1-1 0,-1 1 0,0-1 0,0 0 0,0 0 0,-8 1 0,-6-1 0,-1 0 0,-34-2 0,43-1 0,0 0 0,0-1 0,0-1 0,0 0 0,-21-7 0,30 8 7,1 1-1,-1-1 0,0 1 0,0-1 1,1 0-1,-1 0 0,1 0 1,-1 0-1,1 0 0,0-1 1,0 1-1,0-1 0,0 0 0,0 1 1,1-1-1,-1 0 0,1 0 1,-2-5-1,3 6-63,-1 0 0,1-1 0,0 1 0,0-1-1,0 1 1,0 0 0,0-1 0,0 1 0,1-1 0,-1 1 0,1 0 0,-1-1-1,1 1 1,0 0 0,0 0 0,0 0 0,0 0 0,1 0 0,-1 0 0,0 0 0,1 0-1,-1 0 1,1 0 0,0 1 0,2-3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4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719 7 24575,'0'0'0,"0"0"0,0-1 0,0 1 0,0 0 0,0 0 0,0-1 0,0 1 0,0 0 0,0 0 0,0 0 0,0-1 0,0 1 0,-1 0 0,1 0 0,0-1 0,0 1 0,0 0 0,0 0 0,0 0 0,0-1 0,0 1 0,-1 0 0,1 0 0,0 0 0,0 0 0,0 0 0,-1-1 0,1 1 0,0 0 0,0 0 0,0 0 0,-1 0 0,1 0 0,0 0 0,0 0 0,-1 0 0,-9 3 0,-8 10 0,-31 28 0,30-25 0,0-1 0,1 2 0,-28 35 0,30-31 0,-7 10 0,-47 51 0,34-47 0,-53 56 0,59-52 0,22-28 0,0 0 0,-1 0 0,0-1 0,-1 0 0,-21 16 0,-77 57 0,102-78 0,0-1 0,-1 1 0,2 1 0,-1-1 0,1 1 0,-1 0 0,2 1 0,-1-1 0,1 1 0,0 0 0,0 0 0,-4 13 0,-6 10-1365,10-21-5461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5.0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0 24575,'-7'3'0,"-6"0"0,1 3 0,1 2 0,3 3 0,2-1-8191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8.1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61 182 24575,'-10'-4'0,"8"7"0,2-1 0,0 0 0,1-1 0,0 1 0,-1-1 0,1 1 0,0-1 0,0 0 0,0 1 0,1 1 0,18 21 0,9 15 0,-39-45 0,-8-8 0,10 5 0,-1-1 0,1 0 0,1-1 0,-1 1 0,-9-22 0,14 25 0,-1-1 0,1 0 0,1 0 0,0 0 0,0 0 0,0-1 0,1 1 0,0-1 0,1-14 0,0 20 0,0 1 0,1-1 0,-1 1 0,1 0 0,0-1 0,0 1 0,0 0 0,0 0 0,0 0 0,0-1 0,0 1 0,1 0 0,-1 0 0,1 1 0,-1-1 0,3-2 0,-1 2 0,0 0 0,1-1 0,-1 1 0,1 0 0,-1 1 0,1-1 0,0 1 0,0-1 0,4 0 0,1 1 0,1-1 0,-1 1 0,1 1 0,-1 0 0,1 0 0,-1 1 0,16 3 0,-23-4-97,1 1-1,0-1 1,-1 1-1,1 0 1,-1 0-1,1 0 1,-1 0-1,1 1 1,-1-1-1,0 1 1,0-1-1,0 1 0,3 2 1,1 5-6729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1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8 24575,'-3'-6'0,"8"4"0,9 5 0,-4 3 0,0 1 0,-1 0 0,0 0 0,0 1 0,11 12 0,-1 2 0,16 25 0,-27-34 0,0 0 0,0 1 0,8 23 0,-12-28 0,-1 0 0,-1 0 0,0 0 0,0 0 0,-1 0 0,0 1 0,0 11 0,-1-18-59,0-1 0,-1 1-1,1-1 1,0 0-1,-1 1 1,0-1 0,1 0-1,-1 1 1,0-1 0,0 0-1,0 0 1,-1 0 0,1 0-1,0 0 1,-1 0-1,1 0 1,-1 0 0,0 0-1,0-1 1,0 1 0,1-1-1,-4 2 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09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17 24575,'132'17'0,"-127"-17"0,-2 1 0,0-1 0,0 1 0,0-1 0,0 0 0,0 0 0,0 0 0,0 0 0,0-1 0,3 0 0,-6 1 0,0 0 0,0 0 0,1 0 0,-1 0 0,0 0 0,0 0 0,0 0 0,0 0 0,0 0 0,0 0 0,0 0 0,0 0 0,1 0 0,-1 0 0,0-1 0,0 1 0,0 0 0,0 0 0,0 0 0,0 0 0,0 0 0,0 0 0,0 0 0,0 0 0,0-1 0,0 1 0,1 0 0,-1 0 0,0 0 0,0 0 0,0 0 0,0 0 0,0 0 0,0-1 0,0 1 0,0 0 0,0 0 0,0 0 0,0 0 0,0 0 0,0 0 0,-1-1 0,-4-3 0,-8-2 0,3 2 0,-1 0 0,0 1 0,0 0 0,0 1 0,0 1 0,0 0 0,-14 0 0,22 1 0,-1 0 0,0 1 0,1-1 0,-1 1 0,1 0 0,-1 0 0,1 0 0,-1 1 0,1-1 0,0 1 0,-4 2 0,5-2 0,0 0 0,0 0 0,0 0 0,0 0 0,1 0 0,-1 0 0,1 0 0,-1 1 0,1-1 0,0 0 0,0 1 0,0-1 0,0 1 0,0-1 0,0 1 0,0 5 0,0 7-20,0 1 0,3 21 0,-1-14-1285,-1-10-5521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2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 4 24575,'9'1'0,"0"0"0,0 1 0,0 0 0,0 1 0,0 0 0,0 0 0,-1 1 0,1 0 0,-1 1 0,0 0 0,-1 0 0,1 0 0,-1 1 0,0 0 0,-1 1 0,1-1 0,-1 1 0,0 1 0,-1-1 0,0 1 0,6 11 0,3 7 0,-2 1 0,0 0 0,11 43 0,-22-68 0,-1 0 0,0-1 0,1 1 0,-1 0 0,0 0 0,0 0 0,0 0 0,0 0 0,0 0 0,0 0 0,-1-1 0,1 1 0,-1 0 0,1 0 0,-1 0 0,1-1 0,-1 1 0,0 0 0,-2 3 0,1-4 0,0 1 0,0 0 0,0-1 0,0 1 0,0-1 0,0 0 0,-1 0 0,1 0 0,0 0 0,-1 0 0,1 0 0,-1 0 0,1-1 0,-4 1 0,-3 0 0,0-1 0,0 1 0,0-2 0,0 1 0,0-1 0,0-1 0,-11-3 0,-63-23 0,61 20 0,8 3 0,0-1 0,0 0 0,1-1 0,0-1 0,-20-14 0,29 18 0,0 0 0,0 1 0,0-1 0,0-1 0,0 1 0,1-1 0,0 1 0,0-1 0,0 0 0,1 0 0,-1 0 0,1 0 0,0-1 0,1 1 0,-1 0 0,1-1 0,0 0 0,0-6 0,1 5 11,0-1 0,1 1 0,0-1 0,0 1 0,0 0 0,1 0-1,0-1 1,1 1 0,-1 0 0,5-7 0,-5 11-76,0 0 1,0 0-1,0 0 1,0 0-1,1 0 1,-1 1-1,1-1 0,0 1 1,0-1-1,0 1 1,0 0-1,0 0 1,0 0-1,0 1 0,1-1 1,-1 1-1,1 0 1,-1 0-1,1 0 1,-1 0-1,1 0 1,4 1-1,4 0-6761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0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14 24575,'-17'-2'0,"-12"-2"0,-2 1 0,1 0 0,5 2-8191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1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1 826 24575,'1'0'0,"1"0"0,-1-1 0,1 0 0,0 1 0,-1-1 0,1 0 0,-1 0 0,1 0 0,-1 0 0,0 0 0,1 0 0,-1 0 0,2-2 0,15-18 0,-13 11 0,0 0 0,0-1 0,-1 1 0,0-1 0,0 0 0,2-19 0,1 2 0,0 3 0,39-136 0,-31 117 0,34-68 0,-16 48-341,3 1 0,3 2-1,49-60 1,-71 101-6485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48 24575,'11'-4'0,"82"-29"0,-83 30 0,0 1 0,0 0 0,0 0 0,1 1 0,-1 1 0,1 0 0,12 1 0,-18 0 0,0 0 0,0 1 0,0-1 0,0 1 0,0 0 0,0 0 0,-1 1 0,1 0 0,-1-1 0,0 1 0,1 1 0,-1-1 0,-1 0 0,1 1 0,0 0 0,-1 0 0,0 0 0,4 7 0,-3-4 0,0 1 0,0 0 0,-1 0 0,0 0 0,0 1 0,-1-1 0,0 1 0,-1-1 0,0 1 0,0 9 0,0-13 0,-4 114 0,-3-89 0,5-26 0,0 0 0,0 0 0,0 1 0,0-1 0,1 0 0,0 1 0,0-1 0,0 0 0,0 1 0,2 5 0,3 23 0,-5-27 0,1 1 0,0 0 0,0-1 0,4 11 0,-4-16 0,-1 1 0,1-1 0,0 0 0,0 1 0,0-1 0,0 0 0,0 0 0,1 0 0,-1 0 0,0 0 0,0 0 0,1 0 0,-1 0 0,1 0 0,-1-1 0,0 1 0,1-1 0,-1 1 0,1-1 0,0 1 0,-1-1 0,1 0 0,-1 0 0,1 0 0,0 0 0,-1 0 0,3 0 0,5-1 0,1 0 0,-1-1 0,14-4 0,-14 3 0,1 1-227,0-1-1,0-1 1,0 0-1,0 0 1,13-9-1,-14 6-6598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2.9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24575,'25'-2'0,"13"-1"0,4-1 0,-2 2 0,-4 0 0,-7 1 0,-4 3 0,-5 1 0,-3 0 0,-5 0-8191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13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26 24575,'-17'24'0,"2"1"0,-23 50 0,37-74 0,1 1 0,-1-1 0,0 0 0,0 1 0,0-1 0,0 0 0,0 0 0,0 0 0,0 1 0,0-1 0,0 0 0,0 0 0,-1-1 0,1 1 0,0 0 0,-1 0 0,1-1 0,0 1 0,-4 0 0,3 0 0,-1-1 0,1 0 0,-1 0 0,0 0 0,1 0 0,-1 0 0,1-1 0,-1 1 0,1-1 0,-1 0 0,-2-1 0,-2-1 0,1 0 0,-1 0 0,0-1 0,1 0 0,0-1 0,0 0 0,-8-7 0,7 5 0,0-1 0,0 0 0,1 0 0,0 0 0,1 0 0,-1-1 0,1 0 0,-5-13 0,10 20 3,-1 1 0,1 0 0,0 0 1,0 0-1,-1 0 0,1 0 0,0 0 0,0-1 0,0 1 0,0 0 0,0 0 0,0 0 0,0 0 0,1 0 0,-1-1 0,0 1 0,1 0 1,-1 0-1,1 0 0,-1 0 0,1 0 0,-1 0 0,1 0 0,0 0 0,-1 0 0,1 0 0,0 1 0,0-1 0,0 0 0,0 0 0,0 1 0,0-1 1,0 0-1,0 1 0,0-1 0,0 1 0,0-1 0,2 1 0,1-1-168,1 0 0,0 0 0,-1 1 0,1 0 0,0 0 0,-1 0 0,1 0 0,5 2 0,3 0-6661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4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24575,'4'1'0,"0"1"0,0-1 0,0 1 0,0 0 0,-1 0 0,1 0 0,4 4 0,-6-4 0,139 86 0,-97-62 0,-26-14 0,0 1 0,0 1 0,20 21 0,79 62 0,-84-73 0,-1 2 0,-2 1 0,36 41 0,-43-39 0,2-1 0,1-1 0,1-2 0,2 0 0,0-2 0,49 30 0,140 70 0,-140-79 0,-49-30 0,-2 2 0,0 1 0,0 1 0,39 35 0,40 51 0,8-1 0,152 125 0,-127-113 0,-48-32 0,-49-46 0,76 54 0,-73-59 0,19 8 0,0-1 0,105 83 0,-3-11 0,-127-81 0,-33-24 0,1-1 0,0 1 0,0-1 0,1 0 0,0-1 0,16 7 0,-24-10 0,36 11 0,56 27 0,-58-23 0,-26-14 0,0 2 0,-1-1 0,0 1 0,0 0 0,0 0 0,0 1 0,6 5 0,1 5-1365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5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25 24575,'13'-2'0,"1"1"0,-1-1 0,0 2 0,1 0 0,17 2 0,-24 0 0,1-1 0,-1 1 0,0 0 0,0 1 0,0-1 0,-1 2 0,1-1 0,-1 1 0,0-1 0,1 2 0,6 5 0,-7-5 0,-1 1 0,1-1 0,-1 1 0,0 0 0,-1 0 0,6 9 0,-9-13 0,0 0 0,0 0 0,0 0 0,0 0 0,-1 0 0,1 0 0,-1 0 0,0 1 0,1-1 0,-1 0 0,0 0 0,0 0 0,0 0 0,0 1 0,-1-1 0,1 0 0,-1 0 0,1 0 0,-1 0 0,0 0 0,0 0 0,0 0 0,0 0 0,0 0 0,0 0 0,0-1 0,-2 3 0,-1 0 0,-1 0 0,1 0 0,-1 0 0,0-1 0,0 1 0,0-1 0,-1 0 0,1-1 0,-1 1 0,1-1 0,-1 0 0,0-1 0,0 1 0,-6 0 0,-11 0 0,0 0 0,-30-2 0,45 0 0,-3 0 0,-1 0 0,1-1 0,0-1 0,-18-4 0,27 5 0,-1 1 0,1-1 0,-1 0 0,1 0 0,0 0 0,0-1 0,-1 1 0,1-1 0,0 1 0,0-1 0,0 1 0,1-1 0,-1 0 0,0 0 0,1 0 0,-1 0 0,1 0 0,-1 0 0,1-1 0,0 1 0,0 0 0,0-1 0,0 1 0,1-1 0,-1 1 0,0-4 0,0-3 0,1-1 0,0 1 0,0-1 0,1 1 0,0-1 0,1 1 0,5-19 0,-6 24 0,1 1 0,-1-1 0,1 0 0,0 1 0,0-1 0,0 1 0,0 0 0,1 0 0,-1 0 0,1 0 0,0 0 0,0 0 0,0 1 0,0-1 0,0 1 0,0 0 0,1 0 0,-1 0 0,1 0 0,0 1 0,-1 0 0,5-2 0,-4 3-227,-1-1-1,1 1 1,-1 0-1,1 0 1,6 1-1,3 2-6598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12 24575,'0'0'0,"0"-1"0,1 0 0,-1 1 0,0-1 0,1 0 0,-1 1 0,0-1 0,1 1 0,-1-1 0,1 0 0,-1 1 0,1 0 0,-1-1 0,1 1 0,-1-1 0,1 1 0,0-1 0,-1 1 0,1 0 0,0 0 0,-1-1 0,2 1 0,-1 0 0,-1 0 0,1 0 0,0 0 0,-1 1 0,1-1 0,-1 0 0,1 0 0,0 1 0,-1-1 0,1 0 0,-1 1 0,1-1 0,-1 1 0,1-1 0,-1 0 0,1 1 0,-1-1 0,1 2 0,2 1 0,-1 1 0,0 0 0,0-1 0,0 1 0,0 0 0,1 5 0,0 9 0,0 0 0,-2 1 0,0-1 0,-2 36 0,-1-9 0,1-32 0,0-1 0,-1 1 0,0 0 0,-1-1 0,0 0 0,-1 0 0,-9 19 0,-1-4 0,0 0 0,-21 26 0,-7-2-274,32-40-817,2-3-5735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24575,'1'9'0,"1"0"0,0 0 0,0 0 0,1-1 0,0 1 0,5 9 0,-5-10 0,5 9 0,0-1 0,1 1 0,1-1 0,23 28 0,-33-43 0,0-1 0,1 0 0,-1 1 0,0-1 0,0 1 0,1-1 0,-1 0 0,0 1 0,1-1 0,-1 0 0,0 0 0,1 1 0,-1-1 0,1 0 0,-1 0 0,0 1 0,1-1 0,-1 0 0,1 0 0,-1 0 0,1 0 0,-1 0 0,1 0 0,-1 0 0,1 0 0,-1 0 0,0 0 0,1 0 0,-1 0 0,1 0 0,-1 0 0,1 0 0,-1 0 0,1 0 0,-1 0 0,1-1 0,-1 1 0,0 0 0,1 0 0,-1-1 0,0 1 0,1 0 0,0-1 0,0-2 0,1 1 0,0-1 0,-1 0 0,1 0 0,1-4 0,4-7 0,-5 10 8,1 1-1,0 0 1,0 0-1,1 0 1,-1 0-1,0 1 1,1-1-1,0 1 1,0 0-1,-1 0 1,1 0-1,0 0 1,1 1-1,-1 0 0,5-1 1,-1 0-194,-1 1 1,1 0-1,-1 1 0,1 0 1,0 0-1,-1 1 1,15 2-1,-8 1-6640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29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192 21 24575,'-28'-5'0,"-11"-2"0,-2 1 0,6 3 0,7 3 0,8 1-8191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182 0 24575,'19'7'0,"0"1"0,-1 0 0,0 2 0,-1 0 0,0 1 0,17 14 0,-28-21 0,-1 1 0,-1 0 0,1 1 0,-1-1 0,0 1 0,0-1 0,0 1 0,-1 0 0,4 9 0,-6-10 0,1 0 0,-1 0 0,0 0 0,0 0 0,-1 1 0,0-1 0,0 0 0,0 0 0,0 1 0,-1-1 0,0 0 0,0 0 0,-3 9 0,3-11 0,0 1 0,-1 0 0,0-1 0,0 1 0,0-1 0,0 1 0,-1-1 0,1 0 0,-1 0 0,0 0 0,0-1 0,0 1 0,-4 2 0,2-1 0,-1-1 0,0 0 0,0 0 0,0-1 0,0 0 0,0 0 0,-11 2 0,6-2 0,0-1 0,0 0 0,-1-1 0,1 0 0,-1-1 0,1 0 0,0-1 0,0 0 0,-12-4 0,6-1 0,-1 0 0,-20-11 0,31 14 0,0 0 0,0-1 0,1 0 0,0 0 0,0 0 0,0-1 0,-10-12 0,14 15 0,0 0 0,0 0 0,1-1 0,-1 1 0,1 0 0,-1-1 0,1 0 0,0 1 0,0-1 0,1 0 0,-1 1 0,1-1 0,0 0 0,0 0 0,0 1 0,0-1 0,1 0 0,-1 0 0,1 1 0,0-1 0,0 0 0,1 1 0,2-6 0,0 2 0,-1 1 0,1 0 0,1 0 0,0 0 0,-1 0 0,2 1 0,-1 0 0,0 0 0,1 0 0,0 1 0,7-5 0,18-6-1365,-18 9-5461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0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35 24575,'-30'-7'0,"-13"-3"0,-1 0 0,7 2-8191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24 24575,'0'-2'0,"-1"0"0,1-1 0,-1 1 0,1-1 0,-1 1 0,-1-4 0,-3 2 0,1 14 0,4-4-4,0-1-1,-1 0 1,2 0-1,-1 0 0,0 1 1,1-1-1,0 0 1,3 8-1,2 3 89,11 21-1,-11-27-381,-1 1 0,-1 0-1,1 1 1,2 13 0,-5-12-6528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3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412 1 24575,'-32'0'0,"-17"0"0,-4 0 0,4 0 0,6 0 0,7 2 0,5 2 0,5-1 0,4 2 0,2 0 0,1 2 0,1-1 0,4 0-8191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4.1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92 24575,'21'28'0,"32"54"0,-47-64 0,-6-18 0,0 0 0,0 0 0,0 0 0,0 0 0,0 0 0,0 0 0,0 0 0,0 0 0,0 1 0,0-1 0,0 0 0,0 0 0,0 0 0,0 0 0,0 0 0,0 0 0,0 0 0,0 0 0,0 0 0,0 0 0,0 1 0,0-1 0,0 0 0,0 0 0,0 0 0,0 0 0,0 0 0,0 0 0,-1 0 0,1 0 0,0 0 0,0 0 0,0 0 0,0 0 0,0 0 0,0 0 0,0 0 0,0 0 0,0 0 0,-1 0 0,1 0 0,0 0 0,0 0 0,0 0 0,-8-5 0,2-1 0,1-1 0,-1 1 0,1-1 0,1 0 0,0 0 0,0 0 0,0-1 0,1 0 0,0 1 0,0-1 0,1 0 0,0-1 0,0 1 0,0-15 0,2 21 0,0-1 0,1 0 0,-1 1 0,1-1 0,0 0 0,0 1 0,0-1 0,0 1 0,0-1 0,0 1 0,1 0 0,-1-1 0,1 1 0,0 0 0,-1 0 0,1 0 0,0 0 0,0 0 0,1 1 0,-1-1 0,0 1 0,0-1 0,1 1 0,3-2 0,7-2 0,-1 0 0,1 1 0,21-4 0,-32 7 0,21-3-195,0 0 0,0 2 0,0 0 0,0 2 0,0 1 0,42 5 0,-48-2-6631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54 24575,'4'-4'0,"0"0"0,1 0 0,0 1 0,-1-1 0,1 1 0,1 1 0,8-5 0,0 2 0,24-4 0,-10 2 0,-23 6 0,0 1 0,0-1 0,0 1 0,0 0 0,0 1 0,-1-1 0,1 1 0,0 0 0,0 0 0,0 1 0,-1-1 0,1 1 0,-1 0 0,1 0 0,-1 1 0,0-1 0,5 4 0,0 1 0,0 0 0,-1 0 0,0 1 0,0 0 0,0 0 0,9 15 0,-15-21 0,0 1 0,-1 0 0,1 0 0,-1 0 0,1 0 0,-1 0 0,0 0 0,0 1 0,-1-1 0,1 0 0,-1 0 0,1 1 0,-1-1 0,0 0 0,0 1 0,-1-1 0,1 0 0,-1 1 0,1-1 0,-3 6 0,-2 1 0,0-1 0,0 1 0,-1-1 0,0 0 0,-8 8 0,9-10 0,-1 0 0,1 0 0,0 0 0,0 1 0,1 0 0,0 0 0,1 0 0,-4 9 0,7-14 0,-1 0 0,1 0 0,-1 0 0,1 1 0,0-1 0,0 0 0,1 0 0,-1 0 0,0 0 0,1 0 0,0 0 0,0 0 0,2 4 0,-2-5 0,0 0 0,0 0 0,0 0 0,1-1 0,-1 1 0,1 0 0,0-1 0,-1 0 0,1 1 0,0-1 0,0 0 0,0 0 0,0 0 0,0 0 0,0 0 0,0 0 0,0-1 0,0 1 0,0-1 0,3 1 0,15 1 0,0 0 0,1-2 0,35-4 0,-54 4-105,-1 0 0,1 0 0,0-1 0,-1 1 0,1-1 0,-1 1 0,1-1 0,-1 1 0,1-1 0,-1 0 0,1 0 0,0-1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6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16 24575,'-2'-2'0,"0"0"0,-1 1 0,1 0 0,0-1 0,-1 1 0,1 0 0,0 0 0,-1 0 0,1 1 0,-1-1 0,0 1 0,-3-1 0,-35-1 0,29 2 0,-94 8 127,7 0-1619,84-8-5334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0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1 24575,'14'19'0,"-3"-3"0,-1 0 0,17 34 0,-26-48 0,-1-1 0,1 0 0,-1 0 0,0 0 0,1 1 0,-1-1 0,0 0 0,0 1 0,0-1 0,0 0 0,0 0 0,0 1 0,0-1 0,0 0 0,0 1 0,0-1 0,-1 0 0,1 0 0,-1 1 0,1-1 0,-1 0 0,0 1 0,0 0 0,-1-1 0,1 0 0,-1 1 0,1-1 0,-1 0 0,1 0 0,-1 0 0,1 0 0,-1 0 0,0-1 0,0 1 0,1-1 0,-4 2 0,-3-1 0,0 0 0,1 0 0,-1-1 0,0 0 0,0 0 0,-9-2 0,-2-1 0,1 0 0,0-1 0,0-1 0,1-1 0,0 0 0,0-1 0,-24-15 0,39 22 0,1-1 0,-1 0 0,1 0 0,0-1 0,0 1 0,0 0 0,-1 0 0,1 0 0,0-1 0,0 1 0,1-1 0,-3-2 0,3 4 0,0 0 0,0-1 0,0 1 0,0-1 0,0 1 0,0 0 0,0-1 0,0 1 0,0 0 0,0-1 0,0 1 0,0-1 0,0 1 0,1 0 0,-1-1 0,0 1 0,0 0 0,0-1 0,0 1 0,1 0 0,-1-1 0,0 1 0,1-1 0,0 0 0,0 1 0,0-1 0,0 1 0,-1-1 0,1 1 0,0-1 0,0 1 0,0 0 0,0-1 0,0 1 0,1 0 0,56-8 62,24-5-1489,-69 9-5399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7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8 24575,'-23'-3'0,"-9"0"0,0 2 0,3 2 0,4 3 0,4 0 0,5 3 0,4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8:38.3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83 120 24575,'0'0'0,"0"-1"0,0 1 0,0 0 0,0 0 0,0 0 0,-1 0 0,1-1 0,0 1 0,0 0 0,0 0 0,-1 0 0,1 0 0,0 0 0,0 0 0,0-1 0,-1 1 0,1 0 0,0 0 0,0 0 0,-1 0 0,1 0 0,0 0 0,0 0 0,0 0 0,-1 0 0,1 0 0,0 0 0,0 0 0,-1 0 0,1 0 0,0 0 0,0 1 0,-1-1 0,-3 8 0,4 11 0,2-7 0,1 0 0,0 0 0,1 0 0,7 15 0,-40-95 0,-18-54 0,43 111 0,4 9 0,-1 1 0,0-1 0,1 1 0,-1-1 0,0 1 0,0-1 0,0 1 0,0-1 0,0 1 0,-2-2 0,3 3 0,0 0 0,0 0 0,0 0 0,0-1 0,0 1 0,0 0 0,0 0 0,-1 0 0,1 0 0,0 0 0,0 0 0,0 0 0,0 0 0,0 0 0,0 0 0,0 0 0,0 0 0,-1 0 0,1 0 0,0 0 0,0 0 0,0 0 0,0 1 0,0-1 0,0 0 0,0 0 0,0 0 0,0 0 0,0 0 0,-1 0 0,1 0 0,0 0 0,0 0 0,0 0 0,0 0 0,0 0 0,0 0 0,0 0 0,0 1 0,0-1 0,0 0 0,0 0 0,0 0 0,0 0 0,0 0 0,0 0 0,0 0 0,0 0 0,0 1 0,0 12 0,7 22-273,1 0 0,2-1 0,1 0 0,23 46 0,-28-65-6553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24575,'8'-6'0,"1"0"0,0 1 0,0 0 0,1 1 0,-1 0 0,1 0 0,0 1 0,0 1 0,0-1 0,0 2 0,0-1 0,15 1 0,-13 1 0,1 1 0,0 0 0,0 0 0,-1 2 0,1 0 0,-1 0 0,0 1 0,1 0 0,17 10 0,-27-12 0,0 0 0,0 0 0,0 0 0,-1 0 0,1 1 0,0-1 0,-1 1 0,0-1 0,1 1 0,-1 0 0,0 0 0,0 0 0,2 5 0,-2-3 0,0 1 0,-1-1 0,0 1 0,1-1 0,-2 1 0,1-1 0,-1 11 0,-1 2 0,-1-1 0,-1 0 0,-1 0 0,-8 25 0,6-27 0,1 0 0,1 1 0,1-1 0,0 1 0,1 0 0,-1 24 0,3-38 0,0 0 0,1 0 0,-1 0 0,1 0 0,-1 0 0,1 0 0,-1 0 0,1 0 0,0-1 0,0 1 0,0 0 0,0 0 0,0 0 0,1-1 0,-1 1 0,0-1 0,1 1 0,-1-1 0,1 0 0,-1 1 0,1-1 0,0 0 0,0 0 0,0 0 0,-1 0 0,1 0 0,0-1 0,0 1 0,0-1 0,0 1 0,0-1 0,0 1 0,0-1 0,0 0 0,0 0 0,1 0 0,3-1 0,-2 1 0,1-1 0,0 0 0,-1 0 0,1 0 0,-1 0 0,1-1 0,-1 0 0,1 0 0,-1 0 0,0 0 0,0-1 0,0 0 0,0 1 0,-1-2 0,7-5 0,-2-3-1365,-3 2-5461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3.9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74 24575,'86'1'0,"95"-2"0,-177 0 0,51-4 0,-51 5 0,0-1 0,0 0 0,0 0 0,0-1 0,0 1 0,0-1 0,-1 0 0,1 0 0,0 0 0,5-4 0,-8 5 5,-1 1 0,1-1 0,-1 0 0,1 1-1,-1-1 1,1 0 0,-1 1 0,1-1 0,-1 0-1,0 0 1,1 1 0,-1-1 0,0 0 0,0 0-1,0 1 1,1-1 0,-1 0 0,0 0 0,0 0 0,0 0-1,0 1 1,0-1 0,-1-1 0,1 0-170,-1 0 1,0 0-1,0 0 1,0 0-1,0 1 1,0-1-1,0 1 0,-3-4 1,-5-4-6662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0 24575,'4'0'0,"-1"0"0,1 0 0,-1 1 0,0-1 0,1 1 0,-1-1 0,1 1 0,-1 0 0,0 1 0,0-1 0,0 0 0,0 1 0,0 0 0,0 0 0,4 2 0,-5-1 0,0-1 0,0 1 0,0-1 0,0 1 0,-1 0 0,1 0 0,-1 0 0,1 0 0,-1 0 0,0 0 0,0 0 0,-1 0 0,1 0 0,0 0 0,-1 1 0,0 3 0,-1 73 0,-1-26 0,2-50 0,0-1 0,0 0 0,0 1 0,-1-1 0,0 0 0,1 1 0,-2 2 0,1-5 0,1 0 0,0-1 0,-1 1 0,1 0 0,-1-1 0,1 1 0,-1-1 0,1 1 0,-1-1 0,1 1 0,-1-1 0,1 1 0,-1-1 0,0 1 0,1-1 0,-1 0 0,0 0 0,0 1 0,1-1 0,-1 0 0,0 0 0,1 0 0,-1 1 0,0-1 0,0 0 0,1 0 0,-1 0 0,0 0 0,0 0 0,1-1 0,-1 1 0,0 0 0,0 0 0,1 0 0,-1-1 0,0 1 0,1 0 0,-2-1 0,-13-5 0,-1-1 0,1-1 0,1 0 0,0-1 0,0 0 0,0-1 0,1-1 0,-16-17 0,28 27 0,-1-1 0,1 0 0,0 1 0,0-1 0,0 0 0,0 0 0,0 0 0,0 0 0,0 0 0,1 0 0,-1 0 0,1 0 0,-1 0 0,1 0 0,0-4 0,0 5 0,0 0 0,1-1 0,-1 1 0,1 0 0,-1 0 0,1-1 0,-1 1 0,1 0 0,0 0 0,-1 0 0,1 0 0,0 0 0,0 0 0,0 0 0,0 0 0,0 0 0,0 0 0,0 0 0,0 1 0,1-1 0,-1 0 0,0 1 0,0-1 0,3 0 0,30-13-1365,-23 8-5461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4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24575,'-3'15'0,"0"8"0,-3 2 0,0-1 0,-1-1 0,0-3 0,-2-4 0,2-3 0,2-3-8191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24575,'9'-4'0,"5"-2"0,1 1 0,-1 0 0,1 1 0,0 1 0,0 0 0,17-1 0,-30 4 0,1 0 0,-1 1 0,0-1 0,0 0 0,1 1 0,-1-1 0,0 1 0,0 0 0,0 0 0,0 0 0,0 0 0,0 0 0,0 0 0,0 0 0,0 1 0,0-1 0,-1 1 0,1 0 0,-1-1 0,1 1 0,-1 0 0,2 2 0,1 4 0,0 1 0,0-1 0,-1 0 0,3 14 0,3 4 0,-1-3 0,-2-1 0,0 1 0,-1 0 0,-2 1 0,0-1 0,-1 1 0,-2-1 0,-2 30 0,1-48 0,0 0 0,0 0 0,-1 0 0,0-1 0,0 1 0,0 0 0,0-1 0,-1 1 0,1-1 0,-1 0 0,0 0 0,-1 0 0,1 0 0,-1 0 0,-3 3 0,6-7 0,1 0 0,0 0 0,-1 1 0,1-1 0,0 0 0,-1 1 0,1-1 0,0 1 0,-1-1 0,1 1 0,0-1 0,0 0 0,0 1 0,-1-1 0,1 1 0,0-1 0,0 1 0,0-1 0,0 1 0,0-1 0,0 1 0,0-1 0,0 1 0,0-1 0,0 1 0,0-1 0,0 1 0,1 0 0,-1-1 0,1 1 0,0 0 0,-1 0 0,1 0 0,0 0 0,0-1 0,-1 1 0,1 0 0,0-1 0,0 1 0,0-1 0,1 2 0,5 0 0,-1 1 0,1-1 0,7 2 0,-11-4 0,21 5-129,0-2 0,1-1 0,47-2 0,-51 0-720,-4 0-5977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5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0 24575,'-30'0'0,"-13"0"0,-1 0 0,4 0 0,7 0 0,6 3 0,5 0 0,6 0-8191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2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113 97 24575,'-5'2'0,"-12"3"0,-28 14 0,42-17 0,-1 0 0,1 0 0,0 0 0,0 0 0,0 0 0,0 1 0,0-1 0,0 1 0,0 0 0,1 0 0,0 0 0,-1 0 0,1 0 0,-2 5 0,4-7 0,-1 0 0,1 0 0,0 0 0,-1 0 0,1 0 0,0 0 0,0 0 0,0 1 0,0-1 0,0 0 0,0 0 0,0 0 0,1 0 0,-1 0 0,0 0 0,0 0 0,1 0 0,-1 0 0,1 0 0,-1 0 0,2 1 0,-1 0 0,0-1 0,1 1 0,-1-1 0,1 1 0,0-1 0,-1 0 0,1 0 0,0 1 0,0-1 0,3 1 0,-1-1 0,1 1 0,0 0 0,0-1 0,-1 0 0,1 0 0,0-1 0,0 0 0,9 0 0,-9-1 0,0 0 0,0 0 0,0 0 0,0-1 0,-1 0 0,1 0 0,-1 0 0,1-1 0,-1 1 0,0-1 0,0 0 0,0-1 0,6-6 0,-7 8 0,-1-1 0,0 0 0,-1 1 0,1-1 0,0 0 0,-1 0 0,1 0 0,-1 0 0,0 0 0,0 0 0,0 0 0,0-1 0,-1 1 0,1 0 0,-1 0 0,0-1 0,0 1 0,0 0 0,0-1 0,-1 1 0,1 0 0,-2-4 0,-1-1-124,-1-1 0,0 1 0,0 0 0,-1 0 0,0 0 0,0 1-1,-1 0 1,0 0 0,0 0 0,-10-7 0,2 3-6702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221 0 24575,'-27'0'0,"-12"0"0,-2 3 0,3 0 0,7 0 0,5 0 0,7-1-8191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6.9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24575,'0'21'0,"3"8"0,3 2 0,0-1 0,2-4 0,0-4 0,-2-2 0,-1-3 0,-3-4-8191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19 24575,'-8'-4'0,"-1"1"0,1 0 0,-1 1 0,0 0 0,0 0 0,1 1 0,-11 0 0,16 1 0,1-1 0,0 1 0,-1 1 0,1-1 0,0 0 0,0 1 0,-1-1 0,1 1 0,0-1 0,0 1 0,0 0 0,0 0 0,0 0 0,0 0 0,0 1 0,0-1 0,0 0 0,1 1 0,-1-1 0,0 1 0,1 0 0,-1-1 0,1 1 0,0 0 0,-1 0 0,1 0 0,0 0 0,0 0 0,1 0 0,-1 0 0,0 1 0,0 3 0,0-2 0,1 0 0,0 0 0,-1 0 0,2 0 0,-1 0 0,0 0 0,1 0 0,0 0 0,0 0 0,0 0 0,0 0 0,1 0 0,-1-1 0,1 1 0,3 5 0,-3-8 0,-1 1 0,0-1 0,0 1 0,1-1 0,-1 1 0,0-1 0,1 0 0,-1 0 0,1 0 0,0 0 0,-1 0 0,1 0 0,0 0 0,0 0 0,0-1 0,0 1 0,-1-1 0,1 1 0,0-1 0,0 0 0,0 0 0,0 0 0,0 0 0,0 0 0,0 0 0,0 0 0,0-1 0,0 1 0,0-1 0,-1 1 0,1-1 0,0 0 0,3-2 0,-1 1 0,1-1 0,-1-1 0,1 1 0,-1-1 0,0 1 0,-1-1 0,1-1 0,-1 1 0,1 0 0,-1-1 0,0 1 0,3-8 0,3-5 0,-9 16 0,1 1 0,-1-1 0,0 1 0,1-1 0,-1 1 0,0 0 0,0-1 0,1 1 0,-1-1 0,1 1 0,-1 0 0,0-1 0,1 1 0,-1 0 0,1-1 0,-1 1 0,1 0 0,-1 0 0,1-1 0,-1 1 0,1 0 0,-1 0 0,1 0 0,0 0 0,-1 0 0,1 0 0,-1 0 0,1 0 0,-1 0 0,1 0 0,-1 0 0,1 0 0,-1 0 0,1 0 0,-1 1 0,1-1 0,-1 0 0,1 0 0,-1 0 0,1 1 0,-1-1 0,1 0 0,-1 1 0,1 0 0,3 2 0,-1 1 0,1 0 0,-1 0 0,4 5 0,0 2 0,5 3-117,-2-2 200,0-1 1,14 11 0,-20-19-209,-1 0 0,1 0 0,0-1 0,0 1 0,0-1 0,1 0 1,-1-1-1,0 1 0,1-1 0,-1 1 0,7-1 0,2 1-6701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8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91 220 24575,'4'21'0,"9"55"0,-46-148 0,-35-53 0,62 114 0,49 40 0,-32-22 0,1 0 0,0 0 0,1-1 0,-1-1 0,1 0 0,0-1 0,0 0 0,1-1 0,-1 0 0,1-1 0,0-1 0,-1 0 0,1-1 0,0 0 0,-1-1 0,27-6 0,-35 6 0,1-1 0,-1 1 0,0-1 0,0-1 0,0 1 0,0-1 0,-1 0 0,1 0 0,-1 0 0,0 0 0,0-1 0,0 0 0,0 0 0,0 0 0,-1 0 0,0-1 0,0 1 0,0-1 0,0 0 0,-1 0 0,0 0 0,0 0 0,0 0 0,0 0 0,-1-1 0,0 1 0,0 0 0,-1-1 0,0 1 0,1-1 0,-2 1 0,1-1 0,-1 1 0,-2-10 0,3 14 0,0-1 0,-1 1 0,1-1 0,0 1 0,-1-1 0,0 1 0,1-1 0,-1 1 0,0 0 0,0-1 0,0 1 0,0 0 0,0 0 0,0 0 0,0 0 0,0 0 0,0 0 0,-1 0 0,1 0 0,0 0 0,0 1 0,-1-1 0,1 0 0,-1 1 0,1-1 0,-1 1 0,1-1 0,-2 1 0,1 0 0,0 0 0,0 1 0,1-1 0,-1 0 0,0 1 0,0-1 0,1 1 0,-1 0 0,0 0 0,1-1 0,-1 1 0,1 0 0,-1 0 0,1 1 0,0-1 0,-1 0 0,1 0 0,0 1 0,0-1 0,0 0 0,0 1 0,0-1 0,-2 4 0,1 1 0,-1 1 0,1-1 0,-1 1 0,2 0 0,-1-1 0,1 1 0,0 0 0,0 0 0,1 0 0,0 0 0,1 0 0,-1 0 0,1 0 0,0 0 0,1-1 0,0 1 0,0 0 0,0-1 0,1 1 0,0-1 0,0 0 0,0 0 0,1 0 0,8 10 0,-6-9 0,-1-1 0,1 1 0,1-1 0,-1 0 0,1-1 0,0 0 0,0 0 0,1 0 0,-1-1 0,1 0 0,0-1 0,0 1 0,1-1 0,-1-1 0,1 0 0,-1 0 0,1-1 0,-1 0 0,15 0 0,-8-3-1365,-3-1-5461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24575,'5'10'0,"4"6"0,1 3 0,-2-2-8191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3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24575,'7'13'0,"6"6"0,2 3 0,2-3 0,-2-2 0,-2-1 0,0-1 0,1-3 0,-3-1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09.9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 24575,'25'25'0,"-9"-7"0,2-1 0,0 0 0,1-1 0,34 22 0,-49-36 0,-1-1 0,1 1 0,0 0 0,-1-1 0,1 0 0,0 0 0,0 0 0,0 0 0,0-1 0,0 0 0,0 0 0,5 0 0,-8 0 0,1-1 0,0 1 0,-1 0 0,1-1 0,-1 0 0,1 1 0,-1-1 0,1 0 0,-1 0 0,0 0 0,1 0 0,-1 0 0,0 0 0,0 0 0,0 0 0,1-1 0,-1 1 0,-1 0 0,1-1 0,0 1 0,0-1 0,0 1 0,-1-1 0,1 1 0,-1-1 0,1 1 0,-1-1 0,0 0 0,1 1 0,-1-1 0,0 0 0,0-1 0,0-4 0,-1 1 0,1-1 0,-1 1 0,-1-1 0,1 1 0,-1 0 0,-4-11 0,3 9 0,0 0 0,1 0 0,-3-13 0,5 21 0,0-1 0,0 1 0,0-1 0,0 1 0,0-1 0,0 0 0,0 1 0,0-1 0,0 1 0,0-1 0,0 1 0,0-1 0,0 0 0,0 1 0,0-1 0,1 1 0,-1-1 0,0 1 0,0-1 0,1 1 0,-1-1 0,0 1 0,1-1 0,-1 1 0,1 0 0,-1-1 0,1 0 0,0 1 0,0 0 0,0 0 0,0 0 0,-1 0 0,1 0 0,0 0 0,0 0 0,0 0 0,0 0 0,0 0 0,-1 1 0,1-1 0,0 0 0,0 1 0,0-1 0,0 1 0,7 3 0,0 1 0,12 11 0,-16-13 0,40 31-72,81 58-1221,-116-86-5533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155 284 24575,'0'9'0,"0"1"0,0-1 0,1 1 0,1-1 0,-1 0 0,1 0 0,1 1 0,5 12 0,-2-16 0,-3-11 0,-2-13 0,-3 11 0,-1 1 0,1-1 0,-1 1 0,0-1 0,-1 1 0,1 0 0,-8-9 0,-35-37 0,29 34 0,-9-9 0,7 8 0,-21-28 0,40 47 0,0-1 0,0 1 0,-1 0 0,1 0 0,0-1 0,0 1 0,-1 0 0,1 0 0,0-1 0,0 1 0,0 0 0,0-1 0,0 1 0,-1 0 0,1-1 0,0 1 0,0 0 0,0-1 0,0 1 0,0 0 0,0-1 0,0 1 0,0-1 0,0 1 0,7 0 0,11 7 0,44 30 0,-41-23 0,0-2 0,1 0 0,45 17 0,-44-22 0,1-1 0,47 6 0,-62-11 0,0 0 0,0-1 0,0 0 0,0-1 0,0 0 0,0 0 0,0-1 0,0 0 0,-1-1 0,1 0 0,11-5 0,-17 6 0,1-1 0,0 1 0,-1-1 0,1 1 0,-1-1 0,0-1 0,0 1 0,0 0 0,0-1 0,0 1 0,-1-1 0,1 0 0,-1 0 0,0 0 0,-1 0 0,1 0 0,-1 0 0,1 0 0,-1-1 0,-1 1 0,2-9 0,-2 5 0,0 0 0,-1 0 0,0 0 0,0 0 0,-1 0 0,0 0 0,0 0 0,-1 0 0,0 1 0,0 0 0,-5-9 0,4 9 0,0 0 0,0 1 0,-1-1 0,0 1 0,-11-11 0,15 16 0,0 0 0,0 0 0,-1 0 0,1 0 0,-1 0 0,1 0 0,-1 0 0,0 1 0,1-1 0,-1 1 0,1-1 0,-1 1 0,0-1 0,0 1 0,1 0 0,-1 0 0,0 0 0,1 0 0,-1 0 0,0 0 0,0 1 0,1-1 0,-1 0 0,0 1 0,1-1 0,-1 1 0,1 0 0,-1 0 0,0-1 0,1 1 0,0 0 0,-1 0 0,-2 3 0,1-1 0,0 0 0,1 1 0,-1-1 0,1 1 0,0 0 0,0 0 0,0 0 0,0 0 0,1 0 0,-1 0 0,1 0 0,0 0 0,0 1 0,0 6 0,0-1 0,1 0 0,0 0 0,0 0 0,1 0 0,2 13 0,0-13 0,0 0 0,1 0 0,0 0 0,0 0 0,1-1 0,0 1 0,1-1 0,0-1 0,12 14 0,-12-15 0,1 0 0,-1-1 0,1 0 0,1 0 0,-1-1 0,1 0 0,0 0 0,0-1 0,0 0 0,1 0 0,13 3 0,-18-6-151,0-1-1,0 1 0,1-1 0,-1 0 1,0 0-1,0 0 0,0-1 1,7-1-1,2-1-6674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0 24575,'-5'2'0,"1"-1"0,-1 1 0,1 0 0,0 0 0,0 1 0,-1-1 0,1 1 0,1 0 0,-1 0 0,0 0 0,1 0 0,-5 6 0,6-6 0,1 0 0,-1 0 0,1 0 0,-1 0 0,1 0 0,0 0 0,1 0 0,-1 0 0,0 0 0,1 1 0,0-1 0,-1 0 0,1 1 0,1-1 0,-1 0 0,0 0 0,1 1 0,0-1 0,1 4 0,1 2 0,1 1 0,0-1 0,1 0 0,-1 0 0,2 0 0,11 14 0,-7-10 0,1-1 0,1 0 0,19 15 0,-28-25 0,1 0 0,-1 1 0,1-1 0,-1 0 0,1 0 0,0-1 0,-1 1 0,1-1 0,0 0 0,0 0 0,0 0 0,0-1 0,0 1 0,0-1 0,0 0 0,0 0 0,0 0 0,0-1 0,0 1 0,0-1 0,0 0 0,0 0 0,0-1 0,0 1 0,-1-1 0,1 0 0,0 0 0,-1 0 0,1 0 0,-1 0 0,0-1 0,0 0 0,0 1 0,5-7 0,-4 2 0,0 1 0,0-1 0,-1 1 0,0-1 0,0 0 0,-1-1 0,0 1 0,0 0 0,2-15 0,-2-1 0,-3-43 0,1 51 0,0 8 0,3 6 0,7 11 0,11 25 0,-19-31 0,10 17 0,17 29 0,-26-44 0,1 0 0,1-1 0,-1 0 0,1 0 0,0 0 0,7 5 0,-12-10-44,1 1 0,-1-1 0,1 1 0,0-1 0,-1 0 0,1 1 0,0-1 0,0 1 0,-1-1 0,1 0 0,0 0 0,0 1 0,0-1 0,-1 0 0,1 0 0,0 0 0,0 0 0,0 0-1,-1 0 1,1 0 0,0 0 0,0-1 0,0 1 0,-1 0 0,1 0 0,0-1 0,0 1 0,-1 0 0,1-1 0,1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1.7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37 24575,'0'-13'0,"0"-1"0,0 4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49 24575,'14'38'0,"83"252"0,-89-251 0,-14-63 0,-2 1 0,0-1 0,-1 1 0,-22-38 0,12 25 0,-13-37 0,24 51 0,-9-28 0,15 45 0,1-1 0,0 0 0,0 1 0,0-1 0,1 0 0,0-8 0,0 13 0,0 0 0,0-1 0,0 1 0,1-1 0,-1 1 0,0 0 0,1 0 0,-1-1 0,1 1 0,0 0 0,-1 0 0,1-1 0,0 1 0,0 0 0,0 0 0,0 0 0,0 0 0,0 0 0,0 0 0,0 0 0,2-1 0,-1 1 0,1 1 0,-1-1 0,1 0 0,-1 0 0,1 1 0,-1 0 0,1-1 0,-1 1 0,1 0 0,-1 0 0,4 1 0,1 0 0,0 0 0,-1 1 0,1 0 0,0 0 0,-1 0 0,1 1 0,11 7 0,-14-7 0,1 0 0,-1 1 0,1 0 0,-1 0 0,-1 0 0,1 1 0,-1-1 0,1 1 0,-1 0 0,4 10 0,-6-14 0,0 1 0,-1 0 0,1-1 0,-1 1 0,0-1 0,1 1 0,-1 0 0,0 0 0,0-1 0,0 1 0,0 0 0,-1-1 0,1 1 0,0 0 0,-1-1 0,0 4 0,0-4 0,-1 1 0,1 0 0,0-1 0,0 1 0,-1-1 0,1 1 0,-1-1 0,1 0 0,-1 0 0,0 0 0,1 0 0,-1 0 0,0 0 0,0 0 0,0 0 0,0-1 0,-3 2 0,-12 1-48,0-1 0,0 0 0,0-1 0,-35-2 0,24 0-1077,0 1-5701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2.8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0 180 24575,'3'21'0,"9"30"0,-10-44 0,0 0 0,1-1 0,0 1 0,0-1 0,0 0 0,1 0 0,0 0 0,5 6 0,-9-11 0,1-1 0,-1 1 0,1-1 0,-1 1 0,1 0 0,-1-1 0,1 1 0,0-1 0,-1 0 0,1 1 0,0-1 0,-1 1 0,1-1 0,0 0 0,0 0 0,-1 1 0,1-1 0,0 0 0,1 0 0,-2 0 0,1 0 0,-1 0 0,0-1 0,1 1 0,-1 0 0,1 0 0,-1-1 0,0 1 0,1 0 0,-1-1 0,0 1 0,0 0 0,1-1 0,-1 1 0,0 0 0,0-1 0,1 1 0,-1-1 0,0 1 0,0 0 0,0-1 0,0 1 0,1-1 0,-1-3 0,1 0 0,-1 0 0,0 0 0,0 0 0,0-7 0,-5-13 0,0 0 0,-2 0 0,-11-27 0,9 26 0,0 0 0,-6-40 0,14 63 0,1 0 0,0 0 0,0 0 0,-1 0 0,2 0 0,-1 0 0,0 0 0,0 0 0,1 0 0,-1 0 0,1 1 0,-1-1 0,1 0 0,0 0 0,0 0 0,1-2 0,-1 3 0,0 0 0,0 0 0,0 0 0,0 1 0,0-1 0,0 0 0,0 1 0,1-1 0,-1 0 0,0 1 0,0-1 0,0 1 0,1 0 0,-1 0 0,0-1 0,1 1 0,-1 0 0,0 0 0,1 0 0,-1 0 0,0 0 0,1 0 0,-1 1 0,0-1 0,3 1 0,4 2-195,-1 0 0,1 0 0,-1 1 0,1 0 0,-1 0 0,9 7 0,-3-1-6631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99 24575,'-7'-3'0,"-3"-3"0,0 1 0,-1 0 0,1 1 0,-1 0 0,0 0 0,-1 1 0,-21-2 0,31 4 0,1 1 0,0 0 0,-1 0 0,1 0 0,-1 0 0,1 1 0,0-1 0,-1 0 0,1 0 0,0 1 0,-1-1 0,1 1 0,0-1 0,-1 1 0,1 0 0,0-1 0,0 1 0,0 0 0,0 0 0,0 0 0,-2 1 0,3 0 0,-1-1 0,0 0 0,1 1 0,-1-1 0,1 1 0,-1-1 0,1 1 0,0-1 0,0 1 0,0-1 0,0 1 0,0-1 0,0 1 0,0-1 0,0 1 0,1 1 0,1 4 0,0-1 0,0 1 0,1-1 0,-1 0 0,2 1 0,-1-2 0,6 9 0,0-3 0,0 0 0,0 0 0,1-1 0,1-1 0,12 10 0,-20-16 0,1 0 0,0-1 0,0 0 0,0 0 0,1 0 0,-1 0 0,0 0 0,1-1 0,-1 0 0,1 0 0,-1 0 0,1 0 0,0-1 0,-1 0 0,1 0 0,0 0 0,-1-1 0,1 1 0,6-3 0,-9 2 0,0 0 0,0 0 0,0 0 0,0-1 0,0 1 0,0-1 0,0 1 0,0-1 0,-1 0 0,1 0 0,-1 1 0,1-1 0,-1 0 0,0-1 0,0 1 0,0 0 0,0 0 0,0 0 0,0-1 0,-1 1 0,1 0 0,-1-1 0,1 1 0,-1 0 0,0-3 0,1-5 0,-1 1 0,0 0 0,-1 0 0,0-1 0,-3-11 0,3 13-85,-1 0 0,-1 0-1,1 1 1,-1-1 0,0 0-1,-1 1 1,0 0 0,0 0-1,-1 0 1,0 0 0,0 1-1,0-1 1,-1 2 0,0-1-1,-7-5 1,0 3-6741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3.7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 0 24575,'-20'7'0,"-26"12"0,40-16 0,0 0 0,1 1 0,0-1 0,-1 1 0,1 0 0,1 0 0,-1 1 0,-7 8 0,11-11 0,0 0 0,0-1 0,0 1 0,0 0 0,0 0 0,1-1 0,-1 1 0,1 0 0,-1 0 0,1 0 0,0 0 0,-1 0 0,1 0 0,0 0 0,0 0 0,1 3 0,0-1 0,0-1 0,0 1 0,0-1 0,1 0 0,-1 1 0,1-1 0,0 0 0,3 4 0,4 4 0,0-1 0,0-1 0,18 15 0,-19-17-105,0-1 0,1 0 0,-1 0 0,1-1 0,1 0 0,-1 0 0,1-1 0,-1 0 0,1-1 0,0 0 0,0 0 0,17 1 0,-10-3-6721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4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94 650 24575,'-9'2'0,"0"1"0,0 0 0,1 1 0,-1 0 0,1 1 0,-12 7 0,19-11 0,-1 0 0,1 1 0,-1-1 0,1 0 0,-1 1 0,1-1 0,0 0 0,-1 1 0,1 0 0,0-1 0,0 1 0,0 0 0,0 0 0,1-1 0,-1 1 0,0 0 0,1 0 0,-1 0 0,1 0 0,0 0 0,-1 0 0,1 0 0,0 0 0,0 0 0,1 0 0,-1 0 0,0 0 0,1 0 0,-1 0 0,1-1 0,-1 1 0,1 0 0,0 0 0,0 0 0,0-1 0,2 4 0,-1-2 0,1 0 0,-1 0 0,1-1 0,0 1 0,0-1 0,0 1 0,0-1 0,1 0 0,-1 0 0,0-1 0,1 1 0,0-1 0,-1 1 0,1-1 0,5 1 0,-4-1 0,-1-1 0,1 1 0,0-1 0,0 0 0,-1 0 0,1 0 0,0 0 0,-1-1 0,1 0 0,0 0 0,-1 0 0,7-3 0,-9 2 0,0 1 0,0-1 0,-1 0 0,1 0 0,0 0 0,-1 0 0,1 0 0,-1 0 0,1 0 0,-1 0 0,0-1 0,0 1 0,0 0 0,0-1 0,-1 1 0,1-1 0,-1 1 0,1-1 0,-1 1 0,0-1 0,0-3 0,0 1 0,1 1 0,-2-1 0,1 1 0,0-1 0,-1 1 0,0-1 0,0 1 0,0-1 0,-1 1 0,1 0 0,-4-5 0,5 8 0,-1 0 0,1 1 0,-1-1 0,1 0 0,-1 1 0,1-1 0,-1 0 0,0 1 0,1-1 0,-1 1 0,0-1 0,0 1 0,1-1 0,-1 1 0,0 0 0,-1-1 0,1 1 0,1 0 0,-1 0 0,1 0 0,-1 0 0,1 0 0,-1 0 0,1 0 0,-1 0 0,1 0 0,-1 1 0,1-1 0,-1 0 0,1 0 0,-1 0 0,1 1 0,0-1 0,-1 0 0,1 1 0,-1-1 0,1 0 0,-1 1 0,0 1 0,0-1 0,1 0 0,-1 1 0,0-1 0,1 1 0,-1-1 0,0 1 0,1-1 0,0 1 0,-1-1 0,1 1 0,0-1 0,0 1 0,0 0 0,0-1 0,0 3 0,1 0 0,0 0 0,1-1 0,-1 1 0,1-1 0,0 0 0,0 1 0,0-1 0,0 0 0,0 0 0,1 0 0,-1 0 0,1-1 0,0 1 0,0-1 0,0 0 0,5 4 0,-2-3 0,0 1 0,1-1 0,0 0 0,-1-1 0,1 1 0,0-2 0,13 3 0,-12-3 0,0 0 0,0-1 0,0 0 0,0-1 0,0 0 0,0 0 0,0-1 0,0 1 0,-1-2 0,1 1 0,-1-1 0,1 0 0,-1-1 0,0 0 0,0 0 0,9-8 0,-9 6 0,1-1 0,-2 0 0,1 0 0,-1-1 0,0 0 0,-1 0 0,1 0 0,-2-1 0,1 0 0,-1 0 0,-1 0 0,1 0 0,1-12 0,0-5 0,-1-1 0,-1 0 0,-1 0 0,-4-49 0,-2 35 0,-2 0 0,-16-58 0,15 75 0,0 1 0,-2-1 0,0 1 0,-2 1 0,-1 0 0,0 0 0,-2 1 0,-16-19 0,30 38 0,-1 1 0,-1 0 0,1-1 0,0 1 0,0 0 0,0 0 0,-1 0 0,1 0 0,0 0 0,-1 0 0,1 0 0,-1 1 0,1-1 0,-1 0 0,1 1 0,-1-1 0,0 1 0,1 0 0,-1-1 0,1 1 0,-1 0 0,0 0 0,1 0 0,-1 0 0,0 0 0,-1 1 0,1 0 0,0 0 0,0 0 0,0 0 0,0 1 0,0-1 0,1 1 0,-1-1 0,0 1 0,1 0 0,-1 0 0,1 0 0,0-1 0,0 1 0,-1 0 0,1 1 0,1-1 0,-1 0 0,-1 4 0,-4 15 0,0 2 0,2-1 0,0 0 0,1 1 0,2 0 0,0-1 0,2 1 0,3 25 0,-1-23 0,2-1 0,0 0 0,2 0 0,0-1 0,2 1 0,0-2 0,17 29 0,-10-26 24,0-1 0,1-2 0,1 1 0,39 35 0,-42-45-210,0 0 1,1-2-1,0 0 0,1 0 1,0-2-1,0 0 1,37 13-1,-32-16-6640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2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61 609 24575,'0'0'0,"16"-16"0,0 0 0,21-31 0,-33 40 0,0 1 0,0-1 0,-1 0 0,0 0 0,0 0 0,-1 0 0,0-1 0,0 1 0,-1 0 0,0-1 0,0-12 0,-1-3 0,-2-1 0,-1 1 0,-11-40 0,-26-66 0,28 95 0,-2 0 0,-34-61 0,48 95 0,0-1 0,0 1 0,0 0 0,0-1 0,-1 1 0,1 0 0,0 0 0,0-1 0,0 1 0,-1 0 0,1-1 0,0 1 0,0 0 0,0 0 0,-1 0 0,1-1 0,0 1 0,-1 0 0,1 0 0,0 0 0,-1 0 0,1-1 0,0 1 0,0 0 0,-1 0 0,1 0 0,0 0 0,-1 0 0,1 0 0,0 0 0,-1 0 0,1 0 0,0 0 0,-1 0 0,1 0 0,-1 0 0,0 1 0,1 0 0,-1-1 0,0 1 0,1 0 0,-1 0 0,1 0 0,-1 0 0,1 0 0,-1-1 0,1 1 0,0 0 0,-1 1 0,-5 31 0,3 8 0,3 78 0,2-98 0,0 0 0,2 0 0,0-1 0,2 1 0,12 31 0,-13-41 15,1 0 0,0 0 0,0-1 0,1 0 0,1 0 0,-1 0 0,13 10 0,-7-8-312,1-1 0,1 0 0,0-1 0,20 10 0,-21-13-6529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5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112 56 24575,'-11'0'0,"1"1"0,-1 0 0,-11 3 0,18-4 0,0 1 0,0 1 0,0-1 0,0 0 0,1 1 0,-1 0 0,0 0 0,1 0 0,0 0 0,-1 1 0,-2 3 0,4-5 0,1 0 0,1 0 0,-1 0 0,0 0 0,0 1 0,0-1 0,1 0 0,-1 1 0,0-1 0,1 1 0,-1-1 0,1 1 0,0-1 0,0 1 0,-1-1 0,1 1 0,0-1 0,1 3 0,-1-1 0,1 0 0,-1 0 0,1 0 0,0 0 0,1 0 0,-1 0 0,0 0 0,4 4 0,1 1 0,0-1 0,0 0 0,0 0 0,1-1 0,9 7 0,-11-9 0,0-1 0,0 0 0,0 0 0,0 0 0,1-1 0,-1 0 0,1 0 0,0 0 0,9 1 0,-13-3 0,1 1 0,-1-1 0,0 0 0,0 0 0,0 0 0,0-1 0,0 1 0,0 0 0,1-1 0,-1 1 0,0-1 0,0 0 0,0 1 0,0-1 0,-1 0 0,1-1 0,0 1 0,0 0 0,0 0 0,-1-1 0,1 1 0,-1-1 0,1 1 0,-1-1 0,0 0 0,1 1 0,-1-1 0,0 0 0,1-3 0,-1 1 0,1-1 0,-1 1 0,-1-1 0,1 1 0,0-1 0,-1 0 0,0 1 0,0-1 0,-1 1 0,1-1 0,-1 0 0,0 1 0,0-1 0,-1 1 0,1 0 0,-1-1 0,-4-6 0,1 1 0,-1 1 0,0 0 0,0 0 0,-1 0 0,0 1 0,-13-12 0,-9 0-1365,16 13-5461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1 24575,'-25'2'0,"-28"7"0,46-8 0,1 1 0,-1 0 0,0 1 0,1-1 0,0 1 0,-1 0 0,1 1 0,-11 8 0,16-11 0,-1 0 0,1 1 0,0-1 0,-1 0 0,1 1 0,0 0 0,0-1 0,0 1 0,0 0 0,0 0 0,1-1 0,-1 1 0,0 0 0,1 0 0,-1 0 0,1 0 0,0 0 0,0 2 0,0-1 0,0 1 0,0-1 0,1 1 0,0-1 0,0 0 0,0 0 0,0 1 0,0-1 0,3 5 0,2 1 0,0 0 0,1 0 0,0-1 0,0 0 0,13 12 0,-10-12 0,0 0 0,1 0 0,0-1 0,0-1 0,0 1 0,1-2 0,-1 0 0,1 0 0,1-1 0,-1 0 0,1-1 0,-1-1 0,1 0 0,0-1 0,0 0 0,0-1 0,17-2 0,-16 0-1365,-3-2-5461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6.5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0 24575,'-5'2'0,"0"1"0,1-1 0,-1 1 0,0 0 0,1 0 0,0 0 0,0 0 0,0 1 0,0 0 0,0 0 0,1 0 0,0 0 0,0 0 0,0 1 0,0 0 0,1-1 0,-1 1 0,1 0 0,0 0 0,1 0 0,-1 1 0,1-1 0,0 0 0,1 0 0,-1 1 0,1-1 0,0 0 0,0 1 0,1-1 0,-1 0 0,3 8 0,-2-10 0,0 1 0,1-1 0,-1 0 0,1 0 0,0 0 0,-1 0 0,1-1 0,0 1 0,1 0 0,-1-1 0,0 0 0,1 1 0,0-1 0,-1 0 0,1 0 0,0 0 0,0-1 0,0 1 0,5 1 0,-6-2 0,0 0 0,0-1 0,0 1 0,1-1 0,-1 0 0,0 1 0,1-1 0,-1 0 0,0 0 0,1 0 0,-1-1 0,0 1 0,1-1 0,-1 1 0,0-1 0,0 0 0,0 0 0,1 1 0,-1-2 0,0 1 0,0 0 0,0 0 0,-1-1 0,1 1 0,0-1 0,0 1 0,-1-1 0,3-3 0,0-1 0,-1 0 0,0 0 0,0-1 0,-1 1 0,0-1 0,0 0 0,0 1 0,-1-1 0,0 0 0,0 0 0,-1 0 0,0 0 0,0 0 0,0 0 0,-1 0 0,0 0 0,-1 0 0,0 0 0,-3-9 0,5 16 0,0 0 0,0 0 0,0 0 0,0 0 0,0 0 0,0 0 0,0 0 0,0 0 0,0-1 0,0 1 0,0 0 0,0 0 0,0 0 0,0 0 0,0 0 0,0 0 0,0 0 0,0 0 0,0 0 0,0 0 0,0 0 0,-1 0 0,1 0 0,0-1 0,0 1 0,0 0 0,0 0 0,0 0 0,0 0 0,0 0 0,0 0 0,0 0 0,0 0 0,0 0 0,-1 0 0,1 0 0,0 0 0,0 0 0,0 0 0,0 0 0,0 0 0,0 0 0,0 0 0,0 0 0,0 0 0,0 0 0,-1 0 0,1 0 0,0 0 0,0 0 0,0 0 0,0 0 0,0 1 0,0-1 0,-2 6 0,0 10 0,3-9-105,0 0 0,0 0 0,1 0 0,0 0 0,0 0 0,1 0 0,-1-1 0,1 1 0,1-1 0,-1 1 0,1-1 0,8 9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24575,'32'58'0,"-3"2"0,-3 1 0,33 112 0,-3 87 0,-55-254 0,0 0 0,-1 0 0,0 9 0,0-15 0,0 1 0,1-1 0,-1 1 0,0-1 0,0 1 0,0-1 0,0 1 0,-1-1 0,1 0 0,0 1 0,0-1 0,0 1 0,0-1 0,0 1 0,0-1 0,-1 1 0,1-1 0,0 0 0,0 1 0,-1-1 0,1 0 0,0 1 0,-1-1 0,1 0 0,0 1 0,-1-1 0,1 0 0,-1 1 0,1-1 0,0 0 0,-1 0 0,1 0 0,-1 1 0,1-1 0,-1 0 0,1 0 0,0 0 0,-1 0 0,1 0 0,-1 0 0,1 0 0,-1 0 0,1 0 0,-1 0 0,1 0 0,-1 0 0,1 0 0,-1 0 0,1-1 0,0 1 0,-1 0 0,1 0 0,-1 0 0,1-1 0,0 1 0,-1 0 0,1 0 0,-1-1 0,1 1 0,0 0 0,0-1 0,-1 0 0,-2-1 0,1-1 0,-1 1 0,1-1 0,0 0 0,0 0 0,0 0 0,0 0 0,1 0 0,-1 0 0,1 0 0,-2-7 0,-1-3 0,-3-24 0,7 34 0,0 1 0,-1-1 0,1 1 0,0 0 0,0-1 0,0 1 0,1-1 0,-1 1 0,1-1 0,-1 1 0,1 0 0,0-1 0,0 1 0,0 0 0,0 0 0,0-1 0,0 1 0,1 0 0,-1 0 0,1 0 0,2-2 0,-1 1 0,1 1 0,0 0 0,-1 0 0,1 0 0,0 0 0,0 0 0,0 1 0,0 0 0,0 0 0,0 0 0,8-1 0,3 2 0,0 0 0,0 1 0,-1 0 0,21 5 0,1 0 0,-27-5 0,-1-1 0,-1 1 0,0 0 0,0 1 0,0-1 0,0 1 0,0 0 0,8 5 0,-14-6 1,0-1 0,-1 1 0,1 0-1,0 0 1,-1-1 0,1 1 0,-1 0-1,1 0 1,-1 0 0,0 0 0,1 0-1,-1 0 1,0 0 0,1 0 0,-1 0-1,0 0 1,0 0 0,0 0 0,0 0-1,0 0 1,0 0 0,0 0 0,-1 1-1,-8 29-52,3-13-1279,4-6-5495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7.3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1 24575,'3'0'0,"0"2"0,-2 2 0,-2 2 0,-3 2 0,-1 3 0,1-1-8191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 1 24575,'8'18'0,"27"76"0,-31-79 0,0-1 0,-1 2 0,0-1 0,0 21 0,-2-34 0,-1 0 0,0 0 0,-1 1 0,1-1 0,0 0 0,0 0 0,-1 0 0,0 0 0,1 1 0,-1-1 0,0 0 0,0 0 0,0 0 0,0 0 0,0-1 0,0 1 0,-1 0 0,1 0 0,-1-1 0,1 1 0,-1-1 0,-2 3 0,2-3 0,-1 0 0,1 0 0,0 0 0,-1-1 0,1 1 0,-1 0 0,1-1 0,-1 0 0,1 1 0,-1-1 0,0 0 0,1 0 0,-1 0 0,1-1 0,-1 1 0,1-1 0,-1 1 0,-4-3 0,-2-2 0,-1 0 0,1-1 0,0 0 0,0 0 0,0-1 0,1 0 0,-10-11 0,8 8 0,2 1 0,-1 1 0,2-2 0,-10-13 0,15 21 0,0 0 0,1-1 0,-1 1 0,1-1 0,0 1 0,0-1 0,0 0 0,0 1 0,0-1 0,0 0 0,1 0 0,0 0 0,-1 1 0,1-1 0,0 0 0,0 0 0,1 0 0,-1 0 0,2-4 0,-1 5 0,0 0 0,0 1 0,1-1 0,-1 0 0,0 1 0,1-1 0,0 1 0,-1 0 0,1 0 0,0 0 0,0-1 0,0 1 0,-1 1 0,1-1 0,0 0 0,0 0 0,0 1 0,0-1 0,1 1 0,-1 0 0,0 0 0,0 0 0,0 0 0,3 0 0,4 0 0,1 1 0,-1 0 0,0 0 0,11 4 0,-9-2 0,0 1 0,0 1 0,0 0 0,18 11 0,39 32 0,-4-1 0,-35-30 0,0 0 0,55 22 0,-83-38 0,0-1 0,1 1 0,-1-1 0,0 0 0,0 1 0,0-1 0,0 0 0,0 0 0,1 0 0,-1 0 0,0 0 0,0 0 0,0 0 0,0 0 0,1 0 0,-1 0 0,0-1 0,0 1 0,0-1 0,0 1 0,1-1 0,-1 0 0,0 0 0,0 0 0,0 0 0,-1 0 0,1 0 0,-1 0 0,1 0 0,-1 0 0,1 0 0,-1 0 0,1 0 0,-1 0 0,0 0 0,0 0 0,1-1 0,-1 1 0,0-2 0,-1-6 0,1 0 0,-1 0 0,-1 0 0,-3-12 0,3 12 0,0 1 0,1 0 0,0 0 0,-1-12 0,2 19 0,0-1 0,0 1 0,0-1 0,0 1 0,0-1 0,1 1 0,-1-1 0,0 1 0,1-1 0,-1 1 0,1-1 0,-1 1 0,1 0 0,0-1 0,-1 1 0,1 0 0,0-1 0,0 1 0,0 0 0,0 0 0,0 0 0,0 0 0,1 0 0,-1 0 0,2-1 0,-2 2 0,0 0 0,0 0 0,0-1 0,1 1 0,-1 0 0,0 1 0,0-1 0,0 0 0,1 0 0,-1 0 0,0 1 0,0-1 0,0 1 0,0-1 0,0 1 0,0-1 0,0 1 0,0-1 0,2 3 0,20 17 0,-13-10 0,10 4-195,1 0 0,0-1 0,1-1 0,0-1 0,0-1 0,25 7 0,-34-13-6631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18.7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0 24575,'-3'0'0,"-1"0"0,1 0 0,0 1 0,0-1 0,0 1 0,-1 0 0,1 0 0,0 0 0,0 0 0,0 1 0,1-1 0,-1 1 0,0-1 0,0 1 0,1 0 0,-1 0 0,1 0 0,0 1 0,-4 3 0,5-4 0,-1 0 0,1 1 0,0-1 0,0 1 0,0-1 0,0 1 0,0-1 0,0 1 0,1-1 0,-1 1 0,1 0 0,0-1 0,0 1 0,0 0 0,0-1 0,0 1 0,0 0 0,1-1 0,0 1 0,-1-1 0,1 1 0,0-1 0,2 5 0,7 10 0,1 0 0,24 31 0,0-2 0,-33-44 0,-1 0 0,1 0 0,-1 1 0,0-1 0,0 0 0,0 0 0,0 1 0,0-1 0,0 1 0,-1-1 0,1 1 0,-1-1 0,0 1 0,0-1 0,0 4 0,0-4 0,-1 0 0,1 0 0,-1 0 0,0-1 0,0 1 0,0 0 0,0 0 0,0-1 0,-1 1 0,1 0 0,0-1 0,-1 1 0,1-1 0,-1 0 0,0 1 0,1-1 0,-1 0 0,0 0 0,-2 1 0,-7 4-119,-8 5-504,-21 9 0,26-15-6203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6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373 148 24575,'-9'-15'0,"-1"0"0,0 1 0,-22-24 0,26 33 0,1 0 0,-1 0 0,0 0 0,-1 1 0,1 0 0,-1 0 0,0 1 0,0-1 0,0 2 0,0-1 0,-10-1 0,-10-3 0,20 5 0,-1-1 0,0 2 0,0-1 0,1 1 0,-1 0 0,0 1 0,0 0 0,0 0 0,0 1 0,-13 2 0,0 2 0,14-3 0,-1 0 0,1 0 0,0 0 0,-9 5 0,14-6 0,0 0 0,0 0 0,1 1 0,-1-1 0,0 1 0,0-1 0,1 1 0,-1 0 0,1-1 0,0 1 0,-1 0 0,1 0 0,0 0 0,0 0 0,0 0 0,0 0 0,0 0 0,0 4 0,-1 9 0,0 1 0,1-1 0,1 0 0,1 1 0,0-1 0,1 0 0,0 0 0,1 0 0,9 26 0,26 59 0,98 184 0,-66-132 0,-69-152 0,-1 1 0,0-1 0,0 0 0,0 1 0,1-1 0,-1 0 0,0 1 0,0-1 0,0 1 0,0-1 0,1 0 0,-1 1 0,0-1 0,0 1 0,0-1 0,0 0 0,0 1 0,0-1 0,0 1 0,0-1 0,0 0 0,0 1 0,-1-1 0,1 1 0,0-1 0,-8-6 0,-9-17 0,10 9-1365,2 1-5461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6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414 75 24575,'-30'-5'0,"-15"-2"0,-2-2 0,1 1 0,4 1 0,7 0 0,4 0 0,4 3 0,6 0 0,2 0 0,3 0 0,1 0 0,1 2 0,0 0 0,3 2-8191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3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71 24575,'-23'-11'0,"2"1"0,1 1 0,-1 1 0,0 0 0,-1 2 0,-25-5 0,44 10 0,0 1 0,0 0 0,0 0 0,0 0 0,1 0 0,-1 0 0,0 1 0,0-1 0,0 1 0,1 0 0,-1 0 0,0 0 0,1 0 0,-1 0 0,1 1 0,-5 2 0,6-3 0,-1 1 0,1 0 0,-1 0 0,1 0 0,-1 0 0,1 0 0,0 0 0,0 0 0,0 0 0,0 0 0,1 1 0,-1-1 0,1 0 0,-1 0 0,1 1 0,0-1 0,-1 0 0,1 1 0,1-1 0,-1 4 0,2 4 0,-1-1 0,2 0 0,-1 1 0,1-1 0,1 0 0,-1 0 0,2-1 0,-1 1 0,1-1 0,0 0 0,1 0 0,0-1 0,0 1 0,1-1 0,0-1 0,0 1 0,11 7 0,-5-5 0,1 0 0,0-1 0,1 0 0,-1-2 0,1 1 0,1-2 0,-1 0 0,1-1 0,25 4 0,-38-7 0,0-1 0,0 0 0,1 0 0,-1 0 0,0 0 0,0 0 0,1-1 0,-1 1 0,0-1 0,0 0 0,0 0 0,0 0 0,0 0 0,0-1 0,0 1 0,0-1 0,4-3 0,-5 3 0,1-1 0,-1 1 0,-1-1 0,1 1 0,0-1 0,-1 0 0,1 0 0,-1 1 0,0-1 0,0 0 0,0 0 0,0 0 0,0-1 0,-1 1 0,0 0 0,1 0 0,-1 0 0,-1-5 0,1 0 0,-2 1 0,1-1 0,-1 1 0,0-1 0,0 1 0,-1 0 0,0 0 0,0 0 0,-1 0 0,1 0 0,-8-8 0,-6-6 0,-36-35 0,48 50 0,0 2 0,0-1 0,0 1 0,0 0 0,0 0 0,-1 0 0,0 1 0,-10-5 0,15 8 0,-1-1 0,1 0 0,-1 1 0,0 0 0,0-1 0,1 1 0,-1 0 0,0 0 0,1 0 0,-1 0 0,0 0 0,0 0 0,1 1 0,-1-1 0,0 1 0,1-1 0,-1 1 0,0-1 0,1 1 0,-1 0 0,1 0 0,-1 0 0,1 0 0,0 0 0,-1 0 0,1 0 0,0 1 0,0-1 0,-1 0 0,1 1 0,0-1 0,0 0 0,-1 4 0,-4 8-1365,3 0-5461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77 240 24575,'15'8'0,"-15"-11"0,-9-4 0,0-1 0,-1 0 0,1 0 0,1-1 0,-12-14 0,17 18 0,-1 0 0,2 0 0,-1-1 0,0 1 0,1 0 0,0-1 0,0 0 0,1 1 0,0-1 0,0 0 0,-1-9 0,2 9 0,0 0 0,0 0 0,0 0 0,1 0 0,0 0 0,0 0 0,1 0 0,0 0 0,2-5 0,-3 8 0,1 1 0,-1-1 0,1 1 0,0-1 0,-1 1 0,1 0 0,0 0 0,0 0 0,1 0 0,-1 0 0,0 1 0,1-1 0,-1 1 0,1-1 0,-1 1 0,1 0 0,0 0 0,-1 0 0,1 0 0,5-1 0,1 1-91,-1 0 0,0 0 0,1 0 0,-1 1 0,0 0 0,1 1 0,-1 0 0,0 0 0,0 1 0,1 0 0,-1 0 0,0 1 0,-1 0 0,11 6 0,-5-1-6735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8.5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89 170 24575,'26'52'0,"2"5"0,42 67 0,-68-122 0,-2-3 0,-5-9 0,-11-17 0,-115-132 0,74 92 0,56 67 0,1 0 0,-1-1 0,1 1 0,0 0 0,-1-1 0,1 1 0,0 0 0,-1-1 0,1 1 0,0 0 0,0-1 0,-1 1 0,1-1 0,0 1 0,0-1 0,0 1 0,-1 0 0,1-1 0,0 1 0,0-1 0,0 1 0,0-1 0,0 0 0,10 5 0,16 13 0,-24-15 0,86 57 0,-72-49 0,1-2 0,-1 0 0,33 10 0,-28-12 0,36 5 0,-47-10 0,0 0 0,1-1 0,-1 0 0,1 0 0,16-4 0,-24 4 0,0-1 0,0 0 0,0 0 0,0 0 0,0 0 0,0-1 0,0 1 0,0-1 0,0 0 0,0 0 0,-1 0 0,1 0 0,-1 0 0,0-1 0,0 1 0,4-5 0,-4 3 0,0 0 0,0 0 0,0-1 0,-1 1 0,0 0 0,1-1 0,-2 1 0,1-1 0,0 1 0,-1-9 0,0 3 0,-1 0 0,0 0 0,-1 1 0,0-1 0,0 1 0,-1-1 0,-1 1 0,1 0 0,-1 0 0,-9-13 0,9 15 0,-3-3 0,-15-18 0,20 26 0,1 0 0,-1 1 0,0-1 0,0 0 0,0 1 0,0-1 0,0 1 0,-1-1 0,1 1 0,0 0 0,-1 0 0,1 0 0,-1 0 0,1 1 0,-3-1 0,3 1 0,1 0 0,-1 0 0,0 0 0,1 1 0,-1-1 0,1 1 0,0-1 0,-1 1 0,1 0 0,-1-1 0,1 1 0,0 0 0,0 0 0,-1 0 0,1 0 0,0 0 0,0 0 0,0 0 0,0 0 0,0 1 0,0-1 0,0 0 0,1 1 0,-1-1 0,0 1 0,1-1 0,-1 0 0,1 1 0,-1 2 0,-1 3 0,1 1 0,-1-1 0,1 0 0,1 0 0,0 8 0,1-3 0,0 1 0,1-1 0,1 1 0,0-1 0,1 0 0,0 0 0,1-1 0,0 1 0,11 18 0,-5-14 0,0 0 0,1 0 0,1-1 0,0-1 0,24 21 0,-29-29 0,0 1 0,1-1 0,0 0 0,0-1 0,0 0 0,1 0 0,-1-1 0,1 0 0,0-1 0,0 0 0,1 0 0,-1-1 0,0-1 0,1 0 0,-1 0 0,16-1 0,-22-1-85,0 0 0,0 1-1,-1-1 1,1 0 0,0-1-1,-1 1 1,1-1 0,0 0-1,-1 1 1,0-2 0,1 1-1,-1 0 1,0-1 0,0 1-1,4-5 1,2-5-6741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2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256 464 24575,'-61'-27'0,"24"10"0,-54-17 0,87 33 0,0 0 0,0 0 0,-1 0 0,1 1 0,-1-1 0,1 1 0,0 0 0,-8 1 0,10-1 0,1 1 0,0-1 0,0 0 0,0 1 0,0-1 0,0 1 0,0-1 0,0 1 0,1-1 0,-1 1 0,0 0 0,0 0 0,0-1 0,1 1 0,-1 0 0,0 0 0,1 0 0,-1 0 0,0 0 0,1 0 0,-1 0 0,1 0 0,0 0 0,-1 0 0,1 0 0,0 0 0,0 0 0,-1 0 0,1 0 0,0 0 0,0 0 0,0 0 0,0 0 0,1 1 0,-1-1 0,0 0 0,0 0 0,1 2 0,2 6 0,0 1 0,0 0 0,1-1 0,1 1 0,-1-1 0,1 0 0,1-1 0,0 1 0,12 13 0,-9-12 0,0-1 0,1 0 0,-1-1 0,2 0 0,-1-1 0,1 0 0,17 8 0,-21-12 0,-1 0 0,1-1 0,0 0 0,0 0 0,0-1 0,0 0 0,1 0 0,12 0 0,-18-1 0,1-1 0,-1 1 0,0 0 0,0-1 0,1 1 0,-1-1 0,0 0 0,0 0 0,0 0 0,0 0 0,0 0 0,0 0 0,0 0 0,0-1 0,0 1 0,-1-1 0,1 1 0,0-1 0,-1 0 0,0 1 0,1-1 0,-1 0 0,0 0 0,0 0 0,0 0 0,0 0 0,0-1 0,0 1 0,-1 0 0,1 0 0,0-3 0,-1 0 0,0 0 0,0 0 0,0 0 0,0 0 0,-1 0 0,0 0 0,0 0 0,0 0 0,0 1 0,-1-1 0,0 0 0,-4-7 0,0 2 0,0 1 0,0-1 0,-1 1 0,-12-12 0,19 20 0,-1 0 0,0 0 0,0 1 0,1-1 0,-1 0 0,0 0 0,0 1 0,0-1 0,0 1 0,0-1 0,0 1 0,0-1 0,0 1 0,0 0 0,0-1 0,0 1 0,0 0 0,0 0 0,0 0 0,-2 0 0,2 0 0,1 1 0,-1-1 0,1 0 0,-1 1 0,1-1 0,-1 1 0,1-1 0,-1 1 0,1-1 0,0 1 0,-1-1 0,1 1 0,0-1 0,-1 1 0,1 0 0,0-1 0,0 1 0,0 0 0,-1-1 0,1 1 0,0-1 0,0 1 0,0 0 0,0-1 0,0 1 0,0 0 0,0-1 0,0 1 0,1 0 0,-1-1 0,0 1 0,0 0 0,0-1 0,1 2 0,1 4 0,0-1 0,0 1 0,0-1 0,1 0 0,-1 1 0,1-1 0,1 0 0,-1-1 0,1 1 0,0-1 0,0 1 0,0-1 0,0 0 0,1-1 0,0 1 0,0-1 0,5 3 0,-3-2 0,1 0 0,-1-1 0,1 0 0,0 0 0,0-1 0,0 0 0,0-1 0,1 0 0,-1 0 0,0 0 0,14-2 0,-19 1 0,1-1 0,-1 1 0,1-1 0,-1 0 0,1 0 0,-1 0 0,0-1 0,0 1 0,1-1 0,-1 0 0,0 1 0,0-1 0,-1-1 0,1 1 0,3-4 0,-2 2 0,-1 0 0,0-1 0,0 1 0,0-1 0,-1 0 0,1 0 0,-1 0 0,0 0 0,1-6 0,0-4 0,-1 0 0,0 0 0,-1 0 0,-1 0 0,0 0 0,-3-20 0,-3-3 0,-2 1 0,-1 1 0,-2 0 0,-15-35 0,11 38 0,-31-48 0,33 65 0,6 14 0,7 3 0,-1-1 0,1 0 0,0 1 0,-1-1 0,1 0 0,0 1 0,-1-1 0,1 1 0,0-1 0,0 1 0,-1-1 0,1 0 0,0 1 0,0-1 0,0 1 0,-1-1 0,1 1 0,0 0 0,-2 12 0,1-1 0,0 1 0,0-1 0,3 25 0,12 50 0,-7-57 0,1 0 0,1 0 0,2-1 0,1 0 0,1-1 0,29 46 0,-30-56 0,0-2 0,1 1 0,1-1 0,1-1 0,0-1 0,1 0 0,0-1 0,1 0 0,1-2 0,35 19 0,-49-29-136,0 1-1,0 0 1,0-1-1,1 0 1,-1 0-1,0 0 1,0 0-1,1 0 0,7-1 1,-2-2-6690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29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261 25 24575,'-30'-5'0,"-15"-2"0,-3 1 0,5 1 0,5 4 0,5 2 0,10 1-8191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0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24575,'63'72'0,"-47"-51"0,2-1 0,0-1 0,1 0 0,25 18 0,-40-35 0,0 1 0,0-1 0,0 0 0,0 0 0,1 0 0,-1 0 0,1-1 0,-1 1 0,6 0 0,-8-2 0,1 0 0,-1 0 0,0 0 0,0 0 0,0 0 0,0 0 0,0-1 0,0 1 0,0-1 0,0 0 0,0 1 0,0-1 0,0 0 0,0 0 0,-1 0 0,1 0 0,0 0 0,0-1 0,-1 1 0,1 0 0,-1-1 0,3-2 0,0-2 0,-1 0 0,0 1 0,0-1 0,0-1 0,-1 1 0,0 0 0,0 0 0,0-1 0,-1 1 0,0-1 0,0 0 0,-1 1 0,0-1 0,-1-10 0,-2-8 0,-1 0 0,-10-36 0,10 45 0,2 9 0,2 3 0,-1 0 0,0 0 0,0 0 0,-1 0 0,1 0 0,-1 1 0,0-1 0,-4-5 0,6 8 0,0 1 0,0 0 0,0 0 0,-1 0 0,1 0 0,0 0 0,0 0 0,-1 0 0,1 0 0,0 0 0,0 0 0,-1 1 0,1-1 0,0 0 0,0 0 0,0 0 0,-1 0 0,1 0 0,0 0 0,0 0 0,0 0 0,-1 1 0,1-1 0,0 0 0,0 0 0,0 0 0,0 0 0,0 1 0,-1-1 0,1 0 0,0 0 0,0 1 0,0-1 0,0 0 0,0 0 0,0 0 0,0 1 0,0-1 0,0 0 0,-5 10 0,-1 17-1365,4-13-5461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1.3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183 508 24575,'-13'-10'0,"1"-2"0,-2 2 0,1-1 0,-1 2 0,-1 0 0,0 1 0,-18-8 0,31 15 0,0 0 0,1 1 0,-1-1 0,0 0 0,0 1 0,0 0 0,0 0 0,0-1 0,1 1 0,-1 0 0,0 0 0,0 1 0,0-1 0,0 0 0,0 1 0,0-1 0,1 1 0,-1-1 0,0 1 0,-2 1 0,2 0 0,1-1 0,0 0 0,0 1 0,0-1 0,0 0 0,0 1 0,0-1 0,1 1 0,-1 0 0,1-1 0,-1 1 0,1-1 0,-1 1 0,1 0 0,0 0 0,0-1 0,-1 1 0,1 0 0,1-1 0,-1 1 0,0 0 0,1 2 0,0 5 0,1-1 0,1 1 0,-1-1 0,1 0 0,1 0 0,-1 0 0,11 15 0,0-2 0,26 27 0,-35-42 0,0-1 0,1 1 0,0-1 0,0-1 0,1 1 0,-1-1 0,1 0 0,0-1 0,10 4 0,-16-6 0,1 0 0,0 0 0,0-1 0,0 1 0,0-1 0,0 0 0,0 1 0,0-1 0,0 0 0,0 0 0,0 0 0,0-1 0,0 1 0,0 0 0,0-1 0,0 1 0,0-1 0,0 0 0,0 1 0,0-1 0,-1 0 0,1 0 0,0 0 0,-1-1 0,1 1 0,0 0 0,-1-1 0,0 1 0,1-1 0,-1 1 0,0-1 0,0 1 0,0-1 0,0 0 0,0 0 0,0 0 0,0 0 0,0 1 0,0-5 0,1-1 0,-1 0 0,1-1 0,-1 0 0,-1 1 0,1-1 0,-1 1 0,-1-1 0,-1-11 0,-1 6 0,1 1 0,-2 0 0,0 0 0,-7-16 0,10 27 0,1 0 0,0 1 0,-1-1 0,1 0 0,-1 0 0,1 0 0,-1 1 0,1-1 0,-1 0 0,1 1 0,-1-1 0,0 1 0,1-1 0,-1 0 0,0 1 0,1 0 0,-1-1 0,0 1 0,0-1 0,-1 1 0,2 0 0,0 0 0,0 0 0,-1 0 0,1 0 0,0 0 0,0 0 0,-1 0 0,1 0 0,0 0 0,0 0 0,0 0 0,0 0 0,-1 1 0,1-1 0,0 0 0,0 0 0,0 0 0,0 0 0,-1 1 0,1-1 0,0 0 0,0 0 0,0 0 0,0 0 0,0 1 0,0-1 0,-1 0 0,1 13 0,2-4 0,0 0 0,1 0 0,1-1 0,-1 1 0,1-1 0,1 1 0,-1-1 0,2-1 0,-1 1 0,1-1 0,0 0 0,0 0 0,1 0 0,0-1 0,9 6 0,-9-7 0,0-1 0,1 0 0,-1 0 0,1-1 0,0 0 0,0 0 0,0-1 0,0 0 0,13 1 0,-16-3 0,-1 0 0,1 0 0,0 0 0,0 0 0,0-1 0,-1 0 0,1 0 0,0 0 0,-1-1 0,1 1 0,-1-1 0,1 0 0,-1-1 0,0 1 0,0-1 0,0 1 0,7-8 0,-2 0 0,0 0 0,-1 0 0,-1-2 0,1 1 0,-2 0 0,0-1 0,0-1 0,-1 1 0,0-1 0,-1 1 0,-1-1 0,0-1 0,-1 1 0,2-26 0,-4 12 0,0 0 0,-2 0 0,0 0 0,-2 0 0,-2 0 0,-10-35 0,3 28 0,-1 2 0,-1 0 0,-20-31 0,34 61 0,0 1 0,1 0 0,-1 0 0,0 0 0,0-1 0,0 1 0,0 0 0,0 0 0,0 0 0,0 0 0,0 0 0,0 0 0,0 1 0,-2-2 0,2 2 0,1 0 0,0 0 0,-1 0 0,1 0 0,0 0 0,-1 0 0,1 0 0,0 0 0,-1 0 0,1 0 0,0 0 0,-1 0 0,1 0 0,0 1 0,-1-1 0,1 0 0,0 0 0,0 0 0,-1 0 0,1 1 0,0-1 0,0 0 0,-1 1 0,-6 12 0,5-5 0,1 1 0,-1-1 0,1 1 0,1-1 0,-1 1 0,2 14 0,11 52 0,-9-57 0,7 25 0,2-1 0,2 0 0,1-1 0,2 0 0,2-2 0,2 0 0,30 43 0,-40-66 0,0-1 0,1 0 0,16 15 0,-23-25 0,-1-1 0,1 0 0,0 0 0,0-1 0,0 0 0,1 0 0,-1 0 0,1 0 0,0-1 0,0 0 0,0 0 0,0 0 0,10 0 0,-14-1 0,0-1 0,0 0 0,0 0 0,0 0 0,0-1 0,0 1 0,0 0 0,0-1 0,0 1 0,0-1 0,0 0 0,0 1 0,-1-1 0,1 0 0,0 0 0,0 0 0,-1-1 0,1 1 0,1-2 0,-1 1 0,0-1 0,0 1 0,-1-1 0,1 0 0,-1 0 0,1 1 0,-1-1 0,0 0 0,0 0 0,-1 0 0,2-5 0,-1-5 0,0 1 0,-1-1 0,-1 0 0,-3-23 0,-6-5 0,7 30 0,0 1 0,1 0 0,-1-13 0,5 21 0,2 5 0,3 5 0,15 22 0,1 0 0,1-2 0,2-1 0,44 36 0,-66-59 0,0-1 0,0 0 0,0 0 0,1-1 0,0 0 0,-1 1 0,1-1 0,8 2 0,-11-4 0,0 0 0,-1 0 0,1 1 0,0-1 0,-1-1 0,1 1 0,0 0 0,-1 0 0,1-1 0,0 1 0,-1 0 0,1-1 0,-1 0 0,1 1 0,-1-1 0,1 0 0,-1 0 0,1 0 0,-1 0 0,0 0 0,0 0 0,1 0 0,-1 0 0,0-1 0,0 1 0,0 0 0,0-1 0,0 1 0,-1-1 0,2-1 0,1-4 0,-1 0 0,0 0 0,0 0 0,1-9 0,-2 11 0,0-1 0,0 1 0,0 0 0,0 0 0,1 1 0,0-1 0,0 0 0,0 0 0,6-7 0,-8 11 3,1 1-1,-1-1 1,1 0 0,0 1-1,-1-1 1,1 1-1,-1-1 1,1 1 0,0 0-1,-1-1 1,1 1 0,0-1-1,0 1 1,-1 0-1,1 0 1,0-1 0,0 1-1,-1 0 1,1 0-1,0 0 1,0 0 0,0 0-1,-1 0 1,1 0-1,0 0 1,0 0 0,0 1-1,-1-1 1,1 0-1,0 0 1,0 1 0,-1-1-1,1 0 1,0 1-1,-1-1 1,1 1 0,0-1-1,-1 1 1,1-1-1,-1 1 1,1-1 0,-1 1-1,1 0 1,-1-1-1,1 2 1,2 1-189,-1 1 1,0-1-1,0 1 0,0 0 1,0-1-1,-1 1 1,2 5-1,0 5-6640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24575,'16'-8'0,"0"0"0,0-1 0,-1-1 0,0 0 0,25-24 0,-37 30 0,1 1 0,-1-1 0,0 0 0,0-1 0,0 1 0,-1 0 0,1-1 0,-1 0 0,0 1 0,-1-1 0,1 0 0,-1 0 0,0 0 0,0 0 0,0 0 0,-1 0 0,0 0 0,0-1 0,0 1 0,0 0 0,-1 0 0,0 0 0,0 0 0,0 0 0,-3-6 0,0 2 0,0 0 0,0 1 0,0-1 0,-1 1 0,-9-11 0,12 16 0,0 1 0,-1 0 0,1-1 0,0 1 0,-1 0 0,0 0 0,0 0 0,-4-2 0,5 4 0,1-1 0,-1 1 0,0-1 0,1 1 0,-1-1 0,0 1 0,0 0 0,1 0 0,-1 0 0,0 0 0,0 0 0,1 0 0,-1 1 0,0-1 0,1 1 0,-1-1 0,-2 2 0,2-1 0,0 1 0,0-1 0,-1 1 0,1 0 0,0 0 0,1 0 0,-1 0 0,0 0 0,0 0 0,1 0 0,-1 1 0,1-1 0,0 1 0,0-1 0,0 1 0,0-1 0,-1 6 0,1-2 0,-1 0 0,1 0 0,1 1 0,-1-1 0,1 0 0,1 12 0,1-10 0,1 0 0,-1 0 0,1 0 0,0-1 0,1 1 0,0-1 0,0 0 0,1 0 0,0 0 0,0-1 0,7 8 0,2 0 0,1-1 0,1 0 0,23 16 0,-24-20-195,0-1 0,1 0 0,0-1 0,0-1 0,0 0 0,22 4 0,-19-6-6631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2.4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82 337 24575,'-4'6'0,"-44"69"0,43-66 0,1 0 0,0 0 0,0 0 0,1 1 0,0 0 0,-3 16 0,6-22 0,0 0 0,0 0 0,0 0 0,1 0 0,-1 0 0,1 0 0,0-1 0,0 1 0,0 0 0,1 0 0,0 0 0,-1-1 0,1 1 0,0-1 0,0 0 0,1 1 0,-1-1 0,1 0 0,0 0 0,0-1 0,0 1 0,0 0 0,6 3 0,-6-4 0,0 0 0,1 0 0,-1-1 0,0 1 0,1-1 0,-1 0 0,1 0 0,0 0 0,-1 0 0,1-1 0,0 1 0,-1-1 0,1 0 0,0 0 0,0 0 0,-1-1 0,1 1 0,0-1 0,-1 0 0,1 0 0,-1 0 0,1-1 0,-1 1 0,1-1 0,3-2 0,-2 0 0,-1 1 0,-1 0 0,1-1 0,0 0 0,-1 0 0,0 0 0,0 0 0,0 0 0,-1-1 0,1 1 0,2-8 0,-2 4 0,-1 0 0,0 0 0,0 0 0,-1-1 0,0 1 0,0-13 0,-2 4 0,0-1 0,-1 1 0,-1-1 0,-1 1 0,-1 0 0,-7-18 0,-137-279 0,144 305 0,6 13 0,8 18 0,83 161 32,52 122-1429,-135-283-5429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3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 0 0,0 0 0,0 0 0,0-1 0,0 1 0,0 0 0,0 0 0,0 0 0,0 0 0,0-1 0,0 1 0,0 0 0,0 0 0,0 0 0,0-1 0,0 1 0,0 0 0,0 0 0,0 0 0,0 0 0,0-1 0,0 1 0,0 0 0,0 0 0,0 0 0,0 0 0,1 0 0,-1-1 0,0 1 0,0 0 0,0 0 0,0 0 0,0 0 0,0 0 0,1 0 0,-1-1 0,0 1 0,0 0 0,0 0 0,0 0 0,1 0 0,-1 0 0,0 0 0,0 0 0,7 9 0,8 19 0,-14-25 0,54 122 0,27 58 0,-76-171 0,30 66 0,-32-67 0,0 0 0,-1 1 0,0-1 0,-1 1 0,1 13 0,-4-47 0,-1-4 0,1-1 0,1 0 0,5-31 0,-5 56 0,0 0 0,0 0 0,1 0 0,-1 0 0,1 0 0,-1 0 0,1 0 0,0 0 0,0 0 0,0 0 0,0 1 0,0-1 0,1 0 0,-1 1 0,0-1 0,1 1 0,-1-1 0,1 1 0,-1 0 0,1-1 0,0 1 0,0 0 0,0 0 0,-1 0 0,1 0 0,0 1 0,0-1 0,0 0 0,0 1 0,0 0 0,0-1 0,0 1 0,1 0 0,-1 0 0,0 0 0,0 0 0,0 0 0,0 1 0,3 0 0,3 1 0,0 0 0,0 1 0,0 0 0,0 1 0,-1 0 0,12 7 0,41 35 0,-28-21 0,-4-1-1365,-18-14-5461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4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177 90 24575,'-9'-13'0,"-2"0"0,1 0 0,-13-11 0,20 22 0,1-1 0,-1 1 0,1 0 0,-1 0 0,0 0 0,0 0 0,0 0 0,0 1 0,0-1 0,-1 1 0,1 0 0,0 0 0,-1 0 0,1 0 0,-1 1 0,1-1 0,-1 1 0,1 0 0,-1 0 0,1 0 0,-5 1 0,5 0 0,1 0 0,-1 0 0,0 0 0,1 1 0,-1-1 0,1 1 0,0 0 0,-1-1 0,1 1 0,0 0 0,0 0 0,0 0 0,0 1 0,1-1 0,-1 0 0,0 1 0,1-1 0,-2 5 0,1-3 0,1-1 0,0 1 0,0-1 0,0 1 0,0 0 0,1 0 0,0-1 0,-1 1 0,1 0 0,1 0 0,-1-1 0,1 1 0,1 6 0,60 161 0,-39-113 0,-2 1 0,15 68 0,-20-46 0,-15-80 0,-1 1 0,1 0 0,-1-1 0,1 1 0,0-1 0,0 1 0,0-1 0,-1 1 0,1-1 0,1 0 0,-1 0 0,0 1 0,0-1 0,0 0 0,1 0 0,-1 0 0,0 0 0,1 0 0,-1 0 0,1-1 0,-1 1 0,1 0 0,0-1 0,-1 1 0,1-1 0,0 1 0,-1-1 0,3 0 0,7 1 0,0-1 0,0 0 0,16-2 0,-6 1 0,78 0-1365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24575,'1'4'0,"0"0"0,1 0 0,-1 0 0,1 0 0,-1 0 0,1 0 0,0 0 0,1-1 0,-1 1 0,6 6 0,-2-2 0,2 2 0,0 4 0,1-1 0,1-1 0,0 0 0,1 0 0,1-1 0,17 14 0,-29-24 0,1-1 0,0 1 0,0 0 0,0-1 0,0 1 0,0 0 0,0-1 0,1 0 0,-1 1 0,0-1 0,0 1 0,0-1 0,0 0 0,0 0 0,1 0 0,-1 0 0,0 0 0,0 0 0,0 0 0,1 0 0,-1 0 0,0 0 0,0-1 0,0 1 0,0-1 0,0 1 0,0 0 0,0-1 0,0 0 0,0 1 0,0-1 0,0 0 0,0 1 0,0-1 0,0 0 0,0 0 0,0 0 0,-1 0 0,1 0 0,1-2 0,1-4 0,1 0 0,-1-1 0,0 1 0,-1-1 0,2-8 0,0 1 0,-3 12 0,0-1 0,0 1 0,0 0 0,1 0 0,-1 0 0,1 0 0,0 1 0,-1-1 0,1 0 0,1 1 0,-1-1 0,3-1 0,-4 3 0,1 0 0,-1 0 0,1 0 0,-1 0 0,1 1 0,-1-1 0,1 1 0,0-1 0,-1 1 0,1 0 0,0-1 0,-1 1 0,1 0 0,0 0 0,0 0 0,-1 1 0,1-1 0,0 0 0,-1 0 0,1 1 0,-1-1 0,1 1 0,0 0 0,-1-1 0,3 3 0,10 6 0,0 1 0,0 0 0,-1 1 0,21 22 0,-9-8 0,-8-4-1365,-12-12-5461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5.9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24575,'21'-7'0,"1"1"0,0 1 0,1 1 0,27-1 0,-42 4 0,-1 2 0,1-1 0,0 1 0,-1 0 0,1 0 0,0 1 0,-1 0 0,0 1 0,1 0 0,-1 0 0,0 0 0,0 1 0,-1 0 0,1 0 0,-1 1 0,7 5 0,0 2 0,25 15 0,-22-17 0,16 15 0,-31-24 0,1 1 0,-1-1 0,1 1 0,-1 0 0,0-1 0,0 1 0,0 0 0,0 0 0,0 0 0,0 0 0,-1 0 0,1 0 0,-1 0 0,1 0 0,-1 0 0,0 0 0,1 0 0,-1 0 0,0 0 0,-1 3 0,0 5 0,-1-1 0,-1 0 0,-4 14 0,-4 15 0,9-21 0,0-1 0,1 1 0,1 0 0,3 21 0,-2-29 0,1 1 0,0-1 0,1 0 0,0 0 0,0 0 0,1 0 0,0-1 0,0 0 0,7 9 0,29 42 0,-39-57 0,0-1 0,0 0 0,0 0 0,-1 1 0,1-1 0,0 1 0,-1-1 0,1 0 0,-1 1 0,1-1 0,-1 1 0,0 0 0,0-1 0,0 1 0,0-1 0,0 1 0,0-1 0,0 1 0,0-1 0,0 1 0,-1-1 0,1 1 0,-1-1 0,1 1 0,-1-1 0,0 1 0,1-1 0,-1 0 0,0 1 0,0-1 0,0 0 0,0 0 0,0 0 0,0 0 0,0 1 0,0-2 0,-1 1 0,-1 2 0,-3 0 0,0 0 0,0-1 0,0 1 0,0-1 0,0 0 0,0 0 0,0-1 0,-9 1 0,-32 0-1365,27-1-5461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86 24575,'0'9'0,"1"0"0,0 1 0,1-1 0,-1 0 0,2 0 0,0 0 0,0 0 0,0 0 0,1-1 0,0 0 0,1 0 0,9 13 0,-4-8 0,1-1 0,0 0 0,1-1 0,0 0 0,1-1 0,20 13 0,-30-20 0,1-1 0,-1 0 0,1 0 0,0-1 0,0 1 0,-1-1 0,1 0 0,0 0 0,0 0 0,0 0 0,0-1 0,0 0 0,0 1 0,6-2 0,-7 1 0,0-1 0,-1 0 0,1 0 0,-1 0 0,0 0 0,1 0 0,-1-1 0,0 1 0,1-1 0,-1 1 0,0-1 0,0 0 0,0 0 0,-1 1 0,1-1 0,0-1 0,-1 1 0,1 0 0,-1 0 0,0-1 0,0 1 0,2-5 0,-1 1 0,0 0 0,0 0 0,-1 0 0,0 0 0,0 0 0,-1-1 0,0 1 0,0 0 0,0 0 0,0 0 0,-3-10 0,5 20 0,1 1 0,0-1 0,0 1 0,0-1 0,1 0 0,0 0 0,-1 0 0,1-1 0,9 7 0,-1-1 0,-1-1 0,1-1 0,18 9 0,-19-11 0,0-1 0,0-1 0,0 0 0,0 0 0,0-1 0,21 1 0,-27-3 0,1 0 0,-1 0 0,1-1 0,-1 0 0,1 0 0,-1 0 0,0 0 0,1-1 0,-1 0 0,0 0 0,0-1 0,0 1 0,-1-1 0,1 0 0,-1 0 0,5-5 0,-6 6 0,0-1 0,0 0 0,-1-1 0,0 1 0,1 0 0,-1 0 0,0-1 0,-1 0 0,1 1 0,0-1 0,-1 0 0,0 0 0,0 0 0,1-6 0,-2 4 0,0 0 0,0 0 0,-1 0 0,0 0 0,0 0 0,0 0 0,0 1 0,-1-1 0,-3-6 0,0 0 0,-1 0 0,-1 1 0,0-1 0,-1 1 0,0 0 0,-1 1 0,0 0 0,-11-8 0,12 10-341,-2 1 0,1 0-1,-17-8 1,12 8-6485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7.5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0 307 24575,'21'0'0,"74"-3"0,-83 2 0,0-1 0,0 0 0,0-1 0,0-1 0,19-8 0,-27 10 0,-1 0 0,1 0 0,-1-1 0,0 1 0,0-1 0,0 0 0,0 0 0,0 0 0,-1-1 0,0 1 0,1 0 0,-1-1 0,0 0 0,-1 1 0,1-1 0,-1 0 0,0 0 0,1 0 0,-2 0 0,1 0 0,0 0 0,-1-6 0,1-4 0,-1 0 0,-1 0 0,0 1 0,-1-1 0,-5-19 0,5 22 0,-2 0 0,1 0 0,-7-11 0,9 19 0,-1 0 0,0 0 0,1 0 0,-1 0 0,0 1 0,0-1 0,-1 1 0,1-1 0,0 1 0,-1 0 0,0 0 0,1 0 0,-1 0 0,0 0 0,-3-1 0,4 3 0,1-1 0,0 1 0,0 0 0,0 0 0,0 0 0,0 0 0,-1 0 0,1 0 0,0 1 0,0-1 0,0 0 0,0 0 0,0 1 0,0-1 0,0 1 0,0-1 0,0 1 0,0-1 0,0 1 0,0 0 0,0-1 0,0 1 0,0 0 0,0 0 0,1 0 0,-1 0 0,0 0 0,1-1 0,-1 1 0,0 0 0,0 2 0,-2 3 0,0 0 0,1 0 0,0 1 0,-2 7 0,1-2 0,1 1 0,1 0 0,0 0 0,0-1 0,2 1 0,-1 0 0,2 0 0,0-1 0,0 1 0,1 0 0,7 18 0,-6-21 0,0-1 0,0 0 0,1 0 0,0 0 0,0-1 0,1 0 0,0 0 0,1 0 0,0-1 0,0 0 0,0 0 0,1 0 0,0-1 0,0-1 0,13 8 0,-16-11-50,0 0-1,0 0 1,0-1-1,1 1 0,-1-1 1,0 0-1,1 0 1,-1-1-1,1 1 1,-1-1-1,1-1 0,-1 1 1,1-1-1,-1 0 1,0 0-1,1 0 1,-1-1-1,0 0 0,0 0 1,0 0-1,0-1 1,0 1-1,-1-1 1,1-1-1,-1 1 1,8-7-1,-5 1-6775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8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1 159 24575,'0'3'0,"1"0"0,0 0 0,0 1 0,0-1 0,0 0 0,0 0 0,1 0 0,-1 0 0,1 0 0,0 0 0,0 0 0,0-1 0,0 1 0,0-1 0,1 1 0,-1-1 0,1 0 0,3 2 0,5 4 0,0 0 0,1-1 0,12 6 0,-22-12 0,11 5 0,0 1 0,0-2 0,1 0 0,0 0 0,0-1 0,18 2 0,-30-5 0,-1-1 0,1 0 0,-1 0 0,1 0 0,-1 0 0,1 0 0,-1 0 0,0 0 0,1 0 0,-1-1 0,1 1 0,-1 0 0,0-1 0,1 1 0,-1-1 0,0 0 0,1 0 0,-1 1 0,0-1 0,0 0 0,0 0 0,1 0 0,-1 0 0,0 0 0,-1 0 0,1 0 0,0-1 0,0 1 0,0 0 0,-1 0 0,1-1 0,0 1 0,-1 0 0,0-1 0,1 1 0,-1-1 0,0 1 0,1-1 0,-1 1 0,0-1 0,0-1 0,-1-3 0,1 0 0,-1 0 0,0 0 0,-1 0 0,1 0 0,-1 0 0,0 0 0,-4-7 0,6 13 0,-1 0 0,1 0 0,0 0 0,0 0 0,0 0 0,0 0 0,0 0 0,0 0 0,0 0 0,0-1 0,0 1 0,0 0 0,0 0 0,0 0 0,-1 0 0,1 0 0,0 0 0,0 0 0,0 0 0,0 0 0,0-1 0,0 1 0,0 0 0,0 0 0,0 0 0,0 0 0,0 0 0,0 0 0,0 0 0,0 0 0,0-1 0,0 1 0,0 0 0,0 0 0,1 0 0,-1 0 0,0 0 0,0 0 0,0 0 0,0 0 0,0 0 0,0-1 0,0 1 0,0 0 0,0 0 0,0 0 0,0 0 0,0 0 0,0 0 0,1 0 0,-1 0 0,0 0 0,0 0 0,0 0 0,0 0 0,0 0 0,0 0 0,0 0 0,1 0 0,8 3 0,12 10 0,-20-13 0,16 10 0,0 0 0,0-1 0,1-1 0,1-1 0,-1 0 0,1-2 0,0 0 0,0-1 0,1-1 0,-1 0 0,34-2 0,-46-1 0,1-1 0,-1 0 0,0 0 0,0 0 0,0-1 0,0 0 0,0-1 0,-1 0 0,1 0 0,-1 0 0,0-1 0,7-5 0,-9 7 0,-2-1 0,1 1 0,0-1 0,0 0 0,-1 0 0,0 0 0,1 0 0,-1 0 0,0-1 0,-1 1 0,1-1 0,-1 1 0,1-1 0,-1 0 0,0 1 0,0-1 0,-1 0 0,1 0 0,-1 0 0,0 0 0,0 1 0,0-1 0,-1 0 0,0-4 0,-2-3 0,0 1 0,0 0 0,-1 0 0,-1 0 0,1 0 0,-2 1 0,1 0 0,-1 0 0,-1 0 0,0 1 0,0 0 0,0 0 0,-15-11 0,20 17 0,0 1 0,-1-1 0,1 1 0,-1-1 0,0 1 0,1 0 0,-1 0 0,0 0 0,0 0 0,1 1 0,-7-2 0,8 2 0,0 1 0,-1-1 0,1 0 0,0 0 0,-1 1 0,1-1 0,0 1 0,-1-1 0,1 1 0,0 0 0,0-1 0,0 1 0,-1 0 0,1 0 0,0 0 0,0 0 0,0 0 0,0 0 0,1 0 0,-1 0 0,0 0 0,0 0 0,1 0 0,-1 1 0,0-1 0,0 2 0,0 2 0,-1 1 0,1-1 0,0 1 0,0-1 0,0 1 0,1-1 0,0 1 0,0 0 0,1-1 0,-1 1 0,1-1 0,1 1 0,-1-1 0,1 1 0,2 5 0,1 1 0,1 1 0,0-1 0,1 0 0,0 0 0,9 11 0,-8-14 0,0-1 0,0 0 0,1-1 0,0 1 0,0-2 0,1 1 0,0-1 0,0-1 0,0 0 0,1 0 0,-1-1 0,1 0 0,0-1 0,0-1 0,1 1 0,-1-2 0,1 1 0,-1-2 0,0 1 0,1-2 0,-1 1 0,13-4 0,-17 2 0,1 0 0,-1 0 0,0-1 0,-1 0 0,1-1 0,0 1 0,-1-1 0,0 0 0,0-1 0,0 0 0,-1 0 0,1 0 0,-1 0 0,0-1 0,-1 0 0,1 0 0,6-12 0,-7 10 0,0 0 0,-1 0 0,0-1 0,0 1 0,-1-1 0,0 1 0,0-1 0,-1 0 0,0 0 0,-1 1 0,1-1 0,-2 0 0,1 0 0,-4-16 0,3 23 0,1 0 0,-1 0 0,1 0 0,-1-1 0,0 1 0,0 0 0,0 0 0,0 0 0,0 1 0,0-1 0,-1 0 0,1 0 0,-1 1 0,1-1 0,-1 0 0,1 1 0,-1 0 0,0-1 0,0 1 0,0 0 0,0 0 0,0 0 0,0 0 0,0 0 0,0 0 0,0 1 0,0-1 0,0 1 0,-1 0 0,1-1 0,0 1 0,0 0 0,-1 0 0,1 0 0,0 1 0,0-1 0,0 0 0,-1 1 0,1 0 0,0-1 0,0 1 0,0 0 0,0 0 0,0 0 0,0 0 0,0 0 0,1 1 0,-1-1 0,0 1 0,1-1 0,-3 3 0,0 1 0,0 0 0,0 1 0,0-1 0,1 1 0,-1 0 0,2 0 0,-1 0 0,1 0 0,-1 0 0,2 1 0,-1-1 0,1 0 0,-1 11 0,1-12 0,1 1 0,0-1 0,0 0 0,1 0 0,-1 0 0,1 0 0,0 1 0,1-1 0,-1 0 0,1-1 0,0 1 0,0 0 0,1 0 0,-1-1 0,1 0 0,0 1 0,5 5 0,5 2 15,0-1 0,1-1 0,0 0 0,1 0 0,-1-2 0,2 0 0,28 11 0,-24-12-263,1-1 1,-1-1-1,1-1 1,0 0-1,42 0 1,-50-4-6579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39.5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315 398 24575,'-56'-27'0,"-2"2"0,-69-19 0,122 42 0,-1 1 0,1 0 0,0 0 0,0 1 0,-1 0 0,1 0 0,-8 1 0,12-1 0,0 0 0,0 0 0,0 0 0,0 0 0,0 0 0,0 1 0,0-1 0,0 0 0,0 1 0,0-1 0,0 1 0,1-1 0,-1 1 0,0 0 0,0-1 0,0 1 0,0 0 0,1 0 0,-1-1 0,0 1 0,1 0 0,-1 0 0,1 0 0,-1 0 0,1 0 0,-1 0 0,1 0 0,0 0 0,-1 0 0,1 0 0,0 0 0,0 0 0,0 0 0,0 0 0,0 0 0,0 0 0,0 0 0,0 0 0,0 0 0,0 0 0,1 0 0,-1 0 0,1 2 0,0 0 0,1 1 0,-1-1 0,1 1 0,0-1 0,0 0 0,0 0 0,1 0 0,-1 0 0,1 0 0,2 2 0,33 24 0,-34-26 0,13 9 0,1 0 0,28 12 0,-36-19 0,1-1 0,-1-1 0,1 1 0,0-2 0,0 0 0,16 2 0,-18-4 0,1 1 0,-1-1 0,1-1 0,-1 0 0,15-3 0,-21 3 0,1 0 0,-1 0 0,0 0 0,0-1 0,-1 1 0,1-1 0,0 0 0,0 1 0,-1-2 0,1 1 0,-1 0 0,0 0 0,1-1 0,-1 1 0,0-1 0,-1 0 0,1 1 0,0-1 0,2-5 0,-2 0 0,0 1 0,0-1 0,-1 0 0,0 0 0,0 0 0,-1 0 0,0 0 0,0 0 0,-1 0 0,0 0 0,0 1 0,-1-1 0,-3-11 0,-4-8 0,-2 0 0,-18-33 0,-69-113 0,97 171 0,0 1 0,0 0 0,1 0 0,-1 0 0,0-1 0,0 1 0,0 0 0,0 0 0,0 0 0,0 1 0,-2-2 0,3 2 0,0 0 0,-1 0 0,1 0 0,0 0 0,0 0 0,0 0 0,-1 0 0,1 0 0,0 0 0,0 0 0,0 0 0,-1 0 0,1 0 0,0 1 0,0-1 0,0 0 0,0 0 0,-1 0 0,1 0 0,0 0 0,0 0 0,0 1 0,0-1 0,0 0 0,0 0 0,-1 0 0,1 0 0,0 1 0,0-1 0,0 0 0,0 0 0,0 0 0,0 1 0,0-1 0,0 0 0,0 0 0,0 0 0,0 1 0,0-1 0,0 0 0,0 0 0,0 5 0,0-1 0,0 0 0,0 0 0,1 0 0,0 0 0,1 5 0,36 96 0,-1 1 0,-1 11-1365,-28-88-5461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0 24575,'-12'1'0,"0"1"0,0 0 0,0 1 0,-21 7 0,30-9 0,0 0 0,1 1 0,-1 0 0,0-1 0,1 1 0,-1 0 0,1 0 0,0 0 0,-1 0 0,-2 5 0,4-6 0,0 1 0,0 0 0,0 0 0,0 0 0,1 0 0,-1 0 0,0 0 0,1 0 0,0 0 0,-1 0 0,1 0 0,0 0 0,0 0 0,0 0 0,0 1 0,1-1 0,0 3 0,1 1 0,0 1 0,1-1 0,-1 0 0,1 0 0,1 0 0,-1-1 0,1 1 0,0-1 0,9 10 0,6 3 0,24 18 0,-36-29 0,22 14-341,0 0 0,2-2-1,46 22 1,-65-34-6485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0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30 24575,'91'148'0,"-74"-124"0,1-1 0,1-1 0,0-1 0,24 19 0,-43-39 0,1-1 0,0 1 0,0 0 0,0 0 0,0-1 0,-1 1 0,1 0 0,0-1 0,0 1 0,0-1 0,1 1 0,-1-1 0,0 0 0,0 1 0,0-1 0,0 0 0,0 0 0,0 0 0,0 0 0,1 0 0,-1 0 0,0 0 0,0 0 0,0 0 0,0 0 0,0-1 0,2 0 0,-1 0 0,-1 0 0,0-1 0,0 1 0,1 0 0,-1-1 0,0 1 0,0-1 0,-1 1 0,1-1 0,0 1 0,0-1 0,-1 0 0,1 1 0,-1-1 0,0 0 0,1 1 0,-1-1 0,0-2 0,1-5 0,-1 0 0,-1 0 0,1-1 0,-2 1 0,1 0 0,-1 0 0,-1 0 0,1 0 0,-1 1 0,-1-1 0,0 1 0,0-1 0,-1 1 0,1 1 0,-8-9 0,-3-3 0,-2 0 0,0 1 0,0 1 0,-31-22 0,44 36 0,0 0 0,0 0 0,0 0 0,-1 1 0,1 0 0,-1 0 0,1 0 0,-1 1 0,-6-2 0,10 3 0,-1-1 0,1 1 0,-1 0 0,0 0 0,1 1 0,-1-1 0,1 0 0,-1 0 0,1 1 0,-1-1 0,1 1 0,-1-1 0,1 1 0,-1 0 0,1-1 0,0 1 0,-1 0 0,1 0 0,0 0 0,0 0 0,-1 0 0,1 0 0,0 1 0,0-1 0,0 0 0,1 0 0,-1 1 0,0-1 0,0 1 0,1-1 0,-2 3 0,-3 10-1365,1-1-5461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59 24575,'-1'0'0,"1"0"0,0 0 0,0 0 0,0 0 0,0 0 0,0 0 0,0 0 0,0 0 0,0 0 0,0 0 0,0 0 0,0 0 0,0 0 0,0 0 0,-1 0 0,1 0 0,0 0 0,0 0 0,0 0 0,0 0 0,0 0 0,0 0 0,0 1 0,0-1 0,0 0 0,0 0 0,0 0 0,0 0 0,0 0 0,0 0 0,0 0 0,0 0 0,0 0 0,0 0 0,0 0 0,0 0 0,0 0 0,0 0 0,0 0 0,0 1 0,0-1 0,0 0 0,0 0 0,0 0 0,0 0 0,0 0 0,0 0 0,0 0 0,0 0 0,0 0 0,0 0 0,0 0 0,0 0 0,0 0 0,0 1 0,0-1 0,0 0 0,0 0 0,0 0 0,0 0 0,5 6 0,8 5 0,-5-5 0,0 0 0,0-1 0,1 0 0,0-1 0,11 4 0,-16-6 0,1-1 0,0 1 0,-1-1 0,1 0 0,0-1 0,0 1 0,-1-1 0,1 0 0,0 0 0,0-1 0,0 1 0,8-3 0,-11 2 0,0 0 0,0 0 0,0 0 0,0-1 0,0 1 0,-1-1 0,1 1 0,0-1 0,-1 1 0,1-1 0,-1 0 0,1 0 0,-1 0 0,0 0 0,0 0 0,0 0 0,0 0 0,0 0 0,0 0 0,-1 0 0,1-1 0,-1 1 0,1 0 0,-1-5 0,1 1 0,-1 0 0,0 1 0,-1-1 0,1 0 0,-1 0 0,0 0 0,0 0 0,-4-8 0,1 7 0,2 8 0,1-1 0,1 1 0,0 0 0,0 0 0,-1-1 0,1 1 0,0 0 0,0 0 0,0-1 0,0 1 0,0 0 0,0 0 0,1-1 0,-1 1 0,0 1 0,2 4 0,1-1 0,0 1 0,-1-1 0,2 0 0,-1 1 0,0-1 0,1-1 0,0 1 0,0-1 0,1 1 0,-1-1 0,1 0 0,7 4 0,-6-4 0,1 0 0,-1 0 0,1-1 0,1 1 0,-1-2 0,0 1 0,1-1 0,-1 0 0,1 0 0,8 0 0,-15-2 0,1 0 0,-1 0 0,1 0 0,-1 0 0,1 0 0,-1 0 0,0 0 0,1 0 0,-1-1 0,1 1 0,-1 0 0,0-1 0,1 0 0,-1 1 0,0-1 0,0 0 0,1 1 0,-1-1 0,0 0 0,0 0 0,0 0 0,0 0 0,0 0 0,0 0 0,1-2 0,0-1 0,-1 0 0,0 0 0,1 0 0,-1 0 0,-1 0 0,2-9 0,-2 10 0,0 0 0,0-1 0,1 1 0,0 0 0,-1-1 0,1 1 0,0 0 0,1 0 0,-1 0 0,4-6 0,-4 8 0,0 0 0,1 0 0,-1 0 0,0 0 0,1 0 0,-1 0 0,1 0 0,0 1 0,-1-1 0,1 1 0,-1-1 0,1 1 0,0-1 0,-1 1 0,1 0 0,0 0 0,0 0 0,-1 0 0,1 0 0,0 0 0,-1 1 0,1-1 0,0 0 0,1 2 0,7 1 0,-1 0 0,0 1 0,9 5 0,-4-3 0,15 8 0,1-1 0,1-2 0,48 11 0,-74-21-151,1 0-1,0 0 0,0 0 0,-1-1 1,1 0-1,0 0 0,-1-1 1,7-1-1,-2-1-6674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1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106 249 24575,'21'51'0,"-5"-17"0,-2 1 0,-1 1 0,13 61 0,-22-78 0,-2-14 0,-1 1 0,0-1 0,0 1 0,0-1 0,-1 1 0,0-1 0,0 8 0,0-13 0,0 0 0,0 0 0,-1 0 0,1 0 0,0 1 0,0-1 0,0 0 0,0 0 0,0 0 0,0 0 0,0 0 0,0 0 0,0 1 0,-1-1 0,1 0 0,0 0 0,0 0 0,0 0 0,0 0 0,0 0 0,-1 0 0,1 0 0,0 0 0,0 0 0,0 0 0,0 0 0,0 0 0,-1 0 0,1 0 0,0 0 0,0 0 0,0 0 0,0 0 0,-1 0 0,1 0 0,0 0 0,0 0 0,0 0 0,0 0 0,0 0 0,-1 0 0,1 0 0,0 0 0,0 0 0,0 0 0,0 0 0,0-1 0,0 1 0,0 0 0,-1 0 0,1 0 0,0 0 0,0 0 0,0 0 0,0-1 0,-8-7 0,7 6 0,-7-7 0,1-1 0,0 0 0,1-1 0,-6-12 0,-19-49 0,17 37 0,-9-20 0,-28-72 0,43 104 0,2-1 0,0 1 0,-4-40 0,10 60 0,-1-1 0,1 0 0,0-1 0,0 1 0,1 1 0,0-1 0,-1 0 0,1 0 0,0 0 0,1 0 0,1-5 0,-1 7 0,-1 0 0,0 1 0,0-1 0,1 0 0,-1 1 0,1-1 0,-1 1 0,1 0 0,0-1 0,0 1 0,-1 0 0,1 0 0,0 0 0,0 0 0,0 1 0,0-1 0,0 0 0,0 1 0,0-1 0,0 1 0,1 0 0,3 0 0,1 0 0,-1 1 0,1 0 0,0 0 0,0 0 0,-1 1 0,1 0 0,-1 1 0,1-1 0,-1 1 0,0 1 0,0-1 0,0 1 0,0 0 0,-1 0 0,0 1 0,0-1 0,5 7 0,-3-3 0,0 0 0,0 0 0,-1 0 0,-1 1 0,1 0 0,-1 1 0,-1-1 0,0 1 0,0-1 0,4 19 0,-8-24-97,1 0-1,-1 0 1,0 0-1,0 0 1,0 0-1,-1 1 1,1-1-1,-1 0 1,0 0-1,0 0 1,0 0-1,-1 0 0,-1 3 1,-6 8-6729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3 566 24575,'18'-13'0,"-1"0"0,-1-2 0,25-27 0,-36 35 0,1 0 0,-2 0 0,1 0 0,-1 0 0,0-1 0,-1 0 0,0 0 0,0 0 0,-1 0 0,1-1 0,-2 1 0,2-12 0,-3 2 0,0 0 0,-2 0 0,0 1 0,0-1 0,-10-28 0,0 8 0,-24-53 0,29 74 0,0 1 0,-1 0 0,0 0 0,-14-19 0,22 35 0,0 0 0,0-1 0,0 1 0,0 0 0,0-1 0,-1 1 0,1 0 0,0-1 0,0 1 0,0 0 0,-1 0 0,1-1 0,0 1 0,0 0 0,-1 0 0,1-1 0,0 1 0,-1 0 0,1 0 0,0 0 0,-1 0 0,1-1 0,0 1 0,-1 0 0,1 0 0,0 0 0,-1 0 0,1 0 0,0 0 0,-1 0 0,1 0 0,0 0 0,-1 0 0,1 0 0,0 0 0,-1 0 0,1 0 0,0 0 0,-1 1 0,1-1 0,0 0 0,-1 0 0,1 0 0,0 0 0,-1 1 0,1-1 0,0 0 0,0 0 0,-1 1 0,1-1 0,0 0 0,0 0 0,0 1 0,-1-1 0,1 0 0,0 1 0,0-1 0,0 0 0,0 1 0,0-1 0,-1 0 0,1 1 0,0-1 0,0 1 0,-4 23 0,2 6 0,1 1 0,2-1 0,1 1 0,7 32 0,-6-48 0,0-1 0,2 0 0,-1-1 0,2 1 0,0-1 0,1 0 0,0 0 0,0-1 0,2 0 0,16 19 0,-12-18 0,0-1 0,1 0 0,0-1 0,1 0 0,1-2 0,31 16 0,-33-18 0,0-2 0,0 0 0,1 0 0,0-2 0,0 0 0,0 0 0,0-1 0,25-1 0,-33-1 0,-1-1 0,1 0 0,0 0 0,-1 0 0,0-1 0,1 0 0,9-4 0,-13 4 0,1 0 0,-1 0 0,0 0 0,0-1 0,0 1 0,0-1 0,0 0 0,0 1 0,-1-1 0,0-1 0,1 1 0,-1 0 0,0 0 0,2-6 0,-1 2 0,-1 0 0,0 0 0,0 0 0,0-1 0,-1 1 0,0-1 0,0 1 0,-1-1 0,-1-9 0,1 15 0,0-1 0,0 1 0,-1 0 0,1 0 0,-1-1 0,1 1 0,-1 0 0,0 0 0,0 0 0,0 0 0,0 0 0,0 0 0,0 0 0,-1 0 0,1 0 0,-1 1 0,1-1 0,-1 1 0,0-1 0,1 1 0,-1-1 0,0 1 0,0 0 0,0 0 0,0 0 0,0 0 0,0 0 0,-1 0 0,1 1 0,0-1 0,0 1 0,0-1 0,-1 1 0,-4 0 0,5 0 0,0 0 0,0 0 0,0 0 0,0 1 0,0-1 0,-1 1 0,1-1 0,0 1 0,0 0 0,0 0 0,0 0 0,0 0 0,1 0 0,-1 0 0,0 0 0,0 0 0,1 1 0,-1-1 0,1 1 0,-1-1 0,1 1 0,-1 0 0,1 0 0,0 0 0,0-1 0,0 1 0,0 0 0,0 0 0,1 0 0,-1 0 0,1 1 0,-1 1 0,0 1 0,0 0 0,1-1 0,0 1 0,0 0 0,0 0 0,0 0 0,1-1 0,0 1 0,0 0 0,0 0 0,1-1 0,-1 1 0,4 6 0,2-2 0,-1 1 0,1-1 0,1 0 0,-1 0 0,2-1 0,-1 0 0,20 13 0,-17-14 0,1 1 0,0-1 0,0-1 0,0-1 0,1 1 0,19 4 0,-18-7-170,1-1-1,-1 0 0,1-1 1,-1-1-1,1 0 0,0-1 1,21-4-1,-22 2-6655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24575,'28'17'0,"14"12"0,4 2 0,1 2 0,-7 0 0,-4-4 0,-6-3 0,-5-4 0,-5-4 0,-3-1 0,-2-2 0,-1-1 0,-3-2-8191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0 24575,'-15'28'0,"-5"14"0,-1 2 0,-1-4 0,2-6 0,4-3 0,3-6 0,-3-3 0,0-4 0,0-4 0,3-3 0,3-2-8191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3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 24575,'-28'0'0,"14"-1"0,1 1 0,-1 0 0,1 1 0,0 1 0,-27 6 0,39-8 0,-1 1 0,0-1 0,1 1 0,-1 0 0,1-1 0,-1 1 0,0 0 0,1 0 0,0 0 0,-1 0 0,1 0 0,0 1 0,-1-1 0,1 0 0,0 1 0,0-1 0,0 1 0,0-1 0,0 1 0,0 1 0,0-1 0,1 0 0,0 0 0,-1 0 0,1 0 0,0 1 0,1-1 0,-1 0 0,0 0 0,0 0 0,1 0 0,-1 0 0,1 0 0,0 0 0,1 3 0,4 5 0,0 0 0,0 0 0,1-1 0,14 15 0,-19-22 0,8 9-136,1 0-1,1 0 1,0-1-1,0 0 1,1-1-1,0-1 1,0 0-1,1-1 0,15 6 1,-14-8-6690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 1 24575,'-6'11'0,"1"0"0,0 1 0,1 0 0,1 0 0,0 0 0,0 1 0,1-1 0,0 14 0,2-21 0,0 0 0,0 0 0,0 0 0,1 1 0,0-1 0,0 0 0,1 0 0,-1 0 0,1 0 0,0-1 0,0 1 0,1 0 0,-1-1 0,1 0 0,0 1 0,0-1 0,0 0 0,1 0 0,0-1 0,0 1 0,-1-1 0,6 3 0,-6-4 0,0 0 0,0-1 0,1 1 0,-1-1 0,0 0 0,0 0 0,1 0 0,-1 0 0,1-1 0,-1 0 0,1 1 0,-1-1 0,0 0 0,1-1 0,-1 1 0,1-1 0,-1 1 0,0-1 0,7-2 0,-8 2 0,0 0 0,1 0 0,-1-1 0,0 1 0,0 0 0,0-1 0,0 1 0,0-1 0,0 0 0,0 0 0,-1 0 0,1 0 0,0 0 0,-1 0 0,0 0 0,1 0 0,-1-1 0,0 1 0,0 0 0,-1-1 0,1 1 0,0-1 0,-1 1 0,1-1 0,-1 1 0,0-6 0,-1 2 0,0-1 0,0 1 0,-1-1 0,1 1 0,-1 0 0,-1 0 0,0 0 0,1 0 0,-2 0 0,1 0 0,-1 1 0,-7-9 0,3 4 0,-2 0 0,1 1 0,-1 0 0,-1 1 0,-14-10 0,22 16-80,-1 0 0,0 0-1,0 1 1,-1-1 0,1 1-1,0 0 1,0 0 0,0 0-1,-1 1 1,1 0 0,-1 0 0,1 0-1,0 0 1,-1 0 0,1 1-1,-6 1 1,1 2-6746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4.7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24575,'14'9'0,"0"0"0,-1 0 0,0 2 0,19 18 0,0 1 0,-20-19 0,-4-4 0,-1 0 0,13 8 0,-18-14 0,0 0 0,0 0 0,0 0 0,0 0 0,0 0 0,0 0 0,0 0 0,0-1 0,0 1 0,0-1 0,0 0 0,0 0 0,0 1 0,1-1 0,-1-1 0,0 1 0,2 0 0,-2-1 0,-1 0 0,0 1 0,0-1 0,1 0 0,-1 0 0,0 0 0,0 0 0,0 0 0,0 0 0,0 0 0,0 0 0,-1 0 0,1 0 0,0 0 0,0-1 0,-1 1 0,1 0 0,-1-1 0,1 1 0,-1 0 0,0-1 0,1 1 0,-1 0 0,0-1 0,0-1 0,1-7 0,-1 1 0,-1-16 0,0 14 0,1 7 0,0-2 0,0 1 0,0-1 0,0 0 0,2-8 0,-2 13 0,0 0 0,0 1 0,1-1 0,-1 0 0,0 1 0,0-1 0,1 0 0,-1 1 0,0-1 0,1 1 0,-1-1 0,0 0 0,1 1 0,-1-1 0,1 1 0,-1-1 0,1 1 0,-1 0 0,1-1 0,0 1 0,-1-1 0,1 1 0,-1 0 0,1 0 0,0-1 0,-1 1 0,1 0 0,0 0 0,-1 0 0,1 0 0,0-1 0,-1 1 0,1 0 0,0 0 0,-1 1 0,1-1 0,0 0 0,-1 0 0,1 0 0,0 0 0,-1 0 0,1 1 0,0-1 0,-1 0 0,1 1 0,0 0 0,3 1 0,0 0 0,-1 0 0,1 1 0,-1 0 0,1 0 0,-1-1 0,5 8 0,18 27 0,-15-22 0,9 16-1365,-12-18-5461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0 24575,'38'70'0,"-3"2"0,31 90 0,-56-131 0,58 196 0,-68-224 0,1-1 0,-1 1 0,1 0 0,-1-1 0,0 1 0,0 0 0,0-1 0,0 1 0,-1 4 0,0-6 0,1 0 0,-1 0 0,1 0 0,-1-1 0,1 1 0,-1 0 0,1 0 0,-1 0 0,0-1 0,1 1 0,-1 0 0,0-1 0,0 1 0,1 0 0,-1-1 0,0 1 0,0-1 0,0 0 0,0 1 0,0-1 0,0 0 0,0 1 0,0-1 0,0 0 0,0 0 0,0 0 0,0 0 0,0 0 0,-1 0 0,-7 0 0,0-1 0,0-1 0,0 1 0,0-1 0,0-1 0,0 0 0,-11-5 0,-6-4 0,-26-18 0,23 12 0,-34-28 0,61 45 0,1 0 0,0 0 0,0 0 0,0-1 0,-1 1 0,1 0 0,1 0 0,-1-1 0,0 1 0,0-1 0,0 1 0,1-1 0,-1 1 0,0-3 0,1 3 0,0 0 0,0 1 0,0-1 0,0 0 0,1 1 0,-1-1 0,0 0 0,0 1 0,1-1 0,-1 0 0,0 1 0,1-1 0,-1 1 0,1-1 0,-1 1 0,1-1 0,-1 1 0,1-1 0,-1 1 0,1-1 0,-1 1 0,1-1 0,-1 1 0,1 0 0,0 0 0,-1-1 0,1 1 0,0 0 0,-1 0 0,1 0 0,0-1 0,-1 1 0,1 0 0,1 0 0,21-2 0,1 0 0,-1 1 0,1 2 0,0 0 0,24 5 0,-9-1 0,81 2-1365,-105-7-5461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5.5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19 24575,'10'-7'0,"4"-1"0,-4 4 0,-3 6 0,-6 6 0,-5 6 0,-4-1 0,-1-2-8191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1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69 24575,'-1'0'0,"1"0"0,0 0 0,-1 0 0,1 0 0,-1 0 0,1 0 0,-1 0 0,1 0 0,-1 0 0,1 0 0,0 0 0,-1 0 0,1 0 0,-1 0 0,1 1 0,0-1 0,-1 0 0,1 0 0,-1 0 0,1 1 0,0-1 0,-1 0 0,1 1 0,0-1 0,-1 0 0,1 1 0,0 0 0,0-1 0,0 1 0,0-1 0,0 1 0,0 0 0,0-1 0,0 1 0,1-1 0,-1 1 0,0-1 0,0 1 0,1-1 0,-1 1 0,0-1 0,1 0 0,-1 1 0,1 0 0,21 17 0,-16-14 0,-1-1 0,1 0 0,0 0 0,0-1 0,0 0 0,0 0 0,0 0 0,0-1 0,1 0 0,9 1 0,-13-2 0,-1 0 0,1 0 0,0-1 0,0 1 0,0-1 0,0 0 0,0 1 0,0-1 0,0-1 0,-1 1 0,1 0 0,-1-1 0,1 1 0,-1-1 0,1 0 0,-1 0 0,0 0 0,0 0 0,0 0 0,0 0 0,0 0 0,0-1 0,0 1 0,1-6 0,-1 4 0,0-1 0,-1 1 0,1-1 0,-1 0 0,0-9 0,0 10 0,-1 1 0,1-1 0,-1 0 0,1 0 0,0 1 0,0-1 0,1 1 0,-1-1 0,4-5 0,-4 8 0,-1 1 0,1-1 0,0 1 0,0-1 0,0 0 0,0 1 0,0 0 0,0-1 0,0 1 0,0 0 0,0-1 0,0 1 0,0 0 0,0 0 0,0 0 0,0 0 0,0 0 0,0 0 0,0 0 0,0 0 0,0 0 0,0 1 0,0-1 0,0 0 0,0 1 0,0-1 0,0 0 0,0 1 0,0-1 0,1 2 0,3 1 0,0 0 0,0 0 0,8 8 0,44 45 72,-30-27-1509,-18-20-5389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6.7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12 24575,'-15'-4'0,"-1"2"0,-27-3 0,39 5 0,1 0 0,-1 0 0,0 0 0,1 0 0,-1 1 0,1 0 0,-1-1 0,1 1 0,-1 1 0,1-1 0,0 0 0,-1 1 0,1-1 0,0 1 0,0 0 0,0 0 0,0 1 0,-3 3 0,5-5 0,-1 1 0,1-1 0,1 1 0,-1 0 0,0 0 0,0-1 0,1 1 0,-1 0 0,1 0 0,-1 0 0,1 0 0,0 0 0,0-1 0,-1 1 0,2 0 0,-1 0 0,0 0 0,0 0 0,1 0 0,-1 0 0,0 0 0,1-1 0,0 1 0,0 0 0,-1 0 0,1-1 0,2 3 0,-2-2 0,0-1 0,0 1 0,0-1 0,0 0 0,0 1 0,1-1 0,-1 0 0,0 0 0,1 0 0,-1 0 0,1 0 0,-1-1 0,1 1 0,-1 0 0,1-1 0,0 1 0,-1-1 0,1 1 0,0-1 0,-1 0 0,1 1 0,0-1 0,-1 0 0,1 0 0,0-1 0,0 1 0,-1 0 0,1 0 0,0-1 0,2 0 0,-1-1 0,0 0 0,0 0 0,-1 0 0,1 0 0,0 0 0,-1 0 0,4-4 0,-4 3 0,1 0 0,-1 1 0,1 0 0,0-1 0,4-1 0,-7 4 0,1-1 0,-1 1 0,1 0 0,-1 0 0,0 0 0,1 0 0,-1 0 0,1 0 0,-1 0 0,1 0 0,-1 0 0,0 0 0,1 1 0,-1-1 0,1 0 0,-1 0 0,1 0 0,-1 0 0,0 1 0,1-1 0,-1 0 0,0 0 0,1 1 0,-1-1 0,0 0 0,1 1 0,-1-1 0,0 0 0,0 1 0,1-1 0,-1 1 0,0-1 0,0 0 0,0 1 0,1-1 0,-1 1 0,0-1 0,0 1 0,6 21 0,-5-18 0,66 274 0,-49-197 0,-16-68 0,0 0 0,-1 0 0,-1 1 0,-1 15 0,1-28 0,0 0 0,0 0 0,-1 0 0,1 0 0,0 1 0,0-1 0,-1 0 0,1 0 0,-1 0 0,1 0 0,-1 0 0,1 0 0,-1 0 0,1 0 0,-1 0 0,0 0 0,0 0 0,0-1 0,1 1 0,-1 0 0,0 0 0,0-1 0,-1 2 0,0-2 0,0 1 0,1-1 0,-1 0 0,0 0 0,1 0 0,-1 1 0,0-1 0,1-1 0,-1 1 0,0 0 0,1 0 0,-1-1 0,0 1 0,-1-1 0,-4-2 0,-1-1 0,1 1 0,1-1 0,-1-1 0,-10-7 0,6 2-104,-5-3 223,-26-27-1,39 36-243,-1 0 1,1-1-1,0 1 0,0-1 0,0 0 0,1 1 0,0-1 0,-1-1 1,2 1-1,-1 0 0,-1-10 0,2 3-6701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52 24575,'-30'-31'0,"28"28"0,-1 1 0,0 0 0,0 0 0,0 0 0,-1 0 0,1 0 0,0 1 0,-1 0 0,-4-2 0,7 3 0,0-1 0,0 1 0,0 0 0,0 0 0,0 0 0,-1 0 0,1 0 0,0 0 0,0 0 0,0 1 0,0-1 0,0 0 0,0 0 0,0 1 0,0-1 0,0 1 0,0-1 0,0 1 0,1-1 0,-1 1 0,-1 0 0,0 1 0,1-1 0,0 1 0,0-1 0,0 1 0,0 0 0,1-1 0,-1 1 0,0 0 0,1 0 0,-1-1 0,0 4 0,0 1 0,0 0 0,1 1 0,0-1 0,0 0 0,1 1 0,0 6 0,2 1 0,0 1 0,8 19 0,-10-31 0,0 1 0,1-1 0,0 1 0,-1-1 0,1 0 0,0 0 0,1 1 0,-1-2 0,1 1 0,-1 0 0,1 0 0,0-1 0,0 1 0,6 3 0,-8-5 0,1-1 0,-1 1 0,1-1 0,-1 1 0,0-1 0,1 0 0,0 1 0,-1-1 0,1 0 0,-1 0 0,1 0 0,-1 0 0,1 0 0,-1 0 0,1-1 0,-1 1 0,1 0 0,-1-1 0,3 0 0,-2 0 0,0-1 0,0 1 0,0 0 0,0-1 0,0 0 0,0 1 0,-1-1 0,1 0 0,-1 0 0,1 0 0,1-2 0,0-2 0,0-1 0,0 1 0,-1 0 0,0-1 0,0 1 0,0-1 0,1-12 0,-3-1 0,0 15 0,0 1 0,0-1 0,1 0 0,-1 0 0,1 0 0,0 1 0,2-8 0,-3 12 0,0 0 0,0-1 0,1 1 0,-1 0 0,0-1 0,0 1 0,0 0 0,0 0 0,0-1 0,0 1 0,1 0 0,-1-1 0,0 1 0,0 0 0,1 0 0,-1 0 0,0-1 0,0 1 0,1 0 0,-1 0 0,0 0 0,0-1 0,1 1 0,-1 0 0,0 0 0,1 0 0,-1 0 0,0 0 0,1 0 0,-1 0 0,0 0 0,1 0 0,-1 0 0,0 0 0,0 0 0,1 0 0,-1 0 0,1 0 0,0 1 0,0 0 0,0-1 0,0 1 0,-1 0 0,1 0 0,0 0 0,-1-1 0,1 1 0,0 0 0,0 2 0,11 27 0,-11-30 0,25 88-1365,-22-79-5461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7.8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24575,'115'276'0,"-30"-66"0,-64-161 0,-1 2 0,16 68 0,-36-115 0,2 0 0,-1 1 0,0-1 0,0 1 0,-1 0 0,1-1 0,-1 1 0,0-1 0,0 1 0,-1 0 0,1-1 0,-2 5 0,2-8 0,-1-1 0,1 1 0,0-1 0,-1 1 0,1-1 0,-1 1 0,1-1 0,0 0 0,-1 1 0,1-1 0,-1 0 0,1 1 0,-1-1 0,1 0 0,-1 0 0,1 0 0,-1 1 0,1-1 0,-1 0 0,0 0 0,1 0 0,-1 0 0,1 0 0,-1 0 0,1 0 0,-1 0 0,0 0 0,1 0 0,-1 0 0,1 0 0,-1-1 0,1 1 0,-1 0 0,1 0 0,-1 0 0,1-1 0,-1 1 0,0-1 0,-19-14 0,19 15 0,-32-32 0,1 0 0,-39-53 0,67 79 0,0 1 0,0-1 0,1 0 0,0 0 0,-4-11 0,6 16 0,1 0 0,0 0 0,-1 0 0,1 0 0,0-1 0,0 1 0,0 0 0,0 0 0,0-1 0,0 1 0,0 0 0,0 0 0,0 0 0,1-1 0,-1 1 0,1-1 0,0 1 0,-1 0 0,1 1 0,0-1 0,0 0 0,-1 1 0,1-1 0,0 1 0,0-1 0,0 1 0,0-1 0,-1 1 0,1-1 0,0 1 0,0 0 0,0 0 0,0 0 0,0-1 0,0 1 0,0 0 0,0 0 0,0 0 0,0 0 0,2 1 0,11 1 0,0 2 0,0-1 0,-1 2 0,1 0 0,-1 0 0,13 8 0,-1-2 0,-4-1 0,1-2 0,0 0 0,24 4 0,-36-10 0,-1-1 0,1 0 0,0 0 0,0-1 0,0 0 0,0 0 0,0-1 0,0-1 0,17-4 0,-23 4 0,1 0 0,-1 0 0,0-1 0,0 1 0,0-1 0,0 0 0,0 0 0,-1-1 0,1 1 0,-1-1 0,0 1 0,0-1 0,0 0 0,-1-1 0,1 1 0,-1 0 0,0-1 0,0 1 0,-1-1 0,1 1 0,-1-1 0,1-5 0,-1 2 0,1 0 0,-2-1 0,1 1 0,-1 0 0,0 0 0,-1 0 0,0-1 0,0 1 0,0 0 0,-1 0 0,-1 0 0,-4-11 0,6 16 0,-1 1 0,1 0 0,-1-1 0,1 1 0,-1 0 0,0 0 0,0 0 0,0 0 0,-4-2 0,6 4 0,0-1 0,-1 1 0,0 0 0,1 0 0,-1-1 0,1 1 0,-1 0 0,1 0 0,-1 0 0,1 0 0,-1 0 0,0 0 0,1 0 0,-1 0 0,1 0 0,-1 0 0,1 0 0,-1 0 0,0 0 0,0 0 0,0 1 0,1-1 0,-1 1 0,0-1 0,1 1 0,-1 0 0,0-1 0,1 1 0,-1 0 0,1-1 0,-1 1 0,1 0 0,-1 0 0,1-1 0,0 1 0,-1 0 0,1 0 0,0 1 0,-2 7 0,0 0 0,1-1 0,0 1 0,1 0 0,0 0 0,0-1 0,1 1 0,0 0 0,1-1 0,-1 1 0,6 13 0,1-1 0,0 0 0,2-1 0,16 27 0,-18-34 30,1 1 0,1-2 0,11 14 0,-18-23-113,-1 0 1,1-1-1,0 1 1,0 0-1,0-1 1,1 0-1,-1 0 1,1 0-1,-1 0 1,1 0-1,-1-1 1,1 1-1,0-1 1,0 0-1,0 0 1,0-1-1,6 1 1,3-3-6744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48.2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12 24575,'-3'-2'0,"-1"1"0,0-1 0,1 1 0,-1-1 0,0 1 0,0 0 0,1 1 0,-1-1 0,0 1 0,0-1 0,0 1 0,0 1 0,0-1 0,0 0 0,0 1 0,0 0 0,0 0 0,1 0 0,-1 0 0,0 1 0,-4 1 0,6-1 0,-1-1 0,1 0 0,-1 0 0,1 1 0,0 0 0,0-1 0,0 1 0,0 0 0,0 0 0,0 0 0,0 0 0,0 0 0,1 1 0,-1-1 0,1 1 0,0-1 0,0 0 0,0 1 0,0 0 0,0-1 0,0 1 0,1 0 0,-1-1 0,1 1 0,0 0 0,0 0 0,0-1 0,0 1 0,0 0 0,1 4 0,2 1 0,0 0 0,0 0 0,1 0 0,-1-1 0,11 14 0,29 33 0,-7-9 0,-16-19 0,25 35 0,-42-54 0,1-1 0,-1 0 0,0 1 0,0 0 0,0 0 0,-1 0 0,2 13 0,-4-18 5,0 0-1,0 0 1,0 0-1,0 0 1,0 0-1,-1 0 1,1 1-1,-1-1 1,1 0-1,-1 0 1,0 0-1,0 0 1,0-1-1,0 1 1,0 0-1,0 0 1,-1-1-1,1 1 1,0 0-1,-1-1 1,0 1-1,-1 0 1,-4 3-210,0 0 0,-1-1 0,1 0 0,-9 4 1,10-6-241,-7 4-6381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7.8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60 24575,'4'-5'0,"0"0"0,0 1 0,0-1 0,1 1 0,-1 0 0,1 0 0,0 0 0,0 1 0,1 0 0,-1 0 0,1 0 0,-1 1 0,1-1 0,0 2 0,0-1 0,0 0 0,0 1 0,0 0 0,0 1 0,0-1 0,1 1 0,-1 0 0,0 1 0,0-1 0,11 4 0,17 4 0,1 3 0,39 16 0,-69-25 0,-1 0 0,0 0 0,1 1 0,-1-1 0,0 1 0,0 0 0,0 0 0,-1 0 0,1 1 0,5 7 0,-8-9 0,1 0 0,-1 0 0,0 0 0,0 0 0,0 1 0,-1-1 0,1 0 0,0 1 0,-1-1 0,1 0 0,-1 1 0,0-1 0,0 0 0,0 1 0,0-1 0,-1 1 0,1-1 0,0 0 0,-1 1 0,0-1 0,0 0 0,1 1 0,-1-1 0,-2 2 0,-5 9 0,-1 1 0,0-2 0,-16 18 0,-5 6 0,24-29 0,1 1 0,0 1 0,0-1 0,1 1 0,0 0 0,1 0 0,0 0 0,0 0 0,1 1 0,0-1 0,1 1 0,0 0 0,0-1 0,1 1 0,0 0 0,1-1 0,0 1 0,1-1 0,3 16 0,-3-19 0,-1-2 0,0 0 0,0 0 0,0 0 0,0 0 0,1 0 0,0-1 0,2 5 0,-3-7 0,0 0 0,0 0 0,0 0 0,0 0 0,0 0 0,0-1 0,1 1 0,-1 0 0,0 0 0,1-1 0,-1 1 0,0-1 0,1 1 0,-1-1 0,1 0 0,-1 0 0,0 1 0,1-1 0,-1 0 0,1 0 0,-1 0 0,1 0 0,-1-1 0,3 1 0,23-6 0,-1-1 0,31-11 0,-34 10 0,2-3-1365,-15 7-5461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48 24575,'25'-5'0,"11"-2"0,4 1 0,-2 1 0,-5-1 0,-6 0 0,-4 2 0,-5 1 0,-1 1 0,-5-2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8.7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125 4 24575,'5'-1'0,"-1"0"0,1 0 0,-1 1 0,1-1 0,0 1 0,-1 0 0,1 0 0,0 1 0,-1-1 0,1 1 0,0 0 0,-1 1 0,0-1 0,1 1 0,-1 0 0,0 0 0,1 0 0,-1 0 0,6 6 0,-5-5 0,-1 0 0,0 1 0,0 0 0,0 0 0,0 0 0,-1 0 0,0 1 0,0-1 0,0 1 0,0 0 0,0 0 0,-1 0 0,0 0 0,0 0 0,-1 0 0,2 8 0,-3-10 0,1 0 0,-1 0 0,0 0 0,0 0 0,0 1 0,0-1 0,0 0 0,-1 0 0,0 0 0,1 0 0,-1 0 0,0 0 0,-1 0 0,1 0 0,0-1 0,-1 1 0,0 0 0,1-1 0,-1 1 0,0-1 0,0 0 0,0 1 0,-1-1 0,1 0 0,-1 0 0,1-1 0,-1 1 0,1 0 0,-1-1 0,0 0 0,0 1 0,0-1 0,0 0 0,-6 1 0,-3 0 0,-1 0 0,1 0 0,-1-1 0,0-1 0,0 0 0,1 0 0,-1-2 0,0 1 0,1-2 0,0 1 0,-1-2 0,-16-6 0,27 9 0,0 0 0,0 0 0,0 0 0,0 0 0,0 0 0,0-1 0,0 1 0,0-1 0,1 1 0,-1-1 0,1 1 0,-1-1 0,1 0 0,0 0 0,-1 0 0,1 0 0,0 0 0,0 0 0,1 0 0,-1 0 0,0 0 0,1 0 0,-1 0 0,0-3 0,1 1 0,1 0 0,-1 1 0,1-1 0,-1 1 0,1-1 0,0 1 0,1-1 0,-1 1 0,0 0 0,1-1 0,0 1 0,0 0 0,0 0 0,3-4 0,8-8-682,23-24-1,-25 30-6143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51 24575,'-2'-6'0,"0"3"0,1-1 0,0 1 0,0-1 0,0 0 0,0 1 0,1-1 0,0 0 0,0-6 0,0 10 0,0-1 0,0 1 0,0 0 0,0 0 0,0-1 0,0 1 0,0 0 0,0 0 0,0 0 0,0-1 0,0 1 0,0 0 0,0 0 0,0 0 0,1-1 0,-1 1 0,0 0 0,0 0 0,0 0 0,0 0 0,0 0 0,1-1 0,-1 1 0,0 0 0,0 0 0,0 0 0,1 0 0,-1 0 0,0 0 0,0 0 0,0 0 0,1 0 0,-1-1 0,0 1 0,0 0 0,1 0 0,9 5 0,9 14 0,-17-17 0,67 77 0,27 27 0,-86-96-341,1 0 0,0-1-1,17 11 1,-16-13-6485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 1 24575,'-12'27'0,"-8"13"0,-1 0 0,1-2 0,3-9 0,3-6 0,5-8-8191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39:5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473 12 24575,'-33'-3'0,"-15"0"0,-8 0 0,1 0 0,5 4 0,6 1 0,5 1 0,5 2 0,5 2 0,2 1 0,4 1 0,3-1 0,5-2-8191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5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18 106 24575,'1'-4'0,"-1"0"0,1 0 0,0 0 0,0 0 0,0 0 0,1 1 0,-1-1 0,1 0 0,0 0 0,0 1 0,4-6 0,-2 4 0,-1 1 0,1 0 0,0 0 0,0 0 0,0 0 0,0 1 0,1-1 0,5-2 0,-3 3 0,0 0 0,0 1 0,1-1 0,-1 1 0,1 1 0,-1 0 0,11-1 0,58 3 0,-31 1 0,-37-2 0,-2 0 0,1 0 0,-1 0 0,0 1 0,1-1 0,11 4 0,-17-3 0,1 0 0,0 0 0,0 0 0,0 0 0,-1 0 0,1 0 0,-1 0 0,1 1 0,-1-1 0,1 1 0,-1-1 0,0 1 0,0-1 0,1 1 0,-1 0 0,0 0 0,-1-1 0,1 1 0,0 0 0,0 0 0,-1 0 0,1 4 0,10 76 0,-10-79 0,-1 0 0,1 0 0,-1 0 0,0 1 0,0-1 0,0 0 0,0 0 0,0 1 0,-1-1 0,0 0 0,-1 6 0,1-8 0,0 1 0,0 0 0,0-1 0,0 1 0,0-1 0,0 1 0,-1-1 0,1 0 0,-1 0 0,1 0 0,-1 1 0,1-1 0,-1-1 0,1 1 0,-1 0 0,0 0 0,0 0 0,1-1 0,-1 1 0,0-1 0,-3 1 0,-33 5 0,0-1 0,1-2 0,-75-4 0,107 1 0,0-1 0,0-1 0,0 1 0,0-1 0,0 0 0,0 0 0,0 0 0,1 0 0,-1-1 0,1 0 0,-1 0 0,1 0 0,0-1 0,0 0 0,1 1 0,-1-1 0,1 0 0,-4-6 0,5 7 0,-1-1 0,1 0 0,0 0 0,0 0 0,1 0 0,-1-1 0,1 1 0,0 0 0,0-1 0,0 1 0,1-1 0,-1 1 0,1-1 0,0 1 0,1-1 0,-1 1 0,1-1 0,0 1 0,0 0 0,0-1 0,3-6 0,-3 9 0,1-1 0,0 1 0,-1-1 0,1 1 0,0-1 0,1 1 0,-1 0 0,0 0 0,1 0 0,-1 0 0,1 0 0,-1 1 0,1-1 0,0 1 0,0 0 0,0 0 0,-1 0 0,1 0 0,0 0 0,0 0 0,6 0 0,5 0 0,1 1 0,-1 0 0,20 3 0,-27-2 0,14 2 0,-1 0 0,1 2 0,-1 0 0,0 2 0,0 0 0,20 11 0,-38-17 0,0 0 0,0 0 0,0 0 0,0 0 0,0 1 0,-1-1 0,1 0 0,-1 1 0,1 0 0,-1-1 0,1 1 0,-1 0 0,0 0 0,0 0 0,1 0 0,-1 0 0,-1 0 0,2 3 0,-1-2 0,-1-1 0,0 1 0,0 0 0,0 0 0,0-1 0,0 1 0,-1 0 0,1 0 0,-1-1 0,0 1 0,0 0 0,-2 4 0,-2 2 0,0 0 0,-1 0 0,0-1 0,-1 0 0,0 0 0,-12 11 0,4-5 0,9-7 0,-1-1 0,-1 1 0,1-1 0,-14 7 0,18-11 0,1-1 0,-1 0 0,0 0 0,0 0 0,0 0 0,1-1 0,-1 1 0,0-1 0,0 0 0,0 0 0,0 0 0,0 0 0,0 0 0,0 0 0,0-1 0,0 0 0,0 1 0,0-1 0,-3-2 0,0 1 9,1-1 0,-1-1 0,1 1 0,-1-1 0,1 0 0,0 0 0,1 0 0,-8-9 0,-1-3-324,-14-24-1,17 24-499,2 3-6011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6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11 24575,'0'-1'0,"0"0"0,0 1 0,1-1 0,-1 0 0,0 1 0,1-1 0,-1 1 0,1-1 0,-1 1 0,0-1 0,1 1 0,-1-1 0,1 1 0,0-1 0,-1 1 0,1 0 0,-1-1 0,1 1 0,0 0 0,3-1 0,-7 8 0,-11 7 0,0 0 0,0-1 0,-1 0 0,-19 11 0,-6 5 0,-49 33 0,-12 9 0,56-36-1365,32-25-5461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24575,'1'-4'0,"1"1"0,1-1 0,-1 0 0,0 1 0,1-1 0,5-5 0,-6 7 0,0 1 0,0 0 0,0-1 0,0 1 0,0 0 0,1 0 0,-1 0 0,0 1 0,0-1 0,1 0 0,-1 1 0,0 0 0,1-1 0,2 1 0,1 0 0,0 0 0,0 0 0,0 1 0,0 0 0,-1 0 0,1 1 0,0-1 0,-1 1 0,1 0 0,-1 1 0,9 4 0,-12-5 0,1-1 0,-1 1 0,0 0 0,0-1 0,0 1 0,0 0 0,-1 0 0,1 1 0,0-1 0,-1 0 0,0 0 0,1 1 0,-1-1 0,0 1 0,0-1 0,0 1 0,-1-1 0,1 1 0,-1 0 0,1-1 0,-1 1 0,0 0 0,0 0 0,0-1 0,0 1 0,-2 5 0,-4 18 0,-1 1 0,-2-1 0,-1 0 0,0-1 0,-25 41 0,32-62 0,-1 2 0,1 1 0,-1 0 0,1 0 0,-2 7 0,4-12 0,1-1 0,-1 0 0,1 0 0,0 1 0,0-1 0,0 0 0,-1 1 0,1-1 0,0 0 0,1 1 0,-1-1 0,0 0 0,0 1 0,0-1 0,1 0 0,-1 0 0,1 1 0,-1-1 0,1 0 0,-1 0 0,1 0 0,0 0 0,0 0 0,-1 0 0,1 0 0,0 0 0,0 0 0,0 0 0,0 0 0,2 1 0,9 3 0,0 0 0,0-1 0,0-1 0,0 1 0,1-2 0,15 2 0,-26-4-91,-1 0 0,1 0 0,-1 0 0,0 0 0,1 0 0,-1 0 0,1 0 0,-1-1 0,0 1 0,1 0 0,-1-1 0,0 1 0,0-1 0,2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8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25 24575,'-25'-5'0,"-11"-2"0,-2 1 0,3 1 0,6 3 0,4 3 0,4 1 0,4 1 0,4-2-8191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09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235 18 24575,'0'9'0,"1"1"0,5 18 0,-4-22 0,-1-1 0,0 1 0,0-1 0,0 1 0,0 0 0,-1-1 0,0 1 0,0 0 0,-1-1 0,1 1 0,-1 0 0,-2 6 0,2-11 0,0 1 0,1-1 0,-1 0 0,0 1 0,0-1 0,0 0 0,0 0 0,0 0 0,0 0 0,0 1 0,0-2 0,0 1 0,-1 0 0,1 0 0,0 0 0,-1 0 0,-2 0 0,2 0 0,-1 0 0,0-1 0,0 1 0,0-1 0,0 0 0,0 0 0,0 0 0,-5-1 0,0 0 0,1-1 0,-1 0 0,1 0 0,0-1 0,-1 0 0,-7-5 0,-98-66 0,112 73 0,0 1 0,0-1 0,-1 0 0,1 0 0,0 0 0,0 0 0,0 0 0,0 0 0,0 0 0,0-1 0,1 1 0,-1 0 0,0 0 0,1-1 0,-1 1 0,1-1 0,-1 1 0,1 0 0,-1-1 0,1 1 0,0-1 0,0 1 0,0-1 0,0 1 0,0-1 0,0 1 0,0 0 0,0-1 0,1 1 0,0-2 0,0 1 0,0 0 0,0 0 0,0 0 0,1 0 0,-1 1 0,1-1 0,-1 1 0,1-1 0,0 1 0,-1-1 0,1 1 0,0 0 0,0 0 0,0 0 0,0 0 0,0 0 0,0 0 0,0 1 0,4-1 0,6-1-182,0 0 0,0 2 0,21 0-1,-26 0-453,6 1-6190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0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37 24575,'-3'-20'0,"2"19"0,1 1 0,0-1 0,0 0 0,0 0 0,0 1 0,0-1 0,0 0 0,0 0 0,0 1 0,0-1 0,0 0 0,0 1 0,0-1 0,1 0 0,-1 0 0,0 1 0,1-1 0,-1 0 0,0 1 0,1-1 0,-1 1 0,1-2 0,0 2 0,0 0 0,-1 0 0,1 0 0,-1 0 0,1 0 0,-1 1 0,1-1 0,-1 0 0,1 0 0,-1 0 0,1 1 0,-1-1 0,1 0 0,-1 1 0,1-1 0,-1 0 0,1 1 0,-1-1 0,1 1 0,-1-1 0,1 1 0,10 13 0,-9-10 0,12 13 0,0-1 0,1 0 0,1-1 0,33 24 0,23 16-1365,-63-48-5461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4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1 24575,'-10'7'0,"-4"6"0,2 2 0,1 2 0,4 0 0,0 0 0,1-1 0,2 0 0,-1 0 0,0-1 0,-1-3 0,0-1 0,-1-2 0,-3-2 0,-1-3 0,1-3-8191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0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276 1 24575,'-30'0'0,"-15"0"0,-5 0 0,1 0 0,7 0 0,7 0 0,10 0-8191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1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24575,'0'0'-8191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4.4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0 24575,'-1'11'15,"0"0"0,-1 0 0,0-1 0,0 1 0,-1-1 0,0 1 0,-7 13 0,3-10-312,0 0 0,-1-1 0,-1 1 0,-20 22 0,21-27-6529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79 24575,'1'-4'0,"0"0"0,1 0 0,-1 0 0,1 0 0,0 0 0,0 1 0,0-1 0,0 1 0,1-1 0,0 1 0,-1 0 0,1 0 0,0 0 0,0 0 0,1 1 0,5-5 0,-3 4 0,-1 1 0,1-1 0,0 1 0,0 0 0,0 1 0,0 0 0,0-1 0,0 2 0,0-1 0,11 1 0,-9 0 0,0 1 0,0 0 0,0 0 0,1 1 0,-2 0 0,1 0 0,0 1 0,0 0 0,-1 1 0,0-1 0,1 1 0,-1 1 0,-1-1 0,1 1 0,-1 0 0,0 1 0,9 9 0,-12-10 0,0 0 0,0-1 0,0 1 0,-1 0 0,0 0 0,0 0 0,0 0 0,-1 1 0,0-1 0,0 0 0,0 1 0,-1-1 0,1 8 0,-2-2 0,-1 0 0,1-1 0,-2 1 0,1-1 0,-9 19 0,7-18 0,-1 1 0,0 0 0,1 0 0,0 0 0,1 1 0,1-1 0,-3 22 0,5-11 0,-1-13 0,0-1 0,1 1 0,1-1 0,-1 1 0,2 0 0,2 10 0,-3-17 0,0-1 0,1 1 0,0-1 0,-1 1 0,1-1 0,0 0 0,0 1 0,1-1 0,-1 0 0,0-1 0,1 1 0,-1 0 0,1-1 0,-1 1 0,1-1 0,0 0 0,0 0 0,0 0 0,4 1 0,4 1 0,0-1 0,0 0 0,22 0 0,-28-2-45,83-1 216,-80 0-337,0 0 0,1-1 1,-1 0-1,0 0 1,0-1-1,0 0 0,-1 0 1,11-6-1,-8 2-6660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7.9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25 24575,'-27'-5'0,"-13"-2"0,-1 1 0,4 1 0,8 4 0,6 4 0,8 5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88 24575,'-3'2'0,"-1"0"0,0 0 0,0 1 0,1-1 0,-1 1 0,1 0 0,0 0 0,-1 0 0,2 1 0,-1-1 0,-4 7 0,6-8 0,0 0 0,0 0 0,0 1 0,1-1 0,-1 0 0,0 0 0,1 1 0,0-1 0,-1 0 0,1 1 0,0-1 0,0 0 0,1 0 0,-1 1 0,0-1 0,1 0 0,-1 1 0,1-1 0,0 0 0,0 0 0,0 0 0,0 0 0,2 4 0,2 1 0,1 0 0,-1 0 0,1 0 0,1 0 0,-1-1 0,1-1 0,0 1 0,1-1 0,8 5 0,-12-7 0,0-1 0,0 0 0,1 0 0,-1-1 0,0 1 0,1-1 0,-1 0 0,1 0 0,-1-1 0,1 1 0,-1-1 0,1 0 0,0 0 0,-1-1 0,1 1 0,-1-1 0,1 0 0,-1 0 0,8-3 0,-11 3 0,1 0 0,0 0 0,-1-1 0,1 1 0,-1-1 0,1 1 0,-1-1 0,0 1 0,0-1 0,1 0 0,-1 1 0,0-1 0,-1 0 0,1 0 0,0 0 0,0 0 0,-1 0 0,1 0 0,-1 0 0,0 0 0,1-2 0,-1-7 0,1 1 0,-3-20 0,2 26 0,-2-7 0,1 0 0,-2 0 0,1 0 0,-1 1 0,-1-1 0,0 1 0,-1 0 0,0 0 0,0 1 0,-1-1 0,0 1 0,0 0 0,-11-10 0,15 17-44,1 1 0,0 0 0,-1 0 0,1-1 0,-1 1 0,0 0 0,1 0 0,-1 1 0,0-1 0,1 0 0,-1 0 0,0 1 0,0-1 0,0 1 0,0 0 0,1 0 0,-1-1 0,0 1-1,0 0 1,0 1 0,0-1 0,0 0 0,0 0 0,0 1 0,1-1 0,-1 1 0,0 0 0,0-1 0,1 1 0,-4 2 0,-4 3-6782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8.8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25 24575,'-28'-5'0,"-11"-2"0,-2 1 0,4 1 0,7 4 0,8 2 0,4 1 0,5 2 0,3 1 0,0 0 0,-1 1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19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24575,'-3'-2'0,"0"1"0,0 4 0,3 3 0,1 4 0,4 2 0,0 2 0,2 1 0,0 0 0,-1 1 0,1-3 0,-1-1 0,-2 0 0,2 0 0,-1-1-8191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24575,'3'-1'0,"-1"0"0,1 0 0,0 1 0,0-1 0,0 1 0,0 0 0,-1 0 0,1 0 0,0 0 0,0 1 0,0-1 0,0 1 0,-1-1 0,1 1 0,0 0 0,0 0 0,3 3 0,5 1 0,-1 1 0,19 13 0,-12-4 0,0 0 0,-1 2 0,0 0 0,-2 1 0,18 26 0,-18-21 0,0 0 0,-2 0 0,-1 1 0,-1 1 0,0 0 0,8 41 0,-14-42 0,-1 0 0,-1-1 0,-2 1 0,0 0 0,-6 43 0,4-55 0,-1 0 0,1 0 0,-2-1 0,0 1 0,0-1 0,-1 0 0,0 0 0,-1 0 0,0-1 0,-1 0 0,0 0 0,-1-1 0,0 0 0,0 0 0,-1 0 0,-10 6 0,-33 26-1365,38-32-5461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0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1 24575,'-11'30'0,"6"-1"0,0-5 0,1 0 0,-1 29 0,4 2 0,10 83 0,-7-119 0,2 0 0,0-1 0,2 1 0,0-1 0,0 0 0,2-1 0,0 1 0,11 16 0,-2-8-151,2-1-1,0-1 0,1-1 0,1 0 1,2-2-1,0 0 0,1-2 1,27 18-1,-32-27-6674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7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27 24575,'-24'-27'0,"36"51"0,1-6 0,1 0 0,0-1 0,1-1 0,1 0 0,27 20 0,-23-22-39,26 17-1287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1.9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24575,'-12'13'0,"-7"6"0,-1 3 0,2-3 0,3-2 0,4-1 0,4-1 0,4 0 0,-1-3 0,0-2 0,2 2 0,0-3-8191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2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10 24575,'-30'-3'0,"-12"0"0,-5 0 0,4 3 0,4 1 0,6 1 0,3 3 0,5 2 0,4 3 0,3 0 0,5-2-8191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6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24 157 24575,'0'-15'0,"0"-8"0,0-2 0,-3 3 0,0 3 0,0 2 0,-2 4 0,-1 1 0,2 1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3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0 501 24575,'15'-427'0,"-15"368"-1365,0 44-5461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7 413 24575,'-1'-5'0,"-2"-30"0,1 1 0,3-43 0,0 66 0,0 1 0,1-1 0,0 1 0,1-1 0,0 1 0,1 0 0,0 0 0,0 1 0,1-1 0,1 1 0,10-14 0,-9 14-136,-1 1-1,0-1 1,0 0-1,-1 0 1,0-1-1,0 1 1,-1-1-1,0 0 0,4-21 1,-6 18-6690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3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18 194 24575,'-5'-22'0,"-2"-11"0,3 1 0,3 3 0,0 4 0,4 4 0,1 3 0,0 5-8191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4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0 974 24575,'0'-26'0,"5"-129"0,-3 130 0,2 0 0,1 1 0,1-1 0,10-28 0,17-28 0,25-76 0,-22 40 0,16-65 0,-49 164-455,-1-1 0,-1-35 0,-1 41-6371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6.0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1473 24575,'69'-51'0,"2"3"0,85-43 0,-131 78 0,0-2 0,-2 0 0,37-32 0,-17 14 0,-28 22 0,0 0 0,14-15 0,173-169 0,-76 86 0,-39 36 0,-49 41 0,0 3 0,2 1 0,1 1 0,48-21 0,-82 44 0,0 0 0,0-1 0,0 0 0,0 0 0,-1 0 0,1-1 0,-1 0 0,-1-1 0,1 1 0,-1-1 0,4-8 0,2-4 0,-2-1 0,15-42 0,-20 51 0,1 1 0,1-1 0,-1 1 0,1 0 0,1 1 0,0 0 0,1 0 0,-1 0 0,17-13 0,4-1 0,55-34 0,64-26 0,-30 17 0,-91 51-682,52-20-1,-62 30-6143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7.4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76 24575,'2'-4'0,"-1"0"0,1 1 0,-1-1 0,1 1 0,0 0 0,1-1 0,-1 1 0,0 0 0,1 0 0,0 1 0,0-1 0,4-3 0,-1 2 0,-1 1 0,1 0 0,-1 0 0,1 1 0,0 0 0,0 0 0,7-2 0,9 1 0,-1 0 0,1 2 0,32 1 0,-36 0 0,-15 0 0,-1 0 0,1 0 0,0 1 0,0-1 0,-1 1 0,1-1 0,0 1 0,0 0 0,-1 0 0,1 0 0,-1 0 0,1 0 0,-1 1 0,0-1 0,3 2 0,-3-1 0,-1 0 0,1 1 0,0-1 0,-1 0 0,0 0 0,1 1 0,-1-1 0,0 1 0,-1-1 0,1 1 0,0-1 0,-1 1 0,1-1 0,-1 1 0,1 5 0,-1 6 0,0-1 0,-1 1 0,-1 0 0,0-1 0,0 1 0,-2-1 0,1 1 0,-2-1 0,0-1 0,0 1 0,-1-1 0,-12 19 0,16-29 0,0 0 0,0 0 0,0-1 0,0 1 0,0-1 0,0 1 0,0-1 0,0 1 0,-1-1 0,1 0 0,0 0 0,-1 0 0,1-1 0,-1 1 0,1-1 0,-1 1 0,1-1 0,-1 0 0,0 0 0,1 0 0,-1 0 0,1 0 0,-1 0 0,-2-1 0,-7-2 0,0 1 0,1-2 0,-21-8 0,11 2 0,0-1 0,0-1 0,-20-16 0,35 24 0,1-1 0,-1 0 0,1-1 0,-1 1 0,1-1 0,1 0 0,-1 0 0,-6-13 0,10 17 0,0 0 0,0 0 0,1 1 0,-1-1 0,1 0 0,-1 0 0,1 0 0,-1 0 0,1 0 0,0 0 0,0 0 0,0 0 0,0 1 0,0-1 0,1 0 0,-1 0 0,0 0 0,1 0 0,0 0 0,-1 0 0,1 1 0,0-1 0,0 0 0,0 0 0,0 1 0,0-1 0,0 1 0,0-1 0,1 1 0,-1-1 0,1 1 0,-1 0 0,1 0 0,-1 0 0,1 0 0,0 0 0,-1 0 0,1 0 0,3-1 0,5-1 0,1 0 0,-1 0 0,1 1 0,0 0 0,0 1 0,17 0 0,27-4 0,-38 2 0,1 1 0,35-1 0,-53 3 0,1 0 0,-1 0 0,1 0 0,-1 0 0,1 0 0,0 0 0,-1 1 0,1-1 0,-1 0 0,1 0 0,-1 0 0,1 0 0,-1 1 0,1-1 0,-1 0 0,1 1 0,-1-1 0,1 0 0,-1 1 0,1-1 0,-1 1 0,0-1 0,1 0 0,-1 1 0,0-1 0,1 1 0,-1-1 0,1 2 0,-1-1 0,0 0 0,0 0 0,0 0 0,0 0 0,0 0 0,-1 1 0,1-1 0,0 0 0,0 0 0,-1 0 0,1 0 0,-1 0 0,0 2 0,-3 3 0,0 0 0,0 0 0,-7 7 0,4-4-83,-13 13-238,1 0 1,1 2-1,-26 46 1,37-55-6506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0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 24575,'0'-1'0,"0"0"0,0 0 0,0 0 0,1 0 0,-1 0 0,0 0 0,0 0 0,1 0 0,-1 0 0,1 0 0,-1 0 0,1 0 0,-1 0 0,1 0 0,-1 0 0,1 0 0,0 1 0,0-1 0,-1 0 0,2 0 0,0-1 0,0 1 0,1 0 0,-1 0 0,0 0 0,0 0 0,1 0 0,-1 1 0,4-2 0,4 1 0,-1 1 0,0-1 0,17 3 0,-21-1 0,0 0 0,0 0 0,0 0 0,0 1 0,0 0 0,0 0 0,0 0 0,0 1 0,-1-1 0,0 1 0,1 0 0,-1 1 0,0-1 0,0 1 0,-1-1 0,1 1 0,-1 1 0,0-1 0,0 0 0,0 1 0,0-1 0,-1 1 0,0 0 0,0 0 0,0 0 0,0 0 0,-1 0 0,0 0 0,0 0 0,-1 1 0,1-1 0,-1 0 0,0 0 0,0 1 0,-1-1 0,-1 9 0,-10 32 0,7-31 0,1-1 0,1 2 0,-2 20 0,-4 32 0,3-27 0,4-29 0,1-10 0,1 0 0,-1 0 0,1 0 0,0 0 0,0 0 0,0 0 0,0 0 0,0 0 0,0 2 0,1-4 0,-1 1 0,1 0 0,-1 0 0,0-1 0,1 1 0,0 0 0,-1-1 0,1 1 0,-1-1 0,1 1 0,0-1 0,0 1 0,-1-1 0,1 1 0,0-1 0,0 1 0,-1-1 0,1 0 0,0 0 0,0 1 0,0-1 0,0 0 0,-1 0 0,1 0 0,1 0 0,3 0-85,0 0 0,0 0-1,-1-1 1,1 1 0,0-1-1,-1 0 1,1-1 0,-1 1-1,1-1 1,-1 0 0,0 0-1,0 0 1,0 0 0,0-1-1,7-5 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3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28 24575,'-27'-5'0,"-13"-2"0,-1 1 0,4 1 0,6 1 0,7 4 0,6 2 0,6 4 0,3 2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29.8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61 24575,'-6'0'0,"1"0"0,-1 1 0,1-1 0,0 1 0,-1 0 0,1 0 0,-9 4 0,13-5 0,0 1 0,-1 0 0,1 0 0,0 0 0,0-1 0,-1 1 0,1 0 0,0 0 0,0 1 0,0-1 0,0 0 0,0 0 0,1 0 0,-1 1 0,0-1 0,0 0 0,1 1 0,-1-1 0,1 1 0,-1-1 0,1 1 0,0-1 0,0 1 0,-1-1 0,1 1 0,0-1 0,0 1 0,1-1 0,-1 1 0,0-1 0,0 1 0,1 1 0,0 2 0,1 0 0,-1 0 0,1 0 0,0 0 0,0 0 0,0 0 0,1 0 0,0-1 0,0 1 0,0-1 0,6 7 0,-7-9 0,0 0 0,0-1 0,0 1 0,0-1 0,1 0 0,-1 1 0,0-1 0,0 0 0,1 0 0,-1-1 0,1 1 0,-1 0 0,1-1 0,-1 1 0,1-1 0,-1 0 0,1 0 0,-1 0 0,1 0 0,-1 0 0,1-1 0,-1 1 0,1-1 0,-1 0 0,0 0 0,4-1 0,0-1 0,0 1 0,-1-2 0,1 1 0,-1-1 0,1 0 0,-1 0 0,0 0 0,-1-1 0,1 1 0,-1-1 0,0 0 0,6-10 0,-8 12 0,-1 0 0,1 0 0,-1 0 0,0 0 0,0 0 0,0 0 0,-1 0 0,1 0 0,-1-1 0,1 1 0,-1 0 0,0 0 0,-1-1 0,1 1 0,0 0 0,-1 0 0,0 0 0,1 0 0,-1 0 0,-1 0 0,1 0 0,0 0 0,-1 0 0,1 0 0,-1 0 0,0 1 0,-3-4 0,2 2-80,-1 1 0,1 0-1,-1 0 1,0 0 0,0 0-1,0 1 1,0-1 0,0 1-1,0 0 1,-1 0 0,1 1 0,-1 0-1,0-1 1,1 1 0,-1 1-1,-4-1 1,-4 0-6746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31 24575,'-30'-5'0,"-12"-2"0,-2 1 0,4 1 0,6 1 0,7 2 0,8 1-8191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0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24575,'10'18'0,"5"8"0,4 4 0,0 1 0,-2-4 0,-3-3 0,-2-6-8191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1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24575,'20'10'0,"9"9"0,3 3 0,-3 0 0,-5 2 0,-5-1 0,-5 1 0,-6-1 0,-3 0 0,-3-1 0,-2-2 0,-1-2 0,0-3-8191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2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14 24575,'0'-1'0,"0"1"0,0-1 0,0 1 0,0-1 0,0 1 0,0-1 0,0 1 0,0-1 0,0 1 0,0-1 0,0 1 0,0-1 0,0 1 0,0-1 0,1 1 0,-1-1 0,0 1 0,0-1 0,1 1 0,-1 0 0,0-1 0,1 1 0,-1-1 0,0 1 0,1 0 0,-1-1 0,1 1 0,0 0 0,-1 0 0,0 0 0,1 1 0,-1-1 0,0 0 0,0 1 0,1-1 0,-1 0 0,0 1 0,0-1 0,0 0 0,1 1 0,-1-1 0,0 0 0,0 1 0,0-1 0,0 0 0,0 1 0,0-1 0,0 1 0,0-1 0,0 0 0,0 1 0,0-1 0,0 1 0,0-1 0,0 0 0,0 1 0,0-1 0,-1 0 0,1 1 0,0-1 0,0 0 0,0 1 0,-1-1 0,1 1 0,-4 7 0,0 1 0,0-1 0,-1 0 0,0 0 0,0-1 0,-8 9 0,-16 23 0,21-24 0,0 1 0,2 0 0,0 0 0,0 1 0,-3 18 0,5-9 0,0 0 0,0 46 0,4-46 0,3 1 0,0 0 0,1 0 0,10 31 0,43 100 0,110 204-1365,-157-341-5461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3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1 24575,'11'9'0,"-1"1"0,0 1 0,0 0 0,-2 0 0,1 1 0,-1 0 0,-1 1 0,0-1 0,7 21 0,-2-2 0,-2 1 0,-2 0 0,6 33 0,-8-26 0,-2 1 0,-1 76 0,-4-91 0,-2-1 0,0 1 0,-2-1 0,-1 1 0,-16 42 0,19-59-72,-2 0 1,1-1-1,-1 1 0,0-1 0,-1 0 0,1 0 0,-1 0 0,-1-1 1,1 0-1,-1 0 0,0-1 0,-1 0 0,1 0 0,-1-1 0,0 0 1,0 0-1,0-1 0,-16 5 0,9-5-6754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3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24575,'15'12'0,"7"7"0,3 3 0,2 3 0,-1-1 0,-2-2 0,-1-2 0,-1-2 0,0-1 0,-1 1 0,-1-3 0,-2 0 0,-1-2 0,-2-1 0,-2-2 0,-4 1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1 24575,'-10'20'0,"-6"9"0,0 2 0,2-1 0,2-7 0,2-3 0,1-4 0,1-2 0,1-3 0,0 0 0,0-1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0:34.2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394 15 24575,'-30'-2'0,"-15"-2"0,-5 1 0,1 1 0,1 0 0,5 1 0,3 3 0,4 1 0,6 0 0,8 0-8191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2.9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1 24575,'-5'0'0,"-2"3"0,1 2 0,1 4 0,3 3 0,4 1 0,0 2 0,7 10 0,5 4 0,1-1 0,-3-2 0,-4-6-8191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1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53 24575,'-3'-15'0,"2"-3"0,4 5 0,1 7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7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155 78 24575,'-11'-8'0,"0"-2"0,-1 1 0,0 0 0,0 0 0,-1 2 0,0-1 0,-18-6 0,30 14 0,0-1 0,0 1 0,0-1 0,0 1 0,0 0 0,0 0 0,0-1 0,0 1 0,-1 0 0,1 0 0,0 0 0,0 0 0,0 0 0,0 0 0,0 0 0,0 1 0,-1-1 0,1 0 0,0 1 0,0-1 0,0 0 0,0 1 0,0-1 0,0 1 0,0 0 0,0-1 0,1 1 0,-1 0 0,0 0 0,0-1 0,0 1 0,1 0 0,-1 0 0,0 0 0,1 0 0,-1 0 0,1 0 0,-1 0 0,1 0 0,0 0 0,-1 0 0,1 0 0,0 0 0,0 1 0,-1 1 0,1 5 0,-1 1 0,1 0 0,1-1 0,2 16 0,-2-21 0,62 319 0,-57-294 0,2-1 0,1 0 0,1 0 0,2 0 0,24 41 0,-27-52 0,-1 0 0,10 29 0,-11-28 0,-7-15-62,1 0 0,-1 0 0,1 0 0,-1 0 0,0 0 0,1 0 0,-1 0 0,0 0 0,0 0 0,0 0 0,-1 0 0,1 0-1,0 0 1,-1 0 0,0 0 0,1 0 0,-1 0 0,0 0 0,0-1 0,0 1 0,-1 1 0,-3 6-6764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3.9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336 62 24575,'-27'-10'0,"-15"-3"0,-2 0 0,1 2 0,5 4 0,7 3 0,6 1 0,5 2 0,3 4 0,0 1 0,0 2 0,3 0-8191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2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52 24575,'-2'-4'0,"-14"-29"0,10 21 0,6 9 0,1 5 0,33 49 0,-3 2 0,-2 1 0,28 72 0,-49-106 0,-2 1 0,0 0 0,-1 0 0,-1 0 0,-1 1 0,-1 0 0,0 26 0,-2-45 0,0 1 0,0-1 0,0 0 0,1 0 0,-1 0 0,3 6 0,-3-9 0,0 0 0,0 1 0,0-1 0,0 0 0,1 1 0,-1-1 0,0 0 0,0 0 0,0 1 0,1-1 0,-1 0 0,0 0 0,0 1 0,1-1 0,-1 0 0,0 0 0,1 1 0,-1-1 0,0 0 0,1 0 0,-1 0 0,0 0 0,1 0 0,-1 0 0,1 1 0,0-2 0,0 1 0,-1 0 0,1-1 0,0 1 0,0 0 0,0-1 0,-1 1 0,1-1 0,0 1 0,-1-1 0,1 1 0,0-1 0,-1 1 0,1-1 0,-1 0 0,1-1 0,7-8 0,11-22 0,-15 25 0,-1 1 0,1-1 0,0 1 0,1 0 0,0 0 0,0 0 0,0 0 0,0 1 0,9-6 0,-11 8 0,0 1 0,1 0 0,-1 1 0,0-1 0,1 0 0,-1 1 0,1 0 0,5-1 0,-7 2 0,0 0 0,0 0 0,1 0 0,-1 0 0,0 0 0,0 1 0,0-1 0,0 1 0,1 0 0,-1 0 0,0-1 0,0 1 0,0 0 0,-1 1 0,4 1 0,16 13 6,-2 2 0,0 0 0,17 20-1,1 3-1393,-24-28-5438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5.9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201 89 24575,'-11'-8'0,"-59"-38"0,59 39 0,-1 1 0,1 1 0,-1 0 0,-17-5 0,28 10 0,0-1 0,-1 1 0,1 0 0,0 0 0,-1-1 0,1 1 0,0 0 0,-1 0 0,1 0 0,-1 1 0,1-1 0,0 0 0,-1 0 0,1 1 0,0-1 0,0 1 0,-1-1 0,1 1 0,0 0 0,-2 1 0,1-1 0,1 1 0,0-1 0,0 1 0,0-1 0,0 1 0,0 0 0,0-1 0,0 1 0,0 0 0,0 0 0,1 0 0,-1 3 0,0 2 0,0 0 0,1 0 0,0 0 0,0 0 0,0 0 0,1 0 0,2 7 0,2 3 0,1 0 0,1 0 0,14 26 0,8 15 0,13 80 0,-33-101 0,2 0 0,29 67 0,-36-95 0,1-1 0,0 0 0,0 0 0,1 0 0,0 0 0,12 11 0,-16-16 0,1-1 0,0 0 0,0 0 0,0 0 0,0-1 0,1 1 0,-1-1 0,0 1 0,1-1 0,-1 0 0,1 0 0,-1-1 0,1 1 0,0-1 0,-1 0 0,1 0 0,-1 0 0,1 0 0,0 0 0,-1-1 0,5-1 0,-6 2-170,0-1-1,1 0 0,-1 0 1,0 0-1,0 0 0,0 0 1,4-2-1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6.4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43 24575,'-5'-3'0,"6"8"0,5 9 0,-2-8 0,0 0 0,0-1 0,1 1 0,-1-1 0,1 0 0,1 0 0,-1-1 0,1 1 0,0-1 0,0 0 0,0-1 0,0 0 0,13 5 0,-18-7 0,0-1 0,0 0 0,0 0 0,0 0 0,0 0 0,0 0 0,0 0 0,0 0 0,0 0 0,0 0 0,0 0 0,0-1 0,0 1 0,0 0 0,0-1 0,0 1 0,0-1 0,0 1 0,0-1 0,0 1 0,0-1 0,0 0 0,0 1 0,-1-1 0,1 0 0,0 0 0,0 0 0,-1 1 0,1-1 0,-1 0 0,1 0 0,-1 0 0,1 0 0,-1 0 0,0 0 0,1 0 0,-1 0 0,0 0 0,0 0 0,0-2 0,2-5 0,-2 0 0,1 0 0,-1-1 0,-1-9 0,0 9 0,1 6 0,0 1 0,0-1 0,0 1 0,0-1 0,0 1 0,1-1 0,-1 1 0,1 0 0,0-1 0,0 1 0,0 0 0,2-5 0,-2 7 0,-1-1 0,1 0 0,0 0 0,0 1 0,0-1 0,0 0 0,0 1 0,0-1 0,0 1 0,0-1 0,0 1 0,0 0 0,0-1 0,0 1 0,0 0 0,0 0 0,1 0 0,-1 0 0,0 0 0,0 0 0,0 0 0,0 0 0,0 0 0,0 1 0,1-1 0,-1 0 0,0 1 0,0-1 0,0 0 0,1 2 0,11 4 0,1 2 0,-1 0 0,-1 0 0,0 1 0,0 1 0,13 12 0,24 20 0,-47-40-170,1 0-1,-1 0 0,0 0 1,0 1-1,0-1 0,0 0 1,1 5-1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0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89 24575,'1'0'0,"38"-51"0,-35 47 0,0 0 0,0 0 0,1 0 0,-1 1 0,1 0 0,0-1 0,0 2 0,9-6 0,-12 8 0,0-1 0,0 1 0,0 0 0,0 0 0,0 0 0,0 0 0,0 0 0,0 0 0,0 0 0,0 0 0,0 1 0,0-1 0,-1 1 0,1 0 0,0-1 0,0 1 0,0 0 0,-1 0 0,1 0 0,-1 0 0,1 0 0,0 1 0,-1-1 0,0 0 0,1 1 0,0 1 0,5 6 0,0 0 0,0 0 0,6 16 0,-2-8 0,-2 0 0,0 0 0,0 1 0,-2 0 0,0 0 0,-1 0 0,-1 1 0,-1 0 0,3 27 0,-3-10 0,3 1 0,0-1 0,3-1 0,0 0 0,3 0 0,18 37 0,28 33 0,-58-103 0,0-1 0,-1 1 0,1-1 0,0 1 0,-1 0 0,1-1 0,-1 1 0,0 0 0,1-1 0,-1 1 0,0 0 0,0 0 0,0-1 0,0 1 0,0 0 0,-1-1 0,1 1 0,0 0 0,-1-1 0,1 1 0,-2 1 0,1-1 0,-1 0 0,1 0 0,-1 0 0,0 0 0,1-1 0,-1 1 0,0-1 0,0 0 0,0 1 0,0-1 0,0 0 0,0 0 0,-4 1 0,-4 1 0,0 0 0,0-1 0,-1-1 0,1 1 0,-19-1 0,-1-2-1365,17 1-5461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3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258 14 24575,'-15'-5'0,"-5"1"0,-2 1 0,1 1 0,1 4 0,2 1 0,1 0 0,1-1 0,0 3 0,-1 0 0,-1-1 0,-2-1 0,0-1 0,3-1-8191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7.8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257 31 24575,'-3'-5'0,"-3"-2"0,-3 1 0,-2 1 0,-3 1 0,-3 2 0,-1 1 0,-1 0 0,-1 4 0,-3 0 0,0 1 0,-1-1 0,-2-1 0,2-1 0,4 0-8191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8.3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233 39 24575,'-27'-8'0,"-13"-2"0,0 1 0,0 1 0,5 5 0,6 3 0,7 1-8191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29.1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26 24575,'0'-2'0,"0"0"0,0 0 0,1 1 0,-1-1 0,0 0 0,0 0 0,1 1 0,-1-1 0,1 0 0,0 1 0,1-4 0,-2 5 0,0 0 0,0 0 0,0 0 0,0 0 0,1-1 0,-1 1 0,0 0 0,0 0 0,0 0 0,0 0 0,1 0 0,-1 0 0,0 0 0,0 0 0,0 0 0,0 0 0,1 0 0,-1 0 0,0 0 0,0-1 0,0 1 0,1 0 0,-1 1 0,0-1 0,0 0 0,0 0 0,1 0 0,-1 0 0,0 0 0,0 0 0,0 0 0,0 0 0,1 0 0,-1 0 0,0 0 0,8 12 0,34 98 0,-16-37 0,54 106 0,-61-138 0,-15-33 0,18 44 0,-21-48 0,1 0 0,-1 0 0,0 1 0,0-1 0,0 1 0,-1-1 0,0 1 0,0-1 0,0 7 0,0-11 0,0 1 0,0-1 0,0 0 0,0 0 0,0 0 0,0 1 0,0-1 0,0 0 0,0 0 0,0 0 0,0 0 0,0 1 0,0-1 0,-1 0 0,1 0 0,0 0 0,0 0 0,0 1 0,0-1 0,0 0 0,0 0 0,0 0 0,0 0 0,-1 0 0,1 1 0,0-1 0,0 0 0,0 0 0,0 0 0,0 0 0,-1 0 0,1 0 0,0 0 0,0 0 0,0 0 0,-1 0 0,1 1 0,0-1 0,0 0 0,0 0 0,0 0 0,-1 0 0,1 0 0,-7-8 0,-2-13 0,8 18 0,-14-57 0,14 52 0,-1 0 0,2 0 0,-1 0 0,1-1 0,1-11 0,-1 18 0,1 0 0,-1 0 0,0 0 0,1 0 0,0 0 0,-1 0 0,1 0 0,0 0 0,0 0 0,0 0 0,1 0 0,-1 1 0,0-1 0,0 1 0,1-1 0,-1 1 0,1-1 0,0 1 0,-1 0 0,1-1 0,0 1 0,0 0 0,3-1 0,-2 1 0,1 0 0,-1 0 0,1 1 0,0-1 0,-1 1 0,1 0 0,-1 0 0,1 0 0,0 1 0,-1-1 0,1 1 0,-1 0 0,5 2 0,0 0 0,0 0 0,0 1 0,0 0 0,0 1 0,-1 0 0,0 0 0,12 12 0,-4-2 0,0 1 0,12 18 0,-13-11-1365,-10-12-5461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0.7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153 0 24575,'-18'0'0,"0"1"0,-21 3 0,35-3 0,-1 0 0,1 0 0,-1 0 0,1 1 0,-1-1 0,1 1 0,0 0 0,0 0 0,0 0 0,0 1 0,0 0 0,1 0 0,-1 0 0,-3 3 0,5-3 0,1-1 0,-1 1 0,1 0 0,0-1 0,0 1 0,0 0 0,0 0 0,0 0 0,1 0 0,-1 0 0,1 0 0,-1 3 0,4 41 0,-1-24 0,-2 1 0,2 0 0,0 0 0,9 32 0,-2-20 0,35 111 0,-36-127 0,0 1 0,2-1 0,0-1 0,25 35 0,-29-47 0,-1 0 0,2-1 0,-1 0 0,0 0 0,1-1 0,0 0 0,10 6 0,-12-8 0,0-1 0,0 0 0,0 0 0,0 0 0,0 0 0,0-1 0,0 0 0,1 0 0,-1 0 0,0-1 0,1 0 0,-1 0 0,7-1 0,-11 1-42,1-1-1,0 1 0,-1-1 1,1 1-1,-1-1 0,1 1 1,0-1-1,-1 0 0,0 0 1,1 0-1,-1 0 0,1 0 1,-1 0-1,0-1 0,0 1 1,0 0-1,0-1 0,0 1 1,0 0-1,0-1 0,0 1 1,0-1-1,-1 0 0,1 1 1,-1-1-1,1 0 0,-1 1 1,0-1-1,1 0 0,-1 1 1,0-3-1,1-8-6783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3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108 177 24575,'0'19'0,"-1"-11"0,1-1 0,0 1 0,0 0 0,0 0 0,1 0 0,1-1 0,-1 1 0,1-1 0,1 1 0,-1-1 0,5 9 0,-1-6 0,0-1 0,1 1 0,0-1 0,1 0 0,0-1 0,0 0 0,10 7 0,-12-13 0,-7-7 0,-6-10 0,-97-143 0,30 48 0,72 106 0,0 1 0,0-1 0,0 0 0,-2-7 0,4 11 0,0-1 0,-1 1 0,1 0 0,0-1 0,0 1 0,0 0 0,0-1 0,0 1 0,0-1 0,0 1 0,0 0 0,0-1 0,0 1 0,0-1 0,1 1 0,-1 0 0,0-1 0,0 1 0,0 0 0,0-1 0,0 1 0,1 0 0,-1-1 0,1 1 0,-1-1 0,1 1 0,0 0 0,-1 0 0,1 0 0,0 0 0,-1 0 0,1 0 0,0 0 0,0 0 0,-1 0 0,1 0 0,0 0 0,-1 0 0,1 1 0,0-1 0,-1 0 0,1 0 0,0 1 0,0 0 0,7 3 0,-1 1 0,1 0 0,-1 0 0,0 1 0,-1 0 0,1 0 0,9 12 0,14 14 0,-18-22 0,-1-1 0,1 0 0,1-1 0,-1-1 0,1 0 0,1-1 0,-1 0 0,1-1 0,16 4 0,-28-8 0,0-1 0,1 1 0,-1-1 0,0 0 0,0 1 0,0-1 0,0 0 0,1-1 0,-1 1 0,0 0 0,0-1 0,0 1 0,0-1 0,0 1 0,0-1 0,0 0 0,0 0 0,0 0 0,0 0 0,0 0 0,-1-1 0,1 1 0,0 0 0,-1-1 0,1 0 0,-1 1 0,3-4 0,-2 1 0,0-1 0,1 1 0,-2-1 0,1 0 0,0 1 0,-1-1 0,0 0 0,0 0 0,-1 0 0,1 0 0,-1-6 0,-1-1 0,-1-1 0,0 0 0,0 1 0,-8-21 0,0-5 0,9 25 0,1 13 0,0 0 0,1 0 0,-1 0 0,0 0 0,0 0 0,0-1 0,0 1 0,0 0 0,0 0 0,1 0 0,-1 0 0,0 0 0,0 0 0,0 0 0,0 0 0,0 0 0,1 0 0,-1 0 0,0 0 0,0 0 0,0 0 0,0 0 0,0 0 0,1 0 0,-1 0 0,0 0 0,0 0 0,0 0 0,0 1 0,0-1 0,0 0 0,1 0 0,-1 0 0,0 0 0,0 0 0,0 0 0,0 0 0,0 0 0,0 0 0,0 1 0,15 17 0,10 24 0,21 35 0,55 81 0,-66-116 8,-21-25-1381,-2-3-5453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1.68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222 42 24575,'-28'-10'0,"-11"-3"0,-2 3 0,4 3 0,5 5 0,6 4 0,8 0-8191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2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24575,'68'113'0,"-35"-62"0,-30-47 0,0 0 0,1 0 0,-1 0 0,0 0 0,6 4 0,-9-8 0,1 1 0,0-1 0,-1 0 0,1 1 0,-1-1 0,1 0 0,0 1 0,-1-1 0,1 0 0,0 1 0,-1-1 0,1 0 0,0 0 0,-1 0 0,1 0 0,0 0 0,0 0 0,-1 0 0,2 0 0,-2 0 0,1-1 0,0 1 0,-1-1 0,1 1 0,-1-1 0,1 1 0,-1-1 0,0 1 0,1-1 0,-1 0 0,1 1 0,-1-1 0,0 0 0,1 1 0,-1-1 0,0 0 0,0 1 0,0-1 0,0 0 0,0 1 0,1-1 0,-1 0 0,-1-1 0,1-5 0,0 1 0,-1-1 0,0 1 0,0 0 0,-2-7 0,0 4 0,1-1 0,-1-14 0,3 22 0,0 0 0,0-1 0,0 1 0,0 0 0,1 0 0,-1 0 0,0 0 0,1-1 0,0 1 0,0 0 0,-1 0 0,1 0 0,0 0 0,1 1 0,-1-1 0,2-2 0,-2 3 0,1-1 0,-1 1 0,1 0 0,0 0 0,0 0 0,0 0 0,-1 0 0,1 0 0,0 0 0,0 0 0,1 1 0,-1-1 0,0 1 0,0 0 0,0-1 0,0 1 0,0 0 0,0 0 0,0 1 0,0-1 0,1 0 0,-1 1 0,0-1 0,0 1 0,3 1 0,3 1 0,0 0 0,0 1 0,-1 0 0,14 10 0,3 4-193,25 28 0,-35-34-786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2.7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24575,'10'5'0,"27"13"0,0 2 0,-1 1 0,46 36 0,-76-52 0,0 1 0,-1-1 0,0 1 0,0 1 0,-1-1 0,1 1 0,-1-1 0,-1 1 0,5 12 0,0 4 0,8 42 0,0-3 0,33 80 0,-36-111 0,2 0 0,24 40 0,-16-42 0,5 7 0,-26-33 0,-1 0 0,1 0 0,-1 0 0,1 1 0,-1-1 0,0 0 0,0 1 0,-1-1 0,1 0 0,0 5 0,-1-6 0,0 0 0,0-1 0,-1 1 0,1 0 0,0-1 0,-1 1 0,1 0 0,-1-1 0,0 1 0,1-1 0,-1 1 0,0-1 0,0 1 0,0-1 0,0 1 0,0-1 0,0 0 0,0 0 0,-1 1 0,1-1 0,0 0 0,-1 0 0,1 0 0,-1 0 0,1-1 0,-1 1 0,1 0 0,-1-1 0,0 1 0,1-1 0,-3 1 0,-6 1 0,0 0 0,-1-1 0,1-1 0,-12 0 0,4 0 0,-79 10-1365,78-8-5461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3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281 71 24575,'-187'-63'0,"181"62"0,0-1 0,-1 0 0,1 1 0,-1 0 0,-8 1 0,14 0 0,-1 0 0,1 0 0,0 0 0,-1 0 0,1 1 0,0-1 0,-1 0 0,1 1 0,0-1 0,-1 1 0,1 0 0,0-1 0,0 1 0,0 0 0,-1 0 0,1 0 0,0-1 0,0 1 0,0 0 0,1 1 0,-1-1 0,0 0 0,0 0 0,0 0 0,1 0 0,-1 1 0,1-1 0,-1 0 0,1 1 0,-1-1 0,1 2 0,-5 16 0,3-10 0,0 1 0,0 0 0,0 0 0,1 12 0,1-20 0,0 0 0,0 0 0,0 0 0,0 0 0,1 0 0,-1 0 0,1 0 0,-1 0 0,1 0 0,0 0 0,0 0 0,0 0 0,0 0 0,0-1 0,0 1 0,1 0 0,-1-1 0,0 1 0,1-1 0,-1 0 0,1 1 0,-1-1 0,1 0 0,0 0 0,0 0 0,2 1 0,8 3 0,0-1 0,1-1 0,0 0 0,-1 0 0,1-1 0,0-1 0,17 0 0,-21-1 0,0 0 0,-1-1 0,1 0 0,-1-1 0,1 0 0,-1 0 0,0-1 0,0 0 0,0-1 0,0 1 0,14-10 0,-20 11 0,0 0 0,0 0 0,0 0 0,0-1 0,0 1 0,-1 0 0,3-5 0,-4 7 0,1-1 0,-1 0 0,0 1 0,1-1 0,-1 1 0,0-1 0,0 1 0,1-1 0,-1 0 0,0 1 0,0-1 0,0 0 0,0 1 0,0-1 0,0 1 0,0-1 0,0 0 0,0 1 0,0-1 0,0 0 0,0 1 0,0-1 0,0 0 0,-1 1 0,1-1 0,0 1 0,0-1 0,-1 1 0,1-1 0,-1 0 0,1 1 0,0-1 0,-1 1 0,1 0 0,-1-1 0,1 1 0,-2-1 0,2 1 0,0-1 0,0 1 0,-1 0 0,1 0 0,0 0 0,0 0 0,-1 0 0,1 0 0,0 0 0,0 0 0,-1 0 0,1 0 0,0 0 0,0 0 0,-1 0 0,1 0 0,0 0 0,0 0 0,-1 0 0,1 0 0,0 0 0,0 0 0,-1 0 0,1 0 0,0 0 0,0 0 0,-1 1 0,1-1 0,0 0 0,0 0 0,0 0 0,-1 0 0,1 1 0,0-1 0,0 0 0,-2 12 0,7 11 0,7-3-1365,-6-11-5461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4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13 24575,'68'43'0,"47"26"0,-110-66 0,4 2 0,0 0 0,0 0 0,1-1 0,0-1 0,-1 1 0,18 2 0,-25-6 0,0 0 0,0-1 0,0 1 0,0 0 0,0-1 0,0 1 0,0-1 0,0 0 0,0 1 0,0-1 0,-1 0 0,1 0 0,0-1 0,-1 1 0,1 0 0,0 0 0,-1-1 0,0 1 0,1-1 0,-1 1 0,0-1 0,0 0 0,0 1 0,0-1 0,0 0 0,0 0 0,0 0 0,0 0 0,-1 0 0,1-3 0,1 0 0,-1 0 0,0-1 0,-1 1 0,1 0 0,-1 0 0,0 0 0,-1-1 0,1 1 0,-1 0 0,0 0 0,-1-6 0,-5-3 0,-14-23 0,32 46 0,-1-1 0,1 0 0,0-1 0,23 12 0,53 17 0,-8-3 0,-69-29-111,-6-3-14,-1 1-1,1 0 1,0-1 0,-1 1-1,1 1 1,-1-1-1,0 0 1,0 1-1,4 4 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4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24575,'8'20'0,"4"15"0,4 5 0,0 2 0,1 1 0,0-2 0,0-3 0,-2-5 0,1-3 0,-1-5 0,-3-3 0,-3-4 0,-1-2 0,-1-1 0,-3-3-8191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 24575,'13'-2'0,"1"1"0,-1 1 0,0 0 0,0 0 0,0 2 0,19 3 0,77 26 0,-34-8 0,-37-14 0,1-1 0,0-2 0,0-1 0,69-2 0,-141 27-1365,24-24-5461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33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24575,'2'2'0,"2"4"0,-1 3 0,-1 3 0,0 1 0,-1-1-8191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5.9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290 8 24575,'-25'-2'0,"7"-1"0,0 2 0,1 0 0,-1 1 0,0 0 0,-32 6 0,49-6 0,-1 1 0,1-1 0,0 0 0,-1 1 0,1-1 0,-1 1 0,1-1 0,0 1 0,-1 0 0,1 0 0,0 0 0,0 0 0,0 0 0,0 0 0,-1 0 0,1 0 0,1 0 0,-1 0 0,0 0 0,0 1 0,0-1 0,1 0 0,-2 3 0,2-2 0,0 0 0,0 0 0,0 0 0,0 0 0,0 0 0,0 0 0,1 0 0,-1-1 0,1 1 0,-1 0 0,1 0 0,0 0 0,0-1 0,0 1 0,0 0 0,0-1 0,2 4 0,12 12 0,2 0 0,-1-1 0,2-1 0,0 0 0,28 16 0,6 6 0,-51-36 0,1 1 0,-1-1 0,1 0 0,-1 0 0,1 1 0,-1-1 0,0 1 0,0 0 0,0-1 0,0 1 0,0 0 0,0-1 0,0 1 0,0 2 0,-1-3 0,0-1 0,0 1 0,0 0 0,0-1 0,0 1 0,0-1 0,0 1 0,0-1 0,0 1 0,0-1 0,0 1 0,0-1 0,-1 1 0,1-1 0,0 1 0,0-1 0,-1 1 0,1-1 0,0 1 0,-1 0 0,-1 0 0,1-1 0,0 1 0,0 0 0,0 0 0,-1-1 0,1 1 0,0-1 0,-1 1 0,1-1 0,0 0 0,-3 1 0,-11 1 0,0-1 0,-1 0 0,1-1 0,-28-4 0,-62-16 0,80 14 0,19 5-227,-1 0-1,1-1 1,-1 0-1,1-1 1,-7-3-1,4 0-6598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6.3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27 24575,'-15'-13'0,"15"12"0,0 1 0,-1 0 0,1 0 0,0 0 0,0-1 0,0 1 0,-1 0 0,1 0 0,0 0 0,0-1 0,0 1 0,0 0 0,-1-1 0,1 1 0,0 0 0,0 0 0,0-1 0,0 1 0,0 0 0,0-1 0,0 1 0,0 0 0,0-1 0,0 1 0,0 0 0,0-1 0,0 1 0,0 0 0,0 0 0,0-1 0,0 1 0,1 0 0,-1-1 0,0 1 0,0 0 0,0 0 0,0-1 0,1 1 0,-1 0 0,0 0 0,0-1 0,0 1 0,1 0 0,-1 0 0,0 0 0,0 0 0,1-1 0,-1 1 0,0 0 0,0 0 0,1 0 0,-1 0 0,0 0 0,1 0 0,-1 0 0,0 0 0,1 0 0,-1 0 0,1 0 0,1-1 0,1 1 0,-1 1 0,1-1 0,-1 0 0,1 1 0,0-1 0,-1 1 0,0-1 0,1 1 0,-1 0 0,5 3 0,26 15 0,-31-17 0,10 6 0,0 1 0,-1 1 0,0-1 0,-1 2 0,0 0 0,0 0 0,11 19 0,-5-4 0,-2 1 0,18 44 0,-18-38 0,-7-20 0,-2 0 0,1 1 0,-2-1 0,6 28 0,-10-40 0,0 0 0,1 0 0,-1 0 0,0 0 0,0 0 0,0 0 0,0 1 0,0-1 0,0 0 0,0 0 0,0 0 0,-1 0 0,1 0 0,0 0 0,-1 0 0,1-1 0,0 1 0,-1 0 0,0 0 0,1 0 0,-1 0 0,1 0 0,-1-1 0,0 1 0,1 0 0,-1 0 0,0-1 0,0 1 0,0-1 0,0 1 0,1 0 0,-1-1 0,0 0 0,0 1 0,0-1 0,0 0 0,0 1 0,0-1 0,0 0 0,0 0 0,0 0 0,0 0 0,0 0 0,0 0 0,0 0 0,0 0 0,0 0 0,-2-1 0,-4 0 0,0-1 0,0 0 0,0 0 0,1-1 0,-12-6 0,-29-20-1365,33 20-5461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0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 64 24575,'-1'0'0,"1"-1"0,-1 1 0,0 0 0,0-1 0,0 1 0,0 0 0,0 0 0,1 0 0,-1 0 0,0 0 0,0 0 0,0 0 0,0 0 0,0 0 0,0 0 0,1 0 0,-1 0 0,0 1 0,-1-1 0,1 1 0,1-1 0,0 1 0,0-1 0,-1 1 0,1-1 0,0 1 0,0-1 0,0 0 0,0 1 0,0-1 0,0 1 0,-1-1 0,1 1 0,0-1 0,1 1 0,-1-1 0,0 1 0,0-1 0,0 1 0,0-1 0,0 1 0,0-1 0,1 1 0,-1 0 0,2 3 0,0-1 0,0 1 0,0 0 0,1-1 0,-1 0 0,1 1 0,3 2 0,3 3 0,1-1 0,0 1 0,1-2 0,-1 0 0,1 0 0,1-1 0,17 8 0,-28-14 0,0 0 0,0 0 0,0 1 0,0-1 0,0 0 0,0 0 0,0 0 0,-1 0 0,1 0 0,0 0 0,0 0 0,0 0 0,0-1 0,0 1 0,0 0 0,0-1 0,0 1 0,-1 0 0,1-1 0,0 1 0,0-1 0,0 1 0,-1-1 0,1 0 0,0 1 0,-1-1 0,1 0 0,0 1 0,-1-1 0,1 0 0,-1 0 0,1 1 0,-1-1 0,1 0 0,-1 0 0,0 0 0,0 0 0,1 0 0,-1 0 0,0 0 0,0 0 0,0-1 0,1-6 0,0 0 0,-1 0 0,-1-16 0,1 14 0,-2-11 0,1 14 0,0 1 0,1-1 0,0 0 0,0 1 0,0-1 0,1 0 0,0 1 0,2-7 0,-3 12 0,0 1 0,1-1 0,-1 1 0,0 0 0,0-1 0,1 1 0,-1-1 0,0 1 0,0 0 0,1-1 0,-1 1 0,0 0 0,1-1 0,-1 1 0,1 0 0,-1 0 0,0 0 0,1-1 0,-1 1 0,1 0 0,-1 0 0,1 0 0,-1 0 0,0 0 0,1-1 0,-1 1 0,1 0 0,14 6 0,12 16 0,-25-20 0,30 35 0,3 2 0,-32-35 0,1-1 0,0 0 0,0 0 0,0 0 0,1 0 0,-1-1 0,8 4 0,-10-5 0,-1-1 0,1 1 0,-1-1 0,1 1 0,-1-1 0,1 0 0,-1 0 0,1 1 0,-1-1 0,1 0 0,-1-1 0,1 1 0,-1 0 0,1 0 0,-1-1 0,3 0 0,-3 1 0,0-1 0,0 0 0,0 0 0,0 1 0,0-1 0,0 0 0,0 0 0,-1 0 0,1 0 0,0 0 0,-1 0 0,1 0 0,0 0 0,-1-1 0,1 1 0,0-2 0,0-5 0,0 0 0,0 0 0,0 0 0,-1 0 0,-1-10 0,1-4 0,-1 21 0,1 0 0,0 0 0,0 0 0,0 0 0,1 0 0,-1 0 0,0 0 0,0 0 0,0 0 0,1 0 0,-1 0 0,1 1 0,-1-1 0,0 0 0,1 0 0,-1 0 0,1 1 0,0-1 0,-1 0 0,1 1 0,0-1 0,1-1 0,-1 2 0,-1 0 0,1 0 0,0-1 0,1 1 0,-1 0 0,0 0 0,0 0 0,0 0 0,0 0 0,0 0 0,0 1 0,0-1 0,0 0 0,0 0 0,-1 1 0,1-1 0,2 1 0,4 3 0,0 1 0,0-1 0,0 1 0,5 6 0,-8-8 0,10 8-455,0-1 0,25 13 0,-23-15-6371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7.9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31 24575,'2'0'0,"1"1"0,-1 0 0,1 0 0,-1 0 0,0 0 0,1 0 0,1 2 0,6 2 0,55 26 0,-40-18 0,1-1 0,47 16 0,-71-28 0,0 1 0,-1-1 0,1 1 0,0-1 0,0 0 0,0 0 0,0 0 0,0 0 0,0 0 0,0 0 0,0 0 0,0 0 0,0-1 0,-1 1 0,1-1 0,0 0 0,2-1 0,-3 1 0,0 0 0,0 0 0,1 0 0,-2 0 0,1 0 0,0-1 0,0 1 0,0 0 0,0-1 0,-1 1 0,1-1 0,-1 1 0,1-1 0,-1 1 0,0-1 0,1 1 0,-1-1 0,0 1 0,0-1 0,0 1 0,0-1 0,-1-1 0,1-4 0,-2 0 0,1 1 0,-1-1 0,0 1 0,-5-11 0,-3-9 0,10 25 0,0 1 0,0-1 0,0 1 0,-1-1 0,1 0 0,0 1 0,0-1 0,0 1 0,0-1 0,0 1 0,0-1 0,0 1 0,0-1 0,0 0 0,0 1 0,0-1 0,0 1 0,0-1 0,0 1 0,1-1 0,-1 1 0,0-1 0,0 1 0,1-1 0,-1 1 0,1-1 0,0 0 0,-1 1 0,1 0 0,0 0 0,0 0 0,-1 0 0,1 0 0,0 0 0,-1 0 0,1 0 0,0 0 0,0 0 0,-1 0 0,1 0 0,0 0 0,0 1 0,-1-1 0,2 1 0,6 2 0,-1 1 0,13 9 0,-15-10 0,7 4 0,1-1 0,0 0 0,0-1 0,1 0 0,20 4 0,19 9 130,-17-4-1625,-24-10-5331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2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88 24575,'-3'-22'0,"2"16"0,-1-1 0,2 0 0,-1 0 0,1 0 0,0 0 0,0 0 0,2-8 0,-2 15 0,0 0 0,0 0 0,0 0 0,0 0 0,0 0 0,0 0 0,0-1 0,0 1 0,0 0 0,0 0 0,0 0 0,0 0 0,0 0 0,1 0 0,-1 0 0,0 0 0,0 0 0,0 0 0,0-1 0,0 1 0,0 0 0,0 0 0,0 0 0,0 0 0,1 0 0,-1 0 0,0 0 0,0 0 0,0 0 0,0 0 0,0 0 0,0 0 0,0 0 0,1 0 0,-1 0 0,0 0 0,0 0 0,0 0 0,0 0 0,0 0 0,0 0 0,0 0 0,1 0 0,-1 0 0,0 0 0,0 0 0,0 0 0,7 6 0,3 9 0,13 22 0,45 66 0,-59-90 0,2-1 0,0 0 0,0 0 0,1-1 0,21 15 0,-31-25-170,1 1-1,-1 0 0,1-1 1,0 0-1,-1 0 0,1 0 1,5 1-1,1-1-6655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5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24575,'13'33'0,"6"15"0,3 5 0,-3 1 0,-1-4 0,-2-5 0,-1-8 0,-3-5 0,-1-3 0,0-4 0,-2-4 0,-2-2 0,0-6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8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215 82 24575,'-22'-15'0,"-11"-5"0,-1 1 0,2 4 0,6 6 0,6 6 0,3 2 0,5 5 0,1 1 0,4 3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0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86 251 24575,'1'0'0,"-1"0"0,0-1 0,0 1 0,0 0 0,0 0 0,1-1 0,-1 1 0,0 0 0,0-1 0,0 1 0,0 0 0,0 0 0,0-1 0,0 1 0,0 0 0,0-1 0,0 1 0,0 0 0,0-1 0,0 1 0,0 0 0,0 0 0,0-1 0,0 1 0,0 0 0,0-1 0,-1 1 0,1 0 0,0 0 0,0-1 0,0 1 0,0 0 0,-1 0 0,1-1 0,-8-15 0,6 13 0,-19-37 0,8 18 0,1-1 0,-14-41 0,25 62-38,0-1 0,1 1 0,-1 0 1,1 0-1,0-1 0,0 1 0,0 0 0,0-1 0,0 1 0,0 0 0,1 0 0,-1-1 0,1 1 0,-1 0 0,1 0 0,0 0 1,0-1-1,0 1 0,0 0 0,0 0 0,1 1 0,-1-1 0,1 0 0,-1 0 0,1 1 0,-1-1 0,1 1 0,0-1 0,0 1 1,0 0-1,0-1 0,0 1 0,0 0 0,0 0 0,3 0 0,8-4-6788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27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24575,'0'5'0,"0"4"0,0 3 0,0 3 0,0 0 0,2-2 0,1 0 0,1-1 0,-2 1 0,0-2-8191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45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24575,'8'0'0,"2"2"0,2 4 0,-1 3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39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0 24575,'-7'2'0,"1"0"0,0 1 0,0-1 0,1 1 0,-1 1 0,1-1 0,-10 8 0,13-9 0,1-1 0,-1 1 0,1-1 0,0 1 0,0 0 0,-1 0 0,1 0 0,0 0 0,1 0 0,-1 0 0,0 0 0,0 0 0,1 0 0,-1 0 0,1 0 0,0 0 0,0 0 0,0 0 0,0 0 0,0 1 0,0-1 0,0 0 0,1 0 0,-1 0 0,1 0 0,-1 0 0,2 3 0,3 4 0,-1 0 0,1-1 0,0 0 0,1 0 0,0 0 0,0 0 0,1-1 0,9 8 0,2 1 0,0-2 0,28 17 0,-36-26-16,0 0-1,0-1 0,21 6 1,-10-4-1283,-11-2-5527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0.86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92 24575,'5'12'0,"1"0"0,13 18 0,4 8 0,-50-78 0,19 26 0,0-2 0,-12-29 0,19 41 0,-1 0 0,1 0 0,0-1 0,0 1 0,1 0 0,-1 0 0,1-1 0,0 1 0,0 0 0,0-1 0,1 1 0,1-7 0,2 4-1365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2.6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146 90 24575,'-2'-12'0,"-6"-24"0,7 33 0,0 0 0,0 0 0,0 1 0,0-1 0,0 1 0,-1-1 0,1 1 0,-1-1 0,0 1 0,1 0 0,-1 0 0,0 0 0,0 0 0,-5-3 0,5 4 0,0 1 0,0-1 0,0 1 0,0 0 0,0 0 0,0 0 0,0 0 0,0 0 0,0 0 0,0 0 0,0 1 0,0-1 0,0 1 0,0-1 0,0 1 0,0 0 0,0 0 0,0 0 0,0 0 0,-3 2 0,-5 4 0,0 0 0,-9 10 0,18-17 0,-1 2 0,0 0 0,0 0 0,0 0 0,0 0 0,1 0 0,-1 0 0,1 0 0,-1 1 0,1-1 0,0 1 0,0-1 0,0 1 0,0-1 0,0 1 0,0 0 0,1-1 0,-1 1 0,1 0 0,0 5 0,1-4 0,-1 0 0,1 0 0,0-1 0,1 1 0,-1 0 0,1-1 0,-1 1 0,1 0 0,0-1 0,1 0 0,-1 0 0,0 0 0,5 4 0,1 1 0,0-1 0,1 0 0,0 0 0,0-1 0,0 0 0,1-1 0,0 0 0,15 5 0,-4-3 0,0-1 0,0-1 0,30 4 0,33-6-1365,-69-3-5461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4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339 1 24575,'13'0'0,"-9"0"0,-11 0 0,-271 0 0,267 0-134,1 1 0,0 1-1,-10 2 1,13-2-694,-6 0-5998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5.82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454 1 24575,'-30'0'0,"-16"0"0,-3 2 0,2 2 0,5-1 0,8-1 0,6 3 0,3-1 0,3 0 0,4-1 0,1-1 0,2 1 0,0 1 0,-2-1 0,0 0 0,0-2 0,2 0-8191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45 0 24575,'0'0'0,"0"0"0,0 0 0,0 0 0,0 0 0,0 0 0,-1 1 0,1-1 0,0 0 0,0 0 0,0 0 0,0 0 0,0 0 0,0 0 0,0 0 0,0 0 0,0 0 0,-1 0 0,1 0 0,0 0 0,0 0 0,0 0 0,0 1 0,0-1 0,0 0 0,0 0 0,0 0 0,0 0 0,0 0 0,0 0 0,0 0 0,0 0 0,0 1 0,0-1 0,0 0 0,0 0 0,0 0 0,0 0 0,0 0 0,0 0 0,0 0 0,0 1 0,0-1 0,0 0 0,3 8 0,6 7 0,9 10 0,1-2 0,2 0 0,0-1 0,26 20 0,102 70 0,-77-60 0,-71-51 0,1 0 0,-1 0 0,1 0 0,-1 0 0,0 0 0,0 1 0,0-1 0,0 0 0,0 1 0,0-1 0,0 1 0,0-1 0,0 1 0,-1-1 0,1 1 0,0 2 0,-1-3 0,0 0 0,0 0 0,0 0 0,-1 0 0,1 0 0,0 0 0,-1 0 0,1 0 0,-1 0 0,1 0 0,-1 0 0,1 0 0,-1 0 0,1 0 0,-1-1 0,0 1 0,1 0 0,-1 0 0,0-1 0,0 1 0,0-1 0,0 1 0,0-1 0,1 1 0,-1-1 0,0 1 0,0-1 0,-2 1 0,-19 6 0,1-1 0,-1-1 0,-32 3 0,-17 4 0,64-11 0,-49 12 0,-63 22 0,103-29-1365,4-2-5461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6.8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9 24575,'-6'-9'0,"6"9"0,0 0 0,-1 1 0,1-1 0,0 0 0,0 0 0,0 0 0,-1 0 0,1 0 0,0 0 0,0 0 0,0 0 0,0 0 0,0 0 0,-1 0 0,1 1 0,0-1 0,0 0 0,0 0 0,0 0 0,0 0 0,0 0 0,-1 1 0,1-1 0,0 0 0,0 0 0,0 0 0,0 0 0,0 1 0,0-1 0,0 0 0,0 0 0,-1 21 0,5-1 0,1 1 0,2-1 0,0-1 0,15 32 0,-7-19 0,19 37 0,57 87 0,-48-88 0,-28-36-1365,-11-20-5461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0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78 24575,'3'-10'0,"3"-6"0,3 0 0,2 2 0,3 4 0,0 4 0,2 2 0,-1 3 0,-2 1-8191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7.3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 40 24575,'-4'-6'0,"0"1"0,0 0 0,0 0 0,0 0 0,-9-8 0,13 13 0,0 0 0,0 0 0,0 0 0,0 0 0,0 0 0,0 0 0,-1 0 0,1 0 0,0 0 0,0 0 0,0 0 0,0 0 0,0 0 0,0 0 0,0 0 0,0 0 0,0 0 0,0 0 0,0 0 0,0 0 0,-1 0 0,1 0 0,0 0 0,0 0 0,0 0 0,0 0 0,0 0 0,0 0 0,0 0 0,0 0 0,0 0 0,0 0 0,0 0 0,0 0 0,0 0 0,-1 0 0,1 0 0,0 0 0,0 0 0,0 0 0,0 0 0,0 0 0,0 0 0,0 0 0,0 0 0,0 0 0,0 1 0,0-1 0,0 0 0,0 0 0,0 0 0,0 0 0,0 0 0,0 0 0,0 0 0,0 0 0,0 0 0,0 0 0,0 8 0,4 11 0,-4-19 0,11 38 0,2-1 0,20 41 0,43 69 0,-26-52 0,-23-48-1365,-20-35-5461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31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55 36 24575,'1'-28'0,"-1"21"0,-1 23 0,-2 3 0,-1 1 0,-10 29 0,7-29 0,2 0 0,-4 24 0,5-12 0,-5 63 0,9-83 0,1-1 0,0 1 0,1 0 0,0 0 0,0-1 0,6 14 0,0-3 0,2 1 0,0-2 0,2 0 0,0 0 0,2-1 0,0 0 0,1-1 0,1-1 0,0-1 0,2 0 0,21 16 0,-14-14-341,1-1 0,0-1-1,37 16 1,-51-27-6485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8.90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56 24575,'17'-10'0,"0"0"0,0 2 0,1 0 0,24-6 0,-37 12 0,0 1 0,0 0 0,1 0 0,-1 1 0,0-1 0,1 1 0,-1 1 0,1-1 0,-1 1 0,0-1 0,0 1 0,1 1 0,-1-1 0,0 1 0,0 0 0,0 0 0,0 1 0,-1-1 0,1 1 0,5 4 0,-5-3 0,0 1 0,0-1 0,-1 1 0,0 0 0,0 0 0,0 1 0,0-1 0,-1 1 0,0-1 0,0 1 0,-1 0 0,1 0 0,-1 1 0,1 6 0,-2-4 0,0-1 0,-1 1 0,1-1 0,-2 0 0,1 1 0,-1-1 0,-1 1 0,1-1 0,-2 0 0,-3 12 0,-2-1 0,2-2 0,-9 28 0,14-41 0,1 0 0,-1 1 0,0-1 0,1 0 0,0 0 0,0 0 0,0 1 0,1-1 0,-1 0 0,1 0 0,0 0 0,2 6 0,-1-6 0,0-1 0,0-1 0,0 1 0,0 0 0,1 0 0,-1-1 0,1 1 0,0-1 0,-1 0 0,1 0 0,0 0 0,0 0 0,1-1 0,-1 1 0,0-1 0,6 2 0,0 0 0,1-1 0,-1 0 0,1 0 0,17 0 0,-18-1-92,8 0-163,0-1 1,0-1-1,1 0 1,26-6-1,-32 4-6571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12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371 25 24575,'-30'-5'0,"-13"-2"0,-3 1 0,2 1 0,8 4 0,3 2 0,7 1 0,1 2 0,3 1 0,2 2 0,3 0 0,1-1 0,4-2-8191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49.5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24575,'18'2'0,"1"1"0,-1 0 0,-1 2 0,1 0 0,0 1 0,-1 0 0,0 1 0,-1 1 0,0 1 0,0 1 0,-1 0 0,0 1 0,0 0 0,-1 1 0,-1 1 0,0 0 0,-1 1 0,-1 0 0,0 1 0,0 0 0,9 19 0,-4 0 0,0 0 0,19 69 0,-28-76 0,-2-1 0,0 0 0,-2 1 0,0 49 0,-3-66 15,-1-1 0,0 0 0,-1 0 0,0 0 0,0 0 0,-1 0 0,-4 9 0,5-13-129,-1 0 0,0 0-1,0 0 1,0-1 0,0 1 0,-1-1-1,0 0 1,0 0 0,0 0 0,-1 0-1,1-1 1,-8 5 0,-6 1-6712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51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12 24575,'-18'-2'0,"-8"-2"0,-2 1 0,1 1 0,3 2 0,2 3 0,4 2 0,1 0 0,1 3 0,2-1 0,-1-1 0,4-2-8191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0.9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324 0 24575,'-2'1'0,"0"-1"0,1 1 0,-1-1 0,0 1 0,0 0 0,0 0 0,1 0 0,-1 0 0,-2 2 0,-7 4 0,3-3 0,0-2 0,0 1 0,-1-1 0,1 0 0,-1-1 0,0 0 0,1 0 0,-11-1 0,-12-2 0,-29-5 0,17 1 0,-14 2-1365,42 4-5461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2.3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248 3 24575,'-128'6'0,"92"-2"0,-48 1 0,346-5 0,-249-2 0,-17-1 0,-20-4 0,-14 4 0,-1 0 0,-62 6 0,99-2-97,0-1-1,-1 0 1,1 1-1,0 0 1,0-1-1,0 1 1,0 0-1,0 0 1,0 0-1,0 1 1,1-1-1,-1 0 0,-2 3 1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2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92 24575,'-2'-4'0,"0"-1"0,1 1 0,0-1 0,0 1 0,0-1 0,1 1 0,-1-1 0,1 0 0,1-8 0,-1 11 0,0 1 0,1-1 0,-1 0 0,1 0 0,-1 1 0,1-1 0,0 0 0,0 1 0,0-1 0,0 1 0,0-1 0,0 1 0,0-1 0,0 1 0,0 0 0,1 0 0,-1 0 0,1-1 0,-1 1 0,1 0 0,-1 1 0,1-1 0,0 0 0,-1 0 0,1 1 0,0-1 0,3 0 0,2 0 0,1 1 0,-1-1 0,1 2 0,0-1 0,-1 1 0,1 0 0,-1 0 0,0 1 0,1 0 0,-1 0 0,0 1 0,0 0 0,0 0 0,-1 1 0,1 0 0,7 5 0,-11-6 0,0 0 0,0 0 0,-1 0 0,1 0 0,-1 0 0,1 1 0,-1-1 0,0 1 0,0-1 0,-1 1 0,1 0 0,-1 0 0,1 0 0,-1 0 0,-1 0 0,2 4 0,-1 9 0,0 0 0,-1 26 0,-1-24 0,1-4 0,-1-1 0,-1 0 0,0 0 0,-1 1 0,0-2 0,-1 1 0,-10 24 0,9-27 0,-3 4 0,-7 27 0,14-38 0,0 0 0,0 0 0,0-1 0,1 1 0,0 0 0,-1 0 0,1 0 0,1 0 0,-1 0 0,0 0 0,1 0 0,2 6 0,-3-8 0,1-1 0,0 1 0,0-1 0,0 0 0,0 1 0,0-1 0,1 0 0,-1 0 0,0 0 0,0 0 0,1 0 0,-1 0 0,1 0 0,-1 0 0,1-1 0,-1 1 0,1 0 0,-1-1 0,1 1 0,-1-1 0,1 0 0,0 0 0,-1 1 0,1-1 0,0 0 0,2-1 0,6 1 0,-1-1 0,1-1 0,13-3 0,-13 2 0,3 1 49,26-1-1,-28 3-414,0-1 1,0-1-1,17-3 1,-19 2-6461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3.6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280 16 24575,'-5'-5'0,"-4"1"0,-4 1 0,-1 1 0,-1 1 0,-3 1 0,-1 0 0,0 0 0,1 0 0,-2 0 0,1 0 0,0 0 0,2 1 0,0-1 0,1 0 0,1 0 0,0 0 0,3 0-8191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4.1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212 0 24575,'-20'0'0,"-9"0"0,-3 3 0,3 0 0,3 3 0,3 0 0,6 1 0,4 0 0,0-1 0,4-2-8191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5.0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139 167 24575,'-8'8'0,"4"-4"0,-1 0 0,1 1 0,0-1 0,-6 10 0,9-12 0,0 1 0,0-1 0,0 0 0,1 1 0,-1-1 0,1 1 0,-1-1 0,1 1 0,0-1 0,0 1 0,0-1 0,0 1 0,0-1 0,0 1 0,1 3 0,1 0 0,0-1 0,1 1 0,-1 0 0,1-1 0,0 1 0,0-1 0,1 0 0,-1 0 0,1 0 0,0 0 0,1-1 0,-1 1 0,1-1 0,0-1 0,5 5 0,-9-8 0,-1 1 0,1-1 0,-1 0 0,0 0 0,1 1 0,-1-1 0,1 0 0,-1 0 0,1 1 0,-1-1 0,1 0 0,-1 0 0,1 0 0,-1 0 0,1 0 0,-1 0 0,1 0 0,-1 0 0,1 0 0,0 0 0,-1 0 0,1 0 0,0 0 0,-1-1 0,0 1 0,0 0 0,1-1 0,-1 1 0,0-1 0,0 1 0,0 0 0,0-1 0,0 1 0,0-1 0,0 1 0,0 0 0,0-1 0,0 1 0,0-1 0,0 1 0,0 0 0,0-1 0,0 1 0,0-1 0,-10-24 0,-35-48 0,15 26 0,-11-11 0,26 39 0,-19-33 0,34 52 0,0 0 0,1 0 0,-1 0 0,0 0 0,0 0 0,0 0 0,0 0 0,0 0 0,0 0 0,0 0 0,0 0 0,0 0 0,0 0 0,0 0 0,0 0 0,0 0 0,0 0 0,1 0 0,-1 0 0,0 0 0,0 0 0,0 0 0,0 0 0,0 0 0,0 0 0,0 0 0,0-1 0,0 1 0,0 0 0,0 0 0,0 0 0,0 0 0,0 0 0,0 0 0,0 0 0,0 0 0,0 0 0,0 0 0,0 0 0,0 0 0,0 0 0,0 0 0,0-1 0,0 1 0,0 0 0,0 0 0,0 0 0,0 0 0,0 0 0,0 0 0,0 0 0,0 0 0,0 0 0,0 0 0,0 0 0,0 0 0,0 0 0,0 0 0,0 0 0,-1 0 0,1-1 0,0 1 0,0 0 0,0 0 0,0 0 0,0 0 0,0 0 0,8 4 0,12 12 0,-16-13 0,17 13 0,39 23 0,-51-35 0,-1 0 0,1 0 0,0-1 0,0 0 0,0 0 0,0-1 0,0-1 0,14 2 0,-17-3 0,-1 0 0,1 0 0,-1 0 0,0-1 0,1 1 0,-1-1 0,11-4 0,-14 4 0,0 0 0,0 0 0,1-1 0,-1 1 0,0-1 0,0 1 0,0-1 0,-1 0 0,1 0 0,0 0 0,-1 0 0,1 0 0,-1 0 0,1 0 0,-1-1 0,0 1 0,0 0 0,1-5 0,0 2 0,-1-1 0,0 0 0,0 0 0,0 1 0,-1-1 0,0 0 0,0-8 0,-2-1 0,-6-23 0,8 38 0,0 0 0,0 0 0,0 0 0,0 0 0,0 0 0,0 0 0,1 0 0,-1 0 0,0 0 0,0 0 0,0 0 0,0 0 0,0 0 0,0 0 0,0 0 0,0 0 0,0 0 0,0 0 0,0 0 0,0 0 0,1 0 0,-1 0 0,0 0 0,0 0 0,0 0 0,0 0 0,0 0 0,0 0 0,0 0 0,0 0 0,0 0 0,0 0 0,0 0 0,0 0 0,0 0 0,0 0 0,1 0 0,-1 0 0,0 0 0,0 0 0,0-1 0,0 1 0,0 0 0,0 0 0,0 0 0,0 0 0,10 13 0,15 22 0,-24-32 0,20 28 0,0 0 0,2-1 0,2-2 0,29 29 0,2-2-1365,-46-45-5461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58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25 24575,'-7'-19'0,"5"13"0,4 14 0,42 122 0,-14-45 0,4 5 0,5 17 0,-33-87 0,0 1 0,-2 0 0,3 27 0,-7-46 8,0 0 0,0 1 0,0-1 0,0 0 0,0 0 0,-1 0 0,1 0 0,0 0 0,-1 0 0,0-1 0,1 1 0,-1 0 0,0 0 0,-1 2 0,1-3-63,0 0 0,0-1 0,0 1 0,1 0 0,-1-1 0,0 1 0,0 0 0,0-1 0,0 1 0,0-1 0,0 0 0,0 1 0,-1-1 0,1 0 0,0 0 0,0 1 0,0-1 0,0 0 0,0 0 0,0 0 0,0 0 0,-1-1 0,1 1 0,0 0 0,0 0 0,-2-1 0,-6-2-6771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6.7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1 126 24575,'12'-7'0,"5"-6"0,-1-2 0,-3-2 0,-7 0 0,-3 0 0,-3 1 0,-4 3 0,-2 3-8191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24575,'1'36'0,"1"-1"0,1 0 0,2 0 0,17 61 0,-15-74 0,1 1 0,2-1 0,0-1 0,1 0 0,1 0 0,1-1 0,0 0 0,18 18 0,-19-25-104,-5-4-148,1-1 0,-1 0-1,1-1 1,13 10 0,-10-11-6574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7.5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93 40 24575,'-5'-4'0,"1"0"0,0 0 0,0 1 0,0 0 0,0 0 0,0 0 0,-1 0 0,0 1 0,1 0 0,-1 0 0,0 0 0,0 0 0,-6 0 0,11 1 0,-1 1 0,0 0 0,0 1 0,1-1 0,-1 0 0,0 0 0,0 0 0,1 0 0,-1 1 0,0-1 0,1 0 0,-1 0 0,0 1 0,1-1 0,-1 1 0,1-1 0,-1 1 0,0-1 0,1 1 0,-1-1 0,1 1 0,-1 0 0,0 1 0,0-1 0,0 1 0,0 0 0,1 0 0,-1 0 0,0-1 0,1 1 0,-1 3 0,0 3 0,1 1 0,0 16 0,0-23 0,9 81 0,0 19 0,-8-30 0,5 70 0,-4-116 0,2 1 0,1-1 0,10 33 0,-11-49 0,1 0 0,0 0 0,0 0 0,1-1 0,0 0 0,1 0 0,0 0 0,0-1 0,11 9 0,-5-4 0,2-2 0,-1 0 0,2 0 0,28 14 0,-37-22-151,0-1-1,0 1 0,0-1 0,0-1 1,1 1-1,-1-1 0,1 0 1,11-1-1,-6 0-6674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00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69 24575,'10'-10'0,"0"0"0,1 1 0,0 0 0,15-9 0,-23 16 0,0 0 0,0 1 0,0-1 0,0 1 0,0 0 0,0 0 0,0 0 0,0 1 0,1-1 0,-1 1 0,0-1 0,0 1 0,1 0 0,-1 0 0,0 1 0,1-1 0,-1 1 0,0-1 0,0 1 0,0 0 0,0 0 0,0 1 0,0-1 0,4 3 0,2 2 0,0 0 0,0 1 0,-1 0 0,0 0 0,0 1 0,-1 0 0,7 11 0,-10-13 0,0 0 0,0 1 0,-1 0 0,0 0 0,0 0 0,-1 0 0,0 0 0,0 0 0,-1 1 0,0-1 0,1 10 0,-3-5 0,0 0 0,0-1 0,-1 1 0,-1-1 0,-5 18 0,-5 20 0,13-45 0,0-1 0,-1 0 0,1 1 0,1-1 0,-1 0 0,0 1 0,1-1 0,0 0 0,-1 0 0,1 1 0,1-1 0,-1 0 0,0 0 0,1 0 0,-1 0 0,1-1 0,0 1 0,0 0 0,5 4 0,3 3 0,0-1 0,1 0 0,17 10 0,-12-8 0,-10-7-80,0-1 0,0-1-1,0 1 1,0-1 0,1 0-1,-1 0 1,1 0 0,-1-1-1,1 0 1,0-1 0,0 0 0,-1 0-1,1 0 1,0 0 0,-1-1-1,10-2 1,-6-1-6746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2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314 16 24575,'-30'-3'0,"-13"0"0,-1 0 0,2 0 0,5 2 0,4-1 0,5 2 0,5 0 0,4 0 0,5 0-8191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8.6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188 4 24575,'-30'-3'0,"-13"2"0,-1 2 0,5-1 0,8 1-8191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02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24575,'5'5'0,"2"4"0,1 3 0,1 5 0,0 1 0,-1 1 0,1 0 0,-1 0 0,-3 1 0,-1-1 0,1-1 0,-1-1 0,-1-4-8191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1:59.57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24575,'26'12'0,"0"2"0,-2 0 0,1 2 0,-2 1 0,-1 1 0,0 1 0,-1 1 0,-1 0 0,-1 2 0,18 24 0,-23-25 0,-1 0 0,-1 0 0,-1 1 0,0 1 0,-2 0 0,-1 0 0,0 1 0,-2 0 0,-1 0 0,-1 0 0,2 50 0,-6-60 0,-1-1 0,0 0 0,-1 0 0,0 0 0,-1 0 0,-1-1 0,0 1 0,-1-1 0,0 0 0,0 0 0,-8 11 0,2-8 0,1 0 0,-2-1 0,1-1 0,-2 0 0,0 0 0,-1-2 0,-22 17 0,10-11-682,-45 22-1,46-28-6143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7.7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92 24575,'-2'-2'0,"0"0"0,1 0 0,-1 0 0,1 0 0,-1 0 0,1 0 0,0 0 0,0 0 0,0 0 0,0 0 0,0-1 0,0 1 0,0 0 0,1-1 0,0 1 0,-1-1 0,1 1 0,0-1 0,0 1 0,0-3 0,1 3 0,-1 0 0,1 0 0,0 0 0,0 0 0,0 0 0,0 0 0,0 0 0,0 1 0,0-1 0,1 0 0,-1 1 0,0-1 0,1 1 0,0 0 0,-1-1 0,1 1 0,0 0 0,-1 0 0,1 0 0,0 0 0,0 0 0,0 0 0,4 0 0,3-1 0,0 0 0,1 1 0,-1 0 0,0 1 0,1 0 0,-1 0 0,0 1 0,0 0 0,1 1 0,-1 0 0,0 0 0,0 1 0,-1 0 0,1 1 0,0 0 0,-1 0 0,0 1 0,13 10 0,-17-12 0,-1 1 0,0-1 0,0 1 0,-1 0 0,1-1 0,-1 1 0,0 1 0,0-1 0,2 6 0,11 44 0,-6-17 0,-6-28 0,-1 1 0,0-1 0,0 1 0,-1-1 0,0 1 0,-1-1 0,0 1 0,-2 15 0,1-20 0,0 0 0,0-1 0,-1 1 0,1 0 0,-1-1 0,0 1 0,0-1 0,-1 0 0,1 1 0,-1-1 0,0-1 0,0 1 0,-1 0 0,1-1 0,-1 1 0,0-1 0,1 0 0,-9 4 0,6-3 0,-1-1 0,0 1 0,-1-1 0,1-1 0,0 0 0,-1 0 0,1 0 0,-1-1 0,0 0 0,0 0 0,1-1 0,-1 0 0,0-1 0,-12-1 0,12 0 0,-1-1 0,0 1 0,1-1 0,0-1 0,-1 0 0,2 0 0,-1 0 0,0-1 0,1 0 0,0-1 0,0 0 0,-8-8 0,8 6 0,0 1 0,1-2 0,0 1 0,0-1 0,1 1 0,0-2 0,1 1 0,-6-17 0,8 18 0,0 0 0,0 0 0,1 1 0,0-1 0,1 0 0,0 0 0,0 0 0,1 0 0,0 0 0,0 0 0,5-15 0,-4 18 0,0 1 0,0-1 0,1 1 0,0 0 0,0 0 0,0-1 0,0 2 0,0-1 0,1 0 0,0 1 0,0 0 0,0-1 0,0 2 0,0-1 0,1 0 0,-1 1 0,6-2 0,0 0 0,0 0 0,0 1 0,0 0 0,0 1 0,1 0 0,-1 1 0,15-1 0,-18 2 0,0 1 0,0 0 0,1 0 0,-1 0 0,0 1 0,-1 0 0,1 0 0,0 1 0,-1 0 0,1 0 0,-1 1 0,8 5 0,-10-6 0,0 0 0,0 0 0,-1 0 0,0 1 0,1-1 0,-1 1 0,-1 0 0,1 0 0,0 0 0,-1 0 0,0 0 0,0 1 0,0-1 0,-1 1 0,1-1 0,-1 1 0,0 0 0,0 0 0,0 5 0,-2-1-114,1 0 1,-1 0-1,-1 0 0,0 0 0,0 0 1,0-1-1,-1 1 0,-1-1 0,1 0 1,-1 1-1,-8 10 0,2-5-6712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6.1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78 24575,'5'-5'0,"5"-6"0,2 0 0,23-17 0,-31 25 0,1 0 0,0 0 0,1 1 0,-1 0 0,0 0 0,1 0 0,-1 1 0,1 0 0,0 0 0,-1 0 0,8 0 0,1 1 0,0 0 0,0 1 0,-1 0 0,1 1 0,14 5 0,-23-6 0,1 1 0,-1 0 0,0 0 0,0 1 0,0-1 0,-1 1 0,1 0 0,-1 1 0,1-1 0,-1 1 0,0 0 0,-1 0 0,1 0 0,0 0 0,3 8 0,3 5 0,12 37 0,-15-36 0,18 36 0,-23-51 0,-1 0 0,1-1 0,-1 2 0,0-1 0,1 0 0,-1 0 0,-1 0 0,1 1 0,0-1 0,-1 0 0,0 0 0,0 1 0,0-1 0,0 0 0,0 1 0,-1-1 0,1 0 0,-1 1 0,0-1 0,-2 6 0,-2-1 0,0 1 0,0-1 0,-1 0 0,0 0 0,-13 13 0,5-5 0,10-12 0,1 1 0,-1-1 0,0 1 0,-1-1 0,1 0 0,-1-1 0,0 1 0,0-1 0,0 0 0,0 0 0,-11 4 0,8-5 0,1 0 0,-1-1 0,-1 0 0,1 0 0,0 0 0,0-1 0,0 0 0,0-1 0,0 0 0,-16-4 0,18 4 0,1-1 0,-1 0 0,0-1 0,1 1 0,0-1 0,0 0 0,0-1 0,0 1 0,0-1 0,1 0 0,-1 0 0,1 0 0,0-1 0,0 0 0,-4-7 0,-3-5 0,-15-16 0,2 2 0,17 21 0,0 1 0,1-2 0,0 1 0,0-1 0,-7-21 0,12 29 0,0-1 0,0 0 0,1 1 0,-1-1 0,1 1 0,0-1 0,0 0 0,0 1 0,1-1 0,-1 0 0,1 1 0,0-1 0,0 1 0,0-1 0,0 1 0,1-1 0,0 1 0,-1 0 0,1 0 0,0 0 0,0 0 0,1 0 0,3-4 0,3-1 0,0 1 0,0 0 0,0 1 0,1 0 0,0 0 0,0 1 0,0 0 0,1 1 0,0 0 0,0 1 0,0 0 0,0 0 0,0 2 0,0-1 0,1 1 0,-1 1 0,1 0 0,-1 1 0,0 0 0,1 0 0,-1 1 0,0 1 0,17 6 0,-21-6 0,-1 1 0,1-1 0,-1 2 0,0-1 0,0 1 0,0 0 0,0 0 0,-1 0 0,0 1 0,8 10 0,-5-3 0,-1-1 0,-1 1 0,1 0 0,6 23 0,-9-24 0,0 1 0,-1 0 0,0 0 0,-1-1 0,-1 2 0,1 12 0,-2-12 0,0-5 0,0 0 0,0 0 0,-1-1 0,-3 17 0,3-23 0,0 0 0,0 1 0,0-1 0,0 0 0,0 0 0,0 1 0,-1-1 0,1 0 0,-1 0 0,1-1 0,-1 1 0,0 0 0,0 0 0,0-1 0,0 1 0,0-1 0,0 0 0,0 0 0,0 1 0,-1-1 0,-3 1 0,-3 0 0,-1 0 0,0 0 0,1-1 0,-19 0 0,-40-5 0,59 3 0,1-1 0,0 0 0,-1-1 0,1 1 0,0-2 0,0 1 0,1-1 0,-1 0 0,1 0 0,0-1 0,-13-11 0,13 10 0,1 0 0,-1-1 0,1 0 0,0 0 0,1-1 0,0 0 0,0 0 0,1 0 0,0 0 0,-6-17 0,9 23-170,0-1-1,1 0 0,-1 0 1,1 1-1,0-1 0,0 0 1,0-5-1,3-1-6655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29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92 24575,'0'-3'0,"0"0"0,0 0 0,0 1 0,1-1 0,-1 0 0,1 0 0,0 1 0,0-1 0,0 0 0,0 1 0,0-1 0,0 1 0,1 0 0,-1-1 0,4-3 0,-2 3 0,0 1 0,0-1 0,1 1 0,-1-1 0,1 1 0,0 0 0,-1 1 0,1-1 0,0 1 0,5-2 0,17-3 0,0 0 0,0 2 0,35-1 0,82 5 0,-73 1 0,-12-2-39,-25 0-403,-1 1 0,39 6 0,-55-3-6384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 24575,'10'-2'0,"72"-16"0,-73 17 0,0 0 0,0 1 0,1 0 0,-1 0 0,0 1 0,0 0 0,10 3 0,-15-2 0,1 0 0,-1 0 0,1 0 0,-1 1 0,0-1 0,0 1 0,0 0 0,-1 0 0,1 1 0,-1-1 0,1 1 0,-1-1 0,0 1 0,2 5 0,6 8 0,16 38 0,-21-41 0,1 0 0,-1 0 0,-1 0 0,0 1 0,4 23 0,-8-32 0,-1 0 0,1 0 0,-1 0 0,0 0 0,-1-1 0,1 1 0,-1 0 0,-1 0 0,1-1 0,-1 1 0,0 0 0,0-1 0,0 0 0,-1 1 0,-3 5 0,-15 15 0,17-22 0,0 0 0,0 1 0,0 0 0,1 0 0,0 0 0,0 0 0,-4 10 0,7-15 0,0 1 0,-1 0 0,1 0 0,0 0 0,0 0 0,0 0 0,0 0 0,0 1 0,0-1 0,0 0 0,0 0 0,0 0 0,1 0 0,-1-1 0,0 1 0,1 0 0,-1 0 0,0 0 0,1 0 0,-1 0 0,1 0 0,1 1 0,-1 0 0,1-1 0,0 0 0,0 1 0,-1-1 0,1 0 0,0 0 0,0 0 0,1 0 0,3 1 0,3 1 0,1-1 0,-1-1 0,17 1 0,22 0 0,59-5 0,-106 3-57,0 0 0,0 0 1,1-1-1,-1 1 0,0 0 0,0-1 0,1 1 0,-1-1 0,0 1 0,0-1 0,0 1 1,0-1-1,1 0 0,-1 0 0,0 1 0,-1-1 0,1 0 0,0 0 0,0 0 1,0 0-1,0 0 0,-1 0 0,2-2 0,1-6-6769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0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218 31 24575,'-10'-5'0,"-6"-2"0,-3 1 0,0 1 0,0 1 0,1 2 0,1 1 0,1 3 0,1 1 0,0 0 0,0 0 0,0-1 0,3 2 0,1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2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326 32 24575,'-28'-3'0,"-11"-3"0,-4 0 0,2 0 0,6 2 0,7 1 0,5 1 0,4 1 0,3 1 0,1 0 0,2 3 0,-1 0 0,3 1-8191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1.5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260 29 24575,'-12'-7'0,"-7"-3"0,-3 3 0,0 2 0,1 6 0,2 1 0,2 1 0,0 3 0,2 0 0,-3-1 0,-2-2 0,-1-1 0,1 0 0,3-2-8191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2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25 24575,'-3'-19'0,"3"14"0,5 12 0,29 88 0,-3-13 0,-19-48 0,1-1 0,29 52 0,-39-80-110,-1-2 5,0 0 1,0 0-1,0 1 0,0-1 1,-1 1-1,1-1 1,-1 1-1,0 0 1,0-1-1,0 1 1,0 5-1,-2 0-6721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3.5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404 115 24575,'-25'-10'0,"-11"-6"0,-2 0 0,1 2 0,4 2 0,2 2 0,5 3 0,1 1 0,0 0 0,-1 2 0,-1 2 0,-1-2 0,2 0 0,5 1-8191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60 24575,'9'-8'0,"1"1"0,0 0 0,0 1 0,0 0 0,1 1 0,0 0 0,21-6 0,-27 10 0,-1 0 0,1 0 0,0 0 0,-1 1 0,1 0 0,-1 0 0,1 0 0,0 1 0,-1-1 0,1 1 0,-1 0 0,1 1 0,-1-1 0,0 1 0,1-1 0,-1 1 0,0 1 0,0-1 0,0 0 0,-1 1 0,1 0 0,6 6 0,-3-1 0,0 0 0,0 0 0,-1 0 0,0 1 0,-1 0 0,0 0 0,-1 1 0,1-1 0,3 14 0,-4-6 0,-1-1 0,0 1 0,-2 0 0,1-1 0,-2 19 0,-1-18 0,0 0 0,-1 0 0,-1 0 0,-1-1 0,-5 18 0,7-31 0,1 1 0,0 0 0,0 0 0,0 0 0,1 0 0,0 0 0,-1 5 0,1-8 0,1 0 0,-1 0 0,0 1 0,1-1 0,-1 0 0,0 0 0,1 0 0,-1 0 0,1 0 0,-1 0 0,1-1 0,0 1 0,-1 0 0,1 0 0,0 0 0,0 0 0,0-1 0,0 1 0,-1 0 0,1-1 0,0 1 0,0-1 0,0 1 0,0-1 0,0 1 0,0-1 0,1 0 0,-1 0 0,0 1 0,2-1 0,15 2 0,1-1 0,0-1 0,0-1 0,0-1 0,-1 0 0,35-9 0,-24 0-1365,-17 4-5461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4.9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9 24575,'-30'-2'0,"-13"-1"0,-1-1 0,4 4 0,7 2 0,6 0 0,5 2 0,4 1 0,5 2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3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0 24575,'-15'0'0,"-8"0"0,-2 0 0,1 3 0,1 0 0,5 3 0,4-1 0,0 0 0,4-1-8191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0 24575,'-27'0'0,"-13"0"0,-1 3 0,4 2 0,8 2-8191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5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194 1 24575,'-22'0'0,"-11"0"0,1 2 0,3 2 0,5 1 0,2 1 0,4 2 0,5-1-8191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6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24575,'28'20'0,"11"12"0,2 3 0,-4-3 0,-5-3 0,-6-2 0,-5-3 0,-3-3 0,-5-3 0,-3-2 0,-2 0 0,-2-2 0,-1-2 0,0-1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39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28 24575,'-3'-3'0,"0"0"0,-1 0 0,1 1 0,-1 0 0,0-1 0,0 2 0,1-1 0,-1 0 0,-1 1 0,1-1 0,0 1 0,0 0 0,0 0 0,0 1 0,-9-1 0,4 2 0,-1-1 0,1 1 0,0 1 0,-1 0 0,1 0 0,-11 5 0,17-6 0,0 0 0,0 1 0,0-1 0,0 1 0,0 0 0,1 0 0,-1 0 0,1 0 0,-1 0 0,1 0 0,0 1 0,0-1 0,0 1 0,0 0 0,-2 5 0,3-7 0,0 1 0,1 0 0,-1 0 0,1-1 0,-1 1 0,1 0 0,0 0 0,0 0 0,0-1 0,0 1 0,0 0 0,0 0 0,0 0 0,1 0 0,-1-1 0,1 1 0,-1 0 0,1 0 0,0-1 0,-1 1 0,1 0 0,0-1 0,0 1 0,0-1 0,1 1 0,-1-1 0,0 0 0,0 1 0,2 0 0,6 4 0,-1 0 0,1-1 0,0 0 0,0-1 0,1 0 0,13 4 0,17 8 0,-18-7 0,-12-5 0,0 0 0,0 0 0,-1 1 0,0 0 0,0 1 0,0 0 0,10 10 0,-19-16 0,0 0 0,0 0 0,1 0 0,-1 1 0,0-1 0,0 0 0,1 1 0,-1-1 0,0 0 0,0 0 0,0 1 0,0-1 0,1 0 0,-1 1 0,0-1 0,0 1 0,0-1 0,0 0 0,0 1 0,0-1 0,0 0 0,0 1 0,0-1 0,0 0 0,0 1 0,0-1 0,0 0 0,0 1 0,0-1 0,-1 0 0,1 1 0,0 0 0,-1-1 0,0 1 0,1 0 0,-1-1 0,0 1 0,0-1 0,0 1 0,0-1 0,0 0 0,1 1 0,-1-1 0,0 0 0,-1 0 0,-31 3 0,32-3 0,-44-1-48,28 0-215,0 0-1,0 2 1,0 0-1,-22 4 1,26-2-6563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0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62 232 24575,'12'44'0,"2"-1"0,2-1 0,1 0 0,3-1 0,28 45 0,-46-83 0,7 12 0,-9-14 0,1 0 0,-1 0 0,1-1 0,-1 1 0,0 0 0,0 0 0,1-1 0,-1 1 0,0 0 0,0 0 0,0 0 0,0-1 0,0 1 0,0 0 0,0 0 0,0 1 0,-3-3 0,1-1 0,-1 1 0,1-1 0,0 0 0,-1 0 0,1 0 0,-3-3 0,5 5 0,-25-27 0,0-1 0,2 0 0,2-2 0,0 0 0,-17-38 0,33 58 0,0-1 0,2 1 0,-1-1 0,1 0 0,1 0 0,0 0 0,0-1 0,1 1 0,0 0 0,2-13 0,-1 21 0,0 0 0,1 1 0,-1-1 0,1 1 0,-1-1 0,1 1 0,0-1 0,0 1 0,0 0 0,0-1 0,1 1 0,-1 0 0,1 0 0,-1 0 0,1 0 0,0 0 0,0 0 0,2-1 0,-1 1 0,0 0 0,0 0 0,0 1 0,1-1 0,-1 1 0,1 0 0,-1 0 0,1 0 0,-1 0 0,1 1 0,5-1 0,1 1 0,0 1 0,0 0 0,0 0 0,0 1 0,0 0 0,-1 1 0,1 0 0,13 7 0,-19-8 0,0 0 0,0 0 0,-1 1 0,1-1 0,-1 1 0,0 0 0,1 0 0,-1 0 0,0 1 0,-1-1 0,1 1 0,-1-1 0,3 5 0,-4-6 0,-1-1 0,1 1 0,-1 0 0,1 0 0,-1-1 0,0 1 0,1 0 0,-1 0 0,0-1 0,0 1 0,0 0 0,0 0 0,-1-1 0,1 1 0,0 0 0,-1-1 0,1 1 0,-1 0 0,0-1 0,0 1 0,1 0 0,-1-1 0,0 0 0,0 1 0,0-1 0,-1 1 0,1-1 0,0 0 0,0 0 0,-1 0 0,1 0 0,-1 0 0,1 0 0,-4 2 0,-2 0 0,0 1 0,0-1 0,-1 0 0,1-1 0,-1 0 0,-14 2 0,-46 2 0,56-7 0,12 1 0,0 0 0,0-1 0,0 1 0,0 0 0,0 0 0,0 0 0,0 0 0,0 0 0,0 0 0,0 0 0,0 0 0,0 0 0,0 0 0,0 0 0,0-1 0,0 1 0,0 0 0,0 0 0,0 0 0,0 0 0,0 0 0,0 0 0,0 0 0,0 0 0,0 0 0,0-1 0,0 1 0,0 0 0,0 0 0,0 0 0,0 0 0,0 0 0,0 0 0,0 0 0,0 0 0,0 0 0,0 0 0,0 0 0,0 0 0,0-1 0,1 1 0,-1 0 0,0 0 0,0 0 0,0 0 0,0 0 0,0 0 0,0 0 0,0 0 0,0 0 0,19-7 0,306-70 0,-316 74 0,-1 1 0,1-1 0,-1-1 0,1 0 0,-1 0 0,-1 0 0,1-1 0,13-11 0,-18 13 0,1-1 0,-1 1 0,0-1 0,0 0 0,0-1 0,-1 1 0,1 0 0,-1-1 0,0 1 0,-1-1 0,1 0 0,-1 1 0,0-1 0,0 0 0,0 0 0,0 0 0,-1-9 0,0 10 0,-1-1 0,1 1 0,-1 0 0,0 0 0,0-1 0,0 1 0,-1 0 0,1 0 0,-1 0 0,0 1 0,-4-7 0,5 9 0,0 0 0,0 0 0,1 0 0,-1 0 0,0 0 0,-1 0 0,1 0 0,0 0 0,0 0 0,0 1 0,0-1 0,-1 0 0,1 1 0,0-1 0,0 1 0,-1-1 0,1 1 0,-1 0 0,1 0 0,0-1 0,-1 1 0,1 0 0,-1 0 0,1 0 0,0 1 0,-1-1 0,1 0 0,0 0 0,-1 1 0,1-1 0,0 1 0,-1-1 0,1 1 0,0 0 0,0-1 0,-1 1 0,1 0 0,-1 1 0,-3 2 0,1 1 0,-1 0 0,1 0 0,0 0 0,0 1 0,1-1 0,-1 1 0,1 0 0,1 0 0,-1 0 0,1 0 0,0 0 0,0 1 0,1-1 0,0 1 0,0-1 0,0 1 0,1-1 0,0 1 0,1 8 0,1-12 0,-1 0 0,0 0 0,1 0 0,0 0 0,-1 0 0,1 0 0,1-1 0,-1 1 0,0-1 0,0 1 0,1-1 0,0 0 0,-1 0 0,1 0 0,0-1 0,0 1 0,0 0 0,0-1 0,0 0 0,3 1 0,5 2 0,-1-1 0,1-1 0,0 0 0,20 2 0,-13-3-227,0-1-1,0 0 1,0-2-1,0 0 1,22-5-1,-30 4-6598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77 24575,'-51'-25'0,"31"14"0,-1 1 0,-1 1 0,-37-11 0,58 20 0,0 0 0,-1-1 0,1 1 0,-1 0 0,1 0 0,-1 0 0,1-1 0,-1 2 0,1-1 0,-1 0 0,1 0 0,-1 0 0,1 1 0,-1-1 0,1 1 0,-1-1 0,1 1 0,0-1 0,-1 1 0,1 0 0,0 0 0,-2 1 0,2-1 0,0 1 0,1-1 0,-1 1 0,0-1 0,0 1 0,1 0 0,-1-1 0,1 1 0,-1 0 0,1-1 0,0 1 0,-1 0 0,1 0 0,0-1 0,0 1 0,0 0 0,1 0 0,-1 2 0,2 3 0,0 1 0,0-1 0,1 1 0,-1-1 0,2 0 0,-1 0 0,1 0 0,0-1 0,6 8 0,-3-5 0,1 1 0,1-1 0,-1 0 0,21 15 0,-21-19 12,0 1 0,0-1 0,1-1 0,0 0 0,-1 0 0,1-1 0,1 0 0,-1 0 0,13 1 0,-16-3-111,1-1 0,0 0 0,-1 0 0,1 0 0,0-1 0,-1 0 0,1 0 0,-1-1 0,0 0 0,1 0 0,-1 0 0,0-1 0,0 0 0,8-5 0,-5 2-6727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1.5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40 24575,'-6'-3'0,"-2"-2"0,0 0 0,-1 0 0,0 1 0,1 1 0,-2-1 0,1 1 0,0 1 0,-18-3 0,26 5 0,0-1 0,0 1 0,0 0 0,-1 0 0,1 0 0,0 0 0,0 0 0,0 0 0,0 1 0,0-1 0,-1 0 0,1 0 0,0 1 0,0-1 0,0 1 0,0-1 0,0 1 0,0-1 0,0 1 0,0 0 0,0 0 0,0-1 0,1 1 0,-1 0 0,0 0 0,0 0 0,1 0 0,-1 0 0,0 0 0,1 0 0,-1 0 0,1 0 0,0 0 0,-1 0 0,1 0 0,0 0 0,-1 0 0,1 1 0,0-1 0,0 0 0,0 0 0,0 0 0,0 0 0,0 1 0,1-1 0,-1 0 0,1 2 0,0 3 0,1 0 0,0 0 0,0 0 0,1-1 0,0 1 0,0-1 0,6 9 0,-4-7 0,0-1 0,1 0 0,0 0 0,1 0 0,0 0 0,-1-1 0,2 0 0,-1-1 0,10 5 0,-12-6 0,0-1 0,1 0 0,-1-1 0,0 1 0,1-1 0,-1 0 0,1-1 0,-1 1 0,1-1 0,-1 0 0,1 0 0,0-1 0,-1 0 0,1 0 0,7-2 0,-11 2 0,0 0 0,0 0 0,0 0 0,-1 0 0,1 0 0,0-1 0,-1 1 0,1-1 0,-1 1 0,1-1 0,-1 1 0,0-1 0,0 0 0,1 0 0,-1 0 0,0 0 0,-1 1 0,1-1 0,0 0 0,-1 0 0,1-1 0,-1 1 0,1 0 0,-1 0 0,0 0 0,0 0 0,0 0 0,0 0 0,0 0 0,-1-1 0,1 1 0,-1 0 0,1 0 0,-1 0 0,0 0 0,1 0 0,-3-3 0,3 5 0,0 0 0,0 0 0,0 0 0,0 0 0,0 0 0,0 0 0,0 0 0,0 0 0,0 0 0,0 0 0,0 0 0,0 0 0,0 1 0,0-1 0,0 0 0,0 0 0,0 0 0,-1 0 0,1 0 0,0 0 0,0 0 0,0 0 0,0 0 0,0 0 0,0 0 0,0 0 0,0 0 0,0 0 0,0 0 0,0 0 0,0 0 0,0 0 0,0 0 0,0 0 0,0 0 0,0 0 0,0 0 0,0 0 0,0 0 0,0 0 0,0 0 0,0 0 0,0 0 0,0 0 0,0 0 0,0 0 0,-1 0 0,1 0 0,0 0 0,0 0 0,0 0 0,0 0 0,0 0 0,0 0 0,0 0 0,0 0 0,0 0 0,0 0 0,1 6 0,3 9 0,1-7-170,0 0-1,0 0 0,1 0 1,0-1-1,0 0 0,1 0 1,12 10-1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1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12 24575,'0'0'0,"-1"1"0,1-1 0,0 0 0,0 0 0,0 0 0,0 0 0,0 0 0,-1 0 0,1 0 0,0 0 0,0 1 0,0-1 0,0 0 0,0 0 0,0 0 0,-1 0 0,1 0 0,0 1 0,0-1 0,0 0 0,0 0 0,0 0 0,0 1 0,0-1 0,0 0 0,0 0 0,0 0 0,0 0 0,0 1 0,0-1 0,0 0 0,0 0 0,0 0 0,0 1 0,0-1 0,0 0 0,0 0 0,0 0 0,0 0 0,1 1 0,-1-1 0,0 0 0,0 0 0,0 0 0,0 0 0,0 0 0,0 1 0,0-1 0,1 0 0,-1 0 0,0 0 0,7 10 0,9 8 0,1-1 0,0-1 0,1 0 0,36 22 0,-6-3 0,-45-32 0,1 0 0,0-1 0,0 1 0,0-1 0,7 3 0,-11-5 0,-1 0 0,1 0 0,0 0 0,0 0 0,0 0 0,0-1 0,0 1 0,0 0 0,0 0 0,0 0 0,0 0 0,-1 0 0,1 0 0,0 0 0,0 0 0,0 0 0,0-1 0,0 1 0,0 0 0,0 0 0,0 0 0,0 0 0,0 0 0,0 0 0,0-1 0,0 1 0,0 0 0,0 0 0,0 0 0,0 0 0,0 0 0,0 0 0,0 0 0,0-1 0,0 1 0,0 0 0,0 0 0,0 0 0,0 0 0,1 0 0,-1 0 0,0 0 0,0 0 0,0-1 0,0 1 0,0 0 0,0 0 0,0 0 0,0 0 0,0 0 0,1 0 0,-1 0 0,0 0 0,0 0 0,0 0 0,0 0 0,0 0 0,0 0 0,0 0 0,1 0 0,-1 0 0,0 0 0,0 0 0,0 0 0,0 0 0,0 0 0,0 0 0,1 0 0,-7-9 0,-8-7 0,-1 1 0,0 1 0,-1 0 0,-21-14 0,-4-3 0,-19-22 0,55 51 0,8 8 0,8 10 0,14 10 0,0-2 0,2 0 0,1-1 0,32 19 0,-58-41-151,0 1-1,0 0 0,0 0 0,0 0 1,0 0-1,0 0 0,-1 0 1,3 3-1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24575,'0'3'0,"-2"3"0,-1 3 0,-1 2 0,2 3 0,0-2-8191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2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93 24575,'-18'-12'0,"-59"-34"0,65 39 0,-1 1 0,0 1 0,0 0 0,-16-4 0,27 8 0,0 1 0,-1-1 0,1 1 0,0 0 0,0 0 0,0 0 0,-1 0 0,1 0 0,0 0 0,0 1 0,0-1 0,-1 1 0,1-1 0,0 1 0,0 0 0,-3 1 0,4-1 0,0 0 0,0 0 0,0 0 0,0 0 0,0 0 0,0 1 0,1-1 0,-1 0 0,0 0 0,1 1 0,-1-1 0,1 0 0,-1 1 0,1-1 0,-1 0 0,1 1 0,0-1 0,0 1 0,0-1 0,0 0 0,0 1 0,0-1 0,0 1 0,0-1 0,1 3 0,1 3 0,0 1 0,1-1 0,0 0 0,0 0 0,1-1 0,-1 1 0,1-1 0,1 0 0,-1 0 0,1 0 0,0 0 0,1-1 0,-1 0 0,1 0 0,7 5 0,7 3 0,0-1 0,0-1 0,36 15 0,-49-23 0,1 0 0,-1-1 0,1 0 0,0 0 0,9 1 0,-15-3 0,-1 1 0,1-1 0,-1 0 0,1 0 0,-1 0 0,1-1 0,-1 1 0,1 0 0,-1 0 0,1-1 0,-1 1 0,1-1 0,-1 1 0,0-1 0,1 0 0,-1 0 0,0 1 0,1-1 0,-1 0 0,0 0 0,0 0 0,0 0 0,0-1 0,0 1 0,0 0 0,0 0 0,0 0 0,0-1 0,-1 1 0,1-1 0,-1 1 0,1 0 0,-1-1 0,1-1 0,0-4 0,0-1 0,0 1 0,-1 0 0,0-1 0,0 1 0,-1 0 0,0-1 0,0 1 0,-1 0 0,0 0 0,0 0 0,0 0 0,-7-12 0,8 18 0,0-1 0,1 0 0,-1 0 0,1 1 0,-1-1 0,1 0 0,-1 0 0,1-3 0,0 4 0,0 1 0,0 0 0,0 0 0,0-1 0,0 1 0,0 0 0,0 0 0,0-1 0,0 1 0,0 0 0,1 0 0,-1-1 0,0 1 0,0 0 0,0 0 0,0 0 0,1-1 0,-1 1 0,0 0 0,0 0 0,0 0 0,1 0 0,-1-1 0,0 1 0,1 0 0,10 2 0,8 8 0,-1 0 0,0 2 0,22 18 0,1-1 0,-16-12-62,-12-9-264,0 0 1,-1 1-1,14 13 0,-16-11-6500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3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20 24575,'-3'-8'0,"0"1"0,0 3 0,3 5 0,1 5 0,4 2 0,0 1 0,2 3 0,3 0 0,1 2 0,3 1 0,0 0 0,-2 0 0,0 0 0,-3 0 0,1-2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4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298 556 24575,'-7'-38'0,"-2"0"0,-1 0 0,-18-40 0,8 32 0,-68-141 0,74 161 0,-2 1 0,-32-42 0,47 66 0,1 0 0,-1 0 0,0 0 0,1 1 0,-1-1 0,0 0 0,0 0 0,0 1 0,0-1 0,1 0 0,-1 1 0,0-1 0,0 1 0,0-1 0,0 1 0,-1-1 0,1 1 0,0 0 0,0 0 0,0-1 0,0 1 0,0 0 0,0 0 0,0 0 0,-1 0 0,1 0 0,0 1 0,0-1 0,0 0 0,-2 1 0,2 0 0,-1 0 0,1 1 0,-1-1 0,1 0 0,0 1 0,-1-1 0,1 1 0,0 0 0,0-1 0,0 1 0,0 0 0,0 0 0,0-1 0,1 1 0,-1 0 0,0 3 0,-1 8 0,0-1 0,0 0 0,2 1 0,-1-1 0,2 1 0,0-1 0,0 1 0,1-1 0,0 0 0,9 23 0,-2-10 0,1 0 0,2-1 0,0-1 0,18 25 0,-21-35 0,1-1 0,1 1 0,0-2 0,1 0 0,0 0 0,16 10 0,4 0 0,50 26 0,-51-33 0,1-1 0,0-1 0,34 8 0,-51-15-1365,-4-1-5461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1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1 24575,'0'0'0,"-17"-1"0,1 2 0,-1 0 0,-20 5 0,32-5 0,0 0 0,1 1 0,-1-1 0,0 1 0,1 1 0,-8 4 0,10-6 0,0 1 0,0-1 0,0 1 0,0 0 0,0 0 0,1 0 0,-1 0 0,1 0 0,-1 1 0,1-1 0,0 0 0,0 1 0,-2 4 0,3-3 0,-1 0 0,1 0 0,0 0 0,0 0 0,0 0 0,0 0 0,1 0 0,0 0 0,-1 0 0,2 0 0,-1 0 0,0 0 0,1-1 0,-1 1 0,1 0 0,0-1 0,1 1 0,-1-1 0,0 0 0,4 3 0,2 3 0,-1-1 0,2 0 0,-1 0 0,1-1 0,19 12 0,-14-11-124,1 0 0,0-2 0,0 1 0,0-2 0,1 0 0,0-1-1,0 0 1,0-1 0,0-1 0,20 0 0,-22-2-6702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60 24575,'-19'9'0,"-19"13"0,33-19 0,1 1 0,-1-1 0,1 1 0,0 0 0,0 0 0,0 0 0,0 1 0,-5 9 0,8-13 0,1-1 0,-1 1 0,1 0 0,0 0 0,-1 0 0,1 0 0,0-1 0,0 1 0,-1 0 0,1 0 0,0 0 0,0 0 0,0 0 0,0 0 0,0-1 0,1 1 0,-1 0 0,0 0 0,0 0 0,0 0 0,1 0 0,-1-1 0,1 1 0,-1 0 0,0 0 0,1 0 0,-1-1 0,1 1 0,0 0 0,-1-1 0,1 1 0,-1-1 0,1 1 0,0 0 0,0-1 0,-1 1 0,1-1 0,0 0 0,1 1 0,3 2 0,1-1 0,0 0 0,0 0 0,10 1 0,-8-1 0,8 2 0,1 0 0,0-2 0,22 1 0,-33-2 0,0-2 0,-1 1 0,1 0 0,0-1 0,0 0 0,-1-1 0,1 1 0,0-1 0,-1 0 0,1 0 0,-1-1 0,0 0 0,6-3 0,-10 5 0,1 0 0,-1-1 0,0 1 0,1 0 0,-1 0 0,0 0 0,0-1 0,0 1 0,0-1 0,0 1 0,-1 0 0,1-1 0,0 0 0,-1 1 0,1-1 0,-1 1 0,1-1 0,-1 0 0,0 1 0,0-1 0,1 0 0,-1 1 0,-1-1 0,1 0 0,0 0 0,0 1 0,0-1 0,-1 0 0,1 1 0,-1-1 0,0 1 0,1-1 0,-1 1 0,0-1 0,0 1 0,0-1 0,-2-1 0,-1-3 0,-1 0 0,0 1 0,0 0 0,-1 0 0,0 0 0,0 1 0,-8-6 0,-6-1 0,0 1 0,0 0 0,-1 2 0,0 0 0,-39-8 0,55 15-170,1 1-1,-1 0 0,1 0 1,-1 0-1,0 1 0,1-1 1,-8 3-1,0 0-6655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5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24575,'4'1'0,"0"0"0,1 0 0,-1 0 0,0 1 0,0 0 0,0-1 0,0 1 0,5 4 0,7 2 0,-3-1 0,0-2 0,1 0 0,0 0 0,0-1 0,0-1 0,0 0 0,1-1 0,-1-1 0,1 0 0,24-2 0,-38 1 0,1 0 0,-1 0 0,0-1 0,0 1 0,0 0 0,0 0 0,1-1 0,-1 1 0,0-1 0,0 1 0,0-1 0,0 1 0,0-1 0,0 0 0,0 0 0,0 1 0,-1-1 0,1 0 0,0 0 0,0 0 0,-1 0 0,1 0 0,0-1 0,0-1 0,0 0 0,0 0 0,-1 0 0,1 0 0,-1 0 0,0 0 0,0-3 0,1-6 0,-1 11 0,0 1 0,0 0 0,0-1 0,0 1 0,1-1 0,-1 1 0,0 0 0,0-1 0,0 1 0,1 0 0,-1-1 0,0 1 0,0 0 0,1-1 0,-1 1 0,0 0 0,1 0 0,-1-1 0,0 1 0,1 0 0,-1 0 0,0 0 0,1-1 0,-1 1 0,0 0 0,1 0 0,-1 0 0,1 0 0,-1 0 0,1 0 0,-1 0 0,0 0 0,1 0 0,-1 0 0,1 0 0,-1 0 0,0 0 0,1 0 0,-1 0 0,1 0 0,-1 1 0,0-1 0,1 0 0,-1 0 0,0 0 0,1 1 0,22 11 0,-19-10 0,18 10-682,32 12-1,-41-19-6143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3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1 24575,'-3'3'0,"0"0"0,1 1 0,-1-1 0,1 1 0,-1-1 0,1 1 0,0 0 0,0 0 0,1 0 0,-1 0 0,1 0 0,0 0 0,0 0 0,0 1 0,1-1 0,-1 0 0,1 0 0,0 1 0,0-1 0,1 0 0,-1 1 0,1-1 0,0 0 0,0 0 0,1 0 0,-1 0 0,1 0 0,2 5 0,2 1 0,-1 0 0,2-1 0,0 1 0,0-1 0,0-1 0,1 1 0,0-1 0,1-1 0,13 11 0,-3-6 0,-7-5 0,19 18 0,-30-25 0,-1 0 0,0 0 0,1 1 0,-1-1 0,0 0 0,1 0 0,-1 1 0,0-1 0,1 0 0,-1 1 0,0-1 0,0 1 0,1-1 0,-1 0 0,0 1 0,0-1 0,0 1 0,0-1 0,1 0 0,-1 1 0,0-1 0,0 1 0,0-1 0,0 1 0,0-1 0,0 1 0,0-1 0,0 1 0,0-1 0,0 0 0,-1 1 0,1 0 0,-1 0 0,0-1 0,1 1 0,-1-1 0,0 1 0,0-1 0,0 1 0,1-1 0,-1 0 0,0 1 0,0-1 0,0 0 0,0 0 0,-1 1 0,-38 0 0,36-1 0,-230-13 0,214 11-105,12 2-35,0 0 0,0-1 0,0 0 0,0 0 0,1-1 0,-1 0 0,0-1 0,-7-3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24575,'17'25'0,"9"13"0,2 8 0,-1 4 0,-2-2 0,-1-2 0,-2-3 0,-5-4 0,-2-4 0,-2-5 0,0-5 0,0-2 0,0-2 0,1-3 0,-2-4-8191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6.8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329 135 24575,'-27'-23'0,"-13"-7"0,-1 2 0,4 4 0,6 8 0,5 6 0,4 7 0,5 4 0,4 5 0,2 1 0,0 1 0,0 3 0,-1-1 0,2 0 0,-1-1 0,3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41 265 24575,'21'8'0,"-15"-5"0,2 0 0,-1 0 0,0-1 0,0 0 0,1 0 0,10 1 0,-17-3 0,-1 0 0,1 0 0,-1 0 0,0 0 0,1 0 0,-1 0 0,1 0 0,-1 0 0,1 0 0,-1 0 0,0-1 0,1 1 0,-1 0 0,1 0 0,-1 0 0,1 0 0,-1-1 0,0 1 0,1 0 0,-1 0 0,0-1 0,1 1 0,-1 0 0,0-1 0,1 1 0,-1 0 0,0-1 0,1 1 0,-1-1 0,0 0 0,0 0 0,0 0 0,0 1 0,0-1 0,0 0 0,0 0 0,0 0 0,-1 1 0,1-1 0,0 0 0,0 0 0,-1 1 0,0-2 0,-3-5 0,0 0 0,-9-10 0,8 11 0,-26-33 0,23 31 0,0-1 0,1-1 0,0 1 0,0-1 0,-8-19 0,14 28 0,-3-9 0,0 0 0,1 0 0,0 0 0,-3-20 0,5 28 0,1 0 0,0 0 0,0 1 0,0-1 0,0 0 0,0 0 0,0 0 0,1 1 0,-1-1 0,0 0 0,1 0 0,0 1 0,-1-1 0,1 0 0,0 1 0,0-1 0,0 0 0,0 1 0,0 0 0,0-1 0,0 1 0,0 0 0,1-1 0,-1 1 0,1 0 0,-1 0 0,1 0 0,-1 0 0,1 0 0,-1 0 0,1 1 0,0-1 0,0 1 0,-1-1 0,1 1 0,3-1 0,-1 1-97,0 0-1,0 0 1,0 0-1,0 0 1,0 1-1,0 0 1,0 0-1,-1 0 1,1 0-1,0 0 1,-1 1-1,1 0 0,6 4 1,3 3-6729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38 24575,'-17'-6'0,"-59"-19"0,68 23 0,0 0 0,0 1 0,0 0 0,0 1 0,-1-1 0,1 2 0,-12 0 0,18 0 0,0-1 0,0 0 0,0 1 0,0-1 0,0 1 0,0 0 0,0-1 0,0 1 0,1 0 0,-1 0 0,0 0 0,1 1 0,-1-1 0,0 0 0,1 1 0,-1-1 0,1 1 0,0-1 0,-2 4 0,2-3 0,0 0 0,0 0 0,1 0 0,-1 0 0,1 0 0,0 1 0,0-1 0,0 0 0,0 0 0,0 0 0,0 1 0,0-1 0,1 0 0,-1 0 0,2 3 0,1 4 0,1 1 0,1-1 0,0 0 0,0 0 0,1 0 0,8 10 0,-4-8 0,0 0 0,0-1 0,1 0 0,22 15 0,-24-19 0,0 0 0,1-1 0,-1 0 0,1-1 0,0 0 0,0 0 0,15 2 0,-23-5 0,0-1 0,1 0 0,-1 1 0,0-1 0,1 0 0,-1 0 0,0 0 0,1-1 0,-1 1 0,0 0 0,1-1 0,-1 0 0,0 1 0,0-1 0,0 0 0,1 0 0,-1 0 0,0-1 0,0 1 0,0 0 0,-1-1 0,1 1 0,0-1 0,-1 0 0,1 1 0,0-1 0,-1 0 0,0 0 0,0 0 0,1 0 0,-1 0 0,0-1 0,1-3 0,-1 1 0,1 0 0,-1-1 0,-1 1 0,1-1 0,-1 0 0,0 1 0,0-1 0,0 1 0,-1-1 0,0 1 0,0-1 0,0 1 0,-4-8 0,-2-4 0,-1 2 0,-9-16 0,42 80 0,-12-28-34,-4-8-632,10 23 1,-15-26-6161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24575,'15'12'0,"5"8"0,2-1 0,-3-1 0,-5-3-8191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7.9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24575,'6'-1'0,"0"1"0,-1-1 0,1 0 0,-1-1 0,1 1 0,-1-1 0,9-5 0,-10 5 0,1 0 0,-1 0 0,0 1 0,1-1 0,-1 1 0,1 0 0,0 0 0,-1 0 0,1 1 0,0-1 0,-1 1 0,7 1 0,6 3-124,0 1 0,0 1 0,-1 0 0,0 1 0,0 1 0,-1 1-1,0 0 1,0 0 0,-1 2 0,13 12 0,-17-15-6702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7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24575,'70'100'0,"70"137"0,-120-203 0,-9-15 0,0 1 0,-1 0 0,9 25 0,-16-35-34,-2-8-132,0 0-1,0 0 1,-1 1 0,1-1-1,-1 0 1,1 0-1,-1 4 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8.9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288 71 24575,'-30'-13'0,"-12"-4"0,-2 1 0,4 4 0,6 3 0,10 5 0,5 5 0,7 3 0,2 5 0,4 2 0,-1 2 0,2 2 0,1 0 0,1 1 0,0-3 0,-1-3-8191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42:49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 24575,'-3'2'0,"1"0"0,-1 0 0,1 1 0,0-1 0,0 1 0,0-1 0,0 1 0,0 0 0,0 0 0,1 0 0,0 0 0,-1 0 0,1 0 0,0 0 0,1 1 0,-1-1 0,0 0 0,1 1 0,0-1 0,0 0 0,0 0 0,0 1 0,0-1 0,1 0 0,-1 1 0,1-1 0,2 5 0,3 8 0,0-1 0,1 0 0,0 0 0,12 16 0,-14-23 0,26 40 0,20 36 0,-50-83 0,-1 0 0,1 0 0,-1 0 0,0-1 0,1 1 0,-1 0 0,0 0 0,0 0 0,0 0 0,0-1 0,1 1 0,-1 0 0,0 0 0,0 0 0,-1 0 0,1 0 0,0 0 0,0-1 0,0 1 0,0 0 0,-1 0 0,1 0 0,-1-1 0,1 1 0,0 0 0,-1 0 0,1-1 0,-1 1 0,1 0 0,-1-1 0,0 1 0,1 0 0,-1-1 0,0 1 0,1-1 0,-1 1 0,0-1 0,0 1 0,1-1 0,-1 0 0,-2 1 0,-3 1 0,-1 0 0,0 0 0,1-1 0,-11 1 0,5 0 0,-6 1-1365,2-1-5461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8:44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5422 104 24575,'6'-1'0,"-4"0"0,1 1 0,-1-1 0,1 0 0,-1 0 0,1 0 0,3-2 0,-6 3 0,0 0 0,0 0 0,0 0 0,0 0 0,0 0 0,0 0 0,0 0 0,0 0 0,0 0 0,0 0 0,0 0 0,0 0 0,1 0 0,-1 0 0,0-1 0,0 1 0,0 0 0,0 0 0,0 0 0,0 0 0,0 0 0,0 0 0,0 0 0,0 0 0,0 0 0,0 0 0,0 0 0,0 0 0,0 0 0,0 0 0,0 0 0,0 0 0,0-1 0,-1 1 0,1 0 0,0 0 0,0 0 0,0 0 0,0 0 0,0 0 0,0 0 0,0 0 0,0 0 0,0 0 0,0 0 0,0 0 0,0 0 0,0 0 0,0 0 0,0 0 0,0 0 0,0 0 0,0 0 0,0 0 0,0 0 0,-1 0 0,1 0 0,0 0 0,0 0 0,0 0 0,0 0 0,-7-2 0,-9 0 0,-171 3 0,106 6 0,-34 1 0,-431-9 0,439-6 0,17 0 0,-37-1 0,-34 0 0,-93 0 0,-120 0 0,231 10 0,-979-2 0,960-9 0,84 3 0,1 0 0,-52-3 0,-128-5 0,107 6 0,-27 0 0,-911 9 0,1157-1 0,336 9 0,59 12 0,-108-13 0,38-2 0,-6 0 0,25 21 0,-37-3 0,-222-15 0,236 11 0,0-17 0,-178-18 0,46-1 0,-146 15 0,142 4 0,-68 18 0,24 2 0,-119-22 0,132 6 0,-58 0-1365,-149-7-5461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8:53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8191 208 24575,'44'0'0,"-33"0"0,-32 0 0,16 0 0,-15 1 0,0-2 0,0 0 0,-30-7 0,-23-7 0,-7-2 0,-27-7 0,84 19 0,-36-3 0,14 3 0,-79-10 0,89 11 0,0 1 0,-67 3 0,38 2 0,-13-1 0,-83-3 0,114-5 0,30 4 0,-28-1 0,-91 4 0,-37 0 0,98-8 0,-24 1 0,10 7 0,-169-9 0,120 3 0,-1 0 0,21-2 0,-130 6 0,118 4 0,-103-11 0,-146 2 0,234 8 0,89-1 0,-244-9 0,-43 2 0,210 8 0,-726-1 0,697-8 0,5 1 0,-383 7 0,510 2 0,-29 4 0,-27 2 0,-13-1 0,-5 1 0,6-1 0,7 0 0,-562-6 0,316-2 0,-62 1 0,359 3 0,32-1 0,-1-1 0,1-1 0,0 1 0,-1-1 0,-11-2 0,-4-1 0,-45 0 0,119 3 0,206 7 0,167 3 0,-275-12 0,254 2 0,-380-1 0,32-5 0,17-2 0,378 7 0,-217 3 0,446-2 0,-569 7 0,-9 1 0,118-9 0,69 2 0,-178 6 0,37 1 0,-105-8 0,227 8 0,25 10 0,146-14 0,-253-5 0,354 1 0,-401 7 0,-12 1 0,-5-1 0,7 1 0,87-24 0,-5 1 0,301 16 0,-421-9 0,-7 1 0,-8 8 0,40-2 0,-27-14 0,-41 8 0,73-1 0,-39 7 0,79 3 0,-99 5 0,-39-3 0,35 0 0,-46-4 0,1 0 0,0 2 0,24 4 0,-23-3 0,1-1 0,0 0 0,18-2 0,-16 0 0,33 5 0,-18 0-341,0-2 0,0-1-1,49-3 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8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64 154 24575,'4'-5'0,"3"0"0,-7 5 0,1 1 0,-1-1 0,0 0 0,1 1 0,-1-1 0,0 1 0,0 0 0,1-1 0,-1 1 0,0-1 0,0 1 0,0-1 0,0 1 0,0 0 0,0-1 0,0 1 0,0-1 0,0 1 0,0 0 0,2 164 0,-4-84 0,3-59 0,-1 1 0,-2-1 0,0 0 0,-11 42 0,3-26 0,7-52 0,2-10 0,0-3 0,-5-30 0,-1-14 0,6-29 0,-7-94 0,6 177 0,0 9 0,1-1 0,0 1 0,0-1 0,1 1 0,0-1 0,0 1 0,3-14 0,-3 21 0,1 1 0,-1 0 0,0-1 0,0 1 0,0 0 0,0-1 0,0 1 0,0 0 0,1 0 0,-1-1 0,0 1 0,0 0 0,0 0 0,1-1 0,-1 1 0,0 0 0,0 0 0,1 0 0,-1-1 0,0 1 0,1 0 0,-1 0 0,0 0 0,0 0 0,1 0 0,-1 0 0,0 0 0,1-1 0,-1 1 0,0 0 0,1 0 0,-1 0 0,0 0 0,1 0 0,-1 1 0,0-1 0,1 0 0,-1 0 0,0 0 0,1 0 0,-1 0 0,0 0 0,0 0 0,1 1 0,-1-1 0,0 0 0,1 0 0,-1 0 0,0 1 0,0-1 0,0 0 0,1 1 0,13 14 0,-13-14 0,69 103 0,-17-22 0,0-8 0,4-4 0,67 67 0,-114-128 0,-2-1 0,0-1 0,-1 1 0,0 1 0,0-1 0,7 12 0,-14-20 0,0 1 0,1-1 0,-1 1 0,0-1 0,1 1 0,-1 0 0,0-1 0,0 1 0,1-1 0,-1 1 0,0 0 0,0-1 0,0 1 0,0 0 0,0-1 0,0 1 0,0-1 0,0 1 0,0 0 0,0-1 0,0 1 0,-1 0 0,1 0 0,-1-1 0,1 0 0,0 0 0,-1 1 0,1-1 0,-1 0 0,1 0 0,-1 0 0,1 0 0,-1 1 0,1-1 0,-1 0 0,1 0 0,-1 0 0,1 0 0,-1 0 0,1 0 0,-1 0 0,1 0 0,-1-1 0,0 1 0,-29-11 0,29 11 0,-177-91 0,109 54 0,43 23 0,-34-17 0,53 29 0,1-1 0,-1 1 0,1 0 0,-1 1 0,0 0 0,1 0 0,-11-1 0,-6 7-1365,14-1-5461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8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52 24575,'-1'-1'0,"0"0"0,0 0 0,-1 0 0,1 0 0,0 0 0,-1 0 0,1 0 0,-1 0 0,1 0 0,-1 1 0,0-1 0,1 1 0,-1-1 0,0 1 0,1 0 0,-4-1 0,4 1 0,1 0 0,-1 0 0,1 1 0,-1-1 0,1 0 0,-1 0 0,1 0 0,-1 0 0,1 1 0,0-1 0,-1 0 0,1 0 0,-1 1 0,1-1 0,0 0 0,-1 1 0,1-1 0,0 1 0,-1-1 0,1 0 0,0 1 0,-1 0 0,1 0 0,-1 0 0,1 0 0,0 1 0,0-1 0,0 0 0,0 0 0,0 1 0,0-1 0,0 0 0,0 0 0,0 1 0,1 1 0,1 3 0,0-1 0,0 1 0,1-1 0,-1 0 0,1 0 0,1 0 0,-1 0 0,1-1 0,0 1 0,0-1 0,0 0 0,8 6 0,-6-6 0,-1 1 0,1-2 0,0 1 0,0-1 0,0 0 0,1 0 0,-1 0 0,1-1 0,-1 0 0,10 1 0,-14-3 0,-1 0 0,1 0 0,-1 0 0,1 0 0,-1 0 0,1 0 0,-1 0 0,1-1 0,-1 1 0,1-1 0,-1 1 0,0-1 0,1 0 0,-1 1 0,0-1 0,0 0 0,1 0 0,-1 0 0,0 0 0,0 0 0,0 0 0,0 0 0,0 0 0,0 0 0,0 0 0,-1-1 0,1 1 0,0 0 0,-1-1 0,1 1 0,0-2 0,1-5 0,0-1 0,0 1 0,0-1 0,-1-11 0,2-2 0,-3 19 0,1-3 0,0-1 0,1 0 0,0 1 0,0-1 0,4-6 0,-6 11 0,1 1 0,-1 0 0,1 0 0,0 0 0,-1 0 0,1 0 0,0 0 0,0 1 0,0-1 0,0 0 0,0 0 0,0 0 0,0 1 0,0-1 0,0 1 0,0-1 0,0 1 0,0-1 0,0 1 0,0-1 0,0 1 0,1 0 0,-1 0 0,0 0 0,0 0 0,1 0 0,-1 0 0,0 0 0,0 0 0,0 0 0,1 0 0,-1 1 0,0-1 0,0 0 0,0 1 0,2 0 0,4 4 0,0-1 0,0 1 0,-1 0 0,0 1 0,0-1 0,0 1 0,-1 0 0,5 8 0,5 4 0,-2-5 0,-2 1 0,0 0 0,-1 1 0,9 16 0,-16-20 0,-9-12 0,-10-13 0,6 1-1365,1 0-5461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9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0 24575,'-2'0'0,"0"1"0,-1-1 0,1 0 0,-1 0 0,1 1 0,-1 0 0,1-1 0,0 1 0,0 0 0,-1 0 0,1 0 0,0 1 0,0-1 0,0 0 0,-3 4 0,2-2 0,0 0 0,1 0 0,-1 0 0,1 0 0,0 1 0,0-1 0,0 1 0,-2 7 0,0 1 0,1 1 0,1 0 0,0 0 0,0 24 0,2-15 0,1-1 0,2 0 0,0 0 0,1 0 0,1 0 0,0-1 0,2 0 0,1 0 0,0 0 0,12 19 0,-15-30-117,-3-5-22,0 1 0,0-1 1,1 0-1,-1 0 0,1 0 1,0 0-1,0 0 1,5 3-1,1-1-6687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09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52 24575,'-3'-3'0,"0"0"0,0 0 0,0 0 0,0 1 0,-1 0 0,1-1 0,-1 1 0,1 0 0,-1 0 0,0 1 0,0-1 0,0 1 0,0 0 0,0 0 0,0 0 0,0 1 0,0-1 0,0 1 0,0 0 0,0 0 0,-1 0 0,1 1 0,0 0 0,0 0 0,-7 2 0,-6 1 0,0 0 0,-1-1 0,1-1 0,0 0 0,-20-2 0,0-1 0,-50-10 0,78 10-115,-33-8 364,38 8-399,1 0 0,0 0 0,0 0 0,0 0 1,0-1-1,0 1 0,0-1 0,0 0 0,-4-4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0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24575,'0'15'0,"0"8"0,0 2 0,2-1 0,1-1 0,1-3 0,1-4 0,0-3 0,2-1 0,-1 0 0,2-2 0,-1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0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0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21 24575,'-10'-3'0,"-11"-3"0,-28-4 0,44 10 0,0-1 0,0 1 0,0 0 0,0 0 0,1 0 0,-1 0 0,0 1 0,0 0 0,0 0 0,1 0 0,-9 4 0,12-4 0,0-1 0,0 1 0,0-1 0,0 1 0,0 0 0,0-1 0,1 1 0,-1 0 0,0 0 0,0-1 0,1 1 0,-1 0 0,1 0 0,-1 0 0,1 0 0,-1 0 0,1 0 0,-1 0 0,1 0 0,0 0 0,-1 1 0,1 0 0,0 0 0,0 0 0,1 0 0,-1 0 0,0-1 0,1 1 0,-1 0 0,1 0 0,-1 0 0,1-1 0,1 3 0,2 3 0,1 0 0,0 0 0,0-1 0,8 8 0,13 11 0,2-1 0,53 35 0,-52-39 0,-23-15 0,0-1 0,0 1 0,-1 0 0,10 11 0,-14-16 0,-1 1 0,1 0 0,0 0 0,-1-1 0,1 1 0,-1 0 0,1 0 0,-1 0 0,1 0 0,-1 0 0,0 0 0,1 0 0,-1 0 0,0 0 0,0 0 0,0 0 0,1 0 0,-1 0 0,0 0 0,-1 0 0,1 0 0,0 0 0,0 0 0,0 0 0,0 0 0,-1 0 0,1-1 0,0 1 0,-1 0 0,1 0 0,-1 0 0,1 0 0,-1 0 0,0-1 0,1 1 0,-1 0 0,0 0 0,1-1 0,-1 1 0,0 0 0,0-1 0,0 1 0,0-1 0,0 1 0,1-1 0,-3 1 0,-1 1 0,-1 0 0,0-1 0,0 0 0,0 0 0,0 0 0,0 0 0,-7 0 0,-40-3 0,20 0 0,7 2-81,16 1-133,-1-1 0,0-1 0,0 1 0,1-2 0,-15-2 0,14 0-6612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1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7 24575,'-1'0'0,"0"-1"0,-1 0 0,1 0 0,0 1 0,0-1 0,-1 1 0,1-1 0,0 1 0,-1-1 0,1 1 0,0 0 0,-1 0 0,1-1 0,0 1 0,-4 0 0,5 1 0,0-1 0,0 0 0,-1 0 0,1 0 0,0 0 0,0 0 0,0 0 0,-1 1 0,1-1 0,0 0 0,0 0 0,0 0 0,-1 1 0,1-1 0,0 0 0,0 0 0,0 0 0,0 1 0,-1-1 0,1 0 0,0 0 0,0 1 0,0-1 0,0 0 0,0 1 0,0-1 0,0 0 0,0 1 0,5 13 0,4 0 0,1 0 0,1-1 0,0 0 0,1-1 0,0 0 0,1-1 0,0-1 0,23 14 0,-31-20 0,1-1 0,0 0 0,0 0 0,0-1 0,0 1 0,0-1 0,11 1 0,-15-3 0,0 1 0,0-1 0,1 0 0,-1 0 0,0-1 0,0 1 0,1 0 0,-1-1 0,0 0 0,0 1 0,0-1 0,1 0 0,-1 0 0,0 0 0,0 0 0,-1 0 0,1-1 0,0 1 0,0-1 0,-1 1 0,1-1 0,0 0 0,-1 1 0,3-5 0,-1 1 0,0-1 0,0 0 0,0 0 0,-1 0 0,0 0 0,0 0 0,-1 0 0,2-10 0,-2 1 0,0-1 0,-2-19 0,0 35 0,-2 6 0,-3 11 0,4 5 0,0 1 0,1-1 0,1 1 0,1-1 0,2 1 0,6 30 0,43 132 0,-44-160 0,1 2 0,-4-14 0,-1 0 0,0 0 0,2 14 0,-6-26 0,0 0 0,0 0 0,1 0 0,-1 0 0,0 0 0,0 0 0,0 0 0,0 0 0,-1 0 0,1 0 0,0 0 0,0 0 0,0 0 0,-1 0 0,1 0 0,-1 0 0,1 0 0,-1 0 0,1 0 0,-1-1 0,1 1 0,-1 0 0,0 0 0,1-1 0,-1 1 0,0 0 0,0-1 0,1 1 0,-1 0 0,0-1 0,0 1 0,0-1 0,0 0 0,0 1 0,0-1 0,0 0 0,0 1 0,0-1 0,0 0 0,0 0 0,0 0 0,0 0 0,0 0 0,0 0 0,0 0 0,0 0 0,-1-1 0,-6 0 0,0-1 0,0 0 0,0 0 0,-11-5 0,18 6 0,-28-12-161,1-1 0,0-2 0,-26-20 0,38 26-560,3 1-6105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34 24575,'0'0'0,"0"0"0,0 0 0,-1 0 0,1 0 0,0 0 0,0 1 0,0-1 0,0 0 0,0 0 0,0 0 0,-1 0 0,1 0 0,0 0 0,0 0 0,0 0 0,0 0 0,0 0 0,0 0 0,0 0 0,0 1 0,0-1 0,-1 0 0,1 0 0,0 0 0,0 0 0,0 0 0,0 0 0,0 0 0,0 1 0,0-1 0,0 0 0,0 0 0,0 0 0,0 0 0,0 0 0,0 0 0,0 1 0,0-1 0,0 0 0,0 0 0,0 0 0,0 0 0,3 9 0,7 10 0,-9-17 0,10 17 0,23 30 0,-29-42 0,0-2 0,0 1 0,1 0 0,-1-1 0,1 0 0,1-1 0,-1 1 0,10 4 0,-15-8 0,0-1 0,0 1 0,0-1 0,0 1 0,1-1 0,-1 0 0,0 0 0,0 1 0,0-1 0,0 0 0,0 0 0,0 0 0,0 0 0,1 0 0,-1 0 0,0-1 0,0 1 0,0 0 0,0-1 0,0 1 0,0 0 0,0-1 0,0 1 0,2-2 0,-2 0 0,1 1 0,-1-1 0,0 1 0,1-1 0,-1 0 0,0 0 0,0 0 0,0 0 0,-1 0 0,1 0 0,0 0 0,0-2 0,1-5 0,-1-1 0,0 1 0,0-1 0,-2-17 0,-5-6 0,4 28 0,1-1 0,0 1 0,0-1 0,0 1 0,1-1 0,0 0 0,0-10 0,0 16 0,1-1 0,-1 1 0,0 0 0,0-1 0,0 1 0,0-1 0,0 1 0,1 0 0,-1-1 0,0 1 0,0 0 0,1-1 0,-1 1 0,0 0 0,1 0 0,-1-1 0,0 1 0,1 0 0,-1 0 0,0-1 0,1 1 0,-1 0 0,0 0 0,1 0 0,-1 0 0,1-1 0,-1 1 0,0 0 0,1 0 0,-1 0 0,1 0 0,-1 0 0,1 0 0,-1 0 0,0 0 0,1 0 0,-1 1 0,1-1 0,-1 0 0,0 0 0,1 0 0,-1 0 0,1 1 0,-1-1 0,0 0 0,1 0 0,-1 0 0,0 1 0,1-1 0,-1 0 0,0 1 0,21 16 0,-19-15 0,43 47 0,4 3 0,-49-52 0,5 5 0,0 0 0,1-1 0,-1 0 0,1 0 0,9 5 0,-14-9 0,0 1 0,0-1 0,0 1 0,0-1 0,0 0 0,0 1 0,0-1 0,0 0 0,0 0 0,0 0 0,1 0 0,-1 0 0,0 0 0,0 0 0,0-1 0,0 1 0,0 0 0,0-1 0,0 1 0,0 0 0,0-1 0,0 1 0,0-1 0,0 0 0,0 1 0,0-1 0,0 0 0,-1 1 0,1-1 0,0 0 0,0 0 0,-1 0 0,1 0 0,0 0 0,-1 0 0,1 0 0,-1 0 0,1 0 0,-1 0 0,0 0 0,0 0 0,1-2 0,0-2 0,0 0 0,0 1 0,-1-1 0,0-6 0,4-21 0,-4 31 0,0 0 0,0 0 0,1-1 0,-1 1 0,1 0 0,-1 0 0,1 0 0,-1 0 0,1 0 0,0 0 0,-1 0 0,1 0 0,0 0 0,0 0 0,0 1 0,0-1 0,0 0 0,0 0 0,0 1 0,1-2 0,-1 2 0,0 0 0,1 0 0,-1 0 0,0 0 0,0 0 0,0 0 0,0 0 0,1 0 0,-1 0 0,0 0 0,0 0 0,0 1 0,0-1 0,0 1 0,0-1 0,0 1 0,0-1 0,0 1 0,1 0 0,22 17 0,-14-9 0,44 34-28,-25-20-418,0 0 1,36 19-1,-52-35-6380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2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24575,'0'1'0,"-1"0"0,1 0 0,-1 0 0,1 0 0,-1 0 0,1 0 0,0 0 0,-1 0 0,1 0 0,0 0 0,0 0 0,0 0 0,0 0 0,0 0 0,0 0 0,0 1 0,0-1 0,0 0 0,1 0 0,-1 0 0,0 0 0,1 0 0,-1 0 0,2 1 0,13 26 0,-13-26 0,5 10 0,1 0 0,1-1 0,0 0 0,1-1 0,16 14 0,-25-23 0,0 0 0,0-1 0,0 1 0,0 0 0,1-1 0,-1 1 0,0-1 0,0 1 0,0-1 0,0 1 0,1-1 0,-1 0 0,0 0 0,0 1 0,1-1 0,-1 0 0,0 0 0,0 0 0,1 0 0,-1-1 0,0 1 0,0 0 0,1-1 0,-1 1 0,0 0 0,0-1 0,0 1 0,1-1 0,-1 0 0,0 1 0,0-1 0,0 0 0,0 0 0,0 0 0,-1 0 0,1 0 0,0 0 0,0 0 0,0 0 0,0-1 0,2-3 0,-1 1 0,0 0 0,0-1 0,0 1 0,0-1 0,-1 0 0,0 0 0,0 0 0,1-6 0,-2-11 0,0 16 0,0 0 0,0 0 0,0 0 0,2-6 0,-2 12 0,0-1 0,0 1 0,0 0 0,0-1 0,0 1 0,0 0 0,0-1 0,1 1 0,-1 0 0,0 0 0,0-1 0,0 1 0,0 0 0,1-1 0,-1 1 0,0 0 0,0 0 0,0 0 0,1-1 0,-1 1 0,0 0 0,1 0 0,-1 0 0,0 0 0,0-1 0,1 1 0,-1 0 0,0 0 0,1 0 0,-1 0 0,0 0 0,0 0 0,1 0 0,0 0 0,11 6 0,11 18 0,-21-22 0,10 12 0,0-1 0,21 16 0,-28-25 0,0-1 0,0 1 0,0-1 0,1 0 0,-1 0 0,1 0 0,0-1 0,0 0 0,0 0 0,10 1 0,-15-3 0,0 1 0,0-1 0,0 0 0,0 0 0,0 0 0,0 0 0,0 0 0,0 0 0,0-1 0,0 1 0,0 0 0,0 0 0,0-1 0,0 1 0,0 0 0,0-1 0,0 1 0,0-1 0,0 1 0,0-1 0,-1 0 0,1 1 0,0-1 0,0 0 0,-1 0 0,1 1 0,-1-1 0,1 0 0,0 0 0,0-1 0,0-3 0,0 1 0,0 0 0,-1 0 0,1-1 0,-1 1 0,0-6 0,2-20 0,-2 29 0,0 0 0,1 0 0,-1 0 0,0 0 0,1 0 0,-1 0 0,1 0 0,-1 0 0,1 0 0,-1 0 0,1 0 0,0 0 0,-1 1 0,1-1 0,0 0 0,0 0 0,0 1 0,0-1 0,0 0 0,1 0 0,-1 1 0,1-1 0,-1 1 0,1 0 0,-1 0 0,1-1 0,-1 1 0,1 0 0,-1 0 0,1 1 0,-1-1 0,0 0 0,1 0 0,-1 1 0,1-1 0,-1 1 0,0-1 0,1 1 0,-1 0 0,2 1 0,26 20 0,-18-13 0,38 36 57,-26-23-1479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3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3 268 24575,'31'-8'0,"-7"2"0,-1 0 0,25-12 0,-41 15 0,-1 1 0,0-2 0,-1 1 0,1-1 0,0 0 0,-1 0 0,0-1 0,0 1 0,0-1 0,-1 0 0,1 0 0,4-8 0,-7 9 0,-1-1 0,1 1 0,-1 0 0,1-1 0,-1 1 0,-1 0 0,1-1 0,0 1 0,-1-1 0,0 0 0,0 1 0,-1-1 0,1 1 0,-1-1 0,0 1 0,0 0 0,0-1 0,-1 1 0,0 0 0,1 0 0,-2 0 0,-3-7 0,3 7 0,0-1 0,0 1 0,0-1 0,0 1 0,-1 0 0,0 1 0,0-1 0,0 1 0,0-1 0,-1 1 0,1 0 0,-1 1 0,0-1 0,0 1 0,0 0 0,0 0 0,0 1 0,-10-2 0,11 2 0,0 2 0,0-1 0,0 0 0,0 1 0,0 0 0,0 0 0,0 0 0,0 0 0,0 0 0,0 1 0,0 0 0,1 0 0,-1 0 0,1 0 0,-1 1 0,1-1 0,0 1 0,0 0 0,0 0 0,0 0 0,1 0 0,-1 0 0,1 1 0,0-1 0,0 1 0,0 0 0,-2 4 0,2-3 0,0 0 0,0 0 0,1 0 0,0 0 0,0 1 0,0-1 0,0 0 0,1 0 0,0 1 0,0-1 0,0 0 0,1 0 0,-1 1 0,1-1 0,1 0 0,-1 0 0,1 0 0,0 0 0,0 0 0,0 0 0,4 4 0,0 0 10,1-2 0,1 1 0,-1-1 0,1 0 0,1-1 0,-1 0 0,1 0 0,0 0 0,0-1 0,1-1 0,12 5 0,-6-3-258,1-2 1,0 1-1,1-2 1,-1 0-1,35 0 1,-38-3-6579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3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24575,'1'15'0,"0"0"0,1 0 0,1 0 0,6 20 0,23 57 0,-22-65 0,141 354-1365,-146-369-5461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3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62 24575,'-18'-10'0,"-8"-4"0,-2 1 0,1 3 0,3 3 0,2 2 0,3 3 0,5 4 0,2 1 0,1 0 0,-1 3 0,-1 0 0,0-1 0,0 1 0,1-1-8191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4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146 398 24575,'-1'-5'0,"0"1"0,0-1 0,0 1 0,-1-1 0,0 1 0,0 0 0,0-1 0,-3-3 0,-3-5 0,-68-129 0,69 130 0,0 0 0,1-1 0,1 0 0,0 0 0,1 0 0,0-1 0,-3-23 0,7 34 0,0 0 0,0 0 0,0 1 0,0-1 0,1 0 0,-1 0 0,1 0 0,0 1 0,-1-1 0,1 0 0,1 1 0,-1-1 0,0 1 0,0-1 0,1 1 0,0 0 0,-1-1 0,1 1 0,0 0 0,0 0 0,0 0 0,0 1 0,5-4 0,-4 3 0,0 1 0,0 0 0,0 0 0,0 0 0,0 0 0,1 0 0,-1 0 0,0 1 0,0 0 0,1 0 0,-1 0 0,0 0 0,0 0 0,1 0 0,-1 1 0,0 0 0,0 0 0,0 0 0,0 0 0,5 2 0,1 1-195,0 1 0,0 1 0,0-1 0,-1 1 0,0 1 0,12 10 0,-11-5-6631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4.9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24575,'13'23'0,"2"0"0,17 22 0,-4-7 0,-18-23 0,1-1 0,1 0 0,0 0 0,1-1 0,0-1 0,1 0 0,1 0 0,0-2 0,20 12 0,-33-21 0,0 0 0,0 0 0,0-1 0,0 1 0,0 0 0,0-1 0,0 1 0,0-1 0,0 0 0,0 0 0,0 0 0,0 0 0,0 0 0,1 0 0,-1 0 0,0-1 0,2 0 0,-2 0 0,-1 1 0,1-1 0,-1 0 0,0 0 0,0 0 0,0-1 0,1 1 0,-1 0 0,0 0 0,-1-1 0,1 1 0,0 0 0,0-1 0,0 1 0,-1-1 0,1 1 0,-1-1 0,1 1 0,-1-1 0,0 0 0,1 1 0,-1-1 0,0-1 0,1-11 0,-1 1 0,0 0 0,0 0 0,-1-1 0,-6-24 0,7 37 0,-1 0 0,1 0 0,0 1 0,0-1 0,0 0 0,-1 0 0,1 1 0,-1-1 0,1 0 0,0 1 0,-1-1 0,1 0 0,-1 1 0,0-2 0,0 2 0,1 0 0,0 0 0,0 0 0,-1 0 0,1 0 0,0 0 0,0 0 0,0 0 0,-1 0 0,1 0 0,0 0 0,0 0 0,-1 0 0,1 0 0,0 0 0,0 0 0,0 0 0,-1 1 0,1-1 0,0 0 0,0 0 0,0 0 0,-1 0 0,1 0 0,0 1 0,0-1 0,0 0 0,0 0 0,0 0 0,-1 1 0,0 1 0,0 0 0,0 0 0,0 0 0,0 0 0,0 0 0,0 1 0,1-1 0,-1 3 0,-3 32 0,2 0 0,3 49 0,1-23 0,9 181 0,-9-226 0,0-10 0,-1-1 0,0 0 0,-1 0 0,0 0 0,0 1 0,0-1 0,-1 0 0,-3 13 0,4-19 0,-1 0 0,0-1 0,1 1 0,-1 0 0,0 0 0,1 0 0,-1 0 0,0-1 0,0 1 0,1 0 0,-1-1 0,0 1 0,0 0 0,0-1 0,0 1 0,0-1 0,0 0 0,0 1 0,0-1 0,0 0 0,0 1 0,0-1 0,-1 0 0,1 0 0,0 0 0,0 0 0,0 0 0,0 0 0,0-1 0,0 1 0,0 0 0,0 0 0,0-1 0,0 1 0,0-1 0,-2 0 0,-4-2 0,1 0 0,-1-1 0,-11-8 0,17 11 0,-15-10 0,0-1 0,-16-16 0,28 24 0,1 0 0,0 1 0,-1-1 0,1 0 0,1 0 0,-1-1 0,0 1 0,1 0 0,0-1 0,0 0 0,1 1 0,-1-1 0,1 0 0,-1-5 0,2 7 0,0 0 0,1 0 0,-1 0 0,0 1 0,1-1 0,0 0 0,0 0 0,0 1 0,0-1 0,0 1 0,0-1 0,1 1 0,-1-1 0,1 1 0,0 0 0,0 0 0,0 0 0,0 0 0,0 0 0,0 0 0,0 0 0,1 1 0,-1-1 0,0 1 0,6-2 0,2-2 0,0 1 0,1 1 0,-1-1 0,1 2 0,13-3 0,14 1-682,64 2-1,-82 3-6143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5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24575,'3'5'0,"0"4"0,0 3 0,2 5 0,1 1 0,-2 1 0,-1-3-8191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6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24575,'5'12'0,"1"8"0,3-1 0,0-3-8191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8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35 24575,'-12'-21'0,"3"7"0,15 29 0,0-2 0,146 363 0,-108-226 0,-37-137 120,-3-9-321,-4-10-1083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8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24575,'12'-5'0,"7"-4"0,6-1 0,2 2 0,3 2 0,1 1 0,0 3 0,0 1 0,-1 1 0,1 0 0,-1 0 0,-1 1 0,-1-1 0,-5 3 0,-2 0 0,-3 1 0,-5-2-8191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8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24575,'2'18'0,"0"0"0,1-1 0,8 25 0,-1-9 0,21 47 0,99 186 0,-106-207-1365,-20-46-5461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19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63 24575,'-2'-16'0,"2"8"0,-1 1 0,-1 0 0,1 0 0,-4-11 0,-11 52 0,-9 10 0,20-36 0,0 0 0,1 0 0,0 0 0,0 0 0,1 1 0,0 0 0,0-1 0,-2 17 0,2 13 0,2 1 0,7 64 0,-2-76 0,0-1 0,2 0 0,1 0 0,19 46 0,-19-58 0,0 1 0,1-1 0,0-1 0,1 0 0,1 0 0,0 0 0,1-2 0,0 1 0,18 13 0,102 67 0,-96-78-1365,-27-9-5461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0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57 24575,'10'-8'0,"1"0"0,0 1 0,0 0 0,23-10 0,-29 15 0,0 1 0,-1-1 0,1 1 0,0 0 0,0 0 0,0 0 0,1 1 0,-1-1 0,0 1 0,0 1 0,0-1 0,0 1 0,0 0 0,0 0 0,7 2 0,-1 2 0,-2-2 0,0 0 0,0 0 0,-1 1 0,0 1 0,0-1 0,0 1 0,13 12 0,-19-15 0,-1 1 0,1-1 0,-1 1 0,1 0 0,-1-1 0,0 1 0,0 0 0,0 0 0,0 0 0,-1 0 0,1 0 0,-1 0 0,0 0 0,0 0 0,0 0 0,0 0 0,0 0 0,-1 4 0,-2 6 0,0-1 0,-9 23 0,11-33 0,-5 11 0,2 1 0,-1 0 0,1 0 0,1 0 0,-2 26 0,5-35 0,0 0 0,0-1 0,1 1 0,-1-1 0,1 1 0,0 0 0,1-1 0,-1 0 0,1 1 0,0-1 0,0 0 0,0 0 0,0 0 0,1 0 0,0 0 0,-1-1 0,1 1 0,1-1 0,-1 0 0,0 1 0,1-2 0,5 5 0,-1-3 0,1 1 0,0-1 0,0 0 0,1-1 0,-1 0 0,1-1 0,0 1 0,0-2 0,-1 0 0,1 0 0,14-1 0,-21 0-105,0-1 0,0 1 0,0-1 0,0 0 0,0 0 0,0 0 0,0 0 0,0 0 0,0-1 0,-1 1 0,1-1 0,3-3 0,4-4-6721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0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3 24575,'-28'-2'0,"-11"1"0,-2 4 0,4 3 0,5 2 0,9 0 0,5 1 0,6-3-8191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0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24575,'11'0'0,"0"0"0,0 1 0,0 0 0,0 1 0,0 0 0,0 0 0,0 2 0,0-1 0,-1 1 0,0 1 0,0 0 0,0 0 0,0 1 0,-1 0 0,0 1 0,0 0 0,-1 0 0,12 13 0,-3 0 0,-1 1 0,0 1 0,-2 1 0,21 43 0,-15-21 0,23 80 0,-39-111 0,0 1 0,-1 0 0,-1-1 0,0 1 0,-1 0 0,-1 16 0,-1-22 0,0 0 0,-1-1 0,0 1 0,0 0 0,-1-1 0,0 1 0,-1-1 0,1 0 0,-1 0 0,-1 0 0,-7 9 0,5-6-170,-1-1-1,0 1 0,-1-1 1,0-1-1,-1 0 0,1 0 1,-19 12-1,15-15-6655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2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7 24575,'-3'0'0,"-2"0"0,-4 2 0,-3 2 0,-2-1 0,0-1 0,-1 0 0,-1-3 0,1-2 0,0 0 0,-1 1 0,1 0 0,1 0 0,1-1 0,2-1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2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38 24575,'-25'-7'0,"-11"-3"0,-2 0 0,3 2 0,8 5 0,6 3 0,3 2 0,3 0 0,2 2 0,-1 1 0,1-1 0,2-1-8191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3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30 24575,'-1'-1'0,"-1"0"0,1 1 0,0-1 0,-1 0 0,1 1 0,0-1 0,-1 1 0,1-1 0,-1 1 0,1 0 0,-1-1 0,1 1 0,-1 0 0,1 0 0,-3 0 0,-28 4 0,13-2 0,-9-1 0,-1-1 0,1-1 0,-33-7 0,21 3 0,59 9 0,-7-1 0,25 4 0,-24-6 0,39 0 0,-49-1 0,0 0 0,0 0 0,0-1 0,1 1 0,-1-1 0,0 0 0,0 0 0,0 0 0,-1 0 0,1 0 0,0-1 0,4-2 0,-6 3 0,-1 1 0,0 0 0,1 0 0,-1 0 0,0-1 0,0 1 0,0 0 0,1 0 0,-1 0 0,0-1 0,0 1 0,0 0 0,0-1 0,1 1 0,-1 0 0,0 0 0,0-1 0,0 1 0,0 0 0,0-1 0,0 1 0,0 0 0,0-1 0,0 1 0,0 0 0,0 0 0,0-1 0,0 1 0,0 0 0,0-1 0,0 1 0,-9-6 0,-14 2 0,15 4-124,0 0 0,1 1 0,-1 0 0,0 0 0,1 1 0,-1 0-1,1 0 1,0 1 0,0 0 0,-14 7 0,9-3-6702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4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91 24575,'21'-22'0,"-11"11"0,0 1 0,19-15 0,-25 22 0,1 0 0,-1 1 0,1-1 0,-1 1 0,1 0 0,0 0 0,0 1 0,0-1 0,0 1 0,0 0 0,7 0 0,-1 1 0,0 1 0,0 0 0,0 0 0,0 1 0,-1 0 0,1 1 0,0 1 0,-1-1 0,0 2 0,0-1 0,0 1 0,-1 1 0,1 0 0,14 13 0,-20-16 0,-1 1 0,1 0 0,-1 0 0,0 0 0,-1 0 0,1 0 0,-1 0 0,0 1 0,0-1 0,0 1 0,0 0 0,-1 0 0,0-1 0,1 8 0,0 7 0,-1-1 0,-3 30 0,1-11 0,0-29 0,1 0 0,-1-1 0,0 1 0,-1 0 0,0 0 0,0-1 0,-6 13 0,-3 0 0,-16 26 0,23-39 0,3-5 0,0-1 0,0 1 0,0-1 0,0 1 0,0-1 0,1 1 0,-1 0 0,1-1 0,-1 1 0,1-1 0,-1 1 0,1 0 0,0 0 0,0-1 0,0 3 0,1-3 0,-1 0 0,1 0 0,-1 0 0,1 0 0,-1 0 0,1 0 0,0 0 0,-1-1 0,1 1 0,0 0 0,0 0 0,0-1 0,0 1 0,0 0 0,0-1 0,0 1 0,0-1 0,0 1 0,0-1 0,0 0 0,0 1 0,0-1 0,2 0 0,26 6-167,0-2-1,0 0 0,0-3 0,35-1 1,-50 0-360,-1 0-6299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5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45 24575,'-7'-7'0,"-3"-1"0,-2 2 0,-2 2 0,-1 1 0,-2 1 0,-2 1 0,1 1 0,0 1 0,1-1 0,1-2 0,-2-1 0,0 0 0,0 0 0,1 2 0,0-1 0,4 2-8191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5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24575,'-2'0'0,"-2"3"0,-1 0 0,-1 3 0,-2 0 0,-1-1 0,-3-4 0,-1-2 0,-1-1 0,-1-2 0,0-1 0,0 0 0,0 2 0,0 0 0,2 2-8191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26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45 134 24575,'6'7'0,"-1"1"0,0-1 0,0 1 0,-1 0 0,0 0 0,-1 1 0,3 8 0,0-1 0,19 51 0,-40-93 0,-8-14 0,-32-79 0,52 112 0,0-1 0,0 0 0,0 0 0,1 0 0,0 0 0,0-1 0,1 1 0,0-1 0,0-16 0,1 25 0,0 0 0,0-1 0,0 1 0,0 0 0,0 0 0,0 0 0,1-1 0,-1 1 0,0 0 0,0 0 0,0-1 0,0 1 0,0 0 0,0 0 0,0 0 0,0 0 0,1-1 0,-1 1 0,0 0 0,0 0 0,0 0 0,0 0 0,1-1 0,-1 1 0,0 0 0,0 0 0,0 0 0,1 0 0,-1 0 0,0 0 0,0 0 0,0 0 0,1 0 0,-1 0 0,0-1 0,0 1 0,1 0 0,8 5 0,8 12 0,-3-1 0,1-1 0,0 0 0,2-1 0,-1-1 0,2 0 0,-1-2 0,2 0 0,27 12 0,-42-21 0,0 0 0,1-1 0,-1 1 0,0-1 0,1 0 0,0 0 0,8-1 0,-11 0 0,-1 0 0,0 0 0,0 0 0,1 0 0,-1-1 0,0 1 0,0 0 0,1-1 0,-1 1 0,0-1 0,0 0 0,0 1 0,0-1 0,0 0 0,0 0 0,0 0 0,0 0 0,0 1 0,0-1 0,0 0 0,0-1 0,-1 1 0,1 0 0,0 0 0,-1 0 0,1 0 0,-1 0 0,1-1 0,-1 1 0,0 0 0,0-1 0,1 0 0,0-8 0,-1 1 0,0 0 0,-1-16 0,0 15 0,1 1 0,0-18 0,0 26 0,0 1 0,0 0 0,0 0 0,0 0 0,0 0 0,0 0 0,0 0 0,0 0 0,0 0 0,0 0 0,1 0 0,-1 0 0,0 0 0,0 0 0,0 0 0,0 0 0,0-1 0,0 1 0,0 0 0,0 0 0,0 0 0,0 0 0,0 0 0,0 0 0,0 0 0,0 0 0,0 0 0,0 0 0,0 0 0,0 0 0,0 0 0,0 0 0,1 0 0,-1 0 0,0 0 0,0 0 0,0 0 0,0 0 0,0 0 0,0 0 0,0 0 0,0 0 0,0 0 0,0 0 0,0 0 0,0 0 0,0 0 0,0 0 0,1 0 0,-1 0 0,0 0 0,0 0 0,0 0 0,0 0 0,0 0 0,5 5 0,5 9 0,-8-12 0,43 62 0,41 78 0,-80-131-1365,-3-1-5461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5.2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24575,'1'25'0,"1"0"0,1-1 0,1 1 0,11 35 0,40 94 0,-5-17 0,-45-120 0,2 3 0,-1-1 0,-1 1 0,-1 1 0,3 34 0,-9-63 0,1 1 0,-1 0 0,-5-11 0,-5-18 0,5 10 0,4 20 0,1 0 0,0 0 0,1 0 0,-1 0 0,1 0 0,1 0 0,-1 0 0,1 0 0,0-11 0,1 16 0,0 0 0,-1 0 0,1 0 0,0 0 0,-1 0 0,1 0 0,0 0 0,0 0 0,0 0 0,0 0 0,0 0 0,0 0 0,0 1 0,0-1 0,1 0 0,-1 1 0,0-1 0,0 1 0,1-1 0,-1 1 0,0 0 0,2-1 0,35-4 0,-23 4 0,76-4 0,-27 3 0,-60 1-170,0 1-1,0-1 0,0 0 1,0 0-1,0 0 0,0-1 1,5-2-1,1-2-6655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5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24575,'1'16'0,"2"0"0,-1 0 0,2 0 0,0-1 0,11 25 0,-6-14 0,12 28 0,42 75 0,-36-77 0,-19-37-455,0 1 0,12 13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5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24575,'-1'0'0,"0"0"0,0 0 0,0 1 0,-1-1 0,1 0 0,0 1 0,0-1 0,0 1 0,0-1 0,0 1 0,0 0 0,0-1 0,0 1 0,0 0 0,0 0 0,0 0 0,0 0 0,0 0 0,1 0 0,-1 0 0,0 0 0,1 0 0,-1 0 0,1 0 0,-1 0 0,1 0 0,0 0 0,-1 0 0,1 1 0,0 0 0,-2 6 0,1 0 0,0 0 0,0 12 0,1-14 0,3 223 0,2-173 0,3 0 0,15 58 0,10 3 0,-26-98 0,1-1 0,0 1 0,22 33 0,-25-45 0,1 1 0,0-1 0,0-1 0,13 12 0,-15-15 0,-1-1 0,1 1 0,0-1 0,0 1 0,1-1 0,-1 0 0,0 0 0,1-1 0,-1 1 0,1-1 0,5 1 0,-9-2-105,1 0 0,0 0 0,-1 0 0,1-1 0,0 1 0,-1 0 0,1-1 0,0 1 0,-1-1 0,1 1 0,-1-1 0,3-1 0,5-4-6721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6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24575,'19'-6'0,"8"-4"0,50-10 0,-69 19 0,-1 0 0,1 0 0,0 1 0,0 0 0,-1 0 0,1 0 0,0 1 0,0 1 0,-1-1 0,1 1 0,10 4 0,-16-5 0,-1 0 0,1-1 0,-1 1 0,1 0 0,-1 0 0,1 0 0,-1 0 0,0 0 0,0 1 0,1-1 0,-1 0 0,0 1 0,0-1 0,0 0 0,0 1 0,0-1 0,-1 1 0,1 0 0,0-1 0,-1 1 0,1 0 0,-1-1 0,0 1 0,1 3 0,-1 2 0,-1-1 0,1 1 0,-1-1 0,-1 1 0,-2 8 0,-3 18 0,6-17 0,0-1 0,1 1 0,1 0 0,0 0 0,1 0 0,1 0 0,0-1 0,1 1 0,1-1 0,7 17 0,-9-24 0,1-1 0,-1 1 0,1-1 0,1 0 0,5 8 0,-8-13 0,0 0 0,0 0 0,0 0 0,0 0 0,1 0 0,-1-1 0,1 1 0,-1-1 0,1 1 0,0-1 0,0 0 0,-1 0 0,1 0 0,0-1 0,4 2 0,-2-2 11,0 1 0,0-1 1,0 0-1,0-1 0,0 1 0,0-1 0,0 0 0,0 0 0,5-2 0,2-2-414,0 0-1,13-9 1,-21 12 137,7-4-6560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6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7 24575,'-2'-2'0,"-4"-2"0,0 4 0,-3 3 0,-1 2 0,-2 2 0,-1 0 0,-2-1 0,1-2 0,-1-1 0,-1-2 0,-1 0 0,-2-1 0,1 0 0,3 0-8191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1 24575,'-18'0'0,"-8"0"0,-2 2 0,1 4 0,3 1 0,2 1 0,3 0 0,3-2 0,3 1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7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24575,'3'12'0,"0"7"0,3 3 0,0 0 0,1 1 0,0 0 0,-1-2 0,0-3 0,0 0 0,-2-2 0,2-1 0,-1 0 0,-1-3-8191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38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24575,'23'13'0,"-1"2"0,0 0 0,29 28 0,-37-30 0,-2 1 0,0 0 0,0 0 0,-2 1 0,18 32 0,-4 2 0,-3 1 0,16 55 0,-28-75 0,-1 2 0,-2-1 0,-1 1 0,1 59 0,-7-76 0,1-1 0,-2 1 0,0 0 0,-1-1 0,0 1 0,-1-1 0,-1 0 0,0 0 0,-1-1 0,-1 1 0,0-1 0,0 0 0,-1-1 0,-1 0 0,0 0 0,-1-1 0,0-1 0,-1 1 0,0-1 0,0-1 0,-18 11 0,8-7-1365,3-3-5461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9:42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5178 178 24575,'346'-8'0,"3"1"0,-235 8 0,-11 6 0,6 1 0,-85-8 0,-1-2 0,32-6 0,-2 0 0,72-3 0,-20 10 0,110 12 0,-196-10 0,-14-1 0,0 0 0,0 0 0,1 0 0,-1 1 0,0 0 0,0 0 0,0 0 0,-1 1 0,1-1 0,7 4 0,-12-5 0,0 1 0,0-1 0,0 0 0,0 0 0,0 0 0,0 0 0,0 0 0,0 1 0,0-1 0,0 0 0,0 0 0,0 0 0,-1 0 0,1 0 0,0 1 0,0-1 0,0 0 0,0 0 0,0 0 0,0 0 0,0 0 0,0 0 0,0 0 0,0 1 0,-1-1 0,1 0 0,0 0 0,0 0 0,0 0 0,0 0 0,0 0 0,0 0 0,-1 0 0,1 0 0,0 0 0,0 0 0,0 0 0,0 0 0,0 0 0,-1 0 0,1 0 0,0 0 0,0 0 0,0 0 0,0 0 0,0 0 0,-1 0 0,1 0 0,0 0 0,0 0 0,0 0 0,-10 1 0,-198 1 0,103-4 0,14-5 0,-3-1 0,-40 10 0,-156-4 0,207-5 0,-18 0 0,6-1 0,-9 1 0,-33 8 0,-171-2 0,154-14 0,-48 0 0,98 8 0,12 0 0,23 6 0,-122-7 0,-78-22 0,220 26 0,-77 3 0,0 0 0,61-6 0,-11 0 0,-46-3 0,67 5 0,0-2 0,-53-1 0,-528 8 0,539 8 0,3 0 0,15-1 0,3 0 0,-281-6 0,170-2 0,78-7 0,3 0 0,-166 18 0,180-4 0,-98-5 0,83-2 0,-631 1 0,723 1 0,0 0 0,-18 5 0,-16 1 0,261-9 0,-106 4 0,-13-2 0,498-9 0,85 1 0,-418 10 0,467 17-524,-463-9 413,325 20 111,-411-20 0,-176-10 0,732 35 0,-561-30 0,229 5 0,-333-10 29,349-10 494,-335 6-482,113 11 1,167 34-42,-210-22 0,228 1 0,-319-21 0,-1-4 0,98-19 0,-116 17 0,0 2 0,1 1 0,-1 3 0,56 4 0,-92-3-273,1 1 0,0 0 0,-1 0 0,10 4 0,0 1-6553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23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2556 70 24575,'-4'-4'0,"0"1"0,-1 0 0,1 0 0,-1 0 0,1 1 0,-1-1 0,0 1 0,0 0 0,0 1 0,0-1 0,0 1 0,0 0 0,-7 0 0,-10-1 0,-42 3 0,33 0 0,-960 1 0,515-3 0,182 10 0,16-3 0,197-6 0,65-1 0,-1 0 0,1-1 0,0-1 0,-19-6 0,-61-25 0,95 33 0,-1 1 0,1-1 0,0 1 0,0-1 0,0 1 0,-1 0 0,1-1 0,0 1 0,-1 0 0,1 0 0,0 0 0,0 0 0,-1 0 0,1 0 0,0 0 0,-1 0 0,-1 1 0,4 0 0,1-1 0,-1 1 0,0 0 0,0-1 0,0 1 0,1-1 0,-1 1 0,0-1 0,1 1 0,2-1 0,-3 0 0,35 7 0,0-2 0,48 1 0,81 7 0,45 2 0,196 1 0,-251-10 0,206 3 0,-230-9 0,220-1 0,-30-22 0,-258 17 0,-195 7 0,62-2 0,-1709 1-3203,1671 1 2788,-142 21-1,227-18-3741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28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1077 61 24575,'-22'-9'0,"7"2"0,0 1 0,0 1 0,-1 0 0,-23-4 0,-268 3 0,179 8 0,63-1 0,-15 0 0,-95-12 0,158 9 0,9 0 0,0 1 0,0 0 0,-1 0 0,1 1 0,0 0 0,-1 1 0,-13 2 0,22-3 0,0 0 0,1 0 0,-1 0 0,0 0 0,0 0 0,0 0 0,0 0 0,1 0 0,-1 0 0,0 1 0,0-1 0,0 0 0,0 0 0,0 0 0,0 0 0,1 0 0,-1 1 0,0-1 0,0 0 0,0 0 0,0 0 0,0 0 0,0 1 0,0-1 0,0 0 0,0 0 0,0 0 0,0 1 0,0-1 0,0 0 0,0 0 0,0 0 0,0 0 0,0 1 0,0-1 0,0 0 0,0 0 0,0 0 0,0 1 0,0-1 0,0 0 0,0 0 0,-1 0 0,1 0 0,0 0 0,0 1 0,0-1 0,0 0 0,0 0 0,0 0 0,-1 0 0,1 0 0,0 0 0,0 1 0,0-1 0,0 0 0,-1 0 0,1 0 0,21 6 0,-18-5 0,26 4 0,-1 0 0,1-2 0,48 0 0,1-1 0,463 22 0,-526-24 0,-11-1 0,0 1 0,0 0 0,0 0 0,0 0 0,1 0 0,-1 1 0,0-1 0,0 1 0,0 0 0,0 1 0,0-1 0,4 3 0,-8-4 0,0 0 0,0 0 0,1 0 0,-1 0 0,0 0 0,0 0 0,0 0 0,0 1 0,0-1 0,1 0 0,-1 0 0,0 0 0,0 0 0,0 0 0,0 1 0,0-1 0,0 0 0,0 0 0,0 0 0,0 1 0,1-1 0,-1 0 0,0 0 0,0 0 0,0 1 0,0-1 0,0 0 0,0 0 0,0 0 0,0 0 0,0 1 0,-1-1 0,1 0 0,0 0 0,0 0 0,0 1 0,0-1 0,-8 5 0,-11 0 0,-30-1 0,-95-2 0,81-3 0,-618 0-1365,663 1-5461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30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2476 46 24575,'-149'-26'0,"122"24"0,0 0 0,0 2 0,-44 6 0,-173 19 0,39-11 0,52 0 0,-55 1 0,40-7 0,-31 0 0,-33 0 0,100-1 0,-20 1 0,-86-2 0,178-7 0,46 1 0,0-2 0,-18-3 0,17 2 0,-26-2 0,-27 5 0,629-1 0,-272 3 0,76-10 0,-1-26 0,-360 34 0,561-71 0,-243 65 0,-204 7 0,-111-2 0,0 1 0,0 1 0,0-1 0,0 1 0,-1 1 0,1-1 0,8 4 0,-15-5 0,0 0 0,0 0 0,0 0 0,0 0 0,0 0 0,0 0 0,-1 0 0,1 0 0,0 0 0,0 0 0,0 0 0,0 0 0,0 0 0,0 0 0,0 0 0,0 0 0,0 0 0,0 0 0,0 0 0,0 0 0,0 0 0,0 0 0,0 0 0,0 0 0,0 0 0,0 0 0,0 0 0,0 0 0,0 0 0,0 0 0,0 0 0,0 1 0,0-1 0,0 0 0,0 0 0,0 0 0,0 0 0,0 0 0,0 0 0,0 0 0,0 0 0,0 0 0,0 0 0,0 0 0,0 0 0,0 0 0,0 0 0,0 0 0,0 0 0,0 0 0,0 0 0,0 0 0,0 0 0,0 1 0,0-1 0,0 0 0,0 0 0,0 0 0,0 0 0,0 0 0,0 0 0,0 0 0,0 0 0,1 0 0,-1 0 0,0 0 0,-8 2 0,-9 0 0,-254-2 0,128-1 0,-89-6 0,17-1 0,-191 18 0,239-4 0,-149 16 0,-83 0 0,387-22 0,-153-2 0,115-1 0,-63-13 0,58 8-1365,42 7-5461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0:4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8982 135 24575,'1'-2'0,"-1"-1"0,0 1 0,-1 0 0,1 0 0,0-1 0,-1 1 0,1 0 0,-1 0 0,0 0 0,1 0 0,-1 0 0,0 0 0,0 0 0,-1 0 0,1 0 0,0 0 0,-1 0 0,1 1 0,-1-1 0,1 0 0,-1 1 0,0 0 0,0-1 0,1 1 0,-1 0 0,0 0 0,0 0 0,-4-1 0,-4-1 0,1 1 0,-1 0 0,0 1 0,0 0 0,-13 1 0,-8-2 0,-161-21 0,-156-9 0,-180 33 0,423 6 0,3 1 0,-786-8 0,868-1 0,-32-6 0,31 4 0,-25-2 0,-43 5 0,30 1 0,-80-10 0,106 5 0,-1 1 0,1 2 0,-35 3 0,-21 13 0,-8 5 0,41-8 0,23-7 0,1-1 0,-44-2 0,13 0 0,-8 5 0,-18 0 0,-38-7 0,-123 6 0,-346 4 0,385-11 0,-39-12 0,214 10 0,-25-3 0,-39-3 0,81 10 0,-313 8 0,75-4 0,59-4 0,-25 23 0,80-6 0,-12 0 0,-166 11 0,203-22 0,-21 1 0,87-6 0,-78 15 0,97-12 0,-48 7 0,-193 25 0,228-33 0,-144 8 0,-287-13 0,384-7 0,12 1 0,76 6 0,1 1 0,-1-1 0,1 0 0,0 0 0,0 0 0,-1-1 0,1 1 0,-7-5 0,-7-2 0,7 5 0,1 0 0,-1 1 0,0 1 0,1 0 0,-1 0 0,0 1 0,-18 2 0,-2-1 0,-15 0 0,26 1 0,-1-1 0,1-2 0,-1 0 0,1-1 0,-31-7 0,29 1 0,18 6 0,1 0 0,-1 1 0,0-1 0,0 1 0,0 0 0,0 0 0,0 0 0,0 1 0,0 0 0,0-1 0,0 1 0,0 1 0,-6 0 0,10-1 0,-1 0 0,1 0 0,0 0 0,0 0 0,-1 0 0,1 0 0,0 0 0,0 0 0,-1 0 0,1 0 0,0 0 0,0 0 0,0 0 0,-1 0 0,1 1 0,0-1 0,0 0 0,0 0 0,-1 0 0,1 0 0,0 0 0,0 1 0,0-1 0,0 0 0,-1 0 0,1 0 0,0 1 0,0-1 0,0 0 0,0 0 0,0 0 0,0 1 0,0-1 0,7 4 0,14 0 0,-3-5 0,23-5 0,14 0 0,27 4 0,52-3 0,75-5 0,-33 2 0,119-7 0,238-6 0,-352 31 0,-61-2 0,-4-1 0,-50-4 0,129-9 0,-38-1 0,-4 0 0,7-1 0,-9 10 0,168-3 0,-204-6 0,46-1 0,-9 9 0,110-2 0,-156-6 0,34-1 0,400 8 0,-407 8 0,-12 0 0,-88-8 0,174 8 0,144-1 0,-215-8 0,18 0 0,164 2 0,-228 6 0,20 1 0,-69-7 0,185 7 0,-77-1 0,1 1 0,215-1 0,-226-9 0,50-8 0,-177 9 0,171-3 0,24-1 0,36-3 0,-87 6 0,36-13 0,-82 1 0,-73 9 0,6 0 0,47 0 0,-72 4-79,-10 1-178,-1 0 0,1 0-1,0 1 1,14 2 0,-13 0-6569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4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24575,'14'33'0,"-6"-11"0,128 298 0,-129-299 0,8 40 0,2 8 0,5 5 0,-22-81 0,1 1 0,-1-1 0,-1-10 0,-7-16 0,-1 1 0,-2 1 0,-22-47 0,7 18 0,-1-6 0,-33-122 0,49 147 0,6 24 0,-4-21 0,9 37 0,-1 1 0,1-1 0,0 1 0,0-1 0,0 0 0,0 1 0,0-1 0,0 1 0,0-1 0,0 0 0,0 1 0,1-1 0,-1 1 0,0-1 0,0 1 0,0-1 0,1 0 0,-1 0 0,1 1 0,-1 0 0,0 0 0,0 0 0,1 0 0,-1 0 0,0 0 0,0 0 0,1 0 0,-1 0 0,0 0 0,0-1 0,1 1 0,-1 1 0,0-1 0,0 0 0,1 0 0,-1 0 0,0 0 0,1 0 0,-1 0 0,0 0 0,0 0 0,0 0 0,1 0 0,-1 1 0,2 0 0,0 0 0,0 1 0,0-1 0,0 1 0,-1 0 0,1-1 0,2 4 0,15 22 0,1 0 0,1-2 0,2 0 0,1-1 0,0-2 0,2 0 0,29 18 0,-46-35 0,-1 0 0,1-1 0,0 0 0,10 3 0,-16-6 0,1 0 0,-1 0 0,1 0 0,0-1 0,-1 1 0,1-1 0,0 0 0,-1 0 0,1-1 0,0 1 0,0-1 0,-1 1 0,6-3 0,-7 2 0,0 0 0,0-1 0,0 1 0,0-1 0,0 0 0,0 1 0,-1-1 0,1 0 0,-1 0 0,1 0 0,-1 0 0,0-1 0,1 1 0,-1 0 0,-1 0 0,1-1 0,0 1 0,0 0 0,-1-1 0,1-2 0,1-8 0,-1 0 0,0-19 0,-1 23 0,0-20 0,1-34 0,-1 57 0,1-1 0,1 1 0,-1 0 0,1 0 0,0 0 0,0 0 0,5-9 0,-7 14 0,0 1 0,1-1 0,-1 1 0,0-1 0,1 0 0,-1 1 0,1-1 0,-1 1 0,1-1 0,-1 1 0,1-1 0,-1 1 0,1-1 0,-1 1 0,1 0 0,-1-1 0,1 1 0,0 0 0,-1 0 0,1-1 0,0 1 0,0 0 0,0 0 0,-1 0 0,1 0 0,-1 1 0,1-1 0,-1 0 0,1 0 0,-1 1 0,1-1 0,-1 0 0,1 1 0,-1-1 0,1 0 0,-1 1 0,0-1 0,1 1 0,-1-1 0,0 1 0,1-1 0,-1 1 0,3 4 0,0 1 0,-1 0 0,4 10 0,-4-10 0,58 167 0,-45-137 0,3 0 0,1-1 0,1-2 0,42 53 0,-39-57 0,-7-8 0,0 0 0,23 41 0,-36-53-1365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5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 24575,'-15'-3'0,"-3"0"0,3 2 0,2 2-8191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5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24575,'-5'5'0,"-2"5"0,3-1 0,2 2 0,2-1-8191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6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241 210 24575,'-18'-31'0,"-1"1"0,-1 0 0,-1 2 0,-26-27 0,43 51 0,-1 0 0,1 1 0,-1 0 0,0 0 0,0 0 0,0 0 0,0 1 0,0-1 0,-1 1 0,-5-1 0,10 3 0,-1-1 0,0 1 0,1-1 0,-1 1 0,0 0 0,1 0 0,-1 0 0,0 0 0,1 0 0,-1 0 0,0 1 0,1-1 0,-1 0 0,0 1 0,1-1 0,-1 1 0,1 0 0,-1 0 0,1-1 0,-1 1 0,1 0 0,0 0 0,-1 0 0,1 0 0,0 1 0,0-1 0,0 0 0,-1 0 0,2 1 0,-1-1 0,0 1 0,0-1 0,0 1 0,1-1 0,-1 1 0,0-1 0,0 4 0,-1 11 0,1-1 0,0 1 0,0-1 0,2 0 0,2 17 0,-3-29 0,3 20 0,1 0 0,1 0 0,9 23 0,27 65 0,-31-88 0,112 294 0,-60-176 0,-24-57 0,-33-66 65,-4-16-244,-1 1 1,1 0-1,-1-1 0,1 1 0,0-1 0,0 1 1,2 2-1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62 24575,'-30'-7'0,"-13"-6"0,-1 0 0,4 2 0,7 3 0,6 3 0,5 2 0,4 2 0,2 1 0,2 0 0,1 3 0,-1 1 0,0 2 0,3 0-8191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7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24575,'0'15'0,"0"8"0,2 1 0,4 1 0,1 0 0,1-1 0,0-3 0,0-2 0,0-2 0,3 2 0,2-3 0,-1-7 0,-3-4-8191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7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24575,'7'0'0,"3"0"-8191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8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191 716 24575,'-15'-136'0,"-50"-199"0,56 294 0,-22-80 0,29 114 0,-1 0 0,0 1 0,0-1 0,0 1 0,0 0 0,-1 0 0,0 0 0,-1 1 0,1-1 0,-1 1 0,-9-8 0,13 13 0,1 0 0,0-1 0,-1 1 0,1 0 0,0 0 0,-1 0 0,1-1 0,-1 1 0,1 0 0,-1 0 0,1 0 0,0 0 0,-1 0 0,1 0 0,-1 0 0,1 0 0,-1 0 0,1 0 0,0 0 0,-1 0 0,1 0 0,-1 0 0,1 0 0,-1 0 0,1 1 0,0-1 0,-1 0 0,1 0 0,-1 0 0,1 1 0,0-1 0,-1 0 0,1 0 0,0 1 0,-1-1 0,1 0 0,0 1 0,0-1 0,-1 0 0,1 1 0,0-1 0,0 1 0,0-1 0,-1 0 0,1 1 0,0-1 0,0 1 0,0-1 0,0 1 0,0-1 0,0 0 0,0 1 0,0-1 0,0 1 0,0 0 0,0 25 0,11 33 0,35 109 0,-34-129 0,-11-36 0,32 96 0,-25-80 0,0 0 0,22 36 0,-20-42 0,1-1 0,-1 0 0,2-1 0,0 0 0,0-1 0,1 0 0,0-1 0,0 0 0,1-1 0,1-1 0,-1 0 0,1-1 0,23 6 0,-33-10-170,-1-1-1,1 0 0,0-1 1,0 1-1,0-1 0,-1 0 1,10-1-1,-1-2-6655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24575,'-2'3'0,"-1"0"0,1 1 0,0-1 0,0 1 0,0-1 0,0 1 0,1 0 0,-1-1 0,1 1 0,0 0 0,0 0 0,0 0 0,1 5 0,-1 4 0,0 0 0,3 22 0,1-9 0,1 0 0,2 0 0,13 39 0,36 73 0,-46-117 0,43 80 122,-2-3-1609,-46-87-5339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8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99 24575,'90'55'0,"-38"-22"0,87 41 0,-131-71 0,1 0 0,0 0 0,0 0 0,1-2 0,-1 1 0,0-1 0,1 0 0,-1-1 0,0 0 0,1 0 0,-1-1 0,0-1 0,16-3 0,-19 3 0,-1 0 0,0 0 0,0 0 0,0 0 0,-1-1 0,1 1 0,0-1 0,-1-1 0,0 1 0,0-1 0,0 1 0,0-1 0,0 0 0,-1 0 0,0-1 0,0 1 0,0-1 0,0 0 0,-1 0 0,0 1 0,0-2 0,0 1 0,0 0 0,1-10 0,-1 2 0,-1 0 0,0-1 0,-1 1 0,-2-17 0,2 25 0,-1 0 0,0 1 0,0-1 0,0 0 0,-1 0 0,1 0 0,-1 1 0,-1-1 0,1 1 0,0 0 0,-1-1 0,0 1 0,0 0 0,-5-5 0,7 8 0,0 0 0,1 1 0,-1-1 0,0 0 0,0 0 0,0 0 0,0 1 0,0-1 0,0 0 0,-1 1 0,1-1 0,0 1 0,0-1 0,0 1 0,0 0 0,-1 0 0,1-1 0,0 1 0,0 0 0,-1 0 0,1 0 0,0 0 0,0 0 0,-1 0 0,1 1 0,0-1 0,0 0 0,-1 1 0,1-1 0,0 1 0,0-1 0,0 1 0,0 0 0,0-1 0,-2 2 0,1 0 0,1 1 0,-1-1 0,0 0 0,1 1 0,-1 0 0,1-1 0,0 1 0,0 0 0,0-1 0,0 1 0,0 0 0,1 0 0,-1 0 0,1 4 0,-2 9 0,2-1 0,1 1 0,1 16 0,-1-25 0,1-1 0,-1 1 0,1-1 0,0 1 0,1-1 0,0 0 0,0 0 0,0 0 0,7 9 0,0-3 0,0 0 0,1-1 0,0-1 0,0 0 0,1 0 0,1-1 0,0-1 0,0 0 0,1-1 0,-1 0 0,1-1 0,1-1 0,26 7 0,-15-5 0,1-2 0,52 5 0,-66-9 0,0-1 0,1-1 0,-1 0 0,0-1 0,0 0 0,0-1 0,0 0 0,13-6 0,-23 8 0,-1 0 0,1 0 0,-1-1 0,0 1 0,1-1 0,-1 1 0,0-1 0,0 0 0,0 0 0,0 1 0,0-2 0,0 1 0,-1 0 0,1 0 0,-1 0 0,1-1 0,-1 1 0,0-1 0,0 1 0,0-1 0,0 1 0,-1-1 0,1 0 0,-1 1 0,1-1 0,-1 0 0,0 0 0,0 1 0,0-1 0,0 0 0,-1 1 0,1-1 0,-2-4 0,-3-8 0,0 1 0,0 0 0,-1 1 0,-15-25 0,15 28 0,5 9 6,0-1 0,0 0-1,0 1 1,1-1 0,-1 0-1,0 1 1,1-1 0,-1 0 0,1 0-1,0 0 1,-1 0 0,1 1-1,0-1 1,0 0 0,0 0-1,1 0 1,-1 0 0,0 1 0,1-1-1,0-3 1,0 3-84,1 0 0,-1 1 0,0-1-1,1 1 1,-1-1 0,0 1 0,1 0 0,0-1 0,-1 1-1,1 0 1,0 0 0,0 0 0,0 0 0,-1 0 0,1 1-1,0-1 1,0 0 0,3 0 0,8-1-6748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19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0 24575,'17'10'0,"0"0"0,-1 1 0,26 22 0,-38-29 0,0 1 0,0-1 0,0 1 0,0 0 0,-1 0 0,1 0 0,-1 0 0,-1 1 0,1-1 0,-1 1 0,0 0 0,0 0 0,-1-1 0,1 1 0,-1 0 0,0 7 0,-1 26 0,-5 43 0,5-81 0,-1 0 0,1 1 0,0-1 0,0 0 0,0 0 0,-1 1 0,1-1 0,-1 0 0,1 0 0,-1 0 0,1 0 0,-1 1 0,1-1 0,-1 0 0,0 0 0,0 0 0,0 0 0,0-1 0,0 1 0,0 0 0,0 0 0,0 0 0,0-1 0,-1 1 0,0 0 0,0 0 0,-1-1 0,1 0 0,0 1 0,0-1 0,0 0 0,-1 0 0,1 0 0,0-1 0,0 1 0,-1 0 0,-2-2 0,-4-1 0,1 0 0,0 0 0,1-1 0,-1 0 0,1-1 0,-9-5 0,10 5 0,-15-12 0,-33-34 0,49 46 0,1 0 0,-1 0 0,1-1 0,0 0 0,0 0 0,1 0 0,0 0 0,0 0 0,1-1 0,-1 0 0,1 1 0,-1-9 0,3 13 0,0 1 0,0-1 0,0 0 0,0 0 0,0 0 0,0 0 0,0 0 0,1 0 0,-1 0 0,1 0 0,-1 0 0,1 1 0,0-1 0,0 0 0,0 0 0,0 1 0,0-1 0,0 1 0,2-3 0,-1 2 0,1 0 0,-1 0 0,1 1 0,-1-1 0,1 1 0,0-1 0,0 1 0,0 0 0,0 0 0,0 0 0,3 0 0,4-1 0,0 1 0,0 1 0,-1 0 0,1 0 0,0 1 0,18 3 0,-13 0-1365,-2-1-5461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0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105 281 24575,'2'3'0,"-1"1"0,0-1 0,0 0 0,0 1 0,0-1 0,0 0 0,0 1 0,-1-1 0,0 1 0,0-1 0,0 1 0,0-1 0,0 1 0,-1 3 0,1-7 0,0 1 0,0-1 0,-1 0 0,1 0 0,0 1 0,0-1 0,0 0 0,0 1 0,0-1 0,-1 0 0,1 0 0,0 0 0,0 1 0,0-1 0,-1 0 0,1 0 0,0 0 0,0 1 0,-1-1 0,1 0 0,0 0 0,0 0 0,-1 0 0,1 0 0,0 1 0,-1-1 0,1 0 0,0 0 0,0 0 0,-1 0 0,1 0 0,-1 0 0,-9-6 0,-8-18 0,15 21 0,-7-11 0,1-1 0,1 0 0,0 0 0,1 0 0,1-1 0,0 0 0,1-1 0,1 1 0,0-1 0,1 0 0,1 1 0,0-28 0,2 41 0,1 0 0,-1 0 0,0 0 0,1-1 0,0 1 0,-1 0 0,1 0 0,1 0 0,-1 0 0,0 0 0,1 0 0,-1 1 0,1-1 0,0 0 0,0 1 0,0-1 0,0 1 0,1 0 0,-1 0 0,0 0 0,1 0 0,0 0 0,-1 0 0,1 1 0,6-3 0,-5 2 0,1 1 0,0 0 0,0 0 0,1 0 0,-1 0 0,0 1 0,0 0 0,0 0 0,0 1 0,0-1 0,0 1 0,0 0 0,0 0 0,0 1 0,7 2 0,-5-1-170,-1 0-1,1 0 0,-1 1 1,0 0-1,0 0 0,0 0 1,6 7-1,-2 0-6655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0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168 539 24575,'-12'-10'0,"-2"-2"0,-1 0 0,0 1 0,-1 0 0,0 2 0,-22-11 0,36 19 0,1 0 0,-1 1 0,0-1 0,1 1 0,-1-1 0,1 1 0,-1 0 0,0 0 0,1 0 0,-1 0 0,0 0 0,1 0 0,-1 0 0,1 0 0,-1 1 0,0-1 0,-1 1 0,2 0 0,0-1 0,0 1 0,0 0 0,1 0 0,-1-1 0,0 1 0,1 0 0,-1 0 0,1 0 0,-1 0 0,1-1 0,-1 1 0,1 0 0,0 0 0,-1 0 0,1 0 0,0 0 0,0 0 0,0 0 0,0 0 0,0 0 0,0 0 0,0 0 0,0 0 0,0 0 0,0 0 0,1 2 0,1 8 0,1 0 0,1 0 0,0 0 0,0-1 0,1 1 0,0-1 0,11 16 0,-2-8 0,0 0 0,31 30 0,-41-44 0,0 0 0,0 0 0,1-1 0,-1 0 0,1 0 0,0 0 0,0 0 0,0-1 0,8 3 0,-11-5 0,0 0 0,0 1 0,0-1 0,0 0 0,0 0 0,0 0 0,0 0 0,0 0 0,-1 0 0,1-1 0,0 1 0,0-1 0,0 1 0,0-1 0,0 0 0,-1 0 0,1 0 0,0 0 0,-1 0 0,1 0 0,-1 0 0,1 0 0,-1 0 0,1-1 0,-1 1 0,0-1 0,0 1 0,0-1 0,0 0 0,1-2 0,2-3 0,-1 0 0,-1 0 0,1-1 0,-1 1 0,-1-1 0,1 1 0,-1-1 0,-1 0 0,1 1 0,-1-1 0,-2-12 0,-1-10 0,-12-44 0,-70-206 0,65 219 0,8 23 0,6 17 0,-16-37 0,22 57 0,0 1 0,-1-1 0,1 1 0,0 0 0,0-1 0,0 1 0,-1-1 0,1 1 0,0-1 0,0 1 0,-1 0 0,1-1 0,0 1 0,-1 0 0,1-1 0,0 1 0,-1 0 0,1 0 0,0-1 0,-1 1 0,1 0 0,-1 0 0,0-1 0,-2 9 0,2 18 0,5-4 0,0-1 0,2 1 0,14 33 0,35 59 0,-24-62 0,2-1 0,49 57 0,-14-30-1365,-57-65-5461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1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1 254 24575,'23'4'0,"13"2"0,44 3 0,-70-9 0,0 0 0,0 0 0,0-1 0,0 0 0,0-1 0,0 0 0,0-1 0,-1 0 0,12-5 0,-17 6 0,-1 1 0,0-1 0,0 0 0,0 0 0,0 0 0,-1 0 0,1-1 0,-1 1 0,1-1 0,-1 0 0,0 0 0,0 1 0,0-1 0,0 0 0,-1-1 0,1 1 0,-1 0 0,0 0 0,0-1 0,0 1 0,1-6 0,-2 3 0,0 1 0,0-1 0,0 1 0,-1-1 0,1 1 0,-2 0 0,1-1 0,0 1 0,-1 0 0,0 0 0,0 0 0,-1 0 0,-3-6 0,-2-1 0,0 1 0,-1 0 0,0 1 0,-1 0 0,1 0 0,-2 1 0,-20-13 0,30 21 0,0 0 0,0 0 0,-1 0 0,1 0 0,-1 0 0,1 1 0,-1-1 0,1 1 0,-1-1 0,1 1 0,-1-1 0,0 1 0,1 0 0,-1 0 0,1 0 0,-1 0 0,0 0 0,1 0 0,-1 0 0,1 1 0,-1-1 0,0 1 0,1-1 0,-3 2 0,1 0 0,1 0 0,0 0 0,-1 0 0,1 0 0,0 1 0,0-1 0,1 1 0,-1-1 0,1 1 0,-1 0 0,1 0 0,-2 3 0,1 1 0,-1 0 0,1 1 0,0-1 0,1 1 0,0-1 0,0 1 0,0 0 0,1-1 0,0 1 0,1 0 0,0-1 0,0 1 0,0-1 0,1 1 0,0-1 0,1 0 0,-1 0 0,2 0 0,-1 0 0,7 11 0,-4-10 0,1 0 0,-1 0 0,1 0 0,0-1 0,1 0 0,0 0 0,0-1 0,0 0 0,1-1 0,0 0 0,0 0 0,0-1 0,1 0 0,-1 0 0,12 2 0,15 1 0,1-1 0,0-2 0,67-1 0,-91-2 0,0 0 0,16 3 0,-16-1 0,23 1 0,-36-4 0,1 0 0,0 0 0,0 0 0,0 0 0,0 0 0,0 0 0,-1 0 0,1 0 0,0 0 0,0 0 0,0 0 0,0-1 0,-1 1 0,1 0 0,0-1 0,0 1 0,0 0 0,-1-1 0,1 1 0,0-1 0,-1 1 0,1-1 0,0 1 0,-1-1 0,1 0 0,-1 1 0,1-1 0,-1 0 0,1 0 0,-1 1 0,1-1 0,-1 0 0,0 0 0,1 1 0,-1-1 0,0 0 0,0 0 0,0 0 0,0 0 0,0 1 0,0-1 0,0 0 0,0 0 0,0 0 0,0 0 0,0 0 0,0 1 0,0-1 0,-1 0 0,1 0 0,-1 0 0,-1-5 0,0 1 0,0-1 0,-1 1 0,0 0 0,0 0 0,-5-5 0,-18-22 0,-29-38 0,50 63 0,0-1 0,1 0 0,0 0 0,0-1 0,1 1 0,0-1 0,-3-12 0,6 18 5,0 0-1,0 0 0,0 0 0,0 1 1,0-1-1,1 0 0,-1 0 0,1 1 1,-1-1-1,1 0 0,0 1 1,0-1-1,1 1 0,-1-1 0,0 1 1,1-1-1,-1 1 0,1 0 0,0 0 1,0 0-1,0 0 0,0 0 1,0 0-1,0 1 0,1-1 0,-1 0 1,3 0-1,2-2-169,0 1 0,0 0 0,0 0 0,0 1 0,0 0 0,0 0 0,1 0 0,13 0 0,-8 2-6661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3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29 24575,'-1'-2'0,"-8"-15"0,9 16 0,-1 1 0,1-1 0,0 1 0,0-1 0,-1 1 0,1-1 0,0 1 0,-1-1 0,1 1 0,-1-1 0,1 1 0,0 0 0,-1-1 0,1 1 0,-1 0 0,1-1 0,-1 1 0,1 0 0,-1 0 0,1 0 0,-1-1 0,1 1 0,-1 0 0,1 0 0,-1 0 0,0 0 0,0 2 0,1-1 0,0 1 0,-1 0 0,1 0 0,0 0 0,0-1 0,0 1 0,1 0 0,-1 0 0,0-1 0,1 1 0,0 2 0,-1-2 0,17 64 0,3-2 0,29 66 0,-21-61 0,25 97 0,-44-129 0,-3-15 0,0 0 0,-2 0 0,-1 0 0,0 0 0,-1 31 0,-2-52 0,0 0 0,0 0 0,0 0 0,0 0 0,0 0 0,-1-1 0,1 1 0,0 0 0,0 0 0,-1 0 0,1 0 0,0 0 0,-1 0 0,1-1 0,-1 1 0,1 0 0,-1 0 0,1-1 0,-2 2 0,2-2 0,-1-1 0,0 1 0,1 0 0,-1-1 0,1 1 0,-1 0 0,1-1 0,-1 1 0,1-1 0,-1 1 0,1 0 0,-1-1 0,1 0 0,-1 1 0,1-1 0,0 1 0,-1-1 0,1 1 0,0-1 0,0 0 0,-1 1 0,1-1 0,0 0 0,0 1 0,0-1 0,0-1 0,-59-189 0,29 99 0,4 0 0,-16-111 0,39 186 0,1 0 0,1-1 0,0 1 0,3-22 0,-2 38 0,0 0 0,0 0 0,0 0 0,0 0 0,0 0 0,0 1 0,0-1 0,1 0 0,-1 0 0,0 0 0,1 0 0,-1 0 0,1 0 0,-1 1 0,1-1 0,-1 0 0,1 0 0,0 1 0,-1-1 0,1 0 0,0 1 0,-1-1 0,1 1 0,0-1 0,1 0 0,-1 1 0,0 0 0,1 0 0,-1 0 0,0 0 0,1 0 0,-1 0 0,0 0 0,1 1 0,-1-1 0,0 1 0,0-1 0,0 1 0,1-1 0,-1 1 0,2 1 0,5 3 0,-1 1 0,1 0 0,10 12 0,-18-17 0,57 60 0,-11-11 0,69 58 0,9-11 0,138 80 0,-245-166 0,39 21 0,-55-32 0,-1 0 0,0 1 0,1-1 0,-1 0 0,1 0 0,-1 1 0,0-1 0,1 0 0,-1 0 0,1 0 0,-1 0 0,1 0 0,-1 0 0,1 0 0,-1 0 0,1 0 0,-1 0 0,1 0 0,-1 0 0,1 0 0,-1 0 0,0 0 0,1 0 0,-1-1 0,1 1 0,0 0 0,-1-1 0,0 0 0,1 1 0,-1-1 0,0 1 0,0-1 0,0 1 0,0-1 0,1 0 0,-1 1 0,0-1 0,0 0 0,0 1 0,-1-1 0,1 1 0,0-1 0,0 0 0,0 0 0,-12-28 0,11 27 0,-72-130 0,-16-32 0,86 155-57,-39-96 241,38 90-432,0 0-1,1 1 0,0-1 0,2 0 1,-1-23-1,2 30-6577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3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15 24575,'-18'0'0,"-8"0"0,-2 0 0,1 0 0,3-2 0,3-1 0,2-1 0,2 2 0,2 0 0,0 1 0,1 0 0,-1 4 0,4 0-8191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4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63 24575,'-22'-8'0,"-11"-4"0,-2-1 0,3 2 0,4 3 0,5 2 0,3 4 0,2 0 0,3 2 0,0 0 0,1 1 0,3-1-8191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5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60 173 24575,'33'184'0,"-26"-148"0,12 38 0,-14-59 0,1 0 0,0-1 0,1 1 0,17 26 0,-24-41 0,0 0 0,0 1 0,0-1 0,1 0 0,-1 0 0,0 1 0,0-1 0,0 0 0,0 0 0,0 1 0,1-1 0,-1 0 0,0 0 0,0 1 0,0-1 0,1 0 0,-1 0 0,0 0 0,0 0 0,1 1 0,-1-1 0,0 0 0,0 0 0,1 0 0,-1 0 0,0 0 0,0 0 0,1 0 0,-1 0 0,0 0 0,1 0 0,-1 0 0,0 0 0,0 0 0,1 0 0,-1 0 0,0 0 0,1 0 0,2-12 0,-5-19 0,-7-6 0,-1-1 0,-2 2 0,-20-42 0,-4-10 0,11 22 0,-22-67 0,47 131 0,-5-23 0,5 25 0,0-1 0,-1 0 0,1 0 0,0 0 0,0 0 0,0 0 0,0 0 0,0 0 0,0 0 0,0 0 0,1 0 0,-1 0 0,0 0 0,1 1 0,-1-1 0,0 0 0,1 0 0,-1 0 0,1 0 0,-1 1 0,1-1 0,0-1 0,0 2 0,-1 0 0,1 0 0,-1 0 0,1 0 0,-1 0 0,1 0 0,-1 0 0,1 0 0,-1 0 0,1 0 0,-1 1 0,1-1 0,-1 0 0,1 0 0,-1 0 0,1 1 0,-1-1 0,0 0 0,1 0 0,-1 1 0,1-1 0,0 1 0,10 10 0,-8-9 0,50 61 0,-3-4 0,-36-45 0,0-1 0,1 0 0,1-2 0,0 0 0,1 0 0,0-2 0,0 0 0,1-1 0,0 0 0,1-2 0,0 0 0,0-1 0,36 4 0,-52-9 0,0 1 0,0-1 0,-1 0 0,1 0 0,0 0 0,0 0 0,0-1 0,0 1 0,-1-1 0,1 1 0,0-1 0,-1 0 0,1 0 0,0-1 0,-1 1 0,1 0 0,-1-1 0,0 0 0,1 1 0,-1-1 0,0 0 0,0 0 0,0 0 0,0 0 0,-1-1 0,1 1 0,-1 0 0,1-1 0,-1 1 0,0-1 0,0 0 0,0 1 0,0-1 0,0 0 0,0 1 0,-1-4 0,2-5 0,-1 0 0,0 0 0,0 1 0,-2-1 0,1 0 0,-4-16 0,-18-62 0,18 75 0,-3-11 0,13 33 0,4 8 0,20 43 0,45 66 0,48 49 0,-111-158-101,-3-4-320,0 0-1,14 27 1,-19-29-6405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5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24575,'1'1'0,"-1"-1"0,1 0 0,0 0 0,-1 1 0,1-1 0,-1 0 0,1 1 0,-1-1 0,1 1 0,-1-1 0,1 1 0,-1-1 0,0 1 0,1-1 0,-1 1 0,0-1 0,1 1 0,-1-1 0,0 1 0,1 0 0,6 16 0,-6-14 0,50 174 0,-31-97 0,-15-60-89,-3-11-166,1 1 0,-1-1-1,2 0 1,7 16 0,-5-16-6571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5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398 31 24575,'-27'-5'0,"-13"-2"0,-1 1 0,2 1 0,4 1 0,3 2 0,5 1 0,2 0 0,2 1 0,3 0 0,0 1 0,1-1 0,0 0 0,2 0 0,4 0-8191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6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24575,'1'17'0,"0"0"0,1 0 0,1-1 0,1 1 0,11 30 0,40 78 0,-39-91 0,29 55-1365,-36-72-5461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7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 24575,'-5'-3'0,"-2"3"0,3 2 0,5 5 0,2 5 0,3 4 0,0 1 0,2 0 0,3 3 0,0 0 0,0-1 0,0-1 0,-2-1 0,0-1 0,-1 0 0,0-4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7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24575,'7'2'0,"3"4"0,0 3 0,-3 3 0,-1-1-8191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7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57 24575,'-7'-5'0,"-50"-30"0,52 32 0,-1 1 0,1 0 0,-1 0 0,1 0 0,-1 0 0,0 1 0,1 0 0,-13-1 0,17 2 0,0 0 0,0 0 0,0 1 0,0-1 0,0 0 0,0 0 0,0 0 0,0 1 0,1-1 0,-1 0 0,0 1 0,0-1 0,0 1 0,0-1 0,0 1 0,0 0 0,1-1 0,-1 1 0,0 0 0,1 0 0,-1-1 0,0 1 0,0 1 0,0 0 0,0 0 0,1 0 0,-1 1 0,0-1 0,1 0 0,0 0 0,-1 0 0,1 1 0,0-1 0,0 3 0,1 3 0,0-1 0,0 1 0,1 0 0,0-1 0,4 10 0,-1-5 0,2 1 0,0-1 0,0 0 0,1-1 0,0 0 0,14 14 0,65 55 0,-25-25 0,-60-53 0,0 0 0,0 0 0,0 0 0,0 1 0,-1-1 0,1 0 0,-1 1 0,1-1 0,0 5 0,-2-7 0,1 1 0,-1-1 0,0 0 0,0 1 0,0-1 0,0 1 0,0-1 0,0 0 0,0 1 0,0-1 0,0 1 0,0-1 0,-1 1 0,1-1 0,0 0 0,0 1 0,0-1 0,0 0 0,-1 1 0,1-1 0,0 1 0,0-1 0,-1 0 0,1 0 0,-1 1 0,0 0 0,0-1 0,0 1 0,0-1 0,0 1 0,0-1 0,0 0 0,0 0 0,-1 1 0,1-1 0,0 0 0,0 0 0,0 0 0,-3 0 0,-12-3 0,0 1 0,0-2 0,0 0 0,-21-9 0,-20-5 0,-25-2-1365,63 15-5461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8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 24575,'2'-6'0,"7"-15"0,-9 20 0,0 1 0,1-1 0,-1 0 0,1 0 0,-1 0 0,1 0 0,-1 1 0,1-1 0,-1 0 0,1 1 0,0-1 0,0 0 0,-1 1 0,1-1 0,0 1 0,0-1 0,1 0 0,-2 1 0,0 1 0,1-1 0,-1 0 0,0 0 0,0 0 0,1 0 0,-1 0 0,0 0 0,0 1 0,1-1 0,-1 0 0,0 0 0,0 0 0,1 1 0,-1-1 0,0 0 0,0 0 0,0 1 0,1-1 0,-1 0 0,0 1 0,0-1 0,0 0 0,0 0 0,0 1 0,0-1 0,0 0 0,0 1 0,0-1 0,0 0 0,0 1 0,2 12 0,-2-12 0,1 15 0,1 30 0,12 60 0,-3-53 0,2-1 0,2 0 0,3-1 0,25 51 0,-38-91 0,12 25 0,42 63 0,-54-93 24,0 0 0,0 0 0,1 0 0,8 6 0,-13-11-98,1 1-1,0-1 1,0 0 0,0 1 0,0-1-1,0 0 1,0 0 0,0-1 0,0 1-1,0 0 1,1-1 0,-1 1 0,0-1-1,0 1 1,1-1 0,-1 0 0,0 0-1,0 0 1,3-1 0,5-3-6752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8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9 24575,'-27'-2'0,"-15"-2"0,-2 1 0,3 3 0,7 2 0,6 0 0,6 0 0,4-1 0,2 0 0,2 0 0,0-1 0,0 1 0,3-1-8191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9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24575,'0'4'0,"0"0"0,1 0 0,0 0 0,0 0 0,0 0 0,3 6 0,3 6 0,6 32 0,85 251 0,-87-273 0,5 13 0,0-2 0,3 0 0,24 36 0,-43-72 0,1 0 0,-1 0 0,1 0 0,-1-1 0,1 1 0,0 0 0,-1 0 0,1-1 0,0 1 0,-1-1 0,1 1 0,0 0 0,0-1 0,0 0 0,-1 1 0,1-1 0,1 1 0,-1-1 0,-1 0 0,1 0 0,-1-1 0,0 1 0,1 0 0,-1 0 0,0 0 0,1-1 0,-1 1 0,0 0 0,1 0 0,-1-1 0,0 1 0,0 0 0,0-1 0,1 1 0,-1 0 0,0-1 0,0 1 0,0 0 0,1-1 0,-1 1 0,0-1 0,0 1 0,0 0 0,0-1 0,0 0 0,1-6 0,0 0 0,-1 0 0,0-9 0,0 12 0,-1-13 0,-5-23 0,2 13 0,4 26 0,0 1 0,0-1 0,-1 0 0,1 0 0,0 0 0,0 0 0,0 0 0,0 0 0,0 0 0,0 0 0,1 0 0,-1 1 0,0-1 0,0 0 0,1 0 0,-1 0 0,0 0 0,1 1 0,-1-1 0,1 0 0,-1 0 0,1 0 0,-1 1 0,1-1 0,1 0 0,-1 0 0,0 1 0,0-1 0,0 1 0,0 0 0,1 0 0,-1 0 0,0 0 0,0 0 0,1 0 0,-1 0 0,0 0 0,0 0 0,0 0 0,1 1 0,-1-1 0,1 1 0,6 2 0,0 0 0,-1 1 0,0 0 0,9 6 0,54 43-75,36 24 260,-89-66-480,1 0 0,0-2 0,1 0 0,23 7 0,-28-12-6531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2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30 267 24575,'38'-10'0,"-14"4"0,0 0 0,-1-2 0,32-14 0,-53 21 0,1-1 0,-1 1 0,0-1 0,0 1 0,1-1 0,-1 0 0,0 1 0,0-1 0,-1 0 0,1-1 0,0 1 0,-1 0 0,1 0 0,-1-1 0,0 1 0,0-1 0,0 1 0,0-1 0,0 1 0,0-1 0,-1 0 0,1 1 0,-1-1 0,0 0 0,0 1 0,0-1 0,0 0 0,0 1 0,-1-1 0,1 0 0,-1 1 0,1-1 0,-1 0 0,-2-3 0,0-2 0,-1 0 0,0 0 0,-1 1 0,1 0 0,-1 0 0,-1 0 0,1 0 0,-1 1 0,-12-10 0,8 8 0,-1 0 0,-1 0 0,-15-7 0,24 13 0,-1 1 0,1-1 0,0 1 0,-1 0 0,1 0 0,-1 0 0,1 0 0,-1 1 0,1 0 0,-1-1 0,0 1 0,1 1 0,-1-1 0,1 0 0,-1 1 0,0 0 0,-5 1 0,7 0 0,0-1 0,0 0 0,0 1 0,0 0 0,0-1 0,0 1 0,1 0 0,-1 0 0,1 0 0,-1 0 0,1 0 0,0 1 0,0-1 0,0 0 0,0 1 0,0-1 0,0 0 0,0 4 0,-1 5 0,0 0 0,-1 19 0,3-21 0,0 0 0,1 0 0,0 1 0,1-1 0,0 0 0,0 0 0,1-1 0,0 1 0,1-1 0,0 1 0,0-1 0,0 0 0,1 0 0,1-1 0,-1 1 0,12 10 0,-6-7 0,1 0 0,0-1 0,0-1 0,1 0 0,0 0 0,1-2 0,0 0 0,0 0 0,18 5 0,-21-8 30,0-2 0,0 1 0,22 1 0,-28-4-154,0 0 0,0 0 1,0 0-1,0 0 0,-1-1 0,1 0 1,0 0-1,0-1 0,0 1 0,-1-1 1,7-3-1,-2-1-6702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0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24575,'0'8'0,"1"-1"0,0 0 0,1 0 0,0 0 0,0 0 0,0 0 0,0 0 0,1-1 0,6 10 0,-3-5 0,1-1 0,0 0 0,1 0 0,14 14 0,-19-21 0,1 0 0,-1 0 0,1 0 0,-1-1 0,1 0 0,0 1 0,0-1 0,6 2 0,-9-4 0,0 0 0,0 1 0,0-1 0,0 0 0,0 0 0,1 0 0,-1 0 0,0 0 0,0 0 0,0 0 0,0 0 0,0 0 0,0-1 0,0 1 0,0 0 0,0-1 0,0 1 0,0 0 0,0-1 0,0 0 0,0 1 0,0-1 0,-1 1 0,1-1 0,0 0 0,0 0 0,-1 1 0,1-1 0,0 0 0,-1 0 0,1 0 0,-1 0 0,1 0 0,-1 0 0,1 0 0,-1 0 0,0 0 0,1 0 0,-1 0 0,0-1 0,2-8 0,-1-1 0,0 0 0,0 1 0,-1-1 0,-2-15 0,1 11 0,1-24 0,0 39 0,0-1 0,0 1 0,0-1 0,0 1 0,0-1 0,0 1 0,0 0 0,0-1 0,0 1 0,0-1 0,0 1 0,1-1 0,-1 1 0,0-1 0,0 1 0,0 0 0,1-1 0,-1 1 0,0 0 0,0-1 0,1 1 0,-1-1 0,0 1 0,1 0 0,-1 0 0,0-1 0,1 1 0,-1 0 0,1 0 0,-1-1 0,0 1 0,1 0 0,-1 0 0,1 0 0,-1 0 0,1 0 0,-1 0 0,0-1 0,1 1 0,-1 0 0,1 0 0,-1 0 0,1 1 0,-1-1 0,1 0 0,-1 0 0,0 0 0,1 0 0,-1 0 0,1 0 0,-1 1 0,1-1 0,-1 0 0,0 0 0,1 1 0,-1-1 0,1 1 0,4 2 0,-1 0 0,0 1 0,7 6 0,-8-8 0,41 42 0,-7-8 0,44 35 0,-57-50 0,-19-16 0,1 1 0,0-1 0,0 0 0,1-1 0,-1 0 0,9 5 0,-7-8-1365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2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24575,'1'5'0,"0"-1"0,0 0 0,1 0 0,-1 0 0,1 0 0,0 0 0,0-1 0,0 1 0,5 6 0,1 2 0,0 2 0,1-1 0,1 1 0,0-1 0,14 13 0,-19-22 0,-1 0 0,1 0 0,0 0 0,0-1 0,0 1 0,0-1 0,0-1 0,1 1 0,0-1 0,-1 0 0,1 0 0,0 0 0,0-1 0,8 1 0,-10-1 0,1-1 0,-1 0 0,0-1 0,0 1 0,1-1 0,-1 1 0,0-1 0,0 0 0,0-1 0,0 1 0,7-5 0,-8 5 0,-1-1 0,0 0 0,0 0 0,0 0 0,0 0 0,0 0 0,0-1 0,0 1 0,0-1 0,-1 1 0,0-1 0,1 0 0,-1 1 0,0-1 0,0 0 0,0 0 0,0-5 0,1-3 0,-1 0 0,-1-21 0,1 38 0,1 1 0,0-1 0,0 0 0,1 0 0,4 8 0,1 1 0,15 21 0,-17-28 0,0-1 0,0 0 0,1 1 0,0-2 0,0 1 0,0-1 0,1 0 0,0-1 0,0 0 0,1 0 0,10 4 0,-17-8 0,-1-1 0,1 1 0,0-1 0,0 0 0,0 1 0,0-1 0,-1 0 0,1 0 0,0 0 0,0 0 0,0-1 0,0 1 0,-1 0 0,1-1 0,0 1 0,0-1 0,-1 0 0,4-1 0,-3 0 0,0 1 0,0-1 0,0 0 0,0 0 0,0 0 0,0 0 0,0 0 0,-1-1 0,1 1 0,-1-1 0,2-2 0,0-4 0,0 1 0,-1-1 0,0 1 0,0-1 0,0 0 0,-1-16 0,-1 20 0,1 0 0,-1 0 0,1 0 0,0 0 0,2-5 0,-3 9 0,0 0 0,0 1 0,0-1 0,1 1 0,-1-1 0,0 1 0,1-1 0,-1 1 0,0-1 0,1 1 0,-1-1 0,1 1 0,-1-1 0,1 1 0,-1 0 0,1-1 0,-1 1 0,1 0 0,-1-1 0,2 1 0,-1 0 0,0 0 0,-1 0 0,1 0 0,0 0 0,0 0 0,0 1 0,-1-1 0,1 0 0,0 0 0,0 1 0,-1-1 0,1 1 0,0-1 0,0 1 0,-1-1 0,1 1 0,-1-1 0,1 1 0,0 0 0,0 0 0,8 10 0,13 20 0,-13-17 0,19 21 0,-25-32 0,0 0 0,0 0 0,1-1 0,-1 1 0,0-1 0,1 1 0,0-1 0,-1 0 0,1 0 0,0-1 0,6 3 0,-6-4 0,-1 1 0,0-1 0,0 0 0,0 0 0,0 0 0,1 0 0,-1-1 0,0 1 0,0-1 0,0 0 0,0 0 0,0 0 0,0 0 0,0 0 0,0-1 0,-1 1 0,1-1 0,0 0 0,4-4 0,3-3 0,-1-1 0,0 0 0,12-17 0,7-8 0,-27 34 0,1 0 0,0 0 0,-1 0 0,1 0 0,0 0 0,-1 0 0,1 0 0,0 1 0,0-1 0,-1 1 0,1-1 0,0 1 0,0 0 0,0 0 0,0 0 0,2 0 0,33 4 0,-28-2 0,2 0 0,-2 2 0,1-1 0,0 1 0,-1 1 0,1-1 0,-1 2 0,10 7 0,1-1 0,-6-2 0,14 8 0,-27-17 0,1 0 0,0 0 0,-1-1 0,1 1 0,0 0 0,-1-1 0,1 0 0,0 1 0,-1-1 0,1 0 0,0 0 0,0 0 0,0 0 0,2-1 0,-3 1 0,0 0 0,-1 0 0,1-1 0,0 1 0,0 0 0,-1-1 0,1 1 0,0-1 0,-1 1 0,1-1 0,0 1 0,-1-1 0,1 0 0,-1 1 0,1-1 0,-1 0 0,1 1 0,-1-1 0,1 0 0,-1-1 0,4-18 0,-3 18 0,-1-1 0,0 1 0,0 0 0,1 0 0,-1 0 0,1 0 0,0 0 0,-1 0 0,3-4 0,-2 6 0,-1 0 0,0-1 0,1 1 0,-1 0 0,1 0 0,-1-1 0,1 1 0,-1 0 0,1 0 0,-1 0 0,1-1 0,-1 1 0,1 0 0,-1 0 0,1 0 0,-1 0 0,1 0 0,-1 0 0,1 0 0,-1 0 0,1 0 0,-1 1 0,1-1 0,-1 0 0,1 0 0,-1 0 0,0 0 0,1 1 0,-1-1 0,1 0 0,-1 1 0,1-1 0,-1 0 0,0 1 0,1 0 0,17 16 0,-12-11 0,36 38-1365,-35-35-5461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3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24575,'-2'1'0,"1"0"0,-1 1 0,0-1 0,1 1 0,-1-1 0,1 1 0,0 0 0,-1-1 0,1 1 0,0 0 0,0 0 0,0 0 0,0 0 0,0 0 0,1 0 0,-1 0 0,1 0 0,-1 0 0,0 5 0,1 1 0,-1 1 0,1 0 0,2 13 0,1 0 0,1 0 0,1 0 0,13 33 0,33 59 0,-46-105 0,0-1 0,8 12 0,-12-19 0,0 1 0,0-1 0,0 1 0,1-1 0,-1 1 0,1-1 0,-1 0 0,1 0 0,-1 0 0,1 1 0,0-2 0,0 1 0,-1 0 0,1 0 0,0-1 0,0 1 0,0 0 0,0-1 0,2 0 0,-3 0 0,0 0 0,-1 0 0,1 0 0,0-1 0,0 1 0,0 0 0,0-1 0,-1 1 0,1-1 0,0 1 0,-1-1 0,1 1 0,0-1 0,-1 1 0,1-1 0,0 0 0,-1 1 0,1-1 0,-1 0 0,1 0 0,-1 1 0,0-1 0,1 0 0,-1 0 0,0 0 0,1 0 0,-1 1 0,0-1 0,0-1 0,3-29 0,-3 29 0,-1-8 0,1 5 0,0 0 0,0 1 0,0-1 0,1 0 0,1-6 0,-2 11 0,0-1 0,0 0 0,1 0 0,-1 1 0,0-1 0,1 0 0,-1 1 0,0-1 0,1 1 0,-1-1 0,1 0 0,-1 1 0,1-1 0,0 1 0,-1-1 0,1 1 0,-1 0 0,1-1 0,0 1 0,-1-1 0,1 1 0,0 0 0,0 0 0,-1-1 0,1 1 0,0 0 0,0 0 0,-1 0 0,1 0 0,0 0 0,0 0 0,-1 0 0,1 0 0,0 0 0,0 0 0,-1 1 0,1-1 0,0 0 0,1 1 0,3 1 0,1 0 0,-1 1 0,0 0 0,0 0 0,0 0 0,8 6 0,27 28 0,-24-21 0,9 6 0,-15-14 0,0 1 0,12 13 0,-22-21 0,1-1 0,-1 1 0,1-1 0,-1 1 0,1 0 0,-1-1 0,1 1 0,-1 0 0,0 0 0,1 0 0,-1-1 0,0 1 0,1 0 0,-1 0 0,0 0 0,0-1 0,0 1 0,0 0 0,0 0 0,0 0 0,0 0 0,0-1 0,0 1 0,-1 0 0,1 0 0,0 0 0,0 0 0,-1-1 0,1 1 0,0 0 0,-1 0 0,1-1 0,-1 1 0,1 0 0,-1-1 0,1 1 0,-1-1 0,0 1 0,1 0 0,-1-1 0,0 1 0,1-1 0,-1 0 0,0 1 0,0-1 0,1 0 0,-2 1 0,-3 1 0,0 0 0,0 0 0,0-1 0,0 0 0,0 0 0,-9 1 0,1-2 0,0-1 0,0 0 0,0 0 0,1-1 0,-15-5 0,-61-22 0,57 18 0,23 6 0,15 5 0,17 5 0,57 18 0,29 8 0,-109-31 0,40 10 0,0-2 0,83 4 0,-114-11 0,10-1 0,-1-1 0,30-4 0,-45 5 0,1-1 0,-1 0 0,0 0 0,0-1 0,1 1 0,-1-1 0,0 0 0,0 0 0,-1 0 0,1 0 0,0-1 0,-1 0 0,1 0 0,-1 0 0,0 0 0,0 0 0,3-4 0,-4 2 0,0 1 0,0 0 0,-1 0 0,0-1 0,1 1 0,-1-1 0,-1 1 0,1-1 0,-1 1 0,0-1 0,0 1 0,0-1 0,0 0 0,-1 1 0,-1-6 0,0 3 0,0-1 0,0 1 0,-1 0 0,0 0 0,0 0 0,0 1 0,-1-1 0,-7-8 0,4 5 0,-23-24 0,27 31 0,0 0 0,0 1 0,0-1 0,-1 1 0,1 0 0,-1 0 0,1 0 0,-8-3 0,10 5 0,0 0 0,0-1 0,0 1 0,0 0 0,0 0 0,-1 0 0,1 0 0,0 0 0,0 0 0,0 0 0,0 0 0,0 0 0,-1 0 0,1 1 0,0-1 0,0 0 0,0 1 0,0-1 0,0 1 0,0-1 0,-2 2 0,2 0 0,-1-1 0,1 1 0,0-1 0,0 1 0,-1 0 0,1-1 0,0 1 0,1 0 0,-1 0 0,0 0 0,0 3 0,-1 4 0,0 0 0,1 0 0,0 1 0,1 10 0,0-4 0,1 0 0,3 22 0,-2-31 0,0-1 0,0 1 0,0 0 0,1-1 0,0 1 0,0-1 0,8 12 0,-6-11 0,1-1 0,0 1 0,1-1 0,-1 0 0,1 0 0,0-1 0,1 0 0,-1 0 0,1-1 0,0 0 0,0 0 0,0-1 0,1 0 0,-1 0 0,14 1 0,9 1 0,0-2 0,0-1 0,33-2 0,-48-1 0,-4 1 0,0 0 0,0-1 0,0 0 0,0-1 0,0-1 0,-1 0 0,1 0 0,-1-1 0,0-1 0,0 0 0,-1 0 0,16-11 0,-24 15 0,-1 0 0,0 0 0,0-1 0,1 1 0,-1 0 0,0-1 0,0 1 0,0-1 0,-1 1 0,1-1 0,0 1 0,-1-1 0,1 1 0,0-1 0,-1 0 0,0 1 0,1-1 0,-1 0 0,0 1 0,0-1 0,0 0 0,0 0 0,0 1 0,-1-1 0,1 0 0,0 1 0,-1-1 0,1 0 0,-1 1 0,0-1 0,1 1 0,-1-1 0,-2-2 0,-2-5 0,-2 0 0,1 0 0,-1 1 0,-10-9 0,9 8 0,-5-5 0,0-2 0,0 1 0,-15-27 0,25 37 0,1 0 0,-1 0 0,1 0 0,0 0 0,0-1 0,0 1 0,1 0 0,0-1 0,0 0 0,0 1 0,1-1 0,0 1 0,0-1 0,0 0 0,1 1 0,0-1 0,2-7 0,-3 11 5,1 0 0,0 0 0,0-1-1,0 1 1,0 0 0,0 0 0,1 1 0,-1-1-1,1 0 1,-1 0 0,1 1 0,-1-1 0,1 1-1,0-1 1,0 1 0,0 0 0,0 0-1,0-1 1,0 2 0,0-1 0,0 0 0,0 0-1,0 1 1,3-1 0,0 0-129,-1 1 0,1 0 1,-1 0-1,1 0 0,-1 1 0,1-1 1,-1 1-1,0 0 0,1 1 0,-1-1 1,5 3-1,9 5-6702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4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88 24575,'0'-2'0,"-4"-23"0,4 24 0,-1-1 0,1 1 0,0 0 0,0 0 0,0 0 0,0 0 0,0 0 0,1 0 0,-1 0 0,0 0 0,0 0 0,1-1 0,-1 1 0,1 0 0,-1 0 0,1 0 0,-1 1 0,2-2 0,-2 1 0,1 1 0,-1 0 0,1 0 0,0 0 0,-1 0 0,1 0 0,-1 0 0,1 0 0,0 0 0,-1 0 0,1 1 0,-1-1 0,1 0 0,-1 0 0,1 0 0,0 1 0,-1-1 0,1 0 0,-1 1 0,1-1 0,-1 0 0,1 1 0,-1-1 0,0 0 0,1 1 0,-1-1 0,1 1 0,-1-1 0,0 1 0,1 0 0,12 19 0,-12-19 0,3 7 0,0-1 0,0 1 0,-1 0 0,0 0 0,0 0 0,-1 1 0,0-1 0,1 16 0,-3-21 0,0-1 0,0 0 0,0 1 0,0-1 0,-1 0 0,1 0 0,-1 1 0,0-1 0,1 0 0,-1 0 0,0 0 0,0 0 0,0 1 0,-1-1 0,-1 2 0,1-2 0,0-1 0,0 1 0,0-1 0,0 0 0,0 0 0,0 1 0,0-1 0,0-1 0,0 1 0,-1 0 0,1-1 0,0 1 0,-1-1 0,1 1 0,-1-1 0,1 0 0,0 0 0,-4-1 0,-3 1 0,-1-2 0,1 1 0,-1-2 0,1 1 0,0-1 0,-10-5 0,-2-1 0,-28-18 0,41 21 0,0 0 0,0 0 0,0 0 0,1-1 0,-11-14 0,15 19 0,1-1 0,0 1 0,0-1 0,1 0 0,-1 0 0,0 0 0,1 0 0,0 0 0,0 0 0,0 0 0,0 0 0,0-1 0,0 1 0,1 0 0,0-1 0,-1 1 0,1 0 0,1-1 0,-1 1 0,1-6 0,0 7 4,0 0-1,0 0 0,0 1 1,0-1-1,0 0 0,1 0 1,-1 1-1,0-1 1,1 1-1,0-1 0,-1 1 1,1 0-1,0-1 0,-1 1 1,1 0-1,0 0 0,0 0 1,0 1-1,0-1 0,0 0 1,0 1-1,0-1 1,0 1-1,0 0 0,0-1 1,0 1-1,0 0 0,4 1 1,5-1-230,1 2 1,-1-1-1,22 7 0,-25-5-334,13 2-6266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5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371 365 24575,'-47'-58'71,"-186"-210"-1030,231 266 997,-3-3-14,1 0-1,-1 0 1,0 1-1,-1 0 1,-8-6-1,13 9-15,0 1 0,0-1 0,0 1 0,0 0 0,0-1-1,0 1 1,0 0 0,0 0 0,0 0 0,0 0 0,0 0-1,0 0 1,0 0 0,0 0 0,0 0 0,0 0 0,0 0-1,-1 1 1,1 0 19,0 0 0,-1-1 0,1 1 0,0 0 0,0 0-1,0 0 1,0 0 0,0 1 0,1-1 0,-1 0 0,0 0 0,0 0-1,1 1 1,-1-1 0,1 0 0,-2 3 0,-1 9-2,0 0 1,0 0 0,1 0-1,0 17 1,2 56-46,0-61 15,4 58-178,23 127 1,35 78-184,-43-212 569,2-2 0,37 85 0,-43-131-1446,-9-19-5583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5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255 103 24575,'-25'-13'0,"-13"-6"0,-6 0 0,0 0 0,3 4 0,5 5 0,9 3-8191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256 345 24575,'-35'-57'0,"-54"-85"0,65 107 0,-56-60 0,77 92 0,-11-10 0,8 13 0,3 9 0,2 15 0,0-1 0,2 1 0,1 0 0,5 26 0,27 91 0,106 232 0,-74-214 0,-51-122 0,-1 1 0,-2 0 0,8 45 0,-20-81 0,1-1 0,-1 0 0,0 0 0,0 0 0,1 1 0,-1-1 0,0 0 0,0 0 0,-1 1 0,1-1 0,0 0 0,0 0 0,-1 0 0,1 1 0,0-1 0,-1 0 0,1 0 0,-1 0 0,0 0 0,1 0 0,-1 0 0,0 0 0,1 0 0,-1 0 0,0 0 0,0 0 0,0 0 0,0-1 0,0 1 0,-2 1 0,1-2 0,0 0 0,0 1 0,0-1 0,0 0 0,0 0 0,0 0 0,0 0 0,0 0 0,0 0 0,0-1 0,1 1 0,-1-1 0,0 1 0,0-1 0,0 0 0,0 0 0,0 0 0,-1-1 0,-4-2-227,1 0-1,0-1 1,1 1-1,-1-1 1,-8-11-1,4 3-6598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 24575,'55'5'0,"9"1"0,68-3 0,-130-3 0,0 1 0,0-1 0,0 0 0,0-1 0,0 1 0,0 0 0,0-1 0,0 1 0,0-1 0,0 1 0,0-1 0,0 0 0,-1 0 0,1 0 0,0 0 0,0 0 0,-1 0 0,1-1 0,-1 1 0,1 0 0,-1-1 0,0 1 0,1-1 0,-1 1 0,2-4 0,-4 13 0,0 1 0,0 0 0,2 16 0,0-16 30,0-1 0,0 1 0,4 13 0,-4-19-129,0-1 0,-1 1 0,2 0 0,-1-1 0,0 1 0,0 0 0,1-1 0,0 0 0,-1 1 0,1-1 0,0 0 0,0 0 0,0 0 0,4 3 0,3-1-6727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0 24575,'-3'3'0,"0"3"0,0 3 0,-2 2 0,-1 0-8191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6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61 827 24575,'11'-25'0,"-2"0"0,0 0 0,-2-1 0,-1 0 0,5-43 0,-9 36 0,-1-1 0,-2 1 0,-1-1 0,-7-35 0,-58-230 0,51 237 0,-3-4 0,17 98 0,3 22 0,2 0 0,2-1 0,3 1 0,25 90 0,-24-117 0,1 0 0,2 0 0,0-1 0,21 30 0,-21-38 0,1-1 0,1 0 0,0-1 0,1-1 0,1 0 0,25 18 0,-37-30 0,0 0 0,0-1 0,1 1 0,0-1 0,-1 0 0,1 0 0,0 0 0,0-1 0,0 0 0,8 2 0,-11-3 0,0 0 0,1 0 0,-1-1 0,0 1 0,0 0 0,0-1 0,0 1 0,0-1 0,1 1 0,-1-1 0,0 0 0,0 0 0,0 0 0,-1 0 0,1-1 0,0 1 0,0 0 0,-1-1 0,1 1 0,-1-1 0,1 0 0,-1 1 0,1-1 0,-1 0 0,0 0 0,2-3 0,2-8-1365,-2 1-5461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7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24575,'-3'26'0,"0"-1"0,1 1 0,2-1 0,0 1 0,2 0 0,1-1 0,0 1 0,2-1 0,11 33 0,10 14 0,62 124 0,-62-148 0,-26-47 2,0-1-1,0 0 0,0 0 0,0 0 1,0 0-1,1 0 0,-1 0 1,0 1-1,0-1 0,0 0 0,0 0 1,0 0-1,0 0 0,0 1 1,0-1-1,0 0 0,0 0 1,0 0-1,0 0 0,0 1 0,0-1 1,0 0-1,0 0 0,0 0 1,0 1-1,0-1 0,0 0 0,0 0 1,0 0-1,0 0 0,0 1 1,0-1-1,0 0 0,0 0 1,0 0-1,0 0 0,-1 0 0,1 1 1,0-1-1,0 0 0,0 0 1,0 0-1,0 0 0,0 0 0,-1 0 1,1 0-1,0 0 0,0 1 1,0-1-1,0 0 0,-1 0 0,-8-3-1017,8 2 600,-8-3-6410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0 119 24575,'64'44'0,"-18"-12"0,86 46 0,-120-72 0,1-2 0,-1 0 0,0 0 0,1-1 0,0-1 0,14 2 0,-16-4 0,-1 1 0,1-1 0,0-1 0,-1 0 0,1 0 0,-1-1 0,20-6 0,-24 5 0,0 0 0,0 0 0,0-1 0,0 1 0,-1-2 0,0 1 0,0 0 0,0-1 0,0 0 0,0 0 0,-1 0 0,0-1 0,0 0 0,-1 1 0,0-1 0,0 0 0,0-1 0,2-8 0,-1 5 0,-2-1 0,0 1 0,0 0 0,0-1 0,-2 1 0,1 0 0,-1-1 0,-1 1 0,0-1 0,0 1 0,-4-15 0,4 22 0,0-1 0,-1 1 0,1 0 0,-1 0 0,1 0 0,-1 0 0,0 0 0,0 0 0,0 0 0,0 1 0,-1-1 0,-4-4 0,6 7 0,0-1 0,0 0 0,-1 1 0,1-1 0,0 1 0,0-1 0,-1 1 0,1 0 0,0-1 0,0 1 0,-1 0 0,1 0 0,0 0 0,-1 0 0,1 0 0,0 0 0,-1 0 0,1 0 0,0 1 0,0-1 0,-1 0 0,1 1 0,0-1 0,0 1 0,0 0 0,-1-1 0,1 1 0,0 0 0,0 0 0,0-1 0,0 1 0,0 0 0,0 0 0,1 0 0,-1 0 0,-1 2 0,-3 3 0,1 1 0,-1 0 0,1 1 0,1-1 0,-1 1 0,1 0 0,1 0 0,-1 0 0,-1 13 0,1-2 0,1-1 0,1 1 0,1 23 0,1-32 0,1 0 0,-1 0 0,2 0 0,-1-1 0,2 1 0,-1-1 0,1 1 0,0-1 0,1 0 0,0-1 0,1 1 0,0-1 0,0 0 0,0 0 0,1-1 0,0 0 0,1 0 0,0-1 0,0 0 0,0 0 0,0-1 0,15 7 0,4 2 0,1-2 0,45 14 0,-58-22 0,0-1 0,1 0 0,0-1 0,-1-1 0,1 0 0,27-3 0,-39 2 0,-1-1 0,1 1 0,-1-1 0,0 0 0,1 0 0,-1 0 0,0 0 0,1-1 0,-1 1 0,0-1 0,0 0 0,-1 0 0,1 0 0,0 0 0,0-1 0,3-4 0,-3 4 0,-1-1 0,1 0 0,-1 0 0,0 0 0,-1-1 0,1 1 0,-1 0 0,0-1 0,0 1 0,0-1 0,0-6 0,-1-3 0,0-1 0,-2 1 0,1 0 0,-2-1 0,0 1 0,0 0 0,-7-13 0,-14-33 0,14 39 0,1-1 0,-9-34 0,18 55 3,-1-1-1,1 1 1,0 0 0,-1-1-1,1 1 1,0 0-1,0-1 1,0 1 0,0 0-1,0-1 1,0 1-1,0 0 1,0-1 0,1 1-1,-1 0 1,0-1 0,1 1-1,-1 0 1,1 0-1,0-1 1,-1 1 0,1 0-1,0 0 1,0 0-1,0 0 1,0 0 0,0 0-1,0 0 1,0 0-1,0 0 1,0 1 0,0-1-1,0 0 1,0 1-1,1-1 1,-1 1 0,0-1-1,0 1 1,1-1-1,-1 1 1,0 0 0,1 0-1,-1 0 1,0 0-1,3 0 1,1 0-138,0 0 0,0 0 0,0 1 0,0 0 0,0 0 0,0 0 0,0 1 0,0 0 0,-1 0 0,10 5 0,-1 2-6691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8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24575,'13'14'0,"-1"1"0,0 0 0,-1 1 0,0 0 0,-2 1 0,0 0 0,9 23 0,35 133 0,-7-18 0,-27-105-682,33 57-1,-44-91-6143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8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46 24575,'-33'-7'0,"-13"-3"0,-1 0 0,5 3 0,6 1 0,8 3 0,6 1 0,4 1 0,2 1 0,2 0 0,1 3 0,-1 1 0,3 2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9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184 182 24575,'-23'-32'0,"5"6"0,-1 1 0,-1 0 0,-34-31 0,52 53 0,-1 1 0,1 0 0,-1 1 0,0-1 0,0 0 0,0 1 0,-4-3 0,6 4 0,0 0 0,1 0 0,-1 0 0,0 0 0,1 0 0,-1 0 0,0 0 0,1 0 0,-1 0 0,1 0 0,-1 0 0,0 0 0,1 0 0,-1 0 0,0 1 0,1-1 0,-1 0 0,1 1 0,-1-1 0,1 0 0,-1 1 0,0-1 0,1 0 0,-1 1 0,1-1 0,0 1 0,-1-1 0,1 1 0,-1-1 0,1 1 0,0 0 0,-1-1 0,1 1 0,0-1 0,0 1 0,0 0 0,-1-1 0,1 1 0,0 0 0,0-1 0,0 2 0,-1 8 0,-1 0 0,2 0 0,0 0 0,0 0 0,1 0 0,0 1 0,0-1 0,1-1 0,1 1 0,0 0 0,0 0 0,5 10 0,8 13 0,39 59 0,-46-78 0,1-1 0,0 0 0,18 18 0,-24-27 0,0-1 0,0 1 0,1-1 0,-1 0 0,1 1 0,0-2 0,-1 1 0,1-1 0,1 0 0,-1 0 0,0 0 0,0 0 0,1-1 0,5 1 0,-9-2 0,0 0 0,-1 0 0,1 0 0,0-1 0,0 1 0,-1 0 0,1-1 0,0 1 0,-1-1 0,1 1 0,-1-1 0,1 0 0,-1 0 0,1 0 0,-1 0 0,1 0 0,-1 0 0,0 0 0,1 0 0,-1 0 0,0-1 0,0 1 0,0-1 0,0 1 0,0 0 0,0-1 0,-1 0 0,1 1 0,0-1 0,-1 1 0,1-1 0,-1-2 0,2-6 0,0 0 0,-2 1 0,1-1 0,-2-16 0,1 15 0,-10-85 0,2 23 0,24 103 0,-3-6 0,50 110-1365,-57-120-5461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39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74 200 24575,'-7'46'0,"3"1"0,2-1 0,2 1 0,2-1 0,2 0 0,17 78 0,-20-117 0,-1-4 0,1 0 0,-1 0 0,1 0 0,0 0 0,0 0 0,0 0 0,0 0 0,1 0 0,-1 0 0,1-1 0,0 1 0,2 3 0,-3-6 0,-1 0 0,0 0 0,0 1 0,0-1 0,0 0 0,0 0 0,1 0 0,-1 0 0,0 0 0,0 0 0,0 0 0,0 0 0,0 0 0,1 0 0,-1 0 0,0 0 0,0 0 0,0 0 0,1 0 0,-1 0 0,0 0 0,0 0 0,0 0 0,0 0 0,1 0 0,-1 0 0,0 0 0,0 0 0,0 0 0,0 0 0,0 0 0,1 0 0,-1-1 0,0 1 0,0 0 0,0 0 0,0 0 0,0 0 0,0 0 0,1 0 0,-1-1 0,3-9 0,-1-12 0,-6-22 0,-2-1 0,-2 1 0,-16-54 0,9 42 0,-1-7 0,3 18 0,2-1 0,-9-87 0,20 130 0,0 1 0,0-1 0,0 1 0,0-1 0,1 1 0,-1-1 0,1 1 0,0-1 0,-1 1 0,1 0 0,0-1 0,2-3 0,-2 6 0,-1-1 0,1 1 0,-1-1 0,1 1 0,-1-1 0,1 1 0,-1-1 0,1 1 0,0-1 0,-1 1 0,1 0 0,0 0 0,-1-1 0,1 1 0,0 0 0,-1 0 0,1-1 0,1 1 0,-1 0 0,1 0 0,-1 1 0,0-1 0,1 0 0,-1 1 0,0-1 0,1 0 0,-1 1 0,0 0 0,0-1 0,1 1 0,-1 0 0,1 0 0,6 5 0,-1 1 0,0-1 0,-1 1 0,12 15 0,20 35 0,-30-45 0,-4-4 0,1 0 0,-1 0 0,0 1 0,-1-1 0,0 1 0,-1 0 0,0 0 0,0 0 0,0 0 0,-1 9 0,-1-15 0,0 0 0,0 0 0,0 0 0,0 0 0,0 0 0,-1 0 0,0 0 0,0 0 0,1 0 0,-2 0 0,1 0 0,0-1 0,0 1 0,-1-1 0,0 1 0,1-1 0,-1 1 0,0-1 0,0 0 0,0 0 0,-1 0 0,1 0 0,0 0 0,-1 0 0,1-1 0,-1 1 0,0-1 0,1 0 0,-1 1 0,0-1 0,0-1 0,0 1 0,-4 0 0,-5 1-421,-1-1-1,-22-2 1,34 1 320,-12 0-6725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0:4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260 266 24575,'-22'-67'0,"-45"-96"0,66 160 0,0 0 0,-1 1 0,1-1 0,-1 1 0,0-1 0,0 1 0,0 0 0,0-1 0,0 1 0,0 0 0,-1 0 0,-4-3 0,6 5 0,-1-1 0,1 1 0,0 0 0,-1-1 0,1 1 0,0 0 0,-1 0 0,1 0 0,-1 0 0,1 0 0,0 0 0,-1 1 0,1-1 0,0 0 0,-1 1 0,1-1 0,0 1 0,-1-1 0,1 1 0,0-1 0,0 1 0,0 0 0,0 0 0,0 0 0,-1 0 0,2 0 0,-1 0 0,0 0 0,0 0 0,-1 1 0,-12 16 0,-21 34 0,14-18 0,19-31 0,-3 4 0,0 1 0,0 0 0,1 0 0,-4 10 0,7-16 0,0 1 0,1-1 0,-1 0 0,1 1 0,0-1 0,-1 1 0,1-1 0,0 0 0,1 1 0,-1-1 0,0 1 0,1-1 0,-1 0 0,1 1 0,-1-1 0,1 0 0,0 1 0,0-1 0,0 0 0,3 3 0,7 8 0,0 0 0,1-1 0,0 0 0,22 15 0,-20-16 0,0 0 0,-1 2 0,21 23 0,-31-32 0,-1 0 0,1 0 0,-1 1 0,1-1 0,-1 1 0,-1-1 0,1 1 0,-1 0 0,0 0 0,0 0 0,1 7 0,-2-10 0,0 0 0,0 0 0,0 0 0,0 0 0,-1 0 0,1 0 0,-1 0 0,1 0 0,-1 0 0,1 0 0,-1 0 0,0 0 0,0 0 0,0 0 0,0-1 0,0 1 0,-1 0 0,1-1 0,0 1 0,-1-1 0,1 1 0,-1-1 0,0 0 0,1 0 0,-1 0 0,0 0 0,0 0 0,1 0 0,-5 1 0,-5 1 23,-1 0 0,-18 1 0,5-1-1457,7 0-5392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6.6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97 160 24575,'2'18'0,"0"0"0,2 0 0,0 0 0,0-1 0,10 21 0,-9-23 0,49 121 0,-45-112 0,11 38 0,-25-97 0,-9 1 0,-1 1 0,-1 0 0,-2 0 0,-24-31 0,18 26 0,1 0 0,-22-49 0,42 81 0,-5-11 0,8 17 0,0-1 0,-1 1 0,1-1 0,0 0 0,0 1 0,0-1 0,0 1 0,-1-1 0,1 1 0,0-1 0,0 0 0,0 1 0,0-1 0,0 1 0,0-1 0,1 1 0,-1-1 0,0 0 0,0 1 0,0-1 0,1 0 0,0 1 0,1 0 0,-1 0 0,0 1 0,1-1 0,-1 0 0,0 1 0,1-1 0,-1 1 0,0-1 0,1 1 0,-1 0 0,0-1 0,0 1 0,0 0 0,2 1 0,-1 0 0,80 57 0,18 11 0,-87-62 0,-1-2 0,1 0 0,-1 0 0,2-1 0,-1-1 0,22 5 0,-31-9 0,0 1 0,-1-1 0,1 1 0,0-1 0,-1 0 0,1 0 0,0-1 0,4 0 0,-7 0 0,0 1 0,1-1 0,-1 1 0,0-1 0,0 0 0,0 1 0,0-1 0,0 0 0,0 0 0,0 0 0,0 0 0,0 0 0,0 0 0,0 0 0,-1 0 0,1 0 0,0 0 0,-1-1 0,1 1 0,-1 0 0,1 0 0,-1-1 0,0 1 0,1 0 0,-1-3 0,2-25 0,-1 1 0,-4-48 0,2 56 0,-13-75 0,21 116 0,0 0 0,11 21 0,1 0 0,-4-8 0,1 0 0,2-1 0,2-2 0,1 0 0,1-1 0,39 42 0,-47-58-1365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7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24575,'35'-11'0,"41"-15"0,-66 22 0,-1-1 0,0 0 0,0 0 0,0 0 0,12-12 0,-19 16 0,-1-1 0,0 1 0,1 0 0,-1-1 0,0 1 0,0-1 0,0 0 0,0 1 0,0-1 0,-1 0 0,1 1 0,-1-1 0,1 0 0,-1 0 0,1 1 0,-1-1 0,0-3 0,0 2 0,0 0 0,0 0 0,-1 0 0,0 0 0,1 0 0,-1 0 0,0 0 0,-1 0 0,-2-5 0,1 3 0,0 0 0,0 1 0,-1-1 0,0 1 0,0-1 0,0 1 0,0 0 0,-1 1 0,0-1 0,-9-4 0,9 5 0,0 0 0,0 1 0,0-1 0,0 1 0,0 1 0,-1-1 0,-7-1 0,12 3 0,-1 0 0,1 0 0,0 0 0,-1 0 0,1 1 0,0-1 0,-1 0 0,1 1 0,0-1 0,0 1 0,-1-1 0,1 1 0,0 0 0,0-1 0,0 1 0,0 0 0,0 0 0,0 0 0,0 0 0,0 0 0,0 0 0,0 0 0,0 0 0,1 0 0,-1 0 0,0 0 0,1 0 0,-1 1 0,1-1 0,-1 0 0,1 0 0,-1 2 0,-3 13 0,-1-1 0,2 1 0,0 0 0,1-1 0,0 1 0,2 0 0,0 20 0,1-34 0,-1 1 0,1-1 0,0 1 0,0-1 0,0 1 0,0-1 0,0 1 0,0-1 0,0 0 0,1 0 0,-1 0 0,1 0 0,0 0 0,0 0 0,0 0 0,-1 0 0,2-1 0,-1 1 0,0-1 0,0 1 0,0-1 0,1 0 0,2 1 0,7 3 0,0-1 0,0-1 0,21 3 0,-23-4 0,76 13 0,172 5 0,-252-20 0,17 0 0,-22 0 0,0 0 0,0 0 0,0 0 0,0 0 0,0-1 0,0 1 0,-1 0 0,1 0 0,0-1 0,0 1 0,0-1 0,0 1 0,0-1 0,0 1 0,-1-1 0,2 0 0,-2 0 2,0 1 0,0-1-1,0 1 1,0 0 0,0-1 0,0 1-1,0 0 1,0-1 0,0 1 0,0 0-1,0-1 1,0 1 0,-1 0 0,1-1-1,0 1 1,0 0 0,0-1 0,-1 1-1,1 0 1,0 0 0,0-1 0,-1 1-1,1 0 1,0 0 0,-1-1 0,1 1-1,0 0 1,-1 0 0,-12-9-497,10 7-426,-8-5-5905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8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24575,'32'33'0,"61"57"0,-82-81 0,0 0 0,0-1 0,1-1 0,0 1 0,1-2 0,-1 0 0,19 6 0,-28-11 0,0 0 0,1-1 0,-1 1 0,0-1 0,0 1 0,0-1 0,0 0 0,1 0 0,4-1 0,-6 0 0,-1 1 0,0 0 0,0-1 0,0 0 0,0 1 0,1-1 0,-1 0 0,0 1 0,0-1 0,0 0 0,0 0 0,-1 0 0,1 0 0,0 0 0,0 0 0,-1 0 0,1 0 0,0 0 0,-1 0 0,1-1 0,-1 1 0,1 0 0,-1 0 0,0-1 0,1 1 0,-1-2 0,1-3 0,-1 0 0,0 0 0,0 0 0,0-1 0,-1 1 0,0 0 0,0 0 0,-2-8 0,-4-6 0,-11-21 0,0-4 0,9 14 0,-8-18 0,17 49 0,0 0 0,0-1 0,0 1 0,0 0 0,0 0 0,0-1 0,0 1 0,-1 0 0,1 0 0,0-1 0,0 1 0,0 0 0,0 0 0,-1-1 0,1 1 0,0 0 0,0 0 0,0 0 0,-1-1 0,1 1 0,0 0 0,0 0 0,-1 0 0,1 0 0,0 0 0,0 0 0,-1 0 0,1-1 0,0 1 0,0 0 0,-1 0 0,-4 7 0,1 14 0,4-16-151,1-1-1,-1 1 0,1-1 0,0 0 1,0 0-1,0 0 0,0 1 1,3 3-1,2 3-6674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18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106 250 24575,'1'-4'0,"4"-30"0,3-49 0,-8 74 0,0 0 0,0 1 0,-1-1 0,0 0 0,-1 0 0,0 0 0,0 1 0,-1-1 0,0 1 0,-8-16 0,10 23 0,1 0 0,-1 0 0,0-1 0,1 1 0,-1 0 0,0 0 0,0 1 0,0-1 0,0 0 0,0 0 0,0 0 0,0 0 0,0 1 0,0-1 0,0 1 0,0-1 0,-1 1 0,1-1 0,0 1 0,0-1 0,0 1 0,-3 0 0,2 0 0,0 0 0,1 1 0,-1-1 0,0 1 0,1-1 0,-1 1 0,1 0 0,-1 0 0,1 0 0,-1-1 0,1 1 0,-1 1 0,1-1 0,-2 2 0,-2 3 0,0 0 0,1 0 0,0 0 0,0 0 0,0 1 0,-4 12 0,6-12 0,-1 0 0,2 1 0,-1-1 0,1 1 0,0-1 0,0 13 0,1-16 0,1 0 0,-1 0 0,1 0 0,0-1 0,-1 1 0,2 0 0,-1 0 0,0 0 0,1-1 0,0 1 0,0-1 0,0 1 0,0-1 0,3 4 0,7 4 0,0 0 0,1 0 0,0-2 0,1 1 0,0-2 0,1 0 0,-1 0 0,22 6 0,-21-8 0,-1-1 0,0-1 0,1-1 0,0 0 0,0-1 0,15 0 0,-27-2 0,0 0 0,0 0 0,0 0 0,0 0 0,0-1 0,-1 0 0,1 1 0,0-1 0,0 0 0,-1 0 0,1-1 0,0 1 0,-1-1 0,1 1 0,-1-1 0,0 0 0,0 0 0,1 0 0,-1 0 0,0 0 0,-1 0 0,1 0 0,0-1 0,-1 1 0,1-1 0,-1 1 0,0-1 0,0 0 0,0 0 0,1-5 0,1-6 0,-1 0 0,0 0 0,-1 0 0,-1 0 0,-2-15 0,2 8 0,-1 12 0,1 1 0,0 0 0,0 0 0,0 0 0,1 0 0,2-7 0,-3 13 0,0 1 0,1 0 0,-1 0 0,1 0 0,-1-1 0,1 1 0,-1 0 0,1 0 0,0 0 0,-1 0 0,1 0 0,0 0 0,0 0 0,0 0 0,0 1 0,0-1 0,0 0 0,0 0 0,0 1 0,0-1 0,0 1 0,0-1 0,0 1 0,0-1 0,0 1 0,1-1 0,-1 1 0,0 0 0,0 0 0,1 0 0,-1 0 0,0 0 0,0 0 0,1 0 0,-1 0 0,0 0 0,0 1 0,0-1 0,2 1 0,0 0 0,0 0 0,-1 0 0,1 0 0,0 1 0,-1-1 0,1 1 0,-1-1 0,0 1 0,0 0 0,1 0 0,-1 0 0,0 0 0,0 0 0,-1 0 0,1 1 0,2 4 0,1 3 0,0 1 0,-1-1 0,3 14 0,7 17 0,-11-36 0,0 1 0,1-1 0,-1 1 0,1-1 0,0 0 0,1 0 0,-1-1 0,1 1 0,0-1 0,9 6 0,-12-8 0,0-1 0,0 0 0,-1-1 0,1 1 0,0 0 0,0 0 0,0-1 0,0 1 0,0-1 0,0 0 0,0 0 0,0 1 0,0-1 0,0 0 0,0-1 0,0 1 0,0 0 0,0 0 0,0-1 0,0 0 0,0 1 0,-1-1 0,1 0 0,0 0 0,0 0 0,-1 0 0,1 0 0,0 0 0,-1 0 0,1-1 0,-1 1 0,1 0 0,-1-1 0,0 1 0,0-1 0,0 0 0,2-3 0,2-4 0,0-1 0,7-19 0,-9 19 0,1 0 0,11-19 0,-14 28 0,-1 0 0,1 0 0,0 0 0,0 0 0,0 1 0,-1-1 0,1 0 0,0 0 0,0 1 0,0-1 0,0 1 0,1-1 0,-1 1 0,0-1 0,0 1 0,0 0 0,0-1 0,0 1 0,1 0 0,-1 0 0,0 0 0,0 0 0,0 0 0,0 0 0,1 0 0,-1 0 0,0 1 0,0-1 0,0 0 0,0 1 0,0-1 0,1 1 0,-1-1 0,0 1 0,1 1 0,6 3 0,1 0 0,-2 0 0,12 11 0,-8-6 0,47 32 0,72 40 0,-107-68 0,-9-5-1365,-3 0-5461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2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40 24575,'0'-1'0,"0"-1"0,0 0 0,-1 1 0,1-1 0,0 0 0,-1 1 0,1-1 0,-1 1 0,0-1 0,0 1 0,0-1 0,1 1 0,-1-1 0,0 1 0,-1 0 0,1 0 0,0-1 0,0 1 0,0 0 0,-1 0 0,1 0 0,-1 0 0,1 0 0,-1 1 0,1-1 0,-1 0 0,1 1 0,-1-1 0,0 1 0,-1-1 0,-1 0 0,0 1 0,0-1 0,0 1 0,0 0 0,0 0 0,0 0 0,0 0 0,1 0 0,-1 1 0,0 0 0,-7 2 0,5 0 0,1 0 0,0 0 0,0 0 0,0 1 0,0 0 0,1-1 0,-1 2 0,1-1 0,0 0 0,1 1 0,-6 7 0,8-10 0,-1 1 0,1-1 0,0 0 0,0 1 0,0-1 0,0 0 0,0 1 0,0-1 0,1 1 0,0 0 0,-1-1 0,1 1 0,0-1 0,0 1 0,0 0 0,0-1 0,1 1 0,-1-1 0,1 1 0,-1-1 0,1 1 0,0-1 0,0 1 0,0-1 0,1 0 0,-1 1 0,0-1 0,3 2 0,3 4 0,0-1 0,0-1 0,1 1 0,0-1 0,17 9 0,50 21 0,-20-11 0,-51-23 0,1 1 0,1 0 0,-1 0 0,0 0 0,9 8 0,-13-10 0,0-1 0,-1 1 0,1-1 0,-1 1 0,1 0 0,0-1 0,-1 1 0,0 0 0,1 0 0,-1-1 0,1 1 0,-1 0 0,0 0 0,0 0 0,1-1 0,-1 1 0,0 0 0,0 0 0,0 0 0,0 0 0,0-1 0,0 1 0,0 0 0,0 0 0,0 0 0,0 0 0,-1 0 0,1-1 0,0 1 0,-1 0 0,1 0 0,0-1 0,-1 1 0,1 0 0,-1 0 0,1-1 0,-1 1 0,1 0 0,-1-1 0,0 1 0,1-1 0,-1 1 0,-1 0 0,-2 2 0,-1 0 0,1-1 0,-1 1 0,0-1 0,0 0 0,0 0 0,0-1 0,0 1 0,0-1 0,-1 0 0,-6 0 0,-10 0 0,-31-2 0,26 0 0,2 1-87,14 1-126,0-1 0,0-1 0,0 0 0,0 0 0,-14-4 0,15 2-6613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2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 24575,'-2'0'0,"-1"-1"0,1 1 0,0 0 0,0-1 0,0 1 0,-1 0 0,1 0 0,0 0 0,0 1 0,0-1 0,0 0 0,-1 1 0,1-1 0,-3 3 0,4-3 0,1 0 0,-1 1 0,1-1 0,-1 1 0,0-1 0,1 1 0,-1-1 0,1 1 0,0-1 0,-1 1 0,1-1 0,-1 1 0,1 0 0,0-1 0,0 1 0,-1 0 0,1-1 0,0 2 0,0 0 0,0-1 0,0 1 0,0-1 0,0 1 0,0-1 0,0 0 0,1 1 0,-1-1 0,0 1 0,1-1 0,0 0 0,0 2 0,3 4 0,1 0 0,-1 0 0,2-1 0,-1 0 0,0 0 0,1 0 0,0-1 0,1 0 0,7 5 0,65 37 0,-73-44 0,7 4 0,1-1 0,0 0 0,0 0 0,0-2 0,1 0 0,-1 0 0,28 2 0,-40-6 0,1 0 0,-1 0 0,1 0 0,0 0 0,-1-1 0,1 1 0,-1-1 0,1 0 0,-1 1 0,1-1 0,-1 0 0,0 0 0,1-1 0,-1 1 0,0 0 0,0-1 0,0 1 0,2-3 0,-1 1 0,-2 1 0,1-1 0,0 0 0,0 1 0,-1-1 0,0 0 0,1 0 0,-1 0 0,0 0 0,0 0 0,-1-1 0,1 1 0,-1-3 0,1-1 0,-1 1 0,0 0 0,-1-1 0,1 1 0,-1 0 0,-1-1 0,1 1 0,-1 0 0,0 0 0,0 0 0,-1 0 0,0 0 0,0 1 0,-5-8 0,8 13 0,0 0 0,0-1 0,-1 1 0,1 0 0,0-1 0,0 1 0,-1-1 0,1 1 0,0 0 0,0 0 0,-1-1 0,1 1 0,-1 0 0,1 0 0,0-1 0,-1 1 0,1 0 0,0 0 0,-1 0 0,1-1 0,-1 1 0,1 0 0,-1 0 0,1 0 0,0 0 0,-1 0 0,1 0 0,-1 0 0,1 0 0,-1 0 0,0 0 0,0 1 0,1 0 0,-1-1 0,1 1 0,-1 0 0,1 0 0,-1-1 0,1 1 0,-1 0 0,1 0 0,0 0 0,0 0 0,-1-1 0,1 1 0,0 1 0,-3 36 0,3-36 0,0 21 0,1 1 0,2-1 0,0 1 0,1-1 0,1 0 0,16 40 0,2-2 0,29 80 0,-46-119 0,-1 0 0,0 0 0,-2 0 0,2 36 0,-5-55 0,0-1 0,0 1 0,0 0 0,-1 0 0,1 0 0,-1 0 0,1 0 0,-1-1 0,0 1 0,0 0 0,-1-1 0,1 1 0,0-1 0,-1 1 0,1-1 0,-1 1 0,0-1 0,0 0 0,-3 3 0,2-3 0,0-1 0,1 1 0,-1-1 0,0 0 0,0 1 0,0-1 0,0-1 0,0 1 0,-1 0 0,1-1 0,0 0 0,0 1 0,0-1 0,0 0 0,-1-1 0,1 1 0,-4-1 0,-7-3 17,0 0 0,1 0 1,-1-1-1,1-1 0,1 0 0,-24-15 0,19 9-314,1 0 0,0-1 0,1-1 0,-16-18 0,19 18-6529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3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24575,'1'2'0,"0"1"0,0-1 0,0 0 0,0 1 0,1-1 0,-1 0 0,0 0 0,1 0 0,0 0 0,2 2 0,0 1 0,9 11 0,1-1 0,1 0 0,20 14 0,-25-21 0,1 0 0,0-2 0,0 1 0,1-1 0,-1-1 0,18 6 0,-27-10 0,0 0 0,0-1 0,0 1 0,0-1 0,1 1 0,-1-1 0,0 0 0,0 0 0,0 0 0,0 0 0,0 0 0,0 0 0,1-1 0,-1 1 0,0-1 0,0 1 0,0-1 0,0 0 0,0 0 0,0 0 0,-1 0 0,1 0 0,0 0 0,0-1 0,-1 1 0,1 0 0,-1-1 0,1 0 0,-1 1 0,0-1 0,1 0 0,-1 1 0,0-1 0,0 0 0,0 0 0,0 0 0,-1 0 0,1 0 0,0-4 0,2-6 0,-1 0 0,0-1 0,-1 0 0,-1 1 0,-1-17 0,-1-25 0,29 89 0,-19-22 0,1-1 0,18 21 0,-24-30 0,1 0 0,-1 1 0,1-1 0,0-1 0,-1 1 0,1 0 0,1-1 0,-1 0 0,0 0 0,1 0 0,-1-1 0,1 1 0,5 0 0,-9-2 0,0 1 0,1-1 0,-1 0 0,1 0 0,-1 0 0,0 0 0,1 0 0,-1-1 0,0 1 0,1 0 0,-1-1 0,0 1 0,0-1 0,1 1 0,-1-1 0,0 1 0,0-1 0,0 0 0,0 0 0,0 0 0,0 1 0,0-1 0,1-2 0,1 0 0,-1-1 0,0 0 0,0 0 0,0 0 0,2-8 0,7-15 0,-10 26 0,0-1 0,0 1 0,0 0 0,0 0 0,0-1 0,0 1 0,0 0 0,0 0 0,1 0 0,-1 0 0,0 0 0,1 1 0,-1-1 0,1 0 0,1 0 0,3 0 0,0 0 0,0 0 0,0 0 0,0 1 0,0 0 0,0 0 0,-1 1 0,1 0 0,0 0 0,0 0 0,10 4 0,3 2 0,0 1 0,19 11 0,-22-10-1365,-2 0-5461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4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24575,'2'1'0,"-1"-1"0,1 1 0,-1 0 0,0 0 0,1-1 0,-1 1 0,0 0 0,0 0 0,0 1 0,0-1 0,0 0 0,0 0 0,0 0 0,0 1 0,1 2 0,4 4 0,-1-3 0,6 8 0,24 21 0,-33-32 0,1 0 0,0 0 0,0 0 0,0 0 0,0 0 0,0 0 0,0-1 0,0 0 0,0 1 0,1-1 0,-1-1 0,0 1 0,1 0 0,-1-1 0,7 1 0,-8-2 0,-1 1 0,1 0 0,-1-1 0,1 0 0,-1 1 0,1-1 0,-1 0 0,1 1 0,-1-1 0,0 0 0,0 0 0,1 0 0,-1-1 0,0 1 0,0 0 0,0 0 0,0 0 0,0-1 0,0 1 0,0-1 0,-1 1 0,1 0 0,-1-1 0,1 0 0,-1 1 0,1-1 0,-1 1 0,1-3 0,0-5 0,0-1 0,-1 1 0,0-17 0,0 18 0,-3-51 0,8 67 0,-1 1 0,1-1 0,1 0 0,-1 0 0,11 11 0,-14-17 0,0 0 0,0 0 0,1 0 0,-1 0 0,0 0 0,1-1 0,-1 1 0,1-1 0,0 0 0,4 2 0,-6-2 0,1-1 0,0 0 0,-1 1 0,1-1 0,0 0 0,0 0 0,-1 0 0,1 0 0,0-1 0,0 1 0,-1 0 0,1-1 0,0 1 0,-1-1 0,1 1 0,0-1 0,-1 0 0,4-2 0,-1 1 0,0-1 0,1 1 0,-1 0 0,1 0 0,-1 0 0,1 1 0,0-1 0,0 1 0,0 0 0,0 1 0,0-1 0,0 1 0,5 0 0,5 2 0,0 0 0,29 9 0,-29-7 0,1-1 0,27 4 0,-19-7-1365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61 265 24575,'6'-34'0,"2"-52"0,-8 72 0,0-1 0,-1 1 0,0-1 0,-2 1 0,1 0 0,-7-17 0,9 29 0,-1 0 0,0 0 0,0 0 0,0 0 0,0 1 0,0-1 0,0 0 0,0 1 0,-1-1 0,1 1 0,0-1 0,-1 1 0,1 0 0,-3-2 0,3 3 0,0-1 0,1 1 0,-1 0 0,0 0 0,0 0 0,0 0 0,1 0 0,-1 0 0,0 0 0,0 0 0,0 0 0,1 0 0,-1 0 0,0 0 0,0 0 0,1 0 0,-1 1 0,0-1 0,0 0 0,1 1 0,-1-1 0,0 1 0,1-1 0,-1 1 0,1-1 0,-1 1 0,0-1 0,1 1 0,-1-1 0,1 1 0,-1 0 0,1-1 0,0 1 0,-1 0 0,1-1 0,0 1 0,-1 1 0,-2 4 0,1 0 0,0 0 0,0 0 0,0 1 0,1-1 0,0 0 0,0 1 0,0-1 0,1 1 0,0-1 0,1 1 0,-1-1 0,1 0 0,0 1 0,1-1 0,4 12 0,-2-6 0,1-1 0,0 0 0,1 0 0,0 0 0,1-1 0,0 0 0,0 0 0,10 9 0,-11-14 0,0 0 0,0-1 0,0 0 0,1 0 0,0 0 0,-1-1 0,1 0 0,1 0 0,-1 0 0,0-1 0,1 0 0,-1-1 0,1 0 0,-1 0 0,1 0 0,-1-1 0,1 0 0,0-1 0,-1 0 0,1 0 0,-1 0 0,1-1 0,-1 0 0,0-1 0,0 0 0,0 0 0,0 0 0,0-1 0,0 0 0,7-6 0,-11 8-72,0 0 1,-1-1-1,1 1 0,-1-1 0,1 0 0,-1 0 0,0 0 0,0 0 1,0 0-1,-1 0 0,1 0 0,-1-1 0,0 1 0,0 0 0,0-1 1,0 1-1,0-1 0,0-5 0,-3-1-6754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24575,'7'32'0,"3"17"0,2 6 0,2 3 0,0-5 0,1-3 0,1-3 0,-4-4 0,0-4 0,-2-5 0,-1-4 0,-2-9-8191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2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53 24575,'-23'-10'0,"-9"-3"0,-5 0 0,1 3 0,5 5 0,5 4 0,4 1 0,4 2 0,2 2 0,1 1 0,1 0 0,0-2 0,0-1 0,0 0 0,2-2-8191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17 211 24575,'9'5'0,"-1"0"0,0 0 0,0-1 0,0-1 0,0 1 0,17 4 0,-24-8 0,-1 0 0,0 0 0,0 0 0,1 0 0,-1 0 0,0 0 0,0 0 0,0 0 0,1 0 0,-1 0 0,0 0 0,0 0 0,1 0 0,-1 0 0,0 0 0,0 0 0,1 0 0,-1 0 0,0 0 0,0 0 0,0 0 0,1 0 0,-1 0 0,0-1 0,0 1 0,0 0 0,1 0 0,-1 0 0,0 0 0,0-1 0,0 1 0,1 0 0,-4-8 0,-10-11 0,12 18 0,-3-3 0,-10-14 0,0-1 0,-15-26 0,26 40 0,0 0 0,1 0 0,-1 0 0,1-1 0,0 1 0,1-1 0,0 1 0,0-1 0,0 0 0,0 0 0,1 1 0,0-1 0,0 0 0,0 0 0,2-5 0,-2 9 0,1 0 0,-1 1 0,1-1 0,0 0 0,-1 0 0,1 1 0,0-1 0,0 1 0,0-1 0,0 1 0,0-1 0,0 1 0,1 0 0,-1-1 0,0 1 0,1 0 0,-1 0 0,1 0 0,-1 0 0,1 0 0,-1 1 0,1-1 0,0 0 0,0 1 0,-1-1 0,1 1 0,0-1 0,0 1 0,-1 0 0,1 0 0,0 0 0,0 0 0,0 0 0,-1 0 0,1 0 0,0 1 0,2 0 0,4 1 0,0 0 0,-1 1 0,1 0 0,-1 0 0,1 1 0,12 8 0,31 28 131,-16-11-1627,-22-19-5330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5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24575,'-5'10'0,"-2"6"0,1 3 0,3 0 0,3 0 0,4-1 0,0-1 0,3-1 0,3-1 0,-1 0 0,-2-2-8191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6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24575,'23'10'0,"7"9"0,-2 3 0,-5 0 0,-6 0 0,-7-5-8191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2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85 24575,'-14'-11'0,"-49"-35"0,56 42 0,1 0 0,-1 0 0,0 1 0,-1 0 0,1 1 0,0-1 0,-13-1 0,18 4 0,0-1 0,0 1 0,0 0 0,0 0 0,0 0 0,0 0 0,0 1 0,0-1 0,0 1 0,0-1 0,0 1 0,0 0 0,0-1 0,1 1 0,-1 0 0,0 0 0,-2 2 0,2-1 0,0 0 0,0 1 0,0-1 0,0 0 0,1 1 0,-1-1 0,1 1 0,-1-1 0,1 1 0,-1 5 0,-1 2 0,1 0 0,1 0 0,0 0 0,0 0 0,2 20 0,0-19 0,1 0 0,1 0 0,-1 0 0,2-1 0,-1 1 0,2-1 0,-1 0 0,1 0 0,1 0 0,0 0 0,0-1 0,1 0 0,0-1 0,0 1 0,1-1 0,0-1 0,1 0 0,0 0 0,0 0 0,0-1 0,1 0 0,0-1 0,0 0 0,0-1 0,1 0 0,-1-1 0,1 0 0,0 0 0,0-1 0,14 1 0,57-3-342,-66 0-681,0-1-5803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38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1014 90 24575,'142'11'0,"174"-8"0,-170-18 0,-118 11 0,1-1 0,32-11 0,-13 3 0,-31 10 0,1 1 0,0 0 0,0 1 0,20 3 0,-21-2 0,-204-13 0,17 6 0,-125-3 0,-109 2-631,-108 2 631,437 6 0,36 2 316,-64 11-1,71-7-315,21-3 0,0-1 0,-20 2 0,25-4 0,7-1 0,13-2 0,25-2 0,274-3-9,-208 9-143,-12 0-224,743 8-1600,-176-3 2321,-886-19 1882,79 1-2286,-401 24-702,366 3 757,-252 13-23,269-21 160,-33 0 526,161-6-659,-53 9 0,69-7 0,-26-2 0,217 13 0,429 41-640,4-36 112,25-18-922,-499-2 2111,-196-5 673,13 1-711,-27 2-1988,47 2-5461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7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55 170 24575,'0'0'0,"-1"0"0,1 0 0,-1 0 0,0 1 0,1-1 0,-1 0 0,1 0 0,-1 1 0,1-1 0,-1 1 0,1-1 0,-1 0 0,1 1 0,-1-1 0,1 1 0,0-1 0,-1 1 0,1-1 0,0 1 0,-1-1 0,1 1 0,0-1 0,0 1 0,-1 0 0,1-1 0,0 1 0,0-1 0,0 1 0,0 0 0,0-1 0,0 1 0,0 0 0,0-1 0,0 2 0,3 22 0,-3-23 0,2 10 0,1 0 0,0-1 0,1 1 0,0-1 0,8 13 0,33 49 0,-16-25 0,-16-26 0,-1 2 0,14 37 0,-22-48 0,0 1 0,-1 0 0,0 0 0,-1 0 0,0 1 0,-1 19 0,-3-41 0,0 0 0,-5-14 0,-1-2 0,-43-110 0,8 25 0,8 10 0,-22-69 0,51 153 0,5 13 0,0-1 0,0 1 0,0-1 0,0 1 0,0-1 0,1 0 0,-1 0 0,1 1 0,0-6 0,0 8 0,0 0 0,0 0 0,0 0 0,0 0 0,0 0 0,0-1 0,0 1 0,0 0 0,0 0 0,0 0 0,0 0 0,0 0 0,0 0 0,0 0 0,0-1 0,0 1 0,0 0 0,0 0 0,0 0 0,0 0 0,0 0 0,0 0 0,0 0 0,0 0 0,1-1 0,-1 1 0,0 0 0,0 0 0,0 0 0,0 0 0,0 0 0,0 0 0,0 0 0,1 0 0,-1 0 0,0 0 0,0 0 0,0 0 0,0 0 0,0 0 0,1 0 0,4 4 0,6 9 0,-10-11 0,21 28 0,1-1 0,48 46 0,-56-61 0,0-1 0,1-1 0,1-1 0,0-1 0,0 0 0,36 14 0,-45-21 0,3 2 0,0-1 0,0-1 0,0 0 0,1 0 0,12 0 0,-22-2 0,1-1 0,-1 0 0,1 0 0,-1 0 0,0-1 0,1 1 0,-1-1 0,0 1 0,1-1 0,-1 0 0,0 0 0,0 0 0,1 0 0,-1 0 0,0 0 0,0 0 0,0-1 0,-1 1 0,1-1 0,0 0 0,0 1 0,-1-1 0,1 0 0,-1 0 0,0 0 0,0 0 0,1 0 0,-1 0 0,0-1 0,-1 1 0,2-3 0,0-4 0,0-1 0,0 1 0,-1 0 0,0 0 0,-1-17 0,-8-46 0,1 12 0,8 41 0,2 14 0,3 12 0,45 101 0,5 12 0,-42-94 0,2 0 0,26 34 0,-18-31 0,1-2 0,2 0 0,44 34 0,-58-50-1365,-3-2-5461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8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24575,'50'0'0,"89"14"0,-135-14 0,0 1 0,0 0 0,0 1 0,0-1 0,0 0 0,0 1 0,-1 0 0,1 0 0,-1 0 0,1 1 0,-1-1 0,0 1 0,0 0 0,0-1 0,0 2 0,0-1 0,-1 0 0,1 0 0,1 5 0,-1-3 0,-1-1 0,0 1 0,-1 0 0,1 0 0,-1 0 0,0 0 0,0 1 0,-1-1 0,1 0 0,-1 0 0,0 0 0,-1 1 0,1-1 0,-3 10 0,2-12 0,1 0 0,-1 0 0,0 0 0,0 0 0,0-1 0,0 1 0,-1 0 0,1 0 0,-1-1 0,0 1 0,1-1 0,-1 1 0,0-1 0,-1 0 0,1 1 0,0-1 0,-1-1 0,1 1 0,-1 0 0,1 0 0,-1-1 0,0 0 0,0 1 0,0-1 0,0 0 0,0 0 0,0-1 0,0 1 0,0-1 0,0 1 0,0-1 0,-5 0 0,-7 0 0,0-1 0,-1 0 0,1-1 0,0 0 0,0-1 0,-16-6 0,23 6 0,0 0 0,0-1 0,0 0 0,1 0 0,-1-1 0,1 0 0,0 0 0,0-1 0,1 0 0,0 0 0,0 0 0,-6-9 0,10 12 0,0 1 0,0-1 0,1 1 0,-1-1 0,1 0 0,0 1 0,0-1 0,0 0 0,0 0 0,1 0 0,-1 0 0,1 0 0,-1 0 0,1 0 0,0 0 0,0 0 0,1 0 0,-1 1 0,0-1 0,3-6 0,-2 6 0,0 1 0,1-1 0,-1 1 0,1-1 0,0 1 0,0 0 0,0 0 0,0 0 0,0 0 0,0 0 0,0 0 0,1 1 0,-1-1 0,1 1 0,-1-1 0,1 1 0,0 0 0,-1 0 0,1 0 0,0 0 0,4 0 0,5-1-341,1 1 0,-1 1-1,13 0 1,-12 1-6485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8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325 515 24575,'-49'-29'0,"4"1"0,-89-39 0,127 65 0,1-1 0,-1 1 0,0 0 0,-1 1 0,1 0 0,-9-1 0,14 2 0,1 0 0,-1 0 0,1 0 0,-1 0 0,1 0 0,-1 1 0,1-1 0,-1 0 0,1 1 0,-1-1 0,1 1 0,0-1 0,-1 1 0,1 0 0,0-1 0,0 1 0,-1 0 0,1 0 0,0 0 0,0 0 0,0 0 0,0 0 0,0 1 0,0-1 0,0 0 0,1 0 0,-1 1 0,0-1 0,1 0 0,-1 1 0,1-1 0,-1 1 0,1-1 0,0 0 0,-1 1 0,1 2 0,0-1 0,1 1 0,-1 0 0,1-1 0,-1 1 0,1 0 0,0-1 0,0 1 0,1-1 0,-1 1 0,1-1 0,3 5 0,1 1 0,0 0 0,13 14 0,-7-11 0,1-1 0,-1 0 0,2-1 0,28 17 0,-33-21 0,0-2 0,1 1 0,0-2 0,-1 1 0,1-1 0,1 0 0,-1-1 0,0-1 0,13 1 0,-21-2 0,1 0 0,-1 0 0,0 0 0,1 0 0,-1-1 0,1 1 0,-1-1 0,0 0 0,1 0 0,-1 0 0,0 0 0,0 0 0,0 0 0,0-1 0,0 1 0,0 0 0,0-1 0,0 0 0,0 0 0,-1 1 0,1-1 0,-1 0 0,1 0 0,-1 0 0,0-1 0,0 1 0,0 0 0,0 0 0,0-1 0,0 1 0,-1 0 0,1-5 0,1-3 0,-1 1 0,-1 0 0,0-1 0,0 1 0,-1-1 0,0 1 0,-3-13 0,-7-16 0,0 1 0,-18-37 0,-38-68 0,-6-15 0,66 142 0,4 12 0,2 8 0,1 10 0,10 31 0,1-1 0,2 0 0,2-1 0,2 0 0,30 55 0,-23-60-1365,-13-24-5461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49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198 405 24575,'-23'-6'0,"-46"-11"0,62 15 0,0 2 0,0-1 0,0 1 0,0 0 0,0 0 0,0 1 0,-12 2 0,17-3 0,0 1 0,0 0 0,0-1 0,0 1 0,0 0 0,0 0 0,0 0 0,1 0 0,-1 0 0,0 0 0,1 0 0,-1 1 0,1-1 0,0 0 0,-1 1 0,1 0 0,0-1 0,0 1 0,0 0 0,-1 1 0,1 0 0,0-1 0,1 1 0,-1 0 0,1-1 0,0 1 0,0-1 0,0 1 0,0 0 0,0-1 0,1 1 0,-1 0 0,1-1 0,1 4 0,1 3 0,1-1 0,0 1 0,0-1 0,1-1 0,0 1 0,0 0 0,11 10 0,-9-12 0,0 0 0,0 0 0,1-1 0,0 1 0,0-2 0,0 1 0,0-1 0,1 0 0,0-1 0,0 0 0,0-1 0,12 3 0,-16-5 0,-1 1 0,0-1 0,0 0 0,1 0 0,-1-1 0,0 1 0,1-1 0,-1 0 0,0 0 0,0 0 0,0-1 0,6-2 0,-7 2 0,0 0 0,0 0 0,-1 0 0,1-1 0,0 1 0,-1-1 0,0 0 0,0 1 0,0-1 0,0 0 0,0 0 0,0-1 0,-1 1 0,1 0 0,-1 0 0,0-1 0,1-3 0,1-7 0,-1-1 0,0 1 0,-1-1 0,0 0 0,-1 0 0,-4-23 0,0 12 0,-1 0 0,-16-45 0,-59-139 0,77 202 0,0-1 0,0 1 0,0 0 0,-1 0 0,-5-8 0,9 16 0,0 0 0,0 0 0,0 0 0,-1-1 0,1 1 0,0 0 0,0 0 0,0 0 0,0 0 0,0-1 0,0 1 0,-1 0 0,1 0 0,0 0 0,0 0 0,0 0 0,-1 0 0,1-1 0,0 1 0,0 0 0,0 0 0,0 0 0,-1 0 0,1 0 0,0 0 0,0 0 0,-1 0 0,1 0 0,0 0 0,0 0 0,0 0 0,-1 0 0,1 0 0,0 0 0,0 0 0,-1 0 0,-3 9 0,1 12 0,3-4 0,1-1 0,0 1 0,1 0 0,1-1 0,0 0 0,1 0 0,1 0 0,13 29 0,-6-19 0,2 0 0,1-1 0,1-1 0,24 29 0,109 100-139,-104-110-1087,-32-30-5600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2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12 24575,'-27'0'0,"1"-1"0,-39-7 0,60 7 0,0 0 0,0 1 0,0 0 0,0 0 0,0 0 0,0 1 0,0-1 0,0 1 0,0 0 0,-6 2 0,10-2 0,-1 0 0,1-1 0,-1 1 0,1 0 0,-1 0 0,1 0 0,-1 0 0,1 0 0,0 0 0,0 0 0,-1 0 0,1 0 0,0 1 0,0-1 0,0 1 0,0-1 0,0 0 0,1 1 0,-1 0 0,0-1 0,1 1 0,-1-1 0,1 1 0,0 0 0,-1-1 0,1 1 0,0 0 0,0-1 0,0 1 0,0 0 0,0 0 0,0-1 0,2 4 0,-1-1 0,0 0 0,1 0 0,-1 0 0,1 0 0,0-1 0,1 1 0,-1-1 0,0 1 0,1-1 0,0 0 0,6 5 0,4 3 0,23 15 0,-26-19 0,99 60 0,19 12 0,-125-77 0,0 1 0,1-1 0,-1 1 0,0 0 0,-1 0 0,1 0 0,0 1 0,-1-1 0,0 1 0,3 5 0,-4-7 0,-1-1 0,1 0 0,-1 0 0,0 1 0,0-1 0,0 0 0,0 0 0,0 1 0,0-1 0,0 0 0,0 1 0,0-1 0,0 0 0,-1 0 0,1 1 0,0-1 0,-1 0 0,1 0 0,-1 0 0,0 1 0,1-1 0,-1 0 0,0 0 0,0 0 0,0 0 0,0 0 0,1 0 0,-1-1 0,0 1 0,-1 0 0,1 0 0,0-1 0,0 1 0,0-1 0,0 1 0,0-1 0,-3 1 0,-3 2 0,0-1 0,-1 0 0,0 0 0,1 0 0,-1-1 0,-13 0 0,-48-4 0,62 2 0,-9 0-341,1 0 0,-1-2-1,-26-7 1,28 5-6485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3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45 24575,'-38'-23'0,"34"21"0,3 3 0,7 6 0,11 8 0,17 10 0,1-2 0,1-1 0,54 23 0,-77-39 0,1-2 0,19 6 0,-27-9 0,-1 0 0,1-1 0,0 1 0,-1-1 0,1 0 0,-1 0 0,1 0 0,0-1 0,6-1 0,-11 1 0,1 1 0,-1-1 0,1 0 0,0 0 0,-1 1 0,0-1 0,1 0 0,-1 0 0,1 0 0,-1 0 0,0 0 0,0-1 0,0 1 0,1 0 0,-1-1 0,-1 1 0,1 0 0,0-1 0,1-2 0,-1 1 0,0 0 0,-1 0 0,1 0 0,-1 0 0,1 0 0,-1 0 0,0-1 0,0 1 0,-2-6 0,0-2 0,-1 0 0,0 0 0,-1 0 0,-9-17 0,11 23 0,0 1 0,1 0 0,-1 0 0,0 1 0,0-1 0,0 1 0,-1-1 0,1 1 0,-1 0 0,-5-5 0,8 8 0,0 0 0,-1 0 0,1 0 0,0 1 0,0-1 0,-1 0 0,1 0 0,0 0 0,-1 0 0,1 0 0,0 1 0,0-1 0,-1 0 0,1 0 0,0 0 0,0 1 0,0-1 0,-1 0 0,1 0 0,0 1 0,0-1 0,0 0 0,0 0 0,0 1 0,-1-1 0,1 0 0,0 1 0,0-1 0,0 0 0,0 0 0,0 1 0,0-1 0,0 0 0,0 1 0,0-1 0,0 0 0,0 1 0,0-1 0,0 0 0,0 0 0,1 1 0,0 15 0,2 5 0,1 0 0,13 38 0,23 39 0,-33-81 0,51 111 0,13 31 0,-70-157 0,2 4 0,-1-1 0,-1 1 0,1 0 0,1 11 0,-3-16 0,0 0 0,1-1 0,-1 1 0,0 0 0,-1 0 0,1 0 0,0 0 0,0 0 0,0 0 0,0 0 0,-1 0 0,1-1 0,0 1 0,-1 0 0,1 0 0,-1 0 0,1-1 0,-1 1 0,1 0 0,-1 0 0,0-1 0,1 1 0,-1 0 0,0-1 0,1 1 0,-1-1 0,0 1 0,0-1 0,0 1 0,1-1 0,-1 0 0,0 1 0,0-1 0,0 0 0,0 0 0,0 0 0,0 0 0,1 1 0,-3-2 0,-2 1 0,0 0 0,1 0 0,-1-1 0,0 0 0,1 0 0,-1-1 0,1 1 0,-1-1 0,1 0 0,-7-4 0,-7-5 0,-17-14 0,24 18 0,-8-7-273,1-1 0,1-1 0,0 0 0,-22-29 0,29 31-6553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4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24575,'4'4'0,"0"0"0,0 0 0,9 7 0,3 0 0,0 1 0,1-2 0,0 0 0,1-2 0,-1 1 0,26 6 0,-42-14 0,0-1 0,0 1 0,0-1 0,1 0 0,-1 0 0,0 1 0,0-1 0,0 0 0,0 0 0,1 0 0,-1 0 0,0 0 0,0-1 0,0 1 0,0 0 0,1-1 0,-1 1 0,0 0 0,0-1 0,0 1 0,0-1 0,0 0 0,0 1 0,0-1 0,0 0 0,0 0 0,0 1 0,-1-1 0,1 0 0,0 0 0,0 0 0,-1 0 0,1 0 0,-1 0 0,1 0 0,-1 0 0,1 0 0,-1 0 0,1-1 0,-1 1 0,0 0 0,0-1 0,2-8 0,-1 1 0,-1 0 0,0 0 0,-1-15 0,0 9 0,1 14 0,1-24 0,-1 24 0,1 1 0,-1 0 0,0-1 0,0 1 0,0-1 0,0 1 0,0 0 0,1-1 0,-1 1 0,0 0 0,0 0 0,1-1 0,-1 1 0,0 0 0,0-1 0,1 1 0,-1 0 0,0 0 0,1 0 0,-1-1 0,0 1 0,1 0 0,0 0 0,-1 0 0,1 0 0,0 0 0,-1 0 0,1 0 0,0 0 0,-1 1 0,1-1 0,-1 0 0,1 0 0,0 1 0,-1-1 0,1 0 0,-1 1 0,1-1 0,-1 0 0,1 1 0,0 0 0,33 34 0,-23-23 0,21 17 0,-29-26 0,1 0 0,0 0 0,0-1 0,0 0 0,0 0 0,0 0 0,0 0 0,0-1 0,1 1 0,6 0 0,-9-2 0,0 1 0,-1-1 0,1 0 0,0 0 0,0-1 0,0 1 0,0 0 0,-1-1 0,1 1 0,0-1 0,0 1 0,-1-1 0,1 0 0,-1 0 0,1 0 0,0 0 0,-1 0 0,1 0 0,-1 0 0,0 0 0,1 0 0,-1-1 0,0 1 0,0-1 0,0 1 0,1-3 0,1-2 0,0 0 0,-1 0 0,1 0 0,-1 0 0,-1 0 0,2-8 0,-3 13 0,0 0 0,0-1 0,1 1 0,-1 0 0,0 0 0,1 0 0,-1 0 0,0 0 0,1 0 0,0 0 0,-1 0 0,1 0 0,0 0 0,-1 0 0,1 0 0,0 0 0,0 0 0,0 1 0,0-1 0,-1 0 0,3 0 0,-1 0 0,-1 1 0,1-1 0,-1 1 0,1 0 0,0 0 0,-1 0 0,1 0 0,0 0 0,-1 0 0,1 0 0,-1 0 0,1 1 0,2 0 0,6 3 0,-1 0 0,0 1 0,0 0 0,9 6 0,-11-6 0,53 33-1365,-47-29-5461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4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24575,'0'0'0,"0"0"0,1 0 0,-1 0 0,1 0 0,-1 0 0,1 0 0,-1 1 0,1-1 0,-1 0 0,0 0 0,1 0 0,-1 0 0,1 1 0,-1-1 0,0 0 0,1 0 0,-1 1 0,0-1 0,1 0 0,-1 1 0,0-1 0,1 0 0,-1 1 0,1 0 0,12 12 0,-5-4 0,0-1 0,1 0 0,0-1 0,0 0 0,0 0 0,15 7 0,-20-12 0,0 0 0,0 0 0,-1-1 0,1 1 0,0-1 0,0 0 0,1 0 0,-1-1 0,0 1 0,0-1 0,0 0 0,0 0 0,0 0 0,1 0 0,-1-1 0,0 0 0,0 0 0,0 0 0,0 0 0,0-1 0,4-2 0,-6 3 0,0 0 0,0-1 0,0 1 0,0-1 0,-1 1 0,1-1 0,0 0 0,-1 0 0,1 0 0,-1 1 0,0-2 0,0 1 0,1 0 0,-2 0 0,3-4 0,-2-1 0,1 0 0,-1 0 0,0-13 0,0 3 0,-1 17 0,0 0 0,0 0 0,0 0 0,0-1 0,0 1 0,0 0 0,0 0 0,0 0 0,0 0 0,0-1 0,0 1 0,0 0 0,0 0 0,0 0 0,0-1 0,0 1 0,0 0 0,1 0 0,-1 0 0,0 0 0,0 0 0,0-1 0,0 1 0,0 0 0,0 0 0,0 0 0,1 0 0,-1 0 0,0 0 0,0-1 0,0 1 0,0 0 0,1 0 0,-1 0 0,0 0 0,0 0 0,1 0 0,5 5 0,8 13 0,-12-16 0,-2-2 0,28 36 0,-26-34 0,1 0 0,-1 1 0,1-1 0,0 0 0,-1 0 0,1 0 0,0-1 0,0 1 0,1-1 0,5 3 0,-8-4 0,-1 0 0,1 0 0,0 1 0,0-1 0,-1 0 0,1 0 0,0 0 0,-1 0 0,1 0 0,0 0 0,0 0 0,-1 0 0,1 0 0,0-1 0,-1 1 0,1 0 0,0 0 0,-1-1 0,1 1 0,0 0 0,-1-1 0,1 1 0,0-1 0,-1 1 0,1-1 0,-1 1 0,1-1 0,0 0 0,-1-1 0,1 1 0,0 0 0,-1-1 0,0 1 0,1-1 0,-1 1 0,0 0 0,0-1 0,0 1 0,0-1 0,0-2 0,-1-2 0,0 0 0,0 0 0,0 0 0,-1 0 0,-3-7 0,5 13 0,-1-1 0,1 1 0,0-1 0,0 1 0,-1 0 0,1-1 0,0 1 0,0-1 0,0 0 0,0 1 0,0-1 0,0 1 0,0-1 0,0 1 0,0-1 0,0 1 0,0-1 0,0 1 0,0-2 0,0 2 0,1 0 0,-1 0 0,0 0 0,1-1 0,-1 1 0,0 0 0,0 0 0,1 0 0,-1 0 0,0 0 0,1 0 0,-1 0 0,0 0 0,1 0 0,-1 0 0,0 0 0,1 0 0,-1 0 0,0 0 0,1 0 0,-1 0 0,0 0 0,0 0 0,1 0 0,25 13 0,-18-9 0,18 7-227,-1-1-1,2-2 1,-1-1-1,1 0 1,36 2-1,-50-8-6598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5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105 312 24575,'51'-91'0,"-43"73"0,0 1 0,-1-2 0,6-24 0,-12 39 0,-1 1 0,1-1 0,-1 0 0,0 0 0,0 0 0,0 0 0,-1 0 0,1 0 0,-1 0 0,0 1 0,0-1 0,0 0 0,-1 0 0,1 1 0,-1-1 0,-3-5 0,1 5 0,1-1 0,0 1 0,-1 0 0,0 1 0,0-1 0,0 1 0,0-1 0,0 1 0,-1 0 0,1 1 0,-9-4 0,9 4 0,0 1 0,0-1 0,0 1 0,0 0 0,0 1 0,0-1 0,-1 1 0,1 0 0,0 0 0,0 0 0,0 0 0,0 1 0,-1-1 0,-5 3 0,7-2 0,0 1 0,0-1 0,0 1 0,0 0 0,0 0 0,0 0 0,0 0 0,1 0 0,-1 1 0,1-1 0,0 1 0,-1 0 0,1 0 0,1 0 0,-1 0 0,0 0 0,1 0 0,-1 0 0,-1 5 0,2-3 0,0-1 0,0 1 0,0-1 0,0 1 0,1 0 0,-1-1 0,1 1 0,0-1 0,1 1 0,-1 0 0,1-1 0,0 1 0,2 6 0,0-5 0,0 1 0,0-1 0,0 0 0,1 0 0,-1-1 0,2 1 0,-1-1 0,8 8 0,-2-4 0,0-1 0,1 0 0,0 0 0,1-1 0,-1 0 0,1-1 0,1-1 0,24 9 0,-24-11 0,0 0 0,15 1 0,-23-4 0,1 1 0,-1-1 0,0 0 0,0-1 0,0 1 0,1-1 0,-1 0 0,7-2 0,-3-3-1365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24575,'-3'22'0,"2"16"0,2 6 0,2 0 0,1 1 0,2-3 0,1-3 0,0-4 0,1-4 0,0-4 0,2-2 0,-1-2 0,0-2 0,2-1 0,-2-5-8191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5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402 107 24575,'-30'-10'0,"-15"-6"0,-8 0 0,1 0 0,6 3 0,6 1 0,8 2 0,6 4 0,5 2 0,4 2 0,2 1 0,2 1 0,2 1-8191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6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46 238 24575,'1'0'0,"2"2"0,-1-1 0,1 1 0,-1-1 0,1 0 0,0 0 0,0 0 0,-1 0 0,1-1 0,0 1 0,0-1 0,0 0 0,3 0 0,-6 0 0,0 0 0,0 0 0,0 0 0,1 0 0,-1 0 0,0-1 0,0 1 0,0 0 0,0 0 0,0 0 0,0 0 0,1-1 0,-1 1 0,0 0 0,0 0 0,0 0 0,0-1 0,0 1 0,0 0 0,0 0 0,0 0 0,0-1 0,0 1 0,0 0 0,0 0 0,0 0 0,0-1 0,0 1 0,0 0 0,0 0 0,0 0 0,0-1 0,-1 1 0,1 0 0,0 0 0,0 0 0,0 0 0,0-1 0,-5-7 0,4 7 0,-11-16 0,-3-3 0,-18-33 0,30 46 0,0 1 0,0-1 0,0 0 0,1 0 0,0 0 0,1 0 0,-1 0 0,2 0 0,-1-15 0,1 20 0,0 0 0,0-1 0,0 1 0,1 0 0,-1-1 0,1 1 0,0 0 0,0 0 0,0 0 0,0-1 0,0 1 0,0 0 0,1 0 0,-1 0 0,0 1 0,1-1 0,2-2 0,-1 2 0,-1 0 0,1 0 0,1 0 0,-1 1 0,0-1 0,0 1 0,0 0 0,1-1 0,-1 2 0,6-2 0,-1 1 0,0 0 0,0 1 0,0 0 0,0 1 0,-1-1 0,1 1 0,0 1 0,0 0 0,12 4 0,-10-1-273,-1-1 0,0 1 0,0 1 0,13 10 0,-9-6-6553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6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24575,'-2'8'0,"-2"4"0,-1 1 0,-1 1 0,1 0 0,1 0 0,2 0 0,3-1 0,1-2 0,4 1 0,0 0 0,-1-1-8191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6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24575,'0'-7'0,"0"-1"0,2 7 0,2 6 0,-1 4 0,2 6 0,0 3 0,-1 1 0,-1-3-8191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1:57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 24575,'-10'0'0,"-1"0"0,1 1 0,0 0 0,0 1 0,0 0 0,-16 6 0,23-7 0,1 0 0,-1 0 0,1 0 0,-1 1 0,1-1 0,0 1 0,0-1 0,-1 1 0,1 0 0,0 0 0,1 0 0,-1 0 0,0 0 0,0 0 0,1 0 0,0 0 0,-1 1 0,1-1 0,0 1 0,0-1 0,0 1 0,0-1 0,1 1 0,-1 0 0,1-1 0,-1 1 0,1 0 0,0-1 0,0 1 0,1 3 0,0 1 0,1 0 0,0 0 0,0 0 0,1 0 0,0 0 0,0-1 0,0 1 0,1-1 0,0 0 0,0 0 0,1 0 0,0-1 0,8 8 0,-5-4 0,1-2 0,1 1 0,-1-1 0,1-1 0,1 0 0,-1 0 0,19 7 0,-19-10 0,1 0 0,-1-1 0,1 0 0,0 0 0,0-2 0,0 1 0,-1-1 0,22-3 0,-11 0 0,0-2 0,0-1 0,31-12 0,-37 13-1365,-2 0-5461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04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2033 87 24575,'41'0'0,"273"12"0,-312-12 0,7 1 0,0 0 0,0 0 0,-1 1 0,13 5 0,-18-5 0,-8 0 0,-9-1 0,-96-12 0,42 2 0,-292-13-111,-2 19-665,326 3 774,-325-2-162,0-21 20,-138-11 1341,491 34-1197,-1 0 0,1 0 0,-1-1 0,1 0 0,0-1 0,-10-2 0,15 2 0,6 1 0,9 1 0,455 41-1156,-310-30 942,1076 38-3268,-1219-49 3893,-11-1-232,1 1 1,0-1-1,0 1 1,0 0-1,-1 1 1,1-1-1,0 1 1,0-1-1,-1 1 0,1 0 1,4 2-1,-8-2-154,0-1-1,0 0 0,0 0 0,0 0 1,0 0-1,0 0 0,0 1 0,0-1 1,0 0-1,0 0 0,0 0 0,0 0 1,0 0-1,0 1 0,0-1 0,-1 0 1,1 0-1,0 0 0,0 0 0,0 0 1,0 0-1,0 0 0,0 0 0,-1 1 1,1-1-1,0 0 0,0 0 0,0 0 1,0 0-1,0 0 0,-1 0 0,1 0 1,0 0-1,0 0 0,0 0 0,0 0 1,0 0-1,-1 0 0,1 0 0,0 0 1,0 0-1,-10 2 600,-19-1-407,0 0 1,-32-5-1,9 1-224,-626 2-1725,1 39 1771,145-22 1030,532-16-1081,-25-2 357,25 2-338,-1 0 0,1 0 1,-1 0-1,1 0 0,-1 0 0,1 0 1,-1 0-1,1-1 0,-1 1 1,1 0-1,-1 0 0,1 0 0,-1 0 1,1-1-1,-1 1 0,1 0 1,-1-1-1,1 1 0,-1 0 0,1-1 1,0 1-1,-1 0 0,1-1 1,0 1-1,-1-1 0,1 1 0,0 0 1,0-1-1,-1 1 0,1-1 1,0 1-1,0-1 0,0 1 1,0-1-1,0 1 0,-1-1 0,1 1 1,0-1-1,0 0 0,1 0-7,0 0 0,0 0 0,-1 0 0,1 0 0,0 0 0,0 1 0,0-1 0,0 0 0,0 1 0,0-1 0,0 0 0,0 1 0,0 0 0,0-1 0,0 1 0,1-1 0,-1 1 0,0 0 0,2 0 0,28-3 0,-25 3 0,388 6-86,-257 0-1053,967 3-1546,-861-16 2241,-236 7 461,-4 0 0,-1 0 1,1 0-1,0 0 0,0-1 1,-1 1-1,1-1 0,0 1 1,-1-1-1,1 0 1,2-1-1,-5 2 3,0-1 0,0 1 0,0 0 0,0 0 0,0 0 0,0 0 0,0 0 0,1-1 0,-1 1 0,0 0 0,0 0 0,0 0 0,0-1 0,0 1 0,0 0 0,0 0 0,0 0 0,0 0 0,0-1 0,0 1 0,0 0-1,-1 0 1,1 0 0,0 0 0,0-1 0,0 1 0,0 0 0,0 0 0,0 0 0,0 0 0,0 0 0,0-1 0,-1 1 0,1 0 0,0 0 0,0 0 0,0 0 0,0 0 0,0 0 0,-1 0 0,1 0 0,0-1 0,0 1 0,0 0 0,0 0 0,-1 0 0,1 0 0,0 0 0,0 0 0,-11-4 429,-23-6 201,0 3 0,-1 0 0,-60-2 0,64 7-552,-393-19-538,0 20-170,289 1 553,-279 17 57,233-6 0,26-8-1181,130-3-4722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4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2293 10 24575,'298'12'0,"-295"-12"0,18 1 0,0 1 0,0 1 0,27 8 0,-75-10 0,-202-18 0,-269-3-1542,412 18 692,-590 7 559,479 0 134,-11 2-648,-174 0 765,250-18 2722,105 8-1894,123 8-573,-54-2-304,485 38-1216,-323-27 388,509 24-520,-597-34 1668,518 9-1269,-623-13 1522,-8 1-296,0-1 0,1 0 0,-1 0 0,0 0 0,1 0 0,-1 0 1,0-1-1,0 1 0,1-1 0,-1 0 0,0 0 0,4-2 0,-7 2-148,0 1 0,-1 0 0,1 0 0,0-1-1,0 1 1,0 0 0,0 0 0,0-1 0,-1 1 0,1 0-1,0 0 1,0-1 0,0 1 0,-1 0 0,1 0 0,0 0-1,0-1 1,-1 1 0,1 0 0,0 0 0,-1 0 0,1 0 0,0 0-1,0-1 1,-1 1 0,1 0 0,0 0 0,-1 0 0,1 0-1,0 0 1,-1 0 0,1 0 0,0 0 0,0 0 0,-1 0-1,-14-2 153,-520-41-282,274 49-120,0 18 28,42-4 120,-357 2 62,531-22 53,-5 0 193,-85-10-1,75 4-245,184 9 0,23 0 0,283 13-1479,-301-13 380,619 1-1282,-183-3 1080,-257 13 3821,-349-14 1313,-31-2-3926,-1649-11-5187,920 41 3087,538-25 6867,245-3-10066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7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475 102 24575,'-72'-34'0,"10"3"0,46 24 0,-1 0 0,1 2 0,-1 0 0,0 1 0,-33-4 0,41 7 0,1 1 0,-1 0 0,0 1 0,1 0 0,-1 0 0,1 1 0,0 0 0,-1 1 0,1 0 0,0 0 0,1 0 0,-1 1 0,0 1 0,-6 4 0,7-4 0,0 1 0,1 0 0,-1 0 0,1 1 0,1-1 0,-1 1 0,1 0 0,1 1 0,-5 8 0,6-11 0,1 0 0,0 1 0,0-1 0,0 1 0,1-1 0,-1 1 0,1 0 0,1-1 0,-1 1 0,1 0 0,0-1 0,0 1 0,1 0 0,2 11 0,-1-13 0,0 0 0,0 0 0,0 0 0,0 0 0,1 0 0,0-1 0,0 1 0,0-1 0,0 0 0,0 1 0,1-1 0,-1-1 0,1 1 0,0-1 0,0 1 0,0-1 0,0 0 0,0 0 0,5 1 0,7 2 0,1 0 0,-1-1 0,30 3 0,-11-3 0,1-2 0,48-3 0,-80 0 0,-1 1 0,0 0 0,1-1 0,-1 0 0,0 0 0,0 0 0,1 0 0,-1 0 0,0-1 0,0 1 0,-1-1 0,1 0 0,0 0 0,4-4 0,-5 4 0,-1 0 0,1 0 0,-1 0 0,1 0 0,-1 0 0,0 0 0,0 0 0,0-1 0,-1 1 0,1 0 0,0-1 0,-1 1 0,1-1 0,-1 1 0,0-1 0,0 1 0,0 0 0,0-1 0,0 1 0,-2-5 0,-10-36 0,11 39 0,0 1 0,-1-1 0,1 1 0,-1-1 0,0 1 0,0 0 0,0 0 0,-1 0 0,-3-4 0,7 12 0,0 1 0,0-1 0,0 0 0,3 7 0,3 0-170,0 0-1,0 0 0,1 0 1,1-1-1,-1 0 0,2-1 1,19 17-1,-17-15-6655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7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24575,'1'0'0,"-1"0"0,0 0 0,1 0 0,-1 0 0,0-1 0,1 1 0,-1 0 0,1 0 0,-1 0 0,1 0 0,-1 0 0,0 0 0,1 0 0,-1 0 0,1 0 0,-1 0 0,0 0 0,1 0 0,-1 0 0,1 0 0,-1 1 0,0-1 0,1 0 0,-1 0 0,1 0 0,-1 1 0,0-1 0,1 0 0,-1 0 0,1 1 0,15 8 0,7 8 0,0 0 0,-2 1 0,28 30 0,0 0 0,-49-47 0,1 0 0,0-1 0,0 1 0,-1 0 0,1-1 0,0 1 0,0-1 0,0 1 0,0-1 0,0 1 0,0-1 0,0 1 0,0-1 0,0 0 0,0 0 0,0 1 0,2-1 0,-3 0 0,1-1 0,-1 1 0,1-1 0,-1 1 0,1 0 0,-1-1 0,0 1 0,1-1 0,-1 1 0,0-1 0,1 1 0,-1-1 0,0 0 0,0 1 0,1-1 0,-1 1 0,0-1 0,0 1 0,0-1 0,0 0 0,0 1 0,0-1 0,0 1 0,0-1 0,0 0 0,0 1 0,0-1 0,0 1 0,-1-1 0,1 1 0,0-2 0,-11-50 0,7 38 0,1 0 0,0-1 0,1 1 0,0-28 0,2 41 0,0 0 0,0 0 0,0 0 0,0 0 0,0 0 0,0 0 0,0 1 0,0-1 0,1 0 0,-1 0 0,0 0 0,1 0 0,-1 0 0,1 0 0,-1 0 0,1 0 0,-1 1 0,1-1 0,-1 0 0,1 0 0,0 1 0,0-1 0,-1 1 0,1-1 0,0 0 0,0 1 0,0-1 0,-1 1 0,1 0 0,0-1 0,0 1 0,1-1 0,0 1 0,0 0 0,0 1 0,0-1 0,0 0 0,0 1 0,0-1 0,0 1 0,0-1 0,0 1 0,-1 0 0,1 0 0,0 0 0,-1 0 0,1 0 0,1 1 0,97 86 0,-46-39 0,-45-40-1365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8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13 24575,'-1'-1'0,"1"1"0,0-1 0,-1 1 0,1-1 0,0 0 0,-1 0 0,1 1 0,0-1 0,0 0 0,0 1 0,0-1 0,0 0 0,0 0 0,0 1 0,0-2 0,3 2 0,1 7 0,8 20 0,-1 2 0,-2-1 0,0 1 0,5 41 0,-6-27 0,17 48 0,-22-84 0,7 22 0,14 29 0,-20-51 0,0 0 0,0 0 0,0 0 0,1 0 0,0-1 0,1 1 0,-1-1 0,1-1 0,8 7 0,-13-12-54,0 1-1,1 0 0,-1 0 1,1 0-1,-1-1 1,1 1-1,-1-1 0,1 1 1,-1-1-1,1 0 1,0 0-1,-1 1 0,1-1 1,0 0-1,-1-1 0,1 1 1,-1 0-1,1 0 1,0-1-1,-1 1 0,1-1 1,-1 1-1,1-1 1,2-1-1,6-4-6771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8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425 16 24575,'-30'-2'0,"-15"-1"0,-5-1 0,1 2 0,6 0 0,6 1 0,7 0 0,5 1 0,2 0 0,3 0 0,2 0 0,2 0 0,0 0 0,4 3 0,1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9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24575,'1'9'0,"0"1"0,0-1 0,0 0 0,1 0 0,1 1 0,-1-2 0,2 1 0,-1 0 0,8 13 0,1-3 0,0-1 0,1-1 0,15 18 0,-24-31-151,1 0-1,-1 1 0,1-1 0,-1 0 1,1-1-1,0 0 0,1 1 1,10 4-1,-4-4-6674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9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24575,'5'-3'0,"2"2"0,-1 4 0,-1 4 0,-1 2 0,-2 4 0,-1-2-8191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29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52 24575,'-9'-4'0,"-3"-4"0,-1 1 0,0 1 0,0 0 0,0 1 0,-1 0 0,-26-5 0,39 10 0,-1 0 0,1-1 0,-1 1 0,0 0 0,1 0 0,-1 0 0,0 1 0,1-1 0,-1 0 0,1 1 0,-1-1 0,0 1 0,1-1 0,-1 1 0,1 0 0,-3 1 0,3-1 0,0 0 0,1 0 0,-1 0 0,0 0 0,0 0 0,1 0 0,-1 0 0,0 0 0,1 0 0,-1 0 0,1 1 0,0-1 0,-1 0 0,1 0 0,0 1 0,0 1 0,0 2 0,0 0 0,1-1 0,-1 1 0,1 0 0,0-1 0,1 1 0,-1-1 0,1 1 0,0-1 0,2 4 0,3 4 0,1 0 0,0-1 0,1 0 0,15 14 0,43 34 0,6 4 0,-70-60 0,-1 0 0,1 0 0,-1 0 0,1 0 0,-1 1 0,0-1 0,0 1 0,1 4 0,-3-8 0,1 1 0,-1 0 0,0 0 0,0-1 0,0 1 0,0 0 0,0 0 0,0 0 0,0-1 0,0 1 0,0 0 0,0 0 0,0 0 0,-1-1 0,1 1 0,0 0 0,0 0 0,-1 0 0,0 0 0,0 0 0,0 0 0,1 0 0,-1-1 0,0 1 0,0 0 0,0-1 0,0 1 0,0-1 0,0 1 0,0-1 0,0 1 0,-1-1 0,1 0 0,0 0 0,-2 1 0,-11 0 0,0-1 0,0 0 0,1-1 0,-1 0 0,-22-5 0,-26-3 0,18 2-1365,31 4-5461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24575,'-1'0'0,"0"0"0,0 0 0,0 0 0,0 0 0,1 0 0,-1 0 0,0 1 0,0-1 0,0 0 0,0 1 0,0-1 0,1 0 0,-1 1 0,0-1 0,0 1 0,0-1 0,1 1 0,-1-1 0,0 1 0,1 0 0,-1-1 0,1 1 0,-1 0 0,0 0 0,0 1 0,1-1 0,-1 1 0,1 0 0,-1-1 0,1 1 0,0 0 0,0 0 0,0-1 0,0 1 0,0 0 0,0 3 0,1 1 0,1 1 0,0-1 0,0 1 0,0-1 0,5 9 0,-3-7 0,1-1 0,0 0 0,1 0 0,0 0 0,0 0 0,0-1 0,1 0 0,0 0 0,12 8 0,-16-13 0,0 1 0,0-1 0,0 0 0,1 1 0,-1-1 0,0-1 0,1 1 0,-1 0 0,0-1 0,1 0 0,-1 0 0,0 0 0,1 0 0,-1 0 0,1-1 0,-1 1 0,0-1 0,1 0 0,-1 0 0,0 0 0,0 0 0,0-1 0,0 1 0,0-1 0,0 0 0,0 0 0,-1 0 0,1 0 0,-1-1 0,1 1 0,-1-1 0,0 1 0,0-1 0,0 0 0,0 0 0,2-5 0,0-2 0,-1-1 0,0 1 0,1-19 0,0 4 0,-4 25 0,0 0 0,0-1 0,0 1 0,0 0 0,0 0 0,0 0 0,0 0 0,0 0 0,0-1 0,0 1 0,0 0 0,0 0 0,0 0 0,0 0 0,0 0 0,1-1 0,-1 1 0,0 0 0,0 0 0,0 0 0,0 0 0,0 0 0,0 0 0,0 0 0,0-1 0,0 1 0,0 0 0,1 0 0,-1 0 0,0 0 0,0 0 0,0 0 0,0 0 0,0 0 0,0 0 0,1 0 0,-1 0 0,0 0 0,0 0 0,0 0 0,0 0 0,0 0 0,1 0 0,-1 0 0,5 6 0,3 12 0,27 138 0,-10-40 0,-18-87 0,0 1 0,-2 1 0,-1-1 0,-1 1 0,-3 54 0,0-84 0,0 1 0,0-1 0,-1 1 0,1-1 0,0 0 0,-1 1 0,1-1 0,-1 0 0,1 1 0,-1-1 0,0 0 0,0 0 0,1 1 0,-1-1 0,0 0 0,0 0 0,0 0 0,0 0 0,0 0 0,-1 0 0,0 0 0,0 0 0,-1 0 0,1 0 0,0 0 0,-1-1 0,1 1 0,-1-1 0,1 1 0,-1-1 0,1 0 0,-1 0 0,-2 0 0,-5-2 0,0 0 0,0 0 0,1-1 0,-1 0 0,-9-4 0,7 1-227,0 0-1,0-1 1,0-1-1,1 0 1,-15-13-1,15 11-6598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0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24575,'1'6'0,"0"0"0,0 0 0,0 0 0,1 0 0,0 0 0,0 0 0,0-1 0,1 1 0,0-1 0,5 9 0,4 2 0,25 29 0,-31-38 0,3 4 0,1-1 0,0 0 0,15 11 0,-22-20 0,-1 1 0,0 0 0,1-1 0,-1 1 0,1-1 0,0 0 0,-1 0 0,1 0 0,0 0 0,0 0 0,-1-1 0,1 1 0,0-1 0,0 0 0,0 0 0,0 0 0,0 0 0,0 0 0,0-1 0,-1 1 0,1-1 0,4-1 0,-6 1 0,1 0 0,-1 1 0,0-1 0,1 0 0,-1 0 0,0-1 0,0 1 0,0 0 0,0 0 0,0 0 0,0-1 0,0 1 0,0-1 0,-1 1 0,1-1 0,0 1 0,-1-1 0,1 1 0,-1-2 0,2-5 0,-1 0 0,1-14 0,-1 3 0,9-88 0,-10 106 0,0 0 0,0 0 0,1 0 0,-1 0 0,0 0 0,0 0 0,0 0 0,1 0 0,-1 1 0,0-1 0,1 0 0,-1 0 0,1 0 0,-1 0 0,1 1 0,0-2 0,0 2 0,-1 0 0,0 0 0,1 0 0,-1 0 0,0 0 0,1 0 0,-1 0 0,0 0 0,1 0 0,-1 0 0,0 0 0,1 0 0,-1 0 0,0 0 0,1 0 0,-1 0 0,0 0 0,1 1 0,-1-1 0,0 0 0,0 0 0,1 0 0,-1 1 0,0-1 0,1 0 0,-1 0 0,0 1 0,1 0 0,3 4 0,0 1 0,0 1 0,3 7 0,-2-5 0,2 2 0,24 37 0,-28-44 0,0 0 0,1 0 0,-1 0 0,1-1 0,0 1 0,0-1 0,0 0 0,0-1 0,5 3 0,-8-4 0,0-1 0,0 1 0,0-1 0,0 0 0,0 1 0,0-1 0,0 0 0,0 0 0,0 0 0,0 1 0,0-1 0,0 0 0,0-1 0,0 1 0,0 0 0,0 0 0,0 0 0,0 0 0,0-1 0,0 1 0,0-1 0,-1 1 0,3-1 0,-2-1 0,1 1 0,-1 0 0,0-1 0,0 1 0,0-1 0,0 1 0,0-1 0,0 1 0,0-1 0,-1 0 0,1 0 0,0-1 0,1-6 0,0 1 0,-1-1 0,0 0 0,-1-10 0,0 11 0,0 3 0,-1 0 0,2 0 0,-1 0 0,0 0 0,2-6 0,-2 11 0,1-1 0,-1 0 0,0 1 0,0-1 0,1 0 0,-1 1 0,0-1 0,1 1 0,-1-1 0,0 0 0,1 1 0,-1-1 0,1 1 0,-1-1 0,1 1 0,-1-1 0,1 1 0,0 0 0,-1-1 0,1 1 0,0 0 0,-1-1 0,1 1 0,-1 0 0,1 0 0,0 0 0,0 0 0,-1-1 0,1 1 0,0 0 0,-1 0 0,1 0 0,0 0 0,-1 0 0,1 1 0,0-1 0,-1 0 0,1 0 0,0 0 0,-1 1 0,1-1 0,0 0 0,0 1 0,10 5 0,-1 0 0,1 1 0,-2 0 0,1 0 0,11 13 0,10 6 0,-23-20-95,37 32 322,-41-33-414,1-1 0,-1 1 0,-1 0 0,1 0-1,-1 0 1,0 1 0,4 7 0,-3-1-6639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1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24575,'2'1'0,"-1"0"0,1 0 0,-1-1 0,1 1 0,-1 0 0,0 1 0,1-1 0,-1 0 0,0 0 0,0 1 0,0-1 0,0 0 0,0 1 0,0-1 0,0 1 0,1 2 0,2 2 0,6 10 0,20 20 0,-25-30 0,0-1 0,1 0 0,0 0 0,-1-1 0,1 0 0,13 7 0,-18-10 0,0-1 0,0 1 0,0 0 0,0-1 0,1 0 0,-1 1 0,0-1 0,0 0 0,0 1 0,0-1 0,1 0 0,-1 0 0,0 0 0,0 0 0,1 0 0,-1 0 0,0 0 0,0-1 0,0 1 0,0 0 0,1-1 0,-1 1 0,0 0 0,0-1 0,0 0 0,0 1 0,0-1 0,0 0 0,0 1 0,0-1 0,0 0 0,0 0 0,-1 0 0,1 0 0,0 0 0,-1 0 0,1 0 0,0 0 0,-1 0 0,1 0 0,-1 0 0,1 0 0,-1 0 0,0-1 0,0 1 0,1-2 0,0-6 0,1-1 0,-2 0 0,1 0 0,-2-14 0,1 18 0,-8-49 0,10 55 0,5 6 0,6 8 0,-2-1 0,86 95 0,-90-102 0,-1-1 0,1 1 0,0-1 0,1 0 0,8 4 0,-13-8 0,0 1 0,0-1 0,0 1 0,0-1 0,0 0 0,1-1 0,-1 1 0,0 0 0,1-1 0,-1 0 0,1 0 0,-1 0 0,0 0 0,1 0 0,5-2 0,-7 1 0,0 0 0,0 0 0,0 0 0,0 0 0,-1 0 0,1-1 0,0 1 0,-1-1 0,1 1 0,-1-1 0,0 1 0,1-1 0,-1 0 0,0 0 0,0 0 0,0 0 0,0 1 0,0-1 0,-1-1 0,1 1 0,0-4 0,1-4 0,-1-1 0,0 0 0,-1-13 0,0 3 0,0 19 0,0 1 0,0 0 0,1-1 0,-1 1 0,0-1 0,0 1 0,1 0 0,-1-1 0,1 1 0,-1 0 0,1 0 0,0-1 0,-1 1 0,1 0 0,0 0 0,1-1 0,-1 1 0,-1 1 0,1-1 0,0 1 0,0-1 0,-1 1 0,1 0 0,0-1 0,0 1 0,0 0 0,-1 0 0,1 0 0,0 0 0,0 0 0,0 0 0,0 0 0,-1 0 0,1 0 0,0 0 0,1 0 0,2 1 0,-1 1 0,0-1 0,0 0 0,-1 1 0,1 0 0,0-1 0,0 1 0,-1 0 0,1 1 0,-1-1 0,4 5 0,3 6-1365,-1-1-5461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2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31 251 24575,'67'-63'0,"-58"53"0,0 0 0,-1-1 0,0 0 0,10-19 0,-16 27 0,-1 0 0,0 0 0,0 0 0,-1 0 0,1 0 0,-1 0 0,1 0 0,-1 0 0,0 0 0,0 0 0,0-1 0,-1 1 0,1 0 0,-1 0 0,1 0 0,-1 0 0,0 0 0,0 1 0,-1-1 0,1 0 0,-1 0 0,1 1 0,-4-5 0,2 3 0,0 1 0,1 0 0,-1 0 0,-1 0 0,1 0 0,0 0 0,-1 1 0,0 0 0,1-1 0,-1 1 0,0 1 0,0-1 0,0 0 0,0 1 0,0 0 0,-8-1 0,10 2 0,0 0 0,0 0 0,0 0 0,-1 0 0,1 0 0,0 1 0,0-1 0,0 1 0,0-1 0,0 1 0,0 0 0,0 0 0,0 0 0,0 0 0,1 0 0,-1 0 0,-2 2 0,2 0 0,-1 0 0,0 0 0,1 0 0,-1 0 0,1 0 0,0 1 0,0-1 0,-2 8 0,1-5 0,1 1 0,0 0 0,1 0 0,0 1 0,0-1 0,0 0 0,1 0 0,0 0 0,2 15 0,0-15 0,0 1 0,1-1 0,0 0 0,0 0 0,1 0 0,0 0 0,0-1 0,0 1 0,1-1 0,0 0 0,1-1 0,-1 1 0,1-1 0,0 0 0,0 0 0,11 5 0,-4-2 0,0-1 0,1 0 0,0-1 0,0-1 0,1 0 0,0-1 0,23 3 0,-23-5-1365,-2-1-5461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2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24575,'1'-1'0,"0"0"0,0 0 0,0 1 0,0-1 0,0 0 0,0 1 0,0-1 0,0 1 0,0-1 0,0 1 0,0 0 0,1-1 0,-1 1 0,0 0 0,0 0 0,0 0 0,0-1 0,1 1 0,-1 1 0,0-1 0,0 0 0,0 0 0,1 0 0,-1 1 0,0-1 0,0 0 0,0 1 0,0-1 0,0 1 0,0 0 0,0-1 0,0 1 0,0 0 0,0-1 0,0 1 0,0 0 0,0 0 0,-1 0 0,1 0 0,0 0 0,-1 0 0,1 0 0,0 0 0,-1 0 0,0 0 0,1 2 0,7 17 0,0 0 0,8 42 0,-2-6 0,10 17 0,2-1 0,4-2 0,65 113 0,-71-147-1365,-15-25-5461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2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91 24575,'-30'-12'0,"-12"-8"0,-2 1 0,4 3 0,6 5 0,7 3 0,5 4 0,7 5 0,3 2 0,3 3 0,4 3 0,2 3 0,2-1-8191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77 379 24575,'1'0'0,"-1"-1"0,0 1 0,1 0 0,-1-1 0,0 1 0,0 0 0,1-1 0,-1 1 0,0 0 0,0-1 0,0 1 0,1 0 0,-1-1 0,0 1 0,0-1 0,0 1 0,0-1 0,0 1 0,0 0 0,0-1 0,0 1 0,0-1 0,0 1 0,0-1 0,0 1 0,0 0 0,0-1 0,0 1 0,0-1 0,0 1 0,-1-1 0,-3-15 0,-1 1 0,0 1 0,-14-24 0,10 23 0,-11-32 0,16 34 0,0-1 0,1 0 0,0 0 0,1 0 0,1-1 0,0 1 0,1 0 0,1 0 0,0-1 0,1 1 0,3-15 0,-4 27 8,0 0-1,0-1 1,0 1-1,0 0 1,0 0-1,0 0 1,0 0-1,1 0 1,-1 0-1,1 0 1,0 0-1,0 1 1,-1-1-1,1 1 1,3-3-1,-4 4-64,1-1 0,-1 0 0,1 1 0,-1 0-1,1-1 1,-1 1 0,1 0 0,-1 0 0,1 0 0,-1 0 0,0 0 0,1 0-1,-1 0 1,1 0 0,-1 0 0,1 1 0,-1-1 0,1 1 0,-1-1 0,0 1 0,1 0-1,-1-1 1,0 1 0,1 0 0,1 2 0,7 5-6769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24575,'-2'2'0,"-2"4"0,1 3 0,0 3 0,4 1 0,1 2 0,3 0 0,1 0 0,2 1 0,-1-1 0,1-2 0,-1-1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24575,'5'7'0,"2"8"0,-1 4 0,0 3 0,-3-1-8191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 24575,'-4'0'0,"0"-1"0,0 1 0,0-1 0,0 1 0,0 1 0,0-1 0,0 0 0,0 1 0,0 0 0,0 0 0,0 0 0,1 1 0,-8 2 0,9-2 0,0-1 0,0 1 0,0-1 0,1 1 0,-1 0 0,0-1 0,1 1 0,-1 0 0,1 0 0,0 0 0,-1 0 0,1 0 0,0 1 0,1-1 0,-1 0 0,0 0 0,0 1 0,1-1 0,0 0 0,-1 1 0,1-1 0,0 1 0,0-1 0,1 5 0,0 3 0,1 0 0,0-1 0,1 1 0,0 0 0,1-1 0,-1 0 0,2 0 0,0 0 0,0 0 0,0-1 0,1 0 0,0 0 0,1 0 0,12 11 0,-8-9 0,1-1 0,0 1 0,0-2 0,1 0 0,0 0 0,1-2 0,0 1 0,0-2 0,16 5 0,-24-8-151,-1-1-1,1 0 0,-1 0 0,1-1 1,-1 1-1,1-1 0,0-1 1,8 0-1,-1-3-6674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39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11 105 24575,'0'0'0,"-1"0"0,1 0 0,-1 0 0,1 0 0,-1 1 0,1-1 0,-1 0 0,1 0 0,-1 1 0,1-1 0,-1 0 0,1 1 0,-1-1 0,1 1 0,0-1 0,-1 0 0,1 1 0,0-1 0,-1 1 0,1-1 0,0 1 0,-1-1 0,1 1 0,0-1 0,0 1 0,0-1 0,0 1 0,0-1 0,-1 1 0,1 0 0,0-1 0,0 1 0,0-1 0,1 2 0,1 19 0,3-3 0,1-1 0,1 0 0,16 29 0,-8-18 0,20 51 0,-22-48 0,0-1 0,30 46 0,-37-69 0,-7-13 0,-7-15 0,-15-21 0,2-1 0,2-2 0,2 1 0,-18-78 0,34 117 0,-18-99 0,8 52 0,11 52 0,0-1 0,0 1 0,0 0 0,0 0 0,0 0 0,0 0 0,0 0 0,0-1 0,0 1 0,0 0 0,0 0 0,0 0 0,0 0 0,0-1 0,0 1 0,0 0 0,0 0 0,0 0 0,0 0 0,0 0 0,0-1 0,0 1 0,0 0 0,0 0 0,0 0 0,0 0 0,1 0 0,-1 0 0,0-1 0,0 1 0,0 0 0,0 0 0,0 0 0,0 0 0,0 0 0,1 0 0,-1 0 0,0 0 0,0 0 0,0-1 0,0 1 0,7 5 0,3 8 0,9 19 0,43 52 0,-42-59 0,-7-9 0,0-1 0,1 0 0,0-1 0,18 14 0,-29-25 0,1-1 0,0 1 0,0-1 0,0 0 0,0 0 0,0 0 0,0 0 0,1-1 0,-1 1 0,1-1 0,-1-1 0,1 1 0,-1 0 0,1-1 0,-1 0 0,1 0 0,0 0 0,-1-1 0,1 0 0,-1 0 0,1 0 0,-1 0 0,7-3 0,-8 2 0,-1 1 0,1-1 0,0 0 0,-1 0 0,0 0 0,1 0 0,-1-1 0,0 1 0,0-1 0,0 1 0,-1-1 0,1 0 0,-1 1 0,1-1 0,1-5 0,1-5 0,0 0 0,2-19 0,-2 13 0,2-16 0,-6 27 0,1 0 0,0 1 0,1-1 0,-1 0 0,2 1 0,-1-1 0,1 1 0,5-10 0,-8 16 0,1 1 0,-1-1 0,1 1 0,-1-1 0,0 1 0,1 0 0,-1-1 0,1 1 0,-1 0 0,1-1 0,-1 1 0,1 0 0,-1 0 0,1-1 0,-1 1 0,1 0 0,-1 0 0,1 0 0,0 0 0,-1 0 0,1 0 0,-1 0 0,1 0 0,-1 0 0,1 0 0,0 0 0,-1 0 0,1 0 0,-1 0 0,1 1 0,-1-1 0,1 0 0,-1 0 0,1 1 0,-1-1 0,1 0 0,-1 1 0,1-1 0,-1 0 0,1 1 0,-1-1 0,0 1 0,1-1 0,-1 1 0,0-1 0,1 1 0,16 25 0,-16-25 0,48 101 0,-31-62 0,37 62 0,81 87 0,-131-183-273,0 2 0,0-1 0,0 0 0,5 14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0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163 269 24575,'40'-24'0,"-18"11"0,39-29 0,-58 41 0,-1-1 0,0 0 0,0 0 0,0 0 0,0 0 0,-1-1 0,1 1 0,-1 0 0,1-1 0,-1 1 0,0-1 0,0 1 0,0-1 0,0 0 0,1-3 0,-2 3 0,0 1 0,0-1 0,0 0 0,-1 1 0,1-1 0,-1 1 0,1-1 0,-1 1 0,0-1 0,0 1 0,0 0 0,0-1 0,0 1 0,-1 0 0,1 0 0,-3-4 0,-4-3 0,-1-1 0,0 2 0,0-1 0,-1 1 0,0 0 0,0 1 0,-1 0 0,-13-6 0,14 9 0,1 0 0,-1 0 0,0 1 0,0 0 0,0 1 0,0 0 0,0 0 0,-1 1 0,1 1 0,-15 0 0,22 0 0,0 1 0,-1 0 0,1-1 0,0 1 0,0 0 0,0 0 0,0 1 0,0-1 0,0 1 0,0-1 0,0 1 0,0 0 0,1 0 0,-1 0 0,1 1 0,0-1 0,-1 1 0,1-1 0,0 1 0,0-1 0,1 1 0,-1 0 0,1 0 0,-1 0 0,1 0 0,0 0 0,0 1 0,0-1 0,0 0 0,0 5 0,0 0 0,1 0 0,0 0 0,0 0 0,0 0 0,1 0 0,0 0 0,0 0 0,1 0 0,0 0 0,1-1 0,5 13 0,-1-9 0,0 0 0,1 0 0,0-1 0,0 0 0,1 0 0,0-1 0,1 0 0,0-1 0,1 0 0,0-1 0,16 10 0,-1-4 0,1-1 0,0-1 0,1-2 0,31 8 0,15-4 0,-66-12 0,1 0 0,0-1 0,0 0 0,-1 0 0,1-1 0,13-3 0,-17 2-62,-1 0 0,0 0 0,1-1 0,-1 1 0,0-1 0,0 0 0,0 0 0,-1 0 0,1 0 0,-1-1 0,0 0 0,0 0-1,0 0 1,0 0 0,-1 0 0,1 0 0,-1-1 0,0 1 0,-1-1 0,1 1 0,1-10 0,0 1-6764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23 191 24575,'-3'-6'0,"0"3"0,1-1 0,0 0 0,0 1 0,0-1 0,0 0 0,0 0 0,1 0 0,0 0 0,-1-5 0,5 11 0,0 0 0,-1-1 0,1 1 0,0 0 0,4 5 0,39 36 0,103 72 0,-147-114 0,3 3 0,0-1 0,0 1 0,0-1 0,1 0 0,-1-1 0,12 4 0,-17-6 0,1 0 0,-1 0 0,1 0 0,-1 0 0,1 0 0,-1 0 0,0 0 0,1-1 0,-1 1 0,0 0 0,1 0 0,-1 0 0,1-1 0,-1 1 0,0 0 0,1 0 0,-1-1 0,0 1 0,0 0 0,1-1 0,-1 1 0,0 0 0,0-1 0,1 1 0,-1-1 0,0 1 0,0 0 0,0-1 0,0 1 0,0-1 0,1 1 0,-1 0 0,0-1 0,0 1 0,0-1 0,0-18 0,0 15 0,-3-264 0,3 267 0,-1-23 0,1 23 0,0 1 0,-1-1 0,1 0 0,0 1 0,0-1 0,0 0 0,0 1 0,0-1 0,-1 1 0,1-1 0,0 0 0,-1 1 0,1-1 0,0 1 0,-1-1 0,1 1 0,0-1 0,-1 1 0,1-1 0,-1 1 0,1-1 0,-1 1 0,0 0 0,1-1 0,-1 1 0,1 0 0,-1-1 0,1 1 0,-1 0 0,0 0 0,0 0 0,0 0 3,1 0 1,-1 0-1,1 0 0,-1 0 0,1 1 1,-1-1-1,1 0 0,-1 0 0,1 1 0,0-1 1,-1 0-1,1 1 0,-1-1 0,1 0 0,0 1 1,-1-1-1,1 1 0,0-1 0,0 0 1,-1 1-1,1-1 0,0 1 0,-1 0 0,-2 13-1099,3-13 750,-2 11-6480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1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73 271 24575,'7'-12'0,"0"0"0,-1-1 0,0 1 0,-1-1 0,0 0 0,4-22 0,-8 27 0,0 0 0,0 1 0,-1-1 0,0 0 0,0 0 0,-1 1 0,0-1 0,0 0 0,0 1 0,-1-1 0,-1 1 0,1 0 0,-6-10 0,6 12 0,-1 0 0,0 0 0,0 0 0,-1 0 0,-7-8 0,10 12 0,1 1 0,-1-1 0,0 1 0,0-1 0,1 1 0,-1-1 0,0 1 0,0-1 0,0 1 0,1 0 0,-1 0 0,0-1 0,0 1 0,0 0 0,0 0 0,0 0 0,0 0 0,-1 0 0,1 0 0,-1 1 0,1-1 0,0 1 0,0 0 0,0-1 0,0 1 0,0 0 0,0 0 0,0-1 0,0 1 0,0 0 0,0 0 0,0 0 0,0 0 0,1 0 0,-1 1 0,0 0 0,-4 8 0,0-1 0,1 1 0,0 0 0,1 1 0,-3 11 0,-6 55 0,12-74 0,-1 1 0,1 0 0,-1 0 0,1 0 0,0 0 0,1 0 0,-1 0 0,1 0 0,0 0 0,0 0 0,0-1 0,0 1 0,1 0 0,0 0 0,-1-1 0,1 1 0,1-1 0,3 6 0,-2-5 0,0 0 0,1 0 0,-1 0 0,1-1 0,-1 0 0,1 0 0,0 0 0,1-1 0,-1 1 0,0-1 0,11 3 0,16 1 0,-1 0 0,1-2 0,0-1 0,0-2 0,44-4 0,-65 3 30,0-1 0,-1-1 0,18-5 0,-24 6-136,-1 0 0,1 0 0,-1-1 0,0 0 0,1 0 0,-1 0-1,0 0 1,0 0 0,0 0 0,0-1 0,-1 0 0,1 1 0,3-7 0,1-2-6720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41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99 24575,'-1'0'0,"1"1"0,-1 0 0,1-1 0,-1 1 0,1-1 0,-1 1 0,1 0 0,0-1 0,-1 1 0,1 0 0,0 0 0,0-1 0,0 1 0,-1 0 0,1 0 0,0-1 0,0 1 0,0 0 0,0 0 0,0 0 0,0 1 0,1-1 0,0 1 0,-1 0 0,1 0 0,0-1 0,-1 1 0,1-1 0,0 1 0,0-1 0,2 2 0,3 4 0,0-1 0,1 0 0,7 5 0,-9-8 0,11 10 0,-9-7 0,0 0 0,1 0 0,0-1 0,0 0 0,0 0 0,0-1 0,1 0 0,10 3 0,-18-6 0,0-1 0,0 0 0,1 0 0,-1 0 0,0 0 0,0 0 0,1 0 0,-1 0 0,0 0 0,0-1 0,1 1 0,-1 0 0,0-1 0,0 1 0,0-1 0,1 1 0,-1-1 0,0 0 0,2-1 0,-2 1 0,1-1 0,0 0 0,-1 0 0,1 0 0,-1 0 0,1-1 0,-1 1 0,0 0 0,1-4 0,1-2 0,-1-1 0,0 0 0,0 1 0,1-17 0,-3-8 0,1-16 0,-1 44 0,1 0 0,0 0 0,0 0 0,0 1 0,1-1 0,0 0 0,3-6 0,-5 11 0,1-1 0,-1 0 0,1 0 0,-1 1 0,1-1 0,-1 0 0,1 1 0,0-1 0,0 1 0,-1-1 0,1 1 0,0-1 0,0 1 0,-1-1 0,1 1 0,0 0 0,0-1 0,0 1 0,0 0 0,0 0 0,-1 0 0,1 0 0,0 0 0,0 0 0,0 0 0,0 0 0,0 0 0,0 0 0,0 0 0,0 0 0,-1 1 0,1-1 0,0 0 0,0 1 0,0-1 0,-1 1 0,1-1 0,1 1 0,4 4 0,0-1 0,0 0 0,9 10 0,-8-8 0,46 43 0,94 82 0,-136-123-116,2 3-509,19 21 1,-24-23-6202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1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1199 90 24575,'74'-18'0,"0"4"0,130-8 0,153 16 0,-276 6 0,349 16-602,77-1 618,-580-25 570,67 10-594,-486-34-735,-1 17-1578,-179 33 2443,48 0-1555,381-17 704,-27 1 3906,264 0-2877,0 0 1,-1-1-1,1 1 0,-1-1 1,-10-3-1,17 4-297,0 0 0,0 0-1,0 0 1,0 0 0,0 0 0,-1 0-1,1 0 1,0 0 0,0 0 0,0 0 0,0 0-1,0 0 1,-1 0 0,1 0 0,0 0 0,0 0-1,0 0 1,0 0 0,0-1 0,0 1-1,-1 0 1,1 0 0,0 0 0,0 0 0,0 0-1,0 0 1,0 0 0,0 0 0,0-1 0,0 1-1,-1 0 1,1 0 0,0 0 0,0 0-1,0 0 1,0-1 0,0 1 0,0 0 0,0 0-1,0 0 1,0 0 0,0 0 0,0-1 0,0 1-1,8-3 18,13 2-32,132 12 12,-63-3 0,1391 86-3240,-1362-88 3076,270 8-530,-382-14 874,0 0 32,0 0-1,0 0 1,-1-1 0,8-1 0,-9-1 1117,-9-1-695,-11-1 56,-53-10-743,-104-10-1,-71 10-549,-352 22-634,2 39 298,545-42 865,-374 8 2474,415-12-2230,5 0-128,0-1 1,0 1-1,-1 0 1,1 0 0,0 0-1,-1 1 1,1-1 0,0 0-1,0 1 1,-1-1-1,1 1 1,0 0 0,-4 2-1,6-3-42,0 0 0,0 0 0,0 1 0,0-1 0,0 0 0,1 0 0,-1 1 0,0-1 0,0 0 0,0 0 0,0 0 0,0 1 0,0-1 0,0 0 0,1 0 0,-1 0 0,0 1 0,0-1 0,0 0 0,1 0 0,-1 0 0,0 0 0,0 0 0,0 0 0,1 1 0,-1-1 0,0 0 0,0 0 0,0 0 0,1 0 0,-1 0 0,0 0 0,0 0 0,1 0 0,-1 0 0,0 0 0,0 0 0,1 0 0,-1 0 0,12 2 0,41 2 0,68-5 0,-44 0 0,-58 0 0,-9 1 0,-1 0 0,14 1 0,-23-1 0,0 0 0,0 0 0,0 0 0,1 0 0,-1 0 0,0 0 0,0 0 0,0 0 0,0 0 0,0 0 0,1 0 0,-1 0 0,0 0 0,0 0 0,0 0 0,0 0 0,1 0 0,-1 0 0,0 0 0,0 0 0,0 0 0,0 0 0,0 0 0,1 0 0,-1 0 0,0 1 0,0-1 0,0 0 0,0 0 0,0 0 0,0 0 0,0 0 0,0 0 0,0 1 0,1-1 0,-1 0 0,0 0 0,0 0 0,0 0 0,0 0 0,0 1 0,0-1 0,0 0 0,0 0 0,-7 4 0,-14 2 0,-51-4-1365,56-2-5461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3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160 325 24575,'0'0'0,"-1"0"0,1 0 0,0-1 0,0 1 0,-1 0 0,1 0 0,0-1 0,-1 1 0,1 0 0,0 0 0,-1 0 0,1-1 0,-1 1 0,1 0 0,0 0 0,-1 0 0,1 0 0,0 0 0,-1 0 0,1 0 0,-1 0 0,1 0 0,0 0 0,-1 0 0,1 0 0,-1 0 0,1 0 0,0 1 0,-1-1 0,1 0 0,0 0 0,-1 0 0,1 0 0,-1 1 0,1 0 0,0 1 0,0-1 0,0 1 0,0-1 0,1 0 0,-1 1 0,0-1 0,1 0 0,-1 0 0,2 2 0,9 23 0,1-1 0,23 35 0,5 9 0,13 28 0,-161-301 0,-15-33 0,101 187 0,-21-43 0,38 87 0,5 13 0,7 14 0,-1-7 0,2 0 0,0 0 0,0-1 0,1 0 0,1-1 0,0 0 0,0-1 0,21 18 0,-15-16 0,1-1 0,0 0 0,1-2 0,0 1 0,1-2 0,21 7 0,17 2 0,-51-17 0,-1 0 0,1 0 0,-1 0 0,1-1 0,-1 0 0,1 0 0,-1 0 0,9-2 0,-12 1 0,1 0 0,-1 0 0,0 1 0,0-1 0,0 0 0,0-1 0,-1 1 0,1 0 0,0-1 0,0 1 0,-1-1 0,1 1 0,-1-1 0,1 0 0,1-2 0,-1 0 0,0 0 0,0 0 0,-1 0 0,1 0 0,-1 0 0,0 0 0,1-7 0,-1-2 0,0 0 0,-1 0 0,-1-1 0,-2-15 0,-11-36 0,0-2 0,14 66 0,0 0 0,0 1 0,0-1 0,0 0 0,-1 1 0,1-1 0,0 0 0,0 0 0,0 1 0,1-1 0,-1 0 0,0 1 0,0-1 0,0 0 0,0 1 0,1-1 0,0-1 0,-1 2 0,0 0 0,1 0 0,-1 0 0,0 0 0,0 0 0,1 0 0,-1 0 0,0 0 0,1 0 0,-1 0 0,0 0 0,1 0 0,-1 1 0,0-1 0,1 0 0,-1 0 0,0 0 0,0 0 0,1 0 0,-1 1 0,0-1 0,0 0 0,1 0 0,-1 0 0,0 1 0,0-1 0,19 24 0,-17-22 0,85 135 0,-24-34 0,-27-53 0,60 62 0,-59-71 0,-28-30-1365,-3-2-5461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4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23 24575,'0'-1'0,"0"0"0,1 0 0,-1-1 0,1 1 0,-1 0 0,1 0 0,-1 0 0,1 0 0,0 0 0,0 0 0,-1 0 0,1 0 0,0 0 0,0 0 0,0 0 0,0 1 0,0-1 0,0 0 0,0 1 0,0-1 0,1 0 0,-1 1 0,2-1 0,-1 1 0,0 0 0,0 0 0,0 0 0,0 0 0,0 0 0,0 1 0,0-1 0,0 1 0,0-1 0,0 1 0,0 0 0,0 0 0,1 1 0,5 3 0,0 0 0,0 0 0,-1 1 0,1 1 0,5 6 0,-3-1 0,0-1 0,10 16 0,-17-23 0,-1 1 0,1-1 0,-1 1 0,0 0 0,0 0 0,0 0 0,-1 0 0,0 0 0,2 10 0,-3-14 0,0 0 0,0 1 0,-1-1 0,1 1 0,0-1 0,0 0 0,-1 1 0,1-1 0,-1 0 0,1 1 0,-1-1 0,1 0 0,-1 1 0,0-1 0,0 0 0,1 0 0,-1 0 0,0 0 0,-2 2 0,0-1 0,1-1 0,-1 1 0,0-1 0,1 1 0,-1-1 0,0 0 0,0 0 0,-5 1 0,-3 0 0,-1 0 0,1-1 0,-22-1 0,0-2 0,-62-12 0,78 11 0,1-2 0,0 0 0,0 0 0,0-2 0,-23-13 0,37 20 0,1-1 0,0 0 0,-1 1 0,1-1 0,0 0 0,0 0 0,-1 0 0,1 0 0,0 0 0,0-1 0,0 1 0,0 0 0,0 0 0,1-1 0,-1 1 0,0 0 0,1-1 0,-1 1 0,1-1 0,-1 1 0,1-1 0,-1 1 0,1-3 0,0 2 0,1 0 0,0 0 0,-1 0 0,1 0 0,0 0 0,0 1 0,0-1 0,0 0 0,0 0 0,0 1 0,1-1 0,-1 1 0,0 0 0,1-1 0,-1 1 0,1 0 0,3-2 0,8-6 0,0 2 0,0-1 0,1 2 0,0 0 0,0 1 0,1 0 0,0 1 0,25-4 0,6-1-1365,-34 6-5461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5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268 472 24575,'-41'-24'0,"-24"-12"0,55 31 0,1 2 0,0-1 0,-1 1 0,0 0 0,-11-1 0,19 3 0,-1 1 0,0 0 0,1-1 0,-1 1 0,1 0 0,-1 1 0,1-1 0,-1 0 0,1 1 0,-1-1 0,1 1 0,-1 0 0,1 0 0,-1 0 0,1 0 0,0 0 0,0 0 0,-1 1 0,-2 2 0,3-1 0,0-1 0,1 0 0,-1 0 0,1 1 0,0-1 0,0 1 0,0-1 0,0 1 0,0-1 0,1 1 0,-1-1 0,1 1 0,0 0 0,0-1 0,-1 1 0,2 0 0,-1-1 0,1 5 0,0-1 0,0 0 0,1 0 0,0 0 0,0 0 0,0-1 0,1 1 0,-1-1 0,1 0 0,1 1 0,-1-1 0,1-1 0,0 1 0,0-1 0,0 1 0,1-1 0,-1 0 0,1-1 0,5 4 0,4 1 0,-1 0 0,1-1 0,1-1 0,-1-1 0,30 8 0,-42-12 0,0-1 0,0 1 0,0-1 0,0 0 0,0 1 0,0-1 0,0 0 0,1 0 0,-1 0 0,0-1 0,0 1 0,0-1 0,0 1 0,0-1 0,0 1 0,0-1 0,0 0 0,0 0 0,3-2 0,-4 1 0,1 1 0,-1-1 0,0 0 0,1 0 0,-1 0 0,0 0 0,0 0 0,0 0 0,0 0 0,-1 0 0,1 0 0,0 0 0,-1-1 0,0 1 0,1 0 0,-1 0 0,0-1 0,0-2 0,-1-4 0,0-1 0,0 1 0,-1 0 0,0 0 0,-1 0 0,-4-13 0,-29-51 0,17 36 0,-76-143 0,15 30 0,64 116 0,16 34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0 0,0 0 0,0 0 0,0 0 0,0 0 0,0 0 0,0 0 0,-1 9 0,3 12 0,11 35 0,3-1 0,33 79 0,-48-130 0,9 20 60,25 44 0,-29-58-272,1 1 0,0-1 0,1-1-1,0 1 1,1-1 0,10 8 0,-10-11-6614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5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214 460 24575,'-18'-12'0,"-58"-34"0,63 39 0,-1 0 0,0 1 0,-24-7 0,37 13 0,-1-1 0,1 1 0,0 0 0,-1-1 0,1 1 0,-1 0 0,1 0 0,0 0 0,-1 0 0,1 0 0,-1 0 0,1 0 0,-1 1 0,1-1 0,0 1 0,-1-1 0,1 0 0,0 1 0,-1 0 0,1-1 0,0 1 0,0 0 0,-2 1 0,2 0 0,0-1 0,0 1 0,1-1 0,-1 1 0,0-1 0,1 1 0,-1 0 0,1-1 0,0 1 0,-1 0 0,1-1 0,0 1 0,0 0 0,0-1 0,0 1 0,0 0 0,1-1 0,-1 1 0,1 2 0,2 5 0,-1-1 0,2 1 0,-1-1 0,1 1 0,0-1 0,1 0 0,0-1 0,0 1 0,1-1 0,0 0 0,0 0 0,0-1 0,1 0 0,0 0 0,0-1 0,10 6 0,-7-5 0,0 0 0,0-1 0,1-1 0,0 1 0,0-2 0,0 0 0,0 0 0,1-1 0,-1 0 0,1-1 0,-1 0 0,17-1 0,-25-1 0,-1 1 0,1 0 0,-1 0 0,0-1 0,1 0 0,-1 1 0,0-1 0,0 0 0,0 0 0,1 0 0,-1 0 0,0-1 0,0 1 0,0 0 0,-1-1 0,1 0 0,0 1 0,0-1 0,-1 0 0,1 0 0,-1 0 0,0 0 0,0 0 0,1 0 0,-1 0 0,0 0 0,-1-1 0,1 1 0,0 0 0,-1 0 0,1-1 0,-1-4 0,1-2 0,-1-1 0,-1 0 0,1 1 0,-2-1 0,1 1 0,-6-19 0,-8-15 0,-28-60 0,-29-37 0,36 72 0,27 50 0,4 7 0,0 1 0,-1 0 0,0 1 0,-12-16 0,18 25 0,-1-1 0,1 1 0,0 0 0,0 0 0,-1-1 0,1 1 0,0 0 0,0 0 0,-1 0 0,1-1 0,0 1 0,-1 0 0,1 0 0,0 0 0,-1 0 0,1-1 0,0 1 0,-1 0 0,1 0 0,0 0 0,-1 0 0,1 0 0,0 0 0,-1 0 0,1 0 0,0 0 0,-1 0 0,1 0 0,0 0 0,-1 1 0,-5 8 0,2 18 0,4-5 0,2 0 0,0 0 0,1 0 0,1 0 0,1-1 0,1 0 0,1 1 0,12 23 0,-4-13 0,2-2 0,1 1 0,1-2 0,34 40 0,-18-33 59,-23-24-534,0 0 1,13 18-1,-17-18-6351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7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323 137 24575,'-111'-71'0,"84"56"0,0 1 0,-37-13 0,59 25 0,0 0 0,1 1 0,-1 0 0,0 0 0,0 0 0,0 0 0,-10 1 0,14 0 0,-1 0 0,0 1 0,1-1 0,-1 1 0,0-1 0,1 1 0,-1 0 0,1-1 0,-1 1 0,1 0 0,0 0 0,-1 0 0,1 0 0,0 0 0,0 0 0,0 1 0,-1-1 0,1 0 0,0 1 0,1-1 0,-1 0 0,0 1 0,0-1 0,1 1 0,-1 0 0,0 2 0,-2 4 0,1 1 0,0 0 0,0-1 0,1 1 0,0 0 0,1 0 0,0 0 0,0 0 0,1 0 0,0 0 0,3 9 0,-2-12 0,0 1 0,0-1 0,1 1 0,0-1 0,1 0 0,-1 0 0,1 0 0,0-1 0,0 1 0,1-1 0,0 0 0,0 0 0,0-1 0,11 8 0,-8-7 0,1 0 0,0-1 0,-1 0 0,1-1 0,1 0 0,-1 0 0,0-1 0,13 2 0,-5-3 0,0 0 0,0 0 0,31-5 0,-46 4 0,0 0 0,0-1 0,1 0 0,-1 1 0,0-1 0,0 0 0,-1 0 0,1 0 0,0 0 0,0 0 0,0-1 0,-1 1 0,1 0 0,0-1 0,-1 1 0,0-1 0,1 0 0,-1 1 0,0-1 0,0 0 0,0 0 0,0 0 0,0 0 0,0 0 0,0 0 0,-1 0 0,1 0 0,-1 0 0,0 0 0,1-4 0,0-2 0,-1-1 0,0 0 0,0 1 0,-1-1 0,0 1 0,-3-11 0,1-2 0,3 20 0,0 1 0,0 0 0,0 0 0,0 0 0,0 0 0,0 0 0,0 0 0,0 0 0,0-1 0,0 1 0,0 0 0,0 0 0,0 0 0,0 0 0,0 0 0,0 0 0,0 0 0,0 0 0,1-1 0,-1 1 0,0 0 0,0 0 0,0 0 0,0 0 0,0 0 0,0 0 0,0 0 0,0 0 0,1 0 0,-1 0 0,0 0 0,0 0 0,0 0 0,0 0 0,0 0 0,0 0 0,0 0 0,1 0 0,-1 0 0,0 0 0,0 0 0,0 0 0,0 0 0,10 8 0,8 13 0,2-1 0,1-1 0,0 0 0,1-1 0,34 20 0,-55-38-50,-1 0-1,0 1 1,1-1-1,-1 0 0,0 0 1,1 1-1,-1-1 1,1 0-1,-1 0 1,0 0-1,1 0 0,-1 0 1,1 0-1,-1 0 1,1 1-1,-1-1 1,1-1-1,-1 1 0,0 0 1,1 0-1,-1 0 1,1 0-1,-1 0 1,1 0-1,-1 0 1,1-1-1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8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24575,'1'3'0,"-1"0"0,1-1 0,-1 1 0,1 0 0,0-1 0,0 1 0,0-1 0,0 1 0,1-1 0,-1 0 0,1 1 0,-1-1 0,1 0 0,0 0 0,0 0 0,0 0 0,0 0 0,0-1 0,0 1 0,1 0 0,-1-1 0,4 2 0,0 0 0,1 0 0,0 0 0,-1 0 0,1-1 0,0 0 0,0-1 0,11 2 0,-17-3 0,1 0 0,-1 1 0,1-1 0,-1 0 0,1 0 0,0 0 0,-1-1 0,1 1 0,-1 0 0,1-1 0,-1 1 0,1-1 0,-1 1 0,1-1 0,-1 1 0,0-1 0,1 0 0,-1 0 0,0 0 0,0 0 0,1 0 0,-1 0 0,0 0 0,0 0 0,0-1 0,0 1 0,1-2 0,0-2 0,-1 0 0,1 0 0,-1 0 0,0 0 0,-1 0 0,1-10 0,0 8 0,-1 6 0,-1 1 0,1-1 0,0 0 0,0 0 0,0 0 0,1 0 0,-1 1 0,0-1 0,0 0 0,0 0 0,1 0 0,-1 1 0,0-1 0,1 0 0,-1 0 0,0 1 0,1-1 0,-1 0 0,1 1 0,0-1 0,-1 0 0,1 1 0,-1-1 0,1 1 0,0-1 0,-1 1 0,1-1 0,0 1 0,0 0 0,-1-1 0,1 1 0,0 0 0,0 0 0,0-1 0,-1 1 0,1 0 0,0 0 0,0 0 0,0 0 0,0 0 0,-1 0 0,1 0 0,0 0 0,0 0 0,0 1 0,-1-1 0,1 0 0,0 0 0,0 1 0,-1-1 0,2 1 0,6 3 0,-1-1 0,0 2 0,0-1 0,7 6 0,-11-7 0,126 79 0,-96-63 0,-28-16-119,-3-1-6,1-1 1,0 1-1,0-1 1,-1 1-1,1-1 0,0 0 1,0 0-1,0 0 1,6 0-1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8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24575,'0'0'0,"0"0"0,0 0 0,0 1 0,-1-1 0,1 0 0,0 0 0,0 0 0,0 0 0,-1 0 0,1 0 0,0 1 0,0-1 0,0 0 0,0 0 0,0 0 0,-1 0 0,1 1 0,0-1 0,0 0 0,0 0 0,0 0 0,0 1 0,0-1 0,0 0 0,0 0 0,0 0 0,0 1 0,0-1 0,0 0 0,0 0 0,0 0 0,0 1 0,0-1 0,0 0 0,0 0 0,0 0 0,0 1 0,0-1 0,3 12 0,-3-10 0,11 32 0,27 61 0,-5-15 0,24 54 114,3 6-1593,-56-127-5347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8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16 24575,'-28'-3'0,"-11"0"0,-2 0 0,4 0 0,5 1 0,6 1 0,5 1 0,3 0 0,5 2 0,2 1 0,3 3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24575,'0'20'0,"2"7"0,4 1 0,3-2 0,0-2 0,1-4 0,2-4 0,0-5 0,-1-3 0,0-1 0,1-3 0,-2-2-8191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9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24575,'2'8'0,"2"4"0,-1 1-8191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2:59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27 24575,'-11'-5'0,"-2"-1"0,-22-6 0,33 11 0,-1 0 0,0 0 0,0 1 0,0-1 0,0 1 0,0 0 0,0 0 0,0 0 0,0 0 0,0 1 0,0-1 0,0 1 0,-5 1 0,7-1 0,-1 0 0,1 0 0,0 0 0,-1 0 0,1 1 0,0-1 0,0 0 0,0 0 0,0 1 0,0-1 0,0 1 0,0-1 0,1 1 0,-1-1 0,0 1 0,1-1 0,-1 1 0,1 0 0,0-1 0,-1 1 0,1 0 0,0 2 0,0 5 0,0 1 0,2 17 0,0-12 0,-2-10 0,1-1 0,-1 1 0,1 0 0,1 0 0,-1-1 0,1 1 0,-1-1 0,1 1 0,1-1 0,3 7 0,1-2 0,1 1 0,16 14 0,1 1 0,-23-23 0,-1-1 0,0 1 0,1-1 0,-1 1 0,0-1 0,0 1 0,0 0 0,0 0 0,0-1 0,0 1 0,-1 0 0,1 0 0,-1 0 0,1 0 0,-1 0 0,0 0 0,0 0 0,1 0 0,-2 0 0,1 3 0,-1-4 0,1 1 0,-1-1 0,0 1 0,0-1 0,0 1 0,0-1 0,0 0 0,0 1 0,0-1 0,0 0 0,0 0 0,-1 0 0,1 0 0,-1 0 0,1 0 0,0 0 0,-1 0 0,0-1 0,1 1 0,-1-1 0,1 1 0,-1-1 0,0 1 0,-1-1 0,-15 3 0,0-2 0,0 0 0,-36-3 0,12 1 0,37 1-91,0 0 0,0-1 0,0 1 0,-1-1 0,1 0 0,0 0 0,0-1 0,1 1 0,-1-1 0,0 0 0,0 0 0,1-1 0,0 1 0,-8-7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0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24575,'0'5'0,"1"0"0,0 0 0,0 0 0,0 0 0,1 0 0,0 0 0,0 0 0,0-1 0,0 1 0,1 0 0,0-1 0,0 0 0,0 0 0,0 0 0,1 0 0,-1 0 0,1-1 0,5 4 0,6 4 0,1 0 0,0-1 0,26 13 0,-31-19 0,0 0 0,0 0 0,0-1 0,0-1 0,1 0 0,-1 0 0,1-1 0,0 0 0,-1-1 0,16-2 0,-24 1 0,-1 1 0,1 0 0,-1-1 0,1 1 0,-1-1 0,0 0 0,1 0 0,-1 0 0,0 0 0,1-1 0,-1 1 0,0 0 0,0-1 0,0 0 0,0 1 0,-1-1 0,3-2 0,-2 0 0,1 1 0,-1-1 0,-1 1 0,1-1 0,0 0 0,-1 1 0,0-1 0,0 0 0,1-8 0,-1 1 0,-1-1 0,0 1 0,0-1 0,-1 1 0,-1-1 0,-4-17 0,5 28 0,1 0 0,0 0 0,0 0 0,-1 0 0,1 0 0,-1 0 0,1 0 0,-1 0 0,1 0 0,-1 0 0,1 0 0,-1 0 0,0 1 0,0-1 0,-1-1 0,2 2 0,0 0 0,-1 0 0,1 0 0,0 0 0,0 0 0,0 0 0,0 0 0,-1 0 0,1 0 0,0 0 0,0 0 0,0 0 0,0 0 0,-1 0 0,1 0 0,0 0 0,0 0 0,0 0 0,0 0 0,-1 0 0,1 0 0,0 0 0,0 1 0,0-1 0,0 0 0,0 0 0,0 0 0,-1 0 0,1 0 0,0 1 0,0-1 0,0 0 0,-3 12 0,1 9 0,2 1 0,0-1 0,2 0 0,0 0 0,1 0 0,9 29 0,47 123 0,-33-105 0,-7-19 0,-11-31 0,0 0 0,-2 0 0,0 0 0,-2 1 0,5 30 0,-9-48 0,1 0 0,-1 0 0,0 1 0,0-1 0,0 0 0,-1 1 0,1-1 0,0 0 0,0 0 0,-1 1 0,1-1 0,0 0 0,-1 0 0,1 1 0,-1-1 0,0 0 0,1 0 0,-1 0 0,-1 1 0,1-1 0,0-1 0,0 1 0,1-1 0,-1 1 0,0-1 0,0 0 0,0 0 0,0 1 0,0-1 0,0 0 0,0 0 0,0 0 0,0 0 0,0 0 0,0 0 0,0 0 0,0 0 0,0 0 0,-1-1 0,-3-1 0,-1 0 0,1 0 0,0 0 0,0-1 0,1 0 0,-1 0 0,-5-5 0,-2-2-106,-7-4-146,1-1 1,1-1-1,1-1 0,-20-25 0,26 26-6574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1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24575,'1'4'0,"-1"0"0,1 0 0,0 0 0,1 0 0,-1 0 0,3 4 0,0 2 0,2 3 0,0 0 0,1-1 0,0 1 0,1-2 0,1 1 0,0-1 0,0-1 0,14 13 0,-20-20 0,1 0 0,-1 0 0,1 0 0,0-1 0,1 1 0,-1-1 0,0 0 0,1 0 0,-1-1 0,1 1 0,-1-1 0,9 1 0,-12-2 0,1 0 0,0 0 0,0 0 0,0 0 0,0 0 0,-1-1 0,1 1 0,0-1 0,0 1 0,-1-1 0,1 1 0,0-1 0,-1 0 0,1 0 0,0 0 0,-1 0 0,0 0 0,1 0 0,-1-1 0,1 1 0,-1 0 0,0-1 0,0 1 0,0-1 0,0 1 0,0-1 0,0 0 0,0 1 0,-1-1 0,1 0 0,-1 1 0,1-1 0,-1 0 0,1-3 0,1-10 0,-1 1 0,-1 0 0,0-1 0,-1 1 0,-1 0 0,0-1 0,-7-24 0,9 39 0,0 0 0,1 0 0,-1 0 0,0 0 0,0 0 0,0 0 0,0 0 0,0 0 0,0 0 0,0 0 0,0 0 0,0 0 0,0 0 0,0 0 0,0 0 0,0 0 0,0 0 0,0 0 0,0 0 0,0 0 0,0 0 0,0 0 0,0 0 0,1 0 0,-1 0 0,0 0 0,0 0 0,0 0 0,0 0 0,0 0 0,0 0 0,0 0 0,0-1 0,0 1 0,0 0 0,0 0 0,0 0 0,0 0 0,0 0 0,0 0 0,0 0 0,0 0 0,0 0 0,0 0 0,0 0 0,0 0 0,0 0 0,0 0 0,0 0 0,0 0 0,0 0 0,0 0 0,0-1 0,-1 1 0,7 7 0,12 21 0,-6-9 0,-6-11 0,-1-1 0,2 0 0,-1 0 0,1 0 0,0-1 0,0 0 0,12 8 0,-17-13 0,0 0 0,0 0 0,-1 0 0,1 0 0,0 0 0,0 0 0,0 0 0,0-1 0,0 1 0,0-1 0,0 0 0,0 1 0,1-1 0,-1 0 0,0 0 0,0-1 0,0 1 0,0 0 0,0-1 0,0 1 0,0-1 0,0 1 0,0-1 0,0 0 0,0 0 0,0 0 0,-1 0 0,1 0 0,0-1 0,-1 1 0,1 0 0,-1-1 0,1 1 0,-1-1 0,0 0 0,1 1 0,-1-1 0,0 0 0,1-2 0,1-1 0,-1 0 0,0 0 0,0-1 0,0 1 0,-1 0 0,0-1 0,1-8 0,-1-41 0,-1 11 0,0 43 0,0 1 0,0-1 0,0 0 0,0 1 0,0-1 0,0 0 0,0 1 0,0-1 0,0 0 0,0 0 0,1 1 0,-1-1 0,0 1 0,0-1 0,1 0 0,-1 1 0,0-1 0,1 0 0,-1 1 0,1-1 0,-1 1 0,1-1 0,-1 1 0,1-1 0,-1 1 0,1 0 0,-1-1 0,1 1 0,0 0 0,-1-1 0,1 1 0,0 0 0,-1 0 0,1-1 0,0 1 0,-1 0 0,1 0 0,0 0 0,-1 0 0,1 0 0,0 0 0,-1 0 0,1 0 0,0 0 0,-1 0 0,1 0 0,0 1 0,-1-1 0,1 0 0,0 0 0,0 1 0,6 2 0,-1 1 0,0-1 0,0 1 0,7 5 0,-7-4 0,-5-5-5,102 77 131,-83-61-498,-1 2 1,0 0-1,15 21 1,-24-26-6455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1.9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24575,'14'26'0,"28"43"0,-34-58 0,1 0 0,0-1 0,0 0 0,1-1 0,22 17 0,-30-25 0,-1 0 0,1 0 0,0 0 0,-1 0 0,1 0 0,0 0 0,0 0 0,0-1 0,-1 1 0,1-1 0,0 1 0,0-1 0,0 0 0,0 0 0,0 0 0,0 0 0,0 0 0,0 0 0,0 0 0,-1-1 0,1 1 0,0-1 0,3-1 0,-2 1 0,-1-1 0,0 1 0,-1-1 0,1 0 0,0 1 0,0-1 0,-1 0 0,1 0 0,-1 0 0,0-1 0,1 1 0,-1 0 0,0 0 0,0-1 0,-1 1 0,1 0 0,0-1 0,0-2 0,-1-6 0,0 1 0,0 0 0,-1-1 0,0 1 0,-1 0 0,0 0 0,0 0 0,-6-14 0,4 16 0,1-2 0,8 16 0,21 29 0,-15-19 0,1 0 0,0-1 0,19 18 0,-27-29 0,32 26 0,-32-27 0,0 0 0,0-1 0,0 0 0,0 1 0,1-1 0,-1-1 0,8 3 0,-11-4 0,0 0 0,0 1 0,0-1 0,0 0 0,1 0 0,-1 0 0,0 0 0,0 0 0,0 0 0,0 0 0,1-1 0,-1 1 0,0 0 0,0-1 0,0 1 0,0 0 0,0-1 0,0 0 0,0 1 0,0-1 0,0 0 0,0 1 0,1-2 0,-1 0 0,0 1 0,0-1 0,0 0 0,0 1 0,0-1 0,0 0 0,-1 0 0,1 0 0,-1 0 0,1 0 0,-1 0 0,0-3 0,1-4 0,-2 0 0,1 0 0,-1 0 0,-5-16 0,-2 0 0,-3-9 0,11 31 0,-1 1 0,1-1 0,-1 1 0,1-1 0,0 0 0,0 1 0,0-1 0,1 1 0,-1-1 0,1-3 0,0 5 0,-1 1 0,0 0 0,0-1 0,1 1 0,-1-1 0,0 1 0,0-1 0,1 1 0,-1 0 0,1-1 0,-1 1 0,0 0 0,1-1 0,-1 1 0,1 0 0,-1 0 0,0-1 0,1 1 0,-1 0 0,1 0 0,-1 0 0,1 0 0,-1 0 0,1 0 0,-1 0 0,1-1 0,-1 1 0,1 0 0,-1 1 0,1-1 0,-1 0 0,1 0 0,-1 0 0,1 0 0,-1 0 0,1 0 0,-1 1 0,1-1 0,-1 0 0,1 0 0,-1 1 0,1-1 0,19 14 0,-19-13 0,48 40 0,77 82 0,-118-112-1365,-1-2-5461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48 269 24575,'4'-127'0,"-5"105"0,0-1 0,-2 1 0,-9-34 0,11 55 0,1 0 0,0-1 0,-1 1 0,1 0 0,-1 0 0,1 0 0,-1 0 0,1 0 0,-1 0 0,0 0 0,0 0 0,0 0 0,1 0 0,-1 0 0,-2-1 0,3 2 0,0 0 0,0 0 0,-1 0 0,1 0 0,0 0 0,0 0 0,-1 0 0,1 0 0,0 0 0,0 0 0,-1 0 0,1 0 0,0 0 0,0 0 0,-1 0 0,1 0 0,0 0 0,-1 0 0,1 0 0,0 0 0,0 0 0,0 0 0,-1 1 0,1-1 0,-7 10 0,4 4 0,1 0 0,0 0 0,1 0 0,0 0 0,1 0 0,0 0 0,4 22 0,-2-27 0,-1 1 0,1-1 0,0 0 0,1 1 0,0-1 0,1 0 0,0-1 0,0 1 0,1-1 0,0 1 0,1-1 0,-1-1 0,1 1 0,1-1 0,0 0 0,0-1 0,0 1 0,0-1 0,1-1 0,0 1 0,1-1 0,-1-1 0,1 0 0,10 4 0,-6-3-97,1-1-1,0 0 1,0-1-1,0-1 1,1 0-1,-1-1 1,0 0-1,1-1 1,-1-1-1,1 0 1,-1-1-1,0 0 0,22-8 1,-22 5-6729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2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24575,'8'30'0,"2"18"0,2 5 0,-1 2 0,0-2 0,1-4 0,-2-5 0,0-4 0,-1-2 0,-3-6 0,0-4 0,0 0 0,-2-4 0,1-2 0,0-3 0,-1-3 0,-2-3-8191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2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78 24575,'-25'-13'0,"-11"-4"0,-1 1 0,2 4 0,5 2 0,5 5 0,5 2 0,2 2 0,3 1 0,0 0 0,4 1-8191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3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0 167 24575,'49'20'0,"-36"-13"0,1-1 0,-1-1 0,2 0 0,-1-1 0,0-1 0,21 3 0,-34-6 0,0 0 0,0 0 0,0 1 0,0-1 0,0-1 0,0 1 0,0 0 0,0 0 0,-1 0 0,1 0 0,0-1 0,0 1 0,0 0 0,0-1 0,0 1 0,0-1 0,-1 1 0,1-1 0,0 1 0,0-1 0,-1 1 0,1-1 0,0 0 0,-1 0 0,1 1 0,-1-1 0,1 0 0,-1 0 0,1 1 0,-1-1 0,1 0 0,-1 0 0,0 0 0,0 0 0,1 0 0,-1 0 0,0 0 0,0-1 0,0-5 0,-1 1 0,1 0 0,-1 0 0,-1 0 0,-1-7 0,-1-5 0,3 12 0,0 0 0,1 0 0,0 1 0,1-1 0,-1 0 0,1 0 0,0 1 0,1-1 0,-1 0 0,1 1 0,0-1 0,0 1 0,1 0 0,0 0 0,-1 0 0,2 0 0,-1 0 0,5-4 0,-6 6 0,1 0 0,0 1 0,0-1 0,0 1 0,0-1 0,0 1 0,1 0 0,-1 1 0,1-1 0,-1 0 0,1 1 0,-1 0 0,1 0 0,0 0 0,0 0 0,0 1 0,0-1 0,-1 1 0,1 0 0,0 0 0,0 0 0,0 1 0,0-1 0,0 1 0,-1 0 0,1 0 0,6 3 0,-3-1 0,5 2 0,1 1 0,-1 0 0,0 1 0,17 12 0,-27-17 0,0 0 0,0-1 0,0 1 0,0 0 0,0 0 0,-1 0 0,1 0 0,-1 0 0,1 0 0,-1 0 0,0 0 0,0 1 0,0-1 0,0 1 0,0-1 0,0 1 0,-1-1 0,1 1 0,-1-1 0,0 1 0,0-1 0,0 1 0,0-1 0,0 1 0,0-1 0,-1 1 0,0 0 0,1-1 0,-1 0 0,0 1 0,-1 2 0,-4 4-1365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4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10 24575,'-2'-5'0,"-2"1"0,1 4 0,-2 3 0,0 5 0,0 4 0,2 1 0,1 2 0,1 0 0,1 1 0,-1-1 0,4 1 0,1-1 0,2 0 0,2 0 0,1 0 0,0 0 0,0-3-8191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4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24575,'3'2'0,"0"7"0,0 3 0,0 5 0,-1 3 0,1 2 0,1 0 0,0-1 0,-2-4-8191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4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0 24575,'-4'0'0,"-1"1"0,0-1 0,1 0 0,-1 1 0,0 0 0,1 0 0,-1 1 0,1-1 0,-1 1 0,1 0 0,0 0 0,0 1 0,0-1 0,0 1 0,0 0 0,0 0 0,1 0 0,-1 0 0,1 0 0,0 1 0,0 0 0,0 0 0,1 0 0,-1 0 0,1 0 0,0 0 0,0 0 0,-1 6 0,1-2 0,-1 1 0,2-1 0,-1 1 0,1-1 0,1 1 0,-1 0 0,1-1 0,1 1 0,0 0 0,0-1 0,1 1 0,0-1 0,0 0 0,6 14 0,-3-11 0,1-1 0,0 0 0,1 0 0,0 0 0,0-1 0,1 0 0,0-1 0,0 0 0,1 0 0,0 0 0,1-1 0,0-1 0,11 7 0,-12-9 0,-1 0 0,0-1 0,1 1 0,0-2 0,-1 1 0,1-1 0,0-1 0,0 0 0,0 0 0,0 0 0,1-1 0,-1-1 0,0 1 0,0-2 0,0 1 0,0-1 0,12-5 0,25-11-1365,-34 12-5461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5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24575,'0'0'0,"1"0"0,-1-1 0,1 1 0,0 0 0,-1-1 0,1 1 0,-1 0 0,1 0 0,0-1 0,-1 1 0,1 0 0,-1 0 0,1 0 0,0 0 0,-1 0 0,1 0 0,0 0 0,-1 0 0,1 0 0,-1 0 0,1 0 0,0 0 0,-1 1 0,1-1 0,0 0 0,-1 0 0,1 1 0,-1-1 0,1 0 0,-1 1 0,1-1 0,-1 1 0,1-1 0,-1 0 0,1 1 0,-1-1 0,0 1 0,1-1 0,0 2 0,14 22 0,23 63 0,-35-78 0,1 0 0,-12-21 0,-4-9 0,5 11 0,1 0 0,0-1 0,0 0 0,1 0 0,0 0 0,1-1 0,-3-13 0,7 25 5,0-1 1,0 0-1,0 0 0,0 0 0,0 1 0,0-1 1,0 0-1,0 0 0,0 0 0,0 1 1,0-1-1,0 0 0,0 0 0,1 1 0,-1-1 1,0 0-1,1 0 0,-1 1 0,1-1 0,-1 0 1,0 1-1,2-2 0,-1 2-56,-1 0 0,1 0-1,-1-1 1,1 1 0,0 0 0,-1 0 0,1 0-1,0 0 1,-1 0 0,1 1 0,-1-1-1,1 0 1,0 0 0,-1 0 0,1 0 0,-1 1-1,1-1 1,-1 0 0,1 1 0,0-1 0,-1 0-1,1 1 1,-1-1 0,0 1 0,1-1 0,-1 1-1,1-1 1,-1 1 0,8 7-6775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0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2 24575,'16'-1'0,"-10"1"0,1 0 0,0 0 0,-1 1 0,11 1 0,-15-1 0,0-1 0,0 1 0,0 0 0,0 0 0,0 0 0,0 0 0,-1 0 0,1 0 0,0 0 0,-1 1 0,1-1 0,-1 1 0,1-1 0,-1 1 0,0-1 0,1 1 0,-1 0 0,1 3 0,17 35 0,-10-17 0,23 36 0,-26-50 0,0 0 0,-16-16 0,2 0 0,1 0 0,0 0 0,0 0 0,1-1 0,-10-14 0,14 19 0,1 1 0,-1-1 0,1 0 0,0 0 0,0 1 0,0-1 0,0 0 0,1 0 0,-1 0 0,1 0 0,-1 0 0,1-1 0,0 1 0,0 0 0,1 0 0,-1 0 0,1 0 0,-1 0 0,1 0 0,0 0 0,0 0 0,2-4 0,-1 6 0,-1 4 0,-2 6 0,0-4 9,0 0-1,-1-1 1,0 1-1,0-1 1,-1 1 0,1-1-1,-1 0 1,0 0-1,0 0 1,0 0-1,-1-1 1,1 1-1,-8 5 1,-4 1-504,0 0 0,-23 11 0,23-13-6331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4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8 24575,'0'0'0,"0"-1"0,0 1 0,0 0 0,0-1 0,0 1 0,0 0 0,-1-1 0,1 1 0,0-1 0,0 1 0,0 0 0,-1-1 0,1 1 0,0 0 0,-1-1 0,1 1 0,0 0 0,-1 0 0,1-1 0,0 1 0,-1 0 0,1 0 0,0 0 0,-1 0 0,1-1 0,-1 1 0,0 0 0,1 0 0,-1 1 0,1-1 0,0 1 0,-1-1 0,1 1 0,0-1 0,-1 1 0,1-1 0,0 1 0,0-1 0,-1 1 0,1-1 0,0 1 0,0-1 0,0 1 0,0 1 0,-3 28 0,3-29 0,0 15 0,1-1 0,1 0 0,0 1 0,5 16 0,21 59 0,-9-34 0,97 274 0,-111-321 0,0 0 0,11 17 0,-50-56-1365,21 17-5461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5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24575,'28'-3'0,"16"0"0,6 0 0,2 0 0,-3 1 0,-2 1 0,-7-2 0,-5-1 0,-3-1 0,-5-1 0,-4-2 0,-7-1 0,-5-2 0,-5-2 0,-6 1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0 0,0 1 0,-1-1 0,1 0 0,0 1 0,0-1 0,-1 1 0,1-1 0,0 1 0,0-1 0,-1 1 0,1 0 0,-1-1 0,1 1 0,-1 0 0,1-1 0,0 3 0,9 15 0,-9-15 0,10 22 0,-1 0 0,11 50 0,4 57 0,-15-72 0,17 60 0,-20-98 0,17 37 0,-20-50 0,1-1 0,0 1 0,1-1 0,0 0 0,0 0 0,12 11 0,-11-15 111,-6-4-147,-1 0 0,0 0 0,0 0 0,0-1 0,0 1 0,1 0 0,-1 0 0,0 0 0,0 0 0,0 0 0,0 0 0,0 0 0,0-1 0,1 1 0,-1 0 0,0 0 0,0 0 0,0 0 0,0-1 0,0 1 0,0 0 0,0 0 0,0 0 0,0 0 0,0-1 0,0 1 0,0 0 0,0 0 0,0 0 0,0 0 0,0-1 0,0 1 0,0 0 0,0 0 0,0 0 0,0 0 0,0-1 0,0 1 0,0 0 0,0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6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7 24575,'0'-1'0,"0"1"0,0 0 0,0 0 0,0 0 0,0-1 0,0 1 0,0 0 0,0 0 0,0 0 0,0 0 0,0-1 0,0 1 0,0 0 0,0 0 0,0 0 0,0-1 0,0 1 0,0 0 0,-1 0 0,1 0 0,0 0 0,0-1 0,0 1 0,0 0 0,0 0 0,0 0 0,-1 0 0,1 0 0,0-1 0,0 1 0,0 0 0,0 0 0,0 0 0,-1 0 0,1 0 0,0 0 0,0 0 0,0 0 0,-1 0 0,1 0 0,0 0 0,-9 5 0,-7 11 0,3 7 0,0 2 0,2-1 0,1 1 0,-8 29 0,13-41 0,1 1 0,-13 35 0,2 0 0,-9 59 0,22-93 0,0 1 0,1-1 0,0 1 0,2-1 0,0 1 0,0-1 0,2 1 0,0-1 0,0 0 0,2 0 0,9 24 0,-3-19 0,1 0 0,0 0 0,2-1 0,0-1 0,19 20 0,89 74 0,-108-99 0,-3-3-455,1-1 0,17 11 0,-16-13-6371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31 268 24575,'14'-16'0,"0"1"0,1 1 0,1 0 0,0 1 0,1 0 0,1 2 0,21-12 0,-33 20 0,0 0 0,0-1 0,-1 1 0,1-2 0,-1 1 0,10-10 0,-14 12 0,0 1 0,0-1 0,0 0 0,0 1 0,0-1 0,0 0 0,-1 1 0,1-1 0,0 0 0,-1 0 0,0 0 0,1 0 0,-1 1 0,0-1 0,0 0 0,0 0 0,0 0 0,0 0 0,-1 0 0,1 0 0,-1 1 0,1-1 0,-1 0 0,1 0 0,-1 1 0,0-1 0,0 0 0,0 1 0,0-1 0,-2-2 0,-1 0 0,1 0 0,-2-1 0,1 1 0,0 1 0,-1-1 0,1 1 0,-1-1 0,0 1 0,0 1 0,0-1 0,-1 1 0,-8-3 0,5 2 0,0 1 0,0 0 0,0 1 0,0 0 0,0 0 0,-1 1 0,-10 1 0,16 0 0,1-1 0,0 1 0,0 0 0,-1 0 0,1 0 0,0 0 0,0 1 0,0-1 0,0 1 0,1 0 0,-1 0 0,0 0 0,1 0 0,-1 0 0,1 0 0,0 1 0,0-1 0,0 1 0,0 0 0,0 0 0,0 0 0,1-1 0,-1 1 0,1 1 0,0-1 0,0 0 0,-1 5 0,-1 7 0,1 0 0,0 1 0,1-1 0,1 23 0,0-36 0,1 9 0,-1-3 0,0-1 0,0 1 0,4 14 0,-4-20 0,1 1 0,0 0 0,0-1 0,1 1 0,-1-1 0,0 1 0,1-1 0,0 0 0,-1 0 0,1 1 0,0-1 0,0 0 0,0-1 0,4 3 0,17 11 0,1-2 0,1-1 0,50 18 0,-43-18 0,-7-3 0,37 9 0,-50-16 0,1 0 0,-1 0 0,0-1 0,1-1 0,15-1 0,-27 1-105,1 0 0,-1 0 0,1-1 0,-1 1 0,1-1 0,-1 1 0,0-1 0,1 1 0,-1-1 0,1 0 0,-1 0 0,2-1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7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8 24575,'-14'-7'0,"13"7"0,1 0 0,0 0 0,-1 0 0,1 0 0,0 0 0,0 0 0,-1 0 0,1 0 0,0 0 0,0 0 0,-1 0 0,1 1 0,0-1 0,0 0 0,-1 0 0,1 0 0,0 0 0,0 0 0,0 1 0,-1-1 0,1 0 0,0 0 0,0 0 0,0 1 0,0-1 0,-1 0 0,1 0 0,0 0 0,0 1 0,0-1 0,0 2 0,-1 1 0,1-1 0,0 0 0,0 1 0,1-1 0,-1 0 0,0 0 0,1 1 0,-1-1 0,2 3 0,12 33 0,32 62 0,-15-36 0,9 15 0,9 19 0,-42-82 0,-1 1 0,-1-1 0,0 1 0,2 20 0,-6-34 0,-1 0 0,0 0 0,1 0 0,-1 0 0,-1 0 0,1 0 0,0 0 0,-1-1 0,1 1 0,-1 0 0,-1 4 0,1-6 0,0 1 0,0-1 0,0 0 0,0 0 0,0 0 0,0 1 0,0-1 0,0 0 0,-1-1 0,1 1 0,0 0 0,-1 0 0,1 0 0,0-1 0,-1 1 0,1-1 0,-1 1 0,1-1 0,-1 0 0,1 1 0,-1-1 0,1 0 0,-4 0 0,-1 0 0,0-1 0,0 0 0,1 0 0,-1 0 0,0 0 0,0-1 0,1 0 0,-1 0 0,-5-3 0,-47-30 0,45 26 0,-1 0 0,0-1 0,1-1 0,-18-18 0,25 23 0,0-1 0,0 0 0,1-1 0,0 1 0,0-1 0,1 0 0,0 0 0,-4-11 0,7 17 0,1 0 0,-1 0 0,0 0 0,1-1 0,0 1 0,-1 0 0,1-1 0,0 1 0,0 0 0,0-1 0,1 1 0,-1 0 0,0-1 0,1 1 0,0 0 0,-1 0 0,1 0 0,0-1 0,0 1 0,0 0 0,0 0 0,1 0 0,-1 0 0,1 1 0,-1-1 0,1 0 0,-1 1 0,1-1 0,0 1 0,2-2 0,3-1 0,-1 1 0,1-1 0,0 2 0,0-1 0,1 1 0,-1 0 0,0 1 0,9-2 0,36-6-1365,-39 7-5461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7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24575,'3'-12'0,"0"-2"0,0 4 0,0 6 0,-4 4 0,-1 4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8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24575,'0'15'0,"0"8"0,3 4 0,0 1 0,3 0 0,2 1 0,0-2 0,2-1 0,1-3 0,-2-1 0,1-4 0,-1-1 0,0-4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8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24575,'5'13'0,"22"36"0,8 15 0,2 0 0,-6-12-8191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8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27 24575,'-30'-8'0,"-13"1"0,-1 0 0,4 3 0,7 4 0,6 1 0,2 4 0,4 4 0,0-1 0,-12 4 0,0 0-8191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3:59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15 24575,'-7'-12'0,"7"12"0,0-1 0,0 1 0,0 0 0,0 0 0,0 0 0,0 0 0,0 0 0,0 0 0,0 0 0,0 0 0,0 0 0,0 0 0,0 0 0,0 0 0,0 0 0,0 0 0,0-1 0,0 1 0,0 0 0,0 0 0,0 0 0,0 0 0,0 0 0,0 0 0,0 0 0,0 0 0,0 0 0,0 0 0,0 0 0,0 0 0,0 0 0,0 0 0,0 0 0,0 0 0,0-1 0,0 1 0,0 0 0,0 0 0,0 0 0,0 0 0,0 0 0,0 0 0,1 0 0,-1 0 0,0 0 0,0 0 0,0 0 0,0 0 0,0 0 0,0 0 0,0 0 0,0 0 0,0 0 0,0 0 0,0 0 0,0 0 0,0 0 0,1 0 0,-1 0 0,0 0 0,0 0 0,0 0 0,0 0 0,0 0 0,0 0 0,0 1 0,0-1 0,0 0 0,0 0 0,19 16 0,43 61 0,78 126 0,-136-197 0,66 116 0,-63-108 0,-2-1 0,1 1 0,-2 0 0,0 0 0,0 0 0,-2 0 0,3 23 0,-5-32-6,0 0 0,-1 0 0,1 0 0,-1 0-1,0 0 1,0 0 0,-1 0 0,0 0 0,1-1-1,-2 1 1,1-1 0,-5 8 0,3-6 28,-1-1 0,1 0 1,-1 0-1,0 0 0,0-1 0,-1 0 1,1 0-1,-11 5 0,4-3-187,-1 0 0,-1-1 0,1-1 0,-1 0 0,1-1 0,-1 0 0,0-2 0,-22 2 0,20-3-6661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0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20 24575,'-32'2'0,"-17"2"0,-1-4 0,4-1 0,6 0 0,6 0 0,8-1 0,4 1 0,5 1 0,4-3 0,2 0 0,1-1 0,2-1 0,-1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0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16 24575,'-27'-3'0,"-13"0"0,0 0 0,2 0 0,7 2 0,2-1 0,5 2 0,3 0 0,0 0 0,2 0 0,1 0 0,1 0 0,3 0-8191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1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 24575,'0'0'0,"0"-1"0,0 1 0,0-1 0,0 0 0,-1 1 0,1-1 0,0 1 0,0-1 0,0 1 0,-1-1 0,1 1 0,0-1 0,-1 1 0,1-1 0,0 1 0,-1-1 0,1 1 0,-1 0 0,1-1 0,0 1 0,-1 0 0,0-1 0,1 1 0,-1 1 0,1-1 0,-1 0 0,1 1 0,0-1 0,-1 1 0,1-1 0,0 1 0,0-1 0,-1 1 0,1-1 0,0 1 0,0-1 0,0 1 0,0-1 0,0 1 0,0 0 0,-3 32 0,5-7 0,2 1 0,0-1 0,13 37 0,-8-29 0,9 26 0,2 0 0,51 99 0,-34-87-1365,-32-62-5461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1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1 338 24575,'32'5'0,"21"5"0,0-3 0,64 0 0,-109-7 0,-1 0 0,0-1 0,1 0 0,-1-1 0,0 1 0,0-1 0,0-1 0,9-3 0,-13 4 0,-1 1 0,1-1 0,0 1 0,-1-1 0,1 0 0,-1 0 0,0-1 0,1 1 0,-1 0 0,0-1 0,0 1 0,-1-1 0,1 0 0,0 1 0,-1-1 0,0 0 0,0 0 0,0 0 0,0 0 0,0 0 0,0-4 0,0 1 0,-1 0 0,0-1 0,0 1 0,-1 0 0,0 0 0,0 0 0,0 0 0,-1 0 0,0 0 0,0 0 0,0 0 0,-1 0 0,0 1 0,-4-7 0,-6-5 0,0 0 0,-28-28 0,3 5 0,36 38 0,1 0 0,-1 1 0,1-1 0,0 0 0,0 0 0,0 0 0,0 0 0,0 0 0,0 0 0,0-1 0,1 1 0,-1 0 0,1 0 0,-1 0 0,1-5 0,0 4 0,1 0 0,0 0 0,-1 1 0,1-1 0,0 0 0,0 0 0,1 1 0,-1-1 0,0 1 0,1-1 0,3-3 0,-5 6 0,0-1 0,0 1 0,1 0 0,-1-1 0,0 1 0,0 0 0,0-1 0,1 1 0,-1 0 0,0 0 0,1-1 0,-1 1 0,0 0 0,1 0 0,-1 0 0,0-1 0,1 1 0,-1 0 0,0 0 0,1 0 0,-1 0 0,0 0 0,1 0 0,-1 0 0,0 0 0,1 0 0,-1 0 0,1 0 0,-1 0 0,0 0 0,1 0 0,-1 0 0,1 1 0,0-1 0,0 1 0,-1 0 0,1-1 0,0 1 0,-1 0 0,1 0 0,0-1 0,-1 1 0,1 0 0,-1 0 0,1 1 0,9 31 0,-10-30 0,27 98 0,3-1 0,83 178 0,-75-184-1365,-33-81-5461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2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12 24575,'0'0'0,"0"-1"0,-1 0 0,1 1 0,0-1 0,0 1 0,-1-1 0,1 1 0,0-1 0,-1 1 0,1-1 0,-1 1 0,1-1 0,-1 1 0,1-1 0,-1 1 0,1-1 0,-1 1 0,1 0 0,-1 0 0,1-1 0,-1 1 0,0 0 0,1 0 0,-1-1 0,1 1 0,-1 0 0,-1 0 0,1 0 0,0 1 0,0-1 0,0 1 0,1-1 0,-1 1 0,0-1 0,0 1 0,0-1 0,0 1 0,1 0 0,-1 0 0,0-1 0,1 1 0,-1 0 0,0 1 0,-4 6 0,1 0 0,0 0 0,-3 9 0,6-13 0,-22 51 0,10-28 0,2 1 0,1 1 0,-9 42 0,2 61 0,17-111 0,0 0 0,1 0 0,0-1 0,7 29 0,0-20 0,0-1 0,2 0 0,2 0 0,0-1 0,1 0 0,2-1 0,24 32 0,-12-22 0,2-2 0,1-2 0,2 0 0,45 34 0,-65-57 0,71 53 0,-70-53 0,2 0 0,-1-1 0,1-1 0,18 6 0,-23-11-1365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422 36 24575,'-1'-3'0,"0"1"0,-1 0 0,1-1 0,0 1 0,-1 0 0,0 0 0,1 0 0,-1 0 0,0 0 0,-3-2 0,4 3 0,0 1 0,0-1 0,-1 1 0,1 0 0,0-1 0,-1 1 0,1 0 0,0 0 0,-1 0 0,1 0 0,0 0 0,0 0 0,-1 0 0,1 0 0,0 1 0,-1-1 0,1 0 0,0 1 0,0-1 0,0 1 0,-1 0 0,0 0 0,-8 5 0,0-2 0,1 1 0,-1-2 0,-1 1 0,1-1 0,0-1 0,-1 0 0,0 0 0,1-1 0,-1 0 0,-18-2 0,-18-3-455,1-3 0,-70-19 0,96 20-6371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24575,'3'5'0,"0"6"0,3 7 0,2 6 0,0 3 0,2-1 0,-2 1 0,1-2 0,-1 0 0,0-2 0,-1 1 0,-2-3 0,-1 0 0,-2-3 0,-1-2 0,-1 0 0,0-4-8191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24575,'12'0'-4,"0"-1"-1,1 2 1,-1-1 0,0 2-1,1-1 1,-1 2 0,0 0-1,15 6 1,-10-3 20,-1 2 1,-1 0-1,0 0 0,0 2 1,17 13-1,0 6-198,-1 1-1,-1 2 1,49 67 0,-54-65 168,-2 2 0,-1 0 1,-1 2-1,26 71 0,-39-87 26,-1 1 0,-1-1 1,-1 1-1,-1 1 0,-1-1 0,-2 0 0,0 1 0,-1 0 0,-1-1 0,-6 30 0,3-39-54,0 0 0,-1 0-1,0-1 1,-1 0 0,-1 0 0,0 0 0,0-1 0,-2 0-1,1 0 1,-2-1 0,1 0 0,-1 0 0,-1-2 0,0 1-1,-1-1 1,1-1 0,-20 11 0,2-4-6784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8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24575,'0'0'0,"-1"1"0,1-1 0,-1 0 0,1 0 0,-1 0 0,1 0 0,-1 1 0,1-1 0,-1 0 0,1 1 0,0-1 0,-1 0 0,1 1 0,-1-1 0,1 0 0,0 1 0,-1-1 0,1 1 0,0-1 0,0 1 0,-1-1 0,1 1 0,0-1 0,0 1 0,0-1 0,-1 1 0,1-1 0,0 1 0,0-1 0,0 1 0,0 0 0,0 19 0,4 7 0,1-1 0,2 1 0,12 32 0,-6-20 0,113 268 0,-104-262 0,-8-19 0,18 53 0,-26-53 120,-6-25-203,0 1 1,0-1-1,0 0 1,0 1-1,0-1 1,0 0-1,-1 0 1,1 1-1,0-1 1,-1 0-1,1 0 1,-1 1-1,1-1 1,-1 0-1,0 0 1,1 0-1,-3 2 1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24575,'30'-3'0,"12"0"0,2 0 0,-4-2 0,-6-1 0,-7 2 0,-5 1 0,-7-2 0,-3-2 0,-3-2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09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24575,'-2'2'0,"1"0"0,-1 1 0,1-1 0,0 0 0,0 1 0,0-1 0,0 1 0,0-1 0,0 1 0,0 0 0,1-1 0,0 1 0,-1 0 0,1-1 0,0 4 0,1 7 0,3 22 0,-4-33 0,6 32 0,2-1 0,1 1 0,2-2 0,18 40 0,-8-29 0,1-1 0,44 59 0,-58-91-120,14 22 372,-21-29-401,1 0-1,-1 0 0,0 0 0,0-1 1,0 1-1,0 0 0,0 0 0,0 1 1,0 3-1,-2 2-6676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2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4 24575,'10'-3'0,"-16"11"0,-5 7 0,-1 10 0,2 0 0,1 1 0,-8 37 0,-9 81 0,24-131 0,-6 39 0,3 0 0,1 53 0,4-82 0,2 0 0,1 0 0,0 0 0,2 0 0,1-1 0,16 44 0,-17-54 0,1 1 0,0-1 0,1 0 0,0-1 0,1 1 0,0-1 0,1-1 0,0 0 0,1 0 0,0-1 0,0 0 0,1 0 0,0-1 0,24 12 0,2-3-1365,-22-9-5461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6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24575,'0'0'0,"0"0"0,1 0 0,-1 0 0,0 0 0,0 0 0,0 0 0,0 0 0,0 0 0,0 0 0,0 0 0,0 0 0,0 0 0,0 0 0,0 0 0,0 0 0,0 0 0,0 0 0,0-1 0,0 1 0,0 0 0,0 0 0,0 0 0,0 0 0,0 0 0,0 0 0,0 0 0,0 0 0,0 0 0,0 0 0,0 0 0,0 0 0,0 0 0,0 0 0,0 0 0,0 0 0,0-1 0,0 1 0,0 0 0,0 0 0,0 0 0,0 0 0,0 0 0,0 0 0,0 0 0,0 0 0,0 0 0,0 0 0,0 0 0,0 0 0,0 0 0,0 0 0,0 0 0,0 0 0,0 0 0,0 0 0,0 0 0,0 0 0,0 0 0,-1 0 0,1 0 0,0-1 0,0 1 0,0 0 0,0 0 0,0 0 0,0 0 0,0 0 0,0 0 0,7-6 0,9-4 0,-2 5 0,0 0 0,1 1 0,-1 1 0,1 0 0,24-1 0,-34 3 0,6 0 0,1 0 0,-1 1 0,1 0 0,14 3 0,-23-3 0,0 1 0,0-1 0,0 1 0,0 0 0,-1 0 0,1 1 0,0-1 0,-1 0 0,1 1 0,-1-1 0,0 1 0,1 0 0,-1 0 0,0 0 0,0 0 0,0 1 0,0-1 0,-1 0 0,1 1 0,0-1 0,-1 1 0,1 2 0,2 6 0,0 0 0,-1 0 0,-1 0 0,0 1 0,1 13 0,-3 60 0,-1-41 0,1-35 0,-1 1 0,0-1 0,-1 1 0,0-1 0,0 0 0,-1 0 0,0 0 0,-1 0 0,0 0 0,0-1 0,-1 1 0,0-1 0,0 0 0,-1-1 0,0 1 0,-14 11 0,18-16 0,0-1 0,-1 0 0,1 0 0,0 1 0,0-1 0,-1 4 0,3-6 0,0 0 0,-1 0 0,1 1 0,0-1 0,0 0 0,0 1 0,0-1 0,0 0 0,0 1 0,0-1 0,0 1 0,0-1 0,0 0 0,0 1 0,0-1 0,0 0 0,0 1 0,0-1 0,0 0 0,0 1 0,0-1 0,1 0 0,-1 1 0,0-1 0,1 1 0,-1-1 0,1 1 0,0-1 0,-1 1 0,1-1 0,0 0 0,-1 1 0,1-1 0,0 0 0,0 1 0,0-1 0,-1 0 0,1 0 0,0 0 0,1 0 0,23 1 0,0 0 0,1-2 0,-1-2 0,31-5 0,-17 2 0,-38 6-20,4-1 49,0 0-1,0 0 1,0 0-1,6-3 1,-10 4-76,0 0 1,0-1-1,-1 1 1,1 0-1,0-1 1,0 1-1,0-1 1,-1 1-1,1-1 1,0 0-1,-1 1 1,1-1-1,-1 0 1,1 1-1,0-1 1,-1 0-1,0 1 1,1-1-1,-1 0 1,1 0-1,-1 0 1,0 0-1,0 1 1,1-1-1,-1 0 1,0 0-1,0 0 1,0 0-1,0 0 1,0 0-1,0-1 1,-3-8-6780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7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24575,'-16'0'0,"-6"0"0,-3 0 0,1 3 0,4 3 0,3 0 0,4 2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7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8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24575,'7'11'-1,"164"251"-606,-14 8 33,-143-244 598,6 11 233,24 63 0,-40-90-212,-1 1 0,0 0 1,0 0-1,-1 0 1,-1 0-1,0 0 0,0 0 1,-1 0-1,-1 0 1,0 0-1,-2 13 0,1-19-22,0 0 0,0 0 0,0 0 0,0 0 0,-1 0-1,0 0 1,0-1 0,0 0 0,-7 8 0,2-4-397,0-1 1,0 0-1,-17 11 1,9-9-6453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9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15 24575,'-20'-3'0,"-9"0"0,-2 0 0,1 0 0,4 1 0,3 1 0,4 3 0,2 1 0,4 0-8191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19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32 24575,'-28'-10'0,"-11"0"0,-4 3 0,2 3 0,6 5 0,7 2 0,7 1-8191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0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812 28 24575,'12'-7'0,"-10"6"0,0 1 0,0-1 0,0 0 0,0 0 0,-1 0 0,1-1 0,0 1 0,-1 0 0,1-1 0,-1 1 0,3-3 0,-4 3 0,0 1 0,0 0 0,-1 0 0,1-1 0,0 1 0,0 0 0,0 0 0,-1 0 0,1-1 0,0 1 0,0 0 0,0 0 0,-1 0 0,1 0 0,0-1 0,0 1 0,-1 0 0,1 0 0,0 0 0,0 0 0,-1 0 0,1 0 0,0 0 0,-1 0 0,1 0 0,0 0 0,0 0 0,-1 0 0,1 0 0,0 0 0,0 0 0,-1 0 0,1 0 0,0 0 0,-1 1 0,1-1 0,0 0 0,-1 0 0,-17 3 0,15-2 0,-47 4 0,0-1 0,-70-5 0,46 0 0,-130 8 0,-7 1 0,191-9 0,14 0 0,1 1 0,-1-1 0,0 1 0,1 1 0,-1-1 0,0 1 0,1 0 0,-7 2 0,12-3 0,0 0 0,-1 0 0,1 0 0,0 0 0,-1 0 0,1 1 0,0-1 0,-1 0 0,1 0 0,0 0 0,0 1 0,-1-1 0,1 0 0,0 0 0,0 1 0,-1-1 0,1 0 0,0 1 0,0-1 0,0 0 0,0 1 0,-1-1 0,1 0 0,0 1 0,0-1 0,0 1 0,0-1 0,0 0 0,0 1 0,0-1 0,0 0 0,0 1 0,0-1 0,0 1 0,0-1 0,0 0 0,0 1 0,0-1 0,1 0 0,-1 1 0,0-1 0,0 0 0,0 1 0,1-1 0,-1 0 0,0 1 0,0-1 0,1 0 0,-1 0 0,0 1 0,17 12 0,27 7 0,0-1 0,79 22 0,-1 0 0,-96-31 0,-1 1 0,38 23 0,-58-31 0,-1 0 0,0 0 0,1 0 0,-1 1 0,5 5 0,-8-8 0,-1 0 0,1 0 0,0 0 0,-1 0 0,1 0 0,0 0 0,-1 1 0,1-1 0,-1 0 0,0 0 0,1 1 0,-1-1 0,0 0 0,0 0 0,0 1 0,0-1 0,0 0 0,0 1 0,0-1 0,0 0 0,-1 1 0,1-1 0,0 0 0,-1 0 0,1 1 0,-2 1 0,-1 3 0,-1-1 0,0 1 0,0-1 0,0 0 0,0 0 0,-8 6 0,-34 25 0,11-10 0,7-2 0,-148 127 0,158-136 0,-26 16 0,4-2 0,-19 9 0,21-15 0,38-23 0,-1 0 0,1 1 0,0-1 0,0 0 0,-1 0 0,1 0 0,0 0 0,0 0 0,-1 0 0,1 1 0,0-1 0,0 0 0,0 0 0,-1 0 0,1 0 0,0 1 0,0-1 0,0 0 0,0 0 0,0 1 0,-1-1 0,1 0 0,0 0 0,0 1 0,0-1 0,0 0 0,0 0 0,0 1 0,0-1 0,0 0 0,0 0 0,0 1 0,0-1 0,0 0 0,0 1 0,10 2 0,22-2 0,-28-1 0,421 7 0,-210-3 0,-31-1 0,-136 2-1365,-32-2-5461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1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24575,'-6'8'0,"1"0"0,0 1 0,1 0 0,0 0 0,0 0 0,1 1 0,0-1 0,-2 18 0,4-23 0,1 0 0,0 0 0,0 0 0,0 1 0,0-1 0,1 0 0,0 0 0,0 0 0,0 0 0,0 0 0,0 0 0,1 0 0,0 0 0,0 0 0,0 0 0,0-1 0,1 1 0,-1-1 0,1 0 0,0 0 0,0 0 0,6 5 0,-7-7 0,0 1 0,0 0 0,1-1 0,-1 1 0,1-1 0,-1 0 0,1 0 0,0 0 0,0 0 0,-1 0 0,1 0 0,0-1 0,0 1 0,0-1 0,0 0 0,-1 0 0,1 0 0,0 0 0,0-1 0,0 1 0,0-1 0,3-1 0,-4 1 0,1 0 0,-1-1 0,1 1 0,-1-1 0,0 0 0,1 0 0,-1 0 0,0 0 0,0 0 0,-1 0 0,1-1 0,0 1 0,-1 0 0,1-1 0,-1 0 0,0 1 0,0-1 0,0 0 0,0 1 0,0-1 0,0-5 0,0-1 0,0 0 0,-1 0 0,-1-9 0,0 11 0,1 1 0,0-1 0,0 1 0,0-1 0,1 0 0,3-11 0,-4 17 0,0 1 0,0-1 0,0 1 0,1-1 0,-1 0 0,0 1 0,0-1 0,1 1 0,-1-1 0,1 1 0,-1-1 0,0 1 0,1-1 0,-1 1 0,1-1 0,-1 1 0,1 0 0,-1-1 0,1 1 0,-1 0 0,1-1 0,0 1 0,-1 0 0,1 0 0,-1-1 0,1 1 0,0 0 0,-1 0 0,1 0 0,0 0 0,-1 0 0,1 0 0,-1 0 0,1 0 0,0 0 0,-1 0 0,1 0 0,0 1 0,-1-1 0,1 0 0,-1 0 0,1 1 0,0-1 0,-1 0 0,1 1 0,-1-1 0,1 1 0,4 3 0,0-1 0,0 1 0,-1 1 0,5 4 0,-4-3 0,73 73 0,-70-71 0,0-1 0,1 0 0,0 0 0,16 10 0,-23-16-58,-5-2 203,-7-4-1597,2 0-5374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2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16 24575,'-7'-3'0,"-6"0"0,-2 0 0,-2 0 0,0 2 0,0-1 0,1 2 0,0 0 0,0 0 0,4 2 0,0 2 0,1-1 0,-1 0 0,-1-1 0,2-1-8191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2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1 24575,'-27'0'0,"-13"0"0,-1 0 0,4 0 0,6 2 0,5 1 0,4 3 0,5 0 0,1-1 0,4 1 0,2 0 0,0-1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2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88 24575,'-8'-1'0,"1"-1"0,-1 1 0,0 1 0,0-1 0,0 1 0,-12 2 0,18-2 0,0 1 0,1-1 0,-1 1 0,0-1 0,0 1 0,0 0 0,1-1 0,-1 1 0,0 0 0,1 0 0,-1 0 0,0 1 0,1-1 0,0 0 0,-1 1 0,1-1 0,0 0 0,0 1 0,-1 0 0,1-1 0,0 1 0,1 0 0,-1-1 0,0 1 0,0 0 0,1 0 0,-1 0 0,1 0 0,0-1 0,-1 1 0,1 0 0,0 2 0,0-1 0,0 0 0,0-1 0,0 1 0,1 0 0,-1 0 0,1-1 0,0 1 0,0 0 0,0-1 0,0 1 0,0-1 0,0 1 0,1-1 0,3 5 0,-2-4 0,1 1 0,-1 0 0,1-1 0,0 0 0,0 0 0,1 0 0,6 3 0,2 0 0,1 0 0,-1-2 0,1 0 0,26 5 0,-32-8 0,0 0 0,0 0 0,0-1 0,0 0 0,0 0 0,12-3 0,-17 3 0,0-1 0,0 0 0,0 0 0,-1 0 0,1 0 0,0-1 0,0 1 0,-1-1 0,1 1 0,-1-1 0,1 0 0,-1 0 0,0 0 0,0 0 0,0 0 0,0-1 0,0 1 0,0-1 0,-1 1 0,2-4 0,0 0 0,-1 0 0,0 0 0,0 0 0,-1 0 0,0-1 0,0 1 0,0 0 0,-1-1 0,0 1 0,0-1 0,-1 1 0,1 0 0,-1-1 0,-1 1 0,1 0 0,-1 0 0,0 0 0,-1 0 0,-3-7 0,4 9 0,-1 0 0,1 0 0,-1 0 0,-1 0 0,1 0 0,0 0 0,-1 1 0,0 0 0,1-1 0,-1 1 0,-1 1 0,1-1 0,0 1 0,-1-1 0,1 1 0,-1 1 0,0-1 0,1 1 0,-1-1 0,0 1 0,0 1 0,0-1 0,0 1 0,-10 0 0,7 1-341,1 0 0,-1 0-1,-11 4 1,2 1-6485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4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71 24575,'-1'2'0,"0"0"0,-1 0 0,1 0 0,0 0 0,0 0 0,0 1 0,1-1 0,-1 0 0,1 1 0,-1-1 0,1 0 0,0 1 0,-1-1 0,1 0 0,1 1 0,-1-1 0,0 1 0,0-1 0,1 0 0,1 4 0,1 6 0,1 0 0,7 16 0,-5-14 0,0 2 0,1-1 0,1 0 0,16 23 0,-17-31 0,-6-13 0,-7-15 0,-42-72 0,-2-2 0,45 84 0,4 8 0,-1 0 0,0 1 0,1-1 0,0 0 0,0-1 0,0 1 0,0 0 0,0 0 0,1 0 0,-1 0 0,1-1 0,0-4 0,0 7 0,0 1 0,0 0 0,0 0 0,1 0 0,-1 0 0,0 0 0,0 0 0,0-1 0,0 1 0,0 0 0,0 0 0,0 0 0,0 0 0,0 0 0,1 0 0,-1 0 0,0 0 0,0-1 0,0 1 0,0 0 0,0 0 0,0 0 0,1 0 0,-1 0 0,0 0 0,0 0 0,0 0 0,0 0 0,0 0 0,1 0 0,-1 0 0,0 0 0,0 0 0,0 0 0,0 0 0,0 0 0,1 0 0,-1 0 0,0 0 0,0 0 0,0 1 0,8 4 0,4 9 0,-2-1 0,37 42 0,-40-48 0,0 0 0,1-1 0,0 1 0,0-2 0,12 8 0,-12-9 0,1-1 0,-1 1 0,1-1 0,0 0 0,0-1 0,0 0 0,0-1 0,10 1 0,-14-2 0,-1 0 0,1 0 0,-1 0 0,1-1 0,-1 1 0,1-1 0,-1 0 0,0-1 0,1 1 0,-1-1 0,0 0 0,0 0 0,0 0 0,0-1 0,0 1 0,-1-1 0,1 0 0,3-4 0,-3 2 0,1 0 0,-2-1 0,1 0 0,-1 0 0,0 0 0,0 0 0,0-1 0,-1 1 0,0-1 0,0 1 0,-1-1 0,0 0 0,0 0 0,-1 1 0,0-1 0,0-11 0,1 7 0,2 16 0,4 20 0,-6-22 0,6 23 0,2 0 0,0 0 0,2 0 0,1-2 0,0 1 0,25 33 0,-31-49-202,0 1 0,-1 0 0,5 14 0,-8-19-355,2 4-6269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29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24575,'0'5'0,"1"0"0,0 0 0,1-1 0,-1 1 0,1 0 0,3 5 0,2 8 0,28 86 0,26 90 0,-56-174 0,25 108 0,-25-100 0,-1 0 0,0 45 0,-4-105 0,-1 11 0,1-1 0,1 0 0,1 1 0,1 0 0,7-26 0,-9 45 0,-1 0 0,1 0 0,0 1 0,-1-1 0,1 0 0,0 1 0,0-1 0,0 0 0,1 1 0,-1-1 0,0 1 0,0 0 0,1-1 0,-1 1 0,1 0 0,-1 0 0,1 0 0,0 0 0,-1 0 0,1 0 0,2 0 0,-1 0 0,0 1 0,-1 0 0,1-1 0,0 1 0,0 0 0,0 0 0,0 1 0,0-1 0,0 1 0,0-1 0,-1 1 0,1 0 0,3 2 0,5 2 0,0 0 0,0 1 0,-1 0 0,0 0 0,0 1 0,10 10 0,-7-4 0,1 1 0,-2 1 0,13 17 0,-7-7-1365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31 24575,'-27'-5'0,"-8"-4"0,-1 3 0,0 1 0,-70 0 0,104 5 0,1 0 0,0 0 0,-1 0 0,1 0 0,0 0 0,0 1 0,-1-1 0,1 1 0,0-1 0,0 1 0,0-1 0,0 1 0,-1 0 0,1 0 0,0-1 0,0 1 0,0 0 0,1 0 0,-1 0 0,-2 2 0,2-1 0,0 0 0,1 0 0,-1 1 0,0-1 0,1 0 0,-1 0 0,1 0 0,-1 1 0,1-1 0,0 0 0,0 3 0,1 2 0,0 0 0,0 0 0,1 0 0,-1 0 0,2 0 0,5 12 0,2-2 0,0 0 0,2-2 0,21 25 0,9 10 0,-30-35 0,-1 1 0,-1 0 0,0 1 0,-1-1 0,-1 2 0,-1-1 0,0 1 0,7 35 0,-8-21 0,-1-1 0,0 41 0,-5-70 0,0 0 0,0 0 0,0 0 0,0 1 0,0-1 0,1 0 0,-1 0 0,1 0 0,-1 0 0,1 0 0,0 0 0,0 0 0,0-1 0,2 4 0,-1-3 0,-1-1 0,1 0 0,-1 0 0,1 0 0,0 0 0,-1 0 0,1 0 0,0 0 0,0-1 0,0 1 0,0-1 0,0 1 0,-1-1 0,1 0 0,0 0 0,3 0 0,-4 0 0,13 1 0,1-1 0,22-2 0,-33 1 0,0 0 0,0 0 0,0 0 0,0 0 0,0 0 0,4-3 0,-7 3 0,1 0 0,-1 0 0,0 0 0,1 0 0,-1 0 0,0 0 0,0 0 0,0-1 0,0 1 0,0 0 0,0-1 0,0 1 0,0 0 0,0-1 0,0-2 0,0 2-124,-1 1 0,0-1 0,0 0 0,0 1 0,0-1 0,0 0-1,0 1 1,0-1 0,0 0 0,-1-2 0,-2-5-6702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0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33 24575,'0'0'0,"0"1"0,0-1 0,0 0 0,0 0 0,0 0 0,0 0 0,0 0 0,-1 0 0,1 0 0,0 0 0,0 0 0,0 0 0,0 0 0,0 0 0,0 0 0,0 0 0,0 0 0,0 1 0,0-1 0,0 0 0,0 0 0,0 0 0,0 0 0,0 0 0,0 0 0,0 0 0,0 0 0,0 0 0,0 1 0,0-1 0,0 0 0,0 0 0,0 0 0,0 0 0,0 0 0,0 0 0,0 0 0,0 0 0,0 0 0,0 1 0,0-1 0,0 0 0,0 0 0,0 0 0,0 0 0,0 0 0,0 0 0,0 0 0,1 0 0,-1 0 0,0 0 0,6 9 0,8 7 0,2-1 0,-10-9 0,1 0 0,-1 0 0,1-1 0,0 1 0,0-1 0,0-1 0,1 0 0,0 0 0,11 4 0,-18-8 0,0 1 0,0-1 0,0 0 0,0 0 0,1 0 0,-1 0 0,0 0 0,0 0 0,0 0 0,0 0 0,0 0 0,0-1 0,0 1 0,1 0 0,-1-1 0,0 1 0,0-1 0,0 1 0,0-1 0,1-1 0,0 0 0,-1 1 0,1-1 0,-1 0 0,0 1 0,0-1 0,1 0 0,-1 0 0,0 0 0,-1 0 0,2-3 0,0-3 0,0 0 0,-1-1 0,1 1 0,-1-13 0,-1 11 0,-1 7 0,1-1 0,0 1 0,1-1 0,-1 1 0,0 0 0,3-7 0,-3 9 0,0 1 0,0-1 0,1 1 0,-1-1 0,0 1 0,1-1 0,-1 1 0,0-1 0,1 1 0,-1 0 0,1-1 0,-1 1 0,1 0 0,-1-1 0,1 1 0,-1 0 0,1-1 0,0 1 0,0 0 0,1 0 0,-1-1 0,0 1 0,0 0 0,0 1 0,0-1 0,1 0 0,-1 0 0,0 0 0,0 1 0,0-1 0,2 1 0,7 5 0,0-1 0,-1 1 0,0 1 0,0 0 0,-1 0 0,15 16 0,3 2 0,31 27-1365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1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24575,'19'-11'0,"70"-34"0,-74 38 0,1 1 0,-1 1 0,1 0 0,16-2 0,-25 6 0,-1 1 0,1 0 0,-1 0 0,1 0 0,-1 1 0,1 0 0,-1 0 0,1 1 0,-1 0 0,0 0 0,0 1 0,0-1 0,0 1 0,0 0 0,6 6 0,-5-5 0,-1 1 0,0 0 0,0 1 0,0-1 0,-1 1 0,0 0 0,0 1 0,0-1 0,-1 1 0,0 0 0,-1 0 0,5 9 0,-6-7 0,0-1 0,0 1 0,-1 0 0,0 0 0,0-1 0,-1 16 0,-10 55 0,1-3 0,9-56 0,0-1 0,1 1 0,1 0 0,0-1 0,2 1 0,0-1 0,2 0 0,0 0 0,0 0 0,2-1 0,11 19 0,86 148 0,-104-184 0,0 1 0,0-1 0,0 1 0,-1-1 0,1 1 0,0 0 0,-1 0 0,1-1 0,-1 1 0,0 0 0,1 0 0,-1-1 0,0 1 0,0 0 0,0 0 0,0 0 0,-1 0 0,1-1 0,-1 4 0,0-3 0,0-1 0,0 1 0,-1-1 0,1 1 0,0-1 0,0 0 0,-1 0 0,1 1 0,-1-1 0,1 0 0,-1 0 0,0-1 0,1 1 0,-1 0 0,0 0 0,1-1 0,-1 1 0,0-1 0,-3 1 0,-12 1-16,0-1 0,0 0 1,-25-2-1,11 0-1286,13 0-5524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92 24575,'14'-15'0,"1"1"0,29-21 0,-38 32 0,0-1 0,0 1 0,1 0 0,-1 0 0,1 0 0,-1 1 0,1 0 0,0 1 0,0-1 0,-1 1 0,14 0 0,-8 1 0,-4 0 0,1 0 0,-1 1 0,16 2 0,-22-2 0,0-1 0,1 1 0,-1 0 0,0 0 0,0 0 0,0 0 0,0 0 0,0 1 0,0-1 0,0 1 0,0-1 0,-1 1 0,1-1 0,0 1 0,-1 0 0,0 0 0,1 0 0,0 3 0,2 4 0,0-1 0,-1 1 0,0 1 0,-1-1 0,0 0 0,0 1 0,-1 9 0,-1 70 0,-1-39 0,2-22 0,2-1 0,1-1 0,1 1 0,9 27 0,-14-52 0,1 0 0,0 0 0,0 0 0,-1-1 0,1 1 0,0 0 0,1-1 0,-1 1 0,0 0 0,0-1 0,1 0 0,-1 1 0,1-1 0,-1 0 0,1 0 0,-1 0 0,1 0 0,0 0 0,-1 0 0,1 0 0,0 0 0,0-1 0,0 1 0,0-1 0,0 1 0,0-1 0,0 0 0,0 0 0,2 0 0,7 0 0,1-1 0,-1 0 0,0-1 0,11-2 0,-6 0 0,1 1-117,-7 2-8,1-1 0,-1 0 0,0 0 1,0-1-1,0 0 0,0-1 0,0-1 1,-1 1-1,12-9 0,-10 5-6701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31 24575,'-27'-5'0,"-13"-2"0,0 1 0,2 1 0,7 1 0,5 2 0,4 1 0,5 3 0,1 1 0,2 0 0,0 0 0,1-1 0,-1 0 0,0-2 0,0 3 0,2 1-8191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3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25 24575,'-7'-5'0,"-6"-2"0,-2 1 0,-2 1 0,0 4 0,0 2 0,1 1 0,0 0 0,0 0 0,1-1 0,-2 0 0,-1-1 0,2 1-8191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4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24575,'1'13'0,"-1"0"0,2 0 0,0 0 0,0-1 0,8 23 0,-9-30 0,1-1 0,0 1 0,0 0 0,0-1 0,0 0 0,1 0 0,0 1 0,0-1 0,0-1 0,1 1 0,-1-1 0,1 1 0,0-1 0,-1 0 0,2 0 0,-1 0 0,0-1 0,0 0 0,9 4 0,-11-5 0,1-1 0,-1 1 0,0-1 0,0 1 0,1-1 0,-1 0 0,0 0 0,1 0 0,-1 0 0,0 0 0,1 0 0,-1-1 0,0 1 0,1-1 0,-1 0 0,0 1 0,0-1 0,0 0 0,0 0 0,0 0 0,0-1 0,0 1 0,0 0 0,0-1 0,0 0 0,-1 1 0,1-1 0,-1 0 0,1 0 0,-1 0 0,0 0 0,3-4 0,1-5 0,-1 0 0,0-1 0,0 0 0,-1 0 0,1-13 0,0 6 0,-2 8 0,-2 7 0,1 1 0,-1-1 0,1 0 0,1 0 0,-1 1 0,2-6 0,-2 9 0,-1-1 0,1 0 0,-1 1 0,1-1 0,0 0 0,-1 1 0,1-1 0,-1 1 0,1-1 0,0 1 0,0-1 0,-1 1 0,1 0 0,0-1 0,0 1 0,0 0 0,-1-1 0,1 1 0,0 0 0,0 0 0,0 0 0,0 0 0,-1 0 0,1 0 0,0 0 0,0 0 0,0 0 0,0 0 0,0 1 0,-1-1 0,1 0 0,0 0 0,0 1 0,0 0 0,7 3 0,0 1 0,0-1 0,-1 2 0,0-1 0,0 1 0,-1 0 0,1 1 0,7 10 0,9 8 0,87 86 0,-105-106-170,1 1-1,-1 0 0,0 1 1,0-1-1,-1 1 0,0 0 1,4 9-1,-4-4-6655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8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50 24575,'11'0'0,"-5"0"0,-13 0 0,-38 0 0,0-2 0,-72-12 0,102 11-119,-12-2-504,-46-16 0,60 16-6203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38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19 24575,'-18'-5'0,"-8"-2"0,-2 3 0,1 2 0,3 2 0,2 0 0,4 1 0,1 2 0,-1 1 0,0-1 0,0 0 0,-1-1 0,2-1-8191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3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18 24575,'-6'-15'0,"4"13"0,5 9 0,80 171 0,-13-36 0,-43-82 0,-3 2 0,27 108 0,-50-165 0,0-2 0,-1 1 0,1-1 0,0 1 0,0-1 0,1 1 0,-1-1 0,3 4 0,-4-7 0,0 0 0,0 0 0,0 0 0,0 0 0,0 0 0,1 0 0,-1 0 0,0 0 0,0 0 0,0 0 0,0 0 0,0 0 0,0 0 0,1 0 0,-1 0 0,0 0 0,0 0 0,0-1 0,0 1 0,0 0 0,0 0 0,1 0 0,-1 0 0,0 0 0,0 0 0,0 0 0,0 0 0,0-1 0,0 1 0,0 0 0,0 0 0,0 0 0,0 0 0,0 0 0,0 0 0,0-1 0,0 1 0,0 0 0,0 0 0,0 0 0,0 0 0,0 0 0,0-1 0,0 1 0,0 0 0,0 0 0,0 0 0,0 0 0,0 0 0,0 0 0,0-1 0,0 1 0,1-10 0,-2-63 0,2-21 0,-1 92 0,0 0 0,0 1 0,1-1 0,-1 0 0,0 0 0,1 0 0,0 0 0,-1 1 0,1-1 0,0 0 0,0 0 0,0 1 0,0-1 0,0 1 0,0-1 0,0 1 0,1-1 0,-1 1 0,0 0 0,1 0 0,2-2 0,-2 2 0,0 0 0,0 1 0,0-1 0,0 1 0,0-1 0,0 1 0,0 0 0,1 0 0,-1 0 0,0 0 0,0 0 0,0 0 0,1 1 0,-1-1 0,0 1 0,0-1 0,0 1 0,2 1 0,13 7 0,-1 0 0,0 1 0,0 0 0,21 20 0,-1-2 0,42 36 0,-74-62 117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4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52 24575,'-16'-8'0,"-10"-4"0,-34-10 0,53 19 0,-1 1 0,0 0 0,0 1 0,1 0 0,-1 0 0,0 1 0,0 0 0,0 0 0,-10 2 0,16-1 0,0-1 0,0 0 0,1 1 0,-1-1 0,0 1 0,1-1 0,-1 1 0,1 0 0,-1 0 0,1-1 0,-1 1 0,1 0 0,-1 1 0,1-1 0,0 0 0,-1 0 0,1 0 0,0 1 0,0-1 0,-1 2 0,2-1 0,-1 0 0,1 0 0,-1 0 0,1-1 0,0 1 0,0 0 0,0 0 0,0 0 0,0 0 0,0-1 0,0 1 0,1 0 0,-1 0 0,1 0 0,1 2 0,2 6 0,1-1 0,0 0 0,1 0 0,0 0 0,9 8 0,18 21 0,29 37 0,-54-64 0,-1 1 0,0 0 0,-1 0 0,0 0 0,5 17 0,3 25 0,9 71 0,-14-69 0,19 65 0,-24-105 0,-3-11 0,1 0 0,-1 1 0,1-1 0,0 0 0,4 7 0,-5-11 0,1 1 0,-1-1 0,0 1 0,1-1 0,-1 0 0,1 1 0,-1-1 0,1 0 0,-1 0 0,1 0 0,0 0 0,0 0 0,-1-1 0,1 1 0,0 0 0,0-1 0,0 0 0,0 1 0,3-1 0,8 2 0,1-2 0,0 1 0,0-2 0,0 0 0,18-4 0,-30 5-195,1-1 0,-1 0 0,0 0 0,1 0 0,-1 0 0,4-3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4.6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57 24575,'4'-5'0,"0"0"0,0 0 0,1 0 0,0 1 0,0-1 0,0 1 0,0 0 0,1 1 0,-1-1 0,7-2 0,-9 5 0,0 0 0,0 0 0,1 0 0,-1 0 0,1 1 0,-1-1 0,0 1 0,1 0 0,-1 0 0,1 0 0,-1 0 0,0 1 0,1-1 0,-1 1 0,1 0 0,-1 0 0,0 0 0,0 0 0,0 1 0,5 2 0,3 3 0,1 1 0,-1 1 0,0 0 0,18 20 0,-24-24 0,-1 0 0,0 0 0,0 1 0,0 0 0,-1 0 0,0 0 0,0 0 0,0 0 0,-1 1 0,0-1 0,0 1 0,0 8 0,-1-13 0,-1 1 0,0-1 0,0 1 0,-1-1 0,1 1 0,0-1 0,-1 1 0,0-1 0,1 1 0,-1-1 0,0 0 0,0 1 0,0-1 0,-1 0 0,1 0 0,-3 3 0,1-2 0,0 0 0,0 0 0,0 0 0,-1-1 0,1 1 0,-1-1 0,0 0 0,-7 3 0,0 0 0,-1-2 0,0 1 0,0-2 0,0 1 0,-21 0 0,12-2 0,0-1 0,-39-6 0,51 5 0,0-1 0,0 0 0,0-1 0,1 0 0,-1 0 0,1-1 0,-1 0 0,-14-11 0,21 14 0,0 0 0,0 0 0,0-1 0,0 1 0,1-1 0,-1 1 0,1-1 0,-1 0 0,1 0 0,0 0 0,-1 1 0,1-1 0,0-1 0,0 1 0,1 0 0,-1 0 0,0 0 0,1 0 0,-1 0 0,1-1 0,0 1 0,-1 0 0,1 0 0,0-1 0,1 1 0,-1 0 0,0-1 0,1 1 0,-1 0 0,1 0 0,-1 0 0,1 0 0,0 0 0,0-1 0,0 1 0,0 1 0,3-5 0,2-1 0,0 0 0,0 1 0,0 0 0,1 0 0,0 0 0,0 0 0,1 1 0,10-5 0,-7 4-1365,-1 1-5461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45.2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1 121 24575,'13'-16'0,"0"1"0,2 1 0,0 1 0,0 0 0,24-15 0,-34 25 0,0 0 0,-1 1 0,2-1 0,-1 1 0,0 0 0,0 1 0,1-1 0,-1 1 0,1 0 0,-1 0 0,1 1 0,-1 0 0,1 0 0,-1 0 0,1 0 0,-1 1 0,1 0 0,-1 0 0,1 1 0,-1-1 0,0 1 0,0 0 0,0 1 0,6 3 0,-1 0 0,0 1 0,-1 1 0,0-1 0,0 1 0,-1 1 0,0 0 0,0 0 0,-1 1 0,0 0 0,9 18 0,-9-14 0,-2 0 0,1 0 0,-2 0 0,0 1 0,-1 0 0,0 0 0,-1-1 0,0 19 0,-2-7 0,2-1 0,1 1 0,1-1 0,1 0 0,1 0 0,2-1 0,11 28 0,-11-37 0,1 0 0,1 0 0,1 0 0,19 20 0,16 21 0,-42-51 0,-1 0 0,0 0 0,0 0 0,-1 0 0,1 1 0,-1-1 0,-1 1 0,2 5 0,-2-9 0,-1 0 0,0-1 0,0 1 0,0 0 0,0 0 0,0 0 0,0-1 0,0 1 0,-1 0 0,1 0 0,-1-1 0,1 1 0,-1 0 0,0-1 0,0 1 0,0-1 0,0 1 0,0-1 0,0 1 0,0-1 0,0 1 0,0-1 0,-1 0 0,1 0 0,0 0 0,-1 0 0,1 0 0,-1 0 0,-2 1 0,-3 1 0,0 0 0,0-1 0,0 0 0,-1 0 0,1-1 0,0 1 0,-9-1 0,-55-2 0,35 0 0,3 0-1365,19 1-5461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31 24575,'-34'-9'0,"1"2"0,-1 1 0,-1 2 0,-37 0 0,31 4-75,16-1-355,-1 2 0,-38 5 0,48-3-6396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36 24575,'-12'-36'0,"69"172"0,-32-80 0,-2 0 0,23 89 0,-40-118 0,11 44 0,-17-71 0,0 0 0,0 1 0,0-1 0,0 0 0,0 0 0,1 0 0,-1 1 0,0-1 0,0 0 0,0 0 0,0 0 0,0 0 0,0 1 0,0-1 0,0 0 0,1 0 0,-1 0 0,0 0 0,0 0 0,0 1 0,0-1 0,0 0 0,1 0 0,-1 0 0,0 0 0,0 0 0,0 0 0,0 0 0,1 0 0,-1 0 0,0 0 0,0 0 0,0 0 0,1 0 0,4-5 0,4-14 0,-8 16 0,1-2 0,4-9 0,0 0 0,1 0 0,1 1 0,10-15 0,-16 25 0,0 0 0,0 1 0,0-1 0,1 1 0,-1 0 0,1-1 0,-1 1 0,1 0 0,0 1 0,0-1 0,0 0 0,0 1 0,0-1 0,0 1 0,0 0 0,1 0 0,-1 1 0,0-1 0,0 1 0,1-1 0,-1 1 0,0 0 0,1 0 0,-1 0 0,6 2 0,0 1 0,1 0 0,-1 0 0,0 1 0,-1 0 0,1 1 0,-1 0 0,0 0 0,0 1 0,14 13 0,-3 1 0,0 1 0,19 28 0,-35-44-116,13 18 366,-16-22-329,1 0 0,-1 0 0,1 0 0,-1 0 1,1 0-1,-1 0 0,0 1 0,0-1 0,1 0 0,-1 0 0,0 1 0,0-1 0,0 0 0,0 0 1,0 0-1,-1 1 0,1-1 0,-1 1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9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84 24575,'-33'-18'0,"-1"1"0,0 1 0,-41-12 0,72 27 0,0 0 0,0 0 0,-1 1 0,1-1 0,0 1 0,-1 0 0,1 0 0,0 0 0,0 0 0,-1 0 0,1 1 0,0 0 0,-1-1 0,1 1 0,0 1 0,0-1 0,-4 2 0,3 0 0,0 0 0,1 0 0,-1 0 0,1 1 0,0-1 0,0 1 0,0 0 0,1-1 0,-1 1 0,1 1 0,-3 7 0,3-9 0,1 1 0,-1-1 0,1 1 0,0-1 0,0 1 0,0 0 0,1-1 0,-1 1 0,1 0 0,0 0 0,0-1 0,0 1 0,0 0 0,1 0 0,0-1 0,0 1 0,0 0 0,0-1 0,0 1 0,1-1 0,-1 1 0,1-1 0,0 0 0,0 0 0,4 6 0,34 39 0,25 34 0,-59-71 0,1-1 0,-2 1 0,1 0 0,-2 0 0,1 1 0,3 18 0,4 31 0,8 39 0,-16-87 0,0 0 0,1 0 0,1-1 0,0 1 0,10 15 0,-13-24 0,1 0 0,-1 0 0,1 0 0,0-1 0,0 1 0,1-1 0,-1 0 0,0 0 0,1-1 0,0 1 0,0-1 0,-1 0 0,1-1 0,1 1 0,-1-1 0,7 2 0,10-1 0,-1 0 0,37-1 0,-46-2 0,-12 1-16,24-2 154,-23 2-166,-1 0-1,1 0 0,-1 0 1,1 0-1,-1 0 1,0 0-1,1 0 0,-1 0 1,1-1-1,-1 1 1,0 0-1,1 0 0,-1 0 1,0-1-1,1 1 1,-1 0-1,0 0 0,1-1 1,-1 1-1,0 0 1,1 0-1,-1-1 0,0 1 1,0 0-1,1-1 1,-1 1-1,0-1 0,0 1 1,0 0-1,0-1 1,1 1-1,-1 0 0,0-1 1,0 1-1,0-1 1,0 1-1,0-1 0,0 1 1,0 0-1,0-1 1,0 1-1,0-1 0,0 1 1,0 0-1,-1-1 1,1 1-1,0-1 0,0 1 1,0 0-1,0-1 1,-1 1-1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4:59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24575,'0'0'0,"0"1"0,-1-1 0,1 0 0,0 1 0,-1-1 0,1 1 0,0-1 0,0 0 0,-1 1 0,1-1 0,0 1 0,0-1 0,0 1 0,0-1 0,-1 1 0,1-1 0,0 1 0,0-1 0,0 1 0,0-1 0,0 1 0,0-1 0,0 1 0,0-1 0,1 1 0,-1-1 0,0 0 0,0 1 0,1 0 0,3 17 0,5 5 0,2 0 0,0-1 0,2-1 0,0 0 0,17 20 0,60 63 0,-85-100 0,-5-3-75,10 11 280,-9-12-259,-1 0 1,0 1-1,1-1 1,-1 0 0,0 1-1,0-1 1,1 1 0,-1-1-1,0 0 1,0 1-1,0-1 1,0 1 0,0-1-1,1 1 1,-1-1 0,0 0-1,0 1 1,0-1-1,0 1 1,0-1 0,0 1-1,0-1 1,-1 1-1,1-1 1,0 1 0,0-1-1,0 1 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24575,'25'-16'0,"1"1"0,1 2 0,0 0 0,46-14 0,-62 24 0,-1 1 0,1 0 0,0 0 0,0 1 0,0 0 0,0 1 0,0 1 0,-1-1 0,1 2 0,0 0 0,0 0 0,-1 0 0,1 2 0,-1-1 0,0 1 0,10 6 0,5 4 0,-1 1 0,-1 2 0,40 36 0,-61-51 0,0-1 0,0 1 0,0 0 0,-1 0 0,1 0 0,-1 1 0,1-1 0,-1 0 0,0 0 0,0 1 0,0-1 0,0 1 0,0-1 0,-1 1 0,1-1 0,-1 4 0,0-3 0,0 0 0,0 0 0,-1 0 0,0 0 0,1 0 0,-1-1 0,0 1 0,-1 0 0,1 0 0,0-1 0,-1 1 0,0 0 0,-2 3 0,1-3 0,0 1 0,1 1 0,0-1 0,0 0 0,0 1 0,0-1 0,0 1 0,1-1 0,0 1 0,0-1 0,0 1 0,1 0 0,0 0 0,0 0 0,0-1 0,0 1 0,1 0 0,1 7 0,3 4 0,0 0 0,1 0 0,16 28 0,-10-18 0,32 59 0,-24-49 0,-1 1 0,-3 0 0,19 61 0,-33-94 0,-1 1 0,-1-1 0,1 1 0,-1-1 0,1 1 0,-1-1 0,-1 1 0,1 0 0,-1-1 0,-1 6 0,2-8 0,-1 0 0,0 0 0,0 0 0,0 0 0,0-1 0,0 1 0,0 0 0,0-1 0,0 1 0,-1-1 0,1 1 0,0-1 0,-1 0 0,0 0 0,1 1 0,-1-1 0,0 0 0,1 0 0,-1-1 0,0 1 0,0 0 0,0 0 0,0-1 0,0 1 0,-2-1 0,-19 2 0,1-1 0,-1-1 0,-24-4 0,41 4 0,-13-3-1365,2 0-5461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1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40 24575,'-5'-8'0,"4"5"0,-1 0 0,1 0 0,-1 0 0,0 0 0,0 0 0,0 0 0,-1 1 0,1-1 0,-4-3 0,8 19 0,56 129 0,-37-97 0,28 92 0,-49-135-151,1-1-1,-1 1 0,1 0 0,0 0 1,-1-1-1,1 1 0,0 0 1,2 2-1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1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60 24575,'-30'-5'0,"-15"-4"0,-8-1 0,1 2 0,4 2 0,7-1 0,6 2 0,7 0 0,2 3 0,4 0 0,2 1 0,3 3 0,2 2 0,0 2 0,1 0 0,2-1-8191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2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24575,'0'-1'0,"0"1"0,0 0 0,0 0 0,0 0 0,0 0 0,-1 0 0,1 0 0,0-1 0,0 1 0,0 0 0,0 0 0,0 0 0,0 0 0,0 0 0,-1 0 0,1 0 0,0 0 0,0 0 0,0 0 0,0 0 0,0 0 0,-1 0 0,1-1 0,0 1 0,0 0 0,0 0 0,0 0 0,0 0 0,-1 0 0,1 0 0,0 1 0,0-1 0,0 0 0,0 0 0,0 0 0,-1 0 0,1 0 0,0 0 0,0 0 0,0 0 0,0 0 0,0 0 0,0 0 0,-1 0 0,1 1 0,0-1 0,0 0 0,0 0 0,0 0 0,0 0 0,-2 12 0,3 13 0,4 8 0,2 0 0,1-1 0,2-1 0,14 35 0,64 119 0,-75-159 0,-4-8 0,54 100 0,-63-118 0,0 1 0,0 0 0,0-1 0,1 1 0,-1-1 0,0 1 0,1-1 0,-1 1 0,0-1 0,1 1 0,-1-1 0,0 0 0,1 1 0,-1-1 0,1 1 0,-1-1 0,1 0 0,-1 0 0,1 1 0,-1-1 0,1 0 0,-1 0 0,1 1 0,-1-1 0,1 0 0,0 0 0,-1 0 0,1 0 0,0 0 0,0 0 0,0-1 0,-1 0 0,1 1 0,0-1 0,-1 0 0,1 1 0,-1-1 0,1 0 0,-1 0 0,1 1 0,-1-1 0,1 0 0,-1 0 0,0 0 0,0 0 0,1-1 0,1-8 0,0 0 0,1-13 0,-3 22 0,1-26 0,-1 15 0,3-22 0,-3 31 0,1 1 0,-1-1 0,1 1 0,0 0 0,-1-1 0,1 1 0,0 0 0,1-1 0,-1 1 0,0 0 0,1 0 0,-1 0 0,1 0 0,3-3 0,-4 4 0,1 0 0,0 1 0,-1-1 0,1 0 0,0 1 0,-1-1 0,1 1 0,0 0 0,0-1 0,0 1 0,-1 0 0,1 0 0,0 0 0,0 0 0,0 1 0,-1-1 0,1 0 0,0 1 0,0-1 0,-1 1 0,1 0 0,0-1 0,-1 1 0,3 1 0,5 4 0,0-1 0,15 14 0,-20-16 0,33 28 0,-12-9 0,1-2 0,1 0 0,52 28 0,-70-46-68,-7-6 237,-10-11-1635,0 4-5360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2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230 156 24575,'-13'-11'0,"-21"-21"0,-1 2 0,-59-38 0,91 65 0,-1 1 0,0 0 0,0 0 0,0 1 0,-7-3 0,10 4 0,0 0 0,1 0 0,-1 0 0,0-1 0,0 1 0,1 0 0,-1 0 0,0 1 0,0-1 0,1 0 0,-1 0 0,0 0 0,1 0 0,-1 1 0,0-1 0,1 0 0,-1 0 0,0 1 0,1-1 0,-1 1 0,0-1 0,1 0 0,-1 1 0,1-1 0,-1 1 0,1 0 0,-1-1 0,1 1 0,0-1 0,-1 1 0,1 0 0,0-1 0,-1 1 0,1 0 0,0-1 0,0 1 0,-1 0 0,1-1 0,0 2 0,-1 11 0,1 0 0,0 0 0,1 0 0,0 0 0,1 0 0,1-1 0,0 1 0,6 16 0,1-4 0,1-1 0,26 43 0,-28-53 0,5 6 0,22 27 0,-22-30 0,0 0 0,18 33 0,-29-44 0,0 0 0,0-1 0,-1 1 0,0 0 0,0 1 0,-1-1 0,0 0 0,0 0 0,0 1 0,-1-1 0,0 0 0,0 1 0,-2 11 0,-3 8 0,-3 43 0,8-57 0,0 0 0,1 0 0,0-1 0,1 1 0,1 0 0,3 12 0,-3-12 0,1-1 0,1 0 0,0 0 0,12 21 0,-14-29 0,-1 0 0,1 1 0,0-1 0,0 0 0,1 0 0,-1-1 0,0 1 0,1-1 0,0 0 0,-1 0 0,1 0 0,0 0 0,0 0 0,0-1 0,0 0 0,0 0 0,7 1 0,-4-1 12,-1 0 0,1-1 0,0 0 0,0 0 0,-1-1 0,1 0 0,0 0 0,0 0 0,11-5 0,-13 4-111,-1 0 0,1 0 0,-1-1 0,0 1 0,0-1 0,0 0 0,0 0 0,-1-1 0,1 1 0,-1-1 0,0 0 0,0 0 0,0 0 0,3-6 0,-1 0-6727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3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24575,'1'-4'0,"0"0"0,0 0 0,0 0 0,0 0 0,1 1 0,-1-1 0,1 1 0,0-1 0,0 1 0,1-1 0,-1 1 0,0 0 0,1 0 0,0 0 0,6-4 0,-5 4 0,0 1 0,0 0 0,1 0 0,-1 0 0,1 1 0,0-1 0,-1 1 0,1 0 0,0 0 0,0 1 0,0-1 0,7 2 0,2-1 0,-1 1 0,0 1 0,0 0 0,0 1 0,0 0 0,0 1 0,0 1 0,-1 0 0,14 8 0,-24-12 0,-1 0 0,0 0 0,1 0 0,-1 0 0,0 0 0,1 0 0,-1 0 0,0 1 0,0-1 0,0 1 0,0-1 0,0 1 0,0-1 0,-1 1 0,1-1 0,0 1 0,-1 0 0,1-1 0,-1 1 0,0 0 0,1-1 0,-1 1 0,0 0 0,0 0 0,0-1 0,0 1 0,-1 0 0,1 0 0,0-1 0,-1 1 0,1 0 0,-1-1 0,0 1 0,-1 2 0,-1 2 0,0 0 0,-1 1 0,0-2 0,0 1 0,0 0 0,-1-1 0,-5 6 0,1-3 0,1 0 0,1 1 0,0 1 0,0-1 0,-8 16 0,11-17 0,1-1 0,0 0 0,0 0 0,0 1 0,1 0 0,1-1 0,-1 1 0,1 0 0,0 9 0,1-15 0,0-1 0,0 1 0,1 0 0,-1 0 0,0-1 0,1 1 0,-1 0 0,1 0 0,-1-1 0,1 1 0,0-1 0,0 1 0,0-1 0,0 1 0,0-1 0,0 1 0,0-1 0,0 0 0,3 3 0,-1-2 0,0-1 0,0 1 0,0-1 0,0 1 0,0-1 0,0 0 0,1 0 0,-1 0 0,7 0 0,4 0 0,-1-1 0,1-1 0,0 0 0,15-3 0,14-2-455,-1 1 0,47 2 0,-76 3-6371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04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24575,'8'-6'0,"0"-1"0,0 1 0,1 1 0,-1 0 0,1 0 0,0 0 0,1 1 0,14-4 0,-19 7 0,0 0 0,0 0 0,0 0 0,1 1 0,-1 0 0,0 0 0,0 0 0,1 1 0,-1 0 0,0 0 0,0 0 0,0 0 0,0 1 0,0 0 0,0 0 0,-1 0 0,1 1 0,5 3 0,37 30 0,68 66 0,-110-98 0,1 1 0,-1 1 0,-1-1 0,1 1 0,-1 0 0,0 0 0,0 0 0,0 0 0,-1 1 0,0-1 0,0 1 0,-1 0 0,0 0 0,0 0 0,-1 0 0,0 0 0,0 0 0,0 13 0,-2 18 0,0 2 0,5 55 0,-2-81 0,0 0 0,1-1 0,1 1 0,0 0 0,0-1 0,2 0 0,11 21 0,18 22 0,20 36 0,-53-89 0,0 1 0,-1-1 0,0 0 0,1 0 0,-1 1 0,0-1 0,-1 1 0,1-1 0,-1 1 0,1-1 0,-1 1 0,0 0 0,-1-1 0,0 6 0,1-7 0,-1 0 0,0 0 0,0 0 0,0 0 0,0 0 0,0 0 0,-1-1 0,1 1 0,0 0 0,-1-1 0,1 1 0,-1-1 0,0 1 0,1-1 0,-1 0 0,0 1 0,0-1 0,0 0 0,0 0 0,0-1 0,0 1 0,0 0 0,0-1 0,-3 1 0,-17 3-16,1-2 0,-1 0 0,1-2 0,-25-2 0,3 1-1269,20 0-5541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3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 24575,'267'39'0,"-241"-34"0,-93-4 0,-28-9 0,-8 0 0,59 8-1365,32 0-5461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4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62 24575,'-1'-3'0,"-2"-2"0,1 1 0,0 0 0,0-1 0,0 1 0,0-1 0,1 0 0,0 1 0,0-1 0,0 0 0,0-6 0,3 10 0,3 5 0,1 5 0,0 1 0,-2-1 0,1 1 0,-2 0 0,1 0 0,-1 0 0,2 18 0,4 65 0,-5-31 0,-1-29 0,1 1 0,2-1 0,2 0 0,17 48 0,-12-45 0,-4-12 0,1 0 0,15 26 0,-25-49 0,0 0 0,1 0 0,-1-1 0,0 1 0,1-1 0,-1 1 0,1 0 0,-1-1 0,1 1 0,-1-1 0,1 1 0,-1-1 0,1 1 0,-1-1 0,1 0 0,0 1 0,-1-1 0,1 0 0,0 1 0,-1-1 0,1 0 0,0 0 0,-1 1 0,3-1 0,-3 0 0,1-1 0,0 1 0,0-1 0,-1 1 0,1 0 0,0-1 0,-1 1 0,1-1 0,0 1 0,-1-1 0,1 0 0,-1 1 0,1-1 0,-1 0 0,1 1 0,-1-1 0,0 0 0,1 0 0,1-4 0,0 0 0,0 0 0,0 0 0,-1 0 0,1-9 0,0-9 0,-1 6 0,1 1 0,0-1 0,9-30 0,-10 44 0,0 1 0,0-1 0,0 1 0,0-1 0,1 1 0,-1 0 0,1 0 0,-1 0 0,1 0 0,0 0 0,0 0 0,0 0 0,0 0 0,0 1 0,0-1 0,0 1 0,0 0 0,3-2 0,-2 2 0,0 1 0,0-1 0,-1 1 0,1-1 0,0 1 0,0 0 0,0 0 0,0 0 0,0 0 0,0 1 0,0-1 0,-1 1 0,1 0 0,0 0 0,0 0 0,3 2 0,25 13 0,0 2 0,45 35 0,-48-32 0,-11-9 0,20 20 0,-32-28 0,-1 1 0,1 0 0,-1 0 0,0 0 0,-1 0 0,1 1 0,-1 0 0,4 9 0,-7-15 3,0 0-1,0 1 0,0-1 0,1 0 1,-1 1-1,0-1 0,0 0 0,0 1 1,0-1-1,0 1 0,0-1 0,0 0 1,0 1-1,0-1 0,0 1 0,0-1 1,0 0-1,0 1 0,0-1 0,0 1 1,0-1-1,-1 0 0,1 1 0,0-1 1,0 0-1,0 1 0,-1-1 1,1 0-1,0 1 0,0-1 0,-1 0 1,1 0-1,0 1 0,-1-1 0,1 0 1,0 0-1,-1 1 0,1-1 0,0 0 1,-1 0-1,1 0 0,0 0 0,-1 0 1,0 1-1,-18-2-1354,18 1 1237,-13-2-6711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5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254 123 24575,'-20'-19'0,"0"1"0,-28-19 0,38 30 0,0 0 0,-1 2 0,1-1 0,-1 1 0,0 1 0,0 0 0,-20-5 0,29 9 0,0 0 0,0-1 0,0 1 0,0 0 0,0 0 0,0 0 0,0 0 0,0 0 0,0 0 0,1 1 0,-1-1 0,0 1 0,0-1 0,0 1 0,0 0 0,0 0 0,1 0 0,-1 0 0,0 0 0,1 0 0,-1 0 0,-2 3 0,2-1 0,0 0 0,0 0 0,1 0 0,-1 0 0,1 0 0,0 0 0,0 0 0,0 0 0,0 1 0,0-1 0,1 0 0,-1 7 0,1 2 0,1 1 0,0-1 0,0 0 0,1 0 0,1 0 0,0 0 0,0 0 0,2 0 0,6 14 0,8 11 0,34 49 0,4 8 0,-39-58 0,-2 2 0,13 45 0,15 80 0,12 39 0,-54-197 8,0 0 0,1 0 0,-1-1 0,1 1 0,0-1 0,0 0 0,1 1 0,-1-2 0,1 1 0,0 0 0,0-1 0,0 1 0,0-1 0,7 4 0,-9-6-50,0 0-1,0 0 1,1 0-1,-1-1 1,0 1-1,0 0 1,0-1 0,1 1-1,-1-1 1,0 0-1,0 0 1,1 0-1,-1 0 1,0 0 0,1 0-1,-1-1 1,0 1-1,0-1 1,0 1-1,1-1 1,-1 0 0,0 0-1,0 0 1,0 0-1,0 0 1,0-1-1,-1 1 1,1 0 0,0-1-1,0 0 1,-1 1-1,1-1 1,-1 0-1,3-3 1,2-7-6784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6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24575,'35'-19'0,"69"-27"0,-91 42 0,0 0 0,1 0 0,0 1 0,0 1 0,-1 0 0,1 1 0,0 1 0,26 2 0,-37-2 0,0 1 0,0 0 0,1 0 0,-1 0 0,0 0 0,0 0 0,0 1 0,-1-1 0,1 1 0,0 0 0,0 0 0,-1 0 0,1 0 0,2 4 0,-4-5 0,0 0 0,-1 0 0,1 0 0,0 0 0,-1 0 0,1 1 0,-1-1 0,1 0 0,-1 0 0,0 1 0,1-1 0,-1 0 0,0 1 0,0-1 0,0 0 0,0 1 0,0-1 0,0 0 0,-1 1 0,1-1 0,0 0 0,-1 0 0,1 1 0,-1-1 0,1 0 0,-1 0 0,1 0 0,-1 1 0,0-1 0,0 0 0,0 0 0,1 0 0,-1 0 0,0 0 0,0-1 0,0 1 0,-2 1 0,-3 2 0,0 0 0,-1 0 0,0 0 0,-9 3 0,11-5 0,1-1 0,-1 1 0,1 0 0,-1 1 0,1-1 0,0 1 0,0 0 0,0 0 0,0 0 0,1 1 0,-1-1 0,-4 7 0,8-9 0,-1 1 0,0-1 0,1 0 0,0 1 0,-1-1 0,1 1 0,0-1 0,-1 1 0,1-1 0,0 1 0,0-1 0,0 1 0,1-1 0,-1 1 0,0-1 0,1 1 0,-1-1 0,0 1 0,1-1 0,0 1 0,-1-1 0,1 0 0,0 0 0,0 1 0,0-1 0,-1 0 0,1 0 0,1 0 0,1 2 0,4 3 0,0 0 0,0-1 0,16 9 0,-8-5 0,40 25 0,25 18 0,-72-47 0,1 2 0,1-1 0,13 15 0,-21-19 0,-1-1 0,1 1 0,-1-1 0,1 1 0,-1 0 0,0 0 0,0-1 0,0 1 0,0 0 0,0 0 0,0 0 0,-1 0 0,1 1 0,-1-1 0,1 0 0,-1 0 0,0 0 0,0 0 0,0 0 0,0 5 0,-1-6 0,0 1 0,1 0 0,-1 0 0,0-1 0,0 1 0,0 0 0,-1-1 0,1 0 0,0 1 0,-1-1 0,1 0 0,0 1 0,-1-1 0,0 0 0,1 0 0,-1 0 0,0 0 0,1 0 0,-4 0 0,-4 3 0,-1-1 0,-14 3 0,13-4 0,-10 2-92,0-1-1,1-1 1,-43-2-1,39-1-902,11 1-5831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6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67 24575,'11'-9'0,"0"0"0,1 1 0,-1 0 0,2 1 0,20-9 0,-28 14 0,0 0 0,0 1 0,0 0 0,0 0 0,1 0 0,-1 0 0,0 1 0,0 0 0,0 0 0,1 0 0,-1 1 0,0-1 0,0 1 0,0 1 0,0-1 0,0 1 0,0 0 0,7 3 0,-5-1 0,0 1 0,0-1 0,0 1 0,-1 1 0,1-1 0,-1 1 0,-1 0 0,1 0 0,-1 1 0,0 0 0,-1 0 0,1 0 0,-1 0 0,-1 1 0,1-1 0,-1 1 0,-1 0 0,1 0 0,-1 0 0,-1 0 0,0 1 0,1 15 0,0 17 0,1-1 0,2 0 0,2-1 0,2 1 0,14 38 0,-5-31 0,46 84 0,-39-84 0,28 75 0,-50-116 0,-1 1 0,-1 0 0,1 0 0,-1 0 0,0 0 0,0 0 0,-1 0 0,0 1 0,0-1 0,-3 11 0,3-15 0,-1 1 0,-1-1 0,1 0 0,0 1 0,-1-1 0,0 0 0,1 0 0,-1 0 0,-1 0 0,1 0 0,0-1 0,-1 1 0,1 0 0,-1-1 0,0 0 0,0 0 0,0 0 0,0 0 0,0 0 0,0-1 0,0 1 0,-6 1 0,-7 1-36,1-1 1,-1-1-1,0 0 0,0-1 0,0-1 1,-20-2-1,5 1-1079,18 1-5711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18.3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1 107 24575,'46'-8'0,"11"-1"0,91-25 0,-125 24 0,-18 8 0,1 0 0,-1 0 0,1 0 0,0 0 0,11-1 0,185 2 0,-185 2 0,338 33 0,-195-14 0,-149-19 0,11 2 0,44-1 0,-59-2 0,0-1 0,0 0 0,0 0 0,0-1 0,0 0 0,0 0 0,-1-1 0,1 1 0,-1-1 0,9-6 0,-1 1 0,0 0 0,0 0 0,1 1 0,0 1 0,31-8 0,-22 9 0,0 1 0,1 1 0,31 0 0,12 5 0,124 21 0,-182-21 0,79 11-1365,-56-9-5461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1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24575,'0'4'0,"1"-1"0,0 1 0,0 0 0,0-1 0,0 1 0,2 4 0,3 5 0,23 87 0,7 21 0,-11-54 0,39 116 0,-61-172 0,-1 1 0,0 0 0,0 0 0,-1 13 0,11-91 0,-10 58 0,-1 1 0,1 0 0,1 0 0,-1 0 0,1 0 0,0 0 0,1 0 0,6-9 0,-8 13 0,0 1 0,0-1 0,0 1 0,0 0 0,1-1 0,-1 1 0,1 0 0,-1 1 0,1-1 0,0 0 0,0 1 0,-1-1 0,1 1 0,0 0 0,0 0 0,1 0 0,-1 1 0,0-1 0,0 1 0,0-1 0,0 1 0,5 0 0,2 2 0,1 0 0,-1 1 0,0 0 0,0 0 0,0 1 0,-1 0 0,12 7 0,4 5 0,30 22 0,-46-32-120,17 15 372,-24-20-376,-1 1-1,1-1 0,-1 1 0,1 0 0,-1-1 1,0 1-1,1 0 0,-1 0 0,0 0 1,0 0-1,1 3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3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68 24575,'-31'-13'0,"-57"-22"0,74 30 0,-1 1 0,0 1 0,0 0 0,-18-1 0,30 4 0,1 0 0,-1 0 0,0 0 0,0 1 0,0-1 0,0 1 0,0-1 0,1 1 0,-1 0 0,0 0 0,0 0 0,1 1 0,-1-1 0,1 1 0,-1-1 0,1 1 0,0 0 0,0 0 0,-3 3 0,3-3 0,1 0 0,-1 0 0,1 0 0,0 0 0,0 0 0,0 1 0,0-1 0,1 0 0,-1 1 0,0-1 0,1 0 0,0 1 0,-1-1 0,1 1 0,0-1 0,0 1 0,1-1 0,-1 0 0,0 1 0,1-1 0,0 0 0,-1 1 0,2 2 0,38 77 0,2 9 0,75 239 0,-95-259 0,58 126 0,-72-178 0,-6-13 0,1-1 0,-1 1 0,1-1 0,6 8 0,-8-11 0,1 0 0,-1-1 0,1 0 0,-1 1 0,1-1 0,0 0 0,0 1 0,0-1 0,0 0 0,-1 0 0,1-1 0,0 1 0,1 0 0,-1-1 0,0 1 0,4 0 0,12 0 0,0 0 0,1-1 0,-1-1 0,0 0 0,0-1 0,0-1 0,30-10 0,-46 13-91,0-1 0,0 0 0,0 0 0,0 0 0,-1 0 0,1 0 0,0 0 0,0 0 0,-1-1 0,1 1 0,-1-1 0,1 1 0,-1-1 0,1-1 0,3-5-6735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3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89 24575,'-1'0'0,"1"0"0,0 0 0,0 0 0,0 0 0,-1 0 0,1 0 0,0 1 0,0-1 0,0 0 0,-1 0 0,1 0 0,0 0 0,0 1 0,0-1 0,0 0 0,0 0 0,-1 0 0,1 1 0,0-1 0,0 0 0,0 0 0,0 1 0,0-1 0,0 0 0,0 0 0,0 1 0,0-1 0,0 0 0,0 0 0,0 1 0,0-1 0,0 0 0,0 0 0,0 0 0,0 1 0,0-1 0,0 0 0,1 1 0,2 11 0,-3-11 0,8 21 0,1 0 0,1-1 0,0 0 0,2-1 0,0 0 0,2 0 0,0-2 0,1 1 0,1-2 0,28 25 0,-31-33 0,-7-10 0,-5-7 0,-2 2 0,-1 0 0,0 0 0,0 0 0,0 0 0,-1 1 0,-4-8 0,-25-34 0,4 6 0,1-9 0,-26-72 0,41 94 0,18 37 0,0 0 0,1 0 0,0-1 0,0 0 0,1 0 0,0 0 0,0-1 0,1 0 0,0-1 0,0 0 0,14 6 0,-5-6 0,0-1 0,0-1 0,1-1 0,-1-1 0,1 0 0,0-1 0,0-1 0,24-3 0,-39 2 0,1 0 0,0 0 0,-1 0 0,1 0 0,-1-1 0,0 1 0,1-1 0,-1 0 0,0-1 0,0 1 0,0-1 0,-1 0 0,1 0 0,0 0 0,-1 0 0,4-5 0,2-5 0,0 1 0,-1-2 0,10-21 0,-11 23 0,-7 11 0,0 1 0,0 0 0,0 0 0,0-1 0,0 1 0,0 0 0,0 0 0,0-1 0,0 1 0,0 0 0,0 0 0,0-1 0,0 1 0,1 0 0,-1 0 0,0 0 0,0-1 0,0 1 0,0 0 0,1 0 0,-1 0 0,0 0 0,0 0 0,1-1 0,-1 1 0,0 0 0,0 0 0,0 0 0,1 0 0,-1 0 0,0 0 0,0 0 0,1 0 0,-1 0 0,0 0 0,0 0 0,1 0 0,-1 0 0,0 0 0,0 0 0,1 0 0,-1 0 0,0 0 0,0 0 0,1 0 0,-1 0 0,0 1 0,0-1 0,0 0 0,1 0 0,-1 0 0,0 0 0,0 0 0,0 1 0,0-1 0,1 0 0,-1 0 0,0 0 0,0 1 0,0-1 0,0 0 0,9 19 0,-7-14 0,28 74 0,20 47 0,-39-104 0,0-1 0,1-1 0,26 34 0,-32-48-1365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24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24575,'37'-31'0,"-20"17"0,1-1 0,21-11 0,-34 23 0,0 0 0,1 0 0,-1 1 0,1-1 0,0 1 0,0 1 0,0-1 0,0 1 0,0 0 0,0 1 0,0-1 0,9 1 0,-13 0 0,0 1 0,0-1 0,0 1 0,0-1 0,0 1 0,0 0 0,0-1 0,0 1 0,-1 0 0,1 0 0,0 0 0,-1 1 0,1-1 0,0 0 0,-1 1 0,0-1 0,1 1 0,-1-1 0,0 1 0,0 0 0,0-1 0,0 1 0,0 0 0,0 0 0,0 0 0,0 0 0,-1 0 0,1-1 0,-1 1 0,1 3 0,0 6 0,0 1 0,-1 0 0,0-1 0,-2 15 0,1-3 0,1-6 0,0 0 0,2 0 0,0 0 0,1-1 0,0 1 0,2-1 0,11 31 0,25 51 0,14 36 0,-10-23 0,-41-104 0,0 1 0,0-1 0,1 1 0,0-2 0,1 1 0,10 10 0,0 0 0,-14-15 0,-1 1 0,1-1 0,0 1 0,-1 0 0,1 0 0,-1 0 0,0-1 0,0 1 0,0 0 0,0 0 0,1 6 0,-2-8 0,0 0 0,0 0 0,0 0 0,0 0 0,0 0 0,0-1 0,0 1 0,-1 0 0,1 0 0,0 0 0,0 0 0,-1 0 0,1 0 0,-1-1 0,1 1 0,-1 0 0,1 0 0,-1-1 0,1 1 0,-1 0 0,1-1 0,-1 1 0,0 0 0,0-1 0,1 1 0,-1-1 0,0 1 0,0-1 0,0 1 0,1-1 0,-1 0 0,0 0 0,0 1 0,0-1 0,0 0 0,0 0 0,0 0 0,0 0 0,1 0 0,-1 0 0,0 0 0,0 0 0,-1 0 0,-14-2 0,0 0 0,-30-9 0,11 2 0,-33-7-1365,55 14-5461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1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56 24575,'8'0'0,"-1"-1"0,1-1 0,-1 1 0,15-6 0,-24 5 0,-7 1 0,-13 0 0,-4 1 0,-58-2 0,72 1 0,-1-1 0,1 0 0,-1-1 0,-18-7 0,27 9 0,1 0 0,0 0 0,0 1 0,0-1 0,-1 1 0,1-1 0,0 1 0,-1 0 0,-4 1 0,90-12 0,-62 8 0,0 2 0,0 0 0,0 1 0,1 1 0,-1 1 0,0 1 0,31 7 0,-49-9 0,0 0 0,1-1 0,-1 1 0,0 0 0,0 0 0,0 1 0,1-1 0,-1 0 0,2 3 0,-4-4 0,1 0 0,-1 0 0,0 0 0,0 0 0,0 1 0,0-1 0,0 0 0,0 0 0,0 0 0,0 0 0,0 1 0,1-1 0,-1 0 0,0 0 0,0 0 0,0 0 0,0 1 0,0-1 0,0 0 0,0 0 0,0 0 0,0 0 0,0 1 0,0-1 0,0 0 0,0 0 0,0 0 0,-1 1 0,1-1 0,0 0 0,0 0 0,0 0 0,0 0 0,0 0 0,0 1 0,0-1 0,0 0 0,-1 0 0,1 0 0,-16 5 0,-5-4 0,0 0 0,0-1 0,0-1 0,-21-5 0,2-1 0,-45-15 0,82 21-227,-1 0-1,0 0 1,1 0-1,-1 1 1,-5-1-1,-1 2-6598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3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144 140 24575,'-1'12'0,"0"1"0,-4 16 0,3-20 0,0 0 0,1 1 0,0-1 0,1 1 0,0 13 0,5 0 0,1 0 0,0-1 0,2 0 0,0 0 0,2-1 0,21 36 0,-22-42 0,0-1 0,1-1 0,1 0 0,0 0 0,17 15 0,-27-27 0,1 0 0,-1 0 0,1 0 0,-1 0 0,1-1 0,-1 1 0,1 0 0,0-1 0,-1 1 0,1-1 0,0 1 0,1-1 0,-2 0 0,-1 0 0,0 0 0,0 0 0,1 0 0,-1 0 0,0 0 0,0 0 0,1 0 0,-1 0 0,0 0 0,0 0 0,0 0 0,1 0 0,-1 0 0,0-1 0,0 1 0,0 0 0,1 0 0,-1 0 0,0 0 0,0-1 0,0 1 0,0 0 0,1 0 0,-1 0 0,0 0 0,0-1 0,0 1 0,0 0 0,0 0 0,0-1 0,0 0 0,0 0 0,0 0 0,0 0 0,0 0 0,0 0 0,-1 0 0,1 0 0,0 0 0,-1 0 0,1 0 0,0 0 0,-2-1 0,-94-145 0,18 30 0,46 66 0,2-2 0,-38-93 0,67 143 0,1 1 0,-1 0 0,1-1 0,-1 1 0,1-1 0,0-4 0,0 7 0,0 0 0,0 0 0,0 0 0,0-1 0,0 1 0,0 0 0,0 0 0,0 0 0,0-1 0,0 1 0,0 0 0,0 0 0,0 0 0,1 0 0,-1 0 0,0-1 0,0 1 0,0 0 0,0 0 0,0 0 0,0 0 0,0 0 0,1-1 0,-1 1 0,0 0 0,0 0 0,0 0 0,0 0 0,0 0 0,1 0 0,-1 0 0,0 0 0,0 0 0,9 7 0,133 166 0,-141-172 0,13 17 0,2-1 0,26 22 0,-37-35 0,0 0 0,0-1 0,0 1 0,0-1 0,0-1 0,1 1 0,0-1 0,-1 0 0,1 0 0,0 0 0,0-1 0,0 0 0,0 0 0,11 0 0,-15-1 0,0-1 0,0 1 0,0 0 0,0-1 0,0 1 0,-1-1 0,1 0 0,0 1 0,0-1 0,-1 0 0,1 0 0,0 0 0,-1 0 0,1-1 0,-1 1 0,3-2 0,-2 0 0,0 0 0,0 0 0,0-1 0,0 1 0,0-1 0,0 1 0,1-8 0,0-2 0,0 0 0,-1 0 0,1-23 0,-3 35 0,1-42 0,11-59 0,-12 101 0,0 1 0,0 0 0,0-1 0,0 1 0,0-1 0,0 1 0,0-1 0,0 1 0,0 0 0,1-1 0,-1 1 0,0-1 0,0 1 0,0 0 0,0-1 0,1 1 0,-1 0 0,0-1 0,1 1 0,-1 0 0,0-1 0,0 1 0,1 0 0,-1 0 0,0-1 0,1 1 0,-1 0 0,1 0 0,-1 0 0,1-1 0,0 2 0,-1-1 0,1 0 0,0 0 0,-1 1 0,1-1 0,0 1 0,-1-1 0,1 1 0,-1-1 0,1 1 0,-1-1 0,1 1 0,-1-1 0,1 1 0,0 0 0,16 31 0,-16-30 0,33 65 0,2-2 0,63 83 0,-24-61 125,-26-32-1615,-41-45-5336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4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24575,'0'13'0,"3"6"0,0 3 0,3-1 0,-1 0 0,3-2 0,2-1 0,1-2 0,-1 0 0,1-4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4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24575,'8'13'0,"2"6"0,2 2 0,-1-1-8191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4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4 24575,'-17'-2'0,"-29"1"0,42 1 0,0 0 0,0 0 0,0 1 0,0 0 0,1 0 0,-1 0 0,0 0 0,0 0 0,1 1 0,-1 0 0,1-1 0,-1 1 0,-4 4 0,7-5 0,0 0 0,1 1 0,-1-1 0,0 0 0,0 1 0,0-1 0,1 0 0,-1 1 0,1-1 0,-1 1 0,1-1 0,0 1 0,0 0 0,-1-1 0,1 1 0,0-1 0,0 1 0,0-1 0,1 1 0,-1-1 0,0 1 0,1-1 0,-1 1 0,1-1 0,-1 1 0,1-1 0,-1 1 0,2 1 0,3 5 0,-1 0 0,1 0 0,9 9 0,-14-16 0,16 16 0,1 0 0,0-1 0,2-1 0,-1-1 0,22 13 0,27 21 0,-66-48 0,-1 0 0,1 1 0,0-1 0,0 1 0,-1 0 0,1-1 0,0 1 0,-1-1 0,1 1 0,-1 0 0,1 0 0,-1-1 0,1 1 0,-1 0 0,0 0 0,1 0 0,-1-1 0,0 1 0,1 1 0,-2-1 0,1-1 0,0 1 0,0-1 0,-1 1 0,1-1 0,0 1 0,0-1 0,-1 0 0,1 1 0,0-1 0,-1 1 0,1-1 0,-1 0 0,1 0 0,-1 1 0,1-1 0,0 0 0,-1 0 0,1 1 0,-1-1 0,1 0 0,-1 0 0,0 0 0,-6 2 0,0-1 0,0 0 0,-12-1 0,16 0 0,-293-2-1365,283 2-5461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5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28 24575,'7'0'0,"18"0"0,28 4 0,-46-3 0,-1 0 0,0 0 0,0 0 0,0 1 0,0 0 0,-1 0 0,1 1 0,0 0 0,-1 0 0,6 4 0,-10-6 0,0-1 0,1 1 0,-2 0 0,1 0 0,0 0 0,0 0 0,0 1 0,0-1 0,-1 0 0,1 0 0,0 0 0,-1 1 0,1-1 0,-1 0 0,0 0 0,1 1 0,-1-1 0,0 0 0,0 1 0,0 1 0,0 0 0,0-1 0,-1 1 0,1-1 0,-1 1 0,0-1 0,0 0 0,0 1 0,0-1 0,0 0 0,-3 3 0,-3 4 0,0 0 0,-1 0 0,-16 13 0,21-19 0,1-1 0,-9 8 0,0-1 0,0 0 0,-1 0 0,-17 8 0,26-15 0,-1 0 0,1-1 0,0 0 0,-1 0 0,0 0 0,1 0 0,-1 0 0,0-1 0,1 1 0,-1-1 0,0 0 0,0 0 0,1-1 0,-1 1 0,0-1 0,1 0 0,-1 0 0,1 0 0,-1 0 0,1-1 0,-1 1 0,-3-3 0,-2-3 0,0-1 0,0 0 0,0 0 0,1-1 0,0 0 0,1-1 0,0 1 0,-9-19 0,12 20 0,0 0 0,0 0 0,-3-14 0,5 18 0,1-1 0,0 1 0,1-1 0,-1 0 0,1 1 0,0-1 0,0 1 0,1-8 0,-1 10-44,1 1 0,-1-1 0,1 1 0,0-1 0,-1 1 0,1-1 0,0 1 0,0 0 0,0-1 0,0 1 0,0 0 0,0 0 0,0 0 0,0 0 0,0 0 0,1 0 0,-1 0 0,0 0-1,1 0 1,-1 1 0,1-1 0,-1 1 0,1-1 0,-1 1 0,1-1 0,-1 1 0,1 0 0,-1 0 0,1 0 0,2 0 0,9 1-6782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6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196 536 24575,'-69'-33'0,"60"29"0,-1 1 0,1 0 0,-1 0 0,0 2 0,-14-2 0,21 2 0,1 1 0,0 0 0,-1 0 0,1 0 0,0 1 0,0-1 0,-1 1 0,1-1 0,0 1 0,0 0 0,-1-1 0,1 1 0,0 0 0,0 1 0,0-1 0,0 0 0,0 1 0,1-1 0,-3 3 0,3-3 0,0 1 0,0-1 0,0 1 0,0 0 0,0 0 0,0-1 0,1 1 0,-1 0 0,1 0 0,-1 0 0,1 0 0,0 0 0,0 0 0,0 0 0,0-1 0,0 1 0,0 0 0,0 0 0,1 0 0,-1 0 0,1 0 0,1 3 0,2 5 0,1 0 0,0-1 0,1 1 0,0-1 0,1-1 0,-1 1 0,2-1 0,-1 0 0,1-1 0,0 0 0,1 0 0,0-1 0,0 0 0,0 0 0,18 7 0,-25-12 0,1 0 0,0 0 0,0-1 0,-1 1 0,1-1 0,0 1 0,0-1 0,0 0 0,0 0 0,0 0 0,0-1 0,0 1 0,-1-1 0,1 0 0,0 1 0,0-1 0,-1 0 0,1-1 0,0 1 0,2-2 0,-3 1 0,1 0 0,-1-1 0,0 1 0,0-1 0,0 1 0,0-1 0,0 0 0,-1 0 0,1 1 0,-1-1 0,1-1 0,-1 1 0,0 0 0,-1 0 0,1 0 0,0 0 0,-1-6 0,2-26 0,-1 0 0,-2 0 0,-2 1 0,-1-1 0,-16-60 0,3 35 0,-3 0 0,-37-75 0,47 113 0,-1 1 0,-16-24 0,27 45 0,0 0 0,0-1 0,0 1 0,0 0 0,-1-1 0,1 1 0,0 0 0,0 0 0,0-1 0,0 1 0,-1 0 0,1 0 0,0-1 0,0 1 0,0 0 0,-1 0 0,1 0 0,0-1 0,0 1 0,-1 0 0,1 0 0,0 0 0,0 0 0,-1 0 0,1-1 0,0 1 0,-1 0 0,1 0 0,0 0 0,0 0 0,-1 0 0,1 0 0,0 0 0,-1 0 0,0 12 0,8 20 0,-7-32 0,19 73-113,25 90 354,-34-133-614,1 0 0,1-1-1,21 34 1,-23-47-6453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5:46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184 540 24575,'-15'-9'0,"-1"-3"0,-2 2 0,1 0 0,-1 0 0,-33-10 0,50 19 0,-1 1 0,0-1 0,0 1 0,1-1 0,-1 1 0,0 0 0,0 0 0,0 0 0,0 0 0,1 0 0,-1 0 0,0 1 0,0-1 0,1 1 0,-1-1 0,0 1 0,-3 1 0,4-1 0,0 0 0,0 0 0,0 0 0,0 0 0,0 0 0,0 1 0,0-1 0,0 0 0,1 1 0,-1-1 0,0 1 0,1-1 0,-1 0 0,1 1 0,-1-1 0,1 1 0,0-1 0,0 1 0,0 0 0,0 1 0,0 5 0,1 0 0,0 0 0,0 0 0,1 0 0,0 0 0,0-1 0,0 1 0,1-1 0,8 13 0,-1-1 0,2-1 0,20 23 0,-26-34 0,0-1 0,0 0 0,0-1 0,1 0 0,0 0 0,0 0 0,0-1 0,9 4 0,-13-6 0,1 0 0,-1-1 0,1 0 0,0 1 0,-1-1 0,1-1 0,0 1 0,0 0 0,0-1 0,0 0 0,-1 0 0,1 0 0,0 0 0,0-1 0,0 0 0,-1 0 0,1 0 0,0 0 0,-1 0 0,5-2 0,-5 0 0,0 1 0,0-1 0,0 1 0,-1-1 0,1 0 0,-1 0 0,0 0 0,1 0 0,-1-1 0,-1 1 0,1-1 0,0 1 0,-1-1 0,0 1 0,0-1 0,0 0 0,0 0 0,0-3 0,0-4 0,0 0 0,-1-1 0,0 1 0,-1 0 0,-1-11 0,-6-18 0,-2 1 0,-29-76 0,-46-71 0,44 99 0,36 75 0,-3-5 0,0 0 0,0 1 0,-20-27 0,28 43 0,-1-1 0,1 1 0,0-1 0,0 1 0,0 0 0,-1-1 0,1 1 0,0 0 0,-1-1 0,1 1 0,0 0 0,-1 0 0,1-1 0,0 1 0,-1 0 0,1 0 0,0-1 0,-1 1 0,1 0 0,-1 0 0,1 0 0,0 0 0,-1 0 0,1 0 0,-1 0 0,0 0 0,1 0 0,-1 1 0,1-1 0,0 1 0,0-1 0,0 1 0,-1-1 0,1 1 0,0 0 0,0-1 0,0 1 0,0-1 0,0 1 0,0 0 0,0-1 0,0 1 0,0 0 0,7 35 0,-5-30 0,14 54 0,3 0 0,2-1 0,36 69 0,44 43-1614,-80-138-2660,-5-6 1971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4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24575,'0'0'0,"0"0"0,0 0 0,0-1 0,-1 1 0,1 0 0,0 0 0,0 0 0,0 0 0,0 0 0,-1-1 0,1 1 0,0 0 0,0 0 0,0 0 0,-1 0 0,1 0 0,0 0 0,0 0 0,0 0 0,-1 0 0,1 0 0,0 0 0,0 0 0,-1 0 0,1 0 0,0 0 0,0 0 0,0 0 0,-1 0 0,1 0 0,0 0 0,0 0 0,-1 0 0,1 0 0,0 0 0,-4 9 0,1 12 0,3-21 0,-1 10 0,2 0 0,0-1 0,0 1 0,0 0 0,1-1 0,1 1 0,4 11 0,31 64 0,-19-45 0,-19-39 0,81 189 0,-66-151 0,-3 1 0,15 79 0,-29-217 0,3 49 0,-1 42 0,0 0 0,0 1 0,0-1 0,0 1 0,1-1 0,0 1 0,2-7 0,-2 11 0,0 0 0,0 1 0,0-1 0,0 0 0,0 1 0,0-1 0,0 1 0,0-1 0,1 1 0,-1 0 0,0 0 0,1-1 0,-1 1 0,1 0 0,0 0 0,-1 0 0,1 0 0,0 1 0,0-1 0,-1 0 0,1 1 0,0 0 0,0-1 0,0 1 0,3 0 0,5-1 0,1 1 0,0 1 0,0-1 0,-1 2 0,1 0 0,0 0 0,-1 1 0,0 0 0,0 1 0,0 0 0,0 0 0,10 7 0,-4-2 0,-1 2 0,0-1 0,-1 2 0,0 0 0,-1 1 0,16 18 0,-27-28-105,0 0 0,0 0 0,0 0 0,0 0 0,0 1 0,-1-1 0,1 1 0,-1-1 0,0 1 0,0 0 0,0-1 0,0 5 0,-1 4-6721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5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2 24575,'-115'-1'0,"-121"3"0,231-2 0,0 0 0,0 1 0,0 0 0,0 0 0,0 0 0,0 1 0,0-1 0,0 1 0,1 0 0,-7 4 0,9-4 0,1-1 0,-1 0 0,1 0 0,-1 1 0,1-1 0,0 1 0,0-1 0,-1 1 0,1 0 0,0 0 0,1-1 0,-1 1 0,0 0 0,0 0 0,1 0 0,-1 0 0,1 0 0,-1 0 0,1 0 0,0 0 0,0 0 0,0 0 0,0 0 0,0 0 0,1 0 0,-1 0 0,0 0 0,2 3 0,1 2 0,-1 0 0,1-1 0,0 0 0,1 1 0,0-1 0,5 7 0,31 33 0,-30-36 0,30 35 0,-2 1 0,-1 2 0,34 62 0,-59-86 0,0 1 0,-2 0 0,0 0 0,-2 1 0,-1 0 0,-1 1 0,-1 0 0,-2 0 0,0 0 0,-3 40 0,0-67 0,0 4 0,0-1 0,0 1 0,1-1 0,-1 1 0,2 4 0,-2-7 0,0 0 0,0-1 0,1 1 0,-1 0 0,0-1 0,1 1 0,-1-1 0,0 1 0,1 0 0,-1-1 0,1 1 0,-1-1 0,1 1 0,-1-1 0,1 0 0,0 1 0,-1-1 0,1 1 0,-1-1 0,1 0 0,0 0 0,-1 1 0,1-1 0,0 0 0,-1 0 0,1 0 0,0 0 0,-1 0 0,1 0 0,0 0 0,0 0 0,-1 0 0,1 0 0,1 0 0,48-11 0,-31 6 0,36-4 0,-41 8 0,130-13 0,-141 14-170,-1-1-1,1 1 0,0-1 1,-1 1-1,1-1 0,-1 0 1,4-2-1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6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24575,'0'0'0,"0"0"0,-1 0 0,1 0 0,0 0 0,-1 1 0,1-1 0,0 0 0,-1 0 0,1 0 0,0 1 0,-1-1 0,1 0 0,0 0 0,-1 0 0,1 1 0,0-1 0,0 0 0,0 1 0,-1-1 0,1 0 0,0 1 0,0-1 0,0 0 0,0 1 0,-1-1 0,1 0 0,0 1 0,0-1 0,0 0 0,0 1 0,0-1 0,0 1 0,0-1 0,0 0 0,0 1 0,0-1 0,0 0 0,0 1 0,1-1 0,-1 0 0,0 1 0,5 16 0,2-4 0,1 0 0,1-1 0,0 0 0,1-1 0,21 20 0,-22-21 0,2 1 0,22 16 0,-31-25 0,1 0 0,0 0 0,0 0 0,0 0 0,0-1 0,0 1 0,1-1 0,-1 0 0,0 0 0,1 0 0,-1-1 0,1 1 0,-1-1 0,4 1 0,-5-1 0,-1-1 0,0 1 0,0 0 0,1 0 0,-1-1 0,0 1 0,0 0 0,0-1 0,0 1 0,0-1 0,0 0 0,0 1 0,0-1 0,0 0 0,0 0 0,0 1 0,0-1 0,0 0 0,1-2 0,-1 1 0,0 0 0,0 0 0,-1 0 0,1 0 0,-1 0 0,1 0 0,-1 0 0,1 0 0,-1 0 0,0 0 0,0-2 0,-1-6 0,-1 0 0,0 0 0,-6-19 0,5 19 0,2 7 0,-2-5 0,1 0 0,1 0 0,-1 0 0,0-9 0,2 16 0,0-1 0,0 1 0,0-1 0,1 1 0,-1-1 0,0 1 0,0 0 0,1-1 0,-1 1 0,1 0 0,-1-1 0,1 1 0,1-2 0,-1 2 0,-1 1 0,1-1 0,0 1 0,0-1 0,-1 1 0,1-1 0,0 1 0,0-1 0,0 1 0,0 0 0,-1-1 0,1 1 0,0 0 0,0 0 0,0 0 0,0 0 0,0-1 0,0 1 0,0 1 0,0-1 0,0 0 0,1 0 0,4 1 0,-1 1 0,0-1 0,1 1 0,-1 0 0,0 1 0,0-1 0,5 5 0,35 25 0,-21-14 0,-7-5 0,7 5 0,0-2 0,35 18 0,-59-34-5,13 5 131,-13-5-188,1 1 0,-1-1 0,1 0 0,-1 0 0,1 1 0,-1-1 0,1 0 0,-1 0 1,1 0-1,-1 0 0,1 0 0,-1 0 0,1 0 0,-1 0 0,1 0 0,0 0 0,-1 0 0,1 0 0,-1 0 1,1-1-1,-1 1 0,1 0 0,0-1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6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24575,'41'-25'0,"0"2"0,65-25 0,-103 47 0,0 0 0,0 0 0,0 0 0,0 0 0,1 1 0,-1-1 0,0 1 0,0 0 0,1 0 0,-1 0 0,0 0 0,0 1 0,1-1 0,-1 1 0,0 0 0,0 0 0,0 0 0,0 0 0,0 1 0,0-1 0,0 1 0,0 0 0,-1 0 0,1 0 0,-1 0 0,1 0 0,-1 0 0,0 1 0,0-1 0,0 1 0,0 0 0,0-1 0,0 1 0,-1 0 0,1 0 0,-1 0 0,0 0 0,1 4 0,18 62 0,-5-14 0,29 68 0,-7-49 0,4-3 0,51 71 0,-27-44 0,-57-86 0,16 27 0,-23-37 0,0 1 0,1 0 0,-1 0 0,0 0 0,0 0 0,-1 0 0,1 0 0,0 0 0,-1 0 0,0 0 0,0 4 0,0-5 0,-1 0 0,1-1 0,-1 1 0,0-1 0,0 1 0,1-1 0,-1 1 0,0-1 0,0 1 0,0-1 0,-1 0 0,1 0 0,0 0 0,0 1 0,-1-1 0,1 0 0,0-1 0,-1 1 0,1 0 0,-1 0 0,1 0 0,-1-1 0,0 1 0,1-1 0,-1 0 0,0 1 0,-2-1 0,-6 2 0,-1-1 0,1-1 0,-14 0 0,14 0 0,-138-2-1365,136 2-5461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6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76 24575,'-30'-10'0,"-15"-3"0,-5 0 0,4 0 0,7 3 0,7 2 0,7 3 0,6 2 0,2 2 0,5 4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7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31 24575,'-28'-5'0,"-13"-1"0,-4-1 0,2 2 0,6 1 0,6 2 0,4 1 0,3 1 0,4 2 0,3 2 0,3-1-8191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7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 51 24575,'-7'-8'0,"-16"-18"0,21 24 0,1 0 0,-1 1 0,0-1 0,0 1 0,0-1 0,0 1 0,0 0 0,0 0 0,-1 0 0,1 0 0,-3 0 0,5 1 0,-1 0 0,1 0 0,-1 0 0,1 0 0,0 0 0,-1 0 0,1 0 0,0 0 0,-1 1 0,1-1 0,0 0 0,-1 0 0,1 0 0,0 1 0,-1-1 0,1 0 0,0 1 0,0-1 0,-1 0 0,1 0 0,0 1 0,0-1 0,0 0 0,-1 1 0,1-1 0,0 0 0,0 1 0,0-1 0,0 0 0,0 1 0,0-1 0,0 1 0,0-1 0,0 0 0,0 1 0,0-1 0,0 0 0,0 1 0,0-1 0,0 1 0,0-1 0,1 1 0,2 20 0,-2-19 0,10 35 0,2 0 0,1-1 0,35 61 0,-29-61 0,-2 1 0,-2 1 0,16 51 0,-27-69 0,0-1 0,5 30 0,-9-45 0,-1 1 0,1 0 0,-1 0 0,0-1 0,-1 1 0,1 0 0,-1 0 0,0-1 0,0 1 0,0-1 0,-4 9 0,5-13 0,0 0 0,0 0 0,0 0 0,0 0 0,0 0 0,0 0 0,0 0 0,0 0 0,0 0 0,0 0 0,0 0 0,0 1 0,0-1 0,0 0 0,0 0 0,0 0 0,0 0 0,0 0 0,0 0 0,0 0 0,-1 0 0,1 0 0,0 0 0,0 0 0,0 0 0,0 0 0,0 0 0,0 0 0,0 0 0,0 0 0,0 0 0,0 0 0,0 0 0,0 0 0,0 0 0,0 0 0,-1 0 0,1 0 0,0 0 0,0 0 0,0 0 0,0 0 0,0 0 0,0 0 0,0 0 0,0 0 0,0 0 0,0 0 0,0 0 0,0 0 0,0 0 0,-1 0 0,1 0 0,0 0 0,0 0 0,0 0 0,0 0 0,0 0 0,0 0 0,0-1 0,-2-5 0,0-10 0,2 9 0,0 0 0,0 0 0,1 0 0,0 0 0,1 0 0,-1 0 0,1 0 0,1 1 0,-1-1 0,1 1 0,0-1 0,1 1 0,-1 0 0,1 0 0,1 1 0,-1-1 0,1 1 0,0 0 0,0 0 0,0 0 0,1 1 0,-1 0 0,1 0 0,0 0 0,0 1 0,1 0 0,-1 0 0,1 1 0,-1-1 0,1 2 0,0-1 0,0 1 0,8-1 0,4 0 0,0 2 0,0 0 0,0 1 0,-1 1 0,31 8 0,-23-4 0,-1 2 0,0 1 0,34 17 0,-49-21 24,0 1 0,-1 0 0,0 0 0,14 13 0,-20-17-117,0 1 0,-1 0 1,1 1-1,0-1 0,-1 0 0,0 1 0,0-1 0,0 1 1,0 0-1,0 0 0,-1 0 0,0 0 0,0 0 1,0 0-1,1 5 0,-2 2-6733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8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75 24575,'-155'-51'0,"125"44"0,0 1 0,-1 1 0,-37-1 0,63 6 0,-1 0 0,1 0 0,0 1 0,0-1 0,0 1 0,0 0 0,0 1 0,0-1 0,0 1 0,1 0 0,-1 0 0,0 0 0,1 1 0,0 0 0,-6 3 0,7-2 0,0-1 0,0 1 0,0-1 0,0 1 0,1 0 0,-1 0 0,1 0 0,0 0 0,0 0 0,1 0 0,-1 1 0,1-1 0,0 1 0,0-1 0,0 1 0,1-1 0,-1 6 0,1-6 0,1 0 0,-1 1 0,1-1 0,0 0 0,0 0 0,0 0 0,0 0 0,1 0 0,-1 0 0,1 0 0,0 0 0,0 0 0,1-1 0,-1 1 0,5 4 0,4 4 0,1 0 0,24 16 0,-12-8 0,45 33 0,-37-30 0,53 51 0,-77-66 0,0 1 0,-1-1 0,0 2 0,0-1 0,-1 1 0,-1 0 0,1 0 0,-2 1 0,1 0 0,5 21 0,-9-25 0,0 1 0,-1-1 0,1 1 0,-1-1 0,-1 1 0,1-1 0,-3 10 0,-2 4 0,-9 23 0,10-32 0,-1 0 0,2 1 0,0-1 0,0 1 0,1 0 0,1-1 0,0 15 0,1-24 0,1-1 0,-1 1 0,1-1 0,-1 1 0,1-1 0,0 1 0,0-1 0,0 0 0,0 1 0,1-1 0,-1 0 0,0 0 0,1 0 0,0 0 0,-1 0 0,1-1 0,0 1 0,0 0 0,0-1 0,0 1 0,0-1 0,0 0 0,1 0 0,-1 1 0,0-2 0,1 1 0,-1 0 0,5 1 0,6 0 0,1 0 0,-1-1 0,0 0 0,17-1 0,-20 0 0,34 0 0,-2 0 0,0-1 0,0-1 0,61-13 0,-99 14 20,0 0 0,0-1 0,0 1 0,-1-1 0,7-2 0,-9 3-73,0 0 0,0 1 0,-1-1 0,1 0 0,0 1 0,0-1 0,-1 0 0,1 0 0,0 1 0,-1-1 0,1 0 0,-1 0 0,1 0-1,-1 0 1,0 0 0,1 0 0,-1 0 0,0 0 0,1 0 0,-1 0 0,0 0 0,0 0 0,0 0 0,0 0 0,0 0 0,0 0 0,-1-1 0,-1-7-6773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9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28 193 24575,'9'31'0,"3"11"0,1-1 0,30 62 0,-42-102 0,13 22 0,-14-22 0,1 0 0,-1 0 0,1-1 0,-1 1 0,1 0 0,-1-1 0,1 1 0,0 0 0,-1-1 0,1 1 0,0-1 0,-1 1 0,1-1 0,0 1 0,0-1 0,0 1 0,-1-1 0,1 0 0,0 0 0,0 1 0,0-1 0,0 0 0,0 0 0,1 0 0,-1 0 0,-1-1 0,1 0 0,0 1 0,-1-1 0,1 0 0,0 0 0,-1 1 0,1-1 0,-1 0 0,1 0 0,-1 0 0,0 0 0,1 0 0,-1 1 0,0-1 0,0 0 0,1 0 0,-1 0 0,0 0 0,0 0 0,0 0 0,0 0 0,-1-1 0,-1-25 0,-7-5 0,-1 0 0,-17-36 0,13 34 0,-9-22 0,-36-104 0,57 145 0,2 15 0,0 0 0,0 0 0,0 0 0,0 0 0,1 0 0,-1 0 0,0 0 0,0 0 0,0 0 0,0 0 0,1 0 0,-1 0 0,0 0 0,0 0 0,0 0 0,0 0 0,1 0 0,-1 0 0,0 0 0,0 0 0,0 0 0,0 0 0,0 0 0,1 1 0,-1-1 0,0 0 0,0 0 0,0 0 0,0 0 0,0 0 0,0 0 0,1 1 0,-1-1 0,0 0 0,0 0 0,0 0 0,0 0 0,0 1 0,17 22 0,-3-1 0,2 0 0,20 22 0,-27-35 0,1 1 0,0-1 0,1 0 0,0-1 0,0-1 0,14 8 0,-21-13 0,1 0 0,-1 0 0,1 0 0,0-1 0,-1 0 0,1 0 0,0 0 0,0-1 0,0 0 0,-1 0 0,1 0 0,0 0 0,0-1 0,0 1 0,-1-1 0,1-1 0,0 1 0,-1-1 0,1 1 0,-1-1 0,0-1 0,1 1 0,-1 0 0,4-4 0,8-7 0,0-1 0,-1-1 0,0 0 0,16-22 0,-4 5 0,-23 27 0,1 0 0,0 0 0,0 0 0,0 1 0,7-5 0,-11 9 0,0-1 0,0 1 0,0-1 0,0 1 0,0-1 0,0 1 0,0-1 0,0 1 0,0 0 0,0 0 0,0 0 0,0 0 0,0-1 0,0 1 0,0 0 0,0 1 0,0-1 0,0 0 0,0 0 0,0 0 0,0 1 0,0-1 0,0 0 0,0 1 0,0-1 0,0 1 0,0-1 0,0 1 0,0 0 0,0-1 0,-1 1 0,1 0 0,0 0 0,0-1 0,-1 1 0,1 0 0,-1 0 0,1 0 0,0 0 0,-1 0 0,0 0 0,1 1 0,5 14 0,0 1 0,-1 0 0,-1 1 0,-1-1 0,-1 1 0,1 20 0,1 3 0,11 59 0,-12-81 0,2-1 0,0 0 0,10 23 0,-8-29-1365,-1-4-5461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09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89 24575,'-30'-10'0,"-15"-4"0,-5-1 0,1 1 0,4 4 0,4 0 0,7 3 0,5 1 0,3 3 0,5 4 0,3 2 0,2 0 0,2 3 0,2-1-8191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0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5 24575,'-3'6'0,"1"-1"0,0 0 0,0 1 0,0 0 0,1-1 0,0 1 0,0 0 0,0 0 0,1 0 0,-1-1 0,2 1 0,-1 0 0,2 8 0,0-6 0,0-1 0,0 0 0,1 0 0,0 0 0,0 0 0,1-1 0,0 1 0,0-1 0,10 12 0,-9-12 0,1 1 0,0-1 0,0 0 0,1-1 0,0 0 0,0 0 0,8 5 0,-13-9 0,0 0 0,0 0 0,1 0 0,-1-1 0,1 1 0,-1 0 0,1-1 0,-1 0 0,1 0 0,-1 1 0,1-2 0,-1 1 0,1 0 0,0 0 0,-1-1 0,1 1 0,-1-1 0,0 0 0,1 0 0,-1 0 0,0 0 0,1 0 0,-1 0 0,0-1 0,0 1 0,0-1 0,0 1 0,2-3 0,0-1 0,0 1 0,0-1 0,0 0 0,-1 0 0,0-1 0,0 1 0,0-1 0,-1 1 0,1-1 0,-1 0 0,1-10 0,2-6 0,1-42 0,-4 32 0,-2 31 0,0 0 0,0 0 0,0 0 0,0 0 0,0 0 0,1 0 0,-1 0 0,0 0 0,1 0 0,-1 0 0,0 0 0,1 1 0,-1-1 0,1 0 0,-1 0 0,1 0 0,1-1 0,-2 2 0,1 0 0,-1 0 0,0 0 0,1 0 0,-1 0 0,1 0 0,-1-1 0,1 1 0,-1 0 0,1 0 0,-1 0 0,1 1 0,-1-1 0,1 0 0,-1 0 0,1 0 0,-1 0 0,1 0 0,-1 1 0,0-1 0,1 0 0,-1 0 0,1 1 0,0-1 0,4 4 0,-1 1 0,1-1 0,-1 1 0,5 6 0,-4-5 0,166 185 0,-145-162-1365,-16-17-5461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0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0 136 24575,'20'-12'0,"133"-69"0,-135 73 0,0 1 0,1 0 0,-1 2 0,1 0 0,0 1 0,36-2 0,-50 6 0,-1 0 0,0 0 0,0 0 0,0 1 0,1-1 0,-1 1 0,0 0 0,0 1 0,0-1 0,0 1 0,-1-1 0,1 1 0,6 4 0,-7-3 0,-1-1 0,0 0 0,1 1 0,-1-1 0,0 1 0,0 0 0,-1 0 0,1 0 0,0 0 0,-1 0 0,0 0 0,0 0 0,0 0 0,0 1 0,0-1 0,-1 0 0,1 5 0,0 9 0,-2 0 0,0 0 0,-4 24 0,2-23 0,1-1 0,0 1 0,2 19 0,3-2 0,2 0 0,2-1 0,21 66 0,-9-49 0,48 89 0,-16-61 0,-38-64 0,-2 1 0,0 1 0,-1 0 0,-1 0 0,12 32 0,-20-48 0,-1 1 0,1-1 0,-1 0 0,0 1 0,1-1 0,-1 0 0,0 1 0,0-1 0,0 1 0,0-1 0,0 0 0,-1 1 0,1-1 0,0 0 0,0 1 0,-1-1 0,1 0 0,-1 1 0,1-1 0,-1 0 0,-1 2 0,0-1 0,1-1 0,0 0 0,-1 0 0,1 0 0,-1 0 0,1 0 0,-1-1 0,0 1 0,1 0 0,-1-1 0,0 1 0,0-1 0,1 1 0,-4-1 0,-5 0 0,-1 0 0,0 0 0,1-1 0,-15-3 0,23 4 0,-37-6-682,-79 0-1,102 6-6143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6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24575,'46'-6'0,"0"1"0,92 2 0,224 41 0,-355-37 0,4 0 0,-1 1 0,0 0 0,13 5 0,-22-7 0,0 0 0,0 0 0,-1 1 0,1-1 0,0 0 0,-1 1 0,1-1 0,0 0 0,-1 1 0,1-1 0,-1 1 0,1-1 0,-1 1 0,1-1 0,0 2 0,-1-2 0,0 0 0,0 1 0,0-1 0,0 0 0,0 0 0,0 0 0,0 1 0,0-1 0,0 0 0,0 0 0,0 1 0,0-1 0,0 0 0,-1 0 0,1 1 0,0-1 0,0 0 0,0 0 0,0 0 0,0 1 0,0-1 0,-1 0 0,1 0 0,0 0 0,0 0 0,0 0 0,-1 1 0,1-1 0,0 0 0,-3 1 0,1 0 0,-1 0 0,1 0 0,-1 0 0,1 0 0,-6 0 0,-18 2 0,-1-1 0,0-2 0,-44-4 0,-81-20 0,81 11 0,38 9-63,0 2 0,-40 2 0,36 0-1113,24 0-5650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6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60 24575,'-93'-21'0,"-150"-15"0,208 34-341,1 2 0,-1 1-1,-57 10 1,79-9-6485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7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24575,'230'182'0,"-153"-128"0,93 49 0,-137-87 0,-22-11 0,1 0 0,19 14 0,-30-19 0,-1 1 0,1-1 0,-1 0 0,0 0 0,1 1 0,-1-1 0,1 0 0,-1 1 0,0-1 0,0 0 0,1 1 0,-1-1 0,0 1 0,0-1 0,1 0 0,-1 1 0,0-1 0,0 1 0,0-1 0,0 1 0,1-1 0,-1 1 0,0-1 0,0 1 0,0-1 0,0 1 0,0-1 0,-1 1 0,1 0 0,-1 0 0,1 0 0,-1 0 0,1 0 0,-1-1 0,0 1 0,1 0 0,-1-1 0,0 1 0,1-1 0,-1 1 0,0 0 0,-1 0 0,-4 1 0,1 1 0,-1-1 0,-8 2 0,-165 26 0,128-24 0,0 3 0,-70 19 0,112-25-195,0 1 0,1-1 0,-1 2 0,1-1 0,-1 1 0,-7 6 0,7-2-6631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8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24575,'1'11'0,"0"-1"0,0 0 0,1 1 0,0-1 0,6 18 0,25 47 0,-25-58 0,23 41 0,2-1 0,42 52 0,4 9 0,-69-103 0,-1 0 0,-1 1 0,7 17 0,-14-32-29,-1 0 0,1 0 0,-1-1 0,0 1 0,0 0 0,1 0 0,-1 0 0,0 0 0,0-1 0,0 1 0,0 0 0,0 0 0,0 0 0,0 0 0,0 0-1,-1 0 1,1-1 0,0 1 0,0 0 0,-1 0 0,1 0 0,-1-1 0,1 1 0,0 0 0,-1 0 0,1-1 0,-1 1 0,0 0 0,1-1 0,-1 1 0,0-1 0,1 1 0,-1-1 0,0 1 0,1-1 0,-1 1-1,0-1 1,0 0 0,0 1 0,1-1 0,-1 0 0,0 0 0,0 1 0,0-1 0,0 0 0,-1 0 0,-9 1-6797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8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24575,'20'-10'0,"7"-6"0,-2-2 0,-7-2 0,-7 2 0,-7 0 0,-5 1 0,-2 0 0,-4 5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8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13 24575,'-3'-13'0,"8"21"0,10 23 0,170 315 0,-145-284 0,15 25 0,-43-59-1365,-10-16-5461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9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0 24575,'-3'1'0,"0"-1"0,0 0 0,0 1 0,0 0 0,1-1 0,-1 1 0,0 0 0,1 1 0,-1-1 0,1 0 0,-1 1 0,1-1 0,0 1 0,-1 0 0,1 0 0,0 0 0,0 0 0,0 0 0,1 0 0,-1 1 0,0-1 0,1 0 0,-1 1 0,-1 4 0,-2 5 0,1 0 0,0 1 0,0-1 0,-1 15 0,0 7 0,1 1 0,2-1 0,2 1 0,5 55 0,-1-62 0,2-1 0,1 1 0,1-1 0,1 0 0,1-1 0,1 0 0,2 0 0,0-1 0,2-1 0,1-1 0,1 0 0,0-1 0,2 0 0,0-2 0,2 0 0,0-1 0,1-2 0,34 22 0,23 6-1365,-65-38-5461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9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25 24575,'-28'-5'0,"-11"-2"0,-2 1 0,4 1 0,5 4 0,6 2 0,5 3 0,5 2-8191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19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24575,'0'33'0,"2"15"0,2 8 0,1-1 0,4-5 0,2-6 0,2-5 0,1-5 0,0-2 0,2-5 0,-1-4 0,-2-4 0,-4-2 0,-3-4-8191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24575,'33'12'0,"-1"1"0,0 1 0,-1 2 0,-1 1 0,-1 2 0,39 31 0,-38-24 0,-1 1 0,-1 2 0,-1 1 0,-2 2 0,27 42 0,-21-24 0,-3 0 0,41 101 0,-58-121 0,-1 1 0,-2 0 0,-1 0 0,-2 0 0,0 1 0,-1 57 0,-4-80 10,-1 1 0,0-1 0,-1 0 0,0 0 0,0 0 0,-1 0 0,0 0 0,-1-1 0,1 1 0,-2-1 0,-7 12 0,4-10-175,0 0 0,0-1 0,-1 0 0,0-1 0,-1 0 0,0 0 0,0-1 0,-11 6 0,-1-1-6661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0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62 24575,'-27'-8'0,"-13"-4"0,-3-1 0,2 2 0,7 3 0,5 3 0,6 2 0,4 2 0,3 0 0,2 2 0,0-1 0,3 3 0,1 1 0,-1 0 0,2 1 0,0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1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56 24575,'-28'-10'0,"-11"-3"0,-2 0 0,1 3 0,5 3 0,6 4 0,5 4 0,5 2 0,2 2 0,0 3 0,-1 0 0,1 1 0,4 0-8191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46:21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258 100 24575,'-23'-15'0,"-57"-36"0,69 45 0,1 1 0,-1 0 0,1 1 0,-1 0 0,-22-4 0,31 8 0,0 0 0,0-1 0,0 1 0,-1 0 0,1 0 0,0 0 0,0 0 0,0 0 0,0 1 0,-1-1 0,1 1 0,0-1 0,0 1 0,0 0 0,0 0 0,0 0 0,0 0 0,1 0 0,-1 0 0,0 1 0,0-1 0,1 0 0,-1 1 0,1-1 0,-1 1 0,1 0 0,0 0 0,-1-1 0,1 1 0,0 0 0,0 0 0,0 0 0,1 0 0,-1 0 0,0 3 0,-2 6 0,2 1 0,-1-1 0,1 1 0,1-1 0,1 15 0,-1-18 0,1 32 0,8 57 0,-6-84 0,-1 0 0,2 0 0,0 0 0,0-1 0,2 1 0,-1-1 0,1 0 0,10 14 0,-5-13 0,-1 1 0,2-1 0,0-1 0,0 0 0,2 0 0,18 12 0,-21-17 0,-1-1 0,1 0 0,-1-1 0,1 0 0,1-1 0,-1 0 0,1-1 0,-1 0 0,25 2 0,-33-5 0,1 0 0,0 0 0,0 0 0,0-1 0,0 1 0,-1-1 0,1 0 0,0 0 0,-1 0 0,1 0 0,-1-1 0,1 1 0,-1-1 0,0 0 0,1 0 0,-1-1 0,0 1 0,0 0 0,4-6 0,-3 3 0,0 0 0,-1 0 0,0-1 0,0 1 0,0-1 0,-1 1 0,0-1 0,0 0 0,0 0 0,-1 0 0,1-9 0,0-4 15,-1-1 0,-1 1 0,-1 0 0,0 0 0,-1 0 0,-2 0 0,-8-30 0,8 35-150,-1 1 0,-1 0 0,0 0 0,0 0 0,-2 0 0,1 1 0,-2 1 0,1-1 0,-1 1 0,-20-17 0,14 16-6691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38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9 24575,'0'-1'0,"0"1"0,-1-1 0,1 1 0,0-1 0,0 1 0,0 0 0,-1-1 0,1 1 0,0-1 0,0 1 0,-1 0 0,1-1 0,0 1 0,-1 0 0,1-1 0,0 1 0,-1 0 0,1-1 0,0 1 0,-1 0 0,1 0 0,-1 0 0,1-1 0,-1 1 0,0 0 0,1 1 0,0-1 0,-1 0 0,1 1 0,0-1 0,0 0 0,-1 1 0,1-1 0,0 1 0,0-1 0,-1 0 0,1 1 0,0-1 0,0 1 0,0-1 0,0 1 0,0-1 0,0 1 0,0 0 0,-1 26 0,10 12 0,23 61 0,-5-15 0,49 211 0,-76-295 0,1 2 0,0 0 0,-1 0 0,1 0 0,0 0 0,0 0 0,0-1 0,1 1 0,1 3 0,0-5-1365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38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1 113 24575,'60'-12'0,"-30"6"0,53-5 0,-68 10 0,12 0 0,0-1 0,28-7 0,-53 9 0,0 0 0,-1-1 0,1 1 0,-1-1 0,1 1 0,-1-1 0,1 0 0,-1 0 0,1 0 0,-1 1 0,0-1 0,2-2 0,-2 2 0,-1 1 0,1-1 0,-1 0 0,0 1 0,1-1 0,-1 0 0,0 0 0,1 1 0,-1-1 0,0 0 0,0 0 0,0 1 0,1-1 0,-1 0 0,0 0 0,0 0 0,0 0 0,-1-1 0,1 0 0,-1 0 0,0 0 0,0 0 0,0 0 0,0 0 0,0 0 0,0 0 0,-1 0 0,1 1 0,0-1 0,-1 0 0,0 1 0,1-1 0,-1 1 0,0 0 0,-2-2 0,-10-5-1365,1 2-5461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39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24575,'3'-3'0,"0"1"0,1 0 0,-1 0 0,1 1 0,0-1 0,-1 1 0,1 0 0,7-2 0,-10 3 0,1 0 0,-1 0 0,1 0 0,-1 0 0,1 0 0,-1 1 0,1-1 0,-1 0 0,1 1 0,-1-1 0,1 1 0,-1-1 0,0 1 0,1 0 0,-1 0 0,0-1 0,1 1 0,-1 0 0,0 0 0,0 0 0,0 0 0,0 1 0,0-1 0,2 2 0,2 6 0,0 1 0,0-1 0,-1 1 0,0 0 0,-1 0 0,4 17 0,5 66 0,-6-38 0,-2-23 0,3 23 0,2 0 0,28 94 0,-32-132-30,-3-12-192,-1-1-1,0 1 1,1 0-1,0-1 1,5 9-1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0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 24575,'2'-7'0,"1"6"0,-2 1 0,-1 1 0,1-1 0,0 1 0,-1-1 0,0 1 0,1-1 0,-1 1 0,1-1 0,-1 1 0,0 0 0,1-1 0,-1 1 0,0 0 0,0-1 0,1 1 0,-1 0 0,2 9 0,-1-1 0,0 1 0,0-1 0,-1 1 0,0 0 0,-1-1 0,-2 15 0,-4 4 0,-11 32 0,17-57 0,-8 26 0,2 1 0,1 0 0,1 0 0,-1 46 0,5-27 0,3 0 0,8 52 0,-4-69 0,0 1 0,12 32 0,-12-47 0,1-1 0,0 0 0,2 0 0,0-1 0,12 18 0,-17-29 17,0 0 0,-1-1 1,1 0-1,1 1 0,-1-1 0,10 6 0,-13-9-59,0-1-1,0 1 1,0 0-1,1-1 1,-1 1-1,0-1 1,0 0 0,1 1-1,-1-1 1,1 0-1,-1 0 1,0 0-1,1 0 1,-1 0 0,0 0-1,1 0 1,-1 0-1,0 0 1,1-1-1,-1 1 1,0-1 0,1 1-1,-1-1 1,0 1-1,0-1 1,1 0-1,-1 0 1,0 1 0,0-1-1,0 0 1,0 0-1,0 0 1,0 0-1,1-2 1,4-6-6784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0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24575,'3'-5'0,"-1"-1"0,1 1 0,0 0 0,0-1 0,0 1 0,8-8 0,-10 11 0,1 1 0,-1-1 0,1 1 0,-1 0 0,1 0 0,-1 0 0,1 0 0,0 0 0,0 0 0,-1 1 0,1-1 0,0 0 0,0 1 0,0 0 0,0-1 0,0 1 0,-1 0 0,1 0 0,0 0 0,0 0 0,0 0 0,0 0 0,0 1 0,0-1 0,2 1 0,14 7 0,0 0 0,-1 1 0,-1 1 0,1 0 0,18 16 0,-33-24 0,1 1 0,0-1 0,-1 1 0,0 0 0,0 0 0,0 0 0,0 0 0,0 0 0,-1 0 0,1 0 0,-1 1 0,0-1 0,0 0 0,0 1 0,0-1 0,0 1 0,-1 0 0,0-1 0,0 1 0,0-1 0,0 1 0,-1 5 0,-2 6 0,-1 1 0,0-1 0,-12 28 0,6-16 0,6-16 0,1 0 0,1 1 0,0-1 0,-1 18 0,3-22 0,0-1 0,0 1 0,0 0 0,1-1 0,0 1 0,0-1 0,1 1 0,0-1 0,3 9 0,-2-11 5,0 0 0,0 0 0,0 0 0,0 0 0,0-1 0,1 1 0,0-1 0,-1 0 0,1 0 0,0 0 0,1-1 0,-1 1 0,0-1 0,1 0 0,0 0 0,-1-1 0,1 1 0,0-1 0,0 0 0,0 0 0,-1-1 0,1 1 0,8-1 0,-9 0-55,0-1 1,0 1-1,0 0 1,0-1-1,0 0 1,0 0-1,0 0 1,0-1-1,-1 1 1,1-1-1,0 0 1,-1 0-1,0 0 1,1 0-1,-1-1 1,0 1-1,0-1 1,0 0-1,-1 0 1,1 0-1,-1 0 1,1-1-1,-1 1 1,0 0-1,0-1 1,-1 0-1,1 1 1,-1-1-1,2-5 1,-1-4-6777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7 24575,'-30'-3'0,"-13"0"0,-1 2 0,2 2 0,5 0 0,7 1 0,3 2 0,4 0 0,3 0 0,0-2 0,1 0 0,1 0 0,4-2-8191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1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24575,'32'16'0,"-1"2"0,-1 1 0,-1 1 0,0 1 0,-2 1 0,0 2 0,-2 1 0,-1 1 0,-1 1 0,-1 1 0,36 61 0,-28-32 0,-3 1 0,-2 1 0,24 92 0,-45-136 0,0 1 0,-1 0 0,2 33 0,-5-43 0,0 0 0,-1 0 0,1 0 0,-1 0 0,-1-1 0,1 1 0,-1 0 0,0 0 0,0-1 0,0 1 0,-1-1 0,0 0 0,0 0 0,-4 5 0,1-3 15,0-1 0,0 1 0,-1-2 0,0 1 0,0-1 0,0 0 0,-14 7 0,7-5-386,-1-1-1,0-1 1,-21 5 0,21-6-6455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0 24575,'-5'3'0,"-4"0"0,-4 0 0,-1 0 0,-1-2 0,-1 3 0,1 0 0,-1-1 0,1 0 0,-1-1 0,1-1 0,3-3 0,0-2 0,1-1 0,1-1-8191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2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44 24575,'-9'-4'0,"-1"1"0,1 0 0,-1 1 0,0 0 0,0 0 0,0 1 0,-15 1 0,-27-5 0,-85-15-1365,125 18-5461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4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24575,'2'-3'0,"1"-1"0,0 1 0,1-1 0,-1 1 0,0 0 0,1 0 0,0 0 0,0 1 0,0-1 0,0 1 0,0 0 0,0 0 0,0 0 0,1 1 0,-1-1 0,1 1 0,-1 0 0,1 1 0,0-1 0,5 1 0,9 0 0,-1 1 0,1 1 0,30 7 0,-34-6 0,-13-3 0,0 0 0,0 1 0,0-1 0,0 1 0,0 0 0,0 0 0,0 0 0,0 0 0,0 0 0,0 0 0,-1 0 0,1 0 0,0 1 0,-1-1 0,1 1 0,-1-1 0,0 1 0,1 0 0,-1-1 0,0 1 0,0 0 0,0 0 0,0 0 0,0 2 0,1 0 0,-2 1 0,1-1 0,-1 1 0,1-1 0,-1 1 0,0-1 0,-1 1 0,1-1 0,-1 1 0,-2 6 0,-7 34 0,-7 59 0,16-94 0,-1 1 0,-1-1 0,1 0 0,-2 0 0,1-1 0,-1 1 0,-7 12 0,-4 2 0,-25 31 0,40-55 0,-1 1 0,1-1 0,-1 1 0,1-1 0,0 1 0,-1-1 0,1 1 0,0-1 0,0 1 0,-1-1 0,1 1 0,0-1 0,0 1 0,0-1 0,0 1 0,-1 0 0,1-1 0,0 1 0,0-1 0,0 1 0,0 0 0,0-1 0,1 1 0,-1-1 0,0 2 0,1-2 0,-1 1 0,1 0 0,-1-1 0,1 1 0,0-1 0,-1 1 0,1-1 0,0 0 0,-1 1 0,1-1 0,0 0 0,0 1 0,-1-1 0,1 0 0,0 0 0,1 1 0,6-1 0,-1 1 0,1-1 0,9-1 0,-10 1 0,68 0 0,44-2 0,-116 2-85,1-1 0,-1 1-1,0 0 1,0-1 0,0 1-1,0-1 1,0 0 0,0 0-1,0-1 1,-1 1 0,1 0-1,0-1 1,-1 0 0,1 1-1,3-5 1,0-2-6741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4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16 24575,'-28'-5'0,"-11"-2"0,-2 3 0,4 5 0,5 2 0,9 3 0,7 0-8191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5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 24575,'-25'-2'0,"-9"1"0,0 1 0,5 3 0,8 1-8191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5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96 24575,'8'34'0,"21"59"0,-24-81 0,1 0 0,0 0 0,0 0 0,1-1 0,1 0 0,0 0 0,18 18 0,-26-28 0,1-1 0,-1 1 0,1-1 0,0 1 0,-1 0 0,1-1 0,0 1 0,0-1 0,-1 0 0,1 1 0,0-1 0,0 1 0,0-1 0,0 0 0,1 0 0,-2 0 0,0 0 0,1 0 0,-1 0 0,0 0 0,0 0 0,1 0 0,-1-1 0,0 1 0,0 0 0,1 0 0,-1 0 0,0 0 0,0-1 0,0 1 0,1 0 0,-1 0 0,0-1 0,0 1 0,0 0 0,0 0 0,0-1 0,1 1 0,-1 0 0,0-1 0,0 1 0,0 0 0,0 0 0,0-1 0,0 1 0,0-4 0,0 1 0,0 0 0,-1 0 0,1 0 0,0 0 0,-1 0 0,-1-3 0,-17-42 0,-3 1 0,-27-44 0,36 66 0,4 11 0,7 11 0,-1 0 0,1 0 0,1 0 0,-1 0 0,0 0 0,1 0 0,-1-1 0,0-5 0,2 9 0,0 0 0,0 0 0,0 0 0,0 0 0,0-1 0,0 1 0,0 0 0,0 0 0,1 0 0,-1 0 0,0-1 0,0 1 0,0 0 0,0 0 0,0 0 0,0 0 0,1 0 0,-1-1 0,0 1 0,0 0 0,0 0 0,0 0 0,1 0 0,-1 0 0,0 0 0,0 0 0,0 0 0,1 0 0,-1 0 0,0 0 0,0 0 0,0 0 0,1 0 0,-1 0 0,0 0 0,0 0 0,0 0 0,1 0 0,-1 0 0,0 0 0,0 0 0,0 0 0,0 0 0,1 0 0,-1 0 0,0 1 0,0-1 0,0 0 0,12 5 0,-12-5 0,15 9 0,-2 0 0,1 1 0,20 21 0,-19-17 0,1-1 0,21 15 0,-32-25 0,0 0 0,1-1 0,-1 1 0,0-1 0,1 0 0,0 0 0,-1-1 0,1 1 0,0-1 0,0-1 0,0 1 0,7-1 0,-11 0 0,1 0 0,-1-1 0,0 1 0,0-1 0,0 1 0,1-1 0,-1 0 0,0 0 0,0 0 0,0 0 0,0 0 0,0 0 0,-1 0 0,1-1 0,0 1 0,1-2 0,0 0 0,-1 0 0,0 0 0,0 0 0,-1 0 0,1 0 0,-1 0 0,1-1 0,-1 1 0,1-5 0,1-6 0,-1-1 0,-1 1 0,-1 0 0,0-16 0,-1 19 0,-5-25 0,13 57 0,0-1 0,16 29 0,-3-8 0,-10-17 0,1-1 0,1 0 0,2-1 0,0-1 0,1 0 0,24 25 0,-29-34-1365,-2-2-5461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6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28 24575,'-1'-6'0,"1"4"0,-1-1 0,0 0 0,1 1 0,-1-1 0,0 1 0,-2-4 0,3 6 0,0 0 0,0 0 0,0 0 0,0 0 0,0 0 0,0 0 0,0 1 0,0-1 0,0 0 0,0 0 0,0 0 0,0 0 0,0 0 0,0 0 0,0 0 0,0 0 0,0 0 0,0 1 0,0-1 0,0 0 0,-1 0 0,1 0 0,0 0 0,0 0 0,0 0 0,0 0 0,0 0 0,0 0 0,0 0 0,0 0 0,0 0 0,0 1 0,0-1 0,0 0 0,0 0 0,-1 0 0,1 0 0,0 0 0,0 0 0,0 0 0,0 0 0,0 0 0,0 0 0,0 0 0,0 0 0,0 0 0,-1 0 0,1 0 0,0 0 0,0 0 0,0 0 0,0 0 0,0 0 0,0 0 0,0 0 0,0 0 0,0 0 0,0 0 0,-1 0 0,1-1 0,1 11 0,17 71 0,49 134 0,-13-55 0,-40-114 0,-5-20 0,-1 1 0,-1 1 0,6 54 0,-13-81 0,0-1 0,0 1 0,0-1 0,1 0 0,-1 1 0,0-1 0,0 0 0,0 1 0,0-1 0,0 1 0,0-1 0,0 0 0,0 1 0,0-1 0,0 1 0,0-1 0,-1 0 0,1 1 0,0-1 0,0 1 0,0-1 0,0 0 0,-1 1 0,1-1 0,0 0 0,0 1 0,-1-1 0,1 0 0,0 0 0,0 1 0,-1-1 0,-7-9 0,-7-22 0,8 13-1365,1 1-5461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7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24575,'28'7'0,"14"3"0,2 0 0,-4-2 0,-5-3 0,-10-4 0,-6-2 0,-6-4 0,-4-4 0,-2-2 0,-3-2 0,-2-2 0,-1 3-8191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7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24575,'1'26'0,"1"-1"0,1 1 0,2-1 0,15 49 0,45 94 0,-58-152 0,95 196 0,-81-179-1365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7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 24575,'-2'0'0,"0"0"0,0 0 0,1 1 0,-1-1 0,0 1 0,0 0 0,1 0 0,-1-1 0,0 1 0,1 0 0,-1 0 0,1 0 0,-1 1 0,1-1 0,0 0 0,-1 0 0,1 1 0,0-1 0,0 1 0,0-1 0,0 1 0,0 0 0,-1 1 0,-1 5 0,0-1 0,0 1 0,-3 14 0,1 1 0,2 0 0,-1 40 0,7 46 0,-3-97 0,2 18 0,1-1 0,1 1 0,2-1 0,1 0 0,1-1 0,2 0 0,0 0 0,2-1 0,1 0 0,1-1 0,1-1 0,34 43 0,-44-62 0,7 11 0,1-1 0,1-1 0,1 0 0,0-1 0,21 15 0,-35-28-85,1 0 0,0 0-1,-1 0 1,1 0 0,0 0-1,0 0 1,0-1 0,0 1-1,0-1 1,0 1 0,-1-1-1,1 0 1,0 0 0,0 0-1,4 0 1,2-3-6741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8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24575,'18'-7'0,"52"-17"0,-62 21 0,1 1 0,0 1 0,0-1 0,0 1 0,17 1 0,-24 0 0,0 0 0,0 0 0,0 1 0,1-1 0,-1 1 0,0-1 0,0 1 0,0 0 0,0 0 0,0 0 0,0 0 0,0 0 0,0 0 0,0 0 0,-1 1 0,1-1 0,0 1 0,-1-1 0,1 1 0,-1 0 0,0-1 0,0 1 0,1 0 0,-1 0 0,0 0 0,0 0 0,-1 0 0,1 0 0,1 4 0,-1 4 0,0 1 0,0-1 0,-1 0 0,0 1 0,-2 12 0,0 5 0,1-4 0,1-5 0,0 0 0,-2 0 0,-5 24 0,5-31 0,1-1 0,-1 18 0,2-18 0,-1 0 0,-1-1 0,-2 12 0,4-20 0,-1 0 0,1-1 0,-1 1 0,1 0 0,0-1 0,0 1 0,0 0 0,0 0 0,0-1 0,0 1 0,0 0 0,0-1 0,1 1 0,-1 0 0,1-1 0,-1 1 0,1 0 0,0-1 0,0 2 0,1-1 0,-1-1 0,1 1 0,0-1 0,-1 1 0,1-1 0,0 0 0,0 0 0,0 0 0,0 0 0,0 0 0,0-1 0,0 1 0,0-1 0,4 1 0,8 2-99,6 1 176,-1 0 0,31 1 1,-45-5-166,-1 0-1,1 0 1,0-1 0,0 1 0,-1-1 0,1 0 0,0 0 0,-1-1 0,1 1 0,-1-1 0,0 0-1,1 0 1,-1 0 0,0-1 0,0 0 0,4-3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8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12 24575,'-28'-5'0,"-11"1"0,-2 1 0,4 4 0,5 1 0,6 3 0,7 1-8191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9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 24575,'-15'2'0,"-7"2"0,-3-1 0,0-1 0,3 0 0,-1-1 0,1 0 0,3-1 0,1 0 0,-1 0 0,0 0 0,3 0-8191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4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24575,'10'28'0,"6"11"0,0 5 0,0-4 0,-3-5 0,-3-9-8191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0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24575,'36'21'0,"-2"1"0,0 2 0,-2 1 0,0 1 0,-2 2 0,-1 1 0,49 66 0,-50-56 0,-3 1 0,32 65 0,-50-89 0,0 0 0,-1 0 0,-1 1 0,-1 0 0,0 0 0,-1 0 0,-1 0 0,0 0 0,-2 1 0,-1 22 0,-1-29 9,-1 0-1,0 0 1,0 0-1,-1-1 1,0 1 0,-1-1-1,-1 0 1,1 0-1,-1 0 1,-1-1-1,0 0 1,0 0-1,-12 10 1,-1-1-306,0-1 0,-2-1 0,0 0 0,-36 18 0,39-24-6529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3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605 15 24575,'-539'-14'-738,"486"14"111,40 0-6199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3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453 16 24575,'-28'-3'0,"-13"0"0,-6 0 0,1 0 0,2 1 0,7 1 0,5 1 0,5 0 0,4-1 0,4 2 0,3 1 0,-1 2 0,-3-1 0,0 0 0,0-1 0,4-1-8191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4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24575,'4'13'0,"0"-1"0,1 0 0,0-1 0,1 1 0,0-1 0,1 0 0,0 0 0,1-1 0,13 15 0,9 5 0,52 39 0,-60-52 0,43 30 0,-39-29 0,29 24 0,-54-41 0,1 0 0,-1 0 0,-1 0 0,1 0 0,0 0 0,0 0 0,0 0 0,0 0 0,-1 0 0,1 0 0,0 0 0,-1 1 0,1-1 0,-1 0 0,0 0 0,1 1 0,-1-1 0,0 3 0,0-3 0,0 0 0,0 0 0,-1 0 0,1 0 0,0 0 0,-1 0 0,1 0 0,-1-1 0,1 1 0,-1 0 0,0 0 0,1 0 0,-1 0 0,0-1 0,1 1 0,-1 0 0,0-1 0,-1 2 0,-4 1 0,1 0 0,-1-1 0,0 1 0,1-1 0,-1 0 0,-9 1 0,-102 17 0,-44 10 0,130-20-1365,19-4-5461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4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24575,'-5'10'0,"-2"6"0,1 2 0,1 2 0,4-2 0,2 0 0,3-1 0,2 0 0,1-2 0,3 0 0,2-3 0,-2-1 0,1-2 0,1-3 0,0-2 0,-1-2-8191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23 24575,'-5'-7'0,"-4"-1"0,-4 2 0,2 4 0,1 3-8191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210 141 24575,'-23'-26'0,"-2"0"0,0 2 0,-31-23 0,53 45 0,-1-1 0,1 1 0,0 0 0,-1 0 0,1 1 0,-1-1 0,0 1 0,-4-1 0,7 2 0,0-1 0,0 1 0,0 0 0,-1 0 0,1 0 0,0 1 0,0-1 0,0 0 0,0 0 0,0 1 0,-1-1 0,1 0 0,0 1 0,0-1 0,0 1 0,0-1 0,0 1 0,0 0 0,0-1 0,1 1 0,-1 0 0,0 0 0,0 0 0,0 0 0,1 0 0,-1 0 0,1 0 0,-1 0 0,0 0 0,1 1 0,-3 4 0,0 1 0,1 0 0,0 0 0,1-1 0,-1 1 0,1 11 0,0 46 0,1-43 0,2 19 0,1-1 0,2 1 0,16 59 0,44 112 0,-7-28 0,-43-134 0,-6-22 0,6 37 0,-15-63-63,1 0 8,-1 0 1,0 1 0,1-1 0,-1 0-1,0 0 1,0 1 0,0-1 0,0 0 0,0 0-1,0 1 1,0-1 0,0 0 0,0 1-1,-1-1 1,1 0 0,-1 0 0,1 0-1,-1 1 1,1-1 0,-1 0 0,1 0-1,-1 0 1,-1 2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5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59 24575,'-28'-10'0,"-11"-3"0,-5 0 0,4 3 0,5 2 0,6 4 0,6 4 0,5 2 0,4 1-8191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6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61 24575,'2'-5'0,"0"1"0,0 0 0,0-1 0,0 1 0,1 0 0,0 0 0,0 1 0,0-1 0,0 0 0,6-4 0,-7 7 0,0-1 0,1 1 0,-1 0 0,1-1 0,-1 1 0,1 1 0,0-1 0,-1 0 0,1 0 0,0 1 0,0 0 0,-1-1 0,1 1 0,0 0 0,0 0 0,0 1 0,-1-1 0,1 1 0,3 0 0,9 4 0,0 1 0,0 1 0,0 0 0,-1 1 0,14 10 0,-3-2 0,-12-8 0,-1-1 0,0 0 0,-1 1 0,1 0 0,12 13 0,-21-18 0,-1 0 0,1 0 0,-1 0 0,0 0 0,0 0 0,0 0 0,0 0 0,-1 1 0,1-1 0,-1 1 0,0-1 0,0 1 0,0 0 0,-1-1 0,1 1 0,-1 0 0,0-1 0,0 1 0,0 0 0,0-1 0,-2 6 0,-10 41 0,7-32 0,1 1 0,0 0 0,1 0 0,1 19 0,1-22 0,0-9 0,1 0 0,0 0 0,1-1 0,1 12 0,-2-16 0,1-1 0,-1 1 0,1-1 0,-1 0 0,1 1 0,0-1 0,-1 0 0,1 1 0,0-1 0,0 0 0,0 0 0,0 0 0,0 0 0,0 0 0,0 0 0,0 0 0,1 0 0,-1 0 0,0 0 0,0-1 0,1 1 0,-1 0 0,0-1 0,1 1 0,-1-1 0,3 1 0,8 0-124,0 0 0,1 0 0,-1-1 0,0-1 0,0 0 0,0-1-1,1 0 1,-1-1 0,-1 0 0,16-7 0,-14 5-6702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6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24575,'15'-2'0,"8"-2"0,2 1 0,-1 1 0,-1 0 0,-3 1 0,-2 0 0,-1-2 0,-2 0 0,-3-3 0,-1 1 0,-2-3 0,-1 1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6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 24575,'-4'0'0,"0"1"0,0 0 0,0 0 0,0 1 0,1-1 0,-1 1 0,0 0 0,1 0 0,0 0 0,-1 0 0,1 1 0,0-1 0,0 1 0,0 0 0,0-1 0,1 2 0,-1-1 0,1 0 0,0 0 0,0 1 0,0-1 0,0 1 0,1 0 0,-1-1 0,1 1 0,0 0 0,0 0 0,1 0 0,-1 0 0,1 0 0,-1 0 0,1 0 0,1 0 0,-1 0 0,0 0 0,1 0 0,2 6 0,-2-6 0,0 0 0,1 0 0,-1-1 0,1 1 0,0 0 0,0-1 0,1 1 0,-1-1 0,1 0 0,-1 0 0,1 0 0,0 0 0,0 0 0,0-1 0,1 1 0,-1-1 0,1 0 0,4 2 0,1 1 0,0-2 0,0 1 0,1-1 0,0-1 0,-1 1 0,16 0 0,-21-3 0,0 0 0,-1 0 0,1 0 0,0 0 0,-1-1 0,1 0 0,0 0 0,-1 0 0,1 0 0,-1 0 0,1-1 0,-1 1 0,0-1 0,1 0 0,-1 0 0,0 0 0,0-1 0,0 1 0,-1-1 0,4-2 0,-4 2 0,-1 1 0,1-1 0,0 1 0,-1-1 0,1 0 0,-1 1 0,0-1 0,0 0 0,0 0 0,0 0 0,0 0 0,-1 0 0,1 0 0,-1 0 0,0 0 0,0 0 0,0 0 0,0 0 0,-1 0 0,1 0 0,-1 0 0,0 0 0,0 0 0,-2-5 0,2 6 8,-1-1 0,1 1 0,0 0 0,-1 0 0,0 0 0,1 1 0,-1-1 0,0 0 0,0 0 0,0 1 0,0 0 0,0-1 0,0 1 0,-3-1 0,0 0-256,0 0 1,0 0-1,0 1 1,0 0-1,-9-1 1,1 1-6579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8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24575,'-3'-2'0,"0"1"0,0 4 0,0 3 0,1 4 0,1 2 0,3 2 0,1 1 0,0 0 0,2-2 0,1 0 0,-2-4-8191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8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10 24575,'-3'-5'0,"0"1"0,2 3 0,2 5 0,3 4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32 24575,'0'0'0,"0"0"0,1 0 0,-1 0 0,0 0 0,0 0 0,0 0 0,0 0 0,0 0 0,1 0 0,-1 0 0,0 0 0,0 0 0,0 0 0,0 0 0,1 0 0,-1 0 0,0 0 0,0 0 0,0 0 0,0 0 0,0 0 0,1 0 0,-1 0 0,0 0 0,0 0 0,0 0 0,0 0 0,0 0 0,1-1 0,-1 1 0,0 0 0,0 0 0,0 0 0,0 0 0,0 0 0,0 0 0,0 0 0,0-1 0,1 1 0,-1 0 0,0 0 0,0 0 0,0 0 0,0 0 0,0-1 0,0 1 0,0 0 0,0 0 0,0 0 0,0 0 0,0-1 0,0 1 0,0 0 0,0 0 0,0 0 0,0 0 0,0 0 0,0-1 0,0 1 0,-1 0 0,1 0 0,0 0 0,0 0 0,-9-7 0,-7 3 0,-3-1 0,-34-4 0,49 8 0,-1 1 0,0-1 0,0 1 0,0 1 0,1-1 0,-1 1 0,0 0 0,1 0 0,-1 0 0,0 0 0,1 1 0,-8 3 0,11-4 0,-1 0 0,1 0 0,0 0 0,-1 0 0,1 0 0,0 1 0,0-1 0,0 0 0,0 1 0,0-1 0,0 0 0,0 1 0,0-1 0,1 1 0,-1-1 0,0 1 0,1 0 0,-1 2 0,1-1 0,0 0 0,0 0 0,0 0 0,0 0 0,0 0 0,1-1 0,0 1 0,-1 0 0,3 5 0,2 2 0,0 0 0,0-1 0,1 0 0,12 14 0,-7-10 0,1-1 0,0 0 0,0-1 0,24 15 0,61 33 0,-45-30 0,-28-16 0,12 6 0,-34-17 0,1-1 0,-1 1 0,0 0 0,1 0 0,-1 0 0,0 0 0,0 0 0,-1 1 0,1-1 0,2 4 0,-4-6 0,0 1 0,0-1 0,0 0 0,1 1 0,-1-1 0,0 1 0,0-1 0,0 0 0,0 1 0,0-1 0,0 1 0,0-1 0,0 1 0,0-1 0,0 0 0,0 1 0,-1-1 0,1 1 0,0-1 0,0 0 0,0 1 0,0-1 0,-1 1 0,1-1 0,0 0 0,0 1 0,-1-1 0,1 0 0,0 1 0,-1-1 0,1 0 0,0 0 0,-1 1 0,1-1 0,0 0 0,-1 0 0,1 0 0,0 1 0,-1-1 0,1 0 0,-1 0 0,1 0 0,-1 0 0,1 0 0,-22 3 0,20-3 0,-19 0 0,0-1 0,-29-6 0,-20-1 0,54 7-113,5 0-96,1 0 0,-1 1 1,1 1-1,-1 0 1,-10 2-1,11 0-6617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1:59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24575,'6'-9'0,"-1"1"0,1 1 0,1-1 0,0 1 0,0 0 0,0 1 0,1 0 0,0 0 0,15-9 0,-19 13 0,0 0 0,1 1 0,-1-1 0,0 1 0,1 0 0,-1 0 0,1 0 0,-1 1 0,1-1 0,-1 1 0,1 0 0,-1 1 0,1-1 0,-1 1 0,1 0 0,-1 0 0,1 0 0,-1 1 0,0-1 0,0 1 0,1 0 0,-2 0 0,7 4 0,-3-1 0,0 0 0,0 1 0,0-1 0,-1 1 0,1 1 0,9 13 0,-14-17 0,0 0 0,0 1 0,0-1 0,-1 1 0,1-1 0,-1 1 0,0-1 0,0 1 0,-1-1 0,1 1 0,-1 0 0,0-1 0,0 1 0,0 0 0,0 0 0,0-1 0,-1 1 0,0 0 0,-1 4 0,-21 47 0,17-42 0,0 1 0,1 0 0,0 0 0,-3 18 0,7-28 0,0 1 0,1-1 0,0 1 0,0-1 0,0 1 0,1-1 0,-1 1 0,1-1 0,0 1 0,0-1 0,1 0 0,0 0 0,-1 0 0,1 0 0,0 0 0,1 0 0,-1 0 0,5 4 0,-2-1 0,1-1 0,0 0 0,0-1 0,0 1 0,1-2 0,0 1 0,0 0 0,0-1 0,13 5 0,-15-7 0,0 0 0,0-1 0,1 0 0,-1 0 0,0 0 0,1 0 0,-1-1 0,1 0 0,-1 0 0,1 0 0,-1-1 0,1 0 0,-1 0 0,0 0 0,8-4 0,-2 1 40,-1-1 0,16-9 0,-23 12-133,-1 1 0,1-1 1,-1 0-1,0 0 0,0 0 0,0 0 0,0 0 0,0 0 1,0-1-1,-1 1 0,1-1 0,-1 1 0,1-1 1,-1 1-1,1-6 0,0-4-6733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0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1 308 24575,'49'-5'0,"0"-1"0,0-3 0,61-19 0,-103 26 0,1 0 0,-1-1 0,-1 0 0,1-1 0,0 0 0,-1 0 0,0 0 0,0-1 0,0 1 0,6-7 0,-10 8 0,1 0 0,-1 0 0,0-1 0,0 1 0,0 0 0,-1-1 0,1 1 0,-1-1 0,0 0 0,0 1 0,0-1 0,0 0 0,0 0 0,-1 0 0,0 0 0,0 1 0,0-1 0,0 0 0,-1 0 0,1 0 0,-2-4 0,1 5 0,-1-1 0,1 1 0,-1 0 0,1-1 0,-1 1 0,0 0 0,0 0 0,-1 0 0,1 0 0,-1 1 0,1-1 0,-1 1 0,0-1 0,0 1 0,0 0 0,0 0 0,0 0 0,-1 1 0,1-1 0,0 1 0,-1-1 0,1 1 0,-1 0 0,0 1 0,1-1 0,-1 1 0,0-1 0,1 1 0,-1 0 0,0 0 0,1 1 0,-1-1 0,0 1 0,1 0 0,-7 2 0,8-2 0,0 0 0,0 1 0,0-1 0,0 1 0,0-1 0,0 1 0,0 0 0,1 0 0,-1 0 0,1 0 0,-1 0 0,1 0 0,0 0 0,0 0 0,0 1 0,0-1 0,0 0 0,0 1 0,1-1 0,-1 1 0,0 4 0,1-1 0,-1 0 0,1 0 0,0 0 0,1 0 0,0 0 0,0-1 0,0 1 0,2 7 0,1-3 0,1 1 0,0-1 0,1 0 0,0 0 0,0 0 0,1-1 0,0 0 0,1 0 0,0-1 0,0 0 0,1 0 0,0-1 0,0 0 0,1-1 0,20 11 0,-18-12 0,1 1 0,-1-2 0,1 0 0,1 0 0,-1-1 0,0-1 0,1 0 0,0-1 0,-1 0 0,1-1 0,-1-1 0,1 0 0,16-4 0,-7 0 0,0-2 0,0-1 0,-1 0 0,1-2 0,34-21 0,-54 30 0,-1-1 0,0 1 0,-1-1 0,1 1 0,0-1 0,0 0 0,0 0 0,-1 1 0,1-1 0,-1 0 0,0-1 0,0 1 0,1 0 0,-1 0 0,-1 0 0,1-1 0,1-2 0,-2 2 0,0-1 0,1 1 0,-1-1 0,0 1 0,-1-1 0,1 1 0,-1 0 0,1-1 0,-1 1 0,-3-7 0,1 2 0,-1-1 0,-1 1 0,0 0 0,0 1 0,-1-1 0,1 1 0,-2 0 0,-6-7 0,-1 2 0,-19-23 0,30 31 0,0 0 0,0 0 0,0 0 0,0-1 0,1 1 0,0-1 0,0 0 0,0 0 0,1 0 0,-2-8 0,2 12 4,1 0 0,0 0 0,0 0 0,0 1 0,0-1 0,0 0 0,0 0 0,0 0 0,0 0 0,0 0 0,1 0 0,-1 0 0,0 0 0,1 0 0,-1 0 0,0 1 0,1-1 0,-1 0 0,1 0 0,0 0 0,-1 1 0,1-1 0,-1 0 0,1 1 0,0-1 0,0 1 0,-1-1 0,1 0 0,1 1 0,-1-1-91,1 1-1,-1-1 1,1 1 0,0 0-1,-1-1 1,1 1 0,-1 0-1,1 0 1,-1 0-1,1 0 1,0 1 0,-1-1-1,1 0 1,-1 1 0,1-1-1,1 1 1,10 5-6739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1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33 24575,'-2'0'0,"-77"-4"0,69 4 0,0 0 0,0 1 0,0 0 0,0 1 0,-17 5 0,25-6 0,0 0 0,0 0 0,0 0 0,-1 0 0,1 0 0,0 0 0,0 1 0,0-1 0,1 1 0,-1-1 0,0 1 0,1 0 0,-1-1 0,1 1 0,-1 0 0,1 0 0,0 0 0,0 0 0,0 1 0,0-1 0,0 0 0,0 0 0,0 1 0,1-1 0,0 0 0,-1 1 0,1-1 0,0 0 0,0 3 0,0 0 0,1-1 0,0 0 0,0 0 0,0 0 0,0 0 0,1 0 0,0 0 0,0 0 0,0-1 0,0 1 0,0-1 0,1 1 0,-1-1 0,1 0 0,5 5 0,3 2 0,1-1 0,0 0 0,0 0 0,1-1 0,0-1 0,0 0 0,17 5 0,-26-10 0,1-1 0,-1 0 0,0 0 0,1 0 0,-1-1 0,1 1 0,-1-1 0,0 0 0,1 0 0,-1 0 0,1-1 0,-1 0 0,1 0 0,-1 0 0,0 0 0,0-1 0,0 0 0,0 1 0,0-1 0,0-1 0,0 1 0,0-1 0,-1 1 0,1-1 0,-1 0 0,0 0 0,0-1 0,3-3 0,-3 3 0,-1-1 0,1 1 0,-1-1 0,0 1 0,-1-1 0,1 0 0,-1 0 0,0 1 0,0-1 0,0 0 0,-1 0 0,0 0 0,0 0 0,0 0 0,0 0 0,-1 0 0,0 0 0,-1-5 0,0 3 0,0 0 0,0 1 0,0-1 0,-1 1 0,0 0 0,0 0 0,-1 0 0,0 0 0,0 0 0,0 1 0,-1 0 0,-8-8 0,11 11-114,-1 0 1,1 1-1,-1-1 0,0 1 0,1 0 1,-1 0-1,0 0 0,0 0 0,0 1 1,0-1-1,-3 1 0,-6-1-6712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2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32 24575,'-2'-2'0,"1"0"0,-1 0 0,0 0 0,0 0 0,0 0 0,-1 0 0,1 0 0,0 1 0,-1-1 0,1 1 0,-1-1 0,1 1 0,-1 0 0,-4-1 0,5 2 0,0-1 0,1 1 0,-1 0 0,0 0 0,1 1 0,-1-1 0,0 0 0,1 0 0,-1 1 0,0-1 0,1 1 0,-1 0 0,1-1 0,-1 1 0,1 0 0,-1 0 0,1 0 0,0 0 0,-1 0 0,1 0 0,0 0 0,0 1 0,0-1 0,0 0 0,0 1 0,-1 1 0,-5 7 0,-29 49 0,35-57 0,0 0 0,0 0 0,0 0 0,1 0 0,-1 0 0,1 0 0,0 0 0,-1 0 0,1 1 0,0-1 0,0 0 0,0 0 0,1 0 0,-1 0 0,0 0 0,2 4 0,0-2 0,-1-1 0,1 1 0,0-1 0,0 1 0,0-1 0,1 0 0,-1 0 0,6 5 0,-1-2 0,1 0 0,0 0 0,0 0 0,0-1 0,1-1 0,15 8 0,-13-9 0,-1 0 0,1 0 0,15 1 0,-21-3 0,1-1 0,-1 1 0,1-1 0,-1-1 0,1 1 0,-1-1 0,1 0 0,8-2 0,-12 2 0,-1 0 0,1 0 0,0 0 0,0 0 0,-1 0 0,1 0 0,0 0 0,-1-1 0,1 1 0,-1 0 0,0-1 0,1 1 0,-1-1 0,0 0 0,0 1 0,0-1 0,1-3 0,-1 2 0,0 0 0,0-1 0,0 1 0,-1 0 0,0 0 0,1-1 0,-1 1 0,0 0 0,-2-7 0,1 1 0,-1 1 0,-1 0 0,0 0 0,0 0 0,0 0 0,-1 0 0,-7-10 0,4 7 40,-1 1 0,-15-15 0,19 21-205,0 0 0,-1 1 0,1-1 0,-1 1 0,1 0 0,-1 0 0,0 1 0,-9-4 0,1 3-6661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2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51 24575,'-2'-7'0,"-8"-19"0,10 25 0,-1-1 0,1 1 0,-1 0 0,0-1 0,0 1 0,0 0 0,0 0 0,0 0 0,0 0 0,0 0 0,0 0 0,0 0 0,-1 0 0,-1-1 0,2 2 0,0 0 0,1 0 0,-1 1 0,0-1 0,1 0 0,-1 0 0,1 0 0,-1 0 0,0 1 0,1-1 0,-1 0 0,1 1 0,-1-1 0,1 0 0,-1 1 0,1-1 0,-1 1 0,1-1 0,-1 1 0,1-1 0,0 1 0,-1-1 0,1 1 0,0-1 0,-1 1 0,1 0 0,0-1 0,0 1 0,0-1 0,-1 1 0,1 1 0,-7 23 0,6-23 0,-6 32 0,1 1 0,1 1 0,2-1 0,2 44 0,2-53 0,2 0 0,0-1 0,2 1 0,1-1 0,1 0 0,16 38 0,12 17 0,36 126 0,-57-168-1365,-10-29-5461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2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39 24575,'-30'-8'0,"-13"-2"0,-1 1 0,4 1 0,4 5 0,6 3 0,5 1 0,7 4 0,6 0-8191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3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24575,'11'27'0,"2"17"0,2 6 0,1 2 0,-2-2 0,-1-3 0,0-5 0,-1-3 0,-1-4 0,0-3 0,-3-4 0,-2-5 0,-2-3 0,-2-3 0,-1-4-8191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3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1 345 24575,'51'22'0,"-13"-5"0,1-2 0,61 17 0,-96-31 0,1 0 0,-1-1 0,1 1 0,-1-1 0,1 0 0,0 0 0,-1 0 0,1-1 0,-1 1 0,7-3 0,-9 3 0,0-1 0,1 0 0,-1-1 0,0 1 0,0 0 0,0-1 0,0 1 0,-1-1 0,1 1 0,0-1 0,-1 0 0,1 0 0,-1 0 0,1 0 0,-1 0 0,0 0 0,0 0 0,0 0 0,0 0 0,0-1 0,0-2 0,2-5 0,-2 0 0,1-1 0,-1 1 0,0-1 0,-1 1 0,-1-1 0,0 0 0,-2-12 0,-25-85 0,12 50 0,13 47 0,-2-8 0,0-1 0,-13-30 0,17 49 0,1 0 0,-1 0 0,1 0 0,-1 0 0,1 0 0,-1 1 0,0-1 0,1 0 0,-1 0 0,0 0 0,0 0 0,0 1 0,0-1 0,0 0 0,1 1 0,-1-1 0,0 1 0,0-1 0,0 1 0,-1-1 0,1 1 0,-1 0 0,1 0 0,0 0 0,0 0 0,0 0 0,1 1 0,-1-1 0,0 0 0,0 1 0,1-1 0,-1 1 0,0-1 0,1 1 0,-1-1 0,0 1 0,1-1 0,-1 1 0,1 0 0,-1-1 0,0 1 0,1 0 0,0 0 0,-1-1 0,1 1 0,0 0 0,-1 0 0,1 0 0,0-1 0,0 1 0,-1 0 0,1 0 0,0 1 0,-1 7 0,0 1 0,0 0 0,0-1 0,3 19 0,8 41 0,-5-43 0,9 44 0,3-1 0,3-1 0,30 67 0,-22-74-1365,-21-47-5461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4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24575,'-13'14'0,"1"0"0,1 1 0,0 1 0,1-1 0,1 2 0,0-1 0,2 1 0,-1 0 0,-6 26 0,6-10 0,1 1 0,1-1 0,2 1 0,0 43 0,4-56 0,1-1 0,1 1 0,1 0 0,0-1 0,2 1 0,0-1 0,15 36 0,-15-46 0,0 0 0,1 0 0,0-1 0,0 0 0,1 0 0,0 0 0,10 7 0,-11-10 0,0-1 0,1 0 0,0-1 0,0 1 0,0-2 0,0 1 0,1-1 0,-1 0 0,1 0 0,12 2 0,-17-4-170,1-1-1,-1 1 0,0-1 1,1 0-1,-1 0 0,0 0 1,5-1-1,3-2-6655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4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24575,'20'-13'0,"42"-20"0,-54 29 0,1 0 0,-1 1 0,1 1 0,0-1 0,0 2 0,0-1 0,0 1 0,11 0 0,-17 1 0,0 0 0,1 1 0,-1-1 0,0 1 0,0 0 0,0 0 0,0 0 0,0 0 0,0 0 0,0 1 0,0-1 0,-1 1 0,1 0 0,-1 0 0,1 0 0,3 4 0,-3-3 0,0 1 0,0 0 0,-1 0 0,1 1 0,-1-1 0,0 0 0,0 1 0,-1-1 0,1 1 0,0 6 0,0-3 0,-1 0 0,-1 0 0,0-1 0,0 1 0,0 0 0,-1 0 0,0 0 0,0 0 0,-1-1 0,0 1 0,0-1 0,-1 1 0,-5 9 0,-20 21 0,20-29 0,1 1 0,-10 16 0,16-24 0,-1 0 0,1 1 0,0-1 0,0 0 0,0 1 0,0-1 0,1 1 0,-1-1 0,1 1 0,-1-1 0,1 1 0,0-1 0,0 1 0,0 0 0,0-1 0,1 1 0,-1-1 0,1 1 0,-1-1 0,1 1 0,0-1 0,0 1 0,0-1 0,0 0 0,0 0 0,1 1 0,-1-1 0,1 0 0,-1 0 0,1 0 0,0 0 0,0-1 0,0 1 0,0 0 0,0-1 0,0 0 0,0 1 0,1-1 0,-1 0 0,4 1 0,4 3 15,0-1 0,0-1 0,1 1 0,-1-2 0,1 0 0,0 0 0,12 0 0,-18-2-89,-1 0-1,1 0 1,0 0 0,-1-1 0,1 0-1,-1 0 1,1 0 0,-1 0 0,1-1-1,-1 0 1,0 0 0,0 0 0,0 0-1,0-1 1,0 0 0,0 0 0,-1 0-1,1 0 1,2-4 0,1-1-6752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4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0 24575,'-30'0'0,"-13"0"0,-1 0 0,4 0 0,7 3 0,3 0 0,5 3 0,4 2 0,3 0 0,4-1-8191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5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24575,'23'18'0,"-1"1"0,0 0 0,-1 2 0,-1 1 0,-1 0 0,-1 1 0,-2 1 0,0 1 0,-1 0 0,-1 1 0,-2 1 0,-1 0 0,15 52 0,-17-42 0,-2 1 0,-2 0 0,-1 0 0,-2 75 0,-3-103-114,0 0 1,0 0-1,-1-1 0,0 1 0,-1-1 1,0 1-1,0-1 0,-1 0 0,0 0 1,-1 0-1,-10 14 0,3-8-6712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6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24575,'-2'8'0,"0"1"0,1-1 0,-1 1 0,2-1 0,-1 1 0,1-1 0,1 1 0,-1-1 0,2 1 0,-1-1 0,1 0 0,4 13 0,5 9 0,2-1 0,16 30 0,-13-29 0,55 97 0,-10-20 0,-61-106 0,11 20 0,0 0 0,-1 1 0,-1 0 0,10 37 0,-19-56 15,1 0 0,-1 0 0,0 0 0,0 0 0,0 0 0,0 0 0,-1 5 0,1-8-55,0 1 0,0 0 0,-1-1-1,1 1 1,0 0 0,-1-1 0,1 1 0,0-1 0,-1 1 0,1 0 0,-1-1-1,1 1 1,0-1 0,-1 1 0,0-1 0,1 0 0,-1 1 0,1-1-1,-1 1 1,1-1 0,-1 0 0,0 1 0,1-1 0,-1 0 0,0 0-1,1 0 1,-1 0 0,0 1 0,1-1 0,-1 0 0,0 0 0,0 0 0,1 0-1,-1 0 1,0-1 0,-1 1 0,-6-2-6786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6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24575,'22'7'0,"11"3"0,1 0 0,-1-2 0,-5-3 0,-5-4 0,-3-3 0,-5-3 0,-3-1 0,-3-1 0,-1-1 0,-2 0 0,-1-2 0,-2-2 0,-2 1-8191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7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24575,'0'17'0,"2"-1"0,0 1 0,1-1 0,1 0 0,8 25 0,38 73 0,-39-91 0,1-1 0,1-1 0,1 0 0,1 0 0,21 20 0,-24-27 0,13 14 0,-23-27 0,0 1 0,0-1 0,0 1 0,0-1 0,0 1 0,0-1 0,0 0 0,1 0 0,-1 0 0,0-1 0,5 2 0,-7-2 0,1 0 0,0 0 0,0 0 0,0 1 0,-1-2 0,1 1 0,0 0 0,0 0 0,0 0 0,-1 0 0,1 0 0,0-1 0,0 1 0,-1 0 0,1-1 0,0 1 0,0 0 0,-1-1 0,1 1 0,0-1 0,-1 1 0,1-1 0,-1 1 0,1-1 0,0-1 0,0 0 0,0 1 0,0-1 0,-1 0 0,1 0 0,-1 0 0,1 0 0,-1 1 0,0-1 0,0 0 0,0-4 0,-1-2 0,1 0 0,-2 0 0,1 1 0,-4-10 0,-6-8 0,9 20 0,-1 0 0,1 0 0,0-1 0,0 1 0,0-6 0,2 11 0,0 0 0,0 0 0,0-1 0,0 1 0,0 0 0,0 0 0,0 0 0,0 0 0,0 0 0,0-1 0,0 1 0,0 0 0,0 0 0,0 0 0,0 0 0,0 0 0,0 0 0,1-1 0,-1 1 0,0 0 0,0 0 0,0 0 0,0 0 0,0 0 0,0 0 0,1 0 0,-1 0 0,0 0 0,0 0 0,0 0 0,0 0 0,0 0 0,1-1 0,-1 1 0,0 0 0,0 0 0,0 0 0,0 0 0,0 0 0,1 1 0,-1-1 0,0 0 0,0 0 0,0 0 0,0 0 0,0 0 0,0 0 0,1 0 0,-1 0 0,0 0 0,0 0 0,0 0 0,0 0 0,0 0 0,0 1 0,1-1 0,-1 0 0,0 0 0,0 0 0,0 0 0,0 0 0,0 0 0,0 1 0,11 6 0,-10-6 0,10 8 0,0-1 0,1 0 0,1-1 0,-1 0 0,1-1 0,0 0 0,1-1 0,-1-1 0,1 0 0,0-1 0,19 2 0,-25-5 0,-1 1 0,0-2 0,0 1 0,1-1 0,-1 0 0,0-1 0,0 0 0,0 0 0,0 0 0,-1-1 0,1 0 0,-1 0 0,1-1 0,-1 0 0,0 0 0,0 0 0,-1-1 0,7-6 0,-8 7 0,-1 0 0,1 0 0,-1 0 0,0 0 0,-1-1 0,1 1 0,-1-1 0,0 0 0,0 0 0,0 0 0,-1 1 0,0-2 0,0 1 0,0 0 0,0 0 0,-1 0 0,0 0 0,0-1 0,0 1 0,-1 0 0,0 0 0,0 0 0,0 0 0,0 0 0,-5-9 0,4 9 0,-1 0 0,1 0 0,-1 0 0,-1 0 0,1 1 0,-1-1 0,0 1 0,0 0 0,0 0 0,0 1 0,-1-1 0,1 1 0,-1 0 0,0 0 0,0 0 0,0 1 0,0 0 0,-1 0 0,1 0 0,0 0 0,-1 1 0,1 0 0,-1 0 0,0 1 0,-7 0 0,12 0 0,0 0 0,-1 0 0,1 0 0,0 1 0,0-1 0,-1 0 0,1 1 0,0-1 0,0 1 0,0 0 0,-1-1 0,1 1 0,0 0 0,0 0 0,0-1 0,0 1 0,0 0 0,0 0 0,-1 2 0,1-1 0,0 1 0,0-1 0,0 1 0,0-1 0,0 1 0,0-1 0,0 1 0,1 0 0,-1 3 0,1 4 0,0 0 0,1 1 0,3 19 0,-2-21 0,0 0 0,1 0 0,0 0 0,0-1 0,1 1 0,0-1 0,1 0 0,0 0 0,0 0 0,1-1 0,-1 0 0,2 0 0,-1 0 0,12 8 0,-10-9 0,0 0 0,1 0 0,0-1 0,0 0 0,0-1 0,1 0 0,-1 0 0,1-1 0,0 0 0,0-1 0,0 0 0,19 1 0,-18-3 0,-1 0 0,1 0 0,-1-1 0,1 0 0,16-5 0,-23 5 0,0-1 0,0 0 0,0 0 0,0 0 0,-1 0 0,1 0 0,-1-1 0,0 1 0,0-1 0,1 0 0,-2 0 0,1 0 0,0-1 0,-1 1 0,1 0 0,-1-1 0,2-4 0,-2 2 0,1 0 0,-2-1 0,1 1 0,0-1 0,-1 1 0,0-1 0,-1-8 0,2 1 0,1 2 0,-3 12 0,0 0 0,1 0 0,-1 0 0,0 0 0,0 0 0,0 0 0,1 0 0,-1 0 0,0 0 0,0 0 0,0 1 0,1-1 0,-1 0 0,0 0 0,0 0 0,0 0 0,1 0 0,-1 0 0,0 0 0,0 0 0,0 1 0,0-1 0,0 0 0,1 0 0,-1 0 0,0 0 0,0 1 0,0-1 0,0 0 0,0 0 0,0 1 0,12 23 0,-8-16 0,2 3 0,0-1 0,1 0 0,0 0 0,1 0 0,0-1 0,1 0 0,0-1 0,0 0 0,0 0 0,1-1 0,1 0 0,-1-1 0,1 0 0,20 7 0,-25-11 0,-1 0 0,1-1 0,0 0 0,-1 0 0,1 0 0,0-1 0,7 0 0,-11 0 0,0 0 0,-1 0 0,1 0 0,-1-1 0,1 1 0,-1-1 0,1 1 0,-1-1 0,1 1 0,-1-1 0,1 0 0,-1 0 0,0 0 0,0 0 0,1 0 0,-1 0 0,0 0 0,0 0 0,0 0 0,0 0 0,0-1 0,0 1 0,0 0 0,0-1 0,-1 1 0,1-1 0,-1 1 0,1-1 0,-1 1 0,1-3 0,0-49 0,2 50 0,2 7 0,6 8 0,-8-9 0,34 41-1365,-30-34-5461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9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24575,'4'-7'0,"1"1"0,-1-1 0,1 1 0,0 0 0,1 0 0,0 1 0,10-9 0,-13 12 0,1 0 0,-1 0 0,0 0 0,1 1 0,-1-1 0,1 1 0,0 0 0,-1 0 0,1 0 0,0 0 0,0 1 0,0-1 0,0 1 0,-1 0 0,1 0 0,0 1 0,7 0 0,-3 1 0,0 1 0,1-1 0,-1 1 0,0 0 0,0 1 0,9 6 0,-14-8 0,-1 0 0,1 0 0,-1 0 0,1 0 0,-1 1 0,0-1 0,0 1 0,0 0 0,0-1 0,0 1 0,-1 0 0,1 0 0,-1 0 0,0 0 0,0 1 0,0-1 0,0 0 0,-1 0 0,1 5 0,0 25 0,-2 35 0,-2-5 0,3-54 0,-1-1 0,0 1 0,0 0 0,-1-1 0,0 1 0,-1-1 0,0 0 0,0 1 0,-1-1 0,0-1 0,0 1 0,-8 9 0,11-16 0,1 0 0,-1 0 0,0 0 0,0 0 0,1 0 0,-1 1 0,1-1 0,-1 0 0,1 0 0,0 1 0,-1-1 0,1 0 0,0 0 0,0 3 0,0-4 0,0 1 0,0 0 0,1-1 0,-1 1 0,1 0 0,-1-1 0,0 1 0,1-1 0,-1 1 0,1-1 0,-1 1 0,1-1 0,0 1 0,-1-1 0,1 0 0,-1 1 0,1-1 0,0 0 0,-1 1 0,1-1 0,0 0 0,-1 0 0,1 0 0,0 1 0,0-1 0,-1 0 0,1 0 0,1 0 0,26 3 0,5 2 0,0-1 0,66-2 0,-97-2-105,0-1 0,-1 1 0,1 0 0,0-1 0,-1 1 0,1-1 0,0 1 0,-1-1 0,1 0 0,-1 1 0,1-1 0,1-2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9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24575,'8'-5'0,"4"-1"0,4-3 0,0 0 0,1 2 0,0 3 0,0-2 0,-1 1 0,1 1 0,2 2 0,-1 0 0,-1-1 0,0-1 0,-4 1-8191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09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44 24575,'-5'-2'0,"-10"-3"0,-28-6 0,39 10 0,0 1 0,1-1 0,-1 1 0,1 0 0,-1 0 0,0 0 0,1 1 0,-1-1 0,0 1 0,1 0 0,-1 0 0,1 0 0,-7 3 0,9-3 0,0-1 0,0 1 0,0 0 0,0 0 0,0 0 0,0 0 0,0 0 0,0 0 0,0 0 0,0 0 0,0 0 0,1 1 0,-1-1 0,0 0 0,1 0 0,-1 1 0,1-1 0,0 0 0,-1 1 0,1 1 0,0 0 0,0-1 0,0 1 0,0 0 0,1-1 0,-1 1 0,1-1 0,0 1 0,-1-1 0,1 1 0,2 2 0,1 2 0,0 0 0,1 0 0,-1 0 0,2-1 0,-1 0 0,8 7 0,-8-9 0,1 0 0,0 0 0,0 0 0,0-1 0,0 1 0,1-1 0,-1-1 0,1 1 0,0-1 0,13 2 0,-18-4 0,0 1 0,1-1 0,-1 0 0,0 0 0,1 0 0,-1 0 0,0 0 0,1-1 0,-1 1 0,0-1 0,0 1 0,1-1 0,-1 0 0,0 0 0,0 0 0,0 0 0,0 0 0,0 0 0,0 0 0,0-1 0,-1 1 0,1-1 0,0 0 0,-1 1 0,1-1 0,-1 0 0,0 0 0,1 0 0,-1 0 0,0 0 0,0 0 0,0 0 0,0-1 0,-1 1 0,1 0 0,0-3 0,0-1 10,0 1 0,-1-1 0,1 0 0,-1 0 0,0 0 0,-1 0 0,1 0 0,-1 0 0,0 0 0,-1 1 0,-3-10 0,4 11-84,-1 1-1,0-1 1,1 1 0,-1 0 0,-1 0-1,1 0 1,0 0 0,-1 1 0,0-1-1,1 0 1,-1 1 0,0 0 0,0 0-1,-1 0 1,1 0 0,0 0 0,-1 1-1,1-1 1,-5 0 0,-7-2-6752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0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16 24575,'-28'-2'0,"-11"-2"0,-2 1 0,4 0 0,5 2 0,6-1 0,8 2-8191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0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24575,'10'25'0,"6"13"0,2 3 0,2-3 0,-4-5 0,-4-9-8191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2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24575,'1'4'0,"0"1"0,1-1 0,-1 1 0,1-1 0,0 0 0,0 0 0,1 0 0,-1 0 0,6 7 0,0 0 0,-1 0 0,3 4 0,20 26 0,-27-38 0,-1 0 0,1 0 0,0 0 0,0 0 0,0-1 0,1 0 0,-1 1 0,1-1 0,-1 0 0,1-1 0,0 1 0,-1-1 0,9 3 0,-11-4 0,1 0 0,-1 0 0,1 0 0,-1 0 0,0 0 0,1 0 0,-1-1 0,1 1 0,-1 0 0,1-1 0,-1 1 0,0-1 0,1 0 0,-1 1 0,0-1 0,1 0 0,-1 0 0,2-1 0,-1 0 0,0-1 0,0 1 0,0-1 0,0 0 0,0 1 0,0-1 0,-1 0 0,2-4 0,-1 1 0,0 0 0,0 0 0,0 0 0,-1 0 0,0 0 0,0-1 0,-1 1 0,0-10 0,-8-23 0,31 73 0,-14-20 0,0 0 0,1 0 0,0-1 0,1 0 0,1-1 0,0 0 0,0-1 0,2 0 0,22 14 0,-33-23 0,0-1 0,0 1 0,1-1 0,-1 0 0,0 0 0,0 0 0,1 0 0,-1-1 0,0 1 0,1-1 0,3 0 0,-6 0 0,1 0 0,-1 0 0,1-1 0,-1 1 0,0 0 0,1-1 0,-1 1 0,0-1 0,0 0 0,1 1 0,-1-1 0,0 0 0,0 0 0,0 0 0,0 0 0,0 0 0,0 0 0,0 0 0,0 0 0,0 0 0,-1 0 0,1 0 0,0-1 0,-1 1 0,1 0 0,-1 0 0,1-1 0,-1 1 0,1-2 0,1-4 0,-1 0 0,0-1 0,0 1 0,-1 0 0,0-1 0,0 1 0,-1 0 0,0-1 0,0 1 0,0 0 0,-1 0 0,0 0 0,-1 0 0,0 0 0,0 0 0,0 1 0,-1-1 0,-6-8 0,28 45 0,-15-27 0,17 22 0,35 34 0,-49-53 0,1 0 0,0 0 0,1-1 0,-1 0 0,1 0 0,0-1 0,0 0 0,0-1 0,1 1 0,11 2 0,-17-6-170,0 1-1,0-1 0,0 0 1,0 1-1,0-1 0,-1-1 1,5 0-1,3-1-6655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2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24575,'2'1'0,"0"0"0,0-1 0,0 1 0,0 0 0,-1 1 0,1-1 0,0 0 0,0 0 0,-1 1 0,1-1 0,-1 1 0,1-1 0,1 4 0,6 4 0,-5-6 0,0 0 0,0 0 0,1 0 0,-1 0 0,1-1 0,-1 0 0,1 0 0,0 0 0,0 0 0,0-1 0,9 1 0,-12-1 0,0-1 0,-1 0 0,1 0 0,0-1 0,0 1 0,0 0 0,0-1 0,0 1 0,-1-1 0,1 1 0,0-1 0,0 0 0,-1 0 0,1 0 0,0 0 0,-1 0 0,1 0 0,-1 0 0,1-1 0,-1 1 0,0 0 0,0-1 0,1 1 0,-1-1 0,0 1 0,0-1 0,-1 0 0,1 1 0,0-1 0,0 0 0,-1 0 0,1 0 0,-1 1 0,1-4 0,0-9 0,-1 12 0,0 0 0,0 0 0,0 1 0,0-1 0,0 0 0,1 0 0,-1 0 0,0 1 0,1-1 0,0 0 0,-1 0 0,1 1 0,0-1 0,0 0 0,0 1 0,0-1 0,1-1 0,-1 3 0,-1 0 0,1 0 0,0 0 0,-1 0 0,1 0 0,0 0 0,-1 0 0,1 0 0,0 0 0,-1 0 0,1 0 0,-1 0 0,1 1 0,0-1 0,-1 0 0,1 0 0,0 1 0,-1-1 0,1 0 0,-1 1 0,1-1 0,-1 0 0,1 1 0,-1-1 0,1 1 0,15 16 0,-13-13 0,22 23 0,-10-10 0,0 0 0,1-1 0,1-1 0,0 0 0,25 15 0,-37-27-341,0-1 0,0 0-1,10 3 1,-3-2-6485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2.8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27 24575,'-3'-5'0,"1"3"0,0-1 0,1 1 0,-1 0 0,0 0 0,-1-1 0,1 1 0,0 0 0,-3-1 0,5 3 0,0 0 0,0 0 0,0 0 0,0 0 0,0-1 0,0 1 0,-1 0 0,1 0 0,0 0 0,0 0 0,0 0 0,0 0 0,0 0 0,0 0 0,0 0 0,0 0 0,0 0 0,-1 0 0,1 0 0,0 0 0,0 0 0,0 0 0,0 0 0,0 0 0,0 0 0,0 0 0,0 0 0,-1 0 0,1 1 0,0-1 0,0 0 0,0 0 0,0 0 0,0 0 0,0 0 0,0 0 0,0 0 0,0 0 0,0 0 0,0 0 0,0 0 0,0 0 0,0 1 0,-1-1 0,1 0 0,0 0 0,0 0 0,0 0 0,1 7 0,3 8 0,67 130 0,-56-112 0,-8-20 0,0 0 0,-2 0 0,0 1 0,7 26 0,-12-39 0,0 0 0,1 1 0,-1-1 0,0 1 0,0-1 0,0 1 0,0-1 0,0 0 0,0 1 0,0-1 0,-1 1 0,1-1 0,-1 0 0,1 1 0,-1-1 0,1 0 0,-1 1 0,0-1 0,1 0 0,-1 0 0,0 1 0,0-1 0,0 0 0,0 0 0,0 0 0,0 0 0,0 0 0,0-1 0,-1 1 0,1 0 0,0 0 0,0-1 0,-1 1 0,1-1 0,-1 1 0,1-1 0,0 0 0,-1 1 0,1-1 0,-3 0 0,-6 1 0,0-1 0,0 0 0,0-1 0,-17-3 0,15 2 0,-94-18-1365,91 17-5461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3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24575,'-5'16'0,"0"9"0,5 8 0,1 6 0,4 2 0,3 1 0,0-2 0,2-2 0,-2-3 0,1-2 0,-1-2 0,-2-3 0,1-5 0,-2-3 0,-1-2 0,2-3 0,-1-3-8191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3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30 24575,'-28'-5'0,"-11"-2"0,-5 0 0,1 2 0,5 2 0,4 0 0,2 5 0,5 1 0,4 2 0,6 1-8191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24575,'102'240'0,"-44"-97"0,-57-140 0,13 36 0,-35-91 0,-6-35 0,26 86 0,1 0 0,0 1 0,0-1 0,0 1 0,-1-1 0,1 0 0,0 1 0,0-1 0,0 1 0,0-1 0,0 0 0,0 1 0,0-1 0,0 0 0,1 1 0,-1-1 0,0 1 0,0-1 0,0 0 0,1 1 0,-1-1 0,0 1 0,1-1 0,-1 1 0,0-1 0,1 0 0,0 1 0,0-1 0,0 1 0,0 0 0,0-1 0,0 1 0,0 0 0,0 0 0,0 0 0,0 0 0,0 0 0,-1 0 0,1 0 0,0 0 0,0 0 0,2 1 0,2 0 0,0 1 0,1-1 0,-1 2 0,8 3 0,60 41 0,30 16 0,-102-63 0,0 1 0,1-1 0,-1 1 0,0 0 0,0-1 0,0 1 0,0 0 0,0 0 0,0 0 0,0 0 0,0 0 0,1 2 0,-3 3 0,-10 1 0,-2-2 0,0-1 0,-1-1 0,-18 3 0,-6 1 0,30-5 0,6-1 0,0-1 0,0 1 0,1-1 0,-1 1 0,0-1 0,0 0 0,0 1 0,0-1 0,0 0 0,-3-1 0,4 1 0,1 0 0,0 0 0,0 0 0,0-1 0,0 1 0,-1 0 0,1 0 0,0 0 0,0 0 0,0-1 0,0 1 0,0 0 0,0 0 0,0 0 0,0 0 0,-1-1 0,1 1 0,0 0 0,0 0 0,0-1 0,0 1 0,0 0 0,0 0 0,0 0 0,0-1 0,0 1 0,0 0 0,0 0 0,1 0 0,-1-1 0,0 1 0,0 0 0,0 0 0,0 0 0,0-1 0,0 1 0,0 0 0,0 0 0,1 0 0,-1 0 0,0-1 0,0 1 0,0 0 0,1 0 0,6-9 0,0 4 0,0 0 0,0 0 0,1 0 0,-1 1 0,1 0 0,0 1 0,0-1 0,17-3 0,6 0 0,37-3 0,-14 3 0,-37 3 0,29-8 0,-40 10 0,-1 0 0,0 0 0,0 0 0,0-1 0,0 0 0,0 0 0,0 0 0,-1-1 0,6-5 0,-9 8 0,0 0 0,0 0 0,-1 0 0,1 0 0,0 0 0,-1 0 0,1 0 0,-1 0 0,1 0 0,-1-1 0,0 1 0,1 0 0,-1 0 0,0 0 0,0 0 0,0-1 0,0 1 0,0 0 0,0 0 0,0 0 0,0-1 0,0 1 0,-1 0 0,1 0 0,-1-1 0,0 0 0,0 0 0,0 0 0,-1 0 0,1 0 0,0 0 0,-1 0 0,0 0 0,1 1 0,-1-1 0,0 1 0,0-1 0,-3-1 0,3 2 0,0 0 0,-1 0 0,1 0 0,-1 0 0,1 0 0,-1 0 0,1 1 0,-1-1 0,1 1 0,-1 0 0,-3-1 0,5 1 0,0 1 0,0-1 0,-1 0 0,1 0 0,0 0 0,0 1 0,0-1 0,0 1 0,0-1 0,0 1 0,0-1 0,0 1 0,0 0 0,0-1 0,0 1 0,0 0 0,0 0 0,0-1 0,0 1 0,1 0 0,-1 0 0,0 0 0,1 0 0,-1 2 0,-1 1 0,0 0 0,1 0 0,0 0 0,0 0 0,0 0 0,1 0 0,-1 1 0,1-1 0,0 0 0,0 0 0,1 1 0,0 5 0,1-3 0,0 0 0,1-1 0,-1 1 0,1-1 0,0 1 0,8 10 0,0-3 0,0 0 0,0-1 0,2-1 0,-1 0 0,19 13 0,-21-18 30,0 0 0,0 0 0,22 9 0,-30-14-92,0-1 0,1 0 0,0 0 0,-1-1 1,1 1-1,0 0 0,-1-1 0,1 0 0,0 1 0,-1-1 0,1 0 0,0 0 1,0-1-1,-1 1 0,1-1 0,0 1 0,-1-1 0,1 0 0,0 0 0,-1 0 1,1 0-1,-1 0 0,4-3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24575,'34'-4'0,"52"-3"0,-77 7 0,0 0 0,0 1 0,-1 0 0,1 0 0,0 1 0,-1 0 0,12 5 0,-18-6 0,0-1 0,-1 1 0,1 0 0,-1 0 0,1 1 0,-1-1 0,0 0 0,1 0 0,-1 1 0,0-1 0,0 0 0,0 1 0,0-1 0,0 1 0,0 0 0,0-1 0,-1 1 0,1 0 0,-1-1 0,1 1 0,-1 0 0,1 3 0,-1 3 0,1 0 0,-1 1 0,-3 14 0,2-6 0,-1 0 0,-5 22 0,5-28 0,-1 1 0,2 0 0,0 0 0,0 19 0,2-27 0,0-1 0,0 1 0,0-1 0,0 0 0,1 1 0,-1-1 0,1 0 0,0 0 0,0 0 0,0 0 0,0 0 0,1 0 0,3 3 0,5 4 0,21 16 0,-29-24 0,10 7 0,0 0 0,1 0 0,24 9 0,-33-15 0,0-1 0,1 0 0,-1 0 0,1-1 0,0 0 0,-1 0 0,1 0 0,0-1 0,0 1 0,0-1 0,0-1 0,-1 1 0,8-2 0,-10 1-45,-1 0-1,1 0 1,-1-1-1,1 1 1,-1 0-1,0-1 1,0 0-1,0 1 1,0-1-1,0 0 1,0 0-1,0 0 1,0 0-1,-1-1 1,1 1-1,-1 0 1,0-1-1,1 1 1,-1-1-1,0 1 1,-1-1-1,1 1 1,0-1-1,-1 0 0,1 1 1,-1-1-1,0 0 1,0 0-1,0-3 1,-3-7-6781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6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1 264 24575,'3'-1'0,"43"-6"0,-1-3 0,76-26 0,-114 33 0,1-1 0,0 0 0,-1 0 0,0 0 0,0-1 0,0 0 0,-1-1 0,7-6 0,-10 9 0,0 0 0,-1-1 0,1 1 0,-1-1 0,0 1 0,0-1 0,0 0 0,-1 0 0,1 0 0,-1 0 0,0 0 0,0-1 0,0 1 0,-1 0 0,1 0 0,-1-1 0,-1-5 0,2 9 0,-1 0 0,-1 0 0,1 0 0,0 0 0,0 0 0,0 0 0,0-1 0,-1 1 0,1 0 0,-1 0 0,1 0 0,-1 0 0,1 0 0,-1 0 0,1 1 0,-1-1 0,0 0 0,1 0 0,-1 0 0,0 1 0,0-1 0,0 0 0,0 1 0,0-1 0,0 0 0,0 1 0,0-1 0,0 1 0,0 0 0,0-1 0,0 1 0,0 0 0,0 0 0,0-1 0,-1 1 0,0 0 0,0 1 0,1-1 0,-1 0 0,1 1 0,-1-1 0,1 1 0,0-1 0,-1 1 0,1 0 0,-1-1 0,1 1 0,0 0 0,0 0 0,-1 0 0,1 0 0,0 0 0,0 0 0,0 1 0,0-1 0,0 0 0,0 0 0,1 1 0,-1-1 0,-1 3 0,1 0 0,-1 1 0,1-1 0,0 1 0,0 0 0,0-1 0,1 1 0,0 0 0,0-1 0,0 1 0,0 0 0,1-1 0,1 10 0,1-8 0,-1 1 0,1 0 0,0-1 0,0 0 0,1 0 0,0 0 0,8 10 0,0-3 0,1 0 0,0-1 0,1-1 0,0 0 0,31 17 0,-36-24 0,-1 1 0,1-1 0,1-1 0,-1 1 0,0-2 0,1 1 0,0-1 0,-1-1 0,1 1 0,0-2 0,10 0 0,-13 0 0,0-1 0,-1 0 0,1 0 0,0-1 0,0 0 0,-1 0 0,1-1 0,-1 0 0,0 0 0,1 0 0,-1-1 0,-1 0 0,1 0 0,-1-1 0,0 1 0,7-8 0,-8 8 0,-1-1 0,1 0 0,-1 0 0,0-1 0,0 1 0,0-1 0,-1 1 0,1-1 0,-2 0 0,1 0 0,0 0 0,-1 0 0,0 0 0,-1 0 0,0-1 0,0 1 0,0 0 0,0 0 0,-1 0 0,0 0 0,0 0 0,-1 0 0,0 0 0,0 0 0,0 0 0,0 1 0,-1-1 0,0 1 0,-1 0 0,1 0 0,-1 0 0,0 0 0,-4-4 0,5 6 0,-1 0 0,1 0 0,1-1 0,-1 1 0,0-1 0,1 1 0,-4-8 0,6 10 0,0-1 0,-1 1 0,1-1 0,0 1 0,0 0 0,0-1 0,0 1 0,0-1 0,0 1 0,0 0 0,1-1 0,-1 1 0,0 0 0,1-1 0,-1 1 0,1 0 0,-1-1 0,1 1 0,0 0 0,0 0 0,-1 0 0,1 0 0,0 0 0,0 0 0,0 0 0,0 0 0,0 0 0,2-1 0,-1 1-65,0-1 0,-1 1 0,1 0 0,0 0 0,0 0 0,0 0 0,0 1 0,0-1 0,0 1 0,0-1 0,0 1 0,0-1 0,0 1 0,0 0 0,0 0 0,0 0 0,0 0 0,0 1 0,1-1 0,2 1 0,4 2-6761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6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59 24575,'-1'0'0,"0"0"0,0 1 0,0-1 0,0 1 0,0-1 0,0 1 0,0-1 0,1 1 0,-1 0 0,0-1 0,0 1 0,0 0 0,1-1 0,-1 1 0,0 0 0,1 0 0,-1 0 0,1 0 0,-1 0 0,1 0 0,-1 0 0,0 1 0,-7 23 0,7-20 0,1 0 0,-1 0 0,1-1 0,0 1 0,0 0 0,1 0 0,-1 0 0,1-1 0,0 1 0,0 0 0,1-1 0,2 8 0,0-5 0,-1-1 0,1 0 0,0 0 0,0 0 0,1 0 0,-1-1 0,1 0 0,8 6 0,-8-6 0,0-1 0,0 0 0,0-1 0,1 1 0,0-1 0,0 0 0,0 0 0,0-1 0,0 0 0,1 0 0,-1-1 0,0 1 0,1-1 0,-1-1 0,1 1 0,0-1 0,-1 0 0,1-1 0,-1 1 0,9-3 0,-12 2 0,1-1 0,-1 0 0,1 0 0,-1 0 0,0 0 0,0 0 0,0-1 0,0 1 0,0-1 0,0 0 0,-1 0 0,1 0 0,-1 0 0,0 0 0,0-1 0,0 1 0,0-1 0,-1 1 0,1-1 0,-1 0 0,0 1 0,0-1 0,0-4 0,1-4 0,-1 1 0,0-1 0,0 1 0,-2-1 0,1 1 0,-5-21 0,4 26 0,0 0 0,-1 0 0,0 0 0,0 0 0,-1 0 0,1 1 0,-1-1 0,-1 1 0,-3-7 0,5 10 0,0 0 0,0 0 0,-1 0 0,1 0 0,0 0 0,-1 0 0,1 1 0,-1-1 0,1 1 0,-1-1 0,0 1 0,1 0 0,-1 0 0,0 1 0,0-1 0,0 0 0,0 1 0,0 0 0,0-1 0,0 1 0,-4 1 0,-2 0-341,0 1 0,-1 0-1,-15 7 1,10-3-6485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7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33 24575,'5'0'0,"0"0"0,1 1 0,-1-1 0,0 1 0,0 0 0,0 1 0,1-1 0,-1 1 0,-1 0 0,1 0 0,0 1 0,7 4 0,-9-5 0,-1 0 0,1 1 0,0-1 0,-1 1 0,0 0 0,1 0 0,-1 0 0,0 0 0,-1 0 0,1 1 0,0-1 0,-1 0 0,0 1 0,0-1 0,0 1 0,0-1 0,0 1 0,-1 7 0,1-9 0,-1 5 0,0-1 0,0 1 0,0-1 0,-1 1 0,-1 6 0,2-12 0,-1 1 0,1-1 0,-1 1 0,1-1 0,-1 1 0,0-1 0,1 0 0,-1 1 0,0-1 0,0 0 0,0 0 0,0 0 0,0 0 0,-1 0 0,1 0 0,0 0 0,0 0 0,-1 0 0,1 0 0,0 0 0,-1-1 0,1 1 0,-1-1 0,1 1 0,-1-1 0,-2 1 0,-1-1 0,-1 0 0,1 0 0,-1 0 0,1 0 0,-1-1 0,1 0 0,0 0 0,-1-1 0,-7-2 0,-3-3 0,-26-15 0,17 6 0,-39-33 0,53 40 0,5 3 0,-1 1 0,-9-13 0,15 17 0,-1-1 0,1 0 0,0 1 0,-1-1 0,1 0 0,0 0 0,1 0 0,-1 0 0,0 0 0,0 0 0,1 0 0,-1 0 0,1 0 0,0 0 0,0-1 0,-1-2 0,2 4 0,-1 0 0,1 0 0,0 0 0,-1 0 0,1 0 0,0 0 0,0 0 0,-1 0 0,1 0 0,0 0 0,0 0 0,0 0 0,0 0 0,0 1 0,0-1 0,0 0 0,1 1 0,-1-1 0,0 1 0,0-1 0,0 1 0,1 0 0,-1-1 0,0 1 0,0 0 0,1 0 0,-1 0 0,2 0 0,6-1 0,1 1 0,13 1 0,-21 0 0,13 1-341,0 0 0,0 1-1,22 8 1,-22-5-6485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8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241 112 24575,'-42'-30'0,"-28"-17"0,60 41 0,-1 0 0,0 1 0,-1 0 0,-18-5 0,29 9 0,-1 1 0,1-1 0,-1 1 0,0 0 0,1 0 0,-1 0 0,0 0 0,1 0 0,-1 0 0,0 0 0,1 0 0,-1 1 0,0-1 0,1 1 0,-1-1 0,1 1 0,-1-1 0,1 1 0,-3 2 0,2-2 0,1 1 0,-1-1 0,1 1 0,-1 0 0,1-1 0,0 1 0,0 0 0,0 0 0,0 0 0,0 0 0,0 0 0,1 0 0,-1 3 0,-1 4 0,1 0 0,0 0 0,1 0 0,0 0 0,2 18 0,7 24 0,1-1 0,25 69 0,46 94 0,-75-200 0,20 54 0,-5-12 0,34 65 0,-53-118-151,-1 0-1,1 1 0,-1-1 0,1 0 1,0 0-1,-1 0 0,1 0 1,3 1-1,3 3-6674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8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24 24575,'-30'-5'0,"-12"-1"0,-2-1 0,4 2 0,9 4 0,10 2-8191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8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24575,'12'28'0,"7"13"0,3 6 0,3-1 0,-1-2 0,-2-5 0,-2-3 0,-2-3 0,-1-2 0,-2-2 0,0 0 0,-3-2 0,-1-2 0,-2-2 0,-3-2 0,-3-5-8191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9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1 295 24575,'216'41'0,"-212"-40"0,0-1 0,1 0 0,-1 1 0,1-1 0,-1-1 0,0 1 0,1-1 0,-1 1 0,0-1 0,1 0 0,-1-1 0,4-1 0,-5 2 0,-1-1 0,0 1 0,0 0 0,0-1 0,0 0 0,0 1 0,0-1 0,-1 0 0,1 0 0,0 0 0,-1 0 0,0-1 0,1 1 0,-1 0 0,0 0 0,0-1 0,0 1 0,0-1 0,-1 1 0,1-1 0,0-3 0,-1-2 0,0 0 0,0 1 0,-1-1 0,0 1 0,0-1 0,0 1 0,-1-1 0,0 1 0,-1 0 0,-4-10 0,-7-10 0,-22-32 0,17 29 0,4 3 0,-10-15 0,25 42 0,0-1 0,0 1 0,0 0 0,0 0 0,0 0 0,0 0 0,0 0 0,0 0 0,-1 0 0,1 0 0,0-1 0,0 1 0,0 0 0,0 0 0,0 0 0,0 0 0,0 0 0,0 0 0,0 0 0,0 0 0,0 0 0,0-1 0,0 1 0,0 0 0,-1 0 0,1 0 0,0 0 0,0 0 0,0 0 0,0 0 0,0 0 0,0 0 0,0 0 0,0 0 0,-1 0 0,1 0 0,0 0 0,0 0 0,0 0 0,0 0 0,0 0 0,0 0 0,0 0 0,-1 0 0,1 0 0,0 0 0,0 0 0,0 0 0,0 0 0,0 0 0,0 0 0,0 8 0,5 10 0,19 49 0,2-2 0,4 0 0,2-2 0,45 65 0,-66-114-120,1 4-191,0-1 0,-1 1-1,10 23 1,-17-29-6515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19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0 24575,'-14'59'0,"2"0"0,3 1 0,3-1 0,2 2 0,3-1 0,8 80 0,-5-123 0,1-1 0,1 1 0,0-1 0,1 0 0,1 0 0,1-1 0,0 1 0,0-1 0,15 20 0,-17-29 0,0 1 0,0-1 0,0-1 0,0 1 0,1-1 0,0 0 0,1 0 0,-1-1 0,1 1 0,-1-1 0,1-1 0,0 1 0,1-1 0,-1-1 0,1 1 0,-1-1 0,1-1 0,0 1 0,-1-1 0,1-1 0,0 1 0,11-2 0,-14 0-195,1 0 0,0 0 0,0 0 0,-1-1 0,1 0 0,5-3 0,1-1-6631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0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24575,'113'-8'0,"-95"8"0,1 1 0,-1 0 0,0 2 0,20 4 0,-17-2 0,-12-3 0,-1 0 0,1 0 0,-1 1 0,1 0 0,12 7 0,-20-10 0,0 1 0,1 0 0,-1 0 0,0 0 0,-1 0 0,1 0 0,0 0 0,0 0 0,0 1 0,0-1 0,-1 0 0,1 0 0,-1 1 0,1-1 0,-1 0 0,1 0 0,-1 1 0,0-1 0,0 1 0,0-1 0,0 0 0,0 1 0,0-1 0,0 1 0,0-1 0,0 0 0,0 1 0,-1-1 0,1 0 0,-2 3 0,-1 4 0,-1 1 0,0-1 0,-9 13 0,3-5 0,3-3 0,1-1 0,0 1 0,-7 27 0,11-33 0,1-1 0,-1 1 0,2 0 0,-1 0 0,1 1 0,0-1 0,0 0 0,1 0 0,3 13 0,-2-16 0,-1 0 0,1 0 0,0 0 0,0-1 0,1 1 0,-1-1 0,1 1 0,0-1 0,-1 0 0,1 0 0,1 0 0,-1 0 0,0-1 0,1 1 0,0-1 0,-1 0 0,1 0 0,0 0 0,0-1 0,0 1 0,6 1 0,5 0 0,0 1 0,1-2 0,-1 0 0,25 0 0,-34-2-124,0-1 0,0 1 0,1-1 0,-1 0 0,0-1 0,0 1-1,0-1 1,-1 0 0,1-1 0,6-3 0,-3 1-6702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0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7 24575,'-30'-3'0,"-13"0"0,-1 2 0,4 2 0,4 3 0,6 1 0,5 2 0,2-1 0,2 0 0,3 1 0,4-2-8191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1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24575,'43'20'0,"0"2"0,-1 2 0,-2 2 0,71 58 0,-91-66 0,-1 0 0,-2 1 0,1 1 0,-2 1 0,-1 0 0,-1 1 0,0 1 0,-2 0 0,0 1 0,12 38 0,-18-42 15,-1 0 0,-1 1 0,0-1 0,-2 1 0,0 0 0,-2-1 0,-2 36 0,0-41-139,-1 0 0,0-1 1,-1 0-1,-1 0 0,0 0 0,-1 0 1,0-1-1,-1 0 0,-1 0 0,0 0 1,-14 16-1,7-13-6702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5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255 117 24575,'-13'-13'0,"-6"-7"0,-24-18 0,36 33 0,1 0 0,-1 1 0,0 0 0,0 0 0,0 1 0,0 0 0,-1 0 0,-10-2 0,5 2 0,7 1 0,-1 0 0,1 1 0,-1 0 0,1 1 0,-12 0 0,16 0 0,0 0 0,1 1 0,-1-1 0,0 1 0,1-1 0,-1 1 0,0 0 0,1-1 0,-1 1 0,1 0 0,-1 0 0,1 0 0,0 0 0,-1 0 0,1 1 0,0-1 0,0 0 0,0 1 0,0-1 0,0 0 0,0 1 0,0 0 0,1-1 0,-1 1 0,0-1 0,0 4 0,-2 10 0,1 0 0,0 0 0,1 0 0,1 0 0,2 23 0,-1-20 0,2 13 0,1 0 0,2-1 0,16 55 0,42 85 0,-57-151 0,69 158 0,51 137 0,-123-302-59,-2-9-104,0 1 0,-1-1-1,0 0 1,0 1 0,0-1-1,0 1 1,0 6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5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357 62 24575,'-30'-5'0,"-15"-4"0,-5-1 0,4-1 0,4 2 0,7 1 0,7 4 0,6 1 0,4 1 0,2 2 0,2 0 0,3 3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6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148 289 24575,'-3'16'0,"2"-11"0,0-1 0,0 0 0,0 1 0,-3 7 0,-9-41 0,-48-101 0,10 24 0,49 101 0,0 1 0,1 0 0,-1 0 0,1-1 0,0 1 0,0 0 0,0-1 0,1 1 0,-1-1 0,1 1 0,1-9 0,-1 12 0,0 1 0,0-1 0,0 1 0,0 0 0,0-1 0,1 1 0,-1-1 0,0 1 0,0 0 0,0-1 0,1 1 0,-1 0 0,0-1 0,1 1 0,-1 0 0,0 0 0,0-1 0,1 1 0,-1 0 0,0 0 0,1 0 0,-1-1 0,1 1 0,-1 0 0,0 0 0,1 0 0,-1 0 0,1 0 0,12 3 0,9 15 0,-4 2-455,0 0 0,18 27 0,-27-32-6371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6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72 24575,'-47'0'0,"-54"1"0,98-1 0,0 0 0,1 0 0,-1 0 0,1 1 0,-1-1 0,1 1 0,-1 0 0,1 0 0,-1 0 0,1 0 0,0 0 0,-1 1 0,1-1 0,-4 4 0,5-4 0,0 0 0,0 1 0,0-1 0,1 1 0,-1-1 0,0 0 0,1 1 0,-1-1 0,0 1 0,1 0 0,0-1 0,-1 1 0,1-1 0,0 1 0,0-1 0,0 1 0,0 0 0,0-1 0,0 1 0,1-1 0,-1 1 0,0 0 0,1-1 0,-1 1 0,2 1 0,0 1 0,0 0 0,0-1 0,1 1 0,-1 0 0,1-1 0,0 1 0,0-1 0,0 0 0,1 0 0,-1 0 0,1-1 0,-1 1 0,1-1 0,8 4 0,4 1 0,2 0 0,19 5 0,-35-12 0,6 3 0,1-1 0,0 0 0,0 0 0,-1-1 0,1 0 0,0-1 0,0 0 0,9-1 0,-15 1 0,-1-1 0,1 1 0,-1-1 0,1 0 0,-1 0 0,1 0 0,-1 0 0,0 0 0,1 0 0,-1-1 0,0 1 0,0-1 0,0 0 0,0 1 0,0-1 0,0 0 0,-1 0 0,1 0 0,-1-1 0,1 1 0,-1 0 0,0 0 0,0-1 0,0 1 0,0-1 0,0 1 0,0-1 0,-1 1 0,1-1 0,-1 1 0,0-5 0,0 0 0,0 0 0,-1-1 0,0 1 0,-1-1 0,1 1 0,-1 0 0,-1 0 0,1 0 0,-1 0 0,0 0 0,-1 1 0,0-1 0,0 1 0,0 0 0,-1 0 0,0 0 0,0 1 0,0 0 0,-1 0 0,0 0 0,0 1 0,-9-6 0,14 9 4,0 0 0,-1 1 0,1-1 0,-1 1 0,1-1 0,-1 1 0,1-1 0,-1 1 0,1 0 0,-1-1 0,1 1 0,-1 0 0,1 0 0,-1 0 0,1 1 0,-1-1 0,1 0 0,-1 1 0,1-1 0,-1 0 0,1 1 0,-1 0 0,1-1 0,-1 1 0,1 0 0,0 0 0,0 0 0,-1 0 0,0 1 0,-1 1-169,0 1 0,0 0 0,1 0 0,0 0 0,-1 1 0,1-1 0,1 0 0,-3 7 0,0 2-6661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7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1 109 24575,'109'99'0,"-106"-97"0,-1 0 0,0-1 0,0 1 0,1-1 0,-1 1 0,1-1 0,0 0 0,-1 0 0,1 0 0,0-1 0,0 1 0,-1 0 0,1-1 0,0 0 0,0 0 0,0 0 0,-1 0 0,1 0 0,4-1 0,-5 0 0,1 0 0,0 0 0,0-1 0,-1 1 0,1-1 0,-1 1 0,0-1 0,1 0 0,-1 0 0,0 0 0,0 0 0,0 0 0,0-1 0,0 1 0,-1-1 0,1 1 0,-1-1 0,2-3 0,0-3 0,0 0 0,-1 1 0,0-1 0,0 0 0,-1 0 0,0 0 0,-1 0 0,-1-12 0,2-20 0,-1 41 0,0-1 0,0 1 0,0-1 0,0 1 0,0-1 0,0 1 0,0-1 0,0 1 0,0-1 0,1 1 0,-1-1 0,0 1 0,0-1 0,0 1 0,1-1 0,-1 1 0,0 0 0,1-1 0,-1 1 0,0-1 0,1 1 0,-1 0 0,1-1 0,-1 1 0,1 0 0,-1 0 0,1 0 0,-1 0 0,1 0 0,-1 0 0,1 0 0,-1 1 0,1-1 0,-1 0 0,0 0 0,1 0 0,-1 1 0,1-1 0,-1 0 0,0 0 0,1 1 0,-1-1 0,0 0 0,1 1 0,18 25 0,-15-20 0,4 3 0,-1 1 0,2-1 0,-1 0 0,13 9 0,-18-15 0,0-1 0,1 0 0,-1 1 0,0-1 0,1 0 0,-1-1 0,1 1 0,0-1 0,0 1 0,0-1 0,0 0 0,0-1 0,-1 1 0,1-1 0,1 1 0,5-2 0,-8 1 0,0 0 0,-1-1 0,1 1 0,-1-1 0,0 1 0,1-1 0,-1 0 0,1 0 0,-1 1 0,0-1 0,1 0 0,-1 0 0,0 0 0,0 0 0,0-1 0,0 1 0,1-2 0,0 1 0,-1-1 0,0 0 0,1 0 0,-1 0 0,0 0 0,-1 0 0,1 0 0,0-4 0,0-5 0,-1-1 0,0 1 0,-3-18 0,3 25 0,-2-4 0,1 7 0,1 0 0,-1-1 0,1 1 0,0 0 0,0 0 0,0 0 0,0 0 0,0 0 0,0-3 0,1 5 0,-1 0 0,0-1 0,0 1 0,1 0 0,-1 0 0,0 0 0,0 0 0,1 0 0,-1 0 0,0 0 0,0 0 0,1 0 0,-1 0 0,0 0 0,0 0 0,1 0 0,-1 0 0,0 0 0,0 0 0,1 0 0,-1 0 0,0 0 0,0 0 0,1 0 0,-1 0 0,0 0 0,0 1 0,0-1 0,1 0 0,-1 0 0,0 0 0,0 0 0,0 0 0,1 1 0,-1-1 0,0 0 0,0 1 0,12 8 0,-11-7 0,26 18-273,0-1 0,1-2 0,0 0 0,50 20 0,-63-31-6553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8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 24575,'-6'7'0,"0"1"0,1 0 0,-1 0 0,2 0 0,-1 1 0,1-1 0,0 1 0,-3 14 0,6-18 0,0 0 0,0-1 0,1 1 0,-1 0 0,1 0 0,0 0 0,1 0 0,-1 0 0,1 0 0,0 0 0,1-1 0,-1 1 0,1 0 0,-1-1 0,2 1 0,-1-1 0,0 1 0,5 4 0,1 2 0,0-1 0,1 0 0,1-1 0,17 14 0,45 26 0,-47-34 0,-23-14 0,-1 0 0,1 0 0,-1 0 0,1 0 0,-1 1 0,1-1 0,-1 1 0,0-1 0,0 0 0,1 1 0,-1 0 0,1 1 0,-2-3 0,0 1 0,0-1 0,0 0 0,0 0 0,0 1 0,0-1 0,0 0 0,0 1 0,0-1 0,0 0 0,0 0 0,0 1 0,0-1 0,0 0 0,0 0 0,-1 1 0,1-1 0,0 0 0,0 0 0,0 1 0,0-1 0,0 0 0,-1 0 0,1 0 0,0 1 0,0-1 0,0 0 0,-1 0 0,1 0 0,0 1 0,-2-1 0,1 1 0,0-1 0,-1 1 0,1-1 0,0 0 0,-1 1 0,1-1 0,0 0 0,-3 0 0,-20-2 0,0 0 0,1-2 0,0 0 0,-23-9 0,0 2 0,29 7-1365,2 1-5461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8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24575,'11'15'0,"0"-1"0,1 1 0,0-2 0,25 22 0,-28-28 0,0-1 0,0 0 0,0 0 0,1 0 0,0-1 0,0-1 0,0 0 0,0 0 0,14 2 0,-21-5 0,0-1 0,1 1 0,-1-1 0,1 0 0,-1 0 0,0-1 0,0 1 0,1-1 0,-1 0 0,0 1 0,0-1 0,1-1 0,-1 1 0,0 0 0,0-1 0,-1 0 0,1 1 0,0-1 0,0 0 0,-1-1 0,1 1 0,-1 0 0,0-1 0,0 1 0,0-1 0,0 0 0,0 0 0,0 1 0,-1-1 0,1 0 0,-1-1 0,0 1 0,0 0 0,0 0 0,0 0 0,-1-1 0,1 1 0,-1 0 0,0-1 0,0 1 0,0 0 0,-1-1 0,1 1 0,-1 0 0,-1-5 0,2 8 0,0-1 0,0 1 0,0 0 0,0-1 0,0 1 0,0-1 0,0 1 0,0 0 0,-1-1 0,1 1 0,0 0 0,0-1 0,0 1 0,0 0 0,-1 0 0,1-1 0,0 1 0,0 0 0,-1 0 0,1-1 0,0 1 0,-1 0 0,1 0 0,0-1 0,-1 1 0,1 0 0,0 0 0,-1 0 0,1 0 0,-1 0 0,1 0 0,-1 0 0,0 0 0,1 1 0,-1-1 0,1 0 0,-1 1 0,1-1 0,-1 1 0,1-1 0,-1 1 0,1-1 0,0 1 0,-1-1 0,1 1 0,-1 0 0,-9 24 0,7 0 0,0 0 0,2 0 0,2 33 0,13 75 0,-7-93 0,-4-25 0,0 1 0,1 20 0,-4-36 3,0 1-1,0 0 1,0 0-1,0 0 1,0 0 0,0 0-1,0 0 1,0 0-1,0-1 1,-1 1-1,1 0 1,0 0-1,-1 0 1,1 0-1,0-1 1,-1 1 0,1 0-1,-1 0 1,1 0-1,-1-1 1,1 1-1,-1 0 1,0-1-1,1 1 1,-1-1-1,0 1 1,1-1 0,-1 1-1,0-1 1,0 1-1,0-1 1,1 0-1,-1 1 1,0-1-1,0 0 1,0 0-1,0 0 1,0 1 0,0-1-1,0 0 1,1 0-1,-1 0 1,0-1-1,0 1 1,0 0-1,-1 0 1,-3-2-189,1 1 1,-1 0-1,1-1 0,-1 0 1,1 0-1,0 0 1,-6-5-1,0-1-6640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29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 24575,'26'38'0,"-13"-17"0,26 30 0,-38-49 0,0-1 0,0 0 0,1 0 0,-1 0 0,0 0 0,0 0 0,0 0 0,1 0 0,-1 0 0,0 0 0,1 0 0,-1-1 0,1 1 0,-1-1 0,1 1 0,-1-1 0,1 1 0,-1-1 0,1 0 0,0 0 0,-1 0 0,1 0 0,-1 0 0,4 0 0,-3-1 0,0 0 0,0 0 0,-1-1 0,1 1 0,0 0 0,0-1 0,-1 1 0,1 0 0,-1-1 0,0 0 0,1 1 0,-1-1 0,0 0 0,0 0 0,0 0 0,0 0 0,0 0 0,0-2 0,4-13 0,-1 1 0,0 0 0,-1-1 0,0-31 0,-1 26 0,-2 21 0,0-1 0,0 1 0,0 0 0,0 0 0,1 0 0,-1-1 0,0 1 0,1 0 0,-1 0 0,0 0 0,1 0 0,0 0 0,-1 0 0,2-2 0,-2 3 0,1 0 0,-1 0 0,0-1 0,1 1 0,-1 0 0,0 0 0,1 0 0,-1 0 0,0 0 0,1 0 0,-1 0 0,0 0 0,1 0 0,-1 0 0,1 0 0,-1 0 0,0 0 0,1 0 0,-1 0 0,0 0 0,1 0 0,-1 0 0,0 0 0,1 1 0,-1-1 0,0 0 0,1 0 0,-1 0 0,1 1 0,1 1 0,1 0 0,-1 1 0,0-1 0,0 1 0,0-1 0,0 1 0,0 0 0,2 5 0,3 7 0,22 43 0,-24-51 0,-1 0 0,1-1 0,0 1 0,1-1 0,0-1 0,6 7 0,-8-9 0,-1 0 0,1 0 0,0-1 0,0 1 0,1-1 0,4 2 0,-7-3 0,-1-1 0,0 0 0,0 0 0,0 1 0,0-1 0,0 0 0,0 0 0,0 0 0,0-1 0,0 1 0,1 0 0,-1 0 0,0 0 0,0-1 0,0 1 0,0-1 0,0 1 0,0-1 0,0 1 0,0-1 0,0 1 0,-1-1 0,1 0 0,0 0 0,0 1 0,0-1 0,-1 0 0,1 0 0,0 0 0,-1 0 0,1 0 0,0-2 0,1-1 0,-1-1 0,1 1 0,-1-1 0,0 1 0,0-1 0,-1 0 0,1-7 0,3-21 0,-3 31 0,-1 0 0,1 1 0,-1-1 0,1 0 0,0 1 0,0-1 0,0 0 0,0 1 0,0-1 0,0 1 0,0 0 0,0-1 0,1 1 0,1-2 0,-1 2 0,-1 1 0,1-1 0,-1 1 0,1-1 0,-1 1 0,1 0 0,-1 0 0,1-1 0,-1 1 0,1 0 0,-1 0 0,1 1 0,0-1 0,-1 0 0,1 0 0,-1 1 0,1-1 0,-1 1 0,0-1 0,1 1 0,1 1 0,4 2 0,0-1 0,11 10 0,-8-5-170,0 0-1,-1 1 0,0 0 1,0 1-1,-1-1 0,0 2 1,7 12-1,-8-10-6655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0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24575,'71'45'0,"37"26"0,-102-66 0,1 0 0,0-1 0,0 0 0,0-1 0,9 4 0,-15-6 0,0-1 0,0 0 0,0 1 0,0-1 0,0 0 0,0 1 0,0-1 0,1 0 0,-1 0 0,0 0 0,0 0 0,0 0 0,0 0 0,0-1 0,1 1 0,-1 0 0,0-1 0,0 1 0,0 0 0,0-1 0,0 1 0,0-1 0,0 0 0,0 1 0,0-1 0,0 0 0,-1 1 0,1-1 0,0 0 0,0 0 0,-1 0 0,1 0 0,0 0 0,-1 0 0,1 0 0,-1 0 0,1 0 0,-1 0 0,0 0 0,1 0 0,-1 0 0,0 0 0,0-1 0,0 1 0,1-1 0,0-7 0,0 0 0,-1-1 0,0 1 0,0 0 0,-3-14 0,2 18 0,0 0 0,0 0 0,-1 0 0,1 0 0,-1 1 0,0-1 0,-1 1 0,1-1 0,-1 1 0,0 0 0,-4-6 0,2 8 0,8 9 0,5 11 0,-1-11 0,-1 1 0,1-1 0,1 0 0,-1-1 0,1 0 0,0 0 0,1-1 0,-1 0 0,1 0 0,10 3 0,-9-4 0,1 0 0,0-1 0,0 0 0,0 0 0,1-2 0,-1 1 0,0-1 0,19-2 0,-10-3 86,-17 3-294,0 0 1,0 0 0,0 1 0,0-1-1,0 1 1,4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0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24575,'23'-2'0,"7"-4"0,1-1 0,-5-1 0,-4 0 0,-3 2 0,-3 2 0,-1 1 0,-1 4 0,0 5 0,0 3 0,-2 3 0,-2 1 0,2 2 0,-3-2-8191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1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14 338 24575,'70'-114'0,"-62"99"0,-1-1 0,0 0 0,-2 0 0,1 0 0,4-29 0,-9 39 0,-1 0 0,0 1 0,0-1 0,-1 0 0,1 1 0,-1-1 0,0 1 0,-1-1 0,0 1 0,-3-9 0,4 12 0,0 0 0,1 0 0,-1 1 0,0-1 0,0 0 0,0 1 0,-1-1 0,1 1 0,0-1 0,0 1 0,-1 0 0,1 0 0,-1-1 0,1 1 0,-1 0 0,0 0 0,1 0 0,-1 1 0,0-1 0,0 0 0,0 1 0,1-1 0,-1 1 0,0 0 0,0-1 0,0 1 0,0 0 0,0 0 0,0 0 0,0 0 0,0 1 0,1-1 0,-1 1 0,-2 0 0,1 0 0,0 1 0,0-1 0,1 1 0,-1 0 0,1 0 0,-1 0 0,1 0 0,-1 0 0,1 1 0,0-1 0,0 1 0,1-1 0,-1 1 0,0 0 0,1 0 0,-1 0 0,1 0 0,-1 3 0,-2 7 0,0 0 0,-3 25 0,5-23 0,1 0 0,0 0 0,1 0 0,1 1 0,1-1 0,0 0 0,1-1 0,0 1 0,1 0 0,8 18 0,-7-21 0,1 0 0,0-1 0,0 0 0,1 0 0,1 0 0,0-1 0,0 0 0,1 0 0,1-1 0,-1-1 0,1 1 0,15 8 0,-20-14 14,-1 0-1,1-1 0,0 0 0,0 0 1,0 0-1,0 0 0,1-1 1,8 1-1,-11-1-87,-1-1-1,1 0 1,-1 0 0,1-1 0,-1 1-1,1 0 1,0-1 0,-1 0 0,0 1-1,1-1 1,-1 0 0,1 0 0,-1-1-1,0 1 1,0 0 0,0-1 0,0 1-1,0-1 1,3-3 0,3-4-6752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1.8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24575,'12'23'0,"8"12"0,1 8 0,1 4 0,-3 2 0,-4 2 0,0 0 0,-2-1 0,-1-1 0,-2-4 0,-2-3 0,1 0 0,-2-3 0,0-5 0,0-3 0,0-8 0,0-4 0,-2-6-8191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2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0 24575,'-20'0'0,"-11"0"0,-4 0 0,2 0 0,4 0 0,5 3 0,3 0 0,4 0 0,4 3 0,1-1 0,2-1 0,1 2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2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11 236 24575,'12'10'0,"0"2"0,0-2 0,1 0 0,0 0 0,22 12 0,-35-22 0,1 0 0,-1 0 0,0 0 0,0 1 0,1-1 0,-1 0 0,0 0 0,0 0 0,1 1 0,-1-1 0,0 0 0,1 0 0,-1 0 0,0 0 0,1 0 0,-1 0 0,0 0 0,1 0 0,-1 0 0,0 0 0,1 0 0,-1 0 0,0 0 0,1 0 0,-1 0 0,0 0 0,1 0 0,-1 0 0,0-1 0,1 1 0,-1 0 0,0 0 0,0 0 0,1 0 0,-1-1 0,0 1 0,1 0 0,-1-1 0,0-1 0,0 1 0,0 0 0,0 0 0,0 0 0,0 0 0,-1 0 0,1 0 0,0 0 0,-1 0 0,1 1 0,-1-2 0,-15-29 0,1 7 0,1 0 0,1-2 0,1 1 0,1-2 0,-13-50 0,19 60 0,4 12 0,0 1 0,-1 0 0,2-1 0,-1 1 0,0-1 0,1 1 0,0-6 0,1 6-1365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2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24575,'22'48'0,"17"31"0,-34-70 0,1-1 0,-1 0 0,2 0 0,-1-1 0,1 0 0,14 12 0,-20-18 0,1 0 0,0 1 0,-1-1 0,1 0 0,0 0 0,0 0 0,0 0 0,0-1 0,0 1 0,0 0 0,0-1 0,0 0 0,0 1 0,0-1 0,0 0 0,0 0 0,0 0 0,0 0 0,0 0 0,0-1 0,3 0 0,-3 0 0,0 0 0,0 0 0,0 0 0,-1 0 0,1-1 0,-1 1 0,1 0 0,-1-1 0,1 0 0,-1 1 0,0-1 0,0 0 0,1 1 0,-1-1 0,0 0 0,-1 0 0,1 0 0,0 0 0,-1 0 0,1 0 0,0-2 0,4-45 0,-2 9 0,6-52 0,-9 91 0,0 0 0,0 0 0,0 0 0,0 1 0,0-1 0,0 0 0,0 0 0,0 1 0,0-1 0,1 0 0,-1 0 0,0 1 0,0-1 0,1 0 0,-1 1 0,1-1 0,-1 0 0,0 1 0,2-2 0,-2 2 0,1 0 0,-1 1 0,1-1 0,-1 0 0,1 1 0,-1-1 0,1 0 0,-1 1 0,0-1 0,1 1 0,-1-1 0,0 0 0,1 1 0,-1-1 0,0 1 0,0-1 0,1 1 0,-1-1 0,0 1 0,0 0 0,13 36 0,-13-36 0,6 25 0,-1 0 0,-1 0 0,1 30 0,-5 81 0,-1-78 0,1-11 0,-3 76 0,2-104 0,-2 0 0,0-1 0,-1 0 0,-8 23 0,11-38 0,-1 0 0,0-1 0,1 1 0,-1-1 0,0 1 0,-1-1 0,1 0 0,-1 0 0,1 0 0,-1 0 0,0 0 0,0-1 0,0 1 0,0-1 0,-5 3 0,5-4 0,0 0 0,0 0 0,0 0 0,0 0 0,0 0 0,0-1 0,0 1 0,0-1 0,0 0 0,0 0 0,-1 0 0,1 0 0,0-1 0,0 1 0,0-1 0,0 0 0,0 0 0,0 0 0,-4-2 0,3 2 0,1-1 0,-1 0 0,1 0 0,-1-1 0,1 1 0,0-1 0,0 1 0,0-1 0,0 0 0,1 0 0,-1 0 0,1-1 0,-1 1 0,1-1 0,0 1 0,1-1 0,-1 0 0,1 0 0,-1 1 0,1-1 0,0 0 0,0 0 0,1 0 0,-1 0 0,1 0 0,0-1 0,0 1 0,1 0 0,-1 0 0,1 0 0,-1 0 0,2 0 0,-1 0 0,0 1 0,1-1 0,-1 0 0,1 0 0,0 1 0,0-1 0,0 1 0,1 0 0,5-6 0,1 1-114,1 1 1,0 0-1,1 1 0,0 0 0,0 1 1,0 0-1,0 1 0,1 0 0,-1 1 1,1 0-1,13-1 0,-9 1-6712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3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 24575,'-25'2'0,"-11"2"0,1 4 0,6 4 0,8 2 0,8 4 0,8 3 0,8 4 0,6 3 0,3-2 0,6 1 0,1-3 0,1 1 0,1-3 0,1-1 0,-3-3 0,0-4 0,-4-4-8191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3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3 24575,'-4'17'0,"0"-1"0,1 1 0,0 0 0,2 1 0,0-1 0,1 0 0,3 32 0,-1-42 0,-1 0 0,1 0 0,0 0 0,1 0 0,0-1 0,0 1 0,0-1 0,1 0 0,-1 0 0,2 0 0,-1 0 0,9 8 0,-11-11 0,1-1 0,-1 0 0,1 0 0,0 0 0,-1-1 0,1 1 0,0 0 0,0-1 0,0 0 0,0 0 0,0 0 0,0 0 0,0 0 0,0-1 0,1 1 0,-1-1 0,0 0 0,0 0 0,1 0 0,-1 0 0,0-1 0,0 1 0,0-1 0,0 0 0,1 0 0,-1 0 0,0 0 0,-1 0 0,1-1 0,4-2 0,-4 2 0,1-1 0,-1 0 0,0 0 0,0 0 0,0 0 0,0-1 0,-1 1 0,1-1 0,-1 0 0,0 0 0,0 0 0,0 0 0,-1 0 0,0 0 0,1 0 0,-1 0 0,-1 0 0,1-1 0,0-5 0,-1 2 0,1 0 0,-2 0 0,1 0 0,-1-1 0,0 1 0,-1 0 0,0 0 0,0 0 0,-5-10 0,3 9 0,0 0 0,-1 1 0,-1-1 0,1 1 0,-1 0 0,-1 1 0,1-1 0,-14-10 0,18 16 0,-1 0 0,1 0 0,-1 0 0,0 1 0,1-1 0,-1 1 0,0 0 0,0 0 0,0 0 0,0 0 0,0 0 0,0 1 0,0-1 0,0 1 0,0 0 0,0 0 0,-1 0 0,1 0 0,0 0 0,0 1 0,0 0 0,0-1 0,0 1 0,0 0 0,0 0 0,0 1 0,1-1 0,-1 1 0,0-1 0,1 1 0,-4 3 0,3-3-85,0 1 0,1 0-1,-1 0 1,1 0 0,0 0-1,-1 0 1,1 0 0,1 0-1,-1 1 1,0-1 0,1 1-1,0-1 1,0 1 0,0 0-1,-1 4 1,1 5-6741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4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24575,'4'10'0,"0"0"0,1 0 0,0-1 0,1 1 0,0-1 0,8 11 0,48 45 0,-61-64 0,0 0 0,-1 0 0,1-1 0,0 1 0,0 0 0,-1 0 0,1 0 0,0-1 0,0 1 0,0 0 0,0-1 0,0 1 0,0-1 0,0 1 0,0-1 0,0 0 0,0 1 0,1-1 0,-1 0 0,0 0 0,0 0 0,0 0 0,0 0 0,0 0 0,1 0 0,-1 0 0,0 0 0,0 0 0,0-1 0,0 1 0,1-1 0,0 0 0,0-1 0,-1 0 0,1 1 0,-1-1 0,1 0 0,-1 0 0,0 1 0,0-1 0,1 0 0,-2 0 0,1-1 0,0 1 0,0 0 0,0-4 0,1-6 0,0 0 0,-1 0 0,0 0 0,-3-24 0,1 23 0,1 1 0,0 0 0,0-1 0,4-18 0,-4 30 0,0 0 0,0 0 0,1 1 0,-1-1 0,0 0 0,0 0 0,0 0 0,1 0 0,-1 0 0,1 0 0,-1 1 0,0-1 0,1 0 0,0 0 0,-1 0 0,1 1 0,-1-1 0,1 0 0,0 1 0,-1-1 0,1 1 0,0-1 0,0 1 0,0-1 0,-1 1 0,1-1 0,0 1 0,0 0 0,0-1 0,0 1 0,0 0 0,0 0 0,1 0 0,0 0 0,0 1 0,0-1 0,0 1 0,0 0 0,0 0 0,0 0 0,0 0 0,0 1 0,0-1 0,-1 0 0,1 1 0,-1-1 0,3 4 0,18 18-119,1 1-130,-1 1-1,-1 1 1,-1 1 0,18 32 0,-32-48-6577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4.8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24575,'-5'7'0,"-1"-1"0,1 2 0,0-1 0,1 1 0,0-1 0,0 1 0,1 0 0,-1 1 0,2-1 0,-4 17 0,5-17 0,0-1 0,1 1 0,0-1 0,1 1 0,-1-1 0,2 1 0,-1-1 0,1 1 0,0-1 0,0 0 0,1 0 0,0 0 0,4 6 0,3 5 0,1-1 0,1-1 0,19 21 0,47 40 0,-77-77 0,-1 0 0,1 1 0,-1-1 0,1 1 0,0-1 0,-1 1 0,1-1 0,-1 1 0,1-1 0,-1 1 0,1 0 0,-1-1 0,0 1 0,1 0 0,-1-1 0,0 1 0,0 0 0,1-1 0,-1 1 0,0 0 0,0 0 0,0-1 0,0 1 0,0 0 0,0 0 0,0 0 0,0 0 0,-1 0 0,0-1 0,1 1 0,-1-1 0,0 1 0,1-1 0,-1 1 0,0-1 0,0 0 0,0 1 0,1-1 0,-1 0 0,0 1 0,0-1 0,0 0 0,0 0 0,1 0 0,-2 0 0,-8 1 0,1-1 0,0-1 0,-9 0 0,-23-7 40,-42-12 0,52 11-401,0 1 0,0 2-1,-36-3 1,52 9-6465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24575,'20'96'0,"12"153"0,-29-212 0,2 0 0,1 0 0,2 0 0,2-1 0,20 50 0,-25-76-1365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24575,'-28'-8'0,"-14"-2"0,-2 1 0,4 1 0,5 3 0,8 1 0,4 2 0,8 4 0,2 4 0,5 3 0,2 1-8191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76 237 24575,'2'4'0,"1"5"0,0 0 0,-1 0 0,1 0 0,-2 1 0,2 15 0,-3-25 0,0 0 0,0 0 0,0 0 0,0 1 0,0-1 0,1 0 0,-1 0 0,0 0 0,0 0 0,0 1 0,0-1 0,0 0 0,0 0 0,0 0 0,0 1 0,-1-1 0,1 0 0,0 0 0,0 0 0,0 0 0,0 1 0,0-1 0,0 0 0,0 0 0,0 0 0,0 0 0,0 0 0,0 1 0,-1-1 0,1 0 0,0 0 0,0 0 0,0 0 0,0 0 0,0 0 0,-1 0 0,1 1 0,0-1 0,0 0 0,0 0 0,0 0 0,-1 0 0,1 0 0,0 0 0,0 0 0,0 0 0,0 0 0,-1 0 0,1 0 0,0 0 0,0 0 0,-10-9 0,-8-15 0,9 9 0,1-1 0,0 0 0,1-1 0,1 1 0,1-1 0,0-1 0,1 1 0,1 0 0,0-1 0,1 0 0,2 0 0,0-21 0,0 37 5,1 0 0,-1 0 0,0 0 0,1 0 0,-1 0 0,1 0 0,0 1 0,-1-1 0,1 0 0,0 0 0,0 1 0,0-1 0,0 1 0,1-1 0,-1 1 0,0-1 0,1 1 0,-1 0 0,1-1 0,-1 1 0,1 0 0,-1 0 0,3-1 0,-1 1-88,-1 1 1,0-1-1,1 0 1,-1 1-1,1 0 1,-1-1-1,1 1 1,-1 0-1,1 0 1,-1 0-1,1 1 1,-1-1-1,1 1 1,-1-1-1,1 1 1,-1 0-1,3 1 1,9 5-6744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6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 24575,'-1'0'0,"-20"2"0,0 0 0,-32 9 0,49-10 0,-1 1 0,0-1 0,0 1 0,1 0 0,-1 1 0,1-1 0,-1 1 0,1-1 0,0 1 0,0 0 0,0 1 0,1-1 0,-1 1 0,1 0 0,0 0 0,-5 7 0,7-8 0,0 1 0,0 0 0,0 0 0,0 0 0,0 0 0,1 0 0,0 0 0,0 0 0,0 0 0,0 0 0,1 0 0,0 0 0,0-1 0,0 1 0,0 0 0,3 6 0,0 1 0,1-1 0,0 0 0,1-1 0,12 17 0,-13-20 0,0-1 0,0 1 0,0-1 0,1 0 0,0 0 0,0 0 0,12 6 0,-16-10 0,0 0 0,-1 0 0,1-1 0,0 1 0,0-1 0,0 1 0,0-1 0,0 1 0,0-1 0,0 0 0,0 0 0,0 0 0,0 0 0,0-1 0,0 1 0,0 0 0,0-1 0,0 1 0,0-1 0,-1 0 0,1 0 0,0 0 0,0 0 0,-1 0 0,1 0 0,0 0 0,-1 0 0,1-1 0,-1 1 0,1 0 0,-1-1 0,0 0 0,2-2 0,1-2 0,-1 0 0,1 0 0,-1-1 0,0 1 0,-1-1 0,0 0 0,2-8 0,6-51 0,-8 46 0,2-52 0,1 82 0,-1 0 0,4 15 0,4 19-455,2-1 0,35 73 0,-43-104-6371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24575,'2'30'0,"4"12"0,1 2 0,-2-4 0,0-6 0,-5-10 0,-1-8-8191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6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24575,'-3'10'0,"0"6"0,0 3 0,0-2-8191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7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24575,'8'9'0,"0"1"0,9 14 0,-12-15 0,1-1 0,0 0 0,0 0 0,9 7 0,-15-15 0,1 1 0,-1-1 0,1 0 0,0 1 0,-1-1 0,1 0 0,0 0 0,-1 1 0,1-1 0,0 0 0,-1 0 0,1 0 0,0 0 0,0 0 0,-1 0 0,1 0 0,0 0 0,-1 0 0,1 0 0,0 0 0,-1-1 0,1 1 0,0 0 0,-1 0 0,1-1 0,0 1 0,-1 0 0,1-1 0,-1 1 0,1-1 0,0 1 0,-1-1 0,1 1 0,-1-1 0,0 1 0,1-1 0,-1 0 0,1 1 0,-1-1 0,1 0 0,2-5 0,1 0 0,-1 0 0,4-7 0,-5 8 0,2-4 0,0 0 0,1 0 0,-1 0 0,2 0 0,-1 1 0,8-10 0,-11 17 0,0-1 0,-1 0 0,1 1 0,0-1 0,0 1 0,0 0 0,0-1 0,0 1 0,0 0 0,1 0 0,-1 0 0,0 1 0,0-1 0,1 0 0,-1 1 0,0 0 0,1-1 0,-1 1 0,0 0 0,1 0 0,-1 0 0,1 1 0,-1-1 0,0 1 0,1-1 0,-1 1 0,4 1 0,3 2 0,0 1 0,-1-1 0,0 2 0,0-1 0,0 1 0,8 7 0,40 46 0,-15-13 0,-27-33-118,-2-3 243,14 18-1,-24-25-239,0-1 0,0 1 0,0 0 0,0-1 0,-1 1-1,1 0 1,-1 0 0,0 0 0,0 0 0,0 1 0,0-1 0,0 6 0,-1 0-6711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8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24575,'1'-1'0,"-1"-1"0,1 1 0,0 0 0,0 0 0,0 0 0,0 0 0,0-1 0,1 2 0,-1-1 0,0 0 0,0 0 0,1 0 0,-1 0 0,0 1 0,3-1 0,-4 1 0,1 0 0,0 0 0,0 0 0,-1 0 0,1 0 0,0 0 0,0 0 0,-1 1 0,1-1 0,0 0 0,0 1 0,-1-1 0,1 1 0,0-1 0,-1 0 0,1 1 0,-1-1 0,1 1 0,-1 0 0,1-1 0,-1 1 0,1-1 0,-1 1 0,1 0 0,-1-1 0,0 1 0,1 0 0,-1 0 0,0-1 0,0 1 0,1 0 0,-1 1 0,3 10 0,-1 0 0,0 0 0,0 0 0,-2 0 0,1 1 0,-3 18 0,1-3 0,7 190 0,-2-176 0,2-1 0,2 0 0,15 49 0,-21-82-72,1 0 1,1 0-1,-1 0 0,1 0 0,1-1 0,0 0 0,0 0 0,0 0 1,0 0-1,1-1 0,0 0 0,1 0 0,-1-1 0,1 0 0,0 0 1,1 0-1,-1-1 0,12 5 0,-6-5-6754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38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1 24575,'-30'10'0,"-13"5"0,2 2-8191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46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535 13 24575,'45'-6'0,"0"1"0,0 3 0,51 4 0,-20 5 0,77 16 0,-123-18 0,-17-3 0,0 0 0,0 1 0,15 5 0,-25-5 0,-8-2 0,-9 0 0,-28-1 0,-63-10 0,56 4 0,-471-8 0,373 14 0,-34 15 0,181-15 0,-3 1 0,1-1 0,-1 0 0,0 1 0,0-1 0,0 1 0,1 0 0,-1 0 0,0 0 0,-3 3 0,6-4 0,0 0 0,0 0 0,0 1 0,0-1 0,0 0 0,0 0 0,0 0 0,0 1 0,0-1 0,0 0 0,0 0 0,1 0 0,-1 0 0,0 0 0,0 1 0,0-1 0,0 0 0,0 0 0,1 0 0,-1 0 0,0 0 0,0 0 0,0 1 0,0-1 0,1 0 0,-1 0 0,0 0 0,0 0 0,0 0 0,1 0 0,-1 0 0,0 0 0,0 0 0,0 0 0,1 0 0,-1 0 0,0 0 0,0 0 0,0 0 0,1 0 0,-1 0 0,12 1 0,148 0 9,-3 1-120,625 10-1553,-773-12 1658,0 0 32,-1 0-1,1 0 1,8 2-1,-17-2-11,0 0 0,0 0-1,0 0 1,1 0 0,-1 0 0,0 0-1,0 0 1,0 0 0,0 0 0,1 0-1,-1 0 1,0 0 0,0 0 0,0 0-1,0 0 1,0 0 0,1 0 0,-1 0-1,0 0 1,0 0 0,0 1-1,0-1 1,0 0 0,1 0 0,-1 0-1,0 0 1,0 0 0,0 0 0,0 0-1,0 0 1,0 1 0,0-1 0,1 0-1,-1 0 1,0 0 0,0 0 0,0 0-1,0 0 1,0 1 0,0-1 0,0 0-1,0 0 1,0 0 0,0 0 0,0 1-1,0-1 1,-9 3 616,-16 1-236,-444-18-394,22 0 0,429 15 0,0 0 0,-32 8 0,91-5 0,114 3 0,-24-1 0,286 10 0,-408-16 0,4 0 0,23 4 0,-28-2 0,-9 1 0,-14 0 0,-144-11 0,112 4 0,-206-22 0,-92-6 0,333 31 0,8 0 0,0 1 0,1-1 0,-1 1 0,0 0 0,1 0 0,-1 1 0,0-1 0,-6 3 0,9-3 0,1 0 0,0 0 0,0 0 0,0 0 0,0 0 0,0 0 0,0 1 0,-1-1 0,1 0 0,0 0 0,0 0 0,0 0 0,0 0 0,0 0 0,0 1 0,0-1 0,0 0 0,0 0 0,0 0 0,0 0 0,-1 1 0,1-1 0,0 0 0,0 0 0,0 0 0,0 0 0,0 0 0,0 1 0,0-1 0,0 0 0,0 0 0,1 0 0,-1 0 0,0 1 0,0-1 0,0 0 0,0 0 0,0 0 0,0 0 0,0 0 0,0 1 0,0-1 0,0 0 0,1 0 0,-1 0 0,0 0 0,0 0 0,0 0 0,0 0 0,0 1 0,0-1 0,1 0 0,-1 0 0,0 0 0,0 0 0,0 0 0,0 0 0,0 0 0,1 0 0,-1 0 0,0 0 0,0 0 0,0 0 0,1 0 0,11 5 0,10 2 0,1-2 0,42 6 0,48-4 0,-80-6-1365,-5 0-5461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48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853 119 24575,'60'8'0,"-226"-17"0,-23 9 0,78 1 0,-36 7 0,3-1 0,-11-7 0,155 0 0,0 0 0,0 0 0,0 0 0,0 0 0,0 0 0,0 0 0,0-1 0,0 1 0,0 0 0,0 0 0,0 0 0,0 0 0,0 0 0,0 0 0,0 0 0,0 0 0,0 0 0,0 0 0,0 0 0,0 0 0,0 0 0,0 0 0,0 0 0,0 0 0,0 0 0,0 0 0,0 0 0,0 0 0,0 0 0,0 0 0,0 0 0,0 0 0,0 0 0,0 0 0,-1 0 0,1 0 0,0 0 0,0 0 0,0 0 0,0 0 0,0 0 0,0-1 0,0 1 0,0 0 0,0 0 0,7-2 0,10-3 0,7 3 0,1 1 0,0 1 0,0 1 0,34 7 0,-2-2 0,451 21 0,-414-27 0,-93-1 0,-3 0 0,-11-2 0,-18-2 0,-138-21 0,-89-11 0,197 30 0,26 2 0,-1 1 0,1 2 0,-40 3 0,72 0 0,0-1 0,0 1 0,0 0 0,0-1 0,-6 4 0,9-4 0,0 0 0,0 0 0,0 0 0,-1 0 0,1 0 0,0 0 0,0 1 0,-1-1 0,1 0 0,0 0 0,0 0 0,0 1 0,-1-1 0,1 0 0,0 0 0,0 0 0,0 1 0,0-1 0,0 0 0,0 0 0,-1 1 0,1-1 0,0 0 0,0 0 0,0 1 0,0-1 0,0 1 0,1-1 0,-1 1 0,0-1 0,1 1 0,-1-1 0,1 1 0,-1-1 0,1 1 0,-1-1 0,1 0 0,-1 1 0,1-1 0,-1 0 0,1 1 0,0-1 0,-1 0 0,1 0 0,0 1 0,13 3 0,0-1 0,0 0 0,0-1 0,18 0 0,-9 0 0,415 8 0,-305-11 0,-125 1 0,-2 0 0,1 0 0,-1 0 0,0-1 0,6-1 0,-12 2 0,0 0 0,0 0 0,0 0 0,0 0 0,1 0 0,-1 0 0,0 0 0,0 0 0,0 0 0,0 0 0,0 0 0,0 0 0,0 0 0,0 0 0,0 0 0,0 0 0,0 0 0,0 0 0,1 0 0,-1 0 0,0 0 0,0 0 0,0 0 0,0 0 0,0 0 0,0 0 0,0 0 0,0 0 0,0 0 0,0 0 0,0-1 0,0 1 0,0 0 0,0 0 0,0 0 0,0 0 0,0 0 0,0 0 0,0 0 0,0 0 0,0 0 0,0 0 0,0 0 0,0 0 0,0-1 0,0 1 0,0 0 0,0 0 0,0 0 0,0 0 0,0 0 0,0 0 0,0 0 0,0 0 0,0 0 0,0 0 0,-6-4 0,-12-1 0,17 4 0,-299-56 0,211 43 0,-220-18 0,299 32 0,1 0 0,-1 0 0,1 1 0,-1 0 0,1 0 0,-12 4 0,21-5 0,-1 0 0,1 0 0,-1 0 0,1 1 0,0-1 0,-1 0 0,1 0 0,0 0 0,-1 0 0,1 0 0,0 0 0,-1 1 0,1-1 0,0 0 0,-1 0 0,1 1 0,0-1 0,-1 0 0,1 0 0,0 1 0,0-1 0,-1 0 0,1 1 0,0-1 0,0 0 0,0 1 0,0-1 0,-1 0 0,1 1 0,0-1 0,0 1 0,0-1 0,0 0 0,0 1 0,0 0 0,1 0 0,0 0 0,-1-1 0,1 1 0,-1 0 0,1 0 0,0-1 0,0 1 0,-1-1 0,1 1 0,0-1 0,0 1 0,1 0 0,31 12 0,14 0 0,79 10 0,51-5 0,-172-18 0,429 25 0,-416-26 0,-12-1 0,-10-1 0,-21-4 0,1 1 0,-42-3 0,24 3 0,-315-33 0,330 39 40,0 1 0,-44 7 0,54-5-288,1 1 1,0 1-1,0 0 1,1 1-1,-22 11 1,21-7-6579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3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24575,'58'-13'0,"-40"8"0,0 1 0,1 1 0,33-2 0,-35 7 0,1 0 0,-1 2 0,0 0 0,24 8 0,-26-7 0,6 2 0,28 12 0,-43-16 0,0 0 0,0 1 0,0-1 0,-1 1 0,1 0 0,-1 1 0,0-1 0,8 9 0,-12-10 0,1-1 0,-1 1 0,1-1 0,-1 1 0,0-1 0,0 1 0,0 0 0,0-1 0,0 1 0,-1 0 0,1 0 0,-1-1 0,0 1 0,0 5 0,0-3 0,-1 0 0,0 0 0,0 0 0,-1-1 0,1 1 0,-1-1 0,-5 9 0,-2 2 0,-1-1 0,-1 0 0,-21 22 0,28-33 0,-1 3 0,-29 29 0,-51 69 0,83-101 0,0 0 0,0 0 0,0 1 0,0-1 0,1 1 0,-1-1 0,1 1 0,0-1 0,0 1 0,1 0 0,-1 0 0,0 0 0,1-1 0,0 1 0,0 0 0,1 0 0,-1 0 0,2 7 0,0-7 0,-1 0 0,1 0 0,1 0 0,-1 0 0,0 0 0,1 0 0,0-1 0,0 1 0,0-1 0,0 0 0,1 0 0,-1 0 0,1 0 0,-1-1 0,9 5 0,2-1 0,-1 0 0,2 0 0,-1-2 0,0 0 0,20 3 0,78 7 0,-74-11 0,37 1 0,-66-4 0,0-1 0,0 0 0,-1 0 0,1-1 0,0 0 0,11-4 0,-18 5-72,0 0 1,0 0-1,0 0 0,0 0 0,-1 0 0,1 0 0,0-1 0,-1 1 1,1-1-1,-1 1 0,0-1 0,1 1 0,-1-1 0,0 0 0,0 0 1,0 1-1,0-1 0,1-3 0,1-7-6754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3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24575,'28'-5'0,"14"-4"0,4-1 0,-2 2 0,-4 2 0,-6 2 0,-7 1 0,-5 0 0,-4-1 0,-2 1 0,-4 1-8191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4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0 24575,'10'4'0,"0"1"0,0 0 0,0 0 0,-1 1 0,0 0 0,15 14 0,46 49 0,-65-63 0,0 0 0,0 0 0,0 0 0,4 10 0,-8-15 0,0-1 0,-1 1 0,0 0 0,1 0 0,-1-1 0,1 1 0,-1 0 0,0 0 0,0 0 0,1 0 0,-1 0 0,0-1 0,0 1 0,0 0 0,0 0 0,0 0 0,0 0 0,0 0 0,0 0 0,-1 0 0,1-1 0,0 1 0,0 0 0,-1 0 0,1 0 0,-1 0 0,1-1 0,-1 1 0,1 0 0,-1 0 0,1-1 0,-1 1 0,1-1 0,-1 1 0,0 0 0,0-1 0,1 1 0,-1-1 0,0 1 0,0-1 0,1 0 0,-1 1 0,0-1 0,0 0 0,0 1 0,0-1 0,0 0 0,1 0 0,-1 0 0,-1 0 0,-12 2 0,1-1 0,0 0 0,-1-1 0,1-1 0,-25-4 0,-64-19 0,85 20 0,-39-14 0,51 16 0,-1 0 0,2 0 0,-1-1 0,0 1 0,0-2 0,1 1 0,0 0 0,-5-5 0,8 7 0,0 0 0,0 1 0,1-1 0,-1 0 0,0 0 0,1 0 0,-1 0 0,1 0 0,-1 0 0,1 0 0,-1 0 0,1 0 0,0 0 0,-1 0 0,1 0 0,0 0 0,0 0 0,0 0 0,0 0 0,0 0 0,0 0 0,0 0 0,0-1 0,1 0 0,0 1 0,-1-1 0,1 1 0,0-1 0,0 1 0,1-1 0,-1 1 0,0-1 0,0 1 0,1 0 0,-1 0 0,1 0 0,2-2 0,3-1 0,1 0 0,-1 1 0,1 0 0,0 0 0,9-1 0,-1 1-455,1 1 0,29 0 0,-31 2-6371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4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28 24575,'-17'-5'0,"-9"-2"0,-2 0 0,1 2 0,2 2 0,4 3 0,2 2 0,2 1 0,2-1 0,0 0 0,3 0-8191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5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13 24575,'-23'-5'0,"-7"0"0,-1 2 0,2 4 0,3 1 0,4 3 0,4 1 0,3-1-8191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46 24575,'0'17'0,"1"0"0,4 26 0,-3-34 0,0 0 0,1 0 0,0 0 0,1-1 0,0 1 0,6 10 0,2 0 0,8 13 0,29 38 0,-48-69 0,0-1 0,0 1 0,-1 0 0,1-1 0,-1 1 0,1 0 0,-1 0 0,1 0 0,-1-1 0,1 1 0,-1 0 0,0 0 0,1 0 0,-1 0 0,0 0 0,0 0 0,0 0 0,0 1 0,0-2 0,0 0 0,0 1 0,-1-1 0,1 0 0,0 0 0,-1 1 0,1-1 0,0 0 0,-1 0 0,1 1 0,-1-1 0,1 0 0,0 0 0,-1 0 0,1 0 0,-1 0 0,1 0 0,0 0 0,-1 1 0,1-1 0,-1 0 0,1-1 0,-1 1 0,1 0 0,0 0 0,-1 0 0,-5-1 0,0 0 0,1-1 0,-1 1 0,-7-4 0,6 1 0,0 0 0,0-1 0,1 1 0,0-1 0,-1 0 0,2-1 0,-1 0 0,1 0 0,-1 0 0,2 0 0,-6-9 0,3 3 0,0 0 0,1-1 0,1 0 0,0 0 0,-6-23 0,10 31 0,0 0 0,1 0 0,-1-1 0,1 1 0,0 0 0,0 0 0,1 0 0,0 0 0,-1 0 0,2 0 0,-1 0 0,0 0 0,1 0 0,0 1 0,0-1 0,1 0 0,-1 1 0,1 0 0,0 0 0,4-6 0,-2 6 0,0-1 0,0 1 0,0 0 0,0 0 0,1 0 0,0 1 0,-1 0 0,1 0 0,0 1 0,1-1 0,-1 1 0,0 0 0,1 1 0,-1 0 0,10-1 0,-15 2-34,5-1 66,-1 1-1,0 0 1,0 0 0,6 1-1,-10 0-102,0-1 1,1 0-1,-1 0 0,0 1 0,1-1 0,-1 1 0,0 0 0,0-1 0,0 1 0,0 0 0,1-1 0,-1 1 0,0 0 0,0 0 1,0 0-1,-1 0 0,1 0 0,0 0 0,0 0 0,1 3 0,1 5-6755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7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52 239 24575,'20'-14'0,"0"1"0,1 0 0,0 2 0,1 0 0,38-12 0,-56 22 0,0-1 0,-1 1 0,1-1 0,0 0 0,-1 0 0,1 0 0,-1-1 0,0 1 0,1-1 0,-1 0 0,0 0 0,4-5 0,-6 6 0,0 0 0,0 0 0,0 0 0,0 0 0,0 0 0,0 0 0,-1 0 0,1 0 0,-1-1 0,1 1 0,-1 0 0,0 0 0,0-1 0,0 1 0,0 0 0,0 0 0,0-1 0,-1 1 0,1 0 0,-1 0 0,1 0 0,-1 0 0,0-1 0,-2-2 0,0 1 0,0-1 0,0 1 0,-1 0 0,1 0 0,-1 0 0,0 0 0,0 1 0,0 0 0,-1 0 0,1 0 0,-1 0 0,0 1 0,0-1 0,-7-2 0,5 3 0,1 1 0,0-1 0,0 1 0,-1 0 0,1 0 0,-1 0 0,1 1 0,0 0 0,-1 1 0,1-1 0,-13 4 0,15-3 0,0 1 0,0 0 0,0 0 0,1 0 0,-1 0 0,0 1 0,1-1 0,-6 6 0,-23 28 0,8-9 0,23-25 0,0-1 0,-1 0 0,1 0 0,0 1 0,0-1 0,0 1 0,0-1 0,0 1 0,0-1 0,1 1 0,-1 0 0,0-1 0,1 1 0,-1 0 0,1 0 0,0-1 0,0 1 0,-1 3 0,2-2 0,0 0 0,0 0 0,0 0 0,0-1 0,0 1 0,0 0 0,1 0 0,-1-1 0,5 6 0,1 0 0,0 1 0,0-1 0,1-1 0,1 1 0,-1-1 0,1-1 0,0 1 0,0-2 0,16 8 0,2-1 0,0-2 0,40 10 0,-51-17 0,0 0 0,0-2 0,0 0 0,28-2 0,-10 0 0,-31 1-54,1 0-1,-1 0 0,0 0 1,0 0-1,0-1 1,0 1-1,0-1 0,0 0 1,0 0-1,0 0 1,0 0-1,0 0 0,-1-1 1,1 1-1,0-1 0,-1 0 1,1 0-1,-1 0 1,0 0-1,0 0 0,1-1 1,-1 1-1,-1 0 1,3-4-1,0-3-6771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8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24575,'0'9'0,"1"-1"0,0 1 0,1 0 0,0 0 0,4 10 0,18 41 0,-16-42 0,135 281 0,-141-296 0,-1 1 0,1 0 0,0 0 0,-1 0 0,0 0 0,1 5 0,-2-9 0,0 1 0,0-1 0,0 1 0,0 0 0,0-1 0,0 1 0,0 0 0,0-1 0,0 1 0,-1 0 0,1-1 0,0 1 0,0-1 0,-1 1 0,1-1 0,0 1 0,-1 0 0,0 0 0,0 0 0,1-1 0,-1 1 0,0-1 0,0 0 0,0 1 0,0-1 0,0 0 0,0 1 0,0-1 0,0 0 0,1 0 0,-1 0 0,0 0 0,0 0 0,0 0 0,-2 0 0,-6-1 0,1-1 0,-1 0 0,1 0 0,0-1 0,-1 0 0,1-1 0,0 1 0,-11-9 0,-8-6 0,-24-21 0,21 15 0,26 20 0,-1 1 0,1-1 0,0 0 0,0 0 0,1 0 0,-5-7 0,7 10 0,0 0 0,1 0 0,-1 0 0,1 0 0,-1 0 0,1-1 0,-1 1 0,1 0 0,0 0 0,0 0 0,0-1 0,0 1 0,0 0 0,0 0 0,0-1 0,0 1 0,0 0 0,0 0 0,0 0 0,1-1 0,-1 1 0,1 0 0,-1 0 0,1 0 0,-1 0 0,1 0 0,0 0 0,-1 0 0,1 0 0,0 0 0,0 0 0,0 0 0,0 0 0,1-1 0,3-1 0,0 0 0,-1 0 0,1 1 0,0 0 0,0-1 0,1 2 0,9-3 0,41-5 0,-44 7 0,8 0-1365,-3 1-5461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8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 24575,'0'-2'0,"0"1"0,-2 4 0,-1 3 0,-3 4 0,0 2 0,1 0-8191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8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24575,'10'-9'0,"1"0"0,0 1 0,0 0 0,1 1 0,24-11 0,-32 17 0,1-1 0,-1 1 0,1 0 0,-1 0 0,1 0 0,0 0 0,-1 1 0,1 0 0,0 0 0,-1 0 0,1 1 0,0-1 0,-1 1 0,1 0 0,-1 1 0,1-1 0,-1 1 0,0 0 0,1 0 0,6 5 0,2 2 0,-1 1 0,-1 0 0,0 1 0,0 1 0,-1-1 0,0 2 0,-1-1 0,9 18 0,3 9 0,25 67 0,-39-90 0,-1 0 0,-1 1 0,-1 0 0,0 0 0,-1 0 0,1 22 0,-4-36 0,0 1 0,0-1 0,0 1 0,-1 0 0,1-1 0,-1 1 0,0-1 0,0 1 0,-1-1 0,1 0 0,-1 1 0,1-1 0,-1 0 0,0 0 0,0 0 0,-1 0 0,1 0 0,0-1 0,-1 1 0,0-1 0,0 1 0,0-1 0,0 0 0,0 0 0,0 0 0,0-1 0,0 1 0,-1-1 0,1 0 0,-1 0 0,-5 1 0,0 0 0,1-1 0,-1 0 0,0-1 0,0 0 0,0-1 0,0 1 0,1-2 0,-1 1 0,0-1 0,1-1 0,-1 1 0,-7-5 0,0 0 0,1-1 0,-1 0 0,2-1 0,-1-1 0,2-1 0,-20-17 0,26 21 0,0-1 0,1 0 0,-1-1 0,2 1 0,-1-1 0,1 0 0,1-1 0,-1 1 0,2-1 0,-1 0 0,1 0 0,-1-12 0,1 6 24,2 0 0,0 0 0,1-1 0,3-28 0,-2 35-189,1-1 0,0 1 0,1-1 0,0 1 0,1 0 0,0 0 0,1 0 0,7-11 0,-4 10-6661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2:59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22 24575,'-30'-5'0,"-15"-2"0,-5 1 0,3 3 0,8 3 0,10 1-8191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0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40 24575,'-4'-5'0,"-15"-17"0,18 20 0,0 1 0,-1 0 0,1 0 0,-1 0 0,1 0 0,0 0 0,-1 0 0,0 0 0,1 1 0,-1-1 0,1 1 0,-5-2 0,6 2 0,0 0 0,0 0 0,-1 0 0,1 1 0,0-1 0,-1 0 0,1 0 0,0 0 0,-1 0 0,1 0 0,0 0 0,0 1 0,-1-1 0,1 0 0,0 0 0,0 0 0,-1 1 0,1-1 0,0 0 0,0 0 0,0 1 0,0-1 0,-1 0 0,1 1 0,0-1 0,0 0 0,0 0 0,0 1 0,0-1 0,0 0 0,0 1 0,0-1 0,0 0 0,0 1 0,0-1 0,0 0 0,0 1 0,0-1 0,0 0 0,0 1 0,3 15 0,-3-14 0,7 21 0,2-1 0,0 0 0,1 0 0,20 31 0,12 25 0,-39-70-105,0-1 0,0 1 0,-1 0 0,0 0 0,0 0 0,-1 0 0,0 0 0,0 0 0,-1 1 0,0-1 0,-1 0 0,-1 9 0,-1-2-6721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73 24575,'-1'-2'0,"0"-7"0,0 1 0,0 0 0,0-1 0,1 1 0,1-1 0,1-10 0,-2 19 0,0 0 0,0 1 0,0-1 0,0 0 0,0 0 0,0 0 0,0 0 0,0 0 0,0 1 0,0-1 0,0 0 0,0 0 0,0 0 0,0 0 0,1 0 0,-1 0 0,0 1 0,0-1 0,0 0 0,0 0 0,0 0 0,0 0 0,0 0 0,1 0 0,-1 0 0,0 0 0,0 0 0,0 0 0,0 0 0,0 0 0,1 0 0,-1 0 0,0 0 0,0 0 0,0 0 0,0 0 0,1 0 0,-1 0 0,0 0 0,0 0 0,0 0 0,0 0 0,0 0 0,1 0 0,-1 0 0,0 0 0,0 0 0,0 0 0,0 0 0,0 0 0,0 0 0,1-1 0,-1 1 0,0 0 0,0 0 0,0 0 0,0 0 0,0 0 0,0 0 0,0-1 0,0 1 0,0 0 0,0 0 0,0 0 0,0 0 0,1 0 0,-1-1 0,0 1 0,6 12 0,6 24 0,15 70 0,-14-53 0,10 64-1365,-21-104-5461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0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575 46 24575,'-30'-7'0,"-15"-3"0,-5 0 0,1 2 0,4 3 0,5 2 0,3 1 0,4 1 0,2 3 0,4 2 0,2 0 0,-1 1 0,0 1 0,-3-2 0,0 0 0,0 0 0,6 1-8191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1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24575,'6'-5'0,"0"1"0,1-1 0,0 2 0,0-1 0,0 1 0,0 0 0,1 0 0,-1 1 0,11-2 0,-13 3 0,-1 1 0,1 0 0,0 0 0,0 0 0,-1 0 0,1 1 0,0-1 0,0 1 0,-1 1 0,1-1 0,-1 1 0,1-1 0,-1 1 0,0 1 0,0-1 0,6 5 0,9 7 0,59 47 0,-75-58 0,0 0 0,-1 0 0,0 0 0,0 1 0,0-1 0,0 1 0,0-1 0,-1 1 0,1 0 0,-1-1 0,0 1 0,0 0 0,0 0 0,-1 0 0,0 0 0,1 0 0,-1 0 0,-1 0 0,1 0 0,0 0 0,-3 7 0,0 1 0,0-1 0,-1 0 0,0 0 0,-1 0 0,0 0 0,-7 11 0,-22 36 0,31-52 0,0 1 0,0 0 0,1 0 0,0 1 0,0-1 0,-1 14 0,3-18 0,0 0 0,0 0 0,1-1 0,0 1 0,-1 0 0,1 0 0,0-1 0,0 1 0,0 0 0,1-1 0,-1 1 0,1-1 0,-1 1 0,1-1 0,0 0 0,0 0 0,0 0 0,0 0 0,0 0 0,1 0 0,-1 0 0,1-1 0,-1 1 0,5 1 0,2 1 0,0 0 0,0 0 0,0-1 0,1 0 0,-1-1 0,11 1 0,-8-1 60,23-1 0,-31-1-195,0 0 0,-1 0 0,1-1 0,-1 1 0,1-1 0,-1 0 0,1 0 0,-1-1 0,0 1 0,7-4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1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27 24575,'-27'-5'0,"-12"-2"0,-2 1 0,3 1 0,7 1 0,5 4 0,5 5 0,5 4 0,7 0-8191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0 24575,'-3'2'0,"-1"0"0,1-1 0,0 2 0,0-1 0,0 0 0,0 1 0,0-1 0,0 1 0,1 0 0,-1 0 0,1 0 0,-3 4 0,4-5 0,0 0 0,0 1 0,1-1 0,-1 0 0,0 1 0,1-1 0,-1 1 0,1-1 0,0 1 0,0-1 0,0 1 0,0-1 0,1 1 0,-1-1 0,0 1 0,1-1 0,0 1 0,0-1 0,1 3 0,3 7 0,1 0 0,0-1 0,1 0 0,0-1 0,1 1 0,0-1 0,1-1 0,0 1 0,0-2 0,1 1 0,0-1 0,19 11 0,-26-18 0,0 1 0,0-1 0,0 1 0,1-1 0,-1 0 0,0-1 0,1 1 0,-1 0 0,0-1 0,1 0 0,-1 0 0,1 0 0,-1 0 0,0 0 0,5-2 0,-6 2 0,0-1 0,0 0 0,0 0 0,0 0 0,0 0 0,0 0 0,0 0 0,0-1 0,0 1 0,-1-1 0,1 1 0,-1-1 0,1 0 0,-1 1 0,0-1 0,1 0 0,-1 0 0,0 0 0,0 0 0,-1 0 0,1 0 0,0 0 0,-1 0 0,1-3 0,1-3 0,-1 0 0,0 0 0,-1 0 0,0 0 0,0-1 0,-1 1 0,-2-13 0,2 16 0,-1-1 0,1 1 0,-1-1 0,0 1 0,-1 0 0,1 0 0,-1 0 0,0 0 0,0 0 0,-1 1 0,-6-8 0,8 10 9,-1 0 0,0 0 1,0 0-1,0 1 0,1-1 0,-1 1 0,-1 0 0,1-1 0,0 1 0,0 1 0,-5-2 1,-37 0-1176,41 2 857,-11 0-6517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3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42 24575,'-10'0'0,"-6"0"0,-3 0 0,0 0 0,0 0 0,1 0 0,1 0 0,1 0 0,1 0 0,0 0 0,0-2 0,0-2 0,1 1 0,-1-2 0,0-3 0,3-2 0,3 1-8191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3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56 24575,'-27'-10'0,"-12"-3"0,-2 0 0,3 3 0,7 2 0,5 6 0,5 3 0,0 4 0,3 3 0,0 4 0,4-2-8191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4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527 15 24575,'-61'-5'0,"3"-1"0,-93 2 0,137 6 0,-1 1 0,-25 7 0,24-6 0,-25 4 0,-72 8-1365,95-15-5461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5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47 120 24575,'-11'31'0,"10"-28"0,1 0 0,0-1 0,0 1 0,0 0 0,0 0 0,1 0 0,-1 0 0,1-1 0,-1 1 0,1 0 0,0 0 0,2 4 0,1 1 0,1 0 0,9 11 0,0 1 0,-11-13 0,-8-7 0,-10-10 0,8 3 0,0 0 0,1-1 0,0 0 0,0 0 0,1 0 0,0 0 0,-7-18 0,10 22 0,1 0 0,0 1 0,0-1 0,0 0 0,1 1 0,-1-1 0,1 0 0,0 0 0,0 0 0,0 1 0,1-1 0,-1 0 0,1 0 0,0 1 0,0-1 0,0 0 0,0 1 0,1-1 0,0 1 0,-1-1 0,1 1 0,0 0 0,5-5 0,-1 2 12,0 0 0,1 0 0,0 0 0,0 1 0,0 0 0,0 1 0,1 0 0,0 0 0,15-5 0,-9 5-260,-1 0 1,0 1-1,1 1 1,0 0-1,20 0 1,-21 2-6579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06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24575,'0'0'0,"0"0"0,0-1 0,0 1 0,-1 0 0,1 0 0,0 0 0,0-1 0,0 1 0,0 0 0,0 0 0,0 0 0,1-1 0,-1 1 0,0 0 0,0 0 0,0 0 0,0-1 0,0 1 0,0 0 0,0 0 0,0 0 0,0-1 0,0 1 0,1 0 0,-1 0 0,0 0 0,0 0 0,0-1 0,0 1 0,1 0 0,-1 0 0,5 4 0,4 10 0,-5-5 0,-1 1 0,5 17 0,-5-17 0,0 0 0,0 0 0,5 9 0,-2-8-341,0-1 0,1 1-1,8 10 1,-6-12-6485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7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1 142 24575,'164'9'0,"-119"-4"0,1-2 0,69-5 0,-114 2 0,0 0 0,0 0 0,1 0 0,-1 0 0,0 0 0,0-1 0,0 1 0,0 0 0,0-1 0,0 1 0,1-1 0,-1 1 0,0-1 0,0 1 0,0-1 0,-1 0 0,1 0 0,0 1 0,1-2 0,-2 1 0,1 0 0,-1 1 0,0-1 0,0 0 0,0 0 0,0 1 0,0-1 0,0 0 0,0 0 0,0 1 0,0-1 0,0 0 0,0 0 0,0 1 0,-1-1 0,1 0 0,0 0 0,0 1 0,-1-1 0,1 0 0,-1 0 0,-3-5 0,0 1 0,-1-1 0,0 1 0,-9-8 0,-4-1 0,-2 0 0,0 1 0,-1 1 0,0 1 0,-1 1 0,-23-7 0,43 16 0,0 0 0,-1 1 0,1-1 0,0 0 0,-1 1 0,1 0 0,-1-1 0,1 1 0,-1 0 0,1 1 0,-1-1 0,1 0 0,0 1 0,-1-1 0,1 1 0,-3 0 0,-1 2 0,1 0 0,0 1 0,-1-1 0,-7 8 0,1-1 0,6-7 0,1 1 0,-1-1 0,-1 0 0,-9 3 0,10-4 0,0 0 0,0 1 0,0 0 0,1 0 0,-10 6 0,14-8 0,-1 1 0,1-1 0,0 1 0,-1-1 0,1 1 0,0 0 0,0 0 0,0-1 0,0 1 0,0 0 0,1 0 0,-1 0 0,0 0 0,1 0 0,-1 0 0,1 0 0,0 0 0,0 0 0,0 0 0,0 0 0,0 0 0,1 3 0,0 0 0,0 1 0,1 0 0,0-1 0,0 1 0,0-1 0,1 1 0,-1-1 0,6 6 0,2 4 0,18 19 0,-22-27 0,1 0 0,-1-1 0,1 0 0,1 0 0,-1 0 0,1-1 0,0 0 0,0 0 0,1-1 0,-1 0 0,1-1 0,0 0 0,0 0 0,0-1 0,10 1 0,137 25 0,148 18 0,-280-45-1365,-4 0-5461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7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38 24575,'-28'-7'0,"-11"-3"0,-2 0 0,4 2 0,5 5 0,9 6 0,5 1 0,6 4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8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24575,'1'15'0,"0"-1"0,1 0 0,0 1 0,2-1 0,8 25 0,34 66 0,-26-63 0,15 30 0,-15-32 0,21 57 0,-38-91 0,-1 1 0,-1 0 0,1 0 0,-1 0 0,0 10 0,-1-16 0,1 0 0,-1 0 0,0 0 0,0 0 0,-1 0 0,1 0 0,0 0 0,0 1 0,0-1 0,-1 0 0,1 0 0,0 0 0,-1 0 0,1 0 0,-1 0 0,1 0 0,-1 0 0,0-1 0,1 1 0,-1 0 0,0 0 0,0 0 0,0-1 0,1 1 0,-1 0 0,0-1 0,0 1 0,0-1 0,0 1 0,0-1 0,0 1 0,0-1 0,0 0 0,0 1 0,0-1 0,0 0 0,-1 0 0,1 0 0,0 0 0,0 0 0,0 0 0,-2 0 0,-4-2 0,0 1 0,-1-1 0,1 0 0,0-1 0,0 0 0,1 0 0,-8-4 0,-2-2 0,-24-20 0,34 23 0,-1 1 0,1-2 0,0 1 0,0-1 0,1 0 0,0 0 0,-6-10 0,10 15 0,0-1 0,0 1 0,0 0 0,0-1 0,1 1 0,-1 0 0,1-1 0,-1 1 0,1-1 0,0 1 0,0-1 0,0 1 0,1-3 0,-1 3 0,1 0 0,0 0 0,-1 1 0,1-1 0,0 0 0,0 1 0,0-1 0,0 1 0,0 0 0,0-1 0,1 1 0,-1 0 0,0-1 0,1 1 0,-1 0 0,1 0 0,-1 0 0,1 0 0,-1 1 0,3-2 0,6-2-341,-1 1 0,1 0-1,19-2 1,-9 2-6485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8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44 24575,'-5'-13'0,"-2"-1"0,1 4 0,-2 4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20 24575,'8'-4'0,"0"1"0,1 0 0,-1 1 0,1-1 0,0 2 0,0-1 0,16 1 0,-20 1 0,1 0 0,-1 1 0,0 0 0,0 0 0,1 0 0,-1 1 0,0 0 0,-1 0 0,1 0 0,0 1 0,0-1 0,-1 1 0,0 0 0,7 6 0,2 4 0,-1 0 0,0 0 0,15 24 0,25 48 0,-51-85 0,12 23 0,17 41 0,-26-55 0,-1 0 0,-1 0 0,0 1 0,0-1 0,0 0 0,-1 1 0,-1-1 0,0 12 0,0-16 0,-1-1 0,0 1 0,0-1 0,0 0 0,-1 1 0,1-1 0,-1 0 0,0 0 0,0 0 0,-1 0 0,1 0 0,-1-1 0,0 1 0,0-1 0,0 1 0,0-1 0,-1 0 0,1 0 0,-1-1 0,1 1 0,-1-1 0,0 0 0,0 0 0,0 0 0,-1 0 0,-6 1 0,0 0 0,-1 0 0,1-1 0,-1-1 0,1 0 0,-1 0 0,0-1 0,0-1 0,1 0 0,-14-3 0,11 2 0,1-2 0,0 0 0,0 0 0,0-1 0,0-1 0,1 0 0,0-1 0,-13-9 0,20 12 0,-1 0 0,1-1 0,0 1 0,1-1 0,-1-1 0,1 1 0,0-1 0,0 1 0,0-1 0,1 0 0,0-1 0,0 1 0,1 0 0,0-1 0,0 0 0,0 1 0,1-1 0,-1-7 0,1-1 0,0 0 0,1 0 0,1-1 0,0 1 0,1 0 0,1 0 0,0 1 0,1-1 0,1 0 0,0 1 0,9-18 0,10-10-1365,-18 33-5461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19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0 24575,'-18'3'0,"-7"0"0,-1 0-8191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5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67 209 24575,'-1'-2'0,"-1"-1"0,1 1 0,-1 0 0,1 0 0,0-1 0,0 1 0,0-1 0,0 1 0,0-1 0,1 1 0,-1-1 0,0-3 0,0-36 0,1 31 0,-1-6 0,1 9 0,0-1 0,0 1 0,0-1 0,3-8 0,-3 14 0,1 1 0,0 0 0,-1 0 0,1 0 0,0 0 0,0 0 0,0 0 0,0 0 0,1 0 0,-1 0 0,1 0 0,-1 1 0,1-1 0,-1 0 0,1 1 0,0 0 0,0-1 0,0 1 0,0 0 0,2-1 0,4-2 0,1 2 0,-1-1 0,1 1 0,0 1 0,0 0 0,-1 0 0,1 0 0,0 1 0,0 1 0,0-1 0,0 2 0,-1-1 0,1 1 0,16 6 0,-10-3 0,0 1 0,0 1 0,-1 1 0,0 0 0,0 1 0,-1 0 0,17 15 0,-18-13 0,-1 0 0,16 20 0,-24-27 0,0 0 0,0 0 0,-1 1 0,1-1 0,-1 1 0,0-1 0,0 1 0,-1 0 0,1 0 0,-1 0 0,0 0 0,0 6 0,-1-8 0,0 0 0,0 0 0,-1 0 0,1 0 0,-1 0 0,0 0 0,0 0 0,0 0 0,0-1 0,0 1 0,0 0 0,-1-1 0,1 1 0,-5 4 0,3-4 0,0 0 0,0 0 0,-1 0 0,1-1 0,-1 1 0,0-1 0,0 0 0,0 0 0,-4 2 0,-4 0 0,0-1 0,0 0 0,0-1 0,0 0 0,0-1 0,-16 0 0,-8-1 0,-58-9 0,83 8 0,0-2 0,0 0 0,0 0 0,0 0 0,1-2 0,-1 1 0,1-1 0,0-1 0,-13-10 0,20 14 6,1 0-1,-1 0 1,1 0-1,0-1 0,0 1 1,0-1-1,0 0 1,0 0-1,1 1 1,-1-1-1,1 0 1,0 0-1,-1 0 0,2-1 1,-1 1-1,0 0 1,1 0-1,-1-1 1,1 1-1,0 0 1,0-4-1,1 1-154,0 0 1,0 0-1,1-1 1,0 1-1,0 0 1,0 0-1,1 1 1,-1-1-1,8-10 1,-1 3-6678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7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1456 67 24575,'12'-2'0,"3"1"0,-1-2 0,21-6 0,-32 8 0,1 0 0,0 0 0,-1-1 0,0 0 0,1 0 0,-1 0 0,0 0 0,0 0 0,0-1 0,0 1 0,0-1 0,-1 0 0,1 0 0,2-4 0,-4 6 0,-1 1 0,0 0 0,0-1 0,0 1 0,1 0 0,-1-1 0,0 1 0,0 0 0,0-1 0,0 1 0,0-1 0,1 1 0,-1 0 0,0-1 0,0 1 0,0-1 0,0 1 0,0 0 0,0-1 0,0 1 0,-1 0 0,1-1 0,0 1 0,0-1 0,0 1 0,0 0 0,0-1 0,-1 1 0,1 0 0,0-1 0,0 1 0,0 0 0,-1-1 0,1 1 0,0 0 0,-1 0 0,1-1 0,0 1 0,0 0 0,-1 0 0,1-1 0,-1 1 0,1 0 0,0 0 0,-1 0 0,1 0 0,0 0 0,-1 0 0,1 0 0,-1 0 0,1-1 0,0 1 0,-1 0 0,1 1 0,0-1 0,-1 0 0,1 0 0,-1 0 0,-31 2 0,25-1 0,0 0 0,0 1 0,-1-1 0,1 1 0,0 1 0,0-1 0,0 1 0,1 0 0,-10 6 0,-4 5 0,-24 20 0,-4 3 0,-65 52 0,92-73 0,-1-1 0,-38 20 0,7-5 0,-12 4 0,49-27 0,0 1 0,1 1 0,0 0 0,0 1 0,-19 16 0,22-15 0,-1-1 0,-1 0 0,-20 10 0,-3 3 0,-93 72 0,124-89 0,0 1 0,-11 12 0,13-13 0,-1 0 0,0-1 0,0 0 0,0 0 0,-10 7 0,-64 34 0,55-33 0,0 0 0,1 1 0,1 2 0,-22 19 0,39-30 0,-89 78 0,73-67 0,1 0 0,-2-2 0,0-1 0,-1-1 0,0-1 0,-1 0 0,-26 6 0,42-15 0,3-1 0,-1 0 0,1 1 0,0-1 0,0 1 0,0 0 0,0 1 0,0-1 0,0 1 0,0 0 0,-7 6 0,11-8-62,1-1 0,-1 1 0,1 0 0,0 0 0,-1 0 0,1-1 0,0 1 0,-1 0 0,1 0 0,0 0 0,0 0 0,0 0-1,0-1 1,0 1 0,0 0 0,0 0 0,0 0 0,0 0 0,0 0 0,0 0 0,1 1 0,3 8-6764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8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24575,'1'-2'0,"0"-1"0,0 0 0,1 1 0,-1-1 0,1 1 0,0-1 0,0 1 0,0 0 0,0 0 0,0 0 0,0 0 0,0 0 0,1 0 0,-1 1 0,1-1 0,-1 1 0,1-1 0,0 1 0,-1 0 0,1 0 0,0 0 0,0 1 0,4-2 0,8 1 0,-1-1 0,0 2 0,25 1 0,-14 1 0,-24-2 0,6 0 0,0 0 0,1 1 0,14 2 0,-20-2 0,0 0 0,0 0 0,0-1 0,0 1 0,0 1 0,0-1 0,0 0 0,0 0 0,0 1 0,0-1 0,-1 1 0,1 0 0,-1-1 0,1 1 0,-1 0 0,1 0 0,0 2 0,6 13 0,-2 0 0,0 1 0,-1-1 0,0 1 0,-1 0 0,-2 0 0,0 0 0,0 32 0,-2-44 0,-1 0 0,1 0 0,-1 0 0,0 0 0,-1 0 0,0-1 0,0 1 0,0-1 0,-4 9 0,-3 1 0,-21 26 0,17-24 0,11-15 0,1 0 0,-1 0 0,1 1 0,-1-1 0,1 1 0,0-1 0,0 1 0,0-1 0,0 1 0,0 4 0,1-6 0,0 0 0,0 0 0,0 0 0,0 0 0,0 0 0,1 0 0,-1 0 0,0-1 0,1 1 0,-1 0 0,0 0 0,1 0 0,-1-1 0,1 1 0,-1 0 0,1 0 0,0-1 0,-1 1 0,1 0 0,0-1 0,-1 1 0,1-1 0,0 1 0,0-1 0,-1 1 0,1-1 0,0 1 0,0-1 0,0 0 0,0 0 0,0 1 0,0-1 0,-1 0 0,1 0 0,1 0 0,11 2 0,0-1 0,13 0 0,22 1 0,-38 0-104,1 0 183,0-1 0,17 1 0,-24-2-204,0-1 1,-1 1-1,1-1 0,0 0 0,-1 1 0,1-2 0,-1 1 0,1 0 1,-1-1-1,0 1 0,5-4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8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47 24575,'-30'-7'0,"-15"-3"0,-2 0 0,4 2 0,7 3 0,7 1 0,6 3 0,4 0 0,4 1 0,3 3 0,2 1 0,2 2 0,1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2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25 24575,'0'-1'0,"0"0"0,0 0 0,0 0 0,0 0 0,0 0 0,0 0 0,0 1 0,0-1 0,1 0 0,-1 0 0,0 0 0,1 0 0,-1 0 0,1 1 0,-1-1 0,1 0 0,-1 0 0,1 1 0,-1-1 0,1 0 0,0 1 0,-1-1 0,1 0 0,0 1 0,1-1 0,-1 0 0,1 1 0,0-1 0,0 1 0,0-1 0,0 1 0,0 0 0,0 0 0,-1 0 0,1 0 0,0 0 0,3 1 0,4 1 0,-1 0 0,1 1 0,-1 0 0,9 4 0,-9-3 0,0 0 0,0 1 0,-1 0 0,0 0 0,0 0 0,8 9 0,-14-13 0,1 0 0,-1 1 0,1-1 0,-1 1 0,0 0 0,0-1 0,0 1 0,0 0 0,0 0 0,0 0 0,0 0 0,0 0 0,-1 0 0,1 0 0,-1 0 0,0 0 0,1 0 0,-1 0 0,0 0 0,0 0 0,0 0 0,0 0 0,-1 0 0,1 0 0,-1 0 0,1 0 0,-1 0 0,0 0 0,1 0 0,-1 0 0,0-1 0,-2 4 0,0-2 0,1 0 0,-1 0 0,0-1 0,-1 1 0,1 0 0,0-1 0,-1 0 0,1 0 0,-1 0 0,0 0 0,1-1 0,-1 1 0,0-1 0,0 0 0,0 0 0,0-1 0,0 1 0,0-1 0,-1 0 0,1 0 0,0 0 0,-4-1 0,-6-1 0,0 0 0,1-1 0,0-1 0,-1 0 0,-14-7 0,24 10 0,1 0 0,0-1 0,0 1 0,0-1 0,1 0 0,-1 0 0,0 0 0,1 0 0,-1-1 0,1 1 0,0-1 0,-1 1 0,1-1 0,-2-4 0,4 6 0,-1-1 0,0 0 0,1 0 0,-1 0 0,1 0 0,0-1 0,0 1 0,0 0 0,0 0 0,0 0 0,0 0 0,0 0 0,1 0 0,-1 0 0,1 0 0,-1 0 0,1 0 0,0 0 0,0 0 0,0 1 0,0-1 0,0 0 0,0 0 0,2-2 0,-1 3-97,0-1-1,0 0 1,-1 0-1,1 0 1,0 1-1,0-1 1,1 1-1,-1 0 1,0 0-1,0 0 1,1 0-1,-1 0 0,3-1 1,7 0-6729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5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79 24575,'-1'-6'0,"-1"-1"0,1 1 0,-1-1 0,0 1 0,0-1 0,-1 1 0,0 0 0,-4-6 0,0-3 0,39 43 0,6 8 0,84 60 0,-68-56 0,117 77 0,-133-92 0,43 22 0,-48-29 0,48 36 0,136 110 0,-109-83 0,144 81 0,-212-140 0,-4-2 0,51 38 0,57 35 0,-108-72 0,0 1 0,-1 2 0,54 49 0,-87-70 0,49 48 0,86 67 0,-3-9 0,-110-90 0,1-1 0,45 26 0,-8-7 0,127 83 0,-131-80 0,64 57 0,-70-47 0,-25-24 0,41 32 0,-29-29 0,51 35 0,15-1 0,72 45 0,-133-82 0,-31-18 0,1-1 0,-2 2 0,1 0 0,12 11 0,34 25 0,-36-26 0,36 24 0,-33-25 0,29 26 0,-40-31 0,0 0 0,0-2 0,29 18 0,-32-20 120,-12-9-148,0 0 1,0 1-1,0-1 1,1 0-1,-1 0 1,0 0-1,0 1 1,0-1-1,0 0 1,0 0-1,0 1 1,0-1-1,0 0 1,0 0-1,0 0 1,0 1-1,0-1 1,0 0-1,0 0 1,0 1-1,0-1 1,0 0-1,0 0 1,0 1-1,0-1 1,0 0-1,0 0 1,0 0-1,-1 1 1,1-1-1,0 0 1,0 0-1,0 0 1,0 1-1,0-1 1,-1 0-1,1 0 1,0 0-1,0 0 1,0 0-1,-1 1 1,1-1-1,0 0 1,0 0-1,-1 0 1,1 0-1,0 0 1,0 0-1,0 0 1,-1 0-1,1 0 1,0 0-1,-1 0 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6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313 240 24575,'-2'-11'0,"-1"0"0,0 0 0,-1 0 0,0 0 0,0 0 0,-1 1 0,-12-18 0,6 13 0,-1 0 0,0 1 0,-28-26 0,37 38 0,1 0 0,-1 1 0,1-1 0,-1 0 0,0 1 0,0-1 0,0 1 0,0 0 0,0 0 0,0 0 0,0 0 0,0 1 0,0-1 0,-7 1 0,5 0 0,0 1 0,0-1 0,0 1 0,-1 0 0,1 1 0,0-1 0,0 1 0,-7 4 0,5-2 0,0 0 0,0 0 0,0 1 0,1 0 0,0 0 0,0 0 0,0 1 0,1 0 0,0 0 0,0 1 0,-8 13 0,11-16 0,0 0 0,0 1 0,1-1 0,0 1 0,-1 0 0,1-1 0,1 1 0,-1 0 0,1 0 0,0 0 0,0-1 0,0 1 0,1 0 0,-1 0 0,1-1 0,0 1 0,1 0 0,-1-1 0,1 1 0,0-1 0,0 1 0,0-1 0,1 0 0,0 0 0,-1 0 0,2 0 0,-1-1 0,0 1 0,0-1 0,1 0 0,0 0 0,0 0 0,0 0 0,0-1 0,0 1 0,0-1 0,8 2 0,-2 0 0,0 0 0,0-1 0,1-1 0,-1 0 0,1 0 0,18 0 0,-26-2 0,1 0 0,-1 0 0,0 0 0,0-1 0,1 0 0,-1 1 0,0-1 0,0 0 0,0-1 0,0 1 0,0 0 0,0-1 0,0 0 0,0 0 0,0 1 0,-1-2 0,1 1 0,-1 0 0,0 0 0,1-1 0,-1 0 0,0 1 0,-1-1 0,1 0 0,2-5 0,-1 1 0,-1 0 0,0 0 0,0-1 0,-1 1 0,0-1 0,0 1 0,-1-1 0,1 0 0,-2 1 0,1-1 0,-1 1 0,-1-1 0,1 1 0,-1-1 0,-3-7 0,1 6 0,0-1 0,0 1 0,-1 0 0,0 0 0,0 0 0,-1 1 0,-1 0 0,1 0 0,-1 1 0,-14-12 0,17 16-195,1 1 0,-1-1 0,0 1 0,1 0 0,-1 1 0,-5-3 0,-4 1-6631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8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24575,'14'-19'0,"-14"19"0,0 0 0,0-1 0,0 1 0,1 0 0,-1 0 0,0-1 0,0 1 0,1 0 0,-1 0 0,0 0 0,1-1 0,-1 1 0,0 0 0,1 0 0,-1 0 0,0 0 0,1 0 0,-1 0 0,0 0 0,1 0 0,-1 0 0,0 0 0,1 0 0,-1 0 0,0 0 0,1 0 0,-1 0 0,0 0 0,1 0 0,-1 0 0,0 0 0,1 1 0,-1-1 0,0 0 0,1 0 0,-1 0 0,0 0 0,0 1 0,1-1 0,-1 0 0,0 0 0,0 1 0,1-1 0,-1 0 0,0 1 0,0-1 0,0 0 0,0 0 0,1 1 0,-1-1 0,0 0 0,0 1 0,0-1 0,0 0 0,0 1 0,0-1 0,0 1 0,0-1 0,0 0 0,0 1 0,0-1 0,76 251 0,-76-249-46,13 38 218,-13-38-255,1-1 0,-1 1 0,0 0 1,0 0-1,1 0 0,-1 0 0,-1 0 0,1 0 0,0 0 1,0 0-1,-1 0 0,1 0 0,-1 0 0,0 0 0,1-1 1,-1 1-1,-2 3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410 15 24575,'-28'-2'0,"-14"-2"0,-5 1 0,4 1 0,3 0 0,6 1 0,4 0 0,5 3 0,3 2 0,4-1 0,2 2 0,1 3 0,1 0 0,0 1 0,3 1 0,0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24575,'17'-14'0,"32"-24"0,-45 35 0,1 0 0,0 1 0,0-1 0,1 1 0,-1 0 0,0 0 0,1 0 0,6-1 0,-6 3 0,-1 0 0,1 0 0,-1 1 0,1-1 0,-1 1 0,0 0 0,9 3 0,38 17 0,-38-14 0,-3-3 0,-3-1 0,0 1 0,1 0 0,-2 0 0,1 1 0,11 8 0,-17-12 0,-1 1 0,1 0 0,-1-1 0,1 1 0,-1 0 0,0 0 0,1 0 0,-1 0 0,0 0 0,0 1 0,-1-1 0,1 0 0,0 0 0,-1 0 0,1 1 0,-1-1 0,0 0 0,0 1 0,0-1 0,0 0 0,0 1 0,0-1 0,-1 0 0,1 1 0,-1-1 0,0 3 0,-6 14 0,-11 21 0,13-30 0,0 1 0,0-1 0,1 1 0,1 0 0,0 1 0,0-1 0,-1 18 0,3-15 0,0-4 0,1-1 0,0 1 0,0 0 0,4 16 0,-4-24 0,1 0 0,-1 0 0,1 0 0,0 0 0,0 0 0,0 0 0,0 0 0,0 0 0,0-1 0,0 1 0,1 0 0,-1-1 0,0 1 0,1-1 0,0 1 0,-1-1 0,1 0 0,0 0 0,-1 0 0,1 0 0,0 0 0,0 0 0,0 0 0,0 0 0,0-1 0,0 1 0,3-1 0,39 7-682,47 0-1,-79-6-6143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39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24 24575,'-30'-8'0,"-13"1"0,-1 0 0,4 5 0,7 5 0,6 2 0,7 3 0,6 0 0,4-2-8191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40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61 24575,'-4'-1'0,"1"-1"0,0 0 0,-1 1 0,1 0 0,-1 0 0,1 0 0,-1 0 0,1 1 0,-1-1 0,0 1 0,1 0 0,-1 0 0,1 0 0,-1 1 0,0-1 0,1 1 0,-5 1 0,1 0 0,0 1 0,0-1 0,1 1 0,-1 0 0,1 1 0,0-1 0,-11 10 0,15-12 0,1 0 0,-1 1 0,0 0 0,1-1 0,-1 1 0,1 0 0,0 0 0,-1 0 0,1 0 0,0 0 0,0 0 0,0 0 0,1 0 0,-1 0 0,0 0 0,1 1 0,-1-1 0,1 3 0,0-2 0,0 0 0,1 0 0,-1-1 0,1 1 0,0 0 0,0 0 0,0 0 0,0-1 0,0 1 0,0 0 0,1-1 0,2 4 0,1 0 0,0 1 0,1-2 0,0 1 0,0-1 0,0 0 0,0 0 0,1 0 0,0-1 0,9 4 0,-4-2 0,0-2 0,1 0 0,-1 0 0,1-1 0,0-1 0,0 0 0,24 1 0,-35-3 0,1 0 0,0-1 0,-1 1 0,1-1 0,0 1 0,-1-1 0,1 0 0,-1 0 0,1 0 0,-1 0 0,1 0 0,-1-1 0,0 1 0,1-1 0,-1 1 0,0-1 0,3-4 0,-3 3 0,0 0 0,0 1 0,-1-1 0,0 0 0,1 0 0,-1-1 0,0 1 0,0 0 0,-1 0 0,1-1 0,-1 1 0,1-7 0,-2 2 0,1 0 0,-2-1 0,1 1 0,-1 0 0,0 0 0,0 0 0,-1 0 0,0 0 0,-1 0 0,-8-12 0,8 13-97,0 1-1,-1 0 1,0 0-1,0 0 1,0 0-1,-1 1 1,0 0-1,0 0 1,0 0-1,-1 1 1,0 0-1,1 0 0,-9-2 1,2 2-6729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3:59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24575,'3'1'0,"0"0"0,0 1 0,-1-1 0,1 1 0,0-1 0,-1 1 0,1 0 0,-1 0 0,0 0 0,0 1 0,4 4 0,0-1 0,4 5 0,-1 0 0,0 0 0,-1 1 0,0 1 0,-1-1 0,0 1 0,8 24 0,-30-57 0,-10-21 0,20 33 0,0 0 0,1-1 0,1 0 0,-1 0 0,2 0 0,-3-12 0,4 19 0,1-1 0,0 0 0,-1 0 0,1 0 0,1 0 0,-1 1 0,0-1 0,1 0 0,-1 0 0,1 0 0,0 1 0,0-1 0,0 0 0,0 1 0,1-1 0,-1 1 0,1 0 0,-1-1 0,1 1 0,0 0 0,0 0 0,0 0 0,0 0 0,0 0 0,3-1 0,6-5-136,1 1-1,-1 0 1,1 1-1,1 1 1,-1 0-1,1 0 1,0 1-1,0 1 0,26-3 1,-26 5-6690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1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24575,'0'0'0,"0"-1"0,0 1 0,0 0 0,0 0 0,0 0 0,0-1 0,0 1 0,0 0 0,0 0 0,0 0 0,0-1 0,0 1 0,0 0 0,0 0 0,0 0 0,0-1 0,0 1 0,0 0 0,0 0 0,0 0 0,1-1 0,-1 1 0,0 0 0,0 0 0,0 0 0,0 0 0,0 0 0,0-1 0,1 1 0,-1 0 0,0 0 0,0 0 0,0 0 0,1 0 0,4 5 0,3 11 0,-1 5 0,7 39 0,-10-39 0,1-1 0,9 24 0,9 26-1365,-19-58-5461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1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28 24575,'-30'-2'0,"-12"-4"0,-2-1 0,1 1 0,7 2 0,5 1 0,7 4 0,4 1 0,3 4 0,5 0-8191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2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31 24575,'48'100'0,"-34"-72"0,-14-27 0,1-1 0,-1 1 0,0-1 0,1 1 0,-1-1 0,0 1 0,1-1 0,-1 1 0,0-1 0,0 1 0,0-1 0,0 1 0,0-1 0,0 1 0,1-1 0,-1 1 0,0-1 0,0 1 0,-1-1 0,1 1 0,0-1 0,0 2 0,-9-6 0,-13-13 0,17 11 0,-1 0 0,1 0 0,1-1 0,-1 1 0,1-1 0,0 0 0,-6-14 0,9 19 0,1 0 0,-1-1 0,0 1 0,1 0 0,0 0 0,-1 0 0,1 0 0,0-1 0,0 1 0,0 0 0,0 0 0,0-1 0,1 1 0,-1 0 0,1 0 0,-1 0 0,1 0 0,0 0 0,0 0 0,0 0 0,0 0 0,0 0 0,0 0 0,1 0 0,-1 0 0,1 1 0,-1-1 0,1 1 0,-1-1 0,1 1 0,0 0 0,3-2 0,1 0 11,0 0 0,0 0 0,0 1 0,1 0 0,-1 0 0,1 1 0,13-1 0,49 1-739,-54 2 3,-1-1-6101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24575,'0'-1'0,"0"1"0,0-1 0,0 1 0,0-1 0,0 0 0,0 1 0,0-1 0,0 1 0,0-1 0,0 1 0,0-1 0,1 0 0,-1 1 0,0-1 0,0 1 0,0-1 0,1 1 0,-1-1 0,0 1 0,1-1 0,-1 1 0,0 0 0,1-1 0,-1 1 0,1-1 0,-1 1 0,1 0 0,0-1 0,0 1 0,-1 0 0,1 0 0,0 0 0,0 0 0,0 0 0,0 0 0,0 1 0,-1-1 0,1 0 0,0 0 0,0 1 0,0-1 0,-1 0 0,1 1 0,0-1 0,0 1 0,4 3 0,-1-1 0,1 1 0,-1 0 0,6 7 0,3 8 0,-1 0 0,-1 1 0,15 35 0,15 68 0,-34-97-273,-1 1 0,-1-1 0,-1 1 0,0 45 0,-4-59-6553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4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24 24575,'85'14'0,"-56"-9"0,0 0 0,36 0 0,-64-5 0,1 0 0,-1 0 0,1 0 0,-1 0 0,1-1 0,-1 1 0,0 0 0,1-1 0,-1 1 0,1-1 0,-1 0 0,0 1 0,2-2 0,-3 2 0,0-1 0,1 1 0,-1 0 0,0 0 0,0 0 0,0-1 0,0 1 0,0 0 0,1 0 0,-1 0 0,0-1 0,0 1 0,0 0 0,0 0 0,0-1 0,0 1 0,0 0 0,0 0 0,0-1 0,0 1 0,0 0 0,0 0 0,0 0 0,0-1 0,0 1 0,0 0 0,0 0 0,0-1 0,-1 0 0,1 1 0,-1-1 0,1 0 0,-1 1 0,0-1 0,1 0 0,-1 1 0,0-1 0,1 1 0,-1-1 0,0 1 0,0 0 0,0-1 0,-13-4 0,1 0 0,-1 1 0,-28-5 0,7 3 0,31 5 0,0 0 0,0 1 0,0 0 0,0 0 0,1 0 0,-1 0 0,0 1 0,0 0 0,0 0 0,1 0 0,-1 0 0,0 0 0,1 1 0,-8 3 0,-3 1 0,12-5 6,-1 1 0,1-1-1,0 0 1,-1 1 0,1 0-1,0-1 1,0 1 0,0 0 0,0 0-1,0 0 1,1 1 0,-1-1-1,0 0 1,1 0 0,0 1-1,0-1 1,0 1 0,0 0 0,0-1-1,-1 4 1,0 4-303,1-1 0,0 1 0,1 0 0,0 12 0,0-9-6529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5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46 24575,'6'-6'0,"0"0"0,0 1 0,1 0 0,-1 0 0,1 0 0,8-3 0,-13 7 0,0 0 0,0 0 0,0 1 0,0-1 0,0 0 0,0 1 0,0 0 0,0-1 0,0 1 0,0 0 0,0 0 0,1 0 0,-1 1 0,0-1 0,0 0 0,0 1 0,0-1 0,0 1 0,0 0 0,0 0 0,0-1 0,0 1 0,0 1 0,0-1 0,-1 0 0,1 0 0,3 4 0,3 3 0,-1 1 0,0 0 0,0 1 0,7 14 0,20 45 0,-21-40 0,-9-20 0,0 0 0,-1 1 0,0-1 0,0 1 0,-1 0 0,-1 0 0,0 0 0,0 0 0,-1 14 0,0-20 0,0-1 0,-1 1 0,1 0 0,-1-1 0,0 1 0,0-1 0,0 1 0,0-1 0,-1 0 0,1 1 0,-1-1 0,0 0 0,0 0 0,0 0 0,-1 0 0,1 0 0,0-1 0,-1 1 0,0-1 0,0 1 0,0-1 0,0 0 0,0 0 0,0-1 0,0 1 0,-1 0 0,1-1 0,-6 2 0,2-2 0,0 0 0,-1 0 0,1-1 0,0 1 0,-1-2 0,1 1 0,0-1 0,-1 0 0,1 0 0,0-1 0,0 0 0,0-1 0,0 1 0,-11-7 0,-3-3 0,0-1 0,2-1 0,-21-19 0,32 27 0,2-1 0,-1 1 0,1-1 0,0-1 0,0 1 0,1-1 0,0 0 0,0 0 0,1-1 0,-6-16 0,9 22 0,0 0 0,0-1 0,1 1 0,-1-1 0,1 1 0,-1-1 0,1 1 0,0-1 0,0 0 0,1 1 0,-1-1 0,1 1 0,0-1 0,0 1 0,0 0 0,0-1 0,1 1 0,-1 0 0,1 0 0,0 0 0,0 0 0,0 0 0,0 0 0,0 0 0,1 1 0,-1-1 0,1 1 0,0-1 0,-1 1 0,1 0 0,4-1 0,6-5-1365,0 3-5461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5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 24575,'-25'0'0,"-9"0"-8191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6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8 24575,'5'-7'0,"-2"7"0,2 13 0,-3 22 0,-2-35 0,0 28 0,-1-1 0,-1 1 0,-10 44 0,2-28 0,-2 0 0,-19 42 0,25-72 0,0 0 0,-1-1 0,-1 0 0,-1 0 0,1-1 0,-2 0 0,0 0 0,0-1 0,-24 19 0,0-8-1365,23-16-5461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7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0 24575,'-2'0'0,"0"0"0,1 0 0,-1 0 0,0 0 0,0 1 0,0-1 0,1 1 0,-1-1 0,0 1 0,1-1 0,-1 1 0,0 0 0,1 0 0,-1 0 0,1 0 0,-1 0 0,1 0 0,-1 0 0,1 1 0,-2 1 0,2-1 0,-1 1 0,1-1 0,1 0 0,-1 0 0,0 1 0,0-1 0,1 0 0,-1 1 0,1-1 0,0 1 0,0-1 0,0 1 0,0-1 0,0 0 0,1 4 0,19 83 0,-12-60 0,6 47 0,-14-75 0,0-1 0,0 1 0,0 0 0,0-1 0,0 1 0,0-1 0,0 1 0,1 0 0,-1-1 0,0 1 0,0-1 0,0 1 0,1 0 0,-1-1 0,0 1 0,1-1 0,-1 1 0,0-1 0,1 1 0,-1-1 0,1 0 0,-1 1 0,1-1 0,-1 1 0,1-1 0,-1 0 0,1 1 0,1-1 0,-1 0 0,1 0 0,-1 0 0,0 0 0,1-1 0,-1 1 0,1 0 0,-1-1 0,2 0 0,4-1 0,156-44-1365,-151 43-5461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8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14 24575,'-17'-3'0,"-9"0"0,-3 0 0,2 0 0,3 1 0,5 4 0,4 0 0,4 4 0,4 2 0,3 3 0,2 0-8191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8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24575,'22'-10'0,"36"-13"0,-48 20 0,0 0 0,0 1 0,0 0 0,0 1 0,1 0 0,12 1 0,-18 0 0,-1 1 0,1 0 0,-1 0 0,1 0 0,-1 0 0,0 1 0,1 0 0,-1 0 0,0 0 0,0 0 0,0 1 0,-1 0 0,1-1 0,-1 1 0,1 1 0,-1-1 0,0 0 0,0 1 0,3 5 0,3 6 0,0 1 0,-1 0 0,9 27 0,-12-31 0,4 12 0,8 31 0,-15-48 0,-1 0 0,0 0 0,0-1 0,0 1 0,-1 0 0,0 0 0,-1 0 0,1 0 0,-4 13 0,3-17 0,0-1 0,0 1 0,0 0 0,-1-1 0,1 1 0,-1-1 0,0 0 0,0 1 0,0-1 0,0 0 0,0 0 0,0 0 0,0 0 0,-1-1 0,1 1 0,-1 0 0,1-1 0,-1 0 0,0 0 0,0 0 0,1 0 0,-1 0 0,0 0 0,0-1 0,0 1 0,0-1 0,0 0 0,-5 0 0,0 0 0,1-1 0,-1 0 0,1 0 0,-1-1 0,1 0 0,0 0 0,0 0 0,0-1 0,0 0 0,-8-6 0,2 1 0,1-1 0,0-1 0,1 0 0,0 0 0,0-1 0,-15-21 0,22 25 0,-1 0 0,1 0 0,0 0 0,0-1 0,1 1 0,0-1 0,1 0 0,-1 0 0,2 1 0,-1-2 0,1 1 0,0 0 0,0 0 0,2-9 0,-1 14-68,0 1 0,1-1-1,-1 0 1,1 0 0,0 1 0,0-1-1,0 0 1,0 1 0,1-1 0,-1 1-1,1-1 1,-1 1 0,1 0 0,0 0-1,0 0 1,0 0 0,0 0 0,0 0-1,3-2 1,7-2-6758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09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0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58 24575,'0'-11'0,"1"7"0,-1 0 0,0 0 0,0 0 0,0 1 0,0-1 0,-1 0 0,0 0 0,0 1 0,0-1 0,-2-4 0,0 7 0,1 6 0,0 8 0,1-3 0,1 0 0,1 0 0,-1 1 0,2-1 0,3 15 0,18 51 0,-20-67 0,27 70 0,50 90 0,-35-78 0,-43-88 0,5 13 0,-7-15 0,1 0 0,-1-1 0,0 1 0,0 0 0,1 0 0,-1-1 0,0 1 0,0 0 0,0 0 0,0-1 0,0 1 0,0 0 0,0 0 0,0-1 0,0 1 0,-1 0 0,1 1 0,0-2 0,-1 0 0,1 0 0,0 0 0,-1 0 0,1 0 0,0 0 0,0 0 0,-1 0 0,1-1 0,0 1 0,-1 0 0,1 0 0,0 0 0,0 0 0,-1 0 0,1-1 0,0 1 0,0 0 0,-1 0 0,1 0 0,0-1 0,0 1 0,0 0 0,-1 0 0,1-1 0,0 1 0,0 0 0,0 0 0,0-1 0,0 1 0,0 0 0,-1-1 0,1 1 0,-6-12 0,-11-32-1365,13 30-5461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0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400 16 24575,'-32'0'0,"-17"0"0,-4 0 0,4 0 0,6 0 0,7 0 0,7-3 0,4 0 0,4 0 0,2 0 0,2 1 0,2 1 0,3 1-8191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0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47 24575,'-22'-2'0,"-31"0"0,47 3 0,-1-1 0,1 1 0,0 0 0,0 0 0,0 1 0,0 0 0,0 0 0,1 0 0,-11 6 0,14-7 0,1-1 0,0 1 0,-1 0 0,1 0 0,-1 1 0,1-1 0,0 0 0,0 0 0,0 1 0,0-1 0,0 0 0,0 1 0,0-1 0,0 1 0,0 0 0,1-1 0,-1 1 0,1-1 0,-1 1 0,1 0 0,-1 0 0,1-1 0,0 1 0,0 0 0,0-1 0,0 1 0,0 0 0,1 0 0,-1-1 0,0 1 0,1 0 0,-1-1 0,1 1 0,-1 0 0,1-1 0,0 1 0,0-1 0,0 1 0,0-1 0,1 2 0,3 3 0,0 0 0,0-1 0,0 1 0,1-1 0,0-1 0,0 1 0,13 7 0,-7-6 0,1 0 0,0-1 0,0 0 0,0-1 0,1-1 0,-1 0 0,1 0 0,0-2 0,-1 0 0,1 0 0,22-3 0,-33 2 0,-1 0 0,0-1 0,1 1 0,-1-1 0,1 1 0,-1-1 0,0 0 0,0 0 0,1 0 0,-1 0 0,0-1 0,0 1 0,0-1 0,0 1 0,-1-1 0,1 0 0,0 1 0,-1-1 0,1 0 0,-1 0 0,1 0 0,-1 0 0,0 0 0,0-1 0,0 1 0,0 0 0,0 0 0,-1-1 0,1 1 0,-1-1 0,1-3 0,-1 1 0,1-1 0,-1 1 0,0-1 0,-1 1 0,0 0 0,0-1 0,0 1 0,0 0 0,-1 0 0,1 0 0,-2 0 0,1 0 0,-5-8 0,3 7-85,0 0 0,-1 0-1,0 1 1,0-1 0,-1 1-1,1 0 1,-1 1 0,0-1-1,-1 1 1,1 0 0,-1 1-1,1-1 1,-1 1 0,0 1-1,-8-3 1,1 3-6741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1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374 156 24575,'-51'-21'0,"-1"2"0,-1 3 0,-78-15 0,124 30 0,1 0 0,-1 1 0,1-1 0,-1 1 0,-10 2 0,16-2 0,-1 0 0,0 1 0,1-1 0,-1 0 0,0 1 0,1 0 0,-1-1 0,1 1 0,-1 0 0,1 0 0,0 0 0,-1 0 0,1 0 0,0 0 0,-1 0 0,1 0 0,0 1 0,0-1 0,0 0 0,0 1 0,0-1 0,0 1 0,1-1 0,-1 1 0,0-1 0,0 4 0,0 0 0,0 0 0,1 1 0,-1-1 0,1 0 0,0 1 0,0-1 0,1 1 0,0-1 0,0 0 0,0 0 0,1 1 0,1 4 0,1-3 0,-1 0 0,1 0 0,0 0 0,1 0 0,0-1 0,0 1 0,8 7 0,0-3 0,0-1 0,0 0 0,1 0 0,0-1 0,1-1 0,-1-1 0,22 8 0,-22-10 0,1-1 0,-1 0 0,1-1 0,0 0 0,0-2 0,0 0 0,27-1 0,-39 0 0,0-1 0,0 1 0,-1-1 0,1 0 0,0 0 0,0 0 0,-1 0 0,1-1 0,-1 1 0,1-1 0,-1 0 0,1 1 0,-1-1 0,0 0 0,0 0 0,0 0 0,0-1 0,0 1 0,-1 0 0,1-1 0,-1 1 0,1-1 0,-1 0 0,0 1 0,0-1 0,0 0 0,0 0 0,-1 0 0,1 0 0,-1 1 0,1-1 0,-1 0 0,0 0 0,0 0 0,-1 0 0,1 0 0,-1 0 0,1 0 0,-1 0 0,0 1 0,0-1 0,0 0 0,-3-4 0,4 6 0,0 1 0,0-1 0,0 1 0,-1 0 0,1-1 0,0 1 0,0-1 0,-1 1 0,1 0 0,0-1 0,0 1 0,-1 0 0,1 0 0,0-1 0,-1 1 0,1 0 0,0-1 0,-1 1 0,1 0 0,-1 0 0,1 0 0,0 0 0,-1-1 0,1 1 0,-1 0 0,1 0 0,-1 0 0,1 0 0,0 0 0,-1 0 0,1 0 0,-1 0 0,1 0 0,-1 0 0,1 0 0,-1 0 0,1 1 0,0-1 0,-1 0 0,1 0 0,-1 0 0,1 0 0,0 1 0,-1-1 0,1 0 0,0 0 0,-1 1 0,1-1 0,0 0 0,-1 1 0,1-1 0,0 0 0,0 1 0,-1-1 0,1 1 0,0-1 0,0 0 0,0 1 0,0-1 0,0 1 0,-1 0 0,-1 3 0,1 0 0,-1 0 0,1 0 0,0 0 0,-1 5 0,1 5 0,0 0 0,1 0 0,1 1 0,3 24 0,19 57 0,-1 2 0,-22-97 0,2 11 0,0-1 0,-1 0 0,-1 0 0,0 0 0,-1 14 0,1-23 0,-1 0 0,1 0 0,0 0 0,-1-1 0,1 1 0,-1 0 0,0 0 0,0-1 0,1 1 0,-1 0 0,0-1 0,0 1 0,-1-1 0,1 1 0,0-1 0,0 0 0,-1 1 0,1-1 0,-1 0 0,1 0 0,-1 0 0,1 0 0,-1 0 0,0 0 0,0-1 0,1 1 0,-1 0 0,0-1 0,0 0 0,0 1 0,1-1 0,-1 0 0,0 0 0,0 0 0,0 0 0,0 0 0,0 0 0,1-1 0,-4 0 0,-5-1 0,0-1 0,0 0 0,0 0 0,0-1 0,0-1 0,1 1 0,0-2 0,-13-8 0,5 0 0,0 0 0,1-1 0,-15-17 0,26 26 0,1 0 0,-1 1 0,1-1 0,1-1 0,-1 1 0,1-1 0,0 1 0,0-1 0,-2-9 0,5 13 0,-1 0 0,1 1 0,-1-1 0,1 0 0,0 0 0,0 0 0,0 0 0,0 0 0,1 0 0,-1 0 0,1 0 0,0 0 0,0 1 0,0-1 0,0 0 0,0 1 0,1-1 0,-1 0 0,1 1 0,-1 0 0,1-1 0,0 1 0,0 0 0,0 0 0,3-2 0,1 0 0,0 0 0,0 0 0,0 1 0,0 0 0,1 0 0,0 1 0,-1 0 0,11-2 0,7-1 0,27 0 0,-24 2 0,-3 1 0,133-21 0,-138 19 0,0-1 0,0-1 0,-1-1 0,1 0 0,32-20 0,-45 24 0,-1-1 0,0 0 0,0 0 0,-1 0 0,1-1 0,-1 1 0,0-1 0,0 0 0,0-1 0,-1 1 0,0-1 0,0 1 0,4-11 0,-6 11 0,1 0 0,-1-1 0,0 1 0,-1 0 0,1 0 0,-1 0 0,0-1 0,0 1 0,-1 0 0,1 0 0,-1 0 0,0 0 0,-1-1 0,1 1 0,-1 1 0,0-1 0,-3-5 0,1 1 0,-1 1 0,0 0 0,-1 0 0,0 0 0,0 1 0,-1-1 0,1 2 0,-2-1 0,1 1 0,-1 0 0,0 0 0,0 1 0,0 0 0,-1 1 0,0-1 0,-11-2 0,19 6 0,-1 1 0,0-1 0,1 1 0,-1 0 0,0-1 0,0 1 0,1 0 0,-1 0 0,0 0 0,1 0 0,-1 1 0,0-1 0,0 0 0,1 1 0,-1-1 0,1 1 0,-1 0 0,0-1 0,1 1 0,-1 0 0,1 0 0,0 0 0,-1 0 0,1 0 0,0 1 0,-1-1 0,1 0 0,0 0 0,0 1 0,0-1 0,0 1 0,0-1 0,1 1 0,-1-1 0,0 1 0,1 0 0,-1 1 0,-1 2 0,1 1 0,0-1 0,0 1 0,0-1 0,1 1 0,0-1 0,0 1 0,1-1 0,-1 1 0,3 8 0,2 2 0,1-1 0,0 0 0,1 0 0,1 0 0,0-1 0,1-1 0,0 1 0,14 14 0,-7-11 0,0-1 0,1-1 0,1 0 0,0-1 0,25 14 0,-30-20 0,0-1 0,1-1 0,0-1 0,28 8 0,-34-11 0,0 0 0,0-1 0,1 0 0,-1-1 0,1 1 0,-1-2 0,0 1 0,1-1 0,-1-1 0,10-2 0,-16 3-124,0 1 0,0-1 0,0 0 0,0 0 0,0 0 0,0 0-1,0-1 1,-1 1 0,1 0 0,2-4 0,3-4-6702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2.4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24575,'-1'0'0,"1"0"0,-1 0 0,1 0 0,0 1 0,-1-1 0,1 0 0,-1 0 0,1 0 0,0 1 0,-1-1 0,1 0 0,0 1 0,0-1 0,-1 0 0,1 1 0,0-1 0,0 0 0,-1 1 0,1-1 0,0 1 0,0-1 0,0 0 0,0 1 0,-1-1 0,1 1 0,0-1 0,0 1 0,0-1 0,0 1 0,0-1 0,0 0 0,0 1 0,0-1 0,1 1 0,-1-1 0,0 1 0,4 21 0,-3-20 0,15 63 0,2-2 0,4 0 0,2-2 0,35 65 0,-54-117-170,1 0-1,0 0 0,1 0 1,0-1-1,0 0 0,1 0 1,10 7-1,-10-9-6655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2.6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295 24 24575,'-27'-8'0,"-13"0"0,-1 2 0,7 4 0,5 3 0,7 3 0,3 4 0,3 2 0,2 3 0,0-1 0,0 0 0,1-2 0,1-3-8191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3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0 117 24575,'24'63'0,"-10"-24"0,31 61 0,-40-94 0,-3-13 0,-3-12 0,-5-2 0,0 1 0,-1 0 0,-1 0 0,-11-21 0,-15-36 0,29 54 0,5 22 0,0 1 0,0-1 0,0 1 0,0 0 0,0-1 0,0 1 0,0 0 0,0-1 0,0 1 0,0 0 0,0-1 0,0 1 0,0 0 0,1-1 0,-1 1 0,0 0 0,0 0 0,0-1 0,1 1 0,-1 0 0,0-1 0,0 1 0,1 0 0,0 0 0,-1 0 0,1-1 0,-1 1 0,1 0 0,0 0 0,-1 0 0,1 0 0,-1 1 0,1-1 0,0 0 0,-1 0 0,1 0 0,-1 0 0,1 1 0,-1-1 0,1 0 0,0 0 0,0 1 0,57 37 0,-43-27 0,0-1 0,0-1 0,1 0 0,0-1 0,20 7 0,-19-10 0,1 0 0,0-1 0,1-1 0,-1-1 0,28 0 0,-39-3 0,0 1 0,0-1 0,-1 0 0,1-1 0,0 0 0,0 0 0,11-5 0,-14 5 0,-1-1 0,1 1 0,0-1 0,-1 0 0,0 1 0,1-1 0,-1-1 0,0 1 0,-1 0 0,1-1 0,0 0 0,-1 1 0,3-7 0,-4 7 0,0-1 0,1 0 0,-2 0 0,1 0 0,0 0 0,-1 0 0,0 0 0,1-1 0,-2 1 0,1 0 0,0 0 0,-1 0 0,0 0 0,0 0 0,0 0 0,0 0 0,-1 1 0,0-1 0,-3-5 0,4 6 0,-1 0 0,0 0 0,0 0 0,0 1 0,0-1 0,-1 1 0,1-1 0,0 1 0,-1 0 0,0 0 0,0 0 0,1 0 0,-1 1 0,0-1 0,-1 1 0,1-1 0,0 1 0,0 0 0,0 1 0,-1-1 0,1 0 0,0 1 0,-1 0 0,-3 0 0,6 0 0,-1 0 0,1 0 0,-1 1 0,1-1 0,0 0 0,-1 1 0,1-1 0,-1 1 0,1 0 0,0-1 0,0 1 0,-1 0 0,1 0 0,0 0 0,0 0 0,0 0 0,0 0 0,-1 1 0,0 1 0,1-1 0,0 1 0,0-1 0,-1 1 0,1 0 0,1-1 0,-1 1 0,-1 5 0,1 4 0,1 0 0,0 0 0,3 18 0,-3-26 0,1 3 0,1 0 0,0 0 0,0-1 0,1 1 0,-1-1 0,1 1 0,1-1 0,-1 0 0,1 0 0,0-1 0,1 1 0,-1-1 0,11 10 0,-6-7 0,1 0 0,0 0 0,1-1 0,-1 0 0,1-1 0,23 9 0,-27-12-124,1 0 0,0-1 0,1 0 0,-1-1 0,0 1 0,0-2-1,1 1 1,-1-1 0,0-1 0,15-1 0,-10-2-6702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4.2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215 436 24575,'-38'-7'0,"-35"-5"0,63 11 0,0 0 0,0 1 0,-1 0 0,-17 4 0,26-4 0,1 0 0,-1 0 0,1 1 0,-1-1 0,0 0 0,1 1 0,-1 0 0,1-1 0,0 1 0,-1 0 0,1 0 0,0 0 0,-1 0 0,1 0 0,0 0 0,0 0 0,0 0 0,0 0 0,0 0 0,0 1 0,0-1 0,0 0 0,0 1 0,1-1 0,-1 1 0,1-1 0,-1 1 0,1-1 0,-1 1 0,1-1 0,0 1 0,0 0 0,0-1 0,0 1 0,0-1 0,0 1 0,0 0 0,0-1 0,1 1 0,0 2 0,1 3 0,1 1 0,0-1 0,0 0 0,1 1 0,-1-1 0,9 10 0,-2-4 0,0 0 0,1-1 0,0-1 0,0 0 0,21 15 0,-26-22 0,1 0 0,-1 0 0,1-1 0,-1 0 0,1 0 0,9 2 0,-12-4 0,0-1 0,1 1 0,-1-1 0,0 1 0,1-1 0,-1 0 0,0-1 0,1 1 0,-1-1 0,0 0 0,6-2 0,-7 2 0,0 0 0,0-1 0,0 0 0,0 0 0,-1 0 0,1 0 0,-1 0 0,1 0 0,-1-1 0,0 1 0,0-1 0,0 0 0,0 1 0,0-1 0,-1 0 0,1 0 0,-1 0 0,0 0 0,0-1 0,0 1 0,0 0 0,0 0 0,-1-1 0,1-4 0,-1 0 0,1 0 0,-1 1 0,-1-1 0,0 0 0,0 1 0,0-1 0,-1 1 0,0-1 0,-5-11 0,7 18 0,0 0 0,-1 1 0,1-1 0,0 0 0,-1 0 0,1 0 0,-1 1 0,1-1 0,-1 0 0,1 1 0,-1-1 0,1 1 0,-1-1 0,0 0 0,1 1 0,-2-1 0,1 1 0,1 0 0,0 0 0,-1 0 0,1 0 0,0 0 0,0 0 0,-1 0 0,1 1 0,0-1 0,0 0 0,-1 0 0,1 0 0,0 1 0,0-1 0,-1 0 0,1 0 0,0 0 0,0 1 0,0-1 0,-1 0 0,1 1 0,0-1 0,0 0 0,0 0 0,0 1 0,0-1 0,0 0 0,0 1 0,-2 4 0,1 0 0,1 0 0,-2 10 0,3-9 0,-1-1 0,1 1 0,-1-1 0,1 0 0,1 1 0,-1-1 0,1 0 0,0 1 0,0-1 0,1 0 0,0-1 0,-1 1 0,2 0 0,-1-1 0,0 1 0,1-1 0,0 0 0,0 0 0,0-1 0,0 1 0,8 4 0,-9-6 0,1 0 0,-1-1 0,1 1 0,-1-1 0,1 1 0,0-1 0,-1 0 0,1 0 0,0-1 0,0 1 0,0-1 0,-1 0 0,1 0 0,0 0 0,0 0 0,0-1 0,0 0 0,-1 0 0,1 0 0,0 0 0,-1 0 0,1-1 0,-1 1 0,1-1 0,-1 0 0,0 0 0,0 0 0,0-1 0,0 1 0,0-1 0,4-4 0,-2 0 0,0 0 0,0 0 0,0-1 0,-1 1 0,-1-1 0,1 0 0,-1 0 0,4-15 0,-2-3 0,4-42 0,-7 34 0,-1 0 0,-2 0 0,-9-56 0,1 41 0,-28-89 0,35 131 0,1 5 0,1 0 0,-1-1 0,0 1 0,1 0 0,-1-1 0,0 1 0,-1 0 0,1 0 0,0 0 0,-1 0 0,1 0 0,-1 0 0,-2-2 0,3 4 0,1 0 0,0 0 0,0-1 0,-1 1 0,1 0 0,0 0 0,0 0 0,-1 0 0,1 0 0,0 0 0,0 0 0,-1 0 0,1 1 0,0-1 0,0 0 0,-1 0 0,1 0 0,0 0 0,0 0 0,-1 0 0,1 0 0,0 1 0,0-1 0,0 0 0,-1 0 0,1 0 0,0 0 0,0 1 0,0-1 0,0 0 0,-1 0 0,1 0 0,0 1 0,0-1 0,0 0 0,0 0 0,0 1 0,0-1 0,0 0 0,0 0 0,0 1 0,0-1 0,0 1 0,-3 13 0,3-14 0,-1 21 0,1-1 0,1 0 0,1 1 0,1-1 0,0 0 0,7 20 0,45 115 0,-46-134 0,0 0 0,2-1 0,1 0 0,0 0 0,2-2 0,0 1 0,1-2 0,0 0 0,2-1 0,0 0 0,0-2 0,23 15 0,-24-18-1365,-4-2-5461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4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26 24575,'-5'-3'0,"8"9"0,5 10 0,13 15 0,1 0 0,1-1 0,54 52 0,-72-77 0,0-1 0,0 0 0,1 0 0,0 0 0,0-1 0,0 0 0,9 4 0,-14-7 0,1 1 0,-1-1 0,1 1 0,0-1 0,-1 0 0,1 1 0,0-1 0,-1 0 0,1 0 0,0 0 0,-1 0 0,1-1 0,0 1 0,-1 0 0,1-1 0,-1 1 0,1-1 0,0 1 0,-1-1 0,0 0 0,1 0 0,-1 0 0,1 0 0,-1 0 0,0 0 0,0 0 0,1 0 0,-1 0 0,0-1 0,0 1 0,0 0 0,0-1 0,0 1 0,0-3 0,3-4 0,-2 0 0,1 0 0,-1 0 0,0-1 0,-1 1 0,1-1 0,-2 1 0,1-1 0,-1 1 0,-3-18 0,-2-4 0,-14-49 0,18 75 0,1 3-72,-3-8 273,3 9-232,0 0-1,0 0 0,0 0 0,0 1 0,0-1 1,0 0-1,0 0 0,0 0 0,0 0 0,0 0 1,0 0-1,-1 0 0,1 0 0,0 0 0,0 0 1,0 0-1,0 0 0,0 0 0,0 0 0,0 0 1,0 0-1,0 0 0,0 0 0,0 0 0,0 0 1,0 0-1,-1 0 0,1 0 0,0 0 0,0 0 1,0 0-1,0 0 0,0 0 0,0 0 0,0 0 1,0 0-1,0 0 0,0 0 0,0 0 0,0 0 1,0 0-1,0 0 0,-1 0 0,1 0 1,0 0-1,0-1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5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90 548 24575,'-3'-2'0,"1"1"0,-1 0 0,0-1 0,0 1 0,0 0 0,0 1 0,0-1 0,0 0 0,0 1 0,0-1 0,0 1 0,0 0 0,0 0 0,0 0 0,0 1 0,0-1 0,0 1 0,0 0 0,-3 1 0,4-1 0,0 0 0,0 0 0,0 0 0,1 0 0,-1 0 0,1 0 0,-1 1 0,1-1 0,-1 1 0,1-1 0,0 1 0,0 0 0,0-1 0,0 1 0,0 0 0,0 0 0,0 0 0,1-1 0,-1 1 0,0 0 0,1 0 0,0 0 0,-1 0 0,1 0 0,0 0 0,0 0 0,0 0 0,1 0 0,0 4 0,1 4 0,0 0 0,1 0 0,0-1 0,1 0 0,0 1 0,1-1 0,0 0 0,0-1 0,0 1 0,1-1 0,1 0 0,0-1 0,0 0 0,0 0 0,1 0 0,8 6 0,-13-11 0,0 0 0,0-1 0,0 1 0,0-1 0,0 1 0,1-1 0,-1 0 0,0 0 0,1-1 0,-1 1 0,0-1 0,1 1 0,-1-1 0,1 0 0,-1-1 0,0 1 0,1 0 0,-1-1 0,0 0 0,1 0 0,-1 0 0,0 0 0,0 0 0,0-1 0,0 1 0,0-1 0,0 0 0,0 0 0,0 0 0,-1 0 0,1 0 0,-1-1 0,1 1 0,-1-1 0,0 0 0,0 0 0,0 1 0,-1-1 0,1 0 0,-1-1 0,1 1 0,-1 0 0,0 0 0,1-6 0,0-7 0,-1 0 0,0-18 0,-1 28 0,0 0 0,-1 0 0,0 0 0,0 0 0,0 0 0,-1 1 0,0-1 0,-4-10 0,6 16 0,-1-1 0,1 1 0,0 0 0,0-1 0,0 1 0,0 0 0,0-1 0,-1 1 0,1 0 0,0-1 0,0 1 0,0 0 0,-1-1 0,1 1 0,0 0 0,-1 0 0,1-1 0,0 1 0,0 0 0,-1 0 0,1 0 0,0 0 0,-1-1 0,1 1 0,-1 0 0,1 0 0,0 0 0,-1 0 0,1 0 0,0 0 0,-1 0 0,1 0 0,-1 0 0,1 0 0,-1 0 0,0 1 0,1 0 0,-1 0 0,1-1 0,-1 1 0,1 0 0,0-1 0,-1 1 0,1 0 0,0 0 0,-1 0 0,1 0 0,0 1 0,-3 30 0,3-26 0,1 1 0,0-1 0,1 0 0,-1 0 0,1 0 0,1-1 0,-1 1 0,1 0 0,0-1 0,0 1 0,0-1 0,1 0 0,0 0 0,0-1 0,0 1 0,0-1 0,8 6 0,-10-8 0,1 0 0,0 0 0,0-1 0,0 1 0,0-1 0,0 1 0,0-1 0,1 0 0,-1 0 0,0-1 0,1 1 0,-1-1 0,0 1 0,1-1 0,-1 0 0,1 0 0,-1-1 0,0 1 0,1-1 0,-1 0 0,0 1 0,1-1 0,-1-1 0,0 1 0,0 0 0,0-1 0,0 0 0,0 0 0,0 0 0,-1 0 0,1 0 0,4-5 0,-2 2 0,-1-1 0,1 0 0,-1 0 0,-1 0 0,1-1 0,-1 1 0,0-1 0,0 0 0,-1 0 0,0 0 0,0 0 0,-1 0 0,2-15 0,-2-2 0,-1 0 0,-5-46 0,0 36 0,-2-1 0,-1 1 0,-20-52 0,-51-92 0,65 149 0,10 18 0,0 1 0,-1 1 0,0-1 0,-1 0 0,-7-8 0,13 18 0,0-1 0,-1 1 0,1-1 0,-1 1 0,1-1 0,-1 1 0,1 0 0,0-1 0,-1 1 0,0-1 0,1 1 0,-1 0 0,1 0 0,-1-1 0,1 1 0,-1 0 0,0 0 0,1 0 0,-1-1 0,1 1 0,-1 0 0,0 0 0,1 0 0,-1 0 0,0 0 0,0 1 0,0-1 0,0 1 0,0-1 0,1 1 0,-1-1 0,0 1 0,0 0 0,1-1 0,-1 1 0,0 0 0,1 0 0,-1-1 0,1 1 0,-1 0 0,1 0 0,-1 1 0,-1 4 0,0 0 0,0 1 0,-2 11 0,1 12 0,0-1 0,2 0 0,2 1 0,0-1 0,2 1 0,1-1 0,1 0 0,2-1 0,19 53 0,-18-62 0,0 0 0,1-1 0,1 0 0,1 0 0,1-2 0,0 1 0,1-1 0,0-1 0,2 0 0,-1-1 0,2-1 0,0 0 0,1-1 0,0-1 0,19 10 0,-30-18 0,0 0 0,1-1 0,-1 0 0,1 0 0,-1 0 0,1-1 0,0 0 0,0 0 0,-1 0 0,11-1 0,-14-1 0,1 1 0,-1-1 0,0 0 0,1 0 0,-1 0 0,0 0 0,0-1 0,1 1 0,-1-1 0,0 0 0,0 0 0,-1 0 0,1 0 0,0 0 0,-1-1 0,1 1 0,-1-1 0,0 0 0,0 1 0,0-1 0,3-6 0,-1-1 0,1 0 0,-2 0 0,0 0 0,0 0 0,0-1 0,1-19 0,-3-64 0,-1 78 0,17 51 0,-8-13 0,2-1 0,0 0 0,21 29 0,-25-40 0,1 0 0,0-1 0,1 0 0,0-1 0,0 0 0,1 0 0,0-1 0,17 10 0,-24-15 0,0-1 0,0 1 0,1-1 0,-1 0 0,0 0 0,0 0 0,1-1 0,-1 1 0,1-1 0,-1 0 0,0 1 0,1-2 0,-1 1 0,1 0 0,3-2 0,-5 2 0,1-1 0,-1 0 0,1-1 0,-1 1 0,0 0 0,0-1 0,1 1 0,-1-1 0,0 0 0,0 0 0,0 0 0,-1 0 0,1 0 0,0 0 0,-1 0 0,0 0 0,1-1 0,-1 1 0,2-5 0,0-3 0,0 0 0,2-12 0,-4 13 0,1 1 0,1-1 0,4-11 0,-7 19 0,1 0 0,-1 1 0,0-1 0,1 0 0,-1 1 0,1-1 0,-1 0 0,1 1 0,0-1 0,-1 1 0,1-1 0,-1 1 0,1-1 0,0 1 0,0-1 0,-1 1 0,1 0 0,0-1 0,0 1 0,-1 0 0,1 0 0,1-1 0,0 1 0,0 0 0,0 0 0,0 1 0,0-1 0,0 0 0,0 1 0,0-1 0,0 1 0,2 1 0,5 2 0,-1 0 0,0 1 0,9 7 0,-14-10 0,0 0-151,0 0-1,0 1 0,0-1 0,0 1 1,0 0-1,-1-1 0,1 1 1,2 4-1,-1 3-6674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6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3 201 24575,'12'-9'0,"0"0"0,0-1 0,15-18 0,-24 24 0,0 0 0,0-1 0,0 1 0,-1 0 0,1-1 0,-1 0 0,0 1 0,-1-1 0,1 0 0,-1 0 0,0 0 0,0 0 0,0 0 0,-1-8 0,0 7 0,0 0 0,-1-1 0,0 1 0,0-1 0,-3-9 0,4 15 0,0 0 0,-1 0 0,1 0 0,-1 0 0,1 0 0,0 0 0,-1 0 0,1 1 0,-1-1 0,0 0 0,1 0 0,-1 0 0,0 1 0,1-1 0,-1 0 0,0 1 0,0-1 0,0 1 0,0-1 0,0 1 0,1-1 0,-1 1 0,0-1 0,0 1 0,0 0 0,0 0 0,0-1 0,0 1 0,0 0 0,0 0 0,0 0 0,0 0 0,0 0 0,0 0 0,0 1 0,0-1 0,0 0 0,0 0 0,0 1 0,0-1 0,0 1 0,0-1 0,0 1 0,-1 0 0,-2 1 0,1 1 0,-1 0 0,1 0 0,0 0 0,0 0 0,0 0 0,0 1 0,1-1 0,-1 1 0,1 0 0,0 0 0,0 0 0,0 0 0,1 0 0,0 0 0,-2 6 0,1-2 0,1-1 0,0 1 0,0-1 0,0 1 0,1-1 0,0 1 0,1-1 0,2 15 0,-1-15 9,1 0 1,0 0-1,1-1 0,-1 1 0,1-1 1,0 0-1,1 0 0,0 0 0,0 0 0,0-1 1,0 0-1,10 7 0,-6-5-195,0 0 1,1-1-1,0 0 0,0-1 1,0 0-1,1-1 1,15 5-1,-11-6-6640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6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36 355 24575,'-7'19'0,"0"-1"0,1 2 0,1-1 0,-4 35 0,8-46 0,1 0 0,0 0 0,0 0 0,1 0 0,0 1 0,0-1 0,1 0 0,0-1 0,0 1 0,1 0 0,0-1 0,0 1 0,1-1 0,6 9 0,-8-13 0,0 0 0,1 0 0,-1 0 0,1-1 0,0 1 0,-1-1 0,1 0 0,0 0 0,1 0 0,-1 0 0,0-1 0,1 1 0,-1-1 0,0 0 0,1 0 0,0 0 0,-1 0 0,1 0 0,-1-1 0,1 0 0,0 0 0,-1 0 0,1 0 0,0 0 0,-1-1 0,1 0 0,0 0 0,-1 0 0,1 0 0,-1 0 0,0-1 0,1 1 0,-1-1 0,0 0 0,0 0 0,0 0 0,0 0 0,0-1 0,-1 1 0,1-1 0,-1 0 0,1 0 0,-1 0 0,0 0 0,3-6 0,2-8 0,0 0 0,-2-1 0,0 0 0,0 1 0,-2-2 0,-1 1 0,0 0 0,-1 0 0,-1-23 0,-3 3 0,-2-1 0,-1 1 0,-15-50 0,10 48 0,-3 0 0,-28-60 0,42 99 0,-1 0 0,1 1 0,0-1 0,-1 0 0,1 0 0,0 1 0,-1-1 0,1 0 0,-1 0 0,1 1 0,-1-1 0,0 1 0,1-1 0,-1 0 0,1 1 0,-1-1 0,0 1 0,0 0 0,1-1 0,-1 1 0,0-1 0,0 1 0,-1 0 0,2 0 0,-1 0 0,0 1 0,1-1 0,-1 0 0,1 1 0,-1-1 0,1 1 0,-1-1 0,1 1 0,-1 0 0,1-1 0,-1 1 0,1-1 0,0 1 0,-1 0 0,1-1 0,0 1 0,0 0 0,-1-1 0,1 2 0,-2 7 0,0 0 0,-1 17 0,2 2 0,2-1 0,1 1 0,1-1 0,2 0 0,0 0 0,2 0 0,15 39 0,-5-24-273,2 0 0,2-1 0,2-1 0,29 40 0,-39-63-6553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8.2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10 24575,'0'-1'0,"0"1"0,0-1 0,-1 1 0,1-1 0,0 1 0,0 0 0,0-1 0,-1 1 0,1-1 0,0 1 0,-1 0 0,1-1 0,0 1 0,-1-1 0,1 1 0,0 0 0,-1 0 0,1-1 0,-1 1 0,1 0 0,0 0 0,-1-1 0,1 1 0,-1 0 0,1 0 0,-1 0 0,1 0 0,-1 0 0,1 0 0,-1 0 0,1 0 0,-1 0 0,1 0 0,-1 0 0,1 0 0,-1 0 0,1 0 0,-1 0 0,1 0 0,0 1 0,-1-1 0,1 0 0,-1 0 0,1 1 0,-1-1 0,1 0 0,0 0 0,-1 1 0,1-1 0,0 1 0,-1-1 0,1 0 0,0 1 0,-1-1 0,1 1 0,0-1 0,0 0 0,0 1 0,-1-1 0,1 1 0,0-1 0,0 1 0,0-1 0,0 1 0,0-1 0,0 1 0,0 0 0,0 7 0,0 0 0,1 0 0,-1 0 0,2 0 0,-1 0 0,4 8 0,18 48 0,-11-34 0,12 27 0,2 0 0,35 54 0,-50-90 0,0 0 0,11 35 0,-21-108 0,-2 30 0,0 14 0,0 1 0,1-1 0,0 0 0,0 1 0,1-1 0,0 1 0,2-9 0,-2 15 0,-1 1 0,0-1 0,1 0 0,-1 0 0,1 0 0,-1 0 0,1 0 0,0 1 0,-1-1 0,1 0 0,0 0 0,0 1 0,-1-1 0,1 0 0,0 1 0,0-1 0,0 1 0,0-1 0,0 1 0,0 0 0,0-1 0,1 1 0,0 0 0,0-1 0,0 1 0,1 0 0,-1 0 0,0 1 0,0-1 0,0 0 0,1 1 0,2 1 0,4 1 0,0 1 0,-1 0 0,14 10 0,0 2 0,-1 2 0,27 28 0,2 1 0,-41-40 0,-12-12 0,-13-14 0,5 8-1365,2 1-5461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8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86 24575,'-3'-4'0,"-10"-12"0,-22-18 0,32 30 0,-1 1 0,0 0 0,-1 0 0,1 0 0,0 0 0,-1 1 0,1 0 0,-1 0 0,0 0 0,-9-2 0,12 4 0,0 0 0,0 0 0,0-1 0,0 1 0,1 1 0,-1-1 0,0 0 0,0 0 0,0 1 0,1-1 0,-1 1 0,0-1 0,0 1 0,1 0 0,-1-1 0,0 1 0,1 0 0,-1 0 0,1 0 0,-2 2 0,1-1 0,0 1 0,0-1 0,1 0 0,-1 1 0,1 0 0,-1-1 0,1 1 0,0 0 0,0 0 0,0-1 0,0 6 0,0 0 0,0-1 0,1 1 0,0 0 0,0 0 0,0 0 0,1 0 0,0-1 0,4 14 0,-1-14 0,0 1 0,0-1 0,0 0 0,1 0 0,0 0 0,1-1 0,-1 1 0,1-1 0,7 5 0,-5-4 0,0 1 0,-1 0 0,0 1 0,9 12 0,-6-3 0,-2-1 0,0 1 0,0 0 0,-2 1 0,-1 0 0,7 36 0,-8-20 0,3 1 0,21 67 0,-27-100 0,0-1 0,0 0 0,1 1 0,-1-1 0,1 0 0,-1 0 0,1 0 0,0 0 0,0 0 0,0 0 0,0 0 0,0-1 0,0 1 0,1-1 0,-1 1 0,0-1 0,1 0 0,-1 0 0,1 0 0,0 0 0,-1-1 0,6 2 0,5-1 0,0 0 0,0-1 0,22-2 0,-7 0 0,-14 3-107,20-2 339,-32 1-320,-1 0 1,1 0-1,-1 0 0,1-1 1,-1 1-1,1-1 1,-1 1-1,1-1 0,-1 1 1,1-1-1,-1 0 0,0 0 1,1 0-1,-1 0 0,0 0 1,2-2-1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29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 24575,'1'0'0,"0"0"0,0 1 0,0-1 0,0 0 0,0 1 0,0-1 0,0 0 0,0 1 0,0 0 0,0-1 0,0 1 0,-1 0 0,1-1 0,0 1 0,0 0 0,-1 0 0,2 1 0,11 18 0,-9-13 0,39 73 0,-21-35 0,-15-29 0,-6-13 0,0-1 0,0 1 0,0 0 0,0-1 0,0 1 0,1 0 0,-1-1 0,1 1 0,0-1 0,3 3 0,-5-5 0,1 0 0,-1 0 0,1 0 0,-1 0 0,0 0 0,1 0 0,-1 0 0,1-1 0,-1 1 0,0 0 0,1 0 0,-1-1 0,1 1 0,-1 0 0,0 0 0,1-1 0,-1 1 0,0 0 0,0-1 0,1 1 0,-1 0 0,0-1 0,0 1 0,1-1 0,-1 1 0,0 0 0,0-1 0,0 1 0,0-1 0,0 1 0,0 0 0,0-2 0,6-16 0,-6 18 0,6-25 0,2-28 0,-4 19 0,-2 10 0,1-12 0,-3 34 0,1-1 0,-1 1 0,1 0 0,0 0 0,0 0 0,-1-1 0,1 1 0,1 0 0,-1 0 0,0 0 0,3-3 0,-4 5 0,1-1 0,0 1 0,-1 0 0,1-1 0,0 1 0,-1 0 0,1-1 0,0 1 0,-1 0 0,1 0 0,0-1 0,0 1 0,-1 0 0,1 0 0,0 0 0,0 0 0,-1 0 0,1 0 0,0 0 0,0 0 0,-1 0 0,1 1 0,0-1 0,0 0 0,-1 0 0,1 1 0,0-1 0,-1 0 0,1 1 0,0-1 0,-1 1 0,1-1 0,0 1 0,21 21 0,-17-16 0,96 94 0,-16-24 0,-82-75-1365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0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84 24575,'21'-14'0,"0"0"0,1 2 0,0 0 0,41-15 0,-60 26 0,-1 0 0,1 0 0,0 1 0,0-1 0,-1 1 0,1 0 0,0 0 0,0 0 0,0 0 0,-1 0 0,1 1 0,0-1 0,0 1 0,-1 0 0,1-1 0,-1 1 0,1 1 0,0-1 0,-1 0 0,0 1 0,4 1 0,-2 1 0,0 0 0,-1 0 0,1 0 0,-1 1 0,0 0 0,0-1 0,0 1 0,-1 0 0,4 9 0,129 343 0,-95-260 0,-31-78 0,1-1 0,0 0 0,15 18 0,-13-23 0,7 9 0,-18-20 0,0-1 0,0 1 0,0-1 0,-1 1 0,1-1 0,0 1 0,-1-1 0,1 1 0,-1-1 0,1 1 0,-1 0 0,0-1 0,0 4 0,0-4 0,0 0 0,-1 0 0,1 0 0,-1-1 0,1 1 0,-1 0 0,0 0 0,1 0 0,-1 0 0,0 0 0,1-1 0,-1 1 0,0 0 0,0-1 0,0 1 0,1 0 0,-1-1 0,0 1 0,0-1 0,0 0 0,0 1 0,0-1 0,0 0 0,0 1 0,0-1 0,0 0 0,-2 0 0,-34 2 0,33-2 0,-37-1-12,20 0-665,-40 4 1,42 0-6150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3.0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24575,'0'1'0,"0"15"0,1 0 0,7 30 0,-5-37 0,0-1 0,1 0 0,0 0 0,1 0 0,0-1 0,0 1 0,0-1 0,13 12 0,-13-14 0,-1-1 0,2 0 0,-1 0 0,0 0 0,1-1 0,-1 0 0,1 0 0,0 0 0,0-1 0,0 1 0,0-1 0,1-1 0,6 2 0,-12-3 0,1 0 0,-1 0 0,1 0 0,-1 0 0,1 0 0,-1 0 0,1 0 0,-1-1 0,1 1 0,-1-1 0,1 1 0,-1-1 0,1 1 0,-1-1 0,0 0 0,1 0 0,-1 1 0,2-3 0,-1 1 0,-1 0 0,1 0 0,-1 0 0,0 0 0,1 0 0,-1 0 0,0 0 0,0 0 0,-1-1 0,1 1 0,0-3 0,1-6 0,-1 0 0,0 0 0,-1-1 0,-1-12 0,1 14 0,2-16 0,-2 26 0,0-1 0,0 1 0,0 0 0,0-1 0,0 1 0,0-1 0,1 1 0,-1 0 0,0-1 0,0 1 0,0-1 0,1 1 0,-1 0 0,0 0 0,1-1 0,-1 1 0,0 0 0,1-1 0,-1 1 0,1 0 0,0 0 0,-1 0 0,1 0 0,-1 0 0,1 0 0,-1 0 0,1 0 0,0 0 0,-1 0 0,1 1 0,-1-1 0,1 0 0,-1 0 0,1 1 0,-1-1 0,1 0 0,-1 1 0,0-1 0,1 0 0,-1 1 0,1-1 0,-1 1 0,23 22 0,-11-10 0,29 23 0,-35-33 0,-1 1 0,1 0 0,0-1 0,1 0 0,-1-1 0,0 1 0,1-1 0,12 2 0,-7-1 0,0-2 0,-1 0 0,1 0 0,0-1 0,0-1 0,0 0 0,18-3 0,-28 2 0,1 1 0,-1 0 0,0-1 0,0 1 0,0-1 0,0 1 0,0-1 0,0 0 0,0 0 0,0 0 0,-1 0 0,1 0 0,-1 0 0,1-1 0,-1 1 0,0 0 0,0-1 0,0 1 0,0-1 0,0 1 0,-1-1 0,1 0 0,-1-4 0,1-1 0,0-1 0,-1 1 0,0 0 0,-1-1 0,1 1 0,-4-13 0,1 13 14,1 0-1,-1 1 0,-1-1 0,0 0 1,0 1-1,0 0 0,-1 0 1,-9-11-1,10 13-127,0 1 0,-1-1-1,1 1 1,-1 0 0,0 1 0,0-1-1,-1 1 1,1 0 0,-1 0 0,1 1-1,-1 0 1,-8-3 0,1 3-6712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3.8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56 117 24575,'8'-3'0,"-2"0"0,0 0 0,0 0 0,0-1 0,-1 1 0,1-1 0,5-5 0,-10 7 0,0 1 0,0 0 0,0-1 0,0 1 0,0-1 0,-1 1 0,1-1 0,0 1 0,-1-1 0,1 0 0,-1 1 0,0-1 0,1 1 0,-1-1 0,0 0 0,0 0 0,0 1 0,0-1 0,0 0 0,0 1 0,-1-1 0,1 0 0,-1 1 0,1-1 0,-1 1 0,1-1 0,-1 1 0,0-1 0,-1-2 0,0 2 0,1-1 0,-1 1 0,0-1 0,0 1 0,0 0 0,0 0 0,0-1 0,0 2 0,-1-1 0,1 0 0,-1 0 0,1 1 0,-1-1 0,1 1 0,-1 0 0,0 0 0,-5-1 0,6 1 0,0 1 0,1 0 0,-1 0 0,0 0 0,0 0 0,0 0 0,1 1 0,-1-1 0,0 0 0,0 1 0,1-1 0,-1 1 0,0 0 0,1 0 0,-1-1 0,1 1 0,-1 0 0,1 0 0,-1 1 0,1-1 0,0 0 0,0 0 0,-1 1 0,1-1 0,0 0 0,0 1 0,0-1 0,0 1 0,1 0 0,-2 1 0,-2 8 0,1 0 0,0 0 0,0 1 0,0 13 0,0-4 0,2-19 0,1 1 0,0 0 0,0 0 0,0 0 0,0 0 0,0 0 0,0 0 0,1 0 0,-1 0 0,1 0 0,0-1 0,0 1 0,0 0 0,3 4 0,-1-3 0,-1-1 0,1 1 0,0-1 0,0 0 0,0 0 0,1 0 0,-1 0 0,1-1 0,3 3 0,9 3 0,0-1 0,0-1 0,0 0 0,19 3 0,-20-4 0,18 4-98,84 21-1169,-103-28-5559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4.8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151 473 24575,'-7'-2'0,"-10"-3"0,-30-6 0,43 11 0,-1-1 0,1 1 0,0-1 0,-1 1 0,1 1 0,-1-1 0,1 1 0,0-1 0,-1 1 0,1 0 0,0 1 0,-6 2 0,9-4 0,0 1 0,0 0 0,0-1 0,0 1 0,-1 0 0,1 0 0,0 0 0,0 0 0,1 0 0,-1 0 0,0 0 0,0 0 0,0 1 0,1-1 0,-1 0 0,1 0 0,-1 0 0,1 1 0,-1-1 0,1 3 0,-1-2 0,1 1 0,0-1 0,1 1 0,-1-1 0,0 0 0,1 1 0,-1-1 0,1 1 0,0-1 0,2 4 0,1 3 0,1-1 0,1 1 0,0-1 0,10 12 0,-4-7 0,1-1 0,0 1 0,24 15 0,-32-24 0,1 0 0,0-1 0,-1 0 0,1 0 0,1-1 0,-1 1 0,0-1 0,0 0 0,1-1 0,-1 0 0,1 0 0,-1 0 0,8-1 0,-12 0 0,-1 0 0,1 0 0,0-1 0,0 1 0,-1-1 0,1 1 0,0-1 0,-1 0 0,1 1 0,0-1 0,-1 0 0,1 0 0,-1 0 0,1 0 0,-1-1 0,0 1 0,0 0 0,1 0 0,0-3 0,0 1 0,0 0 0,-1 0 0,0 0 0,1 0 0,-1 0 0,0-1 0,-1 1 0,1 0 0,0-6 0,0-1 0,-1 1 0,-1-1 0,0 1 0,0-1 0,0 1 0,-5-14 0,5 20 0,0 0 0,0 0 0,0 0 0,0 0 0,-1 0 0,1 0 0,-1 1 0,-3-5 0,5 7 0,0 0 0,-1-1 0,1 1 0,0 0 0,0 0 0,0 0 0,0 0 0,0 0 0,0 0 0,0 0 0,0 0 0,0 0 0,-1 0 0,1 0 0,0 0 0,0 0 0,0 0 0,0 0 0,0 0 0,0 0 0,0 0 0,0 0 0,0 0 0,-1 0 0,1 0 0,0 0 0,0 0 0,0 0 0,0 0 0,0 0 0,0 0 0,0 0 0,0 1 0,0-1 0,0 0 0,-1 0 0,1 0 0,0 0 0,0 0 0,0 0 0,0 0 0,0 0 0,0 0 0,0 0 0,0 0 0,0 1 0,0-1 0,0 0 0,0 0 0,-2 8 0,0 9 0,2-12 0,1 0 0,-1 0 0,1 0 0,-1-1 0,2 1 0,-1 0 0,0-1 0,1 1 0,0-1 0,0 1 0,0-1 0,0 0 0,1 0 0,0 0 0,0 0 0,0-1 0,0 1 0,0-1 0,7 5 0,-4-3 0,-1-1 0,2-1 0,-1 1 0,0-1 0,1 0 0,-1-1 0,1 1 0,0-1 0,0 0 0,0-1 0,0 0 0,11 1 0,-11-2 0,-1 0 0,0 0 0,0-1 0,0 0 0,0 0 0,0 0 0,0-1 0,10-3 0,-12 2 0,0 1 0,0 0 0,0-1 0,0 0 0,-1 0 0,1 0 0,-1-1 0,0 1 0,0-1 0,0 0 0,-1 0 0,3-4 0,0-1 0,0-1 0,-1 0 0,0 0 0,-1 0 0,0-1 0,-1 1 0,0-1 0,-1 1 0,0-1 0,0 0 0,-2-14 0,-2-11 0,-16-70 0,18 101 0,-15-65 0,-2 0 0,-37-89 0,54 158 0,1 0 0,0 0 0,-1 1 0,1-1 0,-1 0 0,1 0 0,-1 0 0,1 1 0,-1-1 0,1 0 0,-1 0 0,-1 0 0,2 1 0,0 0 0,-1 0 0,1 0 0,0-1 0,0 1 0,-1 0 0,1 0 0,0 0 0,0 0 0,0 0 0,-1 0 0,1 1 0,0-1 0,0 0 0,0 0 0,-1 0 0,1 0 0,0 0 0,0 0 0,0 0 0,0 0 0,-1 0 0,1 0 0,0 1 0,0-1 0,0 0 0,0 0 0,-1 0 0,1 0 0,0 1 0,0-1 0,0 0 0,0 0 0,-1 3 0,0-1 0,0 0 0,0 1 0,0-1 0,1 1 0,-1-1 0,1 5 0,-1 28 0,3-1 0,0 1 0,3-1 0,0 0 0,17 51 0,-15-63 0,0 0 0,2-1 0,1 0 0,0 0 0,2-1 0,0-1 0,1 0 0,1 0 0,1-2 0,0 0 0,29 24 0,-36-35-85,-1 0 0,1-1-1,1 0 1,-1 0 0,1-1-1,0 0 1,0 0 0,0-1-1,0-1 1,1 0 0,-1 0-1,1 0 1,-1-1 0,1-1-1,10 0 1,-7 0-6741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5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160 52 24575,'-10'-8'0,"-29"-19"0,35 24 0,0 1 0,0 0 0,0 0 0,-1 1 0,1-1 0,0 1 0,-1 0 0,-4-1 0,8 2 0,0 0 0,0 0 0,0 0 0,0 0 0,0 0 0,0 0 0,0 0 0,0 1 0,0-1 0,0 0 0,0 0 0,0 1 0,0-1 0,0 1 0,0-1 0,1 1 0,-1-1 0,0 1 0,0 0 0,0-1 0,1 1 0,-1 0 0,-1 1 0,1-1 0,0 1 0,0 0 0,0 0 0,1 0 0,-1 0 0,0 1 0,1-1 0,0 0 0,-1 0 0,1 3 0,0 4 0,0 0 0,1-1 0,0 1 0,3 12 0,3 1 0,1 0 0,19 38 0,-6-16 0,-20-43 0,-1-1 0,0 1 0,1 0 0,-1 0 0,1 0 0,-1 0 0,0-1 0,1 1 0,-1 0 0,0 0 0,0 0 0,0 0 0,0 0 0,0 0 0,0 0 0,0 0 0,0 0 0,0 0 0,0-1 0,-1 1 0,1 0 0,0 0 0,-1 0 0,1 0 0,0 0 0,-1-1 0,1 1 0,-1 0 0,1 0 0,-1-1 0,0 1 0,1 0 0,-1-1 0,0 1 0,1 0 0,-1-1 0,0 1 0,0-1 0,0 1 0,1-1 0,-1 0 0,0 1 0,0-1 0,0 0 0,0 0 0,-1 1 0,-6 0 0,0 0 0,0-1 0,0 1 0,-12-2 0,9 0 0,-4 0-1365,1 1-5461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29 24575,'-13'-6'0,"1"0"0,-22-6 0,30 11 0,-1 0 0,1 0 0,0 1 0,0-1 0,-1 1 0,1 0 0,0 0 0,-1 0 0,1 0 0,0 1 0,0 0 0,-7 2 0,10-3 0,-1 1 0,0 0 0,0 0 0,1 0 0,-1 0 0,0 0 0,1 0 0,-1 1 0,1-1 0,0 1 0,-1-1 0,1 1 0,0-1 0,0 1 0,0 0 0,0-1 0,-1 3 0,1 0 0,0-1 0,0 1 0,0-1 0,1 1 0,-1 0 0,1-1 0,0 1 0,0 6 0,1-1 0,1 0 0,0 0 0,0 0 0,1 0 0,0-1 0,6 14 0,-5-16 0,0 0 0,0 0 0,0 0 0,0-1 0,1 0 0,0 0 0,0 0 0,1 0 0,-1-1 0,1 0 0,0 0 0,0 0 0,9 3 0,-12-6 0,-1 0 0,1 0 0,0 0 0,0 0 0,0 0 0,0-1 0,0 1 0,1-1 0,-1 0 0,0 0 0,0 0 0,0 0 0,0-1 0,0 1 0,0-1 0,0 0 0,0 0 0,0 0 0,0 0 0,0 0 0,-1-1 0,1 1 0,0-1 0,-1 0 0,1 0 0,-1 0 0,0 0 0,1 0 0,-1-1 0,0 1 0,0 0 0,2-5 0,-1 2 9,-1 0-1,1 0 1,-1 0-1,0-1 1,0 1 0,-1-1-1,1 1 1,-1-1-1,0 1 1,-1-1-1,0 0 1,0 1-1,0-7 1,-1 8-92,1 0 1,-1-1-1,0 1 1,0 0-1,0 0 1,-1 0-1,1 0 1,-1 0-1,0 0 1,0 0-1,0 1 1,-1-1-1,1 1 1,-1-1-1,0 1 1,0 0-1,-5-4 1,-6-2-6744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6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95 24575,'12'18'0,"28"31"0,-35-43 0,1-1 0,0 0 0,0 0 0,0 0 0,0-1 0,1 0 0,-1 0 0,14 5 0,-17-8 0,0 0 0,-1 0 0,1 0 0,0-1 0,0 1 0,-1-1 0,1 0 0,0 0 0,0 0 0,-1 0 0,1-1 0,0 1 0,0-1 0,-1 0 0,1 1 0,3-3 0,-3 2 0,0-1 0,-1 0 0,1 0 0,-1 0 0,0 0 0,1 0 0,-1-1 0,0 1 0,0-1 0,0 0 0,-1 1 0,1-1 0,2-5 0,13-35 0,-16 43 0,-1-1 0,0 1 0,0 0 0,1 0 0,-1-1 0,0 1 0,1 0 0,-1 0 0,0 0 0,0-1 0,1 1 0,-1 0 0,0 0 0,1 0 0,-1 0 0,0 0 0,1 0 0,-1 0 0,0 0 0,1 0 0,-1 0 0,1 0 0,-1 0 0,0 0 0,1 0 0,-1 0 0,0 0 0,1 0 0,-1 0 0,0 0 0,1 1 0,-1-1 0,0 0 0,0 0 0,1 0 0,-1 1 0,0-1 0,0 0 0,1 0 0,-1 1 0,0-1 0,0 0 0,1 1 0,14 16 0,-10-12 0,1 2 0,0-2 0,0 1 0,1 0 0,0-1 0,0-1 0,0 1 0,1-1 0,-1 0 0,1-1 0,0 1 0,0-2 0,1 1 0,-1-1 0,1 0 0,-1-1 0,1 0 0,15 0 0,-13-1 0,0-1 0,0 0 0,0 0 0,0-1 0,-1-1 0,16-4 0,-21 5 0,0 0 0,0-1 0,0 0 0,0 0 0,-1 0 0,1 0 0,-1-1 0,0 1 0,0-1 0,0 0 0,-1 0 0,1-1 0,-1 1 0,5-10 0,-5 9 0,-1-1 0,0 0 0,0 1 0,0-1 0,-1 0 0,0-1 0,0 1 0,-1 0 0,1 0 0,-1 0 0,0 0 0,-1 0 0,0-1 0,-3-10 0,4 16 0,0 0 0,0 0 0,-1 1 0,1-1 0,0 0 0,-1 1 0,1-1 0,-1 1 0,1-1 0,-1 0 0,1 1 0,-1-1 0,1 1 0,-1-1 0,1 1 0,-1-1 0,0 1 0,1 0 0,-1-1 0,0 1 0,1 0 0,-1-1 0,0 1 0,0 0 0,1 0 0,-1 0 0,0 0 0,0 0 0,1 0 0,-1 0 0,0 0 0,0 0 0,1 0 0,-1 0 0,0 0 0,0 0 0,1 1 0,-1-1 0,0 0 0,1 1 0,-1-1 0,0 0 0,1 1 0,-1-1 0,1 1 0,-1-1 0,0 1 0,0 0 0,-2 2 0,0 0 0,-1 0 0,1 0 0,0 1 0,1-1 0,-5 8 0,4-5 0,-1 1 0,2 0 0,-1 0 0,-1 10 0,3-13 0,0-1 0,1 1 0,-1-1 0,1 1 0,0 0 0,0-1 0,0 1 0,1 0 0,-1-1 0,3 7 0,-2-8 0,-1-1 0,2 1 0,-1-1 0,0 0 0,0 1 0,0-1 0,1 0 0,-1 0 0,0 0 0,1 0 0,-1 0 0,1 0 0,0 0 0,-1 0 0,1-1 0,0 1 0,-1 0 0,1-1 0,0 0 0,0 1 0,-1-1 0,1 0 0,3 0 0,5 1 0,1-1 0,17-3 0,-23 3 0,16-4 0,-1-1 0,1 0 0,-1-1 0,0-2 0,0 0 0,28-17 0,-42 22 0,0 0 0,0-1 0,-1 0 0,0 0 0,0 0 0,0-1 0,7-8 0,-10 11 0,-1 0 0,1-1 0,-1 1 0,0 0 0,1-1 0,-1 1 0,0-1 0,-1 1 0,1-1 0,0 1 0,-1-1 0,1 0 0,-1 1 0,0-1 0,0 0 0,0 1 0,0-1 0,0 0 0,-1 1 0,1-1 0,-2-4 0,2 7 0,0-1 0,0 1 0,-1 0 0,1-1 0,0 1 0,0-1 0,0 1 0,-1-1 0,1 1 0,0 0 0,0-1 0,-1 1 0,1-1 0,0 1 0,-1 0 0,1-1 0,0 1 0,-1 0 0,1-1 0,-1 1 0,1 0 0,0 0 0,-1 0 0,1-1 0,-1 1 0,1 0 0,-2 0 0,2 0 0,-1 0 0,0 0 0,0 1 0,0-1 0,1 0 0,-1 1 0,0-1 0,1 0 0,-1 1 0,0-1 0,1 1 0,-1-1 0,1 1 0,-1-1 0,0 2 0,-2 1 0,1 0 0,0 0 0,-1 1 0,1-1 0,-2 6 0,1-1 0,0 0 0,0 1 0,0 0 0,1 0 0,-3 18 0,5-24 0,0-1 0,0 1 0,1 0 0,-1 0 0,1-1 0,-1 1 0,1 0 0,0-1 0,0 1 0,0-1 0,0 1 0,0-1 0,1 0 0,-1 1 0,1-1 0,-1 0 0,1 0 0,0 0 0,0 0 0,0 0 0,3 2 0,1 0 4,0 0 1,1-1-1,-1 0 0,0 0 0,1-1 1,0 1-1,-1-1 0,1-1 0,0 0 1,11 2-1,9-2-130,40-3 0,-22 0-1034,-32 2-5666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7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41 280 24575,'-6'10'0,"0"2"0,1-1 0,0 0 0,0 1 0,2 0 0,-1 0 0,-2 20 0,6-27 0,-1 0 0,1 0 0,0 0 0,1 0 0,-1 0 0,1 0 0,0 0 0,0 0 0,1 0 0,-1 0 0,1-1 0,0 1 0,1 0 0,-1-1 0,1 0 0,-1 0 0,1 0 0,1 0 0,-1 0 0,0 0 0,8 5 0,-9-7 0,0-1 0,0 1 0,0-1 0,1 1 0,-1-1 0,1 0 0,-1 0 0,1 0 0,0 0 0,-1 0 0,1 0 0,0-1 0,-1 1 0,1-1 0,0 0 0,0 0 0,-1 0 0,1 0 0,0 0 0,4-2 0,-4 1 0,0 0 0,0-1 0,0 1 0,0-1 0,0 0 0,0 1 0,-1-1 0,1-1 0,-1 1 0,1 0 0,-1-1 0,0 1 0,0-1 0,0 0 0,0 1 0,2-6 0,1-2 0,-1-1 0,0 1 0,0-1 0,-2 0 0,1 1 0,1-22 0,-2-69 0,-2 70 0,-6-83 0,4 92 0,-2 0 0,0 0 0,-8-23 0,11 43 0,0 0 0,1 0 0,-1 0 0,0 0 0,-1 0 0,1 0 0,-2-2 0,3 4 0,0 0 0,0 0 0,0 0 0,0 0 0,0 0 0,0-1 0,0 1 0,0 0 0,-1 0 0,1 0 0,0 0 0,0 0 0,0 0 0,0 0 0,0 0 0,-1 0 0,1 0 0,0 0 0,0 0 0,0 0 0,0 0 0,0 0 0,0 0 0,-1 0 0,1 0 0,0 0 0,0 0 0,0 0 0,0 0 0,0 0 0,-1 0 0,1 0 0,0 0 0,0 0 0,0 0 0,0 0 0,0 0 0,-4 11 0,3 6 0,0 0 0,1 0 0,1 0 0,6 31 0,20 68 0,-22-100 0,45 143 22,-28-92-1409,-16-50-5439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39.8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24575,'2'-2'0,"0"0"0,1 1 0,-1-1 0,0 1 0,1 0 0,-1 0 0,1 0 0,-1 0 0,1 0 0,0 1 0,-1-1 0,5 0 0,37 0 0,-31 1 0,-4 0 0,65 2 0,-66-1 0,1 0 0,-1 1 0,0 0 0,0 0 0,0 1 0,13 6 0,-20-8 0,1 0 0,-1 0 0,1 0 0,-1 0 0,0 0 0,0 1 0,1-1 0,-1 0 0,0 1 0,0-1 0,0 1 0,-1-1 0,1 1 0,0 0 0,-1-1 0,1 1 0,0 0 0,-1 0 0,0-1 0,0 1 0,1 0 0,-1 0 0,0-1 0,0 1 0,-1 0 0,1 2 0,-2 6 0,0 0 0,0 0 0,-6 14 0,3-9 0,3-6 0,-6 15 0,-8 47 0,12-48 0,-7 22 0,7-31 0,4-13 0,0 1 0,-1-1 0,1 0 0,0 0 0,0 0 0,0 0 0,0 0 0,0 0 0,0 0 0,0 0 0,0 1 0,0-1 0,1 0 0,-1 0 0,0 0 0,1 0 0,-1 0 0,1 0 0,-1 0 0,1 0 0,-1 0 0,1 0 0,0 0 0,-1-1 0,1 1 0,0 0 0,0 0 0,0 0 0,0-1 0,-1 1 0,1-1 0,0 1 0,0-1 0,0 1 0,0-1 0,0 1 0,1-1 0,-1 0 0,0 0 0,1 1 0,7 0 0,-1 0 0,1 0 0,-1-1 0,12-1 0,-9 1 0,56 0 0,51-2 0,-105 0-1365,-3-2-5461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0.1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37 24575,'5'0'0,"5"-3"0,2 0 0,2 0 0,4 0 0,1 2 0,0-1 0,1 2 0,1-3 0,1 0 0,0 0 0,-2 0 0,1 1 0,-1 1 0,-1 1 0,-1-3 0,-4 0-8191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0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3 24575,'11'13'0,"0"0"0,-2 1 0,0 0 0,0 1 0,7 18 0,-3-8 0,-12-23 0,0 0 0,0 0 0,0 0 0,0 0 0,-1 0 0,1 1 0,-1-1 0,1 0 0,-1 0 0,0 0 0,0 0 0,0 1 0,0-1 0,0 0 0,0 0 0,0 0 0,-1 1 0,1-1 0,-2 2 0,1-2 0,0-1 0,0 0 0,0 1 0,0-1 0,0 0 0,0 1 0,-1-1 0,1 0 0,0 0 0,-1 0 0,1 0 0,-1 0 0,1 0 0,-1-1 0,0 1 0,1 0 0,-1-1 0,0 0 0,1 1 0,-1-1 0,0 0 0,0 0 0,1 1 0,-4-2 0,-5 1 0,0-1 0,0 0 0,0-1 0,0 0 0,0-1 0,-12-4 0,1-2 0,-35-19 0,47 23 0,1-1 0,0 1 0,0-1 0,0-1 0,0 0 0,-7-8 0,14 14 0,0-1 0,-1 0 0,1 1 0,0-1 0,0 0 0,0 0 0,0 1 0,0-1 0,0 0 0,1 0 0,-1 0 0,1 0 0,-1 0 0,1 0 0,0 0 0,-1 0 0,1-1 0,0 1 0,1 0 0,-1 0 0,0 0 0,0 0 0,1 0 0,0 0 0,-1 0 0,1 0 0,0 0 0,0 1 0,0-1 0,0 0 0,0 0 0,0 1 0,0-1 0,1 0 0,-1 1 0,3-2 0,-2 1 10,1 0 0,-1 0 0,1 0 0,0 0 0,0 1 0,-1 0 0,1-1 0,0 1 0,0 0 0,1 0 0,4 0 0,36-2-1495,-29 3-5341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1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24575,'5'0'0,"7"5"0,3 4 0,3 3 0,2 5 0,1 2 0,1 0 0,0 1 0,2 1 0,-2-1 0,-2-2 0,-1-1 0,-2-3 0,-1-2 0,-1-3 0,0 0 0,-3-5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24575,'2'22'0,"2"11"0,-1 1 0,-1-2 0,0-4 0,-1-4 0,0-4 0,-1-3 0,-2-4 0,-2-2 0,-2-2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1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371 31 24575,'-30'-5'0,"-15"-2"0,-5 1 0,1 1 0,6 1 0,9 2 0,6 1 0,7 0 0,3 4 0,3 0 0,2 3 0,-1 0 0,3 0-8191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3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99 24575,'-18'-9'0,"-21"-13"0,-1 1 0,-64-22 0,101 42 0,1 1 0,0-1 0,0 0 0,0 1 0,-1 0 0,1-1 0,0 1 0,0 0 0,-1 0 0,1 1 0,0-1 0,0 0 0,-1 1 0,1-1 0,0 1 0,0 0 0,0-1 0,0 1 0,0 0 0,-4 3 0,3-2 0,1 1 0,0-1 0,-1 1 0,1 0 0,0 0 0,0 0 0,1 0 0,-1 0 0,1 0 0,-1 0 0,1 0 0,0 1 0,0 2 0,0-2 0,0 0 0,0 0 0,1 0 0,-1 0 0,1 0 0,0 0 0,0 0 0,1 0 0,-1 0 0,1 0 0,0 0 0,0-1 0,0 1 0,3 6 0,-1-5 0,0 0 0,0-1 0,0 0 0,1 0 0,-1 0 0,1 0 0,0 0 0,0-1 0,8 6 0,6 1 0,1 0 0,0-2 0,1 0 0,29 7 0,-43-13 0,12 3 0,26 5 0,-38-9 0,0 0 0,0-1 0,0 0 0,0 0 0,0 0 0,0-1 0,0 0 0,8-2 0,-12 3 0,0-1 0,0 0 0,0 0 0,0 0 0,0-1 0,0 1 0,-1 0 0,1-1 0,-1 1 0,1-1 0,-1 0 0,1 1 0,-1-1 0,0 0 0,0 0 0,0 0 0,0 0 0,0 0 0,0 0 0,0 0 0,-1 0 0,1 0 0,0-4 0,0-4 0,0-1 0,-1 1 0,-1-19 0,1 15 0,-1 8 0,1-1 0,-1 1 0,0-1 0,-1 1 0,0 0 0,1 0 0,-4-7 0,26 67 0,-15-45 0,0 0 0,1 0 0,0-1 0,0 0 0,1 0 0,0-1 0,1 0 0,0 0 0,0-1 0,0 0 0,0 0 0,1-1 0,0-1 0,0 1 0,19 4 0,-27-9 0,0 1 0,-1-1 0,1 1 0,0-1 0,0 0 0,0 0 0,0 0 0,0 0 0,-1 0 0,1 0 0,0-1 0,0 1 0,0-1 0,0 1 0,-1-1 0,1 1 0,0-1 0,-1 0 0,4-2 0,-3 1 0,0 0 0,-1 0 0,1 0 0,0 0 0,-1 0 0,0 0 0,1 0 0,-1-1 0,0 1 0,0 0 0,0-1 0,0-4 0,1-4 0,0 0 0,-1 0 0,-1 0 0,0 0 0,-2-16 0,-3 7 0,4 17 0,0 0 0,0 0 0,0 1 0,1-1 0,-1 0 0,1 0 0,0-4 0,0 7 0,0 0 0,0 0 0,0 0 0,1 0 0,-1 0 0,0 0 0,0 0 0,0 0 0,0 0 0,1 0 0,-1 0 0,0 0 0,0 0 0,0 0 0,0 0 0,1 0 0,-1 0 0,0 0 0,0 0 0,0 0 0,0 1 0,0-1 0,1 0 0,-1 0 0,0 0 0,0 0 0,0 0 0,0 0 0,0 0 0,0 0 0,1 1 0,-1-1 0,0 0 0,0 0 0,0 0 0,0 0 0,0 0 0,0 1 0,0-1 0,0 0 0,0 0 0,0 0 0,0 0 0,0 1 0,6 7 0,3 6 0,1-1 0,0 0 0,0 0 0,2-2 0,-1 1 0,1-1 0,1-1 0,0 0 0,1-1 0,0 0 0,0-1 0,0-1 0,20 7 0,-30-12 0,0-1 0,0 1 0,1-1 0,-1 0 0,0 0 0,0-1 0,1 1 0,-1-1 0,0 0 0,1 0 0,7-2 0,-10 2 0,1-1 0,-1 0 0,0 0 0,0 0 0,0 0 0,0 0 0,0-1 0,0 1 0,0 0 0,0-1 0,0 0 0,-1 1 0,1-1 0,-1 0 0,1 0 0,-1 0 0,0 0 0,1 0 0,-1 0 0,0 0 0,-1 0 0,3-5 0,-1-2 0,-1 0 0,0 0 0,0 0 0,0 0 0,-2-14 0,1-14 0,0 36 0,0 0 0,0 0 0,0 0 0,0 0 0,0 0 0,1 0 0,-1 0 0,0 0 0,0 0 0,1 0 0,-1 0 0,1 0 0,-1 1 0,1-1 0,-1 0 0,1 0 0,-1 0 0,1 0 0,0 1 0,0-1 0,-1 0 0,1 1 0,0-1 0,0 0 0,0 1 0,0-1 0,0 1 0,-1 0 0,1-1 0,0 1 0,0 0 0,0-1 0,0 1 0,0 0 0,0 0 0,0 0 0,0 0 0,0 0 0,0 0 0,0 0 0,0 0 0,0 0 0,0 1 0,0-1 0,0 0 0,2 1 0,4 2 0,1 0 0,0 0 0,-1 0 0,11 7 0,-17-9 0,105 73-104,-73-50-1157,-20-14-5565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3.9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201 506 24575,'0'-1'0,"-81"-39"0,72 36 0,0 1 0,0 0 0,0 1 0,0 0 0,0 0 0,0 1 0,-14-1 0,22 2 0,0 0 0,-1 0 0,1 0 0,0 0 0,-1 1 0,1-1 0,0 0 0,-1 1 0,1-1 0,0 1 0,-1-1 0,1 1 0,0 0 0,0-1 0,0 1 0,0 0 0,0 0 0,0 0 0,0 0 0,0 0 0,0 0 0,0 0 0,0 0 0,1 0 0,-1 0 0,0 0 0,1 1 0,-1-1 0,1 0 0,-1 0 0,1 1 0,0-1 0,-1 0 0,1 1 0,0-1 0,0 1 0,0-1 0,0 0 0,0 1 0,0-1 0,1 2 0,0 4 0,0 0 0,1 0 0,0-1 0,0 1 0,1 0 0,5 10 0,0-6 0,0 1 0,1-1 0,1-1 0,0 1 0,0-2 0,1 1 0,0-2 0,0 1 0,19 9 0,-24-15 0,0 0 0,0 0 0,0-1 0,0 0 0,1 0 0,-1 0 0,1-1 0,-1 0 0,1 0 0,9-1 0,-14 0 0,1 0 0,0 0 0,0 0 0,0-1 0,0 1 0,0-1 0,0 0 0,-1 0 0,1 0 0,0 0 0,-1 0 0,1-1 0,0 1 0,-1-1 0,0 1 0,1-1 0,-1 0 0,0 0 0,0 0 0,0-1 0,0 1 0,-1 0 0,1-1 0,0 1 0,1-4 0,0-2 0,-1-1 0,0 0 0,0 1 0,-1-1 0,0 0 0,0 0 0,-1 0 0,0 1 0,-1-1 0,-2-13 0,-3-7 0,-17-50 0,-19-35 0,-78-148 0,117 256 0,-8-15 0,11 20 0,0 0 0,-1 0 0,0 1 0,1-1 0,-1 0 0,1 0 0,-1 0 0,0 1 0,1-1 0,-1 0 0,0 1 0,0-1 0,0 1 0,0-1 0,1 1 0,-3-1 0,3 1 0,0 1 0,0 0 0,0 0 0,0 0 0,0 0 0,0 0 0,0 0 0,0 0 0,0-1 0,1 1 0,-1 0 0,0 0 0,0 0 0,1 1 0,0-1 0,116 288 0,-78-201 0,24 39-1365,-51-104-5461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4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39 24575,'0'-36'0,"0"36"0,0 0 0,0 0 0,0 0 0,0-1 0,0 1 0,0 0 0,0 0 0,0 0 0,0 0 0,0 0 0,0 0 0,0 0 0,0 0 0,0 0 0,1-1 0,-1 1 0,0 0 0,0 0 0,0 0 0,0 0 0,0 0 0,0 0 0,0 0 0,0 0 0,0 0 0,0 0 0,0 0 0,0-1 0,0 1 0,1 0 0,-1 0 0,0 0 0,0 0 0,0 0 0,0 0 0,0 0 0,0 0 0,0 0 0,0 0 0,1 0 0,-1 0 0,0 0 0,0 0 0,0 0 0,0 0 0,0 0 0,0 0 0,0 0 0,0 0 0,1 0 0,4 6 0,4 9 0,80 196 0,-84-197-1365,-1-1-5461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4.9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518 58 24575,'-10'-5'0,"-16"-8"0,-42-15 0,60 25 0,-1 1 0,0 0 0,0 0 0,0 1 0,0 0 0,0 0 0,-1 1 0,1 1 0,-10 1 0,-61 13 0,-62 9 0,77-16-1365,38-4-5461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5.6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72 24575,'5'-8'0,"1"0"0,1 0 0,-1 0 0,2 1 0,7-7 0,-13 12 0,1 0 0,-1 1 0,1-1 0,-1 0 0,1 1 0,0-1 0,-1 1 0,1 0 0,0 0 0,0 0 0,0 0 0,0 1 0,0-1 0,0 1 0,0-1 0,0 1 0,0 0 0,0 0 0,0 1 0,6 0 0,-6 1 0,-1-1 0,1 1 0,0 0 0,-1 0 0,1 0 0,-1 0 0,1 0 0,-1 0 0,0 1 0,0-1 0,0 1 0,0 0 0,-1-1 0,3 5 0,1 4 0,1 1 0,3 14 0,-2-4 0,-2 0 0,-1 0 0,0 1 0,0 35 0,-4-45 0,0-1 0,-1 0 0,-1 0 0,0 0 0,-1 0 0,0 0 0,-7 16 0,10-27 0,-1 0 0,1 1 0,-1-1 0,1 0 0,0 0 0,0 1 0,-1-1 0,1 0 0,0 1 0,0-1 0,0 0 0,1 0 0,-1 1 0,0-1 0,0 0 0,1 1 0,-1-1 0,1 0 0,-1 0 0,1 0 0,0 2 0,1-1 0,0 0 0,-1 0 0,1-1 0,0 1 0,0 0 0,0-1 0,0 0 0,0 1 0,0-1 0,5 2 0,4 0 0,0 0 0,0 0 0,22 2 0,9 2 0,-27-4 0,1 0 0,31 0 0,-18-8-1365,-17 2-5461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5.9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255 27 24575,'-30'-5'0,"-12"-2"0,-3 1 0,6 1 0,5 1 0,7 4 0,5 5 0,7 1-8191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6.5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70 24575,'-4'-2'0,"1"0"0,0 0 0,0 1 0,0-1 0,-1 1 0,1 0 0,-1 0 0,1 0 0,-1 0 0,1 1 0,-1-1 0,1 1 0,-1 0 0,-5 1 0,7-1 0,0 0 0,1 1 0,-1-1 0,1 1 0,-1-1 0,0 1 0,1 0 0,-1 0 0,1 0 0,0 0 0,-1 0 0,1 0 0,0 0 0,0 0 0,-1 1 0,1-1 0,0 0 0,0 1 0,0-1 0,1 0 0,-1 1 0,0 0 0,1-1 0,-1 1 0,0-1 0,1 1 0,0 0 0,-1-1 0,1 1 0,0 0 0,0-1 0,0 4 0,0-1 0,0 0 0,1 0 0,-1 0 0,1 0 0,0-1 0,0 1 0,0 0 0,0 0 0,1-1 0,-1 1 0,1-1 0,0 1 0,0-1 0,1 0 0,-1 0 0,0 0 0,1 0 0,0 0 0,0 0 0,0-1 0,0 0 0,0 1 0,0-1 0,1 0 0,-1 0 0,1-1 0,-1 1 0,1-1 0,0 0 0,6 2 0,-5-3 0,-1 0 0,0 1 0,0-2 0,1 1 0,-1 0 0,0-1 0,0 0 0,1 0 0,-1 0 0,0 0 0,7-4 0,-8 3 0,-1 1 0,0-1 0,0 0 0,0 1 0,0-1 0,0 0 0,0-1 0,0 1 0,-1 0 0,1 0 0,-1-1 0,1 1 0,-1-1 0,0 1 0,0-1 0,0 1 0,0-1 0,-1 0 0,1-3 0,1-1 15,-2 0 0,1-1 0,-1 1 0,0 0 0,0 0 0,-1 0 0,-3-13 0,3 16-108,0 0 0,-1 0 1,1 1-1,-1-1 0,0 1 0,0 0 0,0-1 0,0 1 1,-1 0-1,1 0 0,-1 0 0,0 1 0,0-1 1,0 1-1,-6-4 0,-3-1-6733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7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24575,'0'2'0,"1"-1"0,-1 0 0,0 0 0,1 0 0,-1 0 0,1 1 0,-1-1 0,1 0 0,0 0 0,-1 0 0,1 0 0,0 0 0,0-1 0,1 3 0,16 11 0,-15-11 0,201 144-1365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8.1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0 24575,'-17'13'0,"-7"6"0,0 0 0,2 0 0,4-2 0,4 0 0,2-1 0,4-1 0,2 0 0,3-1 0,1-2-8191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48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1 24575,'-30'0'0,"-13"2"0,-1 2 0,4 1 0,7 1 0,3 2 0,5-1 0,4 1 0,5-1-8191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51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1092 120 24575,'-18'-9'0,"-20"-13"0,24 14 0,0 0 0,-27-11 0,30 17 0,1 0 0,-1 0 0,0 1 0,0 1 0,0 0 0,0 0 0,-22 4 0,-2 0 0,-325 2 0,274-6 0,39-1 0,-73-10 0,99 4 0,15 3 0,6 4 0,0-1 0,0 1 0,0 0 0,0 0 0,1-1 0,-1 1 0,0 0 0,0 0 0,0-1 0,0 1 0,1 0 0,-1 0 0,0 0 0,0 0 0,0-1 0,1 1 0,-1 0 0,0 0 0,0 0 0,1 0 0,-1 0 0,0 0 0,0 0 0,1 0 0,-1 0 0,0 0 0,1 0 0,-1 0 0,0 0 0,1 0 0,22-3 0,-1 1 0,1 1 0,45 4 0,-43-1 0,35 1-19,551 22-808,-531-24 827,147-3 0,-203 0 0,-17-1 0,-13 0 0,-15 0 0,-839-44-210,808 46 147,-137 2 197,187-1-34,0 0 0,0 0-1,0 1 1,0-1 0,0 1 0,0-1 0,-3 3-1,5-3-92,-1 0-1,1 0 0,0 0 0,0 0 1,0 0-1,0 0 0,-1 1 1,1-1-1,0 0 0,0 0 0,0 0 1,0 0-1,0 1 0,0-1 0,-1 0 1,1 0-1,0 0 0,0 0 1,0 1-1,0-1 0,0 0 0,0 0 1,0 0-1,0 1 0,0-1 0,0 0 1,0 0-1,0 0 0,0 1 1,8 6-9,8-1 2,0-1 0,0 0 0,0-1 0,0-1 0,20 2 0,-17-3 0,149 19 0,230 0 0,-389-21 0,-10 0 0,-15-1 0,-390-14-311,-38 0-44,444 15 355,-11 0-418,0 0 0,-15 3 0,13 0-5853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52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1280 121 24575,'-54'-9'0,"-274"-37"0,-2 26 0,233 28 0,8 0 0,120-17 0,357-14 0,-168 16 0,-187 5 0,-14 2 0,22-4 0,-41 4 0,0 0 0,0 0 0,0 0 0,0 0 0,0 0 0,1 0 0,-1 0 0,0 0 0,0 0 0,0 0 0,0 0 0,0 0 0,0 0 0,0 0 0,0 0 0,0 0 0,1 0 0,-1 0 0,0 0 0,0 0 0,0 0 0,0 0 0,0 0 0,0 0 0,0 0 0,0 0 0,0 0 0,1 0 0,-1 0 0,0 0 0,0 0 0,0 0 0,0 0 0,0 0 0,0 0 0,0 0 0,0-1 0,0 1 0,0 0 0,0 0 0,0 0 0,0 0 0,0 0 0,0 0 0,0 0 0,0 0 0,1 0 0,-1-1 0,0 1 0,0 0 0,0 0 0,0 0 0,0 0 0,0 0 0,-1 0 0,-6-3 0,-12-1 0,-276-3-77,193 8-746,-36-2 627,-278 12-82,298 6 1164,100-10-567,15-2-180,11-2-109,13 1-30,32 0 0,-20-3 0,181 9-349,418-35 0,-629 24 349,21-1 0,44-10 0,-61 9 2,-12 1-6,-13 1 123,-162-2-511,-200 24 0,336-16-6434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4:59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105 145 24575,'-2'-3'0,"-1"1"0,1-1 0,-1 0 0,1 0 0,0-1 0,0 1 0,1 0 0,-1-1 0,0 1 0,1-1 0,0 1 0,0-1 0,0 0 0,1 1 0,-1-6 0,1 7 0,0 0 0,0 0 0,0 0 0,1 0 0,-1 0 0,1 1 0,-1-1 0,1 0 0,0 0 0,0 0 0,0 1 0,0-1 0,0 1 0,0-1 0,0 1 0,0-1 0,1 1 0,-1-1 0,0 1 0,1 0 0,-1 0 0,1 0 0,0 0 0,-1 0 0,1 0 0,0 0 0,0 0 0,-1 1 0,1-1 0,0 1 0,3-1 0,8-1 0,1 0 0,0 1 0,0 1 0,0 0 0,0 0 0,-1 2 0,1 0 0,26 7 0,-38-8 0,0 0 0,0-1 0,0 1 0,0 1 0,-1-1 0,1 0 0,0 0 0,-1 0 0,1 1 0,-1-1 0,1 1 0,-1 0 0,0-1 0,0 1 0,1 0 0,0 2 0,2 4 0,-1 1 0,4 14 0,1 2 0,-7-22 0,0 0 0,0 0 0,0 0 0,0 0 0,-1 0 0,1 1 0,-1-1 0,0 0 0,0 0 0,0 1 0,0-1 0,-1 0 0,1 1 0,-1-1 0,0 0 0,-2 5 0,1-3 0,0-1 0,-1 0 0,0 0 0,1 0 0,-2-1 0,1 1 0,0-1 0,-1 0 0,1 1 0,-1-2 0,-4 4 0,-3 1 0,0 1 0,-1-2 0,0 0 0,0 0 0,-13 3 0,20-7 0,1-1 0,-1 0 0,0 0 0,0-1 0,0 0 0,0 1 0,0-2 0,0 1 0,0 0 0,0-1 0,0 0 0,0 0 0,0-1 0,0 0 0,1 1 0,-8-5 0,0-1 0,-1 0 0,1 0 0,1-1 0,-16-15 0,24 21 0,1 0 0,-1-1 0,1 1 0,0-1 0,0 0 0,0 0 0,0 0 0,0 0 0,1 0 0,-1 0 0,1-1 0,0 1 0,0 0 0,0-1 0,1 1 0,-1-1 0,1 1 0,-1-1 0,1 1 0,1-1 0,-1 1 0,0-1 0,2-6 0,1 3 0,0 0 0,0 0 0,0 1 0,1-1 0,0 1 0,0 0 0,0 0 0,1 0 0,0 0 0,0 1 0,1 0 0,0 0 0,-1 0 0,2 1 0,8-6 0,1 2 0,0 0 0,0 1 0,1 1 0,0 1 0,25-6 0,-37 11 0,-1-1 0,1 1 0,-1 0 0,1 0 0,0 1 0,-1-1 0,1 1 0,-1 0 0,1 0 0,-1 1 0,0-1 0,0 1 0,1 0 0,-1 0 0,0 1 0,-1-1 0,1 1 0,0-1 0,4 5 0,1 2 0,0 0 0,-1 1 0,0 0 0,0 0 0,11 20 0,-14-21 0,-1 0 0,-1 0 0,1 1 0,2 14 0,-4-18 0,-1 0 0,0 0 0,-1 1 0,1-1 0,-1 0 0,-1 0 0,1 0 0,-2 9 0,1-12 0,0-1 0,0 0 0,0 1 0,0-1 0,0 0 0,0 0 0,0 1 0,-1-1 0,1 0 0,-1 0 0,0-1 0,0 1 0,1 0 0,-1-1 0,0 1 0,0-1 0,-3 2 0,1-1 0,0 0 0,0-1 0,-1 1 0,1-1 0,-1 0 0,1 0 0,-1 0 0,-8-1 0,0 0 0,0-1 0,0-1 0,1 0 0,-1 0 0,-22-9 0,26 8 0,-6-2 0,0-1 0,0-1 0,-18-10 0,30 15 0,-1 0 0,1-1 0,0 1 0,0-1 0,0 0 0,0 0 0,0 0 0,1 0 0,-1 0 0,1 0 0,0-1 0,0 0 0,0 1 0,0-1 0,1 0 0,-1 0 0,1 0 0,-1-4 0,2 3-49,-1 0 1,1 0-1,1 1 0,-1-1 0,0 0 1,1 0-1,0 1 0,0-1 0,1 0 1,-1 1-1,1-1 0,0 1 0,0 0 1,0-1-1,1 1 0,0 0 0,0 1 1,0-1-1,0 0 0,0 1 0,1-1 1,-1 1-1,1 0 0,0 1 0,0-1 0,0 0 1,7-2-1,-2 1-6777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1.4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 24575,'3'14'0,"1"-1"0,5 14 0,-5-15 0,0 1 0,-1 1 0,2 20 0,2 8 0,19 101 0,-15-69 0,5 25 0,-2-45 0,6 22 0,12 99 0,-30-156 0,-2 0 0,0 0 0,-1 0 0,-1 0 0,-1 0 0,0 0 0,-2-1 0,-13 36 0,9-32 0,-1 0 0,-1 0 0,-1-2 0,-1 1 0,-1-2 0,-27 31 0,38-46-46,0 0 0,0 1 1,0-1-1,1 1 0,-1-1 0,-2 10 0,2-5-998,-1 0-5782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2.5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61 24575,'-1'-1'0,"1"0"0,-1-1 0,0 1 0,1 0 0,-1-1 0,1 1 0,-1-1 0,1 1 0,0 0 0,0-1 0,-1 1 0,1-1 0,0 1 0,0-1 0,0 1 0,1-1 0,-1 1 0,0-1 0,0 1 0,1-1 0,-1 1 0,1-1 0,0 1 0,-1 0 0,1-1 0,0 1 0,0 0 0,0 0 0,-1 0 0,1-1 0,1 1 0,-1 0 0,0 0 0,0 0 0,0 1 0,0-1 0,1 0 0,-1 0 0,0 1 0,1-1 0,-1 1 0,2-1 0,2-1 0,1 0 0,-1 1 0,1 0 0,-1 0 0,1 0 0,0 1 0,-1 0 0,1 0 0,-1 0 0,8 2 0,1 1 0,45 10 0,-52-10 0,0-1 0,0 1 0,0 0 0,0 1 0,10 6 0,-14-8 0,-1 0 0,0 1 0,0-1 0,0 1 0,0-1 0,0 1 0,0 0 0,-1 0 0,1 0 0,-1 0 0,0 0 0,0 0 0,0 0 0,0 0 0,0 0 0,-1 0 0,1 4 0,0 8 0,-1 1 0,-2 21 0,0-8 0,2-14 0,-1 0 0,-1 0 0,-4 20 0,2-21 0,0 0 0,-1-1 0,0 1 0,-9 14 0,13-26 0,0 0 0,0 0 0,1-1 0,-1 1 0,0 0 0,1 0 0,-1 0 0,1 0 0,0 0 0,-1 0 0,1 0 0,0 0 0,0 0 0,0 0 0,0 0 0,1 3 0,0-4 0,0 0 0,-1 1 0,1-1 0,0 0 0,0 0 0,0 1 0,0-1 0,0 0 0,0 0 0,0 0 0,1 0 0,-1 0 0,0 0 0,0-1 0,1 1 0,-1 0 0,0-1 0,1 1 0,-1-1 0,1 1 0,-1-1 0,3 1 0,11 1 0,0-1 0,0 0 0,0-1 0,0 0 0,16-3 0,-28 3-124,0-1 0,0 1 0,0-1 0,0 0 0,0 0 0,-1 0-1,1 0 1,0 0 0,-1-1 0,4-1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2.8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 41 24575,'-30'-7'0,"-13"-3"0,-1 0 0,4 3 0,7 1 0,8 5 0,7 3 0,5 3 0,4 1 0,0 2 0,-1-1 0,1 2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3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1 24575,'-1'0'0,"-1"0"0,1 0 0,-1 0 0,1 0 0,-1 0 0,0 0 0,1 1 0,0-1 0,-1 1 0,1-1 0,-1 1 0,1 0 0,0-1 0,-1 1 0,1 0 0,0 0 0,-1 0 0,1 0 0,0 0 0,-2 2 0,2-1 0,0-1 0,1 1 0,-1 0 0,0 0 0,1 0 0,-1 0 0,1-1 0,-1 1 0,1 0 0,0 0 0,0 0 0,0 0 0,0 0 0,1 3 0,0 0 0,0-1 0,0 1 0,0 0 0,1-1 0,0 1 0,0-1 0,0 0 0,0 1 0,1-1 0,0 0 0,0 0 0,5 5 0,-2-5 0,0 0 0,0 0 0,0-1 0,0 0 0,1 0 0,-1-1 0,1 0 0,0 0 0,-1 0 0,1-1 0,9 1 0,12 3 0,-24-5 0,-1 1 0,1-1 0,0 1 0,-1-1 0,1 0 0,-1 0 0,1-1 0,0 1 0,-1-1 0,1 0 0,-1 0 0,4-1 0,-6 1 0,1 1 0,-1-1 0,0 0 0,0 0 0,0 1 0,0-1 0,0 0 0,0 0 0,0 0 0,0 0 0,-1 0 0,1 0 0,0-1 0,0 1 0,-1 0 0,1 0 0,-1 0 0,1-1 0,-1 1 0,0 0 0,1-1 0,-1 1 0,0 0 0,0-1 0,0 1 0,0 0 0,0-1 0,0 1 0,0 0 0,-1-1 0,1 1 0,0 0 0,-1 0 0,1-1 0,-2-1 0,0-1 0,0 0 0,0 0 0,0 1 0,-1-1 0,1 0 0,-1 1 0,0 0 0,0 0 0,0 0 0,-1 0 0,1 0 0,-1 1 0,1-1 0,-1 1 0,-7-3 0,-2-1 0,-1 1 0,1 1 0,-22-5 0,32 8-195,0 1 0,-1-1 0,1 1 0,0 0 0,0 0 0,-5 0 0,-1 3-6631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4.0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16 24575,'-1'-1'0,"0"1"0,0-1 0,1 0 0,-1 0 0,1 0 0,-1 0 0,1 0 0,-1 0 0,1 0 0,0 0 0,-1 0 0,1 0 0,0 0 0,0-1 0,0 1 0,0 1 0,1 0 0,-1 0 0,1 0 0,-1 0 0,0 0 0,1 0 0,-1 0 0,1 0 0,-1 0 0,0 0 0,1 1 0,-1-1 0,1 0 0,-1 0 0,0 0 0,1 0 0,-1 1 0,1-1 0,-1 0 0,0 0 0,1 1 0,-1-1 0,32 24 0,-31-23 0,39 29 0,1-1 0,45 23 0,-86-52-2,2 1-135,-1 0 1,0-1 0,1 1-1,-1 0 1,1-1 0,-1 1 0,1-1-1,-1 1 1,4-1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4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110 1 24575,'-12'15'0,"-7"7"0,-1 3 0,2 0 0,3-3 0,4-2 0,4-1 0,4-3 0,-1-3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04.5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286 14 24575,'-31'-3'0,"-11"0"0,-5-1 0,4 2 0,6 0 0,8 3 0,5 2 0,5 3 0,5 0-8191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2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1272 24575,'0'-2'0,"-1"0"0,1 0 0,-1 0 0,1 0 0,0 0 0,0 0 0,0 0 0,0 0 0,0-1 0,0 1 0,1 0 0,-1 0 0,1 0 0,-1 0 0,1 1 0,0-1 0,-1 0 0,1 0 0,0 0 0,2-2 0,4-6 0,-1 1 0,12-12 0,-15 18 0,6-7 0,0 0 0,1 1 0,0 0 0,1 1 0,0 0 0,0 1 0,1 0 0,0 1 0,0 0 0,18-6 0,-16 6 0,0 0 0,-1-1 0,25-17 0,2-2 0,-3 8 0,-23 11 0,22-12 0,-16 7 0,1 0 0,31-11 0,-14 7 0,-18 5 0,-1 0 0,-1-2 0,1 0 0,20-20 0,-19 16 0,1 0 0,33-19 0,-35 25 0,10-5 0,-1-1 0,29-22 0,-6-7 0,-33 29 0,-1 2 0,2 0 0,25-16 0,4 4 0,50-31 0,-79 48 0,0 0 0,33-12 0,-37 17 0,0-1 0,-1 0 0,0-1 0,0-1 0,-1 0 0,20-16 0,10-14 0,93-92 0,-123 116 0,1 1 0,1 1 0,21-14 0,18-15 0,-40 30 0,0 1 0,1 0 0,30-14 0,0 1 0,-35 15-1365,-2 1-5461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93 68 24575,'0'-2'0,"1"0"0,-1 0 0,0 0 0,1 0 0,0 0 0,-1 0 0,1 0 0,0 1 0,0-1 0,0 0 0,0 1 0,0-1 0,1 0 0,-1 1 0,0 0 0,1-1 0,-1 1 0,1 0 0,0 0 0,-1-1 0,1 1 0,0 1 0,0-1 0,3-1 0,5-2 0,1 0 0,-1 1 0,13-2 0,-21 5 0,2-1 0,1 1 0,0 0 0,-1 0 0,1 0 0,0 0 0,0 1 0,-1 0 0,1 0 0,-1 0 0,1 1 0,-1-1 0,1 1 0,-1 0 0,0 0 0,7 5 0,-10-6 0,1 0 0,0 0 0,0 1 0,-1-1 0,1 1 0,-1-1 0,1 1 0,-1 0 0,0-1 0,0 1 0,1 0 0,-1 0 0,-1 0 0,1 0 0,0 0 0,0 0 0,-1 0 0,1 0 0,-1 0 0,1 0 0,-1 0 0,0 0 0,0 1 0,0-1 0,0 0 0,0 0 0,-1 0 0,1 0 0,-1 0 0,1 0 0,-1 0 0,0 0 0,0 0 0,0 0 0,-2 4 0,-7 8 0,0-1 0,-2 0 0,-20 20 0,-6 6 0,36-37 0,-10 12 0,-1 0 0,-23 19 0,34-32 0,1 0 0,-1 0 0,1 0 0,-1 0 0,1 0 0,-1 0 0,0-1 0,0 1 0,1-1 0,-1 1 0,0-1 0,0 0 0,1 0 0,-1 0 0,0 0 0,0 0 0,0 0 0,-2 0 0,1-1 0,0 0 0,0 0 0,1-1 0,-1 1 0,0 0 0,1-1 0,-1 0 0,1 1 0,-1-1 0,-2-3 0,1 0 0,0 1 0,0-1 0,0 0 0,1 0 0,0 0 0,0-1 0,0 1 0,1-1 0,-1 1 0,-1-11 0,1-6 0,1 0 0,2 0 0,2-26 0,-1-3 0,3 17 0,-4 34-28,-1 0 1,1 0-1,0 0 0,0 0 0,0 0 0,0 0 0,0 0 0,0 0 0,0 0 1,0 0-1,0 0 0,0 0 0,0 0 0,0 0 0,-1 0 0,1 0 1,0 0-1,0 0 0,0 0 0,0 0 0,0 0 0,0 0 0,0 0 1,0 0-1,0 0 0,0 0 0,-1 0 0,1 0 0,0 0 0,0 0 1,0 0-1,0 0 0,0 0 0,0 0 0,0 0 0,0 0 0,0 0 0,0 0 1,0 0-1,0 0 0,0 0 0,0 0 0,-1-1 0,1 1 0,0 0 1,0 0-1,0 0 0,0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4.7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0 133 24575,'98'-72'0,"-43"33"0,-51 36 0,0 1 0,1-1 0,-1 1 0,0 0 0,1 0 0,0 0 0,-1 1 0,1 0 0,0 0 0,0 0 0,0 0 0,0 1 0,0 0 0,-1 0 0,1 0 0,0 1 0,0-1 0,0 1 0,0 1 0,-1-1 0,1 0 0,0 1 0,-1 0 0,1 0 0,5 4 0,-4-2 0,-1-1 0,0 1 0,0 0 0,0 0 0,0 1 0,0 0 0,-1 0 0,0 0 0,0 0 0,-1 0 0,1 1 0,-1 0 0,0-1 0,-1 1 0,1 0 0,-1 0 0,0 1 0,-1-1 0,1 7 0,-1-10 0,-1 0 0,0 0 0,-1-1 0,1 1 0,0 0 0,-1 0 0,1 0 0,-1-1 0,0 1 0,0 0 0,0-1 0,0 1 0,-1-1 0,-1 3 0,0-1 0,0 0 0,0 0 0,-1 0 0,1-1 0,-1 0 0,0 0 0,-6 4 0,1-1 0,0-2 0,0 0 0,-1 0 0,1 0 0,-1-1 0,1-1 0,-15 3 0,-2-3 0,1 0 0,-1-2 0,-26-3 0,38 0-1365,3 0-5461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6.2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16 24575,'0'-1'0,"0"0"0,0-1 0,-1 1 0,1 0 0,-1 0 0,1 0 0,-1 0 0,1 0 0,-1 0 0,0 0 0,1 0 0,-1 1 0,-1-2 0,2 2 0,0 0 0,0 0 0,-1 0 0,1 0 0,0 0 0,0 1 0,-1-1 0,1 0 0,0 0 0,0 0 0,0 0 0,-1 1 0,1-1 0,0 0 0,0 0 0,0 0 0,0 1 0,-1-1 0,1 0 0,0 0 0,0 1 0,0-1 0,0 0 0,0 0 0,0 1 0,0-1 0,0 0 0,0 0 0,0 1 0,0-1 0,0 1 0,-3 33 0,4-20 0,0 1 0,5 20 0,-3-19 0,2 26 0,-5-26-112,1-6-139,-1 0 1,0 0-1,0 0 1,-4 20-1,0-21-6575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6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463 1 24575,'-5'0'0,"-56"0"0,-72 9 0,-76 12 0,171-15-1365,21-3-5461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24575,'32'-15'0,"-23"10"0,0 1 0,-1 0 0,2 0 0,9-1 0,-16 4 0,1 0 0,-1 1 0,0 0 0,1 0 0,-1 0 0,0 0 0,1 0 0,-1 1 0,0 0 0,0-1 0,0 1 0,1 0 0,-1 1 0,0-1 0,0 0 0,3 3 0,3 2 0,1 1 0,-1-1 0,-1 1 0,0 1 0,0 0 0,0 0 0,-1 0 0,0 1 0,6 11 0,-10-15 0,0 0 0,-1 0 0,0 0 0,0 0 0,0 1 0,-1-1 0,0 1 0,0-1 0,0 1 0,0 0 0,-1-1 0,0 1 0,0 0 0,-1-1 0,1 1 0,-1 0 0,-1-1 0,1 1 0,-4 8 0,-17 33 0,14-32 0,0 1 0,1 0 0,1 0 0,-4 21 0,9-35 0,1 0 0,0-1 0,-1 1 0,1 0 0,0-1 0,0 1 0,0-1 0,0 1 0,0 0 0,1-1 0,-1 1 0,0 0 0,1-1 0,-1 1 0,1-1 0,0 1 0,0-1 0,-1 1 0,3 1 0,-2-1 0,1-1 0,0 0 0,-1 0 0,1 0 0,0 0 0,0 0 0,0 0 0,0 0 0,0-1 0,0 1 0,0-1 0,0 1 0,0-1 0,0 0 0,3 0 0,56-1-1365,-48 1-5461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7.6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363 1 24575,'-25'2'0,"-11"2"0,-1-1 0,2 2 0,5 0 0,5 0 0,5 0 0,2 1 0,3-2 0,0-1 0,1-1 0,-2-1 0,-4-3 0,0-2 0,0 1 0,3 0-8191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8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18 24575,'-5'-2'0,"1"0"0,-1 0 0,1 0 0,-1 1 0,0-1 0,1 1 0,-1 0 0,-7 0 0,11 1 0,-1 0 0,0 0 0,0 0 0,1 1 0,-1-1 0,0 1 0,1-1 0,-1 1 0,0 0 0,1-1 0,-1 1 0,1 0 0,-1 0 0,1 0 0,-1 0 0,1 0 0,0 0 0,-1 1 0,1-1 0,0 0 0,0 1 0,0-1 0,0 1 0,0-1 0,1 1 0,-2 2 0,-2 4 0,1 1 0,-5 17 0,7-22 0,1-1 0,-1 1 0,1 0 0,-1-1 0,1 1 0,0 0 0,1-1 0,-1 1 0,1 0 0,0 4 0,0-6 0,1-1 0,-1 1 0,0 0 0,0 0 0,1-1 0,-1 1 0,1 0 0,0-1 0,-1 0 0,1 1 0,0-1 0,0 0 0,0 0 0,0 0 0,0 0 0,0 0 0,0-1 0,0 1 0,4 0 0,4 1 0,0 0 0,18 1 0,-16-3 0,-1 1 0,1-2 0,0 1 0,0-2 0,19-4 0,-28 6 0,-1-1 0,0 0 0,0 1 0,1-1 0,-1 0 0,0 0 0,0-1 0,0 1 0,0 0 0,0-1 0,0 1 0,0-1 0,0 1 0,-1-1 0,1 0 0,-1 0 0,1 0 0,-1 0 0,0 0 0,0 0 0,0 0 0,0 0 0,0-1 0,0 1 0,0 0 0,-1-1 0,1 1 0,-1 0 0,0-1 0,0 1 0,1-1 0,-2 1 0,1 0 0,-1-4 0,1 2-45,-1 0-1,-1 0 1,1 0-1,0 0 1,-1 0-1,0 1 1,0-1-1,0 1 1,0-1-1,0 1 1,-1 0-1,0 0 1,1 0-1,-1 0 1,0 1-1,0-1 1,-1 1-1,1-1 1,-1 1-1,1 0 1,-1 1-1,1-1 1,-1 0-1,0 1 0,0 0 1,0 0-1,0 0 1,0 1-1,-4-1 1,-6 0-6781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24575,'5'8'0,"-1"-1"0,1 1 0,1-1 0,-1 0 0,1 0 0,12 10 0,44 30 0,-25-20 0,-23-16-227,1-1-1,-1-1 1,2 0-1,-1 0 1,28 9-1,-29-13-6598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9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 0 24575,'-2'15'0,"-4"8"0,-1 2 0,2-1 0,-2-4 0,0-3 0,2-2 0,0-4 0,-1 0 0,-1-3 0,-1-3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19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279 4 24575,'-30'-3'0,"-12"3"0,-2 0 0,1 3 0,6 3 0,7 4 0,6 0 0,6 0 0,8-1-8191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4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24575,'3'-1'0,"-1"1"0,0-1 0,0 0 0,0 0 0,0 0 0,0-1 0,0 1 0,0 0 0,-1-1 0,1 0 0,2-1 0,5-6 0,-4 6 0,0 1 0,0-1 0,0 1 0,1 0 0,-1 0 0,0 0 0,1 1 0,-1 0 0,10-1 0,5 1 0,28 2 0,-20 0 0,-19-1 0,-1 0 0,1 1 0,14 4 0,-21-4 0,0-1 0,0 1 0,0 0 0,0-1 0,1 1 0,-1 0 0,0 0 0,0 1 0,-1-1 0,1 0 0,0 1 0,0-1 0,-1 1 0,1-1 0,0 1 0,-1 0 0,0 0 0,3 3 0,3 18 0,8 44 0,-11-42 0,-2-20 0,-1 1 0,0-1 0,-1 0 0,0 1 0,1-1 0,-2 1 0,0 6 0,1-10 0,-1 0 0,0 0 0,0 0 0,1 0 0,-1 0 0,-1 0 0,1 0 0,0 0 0,0-1 0,-1 1 0,1 0 0,-1-1 0,1 1 0,-1-1 0,0 1 0,0-1 0,1 0 0,-1 0 0,0 0 0,-2 1 0,-5 2 0,1-1 0,-1 0 0,0-1 0,0 0 0,0-1 0,0 1 0,0-2 0,0 1 0,0-1 0,0-1 0,0 0 0,0 0 0,0 0 0,0-1 0,0-1 0,0 0 0,1 0 0,-1 0 0,1-1 0,0 0 0,0-1 0,1 0 0,-1 0 0,1-1 0,0 0 0,0 0 0,1 0 0,-11-15 0,15 19 3,1 0 0,0-1 0,0 1-1,0 0 1,0-1 0,0 1 0,0-1 0,1 1-1,-1-1 1,1 0 0,0 1 0,-1-1 0,1 1-1,1-1 1,-1 0 0,0 1 0,1-1 0,-1 1-1,1-1 1,1-4 0,2-2-94,1-1-1,0 1 1,12-17 0,-3 5-968,-9 13-5767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6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9 24575,'-1'-1'0,"1"0"0,-1 1 0,1-1 0,-1 1 0,1-1 0,-1 0 0,1 1 0,-1 0 0,0-1 0,1 1 0,-1-1 0,0 1 0,0 0 0,1-1 0,-1 1 0,0 0 0,1 0 0,-1 0 0,0-1 0,0 1 0,0 0 0,1 0 0,-1 0 0,-1 1 0,1-1 0,0 1 0,0-1 0,1 1 0,-1-1 0,0 1 0,1 0 0,-1-1 0,1 1 0,-1 0 0,1 0 0,-1 0 0,1-1 0,0 1 0,-1 0 0,1 0 0,0 0 0,-1 1 0,0 7 0,0 0 0,0 0 0,1 11 0,0-17 0,2 29 0,1-1 0,8 33 0,-5-34 0,-2 1 0,2 36 0,-7-47 0,1-17 0,0-14 0,-3-28 0,-1-1 0,-2 0 0,-1 1 0,-18-52 0,24 87 0,-1-1 0,0 1 0,0-1 0,-3-4 0,5 8 0,0 1 0,-1 0 0,1 0 0,0-1 0,0 1 0,0 0 0,-1-1 0,1 1 0,0 0 0,0 0 0,0 0 0,-1-1 0,1 1 0,0 0 0,-1 0 0,1 0 0,0 0 0,0-1 0,-1 1 0,1 0 0,0 0 0,-1 0 0,1 0 0,0 0 0,-1 0 0,1 0 0,0 0 0,-1 0 0,0 1 0,1-1 0,-1 1 0,0 0 0,1 0 0,-1-1 0,1 1 0,-1 0 0,1 0 0,0 0 0,-1-1 0,1 1 0,0 0 0,0 0 0,-1 0 0,1 0 0,0 1 0,-1 6 0,1 0 0,-1 0 0,2 0 0,-1 1 0,1-1 0,3 12 0,14 49 0,-16-66 0,7 23 0,2 0 0,1-1 0,17 27 0,-24-43 0,-5-9-15,1 1-120,0 1 0,0-1 0,0 0 0,-1 1 0,1-1 0,-1 1 0,1 0 0,-1-1 0,1 3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7.5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16 146 24575,'73'14'0,"-64"-12"0,0-2 0,0 1 0,1-1 0,-1-1 0,0 1 0,9-3 0,-16 2 0,1 1 0,-1-1 0,0 1 0,0-1 0,0 0 0,0 0 0,0 0 0,0 0 0,0 0 0,-1-1 0,1 1 0,0 0 0,0-1 0,-1 1 0,1-1 0,-1 0 0,0 0 0,1 1 0,-1-1 0,0 0 0,0 0 0,0 0 0,0 0 0,-1 0 0,1 0 0,0-1 0,-1 1 0,0 0 0,1 0 0,-1 0 0,0-1 0,0-2 0,-1-1 0,0 1 0,0-1 0,0 1 0,0 0 0,-1-1 0,0 1 0,0 0 0,0 0 0,-1 0 0,0 1 0,0-1 0,-4-4 0,5 6 0,-1 0 0,0 0 0,0 0 0,0 0 0,0 0 0,0 1 0,-1-1 0,-3-1 0,4 3 0,1 0 0,-1 0 0,1 0 0,-1 1 0,0-1 0,1 1 0,-1 0 0,0 0 0,0 0 0,1 0 0,-1 0 0,0 0 0,-2 2 0,-2-1 0,1 0 0,-1 1 0,1 0 0,0 0 0,0 1 0,0-1 0,0 1 0,0 1 0,-9 6 0,12-7 0,0 0 0,0 0 0,0 1 0,0-1 0,1 1 0,0-1 0,0 1 0,0 0 0,0 0 0,0 0 0,1 0 0,0 0 0,0 0 0,0 0 0,0 0 0,0 7 0,1-7 0,0 1 0,0 0 0,0 0 0,1 0 0,0 0 0,0 0 0,0 0 0,1-1 0,0 1 0,-1 0 0,2-1 0,-1 1 0,0-1 0,1 0 0,0 0 0,0 0 0,0 0 0,0-1 0,5 4 0,-3-2 0,0-1 0,0 0 0,0-1 0,1 1 0,0-1 0,0 0 0,0 0 0,0-1 0,0 0 0,0 0 0,1 0 0,-1-1 0,13 1 0,44 5 104,-42-3-839,28 0 1,-36-4-6092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8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 1 24575,'-2'15'0,"0"1"0,0 0 0,2 0 0,0 0 0,0 0 0,2 0 0,0 0 0,1-1 0,0 1 0,1-1 0,7 17 0,67 142 0,-75-170 0,-1 1 0,0-1 0,-1 1 0,3 8 0,-4-12 0,1-1 0,-1 1 0,0-1 0,0 1 0,0 0 0,0-1 0,0 1 0,0-1 0,0 1 0,0 0 0,0-1 0,0 1 0,0 0 0,-1-1 0,1 1 0,0-1 0,0 1 0,-1-1 0,1 1 0,0-1 0,-1 1 0,1-1 0,0 1 0,-1-1 0,1 1 0,-1-1 0,1 1 0,-1-1 0,1 0 0,-1 1 0,1-1 0,-1 0 0,1 1 0,-1-1 0,1 0 0,-1 0 0,0 0 0,1 1 0,-1-1 0,1 0 0,-1 0 0,0 0 0,1 0 0,-1 0 0,1 0 0,-1 0 0,0 0 0,1-1 0,-2 1 0,-3-1 0,-1 0 0,1-1 0,-1 1 0,1-1 0,0-1 0,0 1 0,0-1 0,0 0 0,0 0 0,1 0 0,-1 0 0,-4-6 0,-8-7 0,-22-28 0,35 39 0,0 1 0,1-1 0,-1 0 0,1 0 0,-1 0 0,2-1 0,-4-5 0,6 10 0,0 0 0,-1 0 0,1 0 0,0 0 0,0 0 0,-1 0 0,1 0 0,0 0 0,0 0 0,0 0 0,0 0 0,0 0 0,0 0 0,1 0 0,-1 0 0,0 0 0,1 0 0,-1 0 0,0 0 0,1 0 0,-1 0 0,1 0 0,-1 0 0,1 0 0,0 0 0,-1 1 0,1-1 0,0 0 0,0 1 0,-1-1 0,1 0 0,0 1 0,0-1 0,0 1 0,0-1 0,0 1 0,0-1 0,0 1 0,0 0 0,0-1 0,0 1 0,0 0 0,1 0 0,4-1 0,-1 0 0,1 1 0,0 0 0,-1 0-1,1 0 1,-1 0 0,7 2 0,40 11 44,-8-1-1452,-30-10-5418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8.3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 24575,'0'-13'0,"0"-1"0,0 1-8191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5:59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145 24 24575,'4'-3'0,"0"0"0,-1 0 0,1 1 0,1 0 0,-1 0 0,0 0 0,1 0 0,-1 0 0,7-1 0,-9 3 0,1 0 0,-1 0 0,0 0 0,0 0 0,0 1 0,1-1 0,-1 1 0,0-1 0,0 1 0,0 0 0,0-1 0,0 1 0,0 0 0,0 0 0,0 1 0,0-1 0,0 0 0,-1 1 0,1-1 0,-1 1 0,1-1 0,1 3 0,3 5 0,0-1 0,0 1 0,-1 0 0,0 1 0,0-1 0,-1 1 0,-1 0 0,3 11 0,-4-13 0,0 0 0,0 1 0,-1-1 0,0 1 0,-1-1 0,0 1 0,0-1 0,-1 1 0,0-1 0,-3 13 0,3-18 0,-1 0 0,1 0 0,0 0 0,-1 0 0,0 0 0,0 0 0,0 0 0,0 0 0,0 0 0,0-1 0,-1 1 0,1-1 0,-1 0 0,0 0 0,1 0 0,-1 0 0,0 0 0,0-1 0,0 1 0,-1-1 0,1 0 0,0 0 0,-1 0 0,1 0 0,0 0 0,-1-1 0,1 0 0,-1 1 0,1-1 0,-1-1 0,-5 0 0,-1 0 0,1-1 0,0 0 0,-1-1 0,1 0 0,0 0 0,0-1 0,0 0 0,1-1 0,0 0 0,-11-8 0,10 6 0,0-1 0,0-1 0,1 0 0,0 0 0,1 0 0,-1-1 0,-5-13 0,10 18 0,0 0 0,1 0 0,0-1 0,0 1 0,1-1 0,0 0 0,-1-8 0,1 10 0,1 1 0,1-1 0,-1 1 0,0-1 0,1 1 0,0-1 0,-1 1 0,1 0 0,1-1 0,-1 1 0,0 0 0,1-1 0,2-2 0,-3 4-72,1 0 1,0 1-1,-1-1 0,1 0 0,0 1 0,0-1 0,0 1 0,0 0 1,0 0-1,0 0 0,0 0 0,0 0 0,0 0 0,1 0 0,-1 1 1,0-1-1,1 1 0,3-1 0,6 1-6754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0.9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119 60 24575,'-3'-2'0,"1"0"0,-1-1 0,1 1 0,-1-1 0,1 1 0,0-1 0,0 0 0,0 0 0,1 0 0,-3-5 0,4 7 0,0 1 0,-1-1 0,1 0 0,0 0 0,0 0 0,0 1 0,0-1 0,0 0 0,0 0 0,0 0 0,0 1 0,0-1 0,0 0 0,0 0 0,1 0 0,-1 1 0,0-1 0,0 0 0,1-1 0,0 1 0,0 1 0,0-1 0,0 0 0,0 0 0,0 1 0,0-1 0,0 1 0,0-1 0,0 1 0,0-1 0,0 1 0,0 0 0,0-1 0,1 1 0,-1 0 0,0 0 0,0 0 0,1 0 0,9 0 0,0 1 0,0 1 0,-1 0 0,1 0 0,-1 1 0,0 0 0,0 1 0,11 5 0,12 4 0,-24-9 0,0-1 0,0 1 0,-1 1 0,1-1 0,-1 2 0,0-1 0,-1 1 0,9 8 0,-14-13 0,-1 1 0,1 0 0,0 0 0,-1 0 0,1 0 0,-1 0 0,0 0 0,1 0 0,-1 1 0,0-1 0,0 0 0,-1 1 0,1-1 0,0 0 0,-1 1 0,0-1 0,1 1 0,-1-1 0,0 1 0,0-1 0,0 1 0,-1-1 0,1 1 0,-1-1 0,1 1 0,-1-1 0,0 1 0,0-1 0,0 0 0,0 0 0,0 1 0,0-1 0,-1 0 0,1 0 0,-4 3 0,-4 4 0,0-2 0,0 1 0,0-1 0,-1 0 0,0-1 0,0 0 0,-1-1 0,0 0 0,-19 6 0,18-7 0,0-1 0,0 0 0,0 0 0,-15 0 0,23-3 0,0 0 0,0 0 0,0-1 0,0 0 0,0 1 0,0-1 0,0-1 0,0 1 0,0 0 0,1-1 0,-1 0 0,0 0 0,1 0 0,0 0 0,-1-1 0,-4-4 0,-3-3 0,0-1 0,0-1 0,1 0 0,-10-15 0,18 24 0,0-1 0,1 1 0,-1-1 0,1 0 0,-1 0 0,1 0 0,0 0 0,0 0 0,0-5 0,1 6 0,0 1 0,0-1 0,1 1 0,-1 0 0,1-1 0,-1 1 0,1 0 0,0-1 0,0 1 0,0 0 0,0 0 0,0 0 0,0 0 0,1 0 0,-1 0 0,1 0 0,1-2 0,-1 2-151,1 0-1,-1 0 0,0 1 0,1-1 1,-1 1-1,1-1 0,-1 1 1,4-1-1,7-2-6674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2.4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15 24575,'-53'1'0,"-58"-2"0,110 1 0,0 0 0,1 0 0,-1 0 0,0 0 0,0 0 0,0 0 0,1 0 0,-1 0 0,0-1 0,0 1 0,1 0 0,-1-1 0,0 1 0,1 0 0,-1-1 0,0 1 0,1-1 0,-1 1 0,0-1 0,0 0 0,1 0 0,1 1 0,-1-1 0,0 1 0,1 0 0,-1-1 0,0 1 0,1-1 0,-1 1 0,1 0 0,-1-1 0,1 1 0,-1 0 0,1-1 0,-1 1 0,1 0 0,-1 0 0,1-1 0,-1 1 0,1 0 0,-1 0 0,1 0 0,0 0 0,-1 0 0,1 0 0,-1 0 0,1 0 0,-1 0 0,2 0 0,15-1 0,0 0 0,0 1 0,0 1 0,21 4 0,-22-5 0,-17 0 0,1-1 0,0 1 0,-1-1 0,0 1 0,1 0 0,-1 0 0,1-1 0,-1 1 0,1 0 0,-1 0 0,1 0 0,-1-1 0,0 1 0,1 0 0,-1 0 0,1 0 0,-1 0 0,0 0 0,1 0 0,-2 1 0,-18-3-273,0 1 0,0 2 0,0 0 0,-36 7 0,43-6-6553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3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35 24575,'-8'-15'0,"5"14"0,5 10 0,-1-7 0,36 110 0,-24-77 0,-22-69 0,-40-87 0,48 119 0,1 0 0,-1 1 0,0-1 0,0 1 0,0-1 0,0 0 0,0 1 0,-1 0 0,1-1 0,0 1 0,-1 0 0,-1-2 0,3 3 0,0 0 0,0 0 0,-1 0 0,1 0 0,0 0 0,0 0 0,-1 0 0,1 0 0,0 0 0,0 0 0,-1 0 0,1 0 0,0 0 0,0 0 0,-1 0 0,1 0 0,0 0 0,0 0 0,-1 0 0,1 0 0,0 0 0,0 0 0,-1 0 0,1 1 0,0-1 0,0 0 0,0 0 0,-1 0 0,1 0 0,0 1 0,-1 0 0,0 0 0,1 0 0,-1 0 0,1 1 0,-1-1 0,1 0 0,0 0 0,-1 1 0,1-1 0,0 2 0,-1 8 0,0 0 0,1-1 0,0 1 0,1 0 0,0 0 0,1 0 0,0-1 0,4 13 0,4 3 0,25 49 0,-34-72-195,1 1 0,0-1 0,-1 1 0,0 0 0,0-1 0,0 5 0,0 5-6631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4.4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24575,'0'5'0,"0"5"0,0 2 0,3-1 0,0 1 0,0 1 0,0 0 0,1 1 0,1 0 0,-1 1 0,-2 0 0,0-1 0,2-1 0,0-2 0,-1 1 0,-1 0 0,0 1 0,-1-2-8191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6.1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149 175 24575,'3'-1'0,"0"0"0,1-1 0,-1 1 0,0-1 0,0 0 0,0 1 0,0-1 0,0-1 0,0 1 0,0 0 0,-1-1 0,1 1 0,-1-1 0,0 0 0,0 0 0,3-4 0,-4 4 0,0 0 0,0 0 0,0 0 0,0-1 0,0 1 0,-1 0 0,0-1 0,0 1 0,0 0 0,0-1 0,0 1 0,0 0 0,-1 0 0,0-1 0,0 1 0,0 0 0,-2-5 0,1 3 0,0 0 0,0 0 0,-1 0 0,0 1 0,0-1 0,0 1 0,-1 0 0,1 0 0,-1 0 0,0 0 0,-5-3 0,6 5 0,0 0 0,0 0 0,0 0 0,-1 1 0,1 0 0,0-1 0,-1 1 0,1 0 0,-1 1 0,0-1 0,1 1 0,-1-1 0,0 1 0,1 0 0,-1 1 0,1-1 0,-6 1 0,6 0 0,0 0 0,-1 0 0,1 0 0,0 0 0,0 1 0,0-1 0,0 1 0,0 0 0,0 0 0,1 0 0,-1 0 0,0 1 0,1-1 0,0 0 0,0 1 0,-1 0 0,1 0 0,1-1 0,-3 5 0,0 2 0,1-1 0,0 1 0,0 0 0,1 0 0,-2 18 0,-2 4 0,3-20 0,1 0 0,1 1 0,-1 18 0,2-27 0,0 0 0,1 1 0,-1-1 0,1 0 0,0 0 0,0 1 0,0-1 0,0 0 0,0 0 0,1 0 0,-1 0 0,1 0 0,0-1 0,0 1 0,0 0 0,5 4 0,-5-6 0,0 1 0,1 0 0,-1-1 0,0 0 0,1 0 0,-1 0 0,1 0 0,-1 0 0,1 0 0,0 0 0,3 0 0,34 1 0,-5 0 0,-9 2 0,1-1 0,-1-1 0,41-3 0,-64 1-170,0-1-1,0 1 0,0-1 1,0 0-1,0 0 0,0 0 1,5-2-1,2-4-6655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6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24575,'25'33'0,"-2"1"0,-1 1 0,-1 1 0,-2 2 0,14 38 0,-1-3 0,7 16 0,-38-85 0,0 0 0,0 0 0,0 0 0,0 0 0,-1 0 0,1-1 0,-1 8 0,0-10 0,0 0 0,0-1 0,0 1 0,-1 0 0,1 0 0,0-1 0,0 1 0,-1 0 0,1 0 0,0-1 0,-1 1 0,1 0 0,-1-1 0,1 1 0,-1 0 0,1-1 0,-1 1 0,1-1 0,-1 1 0,0-1 0,1 1 0,-1-1 0,0 0 0,1 1 0,-1-1 0,0 0 0,0 1 0,1-1 0,-1 0 0,0 0 0,0 0 0,1 0 0,-1 1 0,0-1 0,0 0 0,0-1 0,1 1 0,-1 0 0,0 0 0,0 0 0,0 0 0,1 0 0,-2-1 0,-9-3 0,1 0 0,0-1 0,1 0 0,-1 0 0,1-1 0,0 0 0,-8-8 0,-3 0 0,12 8 0,0 0 0,0 0 0,1-1 0,0 1 0,0-2 0,1 1 0,-9-13 0,14 17 0,-1 1 0,1-1 0,-1 0 0,1 0 0,0 1 0,0-1 0,1 0 0,-1 0 0,1 0 0,-1 0 0,1 0 0,0 0 0,0 0 0,0 0 0,0 0 0,1 0 0,-1 0 0,1 0 0,0 1 0,-1-1 0,1 0 0,1 0 0,-1 0 0,0 1 0,1-1 0,-1 1 0,1-1 0,0 1 0,2-3 0,0 2 2,-1 0 0,1 1 0,0-1 0,0 1 0,0-1-1,1 1 1,-1 0 0,0 1 0,1-1 0,6 0 0,11-6-1388,-11 3-5440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7.1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24575,'0'3'0,"0"2"0,0 4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8.0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24575,'3'3'0,"4"4"0,0 0 0,-1 0 0,1 1 0,-1 0 0,5 10 0,18 41 49,-21-39-520,2 0-1,18 28 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8.3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24575,'3'7'0,"2"6"0,2 2 0,-1 2 0,1 0 0,-1 2 0,1 1 0,3-1 0,-2-1 0,2-4 0,-2-1 0,0-1 0,2 0 0,2 1 0,0-2 0,-1-3-8191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08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29 24575,'-25'-7'0,"-11"-3"0,-1 3 0,2 2 0,3 5 0,4 5 0,4 2 0,4 2 0,2 2 0,3 1 0,0 2 0,1-2 0,3-3-8191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49.7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24575,'1'15'0,"1"-1"0,0 1 0,2-1 0,-1 1 0,2-1 0,0 0 0,8 15 0,-4-8 0,11 40 0,43 278 0,-48-248 0,-15-90-52,0-1-1,0 0 1,0 1-1,0-1 1,0 0-1,0 1 1,0-1-1,0 0 1,0 0-1,0 1 1,0-1-1,0 0 1,0 1-1,0-1 1,0 0-1,0 1 1,0-1-1,0 0 1,0 1-1,0-1 0,-1 0 1,1 0-1,0 1 1,0-1-1,-1 0 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0.0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24575,'25'0'0,"11"0"0,2 2 0,-1 1 0,-4 1 0,-3-2 0,-3 0 0,-5-1 0,-2 0 0,-4-1 0,-3 0-8191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0.4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37 24575,'-9'-36'0,"118"428"0,-91-324 0,-18-67-95,0-1 72,0 0 0,0 0 0,0 0 0,0 0-1,0 0 1,0 0 0,0 0 0,0 0 0,-1 0 0,1 0 0,0 0 0,0 0 0,0 0 0,0 0 0,0 0-1,0 0 1,0 0 0,0 0 0,0 0 0,0 0 0,0 0 0,0 0 0,0 0 0,0 0 0,0 0 0,0 0-1,-1 0 1,1 1 0,0-1 0,0 0 0,0 0 0,0 0 0,0 0 0,0 0 0,0 0 0,0 0 0,0 0 0,0 0-1,0 0 1,0 0 0,0 0 0,0 0 0,0 1 0,0-1 0,0 0 0,0 0 0,0 0 0,0 0 0,0 0-1,0 0 1,0 0 0,0 0 0,0 0 0,1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0.8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29 24575,'-3'-4'0,"0"0"0,-1 0 0,0 0 0,-4-3 0,7 6 0,1 1 0,0-1 0,-1 1 0,1 0 0,0-1 0,-1 1 0,1 0 0,0-1 0,-1 1 0,1 0 0,-1 0 0,1 0 0,-1-1 0,1 1 0,0 0 0,-1 0 0,1 0 0,-1 0 0,1 0 0,-1 0 0,1 0 0,-1 0 0,1 0 0,-1 0 0,1 0 0,-1 0 0,1 0 0,-1 0 0,1 0 0,-1 0 0,1 1 0,-1-1 0,1 0 0,0 0 0,-1 0 0,1 1 0,-1-1 0,1 0 0,0 1 0,-1-1 0,1 0 0,0 1 0,-1-1 0,1 1 0,0-1 0,0 0 0,-1 1 0,1-1 0,0 1 0,0-1 0,0 1 0,0-1 0,-1 1 0,1-1 0,0 0 0,0 1 0,0-1 0,0 1 0,0-1 0,0 1 0,0 0 0,0 7 0,0 0 0,1 1 0,-1-1 0,5 16 0,0 10 0,-3 25 0,-10 109 0,5-130 0,2-19 0,1-1 0,0 1 0,1 0 0,1-1 0,1 1 0,8 30 0,-7-37 0,1 0 0,0 0 0,0-1 0,1 1 0,1-1 0,0 0 0,0-1 0,1 0 0,1 0 0,15 14 0,-14-14-91,2-1 0,-1-1 0,1 0 0,1 0 0,-1-1 0,1 0 0,0-2 0,1 1 0,0-1 0,-1-1 0,1-1 0,1 0 0,-1-1 0,27 2 0,-29-5-6735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1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1 132 24575,'9'-25'0,"-4"8"0,13-26 0,-16 39 0,0 0 0,0 1 0,1-1 0,-1 1 0,1-1 0,0 1 0,0 0 0,0 0 0,0 0 0,1 0 0,6-4 0,-8 7 0,-1-1 0,0 1 0,1-1 0,-1 1 0,1 0 0,-1 0 0,1 0 0,-1-1 0,1 1 0,-1 1 0,1-1 0,-1 0 0,1 0 0,-1 1 0,1-1 0,-1 0 0,1 1 0,-1-1 0,0 1 0,1 0 0,-1 0 0,0-1 0,0 1 0,1 0 0,-1 0 0,0 0 0,0 0 0,0 0 0,0 1 0,1 0 0,4 6 0,0 0 0,-1 0 0,7 13 0,-7-12 0,2 4 0,-1 0 0,0 0 0,0 1 0,-2 0 0,0 0 0,0 0 0,-1 1 0,-1-1 0,-1 1 0,0 27 0,-2 12 0,1 69 0,1-119 0,-1-1 0,1 1 0,0-1 0,0 0 0,0 0 0,0 0 0,1 1 0,-1-1 0,1 0 0,0 0 0,0-1 0,0 1 0,0 0 0,0-1 0,1 1 0,-1-1 0,1 0 0,0 0 0,0 0 0,-1 0 0,1 0 0,0-1 0,0 1 0,7 1 0,4 2 0,1-1 0,0 0 0,0-2 0,19 2 0,-30-4-52,1 1-1,-1-1 1,1 0-1,0-1 1,-1 1-1,1-1 1,-1 0-1,1 0 1,-1 0-1,0-1 1,0 1-1,1-1 1,-1 0-1,0 0 1,0-1-1,-1 1 1,1-1-1,0 0 1,-1 0-1,0 0 0,0 0 1,0-1-1,0 1 1,0-1-1,4-7 1,-1-2-6774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1.6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345 0 24575,'-28'0'0,"-11"0"0,-2 3 0,4 0 0,5 0 0,6 0 0,5-2 0,3 3 0,3 0 0,0 0 0,2-2 0,-4 0 0,0-1 0,3 2 0,3 0-8191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2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24575,'172'335'0,"-147"-284"0,26 55 0,-44-88 0,0 1 0,-1 0 0,6 36 0,-11-51-39,-1 0 0,1-1 0,-1 1 0,0-1 0,0 1 0,0 0 0,-1-1 0,1 1 0,-1 0 0,0-1 0,0 1 0,0-1 0,0 0 0,0 1 0,-1-1 0,0 0 0,0 0 0,0 1 0,0-2 0,0 1 0,0 0 0,-1 0 0,1-1 0,-1 1 0,0-1 0,0 0 0,0 0 0,0 0 0,0 0 0,0 0 0,-1-1 0,1 1 0,-1-1 0,-4 1 0,-8 3-6787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2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278 1 24575,'-14'0'0,"0"0"0,0 1 0,0 1 0,0 0 0,0 1 0,-20 6 0,19-5-88,0 0 0,0-1 0,-1-1 0,1-1-1,-1 0 1,-21-2 0,21 0-660,1 1-6078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3.3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241 16 24575,'-13'-2'0,"-6"-2"0,-3 1 0,1 1 0,0 0 0,2 1 0,1 0 0,2 1 0,0 2 0,2 2 0,-4-1 0,1 0 0,1 1 0,5 1-8191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4.4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50 24575,'-1'-4'0,"-2"-5"0,0 0 0,-8-14 0,11 23 0,0 0 0,0 0 0,0-1 0,0 1 0,0 0 0,0 0 0,0 0 0,0 0 0,0-1 0,0 1 0,0 0 0,-1 0 0,1 0 0,0 0 0,0-1 0,0 1 0,0 0 0,0 0 0,0 0 0,-1 0 0,1 0 0,0-1 0,0 1 0,0 0 0,0 0 0,-1 0 0,1 0 0,0 0 0,0 0 0,0 0 0,0 0 0,-1 0 0,1 0 0,0 0 0,0 0 0,0 0 0,-1 0 0,1 0 0,0 0 0,0 0 0,0 0 0,-1 0 0,1 0 0,0 0 0,0 0 0,0 0 0,-1 0 0,-2 12 0,3 16 0,9 26 0,9 65 0,-17-105-1365,0-1-5461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4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21 24575,'-28'-5'0,"-11"-2"0,-2 1 0,4 3 0,5 3 0,9 4 0,5 0 0,6 3 0,2 0 0,1 2 0,1 1 0,1-1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5.0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12 24575,'-30'-2'0,"-13"-2"0,-1 1 0,4 1 0,7 2 0,6 2 0,5 1 0,4 2 0,2 0 0,2 0 0,0 0 0,1 1 0,2-2-8191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6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 24575,'16'-5'0,"5"-1"0,38-7 0,-53 12 0,-1 1 0,1-1 0,-1 1 0,1 0 0,-1 1 0,0-1 0,1 1 0,-1 0 0,1 1 0,-1-1 0,0 1 0,7 3 0,-9-3 0,-1 0 0,0 0 0,1 0 0,-1 0 0,0 0 0,0 1 0,0-1 0,0 1 0,-1-1 0,1 1 0,-1 0 0,0-1 0,0 1 0,1 0 0,-2 0 0,1 0 0,1 6 0,0 5 0,-1 0 0,0 21 0,-1-32 0,-2 59 0,3 69 0,-1-123 0,1 1 0,1-1 0,0 0 0,0 0 0,5 15 0,-6-22 0,-1 1 0,1-1 0,0 0 0,0 1 0,-1-1 0,1 0 0,0 1 0,0-1 0,0 0 0,0 0 0,0 0 0,0 0 0,1 0 0,-1 0 0,0 0 0,0 0 0,1-1 0,-1 1 0,1 0 0,-1-1 0,0 1 0,1-1 0,-1 1 0,1-1 0,-1 0 0,1 0 0,0 0 0,-1 0 0,1 0 0,-1 0 0,1 0 0,-1 0 0,1-1 0,-1 1 0,1 0 0,-1-1 0,1 1 0,2-2 0,5-4-1365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7.1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267 19 24575,'-27'-5'0,"-13"-2"0,2 3 0,4 2 0,6 2 0,4 3 0,5 1 0,2 2 0,2 1 0,1 1 0,3-1-8191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7.5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10 24575,'-22'-3'0,"-11"0"0,-1 0 0,1 3 0,5 1 0,5 1 0,5 0-8191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8.3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0 123 24575,'10'42'0,"1"0"0,17 41 0,-15-60 0,-13-23 0,0 0 0,0 1 0,1-1 0,-1 0 0,0 0 0,0 0 0,0 1 0,1-1 0,-1 0 0,0 0 0,0 0 0,1 1 0,-1-1 0,0 0 0,0 0 0,1 0 0,-1 0 0,0 0 0,1 0 0,-1 0 0,0 0 0,1 0 0,-1 0 0,0 0 0,0 0 0,1 0 0,-1 0 0,1 0 0,-1-1 0,1 1 0,-1-1 0,1 1 0,-1-1 0,0 0 0,1 1 0,-1-1 0,0 0 0,0 1 0,1-1 0,-1 0 0,0 1 0,0-1 0,0 0 0,0 1 0,0-2 0,1-7 0,-1 0 0,0 1 0,0-1 0,-1 0 0,0 1 0,-5-17 0,-21-51 0,8 23 0,0-7 0,18 72 0,2 9 0,0-17 0,1 1 0,0-1 0,0 1 0,0-1 0,1 1 0,-1-1 0,1 0 0,0 0 0,0-1 0,1 1 0,-1 0 0,8 5 0,-4-4 0,0-1 0,0 1 0,0-1 0,0-1 0,1 1 0,15 4 0,-21-8 0,1 1 0,-1-1 0,0 1 0,1-1 0,-1 0 0,0 1 0,1-1 0,-1-1 0,0 1 0,1 0 0,-1 0 0,0-1 0,0 0 0,1 1 0,-1-1 0,0 0 0,4-2 0,-4 1 0,1 0 0,-1 0 0,1 0 0,-1 0 0,0-1 0,0 1 0,0-1 0,-1 1 0,1-1 0,-1 0 0,3-5 0,-1-2 0,0 1 0,0-1 0,-1 0 0,-1 0 0,0-1 0,0 1 0,-1-10 0,0 15 0,0 3 0,-1 1 0,1-1 0,0 0 0,0 0 0,0 0 0,1 0 0,-1 0 0,0 0 0,1 0 0,-1 1 0,1-1 0,0 0 0,1-2 0,-2 4 0,0 0 0,0 0 0,1 0 0,-1 0 0,0 0 0,0 0 0,1 0 0,-1 0 0,0 0 0,1 0 0,-1 0 0,0 0 0,0 0 0,1 0 0,-1 0 0,0 0 0,0 1 0,0-1 0,1 0 0,-1 0 0,0 0 0,0 0 0,0 1 0,1-1 0,-1 0 0,0 0 0,0 0 0,0 1 0,0-1 0,0 0 0,1 0 0,-1 1 0,0-1 0,0 0 0,0 0 0,0 1 0,0-1 0,6 13 0,-6-13 0,14 35 0,-6-10 0,2-1 0,1-1 0,24 38 0,-12-29-28,-7-11-640,17 30-1,-28-41-6157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9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24575,'0'-3'0,"3"2"0,3 4 0,0 3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9.4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24575,'51'162'0,"-11"-29"0,5-17 0,12 37 0,-54-141-1365,-2-3-5461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6:59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1 374 24575,'223'15'0,"-221"-14"0,1-1 0,-1 0 0,1 0 0,-1-1 0,1 1 0,-1 0 0,0-1 0,1 0 0,-1 1 0,0-1 0,1 0 0,-1 0 0,3-2 0,-4 2 0,0 0 0,0 0 0,0 0 0,-1 0 0,1 0 0,0-1 0,-1 1 0,1 0 0,0 0 0,-1-1 0,1 1 0,-1 0 0,0-1 0,0 1 0,1-1 0,-1 1 0,0 0 0,0-1 0,0 1 0,0-1 0,-1 1 0,1 0 0,0-1 0,-1-1 0,-3-11 0,-1 0 0,0 1 0,-1 0 0,-14-24 0,-8-16 0,18 28 0,-12-41 0,20 59 0,0 0 0,1 0 0,0-1 0,0 1 0,1 0 0,0 0 0,0 0 0,1-1 0,0 1 0,0 0 0,3-9 0,-4 16 0,0-1 0,0 0 0,0 0 0,1 0 0,-1 0 0,0 0 0,1 1 0,-1-1 0,1 0 0,-1 0 0,1 1 0,-1-1 0,1 0 0,-1 1 0,1-1 0,0 0 0,-1 1 0,1-1 0,0 1 0,-1-1 0,1 1 0,2-1 0,-3 1 0,1 0 0,0 0 0,-1 1 0,1-1 0,0 0 0,-1 1 0,1-1 0,0 0 0,-1 1 0,1-1 0,-1 1 0,1-1 0,-1 1 0,1-1 0,-1 1 0,1-1 0,-1 1 0,1 0 0,-1-1 0,1 2 0,3 6 0,0 1 0,0 0 0,2 9 0,-6-16 0,47 173 0,18 51 0,-42-159-1365,-18-55-5461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0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 10 24575,'0'0'0,"0"-1"0,0 1 0,0-1 0,-1 1 0,1-1 0,0 1 0,0-1 0,-1 1 0,1-1 0,0 1 0,-1-1 0,1 1 0,-1 0 0,1-1 0,-1 1 0,1 0 0,0-1 0,-1 1 0,0 0 0,1-1 0,-1 1 0,1 0 0,-1 0 0,1 0 0,-1 0 0,1-1 0,-1 1 0,1 0 0,-1 0 0,0 0 0,0 0 0,0 1 0,0-1 0,-1 1 0,1 0 0,0-1 0,0 1 0,0 0 0,0 0 0,0 0 0,0 0 0,0 0 0,0 0 0,-1 2 0,-2 3 0,1 0 0,-1 0 0,1 1 0,-2 6 0,-1 9 0,0-1 0,2 0 0,1 1 0,0 0 0,2 0 0,1 0 0,2 28 0,2-21 0,1-1 0,1-1 0,1 1 0,2-1 0,13 31 0,-8-26 0,2 0 0,0-1 0,24 32 0,-30-49-195,0-1 0,0-1 0,1 0 0,1 0 0,0-1 0,16 12 0,-15-15-6631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1.2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 24575,'6'0'0,"13"-3"0,-1 1 0,1 1 0,29 3 0,-43-2 0,1 1 0,-1 0 0,0 1 0,0-1 0,0 1 0,0 0 0,7 4 0,-9-4 0,0-1 0,-1 1 0,1 0 0,-1 1 0,0-1 0,0 0 0,0 1 0,0-1 0,0 1 0,0-1 0,0 1 0,-1 0 0,3 5 0,-3-2 0,1 0 0,-1 1 0,0-1 0,0 1 0,0-1 0,-1 9 0,-4 40 0,3-48 0,-2 10 0,-1-1 0,0 1 0,-7 16 0,6-21 0,1 1 0,1-1 0,0 1 0,0 0 0,1 0 0,0 19 0,2-28 4,0-1 0,1 0 0,-1 0 0,1 0 0,0 0-1,0 0 1,0 0 0,0 0 0,0 0 0,1 0 0,-1-1 0,1 1-1,0 0 1,0-1 0,0 0 0,0 1 0,0-1 0,1 0 0,-1 0-1,1 0 1,-1 0 0,1 0 0,0-1 0,0 1 0,-1-1 0,1 0 0,0 0-1,0 0 1,0 0 0,6 0 0,-3 0-103,0 0 0,0 0 0,1-1 0,-1 0 0,0-1 0,0 1 0,0-1 0,0 0 0,0 0 0,0-1 0,0 0 0,0 0 0,0-1 0,9-5 0,-3 1-6727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1.4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313 32 24575,'-30'-5'0,"-12"-2"0,-2 1 0,1 1 0,6 1 0,7 2 0,6 0 0,4 2 0,3 0 0,3 0 0,2 0-8191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1.7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1 24575,'-27'0'0,"-15"0"0,-2 2 0,1 2 0,8-1-8191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2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24575,'2'38'0,"2"1"0,1-1 0,2-1 0,1 1 0,15 39 0,-16-53 0,-5-14 0,1-1 0,0 1 0,5 8 0,-7-18-22,0-3 73,0-6-1445,-1 0-5432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3.4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24575,'13'5'0,"0"-1"0,0 1 0,-1 1 0,1 1 0,-1 0 0,-1 0 0,20 16 0,-16-9 0,-1-1 0,-1 2 0,0 0 0,20 31 0,-13-11 0,-1 2 0,-2 0 0,-1 0 0,17 68 0,-23-67 0,-1 0 0,3 51 0,-10-69 0,-1 0 0,-1 0 0,-1 0 0,-1 0 0,-1-1 0,-8 29 0,10-41 0,-1 0 0,0-1 0,-1 0 0,0 1 0,0-1 0,0 0 0,-1-1 0,0 1 0,0-1 0,0 1 0,-1-1 0,1 0 0,-1-1 0,-1 1 0,1-1 0,0 0 0,-1 0 0,0-1 0,0 0 0,0 0 0,0 0 0,-1-1 0,1 0 0,-12 3 0,-69 9-1365,62-11-5461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5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337 31 24575,'-10'-2'0,"-124"-20"0,100 18 0,-66 1 0,97 3 0,0 1 0,0-1 0,0 0 0,0 1 0,0 0 0,0 0 0,0-1 0,0 2 0,0-1 0,0 0 0,1 1 0,-1-1 0,1 1 0,-1 0 0,1 0 0,-4 3 0,5-3 0,0-1 0,0 0 0,0 1 0,1-1 0,-1 1 0,0 0 0,1-1 0,-1 1 0,1-1 0,0 1 0,-1 0 0,1 0 0,0-1 0,0 1 0,0 0 0,0-1 0,1 1 0,-1 0 0,0-1 0,1 1 0,-1 0 0,1-1 0,-1 1 0,1-1 0,0 1 0,0-1 0,-1 1 0,1-1 0,0 1 0,3 1 0,4 7 0,0-1 0,2 1 0,-1-2 0,1 1 0,21 12 0,59 30 0,-78-45 0,106 53 0,-117-58 0,1-1 0,-1 1 0,1 0 0,-1 0 0,0 0 0,1 0 0,-1 0 0,0 0 0,0 0 0,0 1 0,1-1 0,-1 0 0,-1 1 0,1-1 0,0 1 0,0-1 0,0 1 0,-1-1 0,1 1 0,-1-1 0,1 3 0,-1-2 0,0-1 0,-1 0 0,1 1 0,0-1 0,-1 0 0,1 1 0,-1-1 0,1 0 0,-1 1 0,0-1 0,0 0 0,1 0 0,-1 0 0,0 0 0,0 0 0,0 0 0,0 0 0,0 0 0,-1 0 0,1 0 0,0-1 0,0 1 0,0 0 0,-1-1 0,-1 2 0,-5 1 0,0 0 0,0-1 0,0 0 0,0 0 0,-1 0 0,-15 0 0,-55-4 0,36 0 0,-1 2-1365,32 0-5461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5.6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24575,'0'30'0,"0"18"0,3 5 0,2 2 0,4-2 0,3-4 0,-1-3 0,0-2 0,1-3 0,1-4 0,1-3 0,-3-5 0,0-5 0,1-4 0,0-2 0,-1-5-8191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5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369 31 24575,'-28'-5'0,"-14"-2"0,-2 1 0,3 0 0,5 3 0,5 1 0,5 0 0,5 4 0,4 2 0,1-1 0,2 0 0,0-1 0,1-1 0,-1 0 0,2 0-8191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6.1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75 208 24575,'1'0'0,"-1"1"0,0-1 0,0 1 0,0-1 0,0 1 0,0-1 0,0 1 0,0-1 0,0 1 0,0-1 0,0 1 0,0-1 0,0 0 0,-1 1 0,1-1 0,0 1 0,0-1 0,0 1 0,-1-1 0,1 1 0,0-1 0,0 0 0,-1 1 0,1-1 0,0 0 0,-1 1 0,1-1 0,-1 0 0,1 1 0,0-1 0,-1 0 0,1 0 0,-1 1 0,1-1 0,-1 0 0,1 0 0,-1 0 0,1 0 0,0 0 0,-1 0 0,1 1 0,-1-1 0,1 0 0,-1 0 0,1-1 0,-1 1 0,1 0 0,-1 0 0,1 0 0,-1 0 0,0-1 0,-1 1 0,0-1 0,0 0 0,1 0 0,-1 0 0,0 0 0,1-1 0,-1 1 0,1 0 0,-1-1 0,1 1 0,-3-4 0,-1-5 0,-1 0 0,2 0 0,-1-1 0,1 1 0,1-1 0,0 0 0,1 0 0,0 0 0,0-1 0,1 1 0,1-15 0,0 23 5,0 1 0,1-1 0,-1 1-1,1-1 1,-1 1 0,1-1 0,0 1 0,0-1-1,0 1 1,0 0 0,0 0 0,1-1 0,-1 1-1,1 0 1,-1 0 0,1 1 0,0-1-1,0 0 1,0 0 0,0 1 0,0-1 0,0 1-1,0 0 1,4-2 0,-1 1-119,-1 1 0,1 0-1,0 0 1,-1 0 0,1 1 0,0 0-1,-1-1 1,1 2 0,0-1 0,0 1-1,-1-1 1,7 3 0,2 1-6712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6.5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24575,'1'9'0,"-1"-1"0,1 1 0,1-1 0,0 1 0,0-1 0,0 0 0,1 0 0,0 0 0,1 0 0,0-1 0,0 1 0,1-1 0,0 0 0,0 0 0,10 10 0,-11-13 0,0 0 0,0 0 0,0 0 0,0-1 0,9 6 0,-12-8 0,0-1 0,0 1 0,0-1 0,0 0 0,0 1 0,0-1 0,-1 0 0,1 1 0,0-1 0,0 0 0,0 0 0,0 0 0,0 0 0,0 0 0,0 0 0,0 0 0,0 0 0,0 0 0,0-1 0,0 1 0,0 0 0,0-1 0,0 1 0,0 0 0,0-1 0,0 1 0,-1-1 0,1 1 0,0-1 0,0 0 0,0 1 0,-1-1 0,1 0 0,-1 0 0,1 0 0,0 1 0,-1-1 0,1 0 0,0-1 0,1-4 0,1 0 0,-1-1 0,2-10 0,-4 12 0,1 1 0,0 0 0,0 0 0,1 0 0,-1 0 0,1 0 0,0 0 0,0 0 0,0 1 0,4-6 0,-6 9 0,1-1 0,-1 1 0,1-1 0,-1 1 0,1 0 0,-1 0 0,1-1 0,-1 1 0,1 0 0,0 0 0,-1 0 0,1 0 0,0-1 0,-1 1 0,1 0 0,-1 0 0,1 0 0,0 0 0,-1 1 0,1-1 0,0 0 0,-1 0 0,1 0 0,-1 0 0,1 1 0,-1-1 0,1 0 0,0 0 0,-1 1 0,1-1 0,-1 1 0,1-1 0,-1 0 0,1 1 0,-1-1 0,0 1 0,1 0 0,17 22 0,-16-19 0,52 89-1365,-47-80-5461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6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0 24575,'-54'18'0,"48"-15"0,0 0 0,0 0 0,0 0 0,0 1 0,0-1 0,-6 7 0,11-9 0,0 1 0,-1-1 0,1 1 0,0-1 0,0 1 0,0-1 0,0 1 0,0 0 0,0-1 0,0 1 0,1 0 0,-1 0 0,1 0 0,-1 0 0,1-1 0,0 1 0,-1 0 0,1 3 0,1-2 0,-1 0 0,1 1 0,0-1 0,0 0 0,0 0 0,0 1 0,0-1 0,1 0 0,2 5 0,3 1 0,1 1 0,0-1 0,0 0 0,17 13 0,-9-8 0,2-1 0,32 19 0,-42-27 0,1-1 0,-1 0 0,1-1 0,0 0 0,0 0 0,0-1 0,0 0 0,0 0 0,11-1 0,-6-2-1365,-1-2-5461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7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24575,'99'381'0,"-65"-285"0,-28-81 0,1-1 0,1-1 0,0 1 0,14 18 0,-20-30-114,0 1 1,1-1-1,-1 0 0,1 1 0,0-1 1,0 0-1,0-1 0,-1 1 0,2 0 1,-1-1-1,5 2 0,4 0-6712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7.3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309 119 24575,'-25'-20'0,"-11"-7"0,-2 2 0,3 4 0,5 7 0,6 5 0,3 6 0,4 5 0,-1 3 0,0 2 0,1 2 0,0 2 0,4-2-8191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7.8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24575,'0'4'0,"1"0"0,1 0 0,-1 0 0,1 0 0,-1 0 0,1 0 0,0-1 0,0 1 0,6 6 0,-1 2 0,-2-4 0,1 1 0,0-1 0,1-1 0,-1 1 0,14 10 0,-16-14 0,0-1 0,1 0 0,-1 0 0,1 0 0,0 0 0,0-1 0,0 0 0,0 0 0,0-1 0,0 1 0,0-1 0,7 1 0,-10-2 0,-1 0 0,0 0 0,1 0 0,-1 0 0,1 0 0,-1 0 0,1 0 0,-1 0 0,1-1 0,-1 1 0,1-1 0,-1 1 0,0-1 0,1 1 0,-1-1 0,0 0 0,0 0 0,1 0 0,-1 0 0,0 0 0,0 0 0,0 0 0,0 0 0,0 0 0,0 0 0,-1 0 0,1-1 0,1-1 0,0-3 0,0 0 0,-1 0 0,0 1 0,0-1 0,0-11 0,4-16 0,-5 33 0,0-1 0,0 1 0,0-1 0,0 0 0,1 1 0,-1-1 0,0 1 0,0-1 0,1 1 0,-1-1 0,0 0 0,1 1 0,-1-1 0,1 1 0,-1 0 0,1-1 0,-1 1 0,1-1 0,-1 1 0,1 0 0,-1-1 0,1 1 0,-1 0 0,1 0 0,0-1 0,-1 1 0,1 0 0,-1 0 0,1 0 0,0 0 0,-1 0 0,1 0 0,0 0 0,-1 0 0,1 0 0,-1 0 0,1 0 0,0 0 0,-1 0 0,1 0 0,0 1 0,-1-1 0,1 0 0,-1 1 0,1-1 0,-1 0 0,1 1 0,-1-1 0,2 1 0,3 3 0,0 0 0,0 1 0,8 9 0,-7-8 0,24 23 74,9 9-1513,-31-29-5387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8.1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19 280 24575,'3'0'0,"0"0"0,-1 0 0,1-1 0,0 1 0,-1-1 0,1 1 0,-1-1 0,1 0 0,-1 0 0,1 0 0,-1 0 0,1-1 0,-1 1 0,0 0 0,3-3 0,-4 3 0,0-1 0,0 1 0,0 0 0,0-1 0,0 1 0,0-1 0,0 1 0,-1-1 0,1 1 0,0-1 0,-1 0 0,1 1 0,-1-1 0,0 0 0,0 1 0,1-1 0,-1 0 0,0 1 0,0-1 0,-1 0 0,1 1 0,0-1 0,-1 0 0,0-2 0,-4-9 0,0 1 0,-1-1 0,-9-12 0,7 12 0,1 0 0,0 0 0,-5-17 0,11 26 0,0 0 0,0 0 0,0 0 0,0 0 0,1 0 0,0 0 0,0 0 0,0 0 0,0-1 0,1 1 0,-1 0 0,1 0 0,0 0 0,0 0 0,3-6 0,-3 8 6,0 1 0,-1 0-1,1 0 1,0 0 0,0 0-1,0 0 1,0 0 0,-1 0 0,1 0-1,1 0 1,-1 0 0,0 0-1,0 1 1,0-1 0,0 0-1,1 1 1,-1-1 0,0 1 0,0-1-1,2 1 1,0-1-192,0 1 1,1 0-1,-1 0 0,0 0 1,0 0-1,0 1 1,5 0-1,4 2-6640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8.6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0 24575,'-4'7'0,"1"-1"0,-1 1 0,1 0 0,0 0 0,1 0 0,-1 0 0,2 0 0,-1 1 0,1-1 0,0 1 0,0-1 0,1 13 0,1-10 0,0 0 0,1 0 0,0 0 0,0 0 0,1 0 0,1 0 0,0-1 0,9 17 0,-13-25 0,1 0 0,-1 0 0,1 1 0,0-1 0,-1 0 0,1 0 0,0 0 0,0 0 0,0 0 0,0 0 0,0 0 0,0-1 0,0 1 0,0 0 0,0 0 0,0-1 0,0 1 0,0-1 0,1 1 0,-1-1 0,0 1 0,1-1 0,-1 0 0,0 0 0,0 1 0,1-1 0,-1 0 0,0 0 0,1 0 0,-1-1 0,2 1 0,-1-1 0,0 0 0,0 0 0,0 0 0,0-1 0,0 1 0,-1 0 0,1-1 0,0 1 0,-1-1 0,1 0 0,-1 1 0,0-1 0,0 0 0,1 0 0,-1 0 0,0 0 0,0 0 0,0-2 0,1-3 0,0-1 0,-1 1 0,0 0 0,0 0 0,-1 0 0,0-1 0,-1-7 0,1 7 0,-1 0 0,2 1 0,-1-1 0,3-15 0,-3 23 0,0-1 0,0 1 0,1 0 0,-1 0 0,0 0 0,0 0 0,0-1 0,0 1 0,0 0 0,0 0 0,0 0 0,0-1 0,0 1 0,0 0 0,0 0 0,0 0 0,1 0 0,-1 0 0,0-1 0,0 1 0,0 0 0,0 0 0,0 0 0,0 0 0,1 0 0,-1 0 0,0 0 0,0 0 0,0 0 0,0-1 0,1 1 0,-1 0 0,0 0 0,0 0 0,0 0 0,1 0 0,-1 0 0,0 0 0,0 0 0,8 7 0,6 17 0,-11-19 0,3 6 0,1-1 0,0 0 0,1 0 0,12 11 0,-15-16 0,0-1 0,0 0 0,0 0 0,0 0 0,1-1 0,-1 0 0,1 0 0,0-1 0,0 1 0,7 1 0,17 3-1365,-17-4-5461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09.7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223 561 24575,'0'-32'0,"-1"1"0,-2-1 0,-1 0 0,-1 1 0,-2 0 0,-1 0 0,-2 0 0,-1 1 0,-1 1 0,-17-31 0,5 17 0,3 0 0,-21-59 0,42 102 0,0-1 0,0 1 0,0 0 0,0 0 0,0 0 0,0 0 0,0 0 0,0 0 0,0 0 0,0 0 0,0 0 0,0 0 0,0 0 0,0 0 0,0 0 0,0-1 0,0 1 0,0 0 0,0 0 0,0 0 0,0 0 0,0 0 0,0 0 0,0 0 0,-1 0 0,1 0 0,0 0 0,0 0 0,0 0 0,0 0 0,0 0 0,0 0 0,0 0 0,0 0 0,0 0 0,0 0 0,0 0 0,0 0 0,0 0 0,-1 0 0,1 0 0,0 0 0,0 0 0,0 0 0,0 0 0,0 0 0,0 0 0,0 0 0,0 0 0,0 0 0,0 0 0,0 0 0,0 0 0,0 0 0,0 0 0,-1 0 0,1 0 0,0 0 0,0 0 0,0 0 0,-3 7 0,-2 10 0,-6 47 0,3-23 0,1-1 0,3 2 0,0 62 0,5-98 6,0 1 0,0-1-1,1 1 1,0-1 0,0 1-1,0-1 1,1 0 0,0 0 0,0 0-1,1-1 1,-1 1 0,1-1-1,0 0 1,1 0 0,-1 0-1,1 0 1,0-1 0,1 0 0,-1 0-1,8 5 1,2-1-218,0-1 0,0 0 0,1 0-1,0-2 1,0 0 0,32 6 0,-32-9-6614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0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24575,'0'0'-8191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1.6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215 11 24575,'-24'-4'0,"-40"-2"0,55 5 0,-1 2 0,0-1 0,1 1 0,-1 1 0,1 0 0,-19 5 0,26-6 0,0 0 0,-1 0 0,1 0 0,-1 1 0,1-1 0,0 0 0,0 1 0,0 0 0,0-1 0,0 1 0,0 0 0,0 0 0,0 0 0,1 0 0,-1 0 0,1 1 0,0-1 0,-2 4 0,2-3 0,0 1 0,1-1 0,-1 0 0,1 1 0,0-1 0,0 0 0,0 1 0,0-1 0,1 0 0,-1 1 0,1-1 0,2 6 0,1 0 0,0 0 0,0 0 0,1-1 0,0 0 0,0 0 0,1 0 0,0-1 0,1 0 0,8 8 0,-5-7-105,0-1 0,1-1 0,-1 0 0,1 0 0,0-1 0,1 0 0,-1-1 0,1 0 0,0-1 0,0 0 0,0-1 0,15 0 0,-13-1-6721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2.0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27 24575,'3'3'0,"1"-1"0,1 1 0,-1-1 0,0 1 0,0-1 0,1 0 0,5 1 0,11 6 0,-16-7 0,6 4 0,-1 0 0,1 0 0,15 13 0,-24-18 0,-1 1 0,1-1 0,0 1 0,-1 0 0,1-1 0,-1 1 0,1 0 0,-1 0 0,0 0 0,0 0 0,0 0 0,0 0 0,0 0 0,0 0 0,0 0 0,-1 1 0,1-1 0,-1 0 0,0 0 0,1 1 0,-1-1 0,0 0 0,-1 1 0,1-1 0,0 0 0,-1 4 0,0-4 0,0-1 0,0 1 0,-1-1 0,1 1 0,0-1 0,0 1 0,-1-1 0,1 0 0,-1 1 0,1-1 0,-1 0 0,0 0 0,1 0 0,-1 0 0,0-1 0,0 1 0,0 0 0,1-1 0,-1 1 0,0-1 0,0 0 0,0 1 0,-3-1 0,-7 0 0,1 1 0,-20-3 0,28 2 0,-9-2 0,-1 0 0,1 0 0,0-1 0,1 0 0,-1-1 0,-17-9 0,24 10 0,-1 0 0,1 0 0,0-1 0,0 0 0,0 0 0,-6-6 0,9 7 0,0 1 0,0-1 0,0 0 0,0 0 0,0 0 0,1 0 0,-1 0 0,1 0 0,0-1 0,0 1 0,0 0 0,0-6 0,0 7 6,1-1 0,1 0-1,-1 1 1,0-1 0,1 0-1,-1 1 1,1-1 0,0 1 0,0-1-1,0 1 1,0-1 0,0 1-1,1 0 1,-1-1 0,1 1-1,-1 0 1,1 0 0,0 0 0,0 0-1,3-2 1,-3 2-89,1 0 1,-1 0-1,1 0 1,0 1-1,-1-1 1,1 1-1,0 0 1,0 0-1,0 0 1,0 0-1,0 0 1,0 1-1,0-1 1,1 1-1,-1 0 1,0 0-1,4 0 1,3 3-6744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2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 24575,'31'12'0,"-27"-11"0,1-1 0,0 1 0,-1-1 0,1 0 0,-1 0 0,1 0 0,0-1 0,-1 1 0,1-1 0,5-2 0,-7 1 0,0 1 0,0 0 0,0-1 0,0 0 0,-1 0 0,1 0 0,0 0 0,-1 0 0,1 0 0,-1-1 0,0 1 0,0-1 0,0 1 0,3-7 0,-4 7 0,0 1 0,0-1 0,0 0 0,0 1 0,0-1 0,0 1 0,0-1 0,1 1 0,-1-1 0,1 1 0,-1 0 0,1 0 0,-1 0 0,1 0 0,0 0 0,-1 0 0,1 0 0,3-1 0,-3 2 0,0 0 0,0 0 0,0 0 0,0 0 0,1 1 0,-1-1 0,0 1 0,0-1 0,0 1 0,-1 0 0,1 0 0,0-1 0,0 1 0,0 1 0,0-1 0,-1 0 0,3 2 0,78 54 65,-42-31-1495,-30-19-5396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2.8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222 19 24575,'-1'-1'0,"-38"-13"0,35 13 0,1 0 0,0 0 0,-1 1 0,1 0 0,0-1 0,-1 1 0,1 0 0,-1 1 0,-5 0 0,8-1 0,0 1 0,0-1 0,0 0 0,0 1 0,0-1 0,1 1 0,-1-1 0,0 1 0,0-1 0,1 1 0,-1 0 0,0-1 0,1 1 0,-1 0 0,0-1 0,1 1 0,-1 0 0,1 0 0,-1 0 0,1 0 0,0-1 0,-1 1 0,1 0 0,0 0 0,0 0 0,-1 0 0,1 0 0,0 0 0,0 0 0,0 0 0,0 0 0,0 0 0,0 0 0,1 0 0,-1-1 0,0 1 0,0 0 0,1 0 0,0 1 0,0 4 0,2-1 0,-1 0 0,0 1 0,7 8 0,7 7 0,1-2 0,0 0 0,1 0 0,32 23 0,-29-24 0,-20-18 0,-1 1 0,1-1 0,-1 0 0,1 1 0,-1-1 0,1 0 0,-1 1 0,0-1 0,1 1 0,-1-1 0,0 1 0,1-1 0,-1 1 0,0-1 0,1 1 0,-1-1 0,0 1 0,0-1 0,0 1 0,0-1 0,0 1 0,1 0 0,-1-1 0,0 2 0,-1-2 0,1 1 0,-1-1 0,1 1 0,0-1 0,-1 1 0,1-1 0,-1 0 0,1 1 0,-1-1 0,0 0 0,1 1 0,-1-1 0,1 0 0,-1 0 0,1 0 0,-1 1 0,0-1 0,-1 0 0,-6 1 0,0 0 0,-14-2 0,16 1 0,-25-2-15,1-1 1,1-2-1,-47-12 0,20 3-1291,42 11-5520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3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24575,'1'61'0,"2"0"0,3 0 0,2 0 0,30 108 0,-37-166-48,5 14 135,11 26 0,-15-38-222,0-1-1,0 0 1,1 0-1,0 0 0,0 0 1,0 0-1,1 0 1,-1-1-1,1 1 1,6 3-1,2 0-6690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3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384 62 24575,'-30'-10'0,"-13"-3"0,-3 0 0,0 3 0,6 2 0,7 4 0,7 1 0,5 2 0,4 1 0,2 1 0,1-1 0,1 1 0,-1-1 0,0 3 0,3 1-8191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3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33 221 24575,'-1'-10'0,"-4"-12"0,2 12 0,-4-18 0,-7-35 0,13 57 0,0 0 0,1 0 0,0 0 0,0 0 0,0 0 0,1 0 0,2-12 0,-2 17-45,-1-1-1,1 1 1,-1-1-1,1 1 1,0 0-1,0-1 1,0 1-1,0 0 1,0-1-1,0 1 1,0 0-1,0 0 1,0 0-1,0 0 1,1 0-1,-1 0 1,0 0-1,1 0 1,-1 0-1,1 1 1,-1-1-1,1 1 1,-1-1-1,1 1 1,-1 0-1,1-1 0,-1 1 1,1 0-1,1 0 1,7 2-6781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0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1 24575,'-1'0'0,"-16"0"0,1 1 0,-1 0 0,-20 4 0,32-4 0,1 1 0,-1-1 0,0 1 0,1 0 0,-1 0 0,-7 5 0,10-5 0,0-1 0,0 1 0,0 0 0,0 0 0,1 0 0,-1 0 0,0 0 0,1 0 0,0 0 0,-1 0 0,1 1 0,0-1 0,-1 5 0,1-3 0,0 1 0,1-1 0,0 0 0,0 0 0,0 0 0,1 0 0,0 1 0,-1-1 0,1 0 0,0 0 0,1 0 0,-1 0 0,1-1 0,0 1 0,3 5 0,-1-3 0,-1 0 0,1-1 0,0 1 0,1-1 0,-1 0 0,1-1 0,0 1 0,0-1 0,6 4 0,-9-7 0,0 1 0,0-1 0,0 0 0,0 0 0,1-1 0,-1 1 0,0 0 0,0-1 0,1 1 0,-1-1 0,0 0 0,1 0 0,-1 0 0,0 0 0,1 0 0,-1 0 0,0-1 0,4 0 0,-4 0 0,0 0 0,-1 0 0,1 0 0,0 0 0,-1 0 0,1 0 0,-1 0 0,0-1 0,1 1 0,-1-1 0,0 1 0,0-1 0,0 1 0,0-1 0,0 0 0,0 0 0,0 1 0,-1-1 0,1 0 0,-1 0 0,1 0 0,-1 0 0,1-2 0,-1-5 0,1 0 0,-2-17 0,0 19 0,0 0 0,1 1 0,0-1 0,1 0 0,-1 1 0,4-12 0,-4 17 0,0 1 0,0-1 0,0 1 0,0-1 0,1 1 0,-1 0 0,0-1 0,0 1 0,1-1 0,-1 1 0,0 0 0,0-1 0,1 1 0,-1 0 0,0-1 0,1 1 0,-1 0 0,0 0 0,1-1 0,-1 1 0,1 0 0,-1 0 0,1 0 0,-1-1 0,0 1 0,1 0 0,-1 0 0,1 0 0,0 0 0,0 0 0,0 0 0,0 1 0,1-1 0,-1 0 0,0 1 0,0-1 0,0 1 0,0-1 0,0 1 0,0 0 0,1 0 0,21 23 0,44 54-1365,-55-64-5461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24575,'3'10'0,"0"6"0,3 2 0,-1 2 0,3-4 0,-1-1 0,-1-2 0,0-2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4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24575,'0'0'-8191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4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 24575,'12'14'0,"-10"-11"0,1 1 0,0-1 0,0 0 0,0 0 0,7 5 0,-8-7 0,-1-1 0,0 1 0,0-1 0,1 1 0,-1-1 0,0 1 0,1-1 0,-1 0 0,1 0 0,-1 0 0,0 0 0,1 0 0,-1 0 0,0 0 0,1 0 0,-1 0 0,0-1 0,1 1 0,-1-1 0,0 1 0,1-1 0,-1 1 0,2-2 0,1-1 0,-1 1 0,0-1 0,1 0 0,-1 0 0,3-4 0,-4 5 0,0-1 0,0 1 0,0 0 0,1 0 0,-1 0 0,1 0 0,4-2 0,-6 3 0,1 1 0,-1 0 0,0-1 0,1 1 0,-1 0 0,1 0 0,-1 0 0,1 0 0,-1 0 0,1 0 0,-1 0 0,0 1 0,1-1 0,-1 1 0,1-1 0,-1 1 0,0-1 0,1 1 0,-1 0 0,0-1 0,2 2 0,16 12 0,29 27 0,-12-10 0,-24-21-1365,-2-1-5461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5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24575,'15'24'0,"-2"1"0,-1 1 0,-1 0 0,-1 0 0,-1 1 0,7 40 0,-11-42-114,5 32-511,27 84-1,-32-128-6200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5.4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279 38 24575,'-27'-7'0,"-12"-3"0,-5 0 0,1 3 0,2 4 0,6 3 0,6 1 0,9 1-8191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8.1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24575,'1'9'0,"0"1"0,1 0 0,0 0 0,0-1 0,1 0 0,0 1 0,1-1 0,0 0 0,0 0 0,1-1 0,0 1 0,1-1 0,0 0 0,0-1 0,1 1 0,0-1 0,0-1 0,0 1 0,1-1 0,0 0 0,0-1 0,1 0 0,-1 0 0,11 3 0,-18-8 0,0 1 0,0-1 0,0 0 0,0 1 0,0-1 0,0 0 0,0 0 0,0 0 0,0 0 0,0 0 0,1 0 0,-1 0 0,0 0 0,0-1 0,0 1 0,0 0 0,0-1 0,0 1 0,0-1 0,0 1 0,0-1 0,-1 1 0,1-1 0,0 0 0,0 1 0,0-1 0,0 0 0,-1 0 0,1 1 0,0-1 0,-1 0 0,1 0 0,-1 0 0,1 0 0,-1 0 0,1 0 0,-1 0 0,0 0 0,1 0 0,-1 0 0,0 0 0,0-2 0,2-5 0,-1 0 0,0-1 0,-1 1 0,0-11 0,0 15 0,-1-3 0,1-10 0,0 17 0,0 0 0,0 0 0,0 0 0,0 0 0,0 0 0,1-1 0,-1 1 0,0 0 0,0 0 0,0 0 0,0 0 0,0 0 0,0 0 0,0 0 0,0 0 0,0 0 0,0 0 0,0 0 0,0 0 0,0 0 0,0 0 0,0-1 0,1 1 0,-1 0 0,0 0 0,0 0 0,0 0 0,0 0 0,0 0 0,0 0 0,0 0 0,0 0 0,0 0 0,1 0 0,-1 0 0,0 0 0,0 0 0,0 0 0,0 0 0,0 0 0,0 0 0,0 0 0,0 0 0,0 0 0,0 1 0,1-1 0,6 8 0,5 11 0,-3-5 0,1 0 0,20 22 0,-28-34 0,7 7 0,0-1 0,12 9 0,-19-15 0,0-1 0,0 0 0,0 1 0,0-1 0,0 0 0,0 0 0,1 0 0,-1 0 0,0-1 0,0 1 0,1-1 0,-1 1 0,0-1 0,1 0 0,-1 0 0,0 0 0,1 0 0,4-1 0,-6 1 0,0-1 0,0 1 0,0-1 0,0 0 0,0 0 0,0 0 0,0 0 0,0 0 0,0 0 0,0 0 0,0 0 0,-1 0 0,1 0 0,0 0 0,-1 0 0,1-1 0,-1 1 0,1 0 0,-1 0 0,0-1 0,0 1 0,1-3 0,0-32 0,-1 29 0,-1 0 0,1 5 0,0 0 0,-1 1 0,1-1 0,0 0 0,0 0 0,0 0 0,1 1 0,-1-1 0,0 0 0,1 0 0,0-2 0,0 4 0,0 0 0,-1 0 0,1 0 0,0 0 0,-1 0 0,1 0 0,0 0 0,-1 0 0,1 0 0,0 0 0,-1 1 0,1-1 0,0 0 0,-1 0 0,1 1 0,0-1 0,-1 1 0,1-1 0,-1 0 0,1 1 0,-1-1 0,2 2 0,0-1 0,138 90-1365,-125-82-5461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8.7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11 24575,'-4'0'0,"-15"-4"0,-29-2 0,44 6 0,-1-1 0,0 1 0,1 1 0,-1-1 0,0 1 0,1 0 0,-1 0 0,1 0 0,-1 1 0,1-1 0,-8 5 0,11-5 0,0-1 0,-1 1 0,1 0 0,0 0 0,0 0 0,0 0 0,0 0 0,0 0 0,1 0 0,-1 0 0,0 0 0,0 0 0,1 0 0,-1 1 0,1-1 0,-1 0 0,1 0 0,-1 1 0,1-1 0,0 0 0,-1 3 0,1-2 0,1 1 0,-1-1 0,1 0 0,-1 0 0,1 1 0,0-1 0,-1 0 0,1 0 0,0 0 0,1 0 0,1 3 0,4 4 0,0-1 0,1 0 0,0-1 0,10 8 0,-12-10 0,0 0 0,1 0 0,0-1 0,0 0 0,1 0 0,-1-1 0,1 0 0,8 3 0,-14-6 0,0 1 0,0-1 0,0 0 0,0 0 0,0 1 0,1-1 0,-1 0 0,0-1 0,0 1 0,0 0 0,0-1 0,0 1 0,0-1 0,0 0 0,0 1 0,0-1 0,-1 0 0,1 0 0,0 0 0,0 0 0,-1-1 0,1 1 0,-1 0 0,1-1 0,-1 1 0,1-1 0,-1 0 0,0 1 0,0-1 0,0 0 0,0 0 0,0 0 0,0 1 0,0-1 0,-1 0 0,2-3 0,-1-4 0,1 1 0,-1-1 0,-1 1 0,1-1 0,-1 1 0,-1-1 0,-2-15 0,2 22 0,26 36 0,-17-23-151,0 1-1,1-1 0,0-1 0,1 1 1,0-1-1,1-1 0,0 0 1,23 14-1,-21-15-6674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19.4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24575,'6'11'0,"2"0"0,-1-1 0,1 0 0,1-1 0,0 0 0,0 0 0,1-1 0,0 0 0,17 9 0,-24-14 0,1-1 0,0 0 0,0 0 0,0-1 0,0 1 0,0-1 0,1 0 0,-1 0 0,0-1 0,6 1 0,-8-1 0,0 0 0,-1 0 0,1 0 0,-1 0 0,1 0 0,-1-1 0,1 1 0,-1-1 0,1 1 0,-1-1 0,1 1 0,-1-1 0,0 0 0,1 0 0,-1 0 0,0 0 0,0 0 0,0 0 0,1 0 0,-1 0 0,0 0 0,0 0 0,-1-1 0,1 1 0,0 0 0,0-1 0,-1 1 0,1-1 0,0 1 0,-1-1 0,1-1 0,0-7 0,0 1 0,0 0 0,-1-1 0,-1-15 0,0-15 0,4 30 0,-3 10 0,0 0 0,0 0 0,0-1 0,0 1 0,1 0 0,-1 0 0,0 0 0,0 0 0,0 0 0,0 0 0,0 0 0,0 0 0,0 0 0,0 0 0,1 0 0,-1 0 0,0 0 0,0 0 0,0 0 0,0 0 0,0 0 0,0 1 0,0-1 0,1 0 0,-1 0 0,0 0 0,0 0 0,0 0 0,0 0 0,0 0 0,0 0 0,0 0 0,0 0 0,0 0 0,0 0 0,0 1 0,1-1 0,-1 0 0,0 0 0,0 0 0,0 0 0,0 0 0,1 2 0,0 0 0,0 0 0,-1 0 0,1 0 0,0 0 0,-1 0 0,1 3 0,3 53 0,5 37 0,24 73 0,5 31 0,-37-194 0,1 4 0,-1-1 0,0 1 0,-1-1 0,0 1 0,-1 8 0,1-15 0,0-1 0,0 0 0,0 1 0,-1-1 0,1 0 0,-1 0 0,1 1 0,-1-1 0,1 0 0,-1 0 0,0 0 0,1 0 0,-1 0 0,0 0 0,0 0 0,0 0 0,0 0 0,0 0 0,0 0 0,0 0 0,0-1 0,0 1 0,0 0 0,0-1 0,0 1 0,-1-1 0,1 1 0,0-1 0,0 0 0,-1 1 0,1-1 0,0 0 0,-1 0 0,1 0 0,0 0 0,-1 0 0,1 0 0,0 0 0,0-1 0,-3 0 0,-1 0 0,0-1 0,0 0 0,0 0 0,0 0 0,0-1 0,0 0 0,1 0 0,0 0 0,-1 0 0,1-1 0,0 0 0,1 0 0,-1 0 0,-3-6 0,-4-4 0,1-1 0,-15-32 0,21 37 20,0 1 0,0-1 0,1 1 0,1-1 0,-3-19 0,5 26-42,0-1-1,0 0 1,0 1 0,0-1-1,1 0 1,-1 1 0,1-1-1,2-5 1,-2 7-49,-1 0-1,1 1 1,0-1 0,0 0-1,1 1 1,-1-1 0,0 1-1,0 0 1,1-1 0,-1 1-1,1 0 1,-1 0 0,1-1-1,-1 1 1,1 1 0,0-1-1,2-1 1,7-2-6755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0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24575,'0'2'0,"0"4"0,0 3 0,0 3 0,0 1 0,0-1-8191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2.3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83 24575,'0'-3'0,"-1"-1"0,0 1 0,0 0 0,0-1 0,0 1 0,0 0 0,-1 0 0,0 0 0,1 0 0,-1 0 0,0 0 0,-5-4 0,4 3 0,0 0 0,-1 0 0,0 1 0,0 0 0,0-1 0,0 1 0,-10-4 0,13 6 0,-1 0 0,0 0 0,1 1 0,-1-1 0,0 1 0,0-1 0,1 1 0,-1 0 0,0 0 0,0 0 0,0 0 0,1 0 0,-1 0 0,0 0 0,0 1 0,0-1 0,1 0 0,-1 1 0,0 0 0,0-1 0,1 1 0,-1 0 0,1 0 0,-1 0 0,1 0 0,-1 0 0,1 0 0,-1 1 0,1-1 0,0 0 0,0 1 0,0-1 0,0 1 0,0-1 0,0 1 0,-1 2 0,-1 3 0,0-1 0,1 1 0,0 0 0,1 0 0,-1 0 0,2 0 0,-1 0 0,1 9 0,1 9 0,1 0 0,2 0 0,0 0 0,2 0 0,11 29 0,53 116 0,-36-102 0,-16-34 0,-2 1 0,-2 0 0,15 50 0,-27-71-1365,-3-4-5461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2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257 41 24575,'-28'-7'0,"-11"-3"0,-2 0 0,4 2 0,5 3 0,6 4 0,5 3 0,6 3 0,5 3 0,2 1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3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 32 24575,'-1'-1'0,"0"0"0,0 1 0,1-1 0,-1 0 0,0 0 0,0 1 0,0-1 0,0 0 0,0 1 0,0-1 0,0 1 0,0 0 0,0-1 0,-1 1 0,1 0 0,0-1 0,0 1 0,-2 0 0,3 0 0,-1 0 0,0 1 0,0-1 0,0 0 0,1 1 0,-1-1 0,0 0 0,0 1 0,1-1 0,-1 1 0,0-1 0,1 1 0,-1 0 0,0-1 0,1 1 0,-1-1 0,1 1 0,-2 1 0,1 2 0,-1-1 0,0 1 0,1 0 0,0 0 0,0-1 0,0 1 0,0 0 0,0 8 0,0-7 0,1 0 0,0 0 0,1-1 0,-1 1 0,1 0 0,0 0 0,0 0 0,3 7 0,-3-10 0,0 1 0,1-1 0,-1 0 0,1 0 0,-1 0 0,1 0 0,0 0 0,0 0 0,0 0 0,0 0 0,0-1 0,0 1 0,1-1 0,-1 0 0,0 0 0,1 0 0,3 2 0,2-1 0,0 0 0,0 0 0,1-1 0,-1 1 0,10-1 0,-13-1 0,-1 0 0,1-1 0,-1 1 0,1-1 0,-1 0 0,0 0 0,1 0 0,-1 0 0,0-1 0,0 1 0,6-4 0,-9 4 0,0 0 0,1 0 0,-1 0 0,0-1 0,1 1 0,-1 0 0,0-1 0,0 1 0,0 0 0,0-1 0,0 1 0,0-1 0,-1 0 0,1 1 0,-1-1 0,1 1 0,-1-1 0,1 0 0,-1-2 0,0 1 0,0 0 0,0 0 0,0 0 0,-1 0 0,0 0 0,1 0 0,-1 0 0,0 0 0,0 0 0,-3-4 0,1 1 0,-1 0 0,0 0 0,-1 0 0,1 0 0,-1 1 0,0 0 0,-1 0 0,-9-8 0,8 9 24,0 0 0,0 0 0,-1 1 0,-12-4 0,16 5-159,0 1 0,0 0 0,0 1 0,0-1 0,-1 1 0,1 0 0,0 0 0,0 0 0,-1 1 0,-6 1 0,2 1-6691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3.5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116 191 24575,'0'1'0,"0"-1"0,0 0 0,0 1 0,0-1 0,0 0 0,0 1 0,-1-1 0,1 0 0,0 1 0,0-1 0,0 0 0,0 1 0,0-1 0,-1 0 0,1 0 0,0 1 0,0-1 0,0 0 0,-1 1 0,1-1 0,0 0 0,0 0 0,-1 0 0,1 1 0,0-1 0,-1 0 0,1 0 0,-1 0 0,-12 1 0,10-2 0,0 1 0,-1-1 0,1 0 0,0-1 0,-5-1 0,3-1 0,0 1 0,1-1 0,-1 0 0,1-1 0,0 1 0,0-1 0,1 1 0,-1-1 0,-4-10 0,3 5 0,0-1 0,1 0 0,0 0 0,-3-12 0,6 19 15,1 0 0,-1 0 0,1 0 0,0 0 0,0 0 0,0 0 0,1-4 0,0 6-114,-1 0 0,1-1 0,-1 1 0,1 0 0,0 0 0,0 1 0,0-1 0,0 0 0,0 0 0,0 0 0,0 0 0,1 1 0,-1-1 0,4-2 0,2-1-6727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4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0 24575,'-3'1'0,"0"-1"0,0 0 0,1 1 0,-1 0 0,0 0 0,1 0 0,-1 0 0,0 0 0,1 0 0,-1 0 0,1 1 0,0 0 0,0-1 0,-1 1 0,1 0 0,0 0 0,0 0 0,1 0 0,-4 4 0,-1 3 0,0 1 0,1 0 0,-7 15 0,11-23 0,0 0 0,0 0 0,1 0 0,-1 0 0,0 1 0,1-1 0,0 0 0,-1 0 0,1 0 0,0 1 0,0-1 0,0 0 0,1 0 0,-1 1 0,0-1 0,1 0 0,0 0 0,-1 0 0,2 3 0,0-2 0,0 0 0,0-1 0,0 1 0,1 0 0,-1-1 0,1 1 0,-1-1 0,1 0 0,0 0 0,0 0 0,4 2 0,5 2 0,2-1 0,-1 0 0,0-1 0,1 0 0,14 2 0,-8-2 0,0 0 0,0-1 0,0-1 0,22 1 0,-38-3 0,1 0 0,0 0 0,-1-1 0,1 0 0,-1 0 0,1 0 0,-1 0 0,1 0 0,-1-1 0,0 0 0,0 0 0,0 0 0,0-1 0,0 1 0,0-1 0,0 0 0,-1 0 0,1 0 0,2-4 0,-2 0 0,-1 1 0,0 0 0,0-1 0,0 0 0,-1 1 0,0-1 0,0 0 0,-1 0 0,0-1 0,0 1 0,-1-13 0,0 19 0,0-1 0,0 1 0,0 0 0,0-1 0,0 1 0,-1 0 0,1 0 0,-1-1 0,1 1 0,-1 0 0,1 0 0,-1 0 0,0 0 0,1 0 0,-1-1 0,-1 0 0,1 2 0,1-1 0,-1 1 0,0-1 0,0 1 0,1 0 0,-1-1 0,0 1 0,0 0 0,0 0 0,0-1 0,1 1 0,-1 0 0,0 0 0,0 0 0,0 0 0,0 0 0,0 0 0,-1 0 0,0 1 0,-1 0 0,1 0 0,-1 0 0,1 0 0,-1 0 0,1 0 0,0 0 0,0 1 0,0-1 0,-1 1 0,1 0 0,1 0 0,-1 0 0,-2 2 0,0 1 0,1 0 0,0 0 0,0 0 0,0 0 0,-3 11 0,6-15 0,-1 0 0,1 1 0,-1-1 0,1 0 0,0 1 0,0-1 0,0 1 0,0-1 0,0 0 0,0 1 0,0-1 0,0 1 0,1-1 0,-1 0 0,0 1 0,1-1 0,-1 0 0,1 1 0,0-1 0,-1 0 0,1 0 0,0 0 0,0 1 0,-1-1 0,1 0 0,0 0 0,0 0 0,0 0 0,2 1 0,9 3 0,-1 1 0,1-2 0,0 0 0,0 0 0,0-1 0,0-1 0,16 2 0,2 1 0,2 1-110,2 0-518,66 19 1,-86-20-6199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5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 24575,'0'-3'0,"3"0"0,0 2 0,0 4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9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4 24575,'-2'-3'0,"1"5"0,4 16 0,5 24 0,-7-42 0,14 57 0,39 89 0,-38-106 0,-3-10 0,0 0 0,2-1 0,32 48 0,-40-68-1365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29.9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24575,'30'0'0,"15"0"0,3-3 0,-5 0 0,-7 0 0,-7 0 0,-9-1 0,-5 0 0,-4-3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0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24575,'8'23'0,"4"14"0,4 7 0,3 3 0,1 1 0,0-3 0,-1-3 0,-1-5 0,-2-3 0,0-4 0,-1-4 0,-3 0 0,0-2 0,-3-3 0,-1-2 0,2-5 0,-2-4-8191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0.6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0 24575,'-16'56'0,"9"-33"0,1 0 0,-6 36 0,10-36 0,1 1 0,1-1 0,1 1 0,1-1 0,1 1 0,0-1 0,2 0 0,1 0 0,1 0 0,12 25 0,-12-32 0,1-1 0,1 0 0,0 0 0,1-1 0,1 0 0,0-1 0,0 0 0,2-1 0,-1 0 0,2-1 0,-1-1 0,1 0 0,1 0 0,24 10 0,-22-12-273,1-1 0,-1 0 0,1-2 0,23 5 0,-26-8-6553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1.3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 24575,'4'-3'0,"0"0"0,0 0 0,0 0 0,0 1 0,1 0 0,-1-1 0,1 2 0,0-1 0,0 0 0,0 1 0,-1 0 0,1 0 0,0 0 0,0 1 0,1 0 0,-1 0 0,0 0 0,0 0 0,0 1 0,0 0 0,0 0 0,-1 0 0,1 1 0,0 0 0,0 0 0,4 2 0,-7-2 0,1 0 0,-1 0 0,0 1 0,0-1 0,0 0 0,0 1 0,-1-1 0,1 1 0,-1 0 0,1-1 0,-1 1 0,0 0 0,0 0 0,0 0 0,0 0 0,0 3 0,1 6 0,-1 0 0,0 20 0,-1-16 0,-1 1 0,0-1 0,-7 30 0,7-43 0,1 0 0,-1 0 0,1 0 0,-1 0 0,1 0 0,0 0 0,0 0 0,0 0 0,1 0 0,-1 0 0,1 0 0,-1 0 0,1 0 0,0 0 0,0 0 0,3 4 0,-2-4 0,1 0 0,-1 0 0,1 0 0,-1-1 0,1 1 0,0-1 0,0 0 0,0 0 0,0 0 0,0 0 0,1 0 0,-1-1 0,6 2 0,-1 0 24,0-1 0,0 0 0,0 0 0,15 0 0,-19-2-130,0 1 0,-1-2 0,1 1 0,-1 0 0,1-1 0,-1 1-1,1-1 1,-1 0 0,1 0 0,-1 0 0,0-1 0,1 1 0,3-4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1.5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1 24575,'-25'5'0,"-11"1"0,-2 1 0,4 0 0,4 0 0,5-1 0,7-2-8191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1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24575,'48'41'0,"59"64"0,-87-83 0,-2 1 0,-1 0 0,-1 1 0,-1 1 0,16 35 0,-17-27 0,-1 1 0,-2 0 0,-1 0 0,8 52 0,-17-80 0,0 0 0,-1-1 0,0 1 0,0 0 0,-1 0 0,-1 8 0,2-12 0,-1 0 0,0 1 0,0-1 0,0 0 0,0 1 0,0-1 0,-1 0 0,1 0 0,0 0 0,-1 0 0,0 0 0,1-1 0,-1 1 0,0 0 0,0-1 0,0 1 0,-3 1 0,-8 3-1365,1 0-5461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2.4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1 24575,'-7'2'0,"-6"2"0,-2-1 0,-2-1 0,0 3 0,0-1 0,1 0 0,0-1 0,1 1 0,-1 1 0,2-2 0,-1 0 0,0-1 0,1-4 0,-1-1 0,0-3 0,0-2 0,3-1-8191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2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235 42 24575,'-12'-10'0,"-8"-3"0,1 3 0,1 3 0,3 5 0,1 4 0,2 3 0,-1 1 0,0-1 0,0 2 0,-1 0 0,-1-2 0,1-2 0,-1-1 0,0-1 0,3 0-8191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3.3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77 107 24575,'-1'-3'0,"-1"-1"0,0 1 0,0-1 0,0 1 0,-1-1 0,1 1 0,-1 0 0,0 0 0,0 0 0,0 0 0,0 1 0,0-1 0,-5-2 0,8 5 0,-1 0 0,0 0 0,1 0 0,-1 0 0,1 0 0,-1 0 0,0 0 0,1 0 0,-1 0 0,1 0 0,-1 0 0,0 0 0,1 1 0,-1-1 0,1 0 0,-1 0 0,1 1 0,-1-1 0,1 0 0,-1 1 0,1-1 0,-1 0 0,1 1 0,-1-1 0,1 1 0,-1-1 0,1 1 0,0-1 0,-1 1 0,1-1 0,0 1 0,0-1 0,-1 1 0,1 0 0,-8 23 0,7-22 0,-2 9 0,1 1 0,0 0 0,0 1 0,1-1 0,1 0 0,0 0 0,1 0 0,0 0 0,1 0 0,4 18 0,-3-22 0,-1 0 0,1-1 0,1 1 0,-1-1 0,1 0 0,0 0 0,1 0 0,0-1 0,0 0 0,0 0 0,1 0 0,0 0 0,0-1 0,0 0 0,1 0 0,11 6 0,-10-7 0,0 0 0,-1-1 0,1 0 0,1 0 0,-1-1 0,0 0 0,0-1 0,1 0 0,-1 0 0,1-1 0,10 0 0,-14-1 0,-1 1 0,1-1 0,-1 0 0,1-1 0,-1 1 0,1-1 0,-1 0 0,0 0 0,0 0 0,0-1 0,0 1 0,0-1 0,-1 0 0,1 0 0,-1 0 0,1-1 0,-1 1 0,0-1 0,-1 1 0,1-1 0,4-9 0,-4 6 0,0-2 0,-1 1 0,1 0 0,-1-1 0,-1 1 0,0-1 0,0 1 0,-1-1 0,0 1 0,0-1 0,-1 1 0,0-1 0,0 0 0,-1 1 0,0 0 0,-1 0 0,0-1 0,0 1 0,-7-10 0,4 7 0,0 0 0,0 0 0,-2 1 0,1 1 0,-1-1 0,-1 1 0,1 0 0,-1 1 0,-1 0 0,0 1 0,0 0 0,-22-12 0,23 15-341,0 1 0,0 0-1,-10-1 1,1 1-6485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4.0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24575,'0'0'-8191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6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341 76 24575,'-60'-22'0,"-1"2"0,-67-10 0,123 29 0,0 0 0,1 0 0,-1 1 0,0 0 0,0 0 0,0 0 0,0 1 0,0 0 0,-7 2 0,9-3 0,1 1 0,0 0 0,1 0 0,-1 1 0,0-1 0,0 0 0,0 1 0,1-1 0,-1 1 0,1-1 0,-1 1 0,1 0 0,-1-1 0,1 1 0,0 0 0,0 0 0,0 0 0,0 0 0,0 0 0,1 0 0,-1 0 0,1 0 0,-1 4 0,0-1 0,0 0 0,1 0 0,-1-1 0,1 1 0,1 0 0,-1 0 0,1 0 0,-1 0 0,1 0 0,1 0 0,-1-1 0,1 1 0,0-1 0,0 1 0,3 4 0,-1-3 0,0 0 0,1-1 0,0 1 0,0-1 0,0 0 0,0-1 0,1 1 0,0-1 0,12 6 0,-1-1 0,0-1 0,0-1 0,1 0 0,0-2 0,0 0 0,0-1 0,1 0 0,-1-2 0,25 1 0,-42-3 0,0 0 0,1 0 0,-1 0 0,0 0 0,1 0 0,-1-1 0,0 1 0,1 0 0,-1-1 0,0 1 0,0-1 0,1 1 0,-1-1 0,0 0 0,0 0 0,0 1 0,0-1 0,0 0 0,0 0 0,0 0 0,0 0 0,1-2 0,-1 1 0,-1 0 0,1 1 0,-1-1 0,1 0 0,-1 0 0,0 0 0,0 0 0,0 0 0,0 0 0,0 1 0,0-1 0,0 0 0,-1 0 0,0-2 0,-1-4 0,-1 0 0,-1 0 0,1 0 0,-1 1 0,-10-14 0,10 15 0,2 3 0,0 0 0,0 0 0,0 0 0,0 1 0,0-1 0,-1 1 0,1 0 0,-1 0 0,-3-3 0,6 5 0,0 0 0,0 0 0,0 0 0,0 0 0,-1 0 0,1 0 0,0 0 0,0 0 0,0 0 0,0 0 0,0 0 0,0 0 0,0 0 0,0 0 0,0 0 0,0 0 0,0 0 0,-1 0 0,1 0 0,0 0 0,0 0 0,0 0 0,0 0 0,0 0 0,0 0 0,0 0 0,0 0 0,0 0 0,0 0 0,0 0 0,0 0 0,-1 0 0,1 0 0,0 0 0,0 0 0,0 0 0,0 1 0,0-1 0,0 0 0,0 0 0,0 0 0,0 0 0,0 0 0,0 0 0,0 0 0,0 0 0,0 0 0,0 0 0,0 0 0,0 0 0,0 1 0,0-1 0,0 0 0,0 0 0,0 0 0,0 0 0,0 0 0,0 0 0,0 0 0,0 0 0,0 0 0,2 9 0,6 9 0,-3-10-136,-1 1-1,1-1 1,1-1-1,-1 1 1,1-1-1,1 0 1,-1 0-1,1-1 0,12 9 1,-8-8-6690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6.9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3 24575,'0'0'0,"0"0"0,0 0 0,0 0 0,0 0 0,0-1 0,0 1 0,0 0 0,0 0 0,0 0 0,-1 0 0,1 0 0,0 0 0,0 0 0,0-1 0,0 1 0,0 0 0,0 0 0,-1 0 0,1 0 0,0 0 0,0 0 0,0 0 0,0 0 0,-1 0 0,1 0 0,0 0 0,0 0 0,0 0 0,0 0 0,-1 0 0,1 0 0,0 0 0,0 0 0,0 0 0,0 0 0,-1 0 0,1 0 0,0 0 0,0 0 0,0 0 0,0 0 0,0 0 0,-1 0 0,1 1 0,0-1 0,0 0 0,0 0 0,-2 11 0,5 14 0,9 34 0,3-1 0,2 0 0,2-1 0,45 89 0,-59-135 40,1-1 0,11 16 0,-13-23-205,-1 1 0,0 0 0,1-1 0,0 0 0,0 0 0,0 0 0,0 0 0,8 3 0,0 0-6661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7.0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157 1 24575,'-28'7'0,"-9"6"0,0 0 0,5 0 0,9-1-8191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8.1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22 24575,'10'-2'0,"6"-2"0,3 1 0,0 1 0,0 0 0,-1 1 0,-4-2 0,-4-1-8191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38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0 24575,'-1'2'0,"-1"0"0,1 0 0,-1 1 0,1-1 0,0 0 0,0 1 0,0-1 0,0 1 0,0-1 0,0 1 0,1 0 0,-1-1 0,1 1 0,0-1 0,0 4 0,0 4 0,1 0 0,3 16 0,1-4 0,1-1 0,1 0 0,2-1 0,-1 1 0,20 29 0,-26-47-56,0 0 0,0 0 0,0-1 0,0 1 0,5 3-1,-3-2-971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8.4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32 24575,'0'0'0,"0"0"0,0 0 0,1 0 0,-1 0 0,0 0 0,0 0 0,0 0 0,0-1 0,0 1 0,1 0 0,-1 0 0,0 0 0,0 0 0,0-1 0,0 1 0,0 0 0,0 0 0,0 0 0,1 0 0,-1-1 0,0 1 0,0 0 0,0 0 0,0 0 0,0-1 0,0 1 0,0 0 0,0 0 0,0 0 0,0-1 0,0 1 0,0 0 0,0 0 0,0 0 0,0-1 0,-1 1 0,1 0 0,0 0 0,0 0 0,0 0 0,0-1 0,0 1 0,0 0 0,0 0 0,-1 0 0,1 0 0,0 0 0,0-1 0,0 1 0,0 0 0,0 0 0,-1 0 0,1 0 0,0 0 0,0 0 0,0 0 0,-1 0 0,1 0 0,0 0 0,0-1 0,0 1 0,-1 0 0,1 0 0,0 0 0,0 0 0,0 0 0,-1 1 0,1-1 0,0 0 0,12-11 0,-7 9 0,1 0 0,-1 0 0,1 0 0,-1 1 0,1 0 0,0 0 0,-1 0 0,1 1 0,0-1 0,0 2 0,0-1 0,-1 1 0,1-1 0,6 3 0,-11-2 0,0-1 0,1 1 0,-1 0 0,0-1 0,0 1 0,0 0 0,0 0 0,0 0 0,0 0 0,0 0 0,0 1 0,0-1 0,0 0 0,-1 0 0,1 0 0,0 1 0,-1-1 0,1 0 0,-1 1 0,1-1 0,-1 2 0,1 4 0,0 0 0,0 0 0,-1 9 0,1 7 0,7 64 0,-5-54 0,1-2 0,-2-24 0,-1 0 0,0 0 0,-1 0 0,1 0 0,-1 1 0,-2 7 0,2-13 0,-1 0 0,1 0 0,0 0 0,0 0 0,0 0 0,0 0 0,0 0 0,0 0 0,0 0 0,1 0 0,-1 0 0,1 0 0,-1 0 0,2 3 0,-1-4 0,1 0 0,-1 1 0,0-1 0,0 0 0,0 0 0,1-1 0,-1 1 0,0 0 0,1 0 0,-1-1 0,1 1 0,-1-1 0,1 1 0,-1-1 0,1 1 0,-1-1 0,1 0 0,-1 0 0,4 0 0,112-1 0,-42-1 0,-73 2-73,1 0-142,1 0-1,-1 0 1,1 0 0,-1-1-1,5 0 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8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43 24575,'3'0'0,"2"-3"0,4 0 0,3-3 0,2 0 0,0 1 0,1 1 0,1-1 0,-1 1 0,0 0 0,-2 1-8191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9.5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212 1 24575,'0'0'0,"0"0"0,0 0 0,1 0 0,-1 0 0,0 0 0,0 0 0,1 0 0,-1 0 0,0 0 0,0 0 0,0 0 0,1 0 0,-1 0 0,0 0 0,0 0 0,0 0 0,1 0 0,-1 0 0,0 0 0,0 0 0,0 0 0,1 1 0,-1-1 0,0 0 0,0 0 0,0 0 0,0 0 0,0 0 0,1 1 0,-1-1 0,0 0 0,-4 5 0,-10 4 0,7-6 0,1-1 0,-1 0 0,1 0 0,-1 0 0,0-1 0,-13 2 0,-43-3 0,35-1 0,22 1-273,1-1 0,-1 1 0,0-1 0,-10-3 0,6 0-6553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49.8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9 24575,'-10'-2'0,"-6"-1"0,-2-1 0,-1 4 0,0 2 0,1 0 0,1 0 0,1-1 0,0 1 0,4 1 0,0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0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24575,'0'0'0,"0"0"0,0-1 0,0 1 0,0 0 0,0 0 0,0 0 0,0 0 0,0 0 0,-1 0 0,1 0 0,0 0 0,0 0 0,0 0 0,0 0 0,0 0 0,0 0 0,0 0 0,0 0 0,0-1 0,0 1 0,0 0 0,0 0 0,0 0 0,0 0 0,0 0 0,0 0 0,1 0 0,-1 0 0,0 0 0,0 0 0,0 0 0,0 0 0,0 0 0,0 0 0,0 0 0,0 0 0,0-1 0,0 1 0,0 0 0,0 0 0,0 0 0,0 0 0,0 0 0,0 0 0,0 0 0,0 0 0,0 0 0,1 0 0,-1 0 0,0 0 0,0 0 0,0 0 0,0 0 0,0 0 0,0 0 0,0 0 0,0 0 0,0 0 0,0 0 0,0 0 0,0 0 0,0 0 0,1 0 0,2 5 0,4 9 0,-2 3 0,1 1 0,1-1 0,1-1 0,0 1 0,2-1 0,-1-1 0,2 0 0,21 25 0,-12-19-1365,-12-14-5461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0.7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193 14 24575,'-15'-3'0,"-8"0"0,-2 0 0,1 0 0,1 1 0,6 4 0,2 0 0,1 1 0,1 0 0,0-1 0,3-1-8191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1.7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24575,'7'6'0,"1"-1"0,-2 2 0,1-1 0,0 1 0,-1 0 0,-1 0 0,1 0 0,5 12 0,4 8 0,12 35 0,4 6 0,-13-37 0,29 41 0,-29-45-1365,-11-16-5461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3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133 0 24575,'6'0'0,"1"0"0,0 1 0,-1-1 0,1 1 0,-1 1 0,1-1 0,-1 1 0,0 0 0,8 4 0,-11-4 0,0 0 0,0 0 0,0 0 0,0 0 0,0 1 0,-1-1 0,1 1 0,-1 0 0,0 0 0,1 0 0,-1 0 0,-1 0 0,1 0 0,0 1 0,-1-1 0,0 1 0,0-1 0,1 5 0,0 2 0,0-1 0,0 1 0,-2-1 0,1 1 0,-1-1 0,-2 18 0,2-23 0,-1-1 0,0 1 0,0-1 0,0 1 0,0 0 0,-1-1 0,1 0 0,-1 1 0,0-1 0,0 0 0,0 0 0,0 0 0,-1 0 0,1 0 0,-1-1 0,0 1 0,0-1 0,0 0 0,-6 4 0,4-4 0,0 0 0,0 0 0,-1 0 0,1-1 0,-1 0 0,1 0 0,-1-1 0,1 1 0,-1-1 0,1-1 0,-1 1 0,1-1 0,-1 1 0,1-2 0,-1 1 0,1-1 0,-8-3 0,5 2 0,0 0 0,1-1 0,0-1 0,-1 1 0,1-1 0,1 0 0,-1-1 0,1 1 0,0-1 0,0-1 0,-5-6 0,9 10 0,0 0 0,0 0 0,1-1 0,-1 1 0,1 0 0,0-1 0,-1 1 0,2-1 0,-1 0 0,0 1 0,1-1 0,-1 1 0,1-6 0,1 7 0,-1-1 0,0 1 0,1-1 0,-1 1 0,1-1 0,0 1 0,0 0 0,0-1 0,0 1 0,1 0 0,-1 0 0,0 0 0,1 0 0,0 0 0,-1 0 0,1 0 0,0 0 0,0 1 0,3-3 0,5-2-1365,-1 2-5461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3.9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0 24575,'-5'0'0,"-2"3"0,1 2 0,3 4 0,5 3 0,5 1 0,3 2 0,3 0 0,-1 1 0,0-4 0,-2 0 0,-2-2-8191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4.5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24575,'9'12'0,"-1"-2"0,19 19 0,-15-18 0,0-2 0,0 0 0,21 10 0,-27-15 0,0-1 0,0-1 0,1 1 0,0-1 0,-1 0 0,1-1 0,0 1 0,0-1 0,0-1 0,7 1 0,-13-1 0,0-1 0,1 1 0,-1 0 0,0 0 0,1-1 0,-1 1 0,0 0 0,1-1 0,-1 1 0,0-1 0,0 0 0,0 0 0,0 1 0,0-1 0,1 0 0,-1 0 0,0 0 0,-1 0 0,1 0 0,0 0 0,0 0 0,0 0 0,-1 0 0,1-1 0,0 1 0,-1 0 0,1 0 0,-1-1 0,0 1 0,1-2 0,0-6 0,0 1 0,0 0 0,-1 0 0,-1-11 0,0 13 0,1-1 0,0 1 0,1-12 0,-1 17 0,0 1 0,0 0 0,0 0 0,0-1 0,0 1 0,0 0 0,0 0 0,1-1 0,-1 1 0,0 0 0,0 0 0,0-1 0,0 1 0,0 0 0,1 0 0,-1-1 0,0 1 0,0 0 0,0 0 0,1 0 0,-1 0 0,0-1 0,0 1 0,1 0 0,-1 0 0,0 0 0,0 0 0,1 0 0,-1 0 0,0 0 0,0 0 0,1-1 0,8 7 0,9 15 0,-14-16 0,11 13-1365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4.9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0 304 24575,'0'12'0,"0"1"0,1 0 0,1-1 0,0 1 0,6 19 0,-6-27 0,0 0 0,0 0 0,0 0 0,1-1 0,0 1 0,0-1 0,0 1 0,0-1 0,1 0 0,0 0 0,0-1 0,0 1 0,0-1 0,0 1 0,9 3 0,-6-3 0,-1-1 0,1 0 0,0 0 0,-1 0 0,14 2 0,-19-5 0,1 0 0,0 0 0,0 0 0,-1 0 0,1 0 0,0 0 0,-1 0 0,1 0 0,0-1 0,0 1 0,-1-1 0,1 1 0,-1-1 0,1 0 0,0 0 0,-1 0 0,0 1 0,1-1 0,-1-1 0,1 1 0,-1 0 0,0 0 0,0 0 0,0-1 0,0 1 0,0-1 0,0 1 0,0 0 0,1-4 0,1-1 0,-1 0 0,-1 0 0,1 0 0,-1-1 0,0 1 0,0 0 0,-1-1 0,0 1 0,-1-11 0,-1-2 0,-1 0 0,-6-17 0,0 5 0,-1 1 0,-25-48 0,-37-54 0,52 99 0,11 18 0,9 15 0,0 1 0,0-1 0,0 0 0,0 0 0,0 0 0,0 0 0,0 0 0,0 0 0,0 1 0,0-1 0,0 0 0,0 0 0,0 0 0,-1 0 0,1 0 0,0 0 0,0 0 0,0 0 0,0 1 0,0-1 0,0 0 0,0 0 0,0 0 0,-1 0 0,1 0 0,0 0 0,0 0 0,0 0 0,0 0 0,0 0 0,0 0 0,-1 0 0,1 0 0,0 0 0,0 0 0,0 0 0,0 0 0,0 0 0,0 0 0,-1 0 0,1 0 0,0 0 0,0 0 0,0 0 0,0 0 0,0 0 0,0 0 0,0 0 0,-1-1 0,1 1 0,0 0 0,0 0 0,2 14 0,-2-14 0,7 35 0,2-2 0,2 1 0,1-1 0,1-1 0,2 0 0,19 30 0,-24-47-97,0-1-1,1 0 1,1-1 0,18 18-1,-17-18-780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5.3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24575,'0'0'0,"0"0"0,0 0 0,0-1 0,0 1 0,1 0 0,-1 0 0,0 0 0,0 0 0,0 0 0,0-1 0,1 1 0,-1 0 0,0 0 0,0 0 0,0 0 0,1 0 0,-1 0 0,0 0 0,0 0 0,0 0 0,1 0 0,-1 0 0,0 0 0,0 0 0,0 0 0,1 0 0,-1 0 0,0 0 0,0 0 0,1 0 0,-1 0 0,0 0 0,0 0 0,0 0 0,1 0 0,-1 0 0,0 1 0,4 8 0,-1 14 0,-3-23 0,1 131 0,-2-83 0,1 0 0,3-1 0,9 50 0,-7-72-111,-1-2-307,1 1 0,13 33 0,-14-47-6408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5.7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24575,'-1'0'0,"0"0"0,1 0 0,-1 1 0,0-1 0,1 0 0,-1 1 0,1-1 0,-1 1 0,0-1 0,1 1 0,-1-1 0,1 1 0,0-1 0,-1 1 0,1-1 0,-1 1 0,1-1 0,0 1 0,-1 0 0,1-1 0,0 1 0,0 0 0,-1-1 0,1 1 0,0 0 0,0-1 0,0 2 0,-3 23 0,3-23 0,0 6 0,0-1 0,0 1 0,1-1 0,0 1 0,1-1 0,-1 0 0,1 1 0,1-1 0,-1 0 0,1 0 0,1-1 0,-1 1 0,1-1 0,0 1 0,6 6 0,-4-6 0,1 0 0,-1-1 0,1 0 0,0 0 0,1 0 0,-1-1 0,1 0 0,0-1 0,1 1 0,-1-2 0,1 1 0,9 2 0,-16-6 0,-1 1 0,0-1 0,1 1 0,-1-1 0,1 0 0,-1 0 0,1 0 0,-1 1 0,1-1 0,-1-1 0,1 1 0,-1 0 0,1 0 0,-1-1 0,0 1 0,1 0 0,-1-1 0,1 1 0,-1-1 0,0 0 0,1 0 0,1-1 0,-1 0 0,-1 0 0,0 0 0,0 0 0,0 0 0,0 0 0,0 0 0,0 0 0,-1 0 0,1 0 0,0-1 0,-1 1 0,0 0 0,0 0 0,0-4 0,0-5 0,-1 1 0,0-1 0,-1 1 0,0-1 0,-1 1 0,0 0 0,-1 0 0,0 0 0,0 0 0,-1 1 0,0 0 0,-1 0 0,0 0 0,0 0 0,-1 1 0,-13-12 0,19 18 5,0 1 1,0 0-1,-1 0 0,1 1 0,0-1 0,0 0 1,-1 0-1,1 0 0,0 1 0,-1-1 1,1 1-1,-1-1 0,1 1 0,-1 0 0,1-1 1,-1 1-1,1 0 0,-1 0 0,1 0 0,-1 0 1,1 0-1,-3 1 0,1 0-140,0 0 0,1 1 0,-1-1 0,1 0 0,-1 1 0,1 0 0,0 0 0,-1-1 0,1 1 0,-3 5 0,-5 4-6691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6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0 121 24575,'1'4'0,"20"63"0,-17-57 0,0-1 0,1 1 0,-1-1 0,11 14 0,-15-23 0,0 1 0,1-1 0,-1 1 0,0-1 0,1 1 0,-1-1 0,0 1 0,1-1 0,-1 0 0,1 1 0,-1-1 0,1 1 0,-1-1 0,1 0 0,-1 1 0,1-1 0,-1 0 0,1 0 0,-1 0 0,1 1 0,0-1 0,-1 0 0,1 0 0,-1 0 0,2 0 0,-2 0 0,1-1 0,-1 1 0,1-1 0,-1 1 0,1-1 0,-1 1 0,0-1 0,1 1 0,-1-1 0,1 1 0,-1-1 0,0 1 0,0-1 0,1 0 0,-1 1 0,0-1 0,0 1 0,0-2 0,3-34 0,-3 34 0,-7-101 0,3 65 0,4 34 0,0 0 0,0 0 0,0 0 0,0 1 0,1-1 0,-1 0 0,1 0 0,0 0 0,0 1 0,0-1 0,1 1 0,2-7 0,-3 9 0,0 0 0,0 0 0,0-1 0,0 1 0,0 0 0,1 0 0,-1 0 0,0 0 0,1 1 0,-1-1 0,1 0 0,-1 0 0,0 1 0,1-1 0,-1 1 0,1-1 0,0 1 0,-1 0 0,1 0 0,-1 0 0,1-1 0,0 1 0,-1 1 0,1-1 0,-1 0 0,1 0 0,-1 1 0,1-1 0,0 1 0,-1-1 0,0 1 0,3 1 0,2 0-136,-1 1-1,-1 0 1,1 0-1,0 1 1,-1-1-1,1 1 1,-1 0-1,0 0 0,4 6 1,1 2-6690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7.4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24575,'8'-6'0,"0"0"0,0 0 0,0 1 0,1 0 0,16-7 0,-22 11 0,-1 1 0,0-1 0,0 0 0,0 1 0,1 0 0,-1-1 0,0 1 0,0 0 0,1 0 0,-1 0 0,0 0 0,1 1 0,-1-1 0,0 1 0,0-1 0,0 1 0,1 0 0,-1 0 0,0 0 0,0 0 0,0 0 0,0 0 0,-1 1 0,1-1 0,0 1 0,0-1 0,-1 1 0,1 0 0,-1-1 0,3 4 0,6 13 0,0 1 0,-1 0 0,-1 0 0,6 21 0,-1-2 0,-10-30 0,-1 1 0,0-1 0,0 1 0,-1-1 0,0 1 0,0 0 0,-1 0 0,0 0 0,-1 0 0,0-1 0,-3 15 0,3-21 0,1 0 0,0 0 0,-1-1 0,1 1 0,0 0 0,0 0 0,-1 0 0,2 0 0,-1 0 0,0-1 0,0 1 0,0 0 0,1 0 0,-1 0 0,1 0 0,1 1 0,-1-1 0,0-1 0,0 0 0,0 0 0,0 0 0,1 0 0,-1 0 0,0-1 0,1 1 0,-1 0 0,1 0 0,-1-1 0,1 1 0,-1-1 0,1 0 0,-1 1 0,1-1 0,-1 0 0,1 0 0,3 0 0,150-1 0,-56-1 0,-96 3-114,0-1 1,0 0-1,0-1 0,0 1 0,1-1 1,-1 1-1,0-1 0,0 0 0,-1 0 1,1 0-1,3-2 0,3-3-6712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7.6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240 0 24575,'-26'3'0,"-9"0"0,-3 0 0,3 0 0,5-1 0,5 1 0,5 1 0,2 0 0,5-2-8191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7.9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14 24575,'-25'-2'0,"-11"-2"0,-1 1 0,2 1 0,5 0 0,8 3 0,4 2 0,4 0 0,1-1 0,1 0 0,1 0-8191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8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239 0 24575,'-25'3'0,"-13"0"0,-3 3 0,3 0 0,6 1 0,5 0 0,5-1 0,7-2-8191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8.6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 0 24575,'-5'3'0,"-4"2"0,-4 2 0,-1 1 0,-1 0 0,-1-2 0,3 1 0,1-1 0,-1-2 0,3 2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7:59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24575,'0'0'0,"0"0"0,0 0 0,0 0 0,0 0 0,0 0 0,0 0 0,0 0 0,0 0 0,0 0 0,0 0 0,0 0 0,0 0 0,0 0 0,0 0 0,0 0 0,0 0 0,0 0 0,0 0 0,0 0 0,0 1 0,0-1 0,1 0 0,-1 0 0,0 0 0,0 0 0,0 0 0,0 0 0,0 0 0,0 0 0,0 0 0,0 0 0,0 0 0,0 0 0,0 0 0,0 0 0,0 0 0,0 0 0,0 0 0,0 0 0,0 0 0,0 0 0,1 0 0,-1 0 0,0 0 0,0 0 0,0 0 0,0 0 0,0 0 0,0 0 0,0-1 0,0 1 0,0 0 0,0 0 0,0 0 0,0 0 0,0 0 0,0 0 0,0 0 0,0 0 0,0 0 0,0 0 0,0 0 0,0 0 0,0 0 0,6 7 0,4 11 0,23 69 0,-22-54 0,1-2 0,20 36 0,-32-67 0,4 9 0,1-1 0,0 0 0,0 0 0,1-1 0,0 0 0,12 12 0,-18-19 0,0 0 0,0 0 0,0 0 0,0 0 0,0 0 0,0 1 0,0-1 0,0 0 0,1 0 0,-1 0 0,0 0 0,0 0 0,0 0 0,0 0 0,0 0 0,0 0 0,0 0 0,0 0 0,0 0 0,1 0 0,-1 0 0,0 0 0,0 0 0,0 0 0,0 0 0,0 0 0,0 0 0,0 0 0,0 0 0,1 0 0,-1 0 0,0 0 0,0 0 0,0 0 0,0 0 0,0 0 0,0 0 0,0 0 0,0 0 0,1 0 0,-1 0 0,0 0 0,0 0 0,0 0 0,0-1 0,0 1 0,0 0 0,0 0 0,0 0 0,0 0 0,0 0 0,0-8 0,-6-9 0,-108-190 0,92 164 0,21 42 0,2 8 0,3 9 0,86 164-167,-62-132-1031,-18-29-5628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00.0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20 24575,'-2'-3'0,"-1"-2"0,-3-2 0,0 4 0,-2 2 0,-1 1 0,0 3 0,-1 2 0,-1-1 0,-1-1 0,-1-1 0,-1 0 0,2-2-8191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4.8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712 866 24575,'-3'-1'0,"1"0"0,0 0 0,0 0 0,1-1 0,-1 1 0,0-1 0,0 1 0,1-1 0,-1 1 0,1-1 0,-1 0 0,1 0 0,-2-3 0,-3-3 0,-144-155 0,-291-400 0,428 544-115,2 3-198,0 0 1,-1 1-1,-21-20 1,25 28-6514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5.8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3 24575,'0'0'0,"0"0"0,0 0 0,0 0 0,0 0 0,0 0 0,0-1 0,0 1 0,0 0 0,0 0 0,0 0 0,0 0 0,0 0 0,0 0 0,0 0 0,0 0 0,-1 0 0,1-1 0,0 1 0,0 0 0,0 0 0,0 0 0,0 0 0,0 0 0,0 0 0,-1 0 0,1 0 0,0 0 0,0 0 0,0 0 0,0 0 0,0 0 0,0 0 0,0 0 0,-1 0 0,1 0 0,0 0 0,0 0 0,0 0 0,0 0 0,0 0 0,0 0 0,0 0 0,-1 0 0,1 0 0,0 0 0,0 1 0,0-1 0,0 0 0,0 0 0,0 0 0,0 0 0,0 0 0,-1 9 0,6 11 0,6 12 0,6 21 0,15 72 0,-8-20 0,-21-93 0,-3-10-151,1 0-1,-1 0 0,1-1 0,0 1 1,-1 0-1,1 0 0,0-1 1,2 3-1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6.2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324 6 24575,'-2'-1'0,"0"0"0,0 0 0,0 1 0,0-1 0,0 1 0,1-1 0,-1 1 0,0-1 0,0 1 0,0 0 0,0 0 0,-1 0 0,1 0 0,0 1 0,-3 0 0,0 1 0,1 0 0,-1 0 0,1 0 0,-8 5 0,-16 8 0,14-10 0,-1-1 0,0 0 0,-1-2 0,-24 3 0,-6 1 45,25-3-750,-30 2 0,38-5-6121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7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1 24575,'-5'2'0,"-2"4"0,1 3 0,1 3 0,4 1 0,2 2 0,3 0 0,2 0 0,1-2 0,0-1 0,2 0 0,1 1 0,1-3 0,0-2-8191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7.5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24575,'5'8'0,"1"4"0,1 4 0,-2-2-8191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7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0 24575,'-5'1'0,"-1"0"0,1 1 0,0-1 0,0 1 0,0 0 0,0 0 0,0 0 0,0 1 0,-6 4 0,9-6 0,1 0 0,-1 1 0,1-1 0,-1 1 0,1-1 0,0 1 0,-1-1 0,1 1 0,0 0 0,0-1 0,0 1 0,0 0 0,1 0 0,-1 0 0,0 0 0,1 0 0,-1 0 0,1 0 0,0 0 0,0 0 0,-1 0 0,2 0 0,-1 0 0,0 0 0,0 0 0,0 0 0,2 4 0,1 0 0,-1 0 0,1 0 0,1 0 0,-1 0 0,1-1 0,0 1 0,0-1 0,1 0 0,9 8 0,5 4 0,26 16 0,-42-31 0,94 61 0,-96-62 0,0 0 0,1-1 0,-1 1 0,0 0 0,0 0 0,0 0 0,0 0 0,0 0 0,0 0 0,0 0 0,0 0 0,0 0 0,0 0 0,0 2 0,-1-2 0,0-1 0,0 0 0,0 0 0,0 1 0,0-1 0,0 0 0,0 0 0,0 1 0,0-1 0,0 0 0,0 0 0,0 1 0,0-1 0,-1 0 0,1 0 0,0 0 0,0 1 0,0-1 0,0 0 0,0 0 0,-1 0 0,1 1 0,0-1 0,0 0 0,0 0 0,-1 0 0,1 0 0,0 1 0,-15 2 0,-16-3 0,0 0 0,-43-8 0,-24 0 0,76 8-1365,3 0-5461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8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51 24575,'-5'-3'0,"-59"-29"0,57 29 0,0 0 0,-1 1 0,0 0 0,1 0 0,-1 1 0,-13-1 0,19 2 0,1 0 0,-1 0 0,0 0 0,1 0 0,-1 0 0,0 1 0,0-1 0,1 1 0,-1-1 0,1 1 0,-1 0 0,0-1 0,1 1 0,-1 0 0,1 0 0,0 0 0,-1 0 0,1 0 0,-2 2 0,2-1 0,-1 1 0,1-1 0,-1 1 0,1-1 0,0 1 0,0-1 0,0 1 0,1 0 0,-1 0 0,0 5 0,0 2 0,1 1 0,0 0 0,1 0 0,4 21 0,3 4-106,2-1-1,26 59 1,40 66-311,-57-124 393,-17-31 24,212 401 0,-213-403 0,6 10 0,0-1 0,1 0 0,1 0 0,-1 0 0,16 14 0,-14-20 289,-7-9 143,-5-13-1758,-2 4-5500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8.6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281 97 24575,'-30'-18'0,"-13"-5"0,-1 0 0,4 5 0,7 8 0,6 6 0,5 5 0,6 6 0,4 1 0,4 2 0,3 2 0,4 1 0,4-1-8191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9.1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66 24575,'-7'-4'0,"-10"-7"0,-19-8 0,32 17 0,0 0 0,0 0 0,0 1 0,-1 0 0,1 0 0,0 0 0,-1 0 0,1 0 0,0 1 0,-9 0 0,12 1 0,0-1 0,-1 0 0,1 1 0,0-1 0,0 1 0,0-1 0,0 1 0,0 0 0,0 0 0,0-1 0,0 1 0,0 0 0,0 0 0,0 0 0,0 0 0,0 0 0,1 0 0,-1 0 0,0 0 0,1 0 0,-1 0 0,1 1 0,-1-1 0,1 0 0,0 0 0,-1 1 0,1-1 0,0 0 0,0 0 0,0 1 0,0-1 0,0 0 0,0 0 0,1 3 0,-1 1 0,1 1 0,0-1 0,0 0 0,1 0 0,-1 0 0,1 0 0,3 5 0,-1-2 0,0 0 0,1 0 0,0-1 0,1 0 0,0 0 0,0-1 0,0 1 0,1-1 0,0-1 0,0 1 0,0-1 0,1 0 0,0-1 0,-1 0 0,2 0 0,-1-1 0,0 0 0,1 0 0,0-1 0,-1 0 0,1 0 0,0-1 0,14 0 0,-8-1 0,-4 0 0,-1 0 0,1 0 0,-1-1 0,0 0 0,13-4 0,-20 4 0,-1 1 0,0-1 0,1 0 0,-1-1 0,0 1 0,0 0 0,0 0 0,0-1 0,0 0 0,0 1 0,0-1 0,0 0 0,-1 0 0,1 0 0,-1 0 0,1 0 0,-1 0 0,0 0 0,0 0 0,0-1 0,0 1 0,0 0 0,0-1 0,-1 1 0,1-1 0,-1 1 0,0-4 0,1 2 0,-1-1 0,0 1 0,0-1 0,0 1 0,-1-1 0,0 1 0,0-1 0,0 1 0,0 0 0,-1 0 0,1-1 0,-1 1 0,0 0 0,-3-4 0,1 3 0,0 1 0,0 0 0,0-1 0,0 1 0,-1 1 0,1-1 0,-1 1 0,0 0 0,0 0 0,-8-3 0,-7-2 0,0 1 0,-1 1 0,0 1 0,-32-4 0,42 6-1365,1 0-5461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39.4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164 314 24575,'35'27'0,"-39"-35"0,-9-7 0,-18-17 0,1 3 0,-28-38 0,50 56 0,0 0 0,1-1 0,0 1 0,1-1 0,0 0 0,1-1 0,-6-21 0,10 28 0,0 1 0,0 0 0,0-1 0,1 1 0,-1-1 0,2-6 0,-1 11 0,0 0 0,0-1 0,1 1 0,-1 0 0,1 0 0,-1-1 0,1 1 0,-1 0 0,1 0 0,-1 0 0,1 0 0,0-1 0,0 1 0,0 0 0,0 0 0,0 1 0,0-1 0,0 0 0,0 0 0,0 0 0,0 1 0,0-1 0,0 0 0,1 1 0,-1-1 0,0 1 0,0 0 0,1-1 0,-1 1 0,3 0 0,4-1-72,0 1 1,0 0-1,0 1 0,0-1 0,-1 2 0,1-1 0,0 1 0,0 0 1,-1 1-1,1 0 0,-1 0 0,0 0 0,0 1 0,0 0 0,0 1 1,-1-1-1,1 1 0,6 8 0,-4-4-6754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0.3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1 24575,'-19'0'0,"-32"3"0,46-2 0,-1 0 0,1 0 0,0 1 0,-1 0 0,1-1 0,0 2 0,0-1 0,0 1 0,0-1 0,-6 6 0,10-7 0,0 0 0,0 0 0,-1 0 0,1 1 0,0-1 0,0 0 0,1 1 0,-1-1 0,0 0 0,0 1 0,1-1 0,-1 1 0,0-1 0,1 1 0,0 0 0,-1-1 0,1 1 0,0-1 0,0 1 0,0 0 0,0-1 0,0 1 0,0 0 0,0-1 0,1 1 0,-1-1 0,1 1 0,-1-1 0,1 1 0,-1-1 0,1 1 0,0-1 0,1 3 0,3 3 0,1 1 0,0-1 0,0 0 0,11 10 0,-14-14 0,78 61 0,-7-5 0,-71-57 0,0 1 0,-1 0 0,1 0 0,-1 0 0,0 0 0,1 0 0,-2 0 0,1 1 0,0-1 0,1 6 0,-2-8 0,-1 0 0,0 0 0,0 0 0,0 0 0,0 0 0,0 0 0,0 1 0,0-1 0,0 0 0,0 0 0,0 0 0,-1 0 0,1 0 0,0 0 0,-1 0 0,1 0 0,-1 0 0,1 0 0,-1 0 0,0 0 0,1-1 0,-1 1 0,0 0 0,1 0 0,-1 0 0,0-1 0,0 1 0,0 0 0,0-1 0,0 1 0,0-1 0,0 1 0,0-1 0,0 0 0,0 1 0,0-1 0,0 0 0,0 0 0,0 1 0,-1-1 0,-17 2 0,1 0 0,-1-1 0,1-1 0,-31-4 0,43 4 0,-5-1 0,0 0 0,0-1 0,0 0 0,0-1 0,-12-5 0,17 4-1365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0.9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1 24575,'-1'0'0,"0"0"0,-1 0 0,1 0 0,0 0 0,0 0 0,-1 0 0,1 1 0,0-1 0,0 0 0,0 1 0,-1-1 0,1 1 0,0-1 0,0 1 0,0-1 0,0 1 0,0 0 0,0 0 0,-1 0 0,2 0 0,-1 0 0,1 0 0,-1 0 0,1 0 0,-1 0 0,1 0 0,0 0 0,0 0 0,0 0 0,-1 0 0,1 0 0,0 0 0,0 0 0,0 0 0,1 0 0,-1 0 0,0 0 0,1 2 0,0 1 0,1 1 0,0 0 0,0 0 0,1-1 0,-1 1 0,1-1 0,6 7 0,1 0 0,0 0 0,0-1 0,1-1 0,1 0 0,0 0 0,23 12 0,-26-16 0,0-1 0,0 0 0,1-1 0,-1 0 0,1 0 0,-1-1 0,1-1 0,0 1 0,0-2 0,19 0 0,-26 0 0,0 0 0,-1-1 0,1 1 0,0-1 0,-1 0 0,1 0 0,-1 0 0,1 0 0,-1 0 0,0 0 0,1-1 0,-1 1 0,0-1 0,0 0 0,0 0 0,0 1 0,0-1 0,0 0 0,0-1 0,-1 1 0,1 0 0,-1 0 0,0-1 0,0 1 0,1-1 0,-1 1 0,-1-1 0,2-3 0,0-4 0,-1 0 0,0 0 0,0 1 0,-1-1 0,-1 0 0,-1-16 0,-4 11 0,3 12 0,-1 11 0,2 6 0,1 0 0,0 0 0,0 0 0,2 0 0,3 24 0,18 70 0,3-18 0,12 60 0,-37-147 0,1-1 0,-1 0 0,0 1 0,0-1 0,0 1 0,0-1 0,0 1 0,-1-1 0,0 4 0,1-6 0,-1 1 0,1-1 0,0 1 0,-1-1 0,1 1 0,-1-1 0,1 1 0,0-1 0,-1 1 0,1-1 0,-1 1 0,1-1 0,-1 0 0,0 1 0,1-1 0,-1 0 0,1 0 0,-1 1 0,1-1 0,-1 0 0,0 0 0,1 0 0,-1 0 0,0 0 0,1 0 0,-1 0 0,1 0 0,-1 0 0,0 0 0,1 0 0,-1 0 0,0 0 0,1 0 0,-1-1 0,1 1 0,-1 0 0,0 0 0,1-1 0,-1 1 0,0-1 0,-9-4-97,-1-1-1,2 0 1,-1 0-1,0-1 1,1 0-1,1-1 1,-1 0-1,1-1 1,1 1-1,-1-1 1,1-1-1,1 1 0,-8-17 1,7 13-6729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1.6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24575,'0'10'0,"1"-1"0,1 1 0,-1 0 0,2 0 0,-1 0 0,1-1 0,1 0 0,-1 1 0,2-1 0,-1 0 0,1-1 0,7 9 0,-9-12 0,1 0 0,0 0 0,0-1 0,0 1 0,0-1 0,1 0 0,0-1 0,0 1 0,0-1 0,0 0 0,0 0 0,1-1 0,-1 1 0,1-1 0,0 0 0,-1-1 0,1 1 0,0-1 0,0 0 0,0-1 0,7 1 0,-11-1 0,-1-1 0,1 1 0,0 0 0,0-1 0,0 1 0,0-1 0,0 1 0,0-1 0,0 0 0,-1 0 0,1 1 0,0-2 0,-1 1 0,1 0 0,-1 0 0,1 0 0,-1-1 0,1 1 0,1-3 0,-1 1 0,-1 0 0,1 0 0,-1 0 0,0 0 0,0 0 0,0 0 0,0 0 0,-1 0 0,1-1 0,-1 1 0,0-4 0,0 0 0,0-1 0,-1 1 0,0 0 0,0 0 0,-1 0 0,0 0 0,0 0 0,-1 0 0,0 0 0,-4-7 0,9 17 0,7 12 0,2 0 0,0 0 0,18 18 0,-18-24 0,-1 1 0,1-1 0,0 0 0,1-1 0,0 0 0,14 7 0,-24-14 0,0 0 0,1 0 0,0 0 0,-1 0 0,1 0 0,0-1 0,-1 1 0,1-1 0,0 0 0,-1 0 0,1 0 0,0 0 0,0 0 0,-1-1 0,1 1 0,0-1 0,-1 1 0,1-1 0,0 0 0,-1 0 0,1 0 0,-1-1 0,0 1 0,1-1 0,-1 1 0,0-1 0,0 0 0,0 0 0,0 0 0,0 0 0,0 0 0,2-4 0,0-1 0,0-1 0,-1 1 0,0-1 0,-1 1 0,1-1 0,-2 0 0,1 0 0,-1 0 0,1-10 0,-1 5 0,1 0 0,5-16 0,-7 28 0,0-1 0,1 1 0,-1 0 0,0 0 0,1-1 0,0 1 0,-1 0 0,1 0 0,0 0 0,-1 0 0,1 0 0,0 0 0,0 0 0,0 0 0,0 0 0,0 1 0,0-1 0,0 0 0,0 0 0,0 1 0,1-1 0,1 0 0,-1 1 0,-1 0 0,1 0 0,0 0 0,0 0 0,0 0 0,-1 0 0,1 1 0,0-1 0,0 0 0,-1 1 0,1 0 0,0-1 0,-1 1 0,3 1 0,3 3 0,1 0 0,-1 1 0,-1-1 0,1 2 0,8 9 0,-5-5-120,6 8-502,17 26-1,-26-33-6203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2.4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24575,'37'54'0,"-20"-30"0,0 0 0,36 38 0,-50-59 0,1 0 0,-1 0 0,1 0 0,0 0 0,0-1 0,0 0 0,5 3 0,-8-5 0,0 1 0,1-1 0,-1 0 0,0 1 0,0-1 0,0 0 0,1 0 0,-1 0 0,0 0 0,0 0 0,1 0 0,-1 0 0,0 0 0,0-1 0,1 1 0,-1 0 0,0-1 0,0 1 0,0-1 0,1 1 0,-1-1 0,0 0 0,0 1 0,0-1 0,0 0 0,0 0 0,0 0 0,-1 1 0,1-1 0,1-2 0,2-4 0,0 1 0,-1-1 0,0 0 0,0 0 0,-1-1 0,0 1 0,0 0 0,0-1 0,-1 1 0,-1-1 0,1-7 0,0 6 0,-1 8 0,0 0 0,0 1 0,0-1 0,0 0 0,0 0 0,0 0 0,0 0 0,1 1 0,-1-1 0,0 0 0,1 0 0,-1 1 0,0-1 0,1 0 0,-1 1 0,1-1 0,-1 0 0,1 1 0,-1-1 0,1 1 0,0-1 0,0 0 0,0 1 0,0 0 0,0-1 0,-1 1 0,1 0 0,0 0 0,0 0 0,0 0 0,0 0 0,-1 0 0,1 0 0,0 1 0,0-1 0,0 0 0,0 0 0,-1 1 0,1-1 0,1 1 0,5 4 0,0-1 0,-1 1 0,11 10 0,-8-7 0,0 0 0,0-1 0,1 0 0,-1-1 0,1 0 0,0-1 0,1 0 0,-1 0 0,1-1 0,21 5 0,-31-9 0,1 1 0,-1-1 0,0 0 0,0 0 0,1 1 0,-1-1 0,0 0 0,0 0 0,1-1 0,-1 1 0,0 0 0,0 0 0,1-1 0,-1 1 0,0 0 0,0-1 0,0 1 0,0-1 0,1 0 0,-1 1 0,0-1 0,0 0 0,0 0 0,0 1 0,0-1 0,-1 0 0,1 0 0,0 0 0,0 0 0,-1 0 0,1 0 0,0-1 0,-1 1 0,1 0 0,0-2 0,0-2 0,-1 0 0,1-1 0,-1 1 0,0-1 0,0 1 0,-2-10 0,2 14 0,-1 0 0,1-1 0,0 1 0,0-1 0,0 1 0,0 0 0,1-1 0,-1 1 0,0 0 0,1-1 0,-1 1 0,0 0 0,1-1 0,1-1 0,-2 3 0,1-1 0,-1 1 0,1 0 0,-1-1 0,1 1 0,-1 0 0,1-1 0,-1 1 0,1 0 0,-1-1 0,1 1 0,0 0 0,-1 0 0,1 0 0,-1 0 0,1 0 0,0 0 0,-1 0 0,1 0 0,0 0 0,-1 0 0,1 0 0,0 0 0,-1 0 0,1 0 0,-1 1 0,1-1 0,-1 0 0,1 0 0,0 1 0,-1-1 0,1 0 0,0 2 0,29 17-455,-1 1 0,47 43 0,-66-54-6371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3.1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88 139 24575,'4'-8'0,"4"-7"0,8-25 0,-14 37 0,-1-1 0,0 1 0,0-1 0,-1 0 0,1 1 0,-1-1 0,1 0 0,-1 0 0,-1 1 0,1-1 0,0 0 0,-2-7 0,1 10 0,0 0 0,1-1 0,-1 1 0,0 0 0,0 0 0,0 0 0,0-1 0,0 1 0,0 0 0,0 0 0,0 0 0,-1 1 0,1-1 0,0 0 0,-1 0 0,1 1 0,0-1 0,-1 0 0,1 1 0,-1 0 0,1-1 0,0 1 0,-1 0 0,1 0 0,-1 0 0,1 0 0,-1 0 0,1 0 0,-1 0 0,1 0 0,-2 1 0,-2 0 0,1-1 0,0 1 0,0 1 0,1-1 0,-1 0 0,0 1 0,0 0 0,1 0 0,-1 0 0,-3 4 0,4-4 0,0 1 0,0 0 0,1-1 0,-1 1 0,1 1 0,0-1 0,0 0 0,0 0 0,0 1 0,0-1 0,1 1 0,0 0 0,-1-1 0,1 1 0,1 0 0,-1 0 0,1 0 0,-1-1 0,1 1 0,1 7 0,-1-6 0,2 0 0,-1 0 0,0 0 0,1 0 0,0-1 0,0 1 0,1-1 0,-1 1 0,1-1 0,0 0 0,0 0 0,0 0 0,0 0 0,1 0 0,6 4 0,5 3 0,0-1 0,2-1 0,-1 0 0,1-2 0,0 1 0,0-2 0,1 0 0,0-1 0,32 4 0,-41-8-170,0 0-1,0 0 0,1-1 1,-1 0-1,0 0 0,0-1 1,16-4-1,-15 2-6655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3.6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24575,'13'85'0,"16"84"0,-22-142 0,1-1 0,1 1 0,1-2 0,17 31 0,-14-31 0,2-1 0,1 0 0,33 38 0,-45-58-114,0 0 1,1 0-1,-1 0 0,1-1 0,0 0 1,0 1-1,0-2 0,0 1 0,1-1 1,-1 1-1,12 2 0,-5-3-6712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3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1 24575,'-30'0'0,"-15"0"0,-2 0 0,4 0 0,7 2 0,7 2 0,6-1 0,4 2 0,3 0 0,2-1 0,-2 2 0,2-1-8191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4.1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150 298 24575,'0'5'0,"0"1"0,-1 0 0,0-1 0,0 1 0,0-1 0,0 0 0,-1 1 0,-4 9 0,5-14 0,0 0 0,0 0 0,1 0 0,-1 1 0,0-1 0,0 0 0,0 0 0,0 0 0,0 0 0,-1-1 0,1 1 0,0 0 0,0 0 0,0-1 0,-1 1 0,-1 0 0,2-1 0,-1 1 0,0-1 0,1 0 0,-1 0 0,1-1 0,-1 1 0,0 0 0,1 0 0,-1-1 0,1 1 0,-1-1 0,1 1 0,-1-1 0,1 0 0,-1 1 0,1-1 0,0 0 0,-2-1 0,-1-2 0,0 0 0,0 0 0,0 0 0,0 0 0,1 0 0,0-1 0,0 0 0,-4-8 0,0 0 0,1-1 0,-3-15 0,-1-2 0,-4-34 0,12 53 0,1 0 0,0 0 0,0 0 0,2-1 0,-1 1 0,3-13 0,-2 22 6,0-1 0,0 1-1,0 0 1,0-1 0,0 1-1,1 0 1,0 0 0,-1 0 0,1 0-1,0 0 1,0 0 0,1 0-1,-1 1 1,1-1 0,-1 1-1,1-1 1,0 1 0,0 0 0,0 0-1,4-1 1,-3 1-93,0 1-1,0 0 1,0 0 0,0 0-1,0 0 1,0 0 0,0 1-1,1 0 1,-1 0-1,0 0 1,0 1 0,0-1-1,1 1 1,-1 0 0,0 0-1,6 3 1,6 3-6739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4.5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24575,'5'18'0,"1"7"0,3 4 0,2-2 0,-1-3 0,1-3 0,-2-2 0,0-5 0,-1-1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4.7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24575,'5'13'0,"2"6"0,2 0 0,-1-2-8191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5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119 2 24575,'-7'-1'0,"0"0"0,0 1 0,0 0 0,0 1 0,0-1 0,0 1 0,0 1 0,1-1 0,-8 4 0,11-4 0,1 0 0,-1 0 0,1 0 0,-1 0 0,1 1 0,0-1 0,0 1 0,0 0 0,0-1 0,0 1 0,0 0 0,0 0 0,1 0 0,-1 0 0,1 1 0,-1-1 0,1 0 0,0 1 0,0-1 0,0 1 0,0-1 0,0 1 0,1-1 0,-1 1 0,1 0 0,0 4 0,0 0 0,1-1 0,0 1 0,0 0 0,0 0 0,1 0 0,0-1 0,1 1 0,5 11 0,2-1 0,21 31 0,-23-39 0,0 0 0,1 0 0,0 0 0,0-1 0,1-1 0,0 0 0,1 0 0,-1-1 0,1 0 0,0-1 0,1 0 0,-1-1 0,1 0 0,0 0 0,0-2 0,14 2 0,-19-3-16,1-1 0,-1 0 0,0-1-1,0 0 1,0 0 0,7-2 0,3-1-1236,-4 2-5574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6.0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24575,'1'19'0,"1"1"0,0 0 0,1 0 0,1-1 0,1 0 0,1 0 0,11 25 0,0-7 0,2-2 0,38 54 0,-44-67-69,-7-13-190,0-1 0,0 1 0,0-1-1,14 13 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6.4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1 232 24575,'1'-7'0,"1"-1"0,0 1 0,1 0 0,-1 0 0,1 1 0,1-1 0,0 1 0,-1-1 0,7-6 0,0 2 0,0 1 0,0-1 0,21-14 0,19-19 105,-35 29-840,25-19 0,-30 28-6091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6.7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48 24575,'10'-8'0,"8"-2"0,4 0 0,1 3 0,-2 1 0,2 3 0,-2 1 0,-1 1 0,-2 1 0,-1 1 0,-1-1 0,-1 1 0,-3-4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7.0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24575,'13'30'0,"6"12"0,3 5 0,-3-1 0,-1-6 0,-2-8 0,-1-3 0,-1-5 0,-2-3 0,-1-6 0,-2-3 0,-1-3 0,-1-1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7.7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103 270 24575,'20'86'0,"22"80"0,-37-149 0,5 12 0,-5-23 0,-3-10 0,-1-12 0,-5-6 0,-2-1 0,-1 2 0,-1-1 0,-13-26 0,-29-49 0,31 64 0,2-1 0,-14-38 0,30 71 0,-4-13 0,0 0 0,1 0 0,1-1 0,-2-22 0,4 34 0,1 0 0,0 0 0,0 0 0,0 0 0,1-1 0,-1 1 0,1 0 0,-1 0 0,1 0 0,0 0 0,0 0 0,1 0 0,-1 0 0,1 0 0,-1 0 0,1 1 0,0-1 0,0 1 0,0-1 0,0 1 0,0 0 0,1 0 0,-1 0 0,1 0 0,0 0 0,-1 0 0,6-2 0,-2 2 0,0 0 0,0 1 0,0-1 0,1 1 0,-1 0 0,13 0 0,38 4 0,-56-2 0,8 0 0,0 1 0,0 0 0,-1 0 0,1 1 0,-1 0 0,0 1 0,0 0 0,0 0 0,11 8 0,-14-9 0,-1 0 0,1 1 0,-1-1 0,0 1 0,0 0 0,-1 0 0,1 1 0,-1-1 0,0 1 0,0-1 0,0 1 0,-1 0 0,1 0 0,-1 1 0,0-1 0,1 7 0,-3-8 0,0-1 0,0 0 0,0 0 0,-1 1 0,1-1 0,-1 0 0,0 0 0,0 0 0,0 0 0,0 0 0,-1 0 0,1 0 0,-1 0 0,0 0 0,0 0 0,0-1 0,0 1 0,-3 2 0,-5 5 0,0-1 0,-22 16 0,10-11 0,-40 19 0,27-16 0,34-17 0,0 1 0,-1 0 0,1-1 0,0 1 0,0 0 0,-1 0 0,1 0 0,0 0 0,0 0 0,0 0 0,0 0 0,0 0 0,0 0 0,0 0 0,1 1 0,-1-1 0,0 0 0,1 0 0,-1 1 0,1-1 0,-1 1 0,1-1 0,-1 2 0,2-1 0,-1-1 0,0 1 0,1 0 0,-1-1 0,1 1 0,-1-1 0,1 1 0,0-1 0,0 1 0,0-1 0,0 0 0,0 1 0,0-1 0,0 0 0,0 0 0,0 0 0,1 1 0,-1-1 0,0 0 0,2 0 0,8 5 0,-1-1 0,1 0 0,0-1 0,0 0 0,0 0 0,23 2 0,-7 0 0,164 26 0,-142-22-1365,-38-8-5461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8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208 20 24575,'-32'-6'0,"16"2"0,0 1 0,0 0 0,0 1 0,-1 1 0,1 1 0,-24 2 0,38-2 0,0 0 0,0 0 0,1 1 0,-1-1 0,0 1 0,0-1 0,1 1 0,-1 0 0,0-1 0,1 1 0,-1 0 0,1 0 0,-1 0 0,1 1 0,-1-1 0,1 0 0,0 1 0,-1-1 0,1 0 0,0 1 0,0-1 0,0 1 0,0 0 0,1-1 0,-2 3 0,2-1 0,-1-1 0,1 1 0,0-1 0,0 1 0,1 0 0,-1-1 0,0 1 0,1-1 0,0 1 0,-1-1 0,1 1 0,0-1 0,0 1 0,1-1 0,-1 0 0,0 0 0,3 3 0,7 10 0,1-1 0,0 0 0,2-1 0,-1 0 0,2-1 0,-1 0 0,30 16 0,-22-15 0,2-2 0,-1 0 0,1-1 0,1-2 0,27 7 0,-46-13-170,1-1-1,0 0 0,1 0 1,-1 0-1,0-1 0,0 0 1,14-2-1,-9-2-6655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9.0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79 24575,'-6'-7'0,"3"2"0,0 1 0,-1 0 0,1 0 0,-1 0 0,0 0 0,0 1 0,0 0 0,-1 0 0,1 0 0,-9-4 0,13 7 0,-1-1 0,1 1 0,0 0 0,0 0 0,0 0 0,-1 0 0,1 0 0,0 0 0,0 0 0,0 0 0,-1 0 0,1 0 0,0 0 0,0 0 0,0 0 0,-1 0 0,1 0 0,0 0 0,0 0 0,0 0 0,-1 0 0,1 0 0,0 0 0,0 0 0,0 1 0,-1-1 0,1 0 0,0 0 0,0 0 0,0 0 0,0 0 0,0 0 0,-1 1 0,1-1 0,0 0 0,0 0 0,1 9 0,8 9 0,-4-11 0,0 0 0,0 0 0,0-1 0,1 1 0,0-1 0,1-1 0,-1 1 0,1-1 0,0 0 0,1-1 0,-1 0 0,14 6 0,-9-6 0,1 0 0,1-1 0,-1 0 0,0-1 0,1 0 0,-1-1 0,17-1 0,-30 0 0,1 0 0,-1-1 0,1 1 0,-1 0 0,1 0 0,0 0 0,-1 0 0,1 0 0,-1 0 0,1 0 0,-1 0 0,1 1 0,-1-1 0,1 0 0,-1 0 0,1 0 0,0 1 0,-1-1 0,1 0 0,-1 1 0,0-1 0,1 0 0,-1 1 0,1-1 0,-1 0 0,0 1 0,1-1 0,0 1 0,-2 0 0,1 0 0,0 0 0,0-1 0,0 1 0,0 0 0,0 0 0,-1-1 0,1 1 0,0 0 0,-1 0 0,1-1 0,0 1 0,-1 0 0,1-1 0,-1 1 0,1-1 0,-1 1 0,-4 5 0,0-1 0,-1-1 0,-8 7 0,9-8 0,0-1 0,-1 1 0,0-1 0,0 0 0,1-1 0,-1 1 0,0-1 0,0 0 0,0 0 0,-1-1 0,1 0 0,0 0 0,-8-2 0,4 1 0,0 0 0,0-2 0,0 1 0,1-1 0,-1 0 0,1-1 0,-13-7 0,19 9 0,-1-1 0,0 0 0,0 0 0,1 0 0,0 0 0,-1-1 0,1 1 0,1-1 0,-1 0 0,0 0 0,1 0 0,0 0 0,0 0 0,0-1 0,1 1 0,-1 0 0,-1-10 0,2 7 0,0 1 0,1-1 0,0 1 0,0-1 0,0 1 0,1-1 0,0 1 0,0 0 0,1-1 0,0 1 0,0 0 0,4-9 0,-5 13-124,0 1 0,0-1 0,0 0 0,0 1 0,0-1 0,0 1-1,1-1 1,-1 1 0,0 0 0,3-2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49.8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24575,'9'-3'0,"0"0"0,1 0 0,-1 1 0,1 0 0,-1 1 0,1 0 0,0 0 0,19 2 0,-16 1 0,0 0 0,0 1 0,0 0 0,0 1 0,-1 1 0,14 6 0,-23-10 5,0 1-1,0-1 0,-1 1 0,1 0 1,-1 0-1,1 0 0,-1 0 0,0 0 1,0 0-1,1 1 0,-2-1 1,1 1-1,0-1 0,0 1 0,-1 0 1,0-1-1,1 1 0,-1 0 0,0 0 1,0 0-1,-1 0 0,1 0 1,-1 1-1,1-1 0,-1 0 0,0 0 1,-1 5-1,0-1-128,0 0 0,0-1 1,-1 1-1,0-1 0,-1 1 0,1-1 1,-1 0-1,-1 0 0,1 0 0,-1 0 1,-8 9-1,4-5-6702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0.5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57 192 24575,'4'0'0,"19"0"0,29-4 0,-46 3 0,0 0 0,-1 0 0,1 0 0,0-1 0,-1 0 0,1 0 0,-1 0 0,0-1 0,0 0 0,7-5 0,-11 8 0,0-1 0,0 0 0,0 0 0,0 0 0,0 0 0,-1 0 0,1 0 0,0 0 0,-1 0 0,1 0 0,0-1 0,-1 1 0,0 0 0,1 0 0,-1 0 0,0-1 0,1 1 0,-1 0 0,0-3 0,0 2 0,-1 0 0,1-1 0,-1 1 0,1 0 0,-1 0 0,0 0 0,0 0 0,0 0 0,0-1 0,-2-1 0,-2-3 0,0 1 0,0 0 0,-1 0 0,0 0 0,-8-5 0,5 4 0,-45-32 0,48 36 0,0-1 0,0 1 0,0 0 0,0 1 0,0 0 0,-1 0 0,-10-2 0,16 4 0,-1-1 0,1 1 0,-1 0 0,1 0 0,-1 0 0,1 0 0,-1 1 0,1-1 0,-1 0 0,1 0 0,0 1 0,-1-1 0,1 1 0,0 0 0,-1-1 0,1 1 0,0 0 0,0 0 0,-1-1 0,1 1 0,0 0 0,0 0 0,0 0 0,0 1 0,0-1 0,0 0 0,1 0 0,-1 0 0,0 1 0,1-1 0,-1 0 0,1 1 0,-1-1 0,1 1 0,-1-1 0,1 0 0,0 1 0,0-1 0,0 1 0,0 1 0,0 4 0,0 0 0,0-1 0,1 1 0,0-1 0,0 1 0,1-1 0,3 11 0,0-7 0,0 0 0,1 0 0,0 0 0,1-1 0,0 0 0,0 0 0,1 0 0,13 10 0,11 7 0,34 21 0,-56-41 30,1 1 0,0-1 0,23 8 0,-29-12-154,0 0 0,0-1 1,0 0-1,1 0 0,-1 0 0,0-1 1,1 1-1,-1-2 0,0 1 0,1 0 1,7-2-1,-3-2-6702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0.9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1 24575,'-4'3'0,"0"1"0,0 0 0,0 0 0,1 0 0,-1 0 0,1 1 0,0 0 0,0-1 0,1 1 0,0 0 0,-3 7 0,2-3 0,1-1 0,1 1 0,-1 0 0,1 0 0,1 0 0,0 12 0,3 7 0,1 0 0,1 0 0,13 35 0,-17-60 0,11 40 0,2-1 0,2 0 0,2-2 0,1 0 0,41 61 0,-52-89-227,1-1-1,0-1 1,1 0-1,0 0 1,14 10-1,-9-10-6598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1.2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32 24575,'-28'-7'0,"-11"-3"0,0 3 0,5 3 0,6 1 0,5 2 0,3 1 0,6 1-8191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1.5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 0 24575,'-8'1'0,"0"0"0,1 0 0,-1 1 0,1 0 0,0 0 0,-1 1 0,1 0 0,0 0 0,0 0 0,-8 7 0,11-7 0,-1 1 0,1 0 0,0 0 0,0 1 0,0-1 0,0 1 0,1 0 0,-1 0 0,2 0 0,-1 0 0,0 0 0,1 1 0,-3 11 0,2-3 0,0 1 0,2-1 0,0 1 0,0 0 0,1 0 0,1 0 0,1-1 0,5 23 0,4 11 0,22 55 0,-12-51-341,1-2 0,3 0-1,51 77 1,-70-119-6485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1.7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32 24575,'-30'-7'0,"-13"-3"0,-1 3 0,5 2 0,8 3-8191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2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24575,'17'26'0,"-1"0"0,-1 2 0,16 40 0,25 92 0,-27-70 0,40 135 0,-66-217 0,-2-16 0,-1-27 0,0 27 0,0 0 0,0 1 0,0-1 0,1 0 0,0 1 0,1-1 0,2-7 0,-4 13 0,1 1 0,-1-1 0,1 1 0,0-1 0,-1 1 0,1-1 0,0 1 0,0-1 0,0 1 0,0 0 0,0 0 0,0 0 0,0-1 0,1 1 0,-1 0 0,0 0 0,1 1 0,-1-1 0,0 0 0,1 0 0,-1 1 0,1-1 0,0 1 0,-1-1 0,1 1 0,-1-1 0,1 1 0,-1 0 0,1 0 0,0 0 0,-1 0 0,1 0 0,0 0 0,-1 1 0,3 0 0,7 3 0,-1 0 0,1 1 0,-1 0 0,0 1 0,0 0 0,-1 1 0,15 12 0,-3-2 0,39 24 0,-38-27 0,-1 1 0,0 0 0,23 24 0,-44-39-54,1 1-1,-1-1 0,1 1 1,-1-1-1,0 1 1,1-1-1,-1 1 0,1-1 1,-1 1-1,0-1 1,1 1-1,-1-1 0,0 1 1,0 0-1,1-1 0,-1 1 1,0 0-1,0-1 1,0 1-1,0-1 0,0 1 1,0 0-1,0-1 1,0 2-1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3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326 103 24575,'-115'-61'0,"94"52"0,1 1 0,-1 1 0,-40-9 0,58 16 0,0-1 0,0 1 0,-1 0 0,1 0 0,0 0 0,0 0 0,0 0 0,0 1 0,0-1 0,0 1 0,0 0 0,0 0 0,1 0 0,-1 0 0,0 0 0,0 1 0,1-1 0,-1 1 0,1-1 0,-5 5 0,4-3 0,1 0 0,0 1 0,0-1 0,0 0 0,0 1 0,0-1 0,1 1 0,-1 0 0,1-1 0,0 1 0,0 0 0,1 0 0,-1 0 0,1 0 0,0 7 0,0-5 0,1 1 0,-1 0 0,2-1 0,-1 1 0,1-1 0,0 1 0,0-1 0,1 0 0,-1 0 0,2 0 0,-1 0 0,1 0 0,-1-1 0,7 7 0,7 6 0,0-2 0,34 26 0,-30-25 0,24 23 0,-34-29 0,-1 1 0,0 0 0,-1 1 0,0 0 0,-1 0 0,0 1 0,-1 0 0,8 25 0,-10-26 0,-1 1 0,-1-1 0,0 1 0,-1 0 0,1 22 0,-2-15 0,1 0 0,1 0 0,1 0 0,9 28 0,-11-45 0,0 1 0,0-1 0,0 1 0,1-1 0,-1 0 0,1 1 0,0-1 0,0-1 0,1 1 0,-1 0 0,1-1 0,0 0 0,0 0 0,0 0 0,0 0 0,0 0 0,9 3 0,4 0 0,1 0 0,-1-1 0,28 5 0,-40-9 0,2 0-170,0 1-1,1-1 0,-1 0 1,0-1-1,0 0 0,1 0 1,12-2-1,-10-2-6655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3.7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24575,'0'0'0,"-1"0"0,1 0 0,0 1 0,0-1 0,-1 0 0,1 0 0,0 0 0,0 0 0,0 1 0,0-1 0,-1 0 0,1 0 0,0 0 0,0 1 0,0-1 0,0 0 0,0 0 0,-1 1 0,1-1 0,0 0 0,0 0 0,0 1 0,0-1 0,0 0 0,0 0 0,0 1 0,0-1 0,0 0 0,0 0 0,0 1 0,0-1 0,0 0 0,0 0 0,0 1 0,0-1 0,1 0 0,-1 0 0,0 1 0,0-1 0,0 0 0,0 0 0,0 1 0,1-1 0,-1 0 0,6 14 0,14 20 0,0 0 0,37 43 0,-56-75 0,0 0 0,1-1 0,0 1 0,-1 0 0,1-1 0,0 1 0,0-1 0,0 1 0,0-1 0,0 0 0,0 0 0,0 0 0,1 0 0,-1 0 0,0-1 0,1 1 0,-1 0 0,0-1 0,1 0 0,-1 0 0,0 0 0,1 0 0,-1 0 0,1 0 0,-1 0 0,0-1 0,1 1 0,-1-1 0,0 0 0,0 0 0,1 0 0,-1 0 0,2-1 0,1-2 0,0 1 0,0-1 0,0-1 0,0 1 0,-1-1 0,0 1 0,0-1 0,0-1 0,0 1 0,-1 0 0,4-9 0,2-10 0,-7 18 0,0 0 0,0 0 0,6-10 0,-8 15 0,1 1 0,-1-1 0,1 1 0,-1-1 0,1 1 0,-1-1 0,1 1 0,-1-1 0,1 1 0,0 0 0,-1-1 0,1 1 0,0 0 0,-1-1 0,1 1 0,0 0 0,-1 0 0,1 0 0,0-1 0,0 1 0,-1 0 0,1 0 0,0 0 0,0 0 0,-1 0 0,1 0 0,0 1 0,-1-1 0,1 0 0,0 0 0,0 0 0,-1 1 0,1-1 0,-1 0 0,1 1 0,0-1 0,-1 1 0,1-1 0,-1 1 0,2 0 0,2 3 0,0-1 0,0 1 0,7 9 0,-11-13 0,28 39-592,23 43 0,-49-80 411,6 11-6645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4.3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24575,'9'-6'0,"-1"1"0,1 0 0,0 0 0,0 1 0,0 0 0,0 0 0,1 1 0,14-2 0,-18 4 0,-1 0 0,0 1 0,1-1 0,-1 2 0,1-1 0,-1 0 0,1 1 0,-1 0 0,0 0 0,0 1 0,1 0 0,-1 0 0,0 0 0,0 0 0,-1 1 0,1-1 0,5 5 0,5 6 0,-1 1 0,25 29 0,-26-27 0,1 0 0,23 20 0,-33-33 0,0 1 0,-1 0 0,0 0 0,0 0 0,0 0 0,0 1 0,0-1 0,-1 1 0,0 0 0,0-1 0,3 11 0,0 6 0,4 35 0,-3-13 0,1-9 0,1 0 0,2-1 0,0 0 0,3 0 0,28 52 0,39 34 0,-32-51 0,-46-65 0,0 1 0,0-1 0,-1 0 0,1 0 0,-1 1 0,1-1 0,-1 1 0,1 4 0,-2-7 0,0 0 0,0 0 0,0 0 0,0 0 0,0 0 0,0 0 0,-1 0 0,1 0 0,0-1 0,0 1 0,-1 0 0,1 0 0,-1 0 0,1 0 0,-1-1 0,1 1 0,-1 0 0,1 0 0,-1-1 0,0 1 0,1-1 0,-1 1 0,0 0 0,1-1 0,-1 1 0,0-1 0,0 1 0,0-1 0,0 0 0,1 1 0,-1-1 0,0 0 0,0 0 0,0 0 0,0 1 0,0-1 0,0 0 0,-1 0 0,-12 0 0,-1 0 0,1 0 0,-1-1 0,1-1 0,0 0 0,-21-7 0,-10-1 0,-50-7-1365,70 14-5461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4.7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254 61 24575,'-25'-10'0,"-11"-3"0,-2 0 0,3 3 0,5 2 0,6 4 0,3 1 0,4 5 0,1 1 0,4 3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5.0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143 13 24575,'-20'-5'0,"-7"1"0,-1 1 0,2 3 0,2 5 0,6 1-8191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5.9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 24575,'0'-21'0,"0"18"0,0 15 0,5 105 0,-2-97 0,0 0 0,2 0 0,11 34 0,0-10 0,1 5 0,44 85 0,-58-128 0,-1-2 0,1 0 0,-1 1 0,1-1 0,-1 0 0,1-1 0,0 1 0,7 5 0,-10-9 0,1 0 0,-1 0 0,0 0 0,0 0 0,1 0 0,-1 0 0,0 0 0,0 0 0,1 0 0,-1 0 0,0 0 0,0 0 0,1 0 0,-1-1 0,0 1 0,0 0 0,0 0 0,1 0 0,-1 0 0,0-1 0,0 1 0,0 0 0,0 0 0,1 0 0,-1-1 0,0 1 0,0 0 0,0 0 0,0-1 0,0 1 0,0 0 0,0 0 0,0-1 0,0 1 0,0 0 0,0 0 0,0-1 0,0 1 0,0-1 0,4-15 0,-4 12 0,4-20 0,-1 1 0,-1-30 0,1 2 0,-3 49 0,0 0 0,0 0 0,0 0 0,0 0 0,1 1 0,-1-1 0,1 0 0,-1 0 0,1 0 0,0 0 0,-1 1 0,1-1 0,0 0 0,0 1 0,1-1 0,-1 1 0,0-1 0,0 1 0,1 0 0,1-2 0,-1 2 0,-1 1 0,1-1 0,-1 1 0,1 0 0,-1-1 0,1 1 0,0 0 0,-1 0 0,1 0 0,0 0 0,-1 1 0,1-1 0,-1 0 0,1 0 0,-1 1 0,1 0 0,-1-1 0,1 1 0,-1-1 0,1 1 0,-1 0 0,0 0 0,1 0 0,0 1 0,38 29 0,49 49 0,-29-25 0,-59-53-136,1-1-1,-1 0 1,0 0-1,0 0 1,0 1-1,0-1 1,0 1-1,0-1 0,1 3 1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6.6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240 75 24575,'-23'-16'0,"-30"-17"0,44 29 0,1 0 0,-1 1 0,1-1 0,-1 2 0,0-1 0,0 1 0,-17-2 0,23 4 0,-1 0 0,0 1 0,0-1 0,0 1 0,0 0 0,1 0 0,-1 0 0,0 0 0,1 1 0,-1-1 0,1 1 0,-1 0 0,1 0 0,-4 4 0,5-5 0,1 0 0,-1 0 0,1 0 0,0 1 0,0-1 0,-1 1 0,1-1 0,0 1 0,0 0 0,0-1 0,1 1 0,-1 0 0,0-1 0,1 1 0,-1 0 0,1 0 0,-1 0 0,1 0 0,0-1 0,0 1 0,0 0 0,0 0 0,0 0 0,0 0 0,1 0 0,-1-1 0,1 1 0,-1 0 0,1 0 0,0 2 0,25 39 0,-18-31 0,-1 0 0,9 20 0,6 34 0,24 117 0,-21-72 0,-15-70 0,31 111 0,-38-145 0,0 1 0,0-1 0,0 0 0,0 0 0,1 0 0,1-1 0,-1 1 0,1-1 0,10 10 0,-12-13 0,0-1 0,0 0 0,0 0 0,0 0 0,0 0 0,0 0 0,0-1 0,1 1 0,-1-1 0,1 0 0,-1 0 0,1 0 0,-1-1 0,1 1 0,0-1 0,-1 0 0,1 0 0,-1 0 0,1 0 0,0-1 0,-1 1 0,6-3 0,-5 2-151,0 0-1,0-1 0,0 0 0,0 0 1,0 0-1,0 0 0,-1 0 1,6-5-1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7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46 145 24575,'-3'24'0,"1"0"0,2-1 0,0 1 0,2 0 0,6 35 0,-5-41 0,0 0 0,1 0 0,1-1 0,11 26 0,-16-43 0,0 0 0,0 0 0,0 0 0,0 1 0,0-1 0,0 0 0,0 0 0,0 0 0,0 0 0,0 0 0,0 1 0,0-1 0,0 0 0,0 0 0,0 0 0,0 0 0,0 0 0,0 1 0,0-1 0,0 0 0,0 0 0,1 0 0,-1 0 0,0 0 0,0 0 0,0 0 0,0 1 0,0-1 0,0 0 0,1 0 0,-1 0 0,0 0 0,0 0 0,0 0 0,0 0 0,0 0 0,1 0 0,-1 0 0,0 0 0,0 0 0,0 0 0,0 0 0,0 0 0,1 0 0,-1 0 0,0 0 0,0 0 0,0 0 0,0 0 0,0 0 0,1 0 0,2-11 0,-3-16 0,-4-11 0,-2-1 0,-2 1 0,-16-47 0,3 12 0,18 59 0,-5-16 0,-8-56 0,46 138 0,-23-39 0,1 0 0,1-1 0,0 0 0,1-1 0,0 0 0,16 14 0,-20-21 0,0 1 0,0-1 0,0 0 0,0 0 0,1-1 0,-1 0 0,1 0 0,0 0 0,0-1 0,0 0 0,0 0 0,0-1 0,1 0 0,-1 0 0,8-1 0,-12 0 0,0-1 0,0 1 0,0-1 0,0 1 0,0-1 0,0 0 0,0 0 0,-1 0 0,1-1 0,0 1 0,0-1 0,-1 0 0,1 1 0,-1-1 0,0 0 0,3-3 0,1-2 0,-1-1 0,1 1 0,-2-1 0,5-9 0,-5 9 0,0 1 0,1-1 0,0 1 0,7-9 0,-12 15 0,0 1 0,1-1 0,-1 1 0,1 0 0,-1-1 0,1 1 0,-1-1 0,1 1 0,-1 0 0,1-1 0,-1 1 0,1 0 0,-1-1 0,1 1 0,0 0 0,-1 0 0,1 0 0,0 0 0,-1 0 0,1-1 0,-1 1 0,1 0 0,0 0 0,-1 1 0,1-1 0,0 0 0,-1 0 0,1 0 0,-1 0 0,1 0 0,0 1 0,-1-1 0,1 0 0,-1 1 0,1-1 0,-1 0 0,1 1 0,-1-1 0,1 0 0,-1 1 0,1-1 0,-1 1 0,0-1 0,1 2 0,3 3 0,-1-1 0,-1 1 0,1 0 0,2 8 0,-1-3 0,124 230 0,-115-216 0,-12-22-151,0 0-1,0 0 0,0 0 0,0 0 1,0 1-1,-1-1 0,1 0 1,0 3-1,-2 5-6674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7.7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24575,'0'3'0,"-2"0"0,-4 3 0,-3 0 0,-3-1 0,-1-1 0,-4-2 0,-4-1 0,-4 0 0,1-1 0,1 0 0,5 0-8191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8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24575,'15'58'0,"35"107"0,-49-161 0,1 0 0,0 0 0,0 0 0,0 0 0,1-1 0,4 7 0,-6-10 0,-1 1 0,1-1 0,-1 1 0,1-1 0,0 1 0,-1-1 0,1 0 0,-1 1 0,1-1 0,0 0 0,-1 1 0,1-1 0,0 0 0,0 0 0,-1 0 0,1 0 0,0 0 0,-1 0 0,2 0 0,-1 0 0,0 0 0,0-1 0,0 1 0,0 0 0,-1-1 0,1 0 0,0 1 0,0-1 0,0 1 0,-1-1 0,1 0 0,0 1 0,-1-1 0,1 0 0,-1 0 0,1 0 0,-1 0 0,1-1 0,5-9 0,-1-1 0,-1 0 0,0 0 0,-1-1 0,-1 1 0,3-18 0,-2 10 0,7-28 0,-10 47 0,1-1 0,0 0 0,-1 0 0,1 0 0,0 1 0,0-1 0,0 0 0,0 1 0,0-1 0,0 1 0,0-1 0,1 1 0,-1-1 0,1 1 0,-1 0 0,1 0 0,-1 0 0,1 0 0,-1 0 0,1 0 0,0 0 0,0 0 0,0 1 0,3-1 0,-3 0 0,1 1 0,-1 0 0,1 0 0,-1 1 0,1-1 0,-1 1 0,0-1 0,1 1 0,-1 0 0,1-1 0,-1 1 0,0 1 0,0-1 0,1 0 0,-1 0 0,0 1 0,0-1 0,2 4 0,18 17 0,-2 1 0,0 1 0,32 52 0,-30-33-1365,-17-34-5461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8:59.1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24575,'74'26'0,"84"33"0,-153-56 0,1 0 0,-1 1 0,0-1 0,0 1 0,-1 0 0,1 0 0,-1 1 0,0-1 0,0 1 0,0 0 0,-1 0 0,1 1 0,2 7 0,5 9 0,-2 0 0,6 24 0,-12-36 0,18 55 0,-4 1 0,-2 0 0,10 106 0,-17-86 0,-6-72 0,1-1 0,0-1 0,1 1 0,8 18 0,-16-32 0,0 1 0,0-1 0,1 0 0,-1 0 0,-5-3 0,2 2 0,-27-7-1365,19 6-5461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1.3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484 113 24575,'4'-33'0,"-4"26"0,1 0 0,0 1 0,0-1 0,0 0 0,1 1 0,0-1 0,0 1 0,0-1 0,5-6 0,-1 7 0,-3 7 0,-3 0 0,-1 0 0,1 0 0,0 0 0,0 0 0,0 0 0,-1 0 0,1 0 0,0 0 0,-1 0 0,1 0 0,-1 0 0,0 1 0,-96 125 0,84-110 0,-1 0 0,0-1 0,-2-1 0,0 0 0,0-1 0,-1-1 0,-29 17 0,11-7 0,1 2 0,1 1 0,1 2 0,-50 55 0,75-74-89,0 1-1,1 0 1,-9 21 0,9-19-919,2-4-5818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2.6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258 16 24575,'-17'-3'0,"-9"0"0,-2 0 0,1 0 0,2 1 0,4 1 0,2 1 0,2-1 0,2 1 0,3 3 0,1 0 0,0 1 0,2 1 0,-1 0 0,0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3.5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24575,'0'12'0,"0"8"0,2 1 0,2 1 0,1-4 0,4-2 0,-1-1 0,2-4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3.7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24575,'3'5'0,"0"4"0,1 1-8191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4.2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209 28 24575,'0'0'0,"-3"-4"0,1 1 0,-1 0 0,0 0 0,0 0 0,-5-4 0,7 6 0,1 1 0,-1-1 0,0 1 0,0-1 0,0 1 0,1 0 0,-1-1 0,0 1 0,0 0 0,0 0 0,0 0 0,0 0 0,0 0 0,0-1 0,0 2 0,0-1 0,0 0 0,1 0 0,-1 0 0,0 0 0,0 1 0,0-1 0,0 0 0,0 1 0,0-1 0,1 0 0,-1 1 0,0-1 0,0 1 0,-1 1 0,-91 70 0,92-71 0,0 0 0,0 0 0,0 0 0,0 0 0,0 0 0,0 0 0,0 0 0,0 0 0,0 0 0,1 0 0,-1 1 0,0-1 0,1 0 0,-1 0 0,1 1 0,-1-1 0,1 0 0,0 1 0,-1-1 0,1 1 0,0-1 0,0 0 0,0 1 0,0-1 0,0 1 0,1-1 0,-1 0 0,0 1 0,1-1 0,-1 0 0,1 1 0,-1-1 0,1 0 0,0 1 0,-1-1 0,2 2 0,4 5 0,0 0 0,0 0 0,1-1 0,8 8 0,-6-7 0,58 62 0,-66-69 0,1 0 0,-1 1 0,0-1 0,0 0 0,0 1 0,0 0 0,0-1 0,0 1 0,0-1 0,0 1 0,-1 0 0,1 0 0,-1-1 0,1 4 0,-1-4 0,0 0 0,0 0 0,0 0 0,-1 0 0,1-1 0,0 1 0,-1 0 0,1 0 0,-1-1 0,1 1 0,-1 0 0,1-1 0,-1 1 0,1 0 0,-1-1 0,0 1 0,1-1 0,-1 1 0,0-1 0,1 1 0,-1-1 0,0 1 0,0-1 0,0 0 0,1 1 0,-1-1 0,0 0 0,0 0 0,0 0 0,0 0 0,0 0 0,1 0 0,-2 0 0,-8 1 20,1-1-1,0 0 1,0 0-1,0-1 1,-18-4-1,-44-15-1400,69 19 1280,-18-5-6725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4.8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197 171 24575,'-13'-21'0,"-37"-53"0,42 63 0,-1 0 0,0 1 0,0 1 0,-16-13 0,24 21 0,-1 0 0,0-1 0,0 1 0,0 0 0,0 0 0,0 0 0,0 0 0,0 0 0,0 1 0,0-1 0,0 1 0,-1-1 0,1 1 0,0 0 0,-3 0 0,4 0 0,-1 0 0,1 1 0,0-1 0,-1 1 0,1-1 0,0 1 0,0 0 0,-1-1 0,1 1 0,0 0 0,0 0 0,0 0 0,0 0 0,0 0 0,0 0 0,0 0 0,0 0 0,0 0 0,1 1 0,-1-1 0,0 0 0,1 0 0,-2 3 0,-1 6 0,1-1 0,-1 1 0,2 0 0,-1-1 0,1 1 0,1 15 0,6 60 0,-5-68 0,10 64 0,3 0 0,46 147 0,87 144 0,-127-334-1365,-13-29-5461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5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344 123 24575,'-30'-17'0,"-15"-7"0,-5 0 0,1 2 0,7 6 0,7 6 0,8 4 0,5 3 0,5 2 0,4 4 0,5 4 0,4 3 0,2 0-8191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5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177 282 24575,'-7'-4'0,"-54"-26"0,53 26 0,0 1 0,0 1 0,0 0 0,-1 0 0,-14-2 0,21 4 0,0 0 0,1 0 0,-1 0 0,0 0 0,0 0 0,0 0 0,0 1 0,0-1 0,1 0 0,-1 1 0,0 0 0,0-1 0,0 1 0,1 0 0,-1 0 0,1 0 0,-1 0 0,0 0 0,0 1 0,1 0 0,0-1 0,0 1 0,0-1 0,0 1 0,0 0 0,1-1 0,-1 1 0,0 0 0,1 0 0,0-1 0,-1 1 0,1 0 0,0 0 0,0-1 0,0 1 0,0 2 0,2 4 0,-1-1 0,1 0 0,0 0 0,0 0 0,1 0 0,0 0 0,0 0 0,5 7 0,2 0 0,0 0 0,0 0 0,2-1 0,16 16 0,-22-25 0,-1 1 0,1 0 0,0-1 0,-1 0 0,2-1 0,-1 1 0,0-1 0,1 0 0,0-1 0,-1 0 0,1 0 0,0 0 0,9 0 0,-12-1 0,0-1 0,0-1 0,0 1 0,0-1 0,0 1 0,0-1 0,0 0 0,0-1 0,0 1 0,0-1 0,-1 1 0,1-1 0,0 0 0,-1 0 0,0-1 0,1 1 0,-1-1 0,0 0 0,0 0 0,-1 0 0,1 0 0,-1 0 0,1 0 0,-1-1 0,2-3 0,-2 2 0,1 0 0,-1-1 0,0 1 0,-1-1 0,0 1 0,1-1 0,-2 1 0,1-1 0,-1 0 0,0 1 0,0-1 0,0 0 0,-1 0 0,0 1 0,0-1 0,0 1 0,-3-8 0,-1 2 0,-1 1 0,1-1 0,-2 1 0,1 1 0,-2-1 0,1 1 0,-12-10 0,19 17 0,-1 2 0,0-1 0,0 0 0,-1 0 0,1 0 0,0 0 0,0 1 0,0-1 0,-1 0 0,1 1 0,0-1 0,0 1 0,-1-1 0,1 1 0,0 0 0,-1 0 0,1 0 0,-1-1 0,1 1 0,0 0 0,-1 1 0,1-1 0,0 0 0,-1 0 0,-1 1 0,3-1 0,0 1 0,0-1 0,0 0 0,0 0 0,0 1 0,0-1 0,0 0 0,0 0 0,0 1 0,0-1 0,0 0 0,0 0 0,0 0 0,0 1 0,1-1 0,-1 0 0,0 0 0,0 0 0,0 1 0,0-1 0,0 0 0,1 0 0,-1 0 0,0 1 0,0-1 0,0 0 0,1 0 0,-1 0 0,0 0 0,0 0 0,0 0 0,1 0 0,-1 1 0,0-1 0,1 0 0,8 5 0,12 3 0,21 5 0,11 3 0,-32-8 0,66 24 0,85 46 0,-171-77 0,0-1 0,-1 0 0,1 1 0,0-1 0,-1 1 0,1-1 0,0 0 0,-1 0 0,1 1 0,0-1 0,0 0 0,-1 0 0,1 0 0,0 0 0,0 0 0,0 0 0,-1 0 0,2 0 0,-1 0 0,-1-1 0,0 1 0,0 0 0,0-1 0,0 1 0,1-1 0,-1 1 0,0 0 0,0-1 0,0 1 0,0-1 0,0 1 0,0 0 0,0-1 0,0 1 0,0 0 0,0-1 0,-1 1 0,1-1 0,0 1 0,0 0 0,0-1 0,0 1 0,-1 0 0,1-1 0,-18-29 0,16 27 0,-15-23 0,2 0 0,-22-48 0,32 60 0,0 1 0,1-1 0,0-1 0,1 1 0,1 0 0,0-1 0,1-26 0,1 37 0,0 1 0,0 0 0,1-1 0,-1 1 0,1 0 0,0 0 0,0 0 0,1 0 0,-1 0 0,0 0 0,1 0 0,0 0 0,0 0 0,0 1 0,0-1 0,0 1 0,4-4 0,-3 3 0,1 1 0,-1 0 0,1 0 0,-1 0 0,1 1 0,-1-1 0,1 1 0,0 0 0,0 0 0,0 0 0,0 0 0,0 1 0,0 0 0,6 0 0,-6 0-151,0 0-1,0 1 0,0 0 0,0-1 1,0 1-1,0 1 0,0-1 1,6 4-1,0 1-6674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7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251 79 24575,'-24'-13'0,"-57"-26"0,66 33 0,0 1 0,0 0 0,-23-4 0,36 8 0,0 1 0,-1 0 0,1-1 0,0 1 0,0 0 0,-1 0 0,1 0 0,0 1 0,0-1 0,0 0 0,0 1 0,-1-1 0,1 1 0,0 0 0,0 0 0,-3 2 0,3-1 0,0-1 0,1 1 0,-1 0 0,1 0 0,-1 0 0,1 0 0,0 0 0,0 0 0,0 1 0,0-1 0,0 0 0,1 0 0,-1 1 0,1-1 0,-1 3 0,-1 5 0,1 0 0,0 0 0,1 0 0,0 1 0,0-1 0,1 0 0,0 0 0,1 0 0,1 0 0,-1 0 0,8 17 0,-7-22 0,0 1 0,0 0 0,1-1 0,-1 1 0,1-1 0,0 0 0,1-1 0,-1 1 0,1-1 0,0 0 0,0 0 0,1 0 0,-1-1 0,1 1 0,-1-1 0,1-1 0,0 1 0,0-1 0,10 2 0,-6-1 0,0-2 0,0 1 0,0-1 0,1-1 0,-1 0 0,0 0 0,12-2 0,-18 1 0,-1 1 0,0-1 0,0 0 0,0 0 0,0 0 0,0 0 0,0-1 0,-1 1 0,1-1 0,0 1 0,-1-1 0,1 0 0,-1 0 0,1 0 0,-1 0 0,0-1 0,0 1 0,0-1 0,0 1 0,-1-1 0,1 0 0,-1 1 0,1-1 0,-1 0 0,0 0 0,1-6 0,-1 1 0,0 0 0,-1 1 0,0-1 0,-1 0 0,1 0 0,-1 1 0,-1-1 0,0 0 0,0 1 0,0-1 0,-1 1 0,0 0 0,-5-8 0,5 12 0,2 10 0,3 9 0,1-6 0,0 0 0,0 0 0,1 0 0,1 0 0,-1-1 0,1 0 0,1 0 0,0 0 0,0-1 0,1 1 0,0-1 0,0-1 0,1 0 0,11 9 0,-18-15-29,0 0-1,0 0 0,0 0 1,1-1-1,-1 1 0,0 0 0,1-1 1,-1 1-1,0-1 0,1 1 1,-1-1-1,1 1 0,-1-1 1,1 0-1,-1 0 0,1 0 1,-1 0-1,1 0 0,-1 0 1,1 0-1,-1-1 0,1 1 1,-1 0-1,1-1 0,-1 1 1,0-1-1,1 1 0,-1-1 1,0 0-1,1 0 0,-1 0 0,0 0 1,0 0-1,0 0 0,0 0 1,0 0-1,0 0 0,0 0 1,0 0-1,0-1 0,0 1 1,-1 0-1,1-1 0,-1 1 1,1-2-1,4-9-6796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7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24575,'12'23'0,"21"33"0,-25-47 0,-1 1 0,1-1 0,1 0 0,-1-1 0,16 12 0,-18-16 0,0 0 0,0 0 0,1 0 0,0 0 0,-1-1 0,1 0 0,9 2 0,-14-5 0,0 1 0,1-1 0,-1 0 0,0 1 0,0-1 0,0 0 0,0-1 0,0 1 0,1 0 0,-1-1 0,0 1 0,0-1 0,0 1 0,0-1 0,0 0 0,0 0 0,0 0 0,0 0 0,-1 0 0,1-1 0,0 1 0,-1 0 0,1-1 0,-1 1 0,1-1 0,-1 0 0,0 1 0,1-1 0,0-3 0,1 0 0,-1 0 0,0 0 0,-1 0 0,1-1 0,-1 1 0,0 0 0,0-1 0,-1 1 0,1-7 0,-2-8 0,-2-22 0,-2 25 0,3 10 0,6 16 0,1 4 0,1 0 0,0-1 0,1 0 0,12 17 0,-16-25 0,0-1 0,1 1 0,-1-1 0,1 0 0,-1 0 0,1 0 0,0-1 0,0 1 0,0-1 0,0 0 0,1 0 0,-1 0 0,0-1 0,1 0 0,-1 0 0,1 0 0,5 1 0,3-1 0,0 0 0,0-1 0,20-3 0,-30 3 0,0-1 0,1 1 0,-1-1 0,0 0 0,0 0 0,0 0 0,1-1 0,-1 1 0,0-1 0,-1 0 0,1 0 0,0 0 0,0 0 0,-1 0 0,1-1 0,-1 1 0,0-1 0,3-4 0,0-2 0,-3 6 0,0 0 0,-1 0 0,1 0 0,1 0 0,-1 0 0,5-5 0,-6 8 0,0-1 0,-1 1 0,1-1 0,0 1 0,0 0 0,0-1 0,-1 1 0,1 0 0,0 0 0,0 0 0,0 0 0,0 0 0,0-1 0,0 2 0,0-1 0,0 0 0,-1 0 0,1 0 0,0 0 0,0 0 0,0 1 0,0-1 0,0 0 0,-1 1 0,1-1 0,0 1 0,0-1 0,-1 1 0,1-1 0,0 1 0,-1-1 0,2 2 0,3 2-195,-1 0 0,0 1 0,-1-1 0,1 1 0,-1-1 0,4 7 0,-2 0-6631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8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24575,'8'33'0,"4"16"0,4 6 0,1 2 0,0 2 0,0-2 0,-1-4 0,2-2 0,1-3 0,-1-5 0,0-4 0,-2-7 0,-2-5 0,-2-6 0,-3-3 0,-3-8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8.6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24575,'21'13'0,"8"6"0,35 16 0,-54-31 0,0 1 0,1-2 0,-1 1 0,1-2 0,0 1 0,-1-1 0,20 0 0,-3-2 0,-1-2 0,0-2 0,0 0 0,0-1 0,-1-2 0,1 0 0,-1-2 0,-1-1 0,42-23 0,-65 33 0,0-1 0,0 0 0,1 1 0,-1-1 0,0 1 0,0-1 0,0 1 0,1-1 0,-1 1 0,0 0 0,1 0 0,-1 0 0,0-1 0,1 1 0,-1 0 0,0 1 0,1-1 0,-1 0 0,0 0 0,0 1 0,1-1 0,-1 0 0,0 1 0,0-1 0,1 1 0,-1 0 0,0-1 0,0 1 0,0 0 0,0 0 0,0 0 0,0 0 0,0 0 0,0 0 0,0 0 0,-1 0 0,2 2 0,2 5 0,-1-1 0,1 1 0,-2 0 0,1 0 0,1 9 0,0 1 0,2 2-99,17 52-1167,-19-63-5560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8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24575,'7'7'0,"3"6"0,0 5 0,-2 2 0,-5 0 0,-3-3-8191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9.4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166 50 24575,'-12'-6'0,"-7"-5"0,-25-10 0,39 19 0,0 0 0,-1 0 0,1 1 0,-1-1 0,1 1 0,-1 1 0,1-1 0,-1 1 0,1 0 0,-7 0 0,11 1 0,0-1 0,0 0 0,0 0 0,0 0 0,0 1 0,-1-1 0,1 1 0,0-1 0,0 1 0,0-1 0,0 1 0,0-1 0,0 1 0,0 0 0,1 0 0,-1 0 0,0-1 0,0 1 0,0 0 0,1 0 0,-1 0 0,1 0 0,-2 2 0,2-1 0,-1 0 0,1 1 0,-1-1 0,1 0 0,0 0 0,0 0 0,0 1 0,0-1 0,1 0 0,-1 0 0,2 4 0,1 3 0,0 0 0,1-1 0,0 0 0,9 16 0,18 16 0,1-1 0,1-1 0,2-2 0,46 36 0,-80-71 0,1 0 0,-1 1 0,0-1 0,1 0 0,-1 1 0,0 0 0,0-1 0,0 1 0,0 0 0,2 3 0,-3-5 0,0 0 0,0 0 0,0 1 0,0-1 0,0 0 0,0 1 0,0-1 0,0 0 0,0 1 0,0-1 0,0 0 0,0 0 0,0 1 0,0-1 0,0 0 0,-1 1 0,1-1 0,0 0 0,0 0 0,0 1 0,0-1 0,-1 0 0,1 0 0,0 0 0,0 1 0,-1-1 0,0 1 0,0-1 0,0 1 0,0-1 0,0 0 0,0 1 0,0-1 0,0 0 0,0 0 0,0 0 0,0 0 0,-2 0 0,-16-1 0,1-2 0,0 0 0,0-1 0,0-1 0,-28-12 0,3 3 0,17 3-1365,17 5-5461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09.9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17 24575,'0'0'0,"0"0"0,0 0 0,-1 0 0,1 0 0,0 0 0,0 0 0,-1 0 0,1 0 0,0 0 0,0 0 0,-1 1 0,1-1 0,0 0 0,0 0 0,0 0 0,-1 0 0,1 0 0,0 0 0,0 1 0,0-1 0,-1 0 0,1 0 0,0 0 0,0 1 0,0-1 0,0 0 0,0 0 0,-1 1 0,1-1 0,0 0 0,0 0 0,0 1 0,1 10 0,8 9 0,-7-17 0,0-1 0,0 0 0,0 0 0,0 0 0,1 0 0,-1 0 0,1 0 0,-1-1 0,1 1 0,0-1 0,-1 0 0,1 0 0,0 0 0,0 0 0,0 0 0,0-1 0,0 1 0,0-1 0,0 0 0,0 0 0,0 0 0,3 0 0,-1-1 0,1 1 0,-1-1 0,0 0 0,0 0 0,0 0 0,0-1 0,0 0 0,0 0 0,0 0 0,-1 0 0,1-1 0,4-3 0,13-19 0,-18 20 0,0 0 0,0 0 0,1 1 0,5-5 0,-10 9 0,1-1 0,-1 1 0,1 0 0,-1 0 0,1-1 0,-1 1 0,1 0 0,-1 0 0,1 0 0,0 0 0,-1 0 0,1 0 0,-1-1 0,1 1 0,0 1 0,-1-1 0,1 0 0,-1 0 0,1 0 0,-1 0 0,1 0 0,-1 0 0,1 1 0,0-1 0,-1 0 0,1 0 0,-1 1 0,1-1 0,-1 0 0,0 1 0,1-1 0,-1 1 0,1-1 0,-1 0 0,0 1 0,1-1 0,-1 1 0,0-1 0,1 1 0,-1-1 0,0 2 0,12 25 0,-11-23 0,47 177 0,-15 4 0,-31-174 0,0 2 0,0-3 0,0-1 0,-1 0 0,0 0 0,-1 1 0,0-1 0,-2 17 0,2-25 0,0 0 0,0-1 0,0 1 0,0 0 0,0 0 0,-1 0 0,1-1 0,0 1 0,-1 0 0,1-1 0,0 1 0,-1 0 0,1-1 0,-1 1 0,1 0 0,-1-1 0,1 1 0,-1-1 0,0 1 0,1-1 0,-1 1 0,1-1 0,-1 1 0,0-1 0,0 0 0,1 1 0,-1-1 0,0 0 0,0 0 0,1 1 0,-1-1 0,0 0 0,0 0 0,0 0 0,1 0 0,-1 0 0,0 0 0,0 0 0,1 0 0,-1-1 0,0 1 0,0 0 0,0 0 0,1-1 0,-1 1 0,0 0 0,1-1 0,-2 0 0,-4-3 0,-1 0 0,2 0 0,-1-1 0,-6-6 0,7 7 0,-116-117 0,80 73-1365,32 35-5461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0.6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24575,'36'51'0,"77"98"0,-109-145 0,0 0 0,0 0 0,0 0 0,1-1 0,-1 0 0,1 1 0,0-2 0,7 5 0,-10-7 0,-1 1 0,0-1 0,0 0 0,0 1 0,1-1 0,-1 0 0,0 0 0,0 0 0,1 0 0,-1 0 0,0 0 0,0 0 0,1 0 0,-1-1 0,0 1 0,0 0 0,2-2 0,-1 2 0,-1-1 0,0-1 0,0 1 0,0 0 0,0 0 0,0 0 0,0 0 0,0-1 0,0 1 0,0-1 0,-1 1 0,1 0 0,0-1 0,-1 1 0,1-1 0,-1 1 0,1-4 0,1-16 0,0 0 0,-2 0 0,0 0 0,-4-26 0,-7-11 0,17 74 0,1-1 0,11 21 0,-12-24 0,1-1 0,0 1 0,1-2 0,0 1 0,0-1 0,1 0 0,1-1 0,19 16 0,-26-23 0,0 0 0,0-1 0,0 1 0,0-1 0,0 0 0,0 0 0,0 0 0,1 0 0,-1-1 0,0 1 0,0-1 0,1 0 0,-1 0 0,0 0 0,1 0 0,5-2 0,-7 2 0,0-1 0,0 0 0,0 0 0,0 1 0,0-1 0,-1 0 0,1-1 0,0 1 0,0 0 0,-1 0 0,1-1 0,-1 1 0,1-1 0,-1 0 0,0 1 0,0-1 0,0 0 0,0 1 0,0-1 0,0 0 0,0 0 0,0 0 0,-1 0 0,1 0 0,-1 0 0,1 0 0,-1-2 0,1-11 0,-2-26 0,1-8 0,0 48 0,0 0 0,0 0 0,0 0 0,0 0 0,0 0 0,0 0 0,1 0 0,-1 0 0,0 0 0,1 0 0,-1 0 0,1 0 0,-1 0 0,1 0 0,-1 0 0,1 0 0,0 0 0,-1 1 0,1-1 0,0 0 0,0 0 0,-1 1 0,3-2 0,-2 2 0,1 0 0,-1-1 0,0 1 0,1 0 0,-1 0 0,1 0 0,-1 0 0,1 0 0,-1 0 0,1 0 0,-1 0 0,1 1 0,-1-1 0,3 1 0,5 3 0,-1 0 0,1 1 0,-1-1 0,8 7 0,-15-10 0,105 75-1365,-95-68-5461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1.5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24575,'205'187'0,"-202"-185"0,0 0 0,0 1 0,0-1 0,0 0 0,0 0 0,0-1 0,6 3 0,-8-3 0,0-1 0,0 0 0,0 0 0,0 0 0,0 0 0,0 0 0,-1 0 0,1 0 0,0 0 0,0 0 0,0 0 0,0 0 0,0-1 0,0 1 0,-1 0 0,1-1 0,0 1 0,0 0 0,0-1 0,-1 1 0,1-1 0,0 1 0,-1-1 0,1 0 0,0 1 0,-1-1 0,1 0 0,-1 1 0,1-1 0,-1 0 0,1 0 0,-1 1 0,0-1 0,1 0 0,-1 0 0,1-1 0,1-9 0,0 1 0,0-1 0,-1 1 0,0-1 0,-1 1 0,0-1 0,-3-12 0,2-12 0,0 23 0,2-14 0,-1 26 0,0 0 0,0 0 0,0-1 0,0 1 0,0 0 0,0 0 0,0 0 0,0 0 0,0 0 0,0 0 0,0 0 0,0 0 0,0 0 0,0 0 0,0 0 0,0 0 0,0-1 0,0 1 0,0 0 0,0 0 0,0 0 0,0 0 0,0 0 0,0 0 0,1 0 0,-1 0 0,0 0 0,0 0 0,0 0 0,0 0 0,0 0 0,0 0 0,0 0 0,0 0 0,0 0 0,0 0 0,0 0 0,0 0 0,1 0 0,-1 0 0,0 0 0,0 0 0,0 0 0,0 0 0,0 0 0,0 0 0,0 0 0,0 0 0,0 0 0,0 0 0,0 0 0,0 0 0,0 0 0,1 0 0,-1 0 0,0 0 0,0 0 0,0 0 0,0 1 0,5 5 0,4 9 0,-1-1 0,0 0 0,0-1 0,21 24 0,-24-31 0,1 0 0,0-1 0,0 1 0,0-1 0,1-1 0,-1 1 0,1-1 0,0 0 0,14 5 0,-18-8 0,0 0 0,0 0 0,1-1 0,-1 1 0,0-1 0,0 0 0,1 0 0,-1 0 0,0 0 0,1 0 0,-1-1 0,0 1 0,0-1 0,1 0 0,-1 0 0,4-3 0,-4 3 0,-1 0 0,0-1 0,0 0 0,0 1 0,0-1 0,0 0 0,0 0 0,-1 0 0,1 0 0,-1-1 0,1 1 0,-1 0 0,0 0 0,0-1 0,0 1 0,0-1 0,0 1 0,0-1 0,-1 0 0,1 1 0,-1-4 0,0 2 0,4-13 0,-4 17 0,0-1 0,0 1 0,0 0 0,1-1 0,-1 1 0,0 0 0,0-1 0,1 1 0,-1 0 0,0 0 0,1-1 0,-1 1 0,0 0 0,1 0 0,-1 0 0,0 0 0,1-1 0,-1 1 0,0 0 0,1 0 0,-1 0 0,1 0 0,-1 0 0,0 0 0,1 0 0,-1 0 0,1 0 0,-1 0 0,0 0 0,1 0 0,-1 0 0,0 0 0,1 1 0,-1-1 0,0 0 0,1 0 0,-1 0 0,0 0 0,1 1 0,-1-1 0,1 1 0,38 24-53,-26-16 128,22 11 1,-29-17-259,-1-1 0,1 0 1,0 0-1,0 0 0,0-1 0,0 0 0,10 1 0,-4-2-6643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1.8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134 310 24575,'5'-26'0,"-2"1"0,0-1 0,-2 0 0,-2-31 0,0 47 0,-1-1 0,0 1 0,0 0 0,-1 0 0,-6-16 0,6 20 0,0 0 0,-1 1 0,1-1 0,-1 1 0,0-1 0,0 1 0,-1 0 0,0 1 0,-9-8 0,13 11 0,-1-1 0,0 1 0,1 0 0,-1 0 0,0 0 0,0 0 0,0 0 0,0 0 0,1 0 0,-1 1 0,0-1 0,0 1 0,-1 0 0,1-1 0,0 1 0,0 0 0,0 0 0,0 0 0,0 0 0,0 1 0,0-1 0,0 1 0,-3 0 0,3 0 0,0 1 0,0-1 0,1 1 0,-1-1 0,0 1 0,0 0 0,1-1 0,-1 1 0,1 0 0,0 0 0,0 0 0,0 0 0,0 1 0,0-1 0,0 0 0,0 0 0,0 1 0,1-1 0,0 0 0,-1 3 0,0 5 0,1 0 0,0 0 0,0 0 0,1 0 0,1 0 0,-1 0 0,2-1 0,-1 1 0,1-1 0,1 1 0,6 12 0,4 5 0,1-1 0,27 35 0,-36-52 0,8 10 0,1 0 0,21 20 0,-33-35 0,1-1 0,0 1 0,1-1 0,-1 0 0,0 0 0,1 0 0,0 0 0,0-1 0,0 0 0,0 0 0,0 0 0,0 0 0,0-1 0,0 0 0,11 1 0,-14-3 0,0 1 0,1-1 0,-1 1 0,0-1 0,1 0 0,-1 0 0,0 0 0,0 0 0,0 0 0,0 0 0,0-1 0,0 1 0,0-1 0,-1 1 0,1-1 0,-1 0 0,1 1 0,-1-1 0,1 0 0,-1 0 0,0 0 0,0 0 0,0 0 0,1-3 0,3-6 0,-1-1 0,-1 0 0,3-14 0,-5 22 0,6-37-1365,-6 24-5461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1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24575,'15'33'0,"10"15"0,3 8 0,0 4 0,-3-1 0,-3-3 0,-3-3 0,-1-3 0,-3-3 0,-2-1 0,-2-4 0,0-2 0,-2-2 0,0-5 0,-2-6 0,2-5 0,-3-6-8191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3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255 4 24575,'-27'-3'0,"-13"3"0,-1 0 0,4 3 0,6 1 0,5 0 0,4 2 0,5-1 0,4 0-8191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6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18 201 24575,'43'34'0,"-11"-9"0,-2 1 0,29 31 0,-78-79 0,-4-2 0,2-1 0,0 0 0,2-2 0,-24-42 0,34 50 60,-10-31 0,17 45-184,1 0 0,-1-1 1,1 1-1,1-1 0,-1 1 0,1-1 1,0 1-1,0-1 0,0 1 0,1-1 1,1-6-1,2 3-6702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2.8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24575,'10'17'0,"3"9"0,-3 3 0,-5-2 0,-7-6 0,-5-5 0,-4-6 0,0-8 0,-1-3 0,2-2-8191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3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24575,'0'0'-8191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3.6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1 24575,'-15'-1'0,"0"2"0,0 0 0,0 1 0,-14 3 0,26-4 0,0-1 0,-1 1 0,1 0 0,0 1 0,0-1 0,0 0 0,0 1 0,0 0 0,1 0 0,-1 0 0,0 0 0,1 0 0,-1 0 0,1 1 0,0-1 0,0 1 0,0-1 0,0 1 0,0 0 0,1 0 0,-1 0 0,1 0 0,-2 6 0,2-3 0,0 0 0,0 0 0,0 0 0,1 0 0,0 0 0,1 0 0,-1 0 0,1 0 0,0 0 0,0 0 0,1 0 0,0 0 0,0-1 0,3 7 0,3 2 0,0-1 0,1 0 0,1 0 0,12 13 0,-17-21 9,1 1-1,0-1 1,1 0-1,-1-1 1,1 1 0,0-1-1,0-1 1,0 1-1,0-1 1,1 0-1,-1-1 1,1 0-1,10 2 1,-12-3-102,1 0 0,0-1 1,0 1-1,0-1 0,-1-1 0,1 1 0,0-1 0,0 0 1,-1 0-1,1-1 0,-1 0 0,1 0 0,-1-1 1,0 0-1,10-5 0,-6 0-6733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4.3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24575,'19'43'0,"15"50"0,16 35 0,-34-95 0,2-1 0,1 0 0,2-2 0,33 39 0,-52-66 65,-3-5-1495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4.6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1 181 24575,'7'-15'0,"6"-7"0,2-1 0,2 5 0,0 2 0,0 4 0,-1 1 0,0 3 0,0 0 0,-1 2 0,0-1 0,-1 0 0,-1 0 0,-2 1 0,-2-2 0,-5 1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4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0 151 24575,'8'-20'0,"4"-9"0,4-3 0,0 5 0,1 7 0,0 7 0,0 5 0,-4 7 0,-1 3 0,-2 2-8191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5.3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24575,'1'27'0,"1"1"0,2-1 0,0 0 0,2 0 0,12 35 0,0-14 0,1-2 0,27 45 0,-38-74 0,-6-12 0,1 0 0,-1 0 0,1 0 0,4 4 0,-8-14-1365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6.0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46 236 24575,'96'315'0,"-92"-298"0,-2-9 0,0 0 0,0 0 0,1 0 0,0 0 0,7 12 0,-13-39 0,-58-139 0,8 22 0,44 109 0,-25-85 0,32 101 0,0 0 0,0 0 0,1 0 0,1 0 0,0 0 0,0 0 0,1 0 0,3-14 0,-3 22 0,0 0 0,0-1 0,0 1 0,0 0 0,1 0 0,-1 0 0,1 0 0,0 0 0,0 0 0,0 1 0,0-1 0,0 1 0,1-1 0,-1 1 0,1 0 0,0 0 0,0 0 0,-1 0 0,1 0 0,6-2 0,-5 3 0,1 0 0,0 0 0,-1 0 0,1 0 0,0 0 0,0 1 0,0 0 0,0 0 0,0 1 0,-1-1 0,1 1 0,0 0 0,8 3 0,8 4 0,-1 0 0,0 2 0,0 0 0,-1 2 0,-1 0 0,33 28 0,-48-38 0,-1 0 0,0 0 0,0 1 0,0-1 0,0 1 0,0 0 0,0-1 0,0 1 0,-1 0 0,0 0 0,1 0 0,-1 0 0,1 6 0,-2-7 0,0 0 0,0 0 0,0 0 0,0 0 0,0 0 0,-1 0 0,1 0 0,-1 0 0,1-1 0,-1 1 0,0 0 0,0 0 0,0 0 0,0-1 0,0 1 0,0 0 0,0-1 0,0 1 0,-1-1 0,1 1 0,0-1 0,-1 0 0,-2 2 0,-10 7 0,-1-1 0,0-1 0,-20 8 0,20-9 0,0 0 0,1 1 0,-26 18 0,37-24 0,1 0 0,-1 0 0,1 0 0,-1 0 0,1 1 0,0-1 0,0 1 0,0 0 0,1 0 0,-1 0 0,1 0 0,-3 6 0,4-7 0,-1 0 0,1 1 0,0-1 0,0 0 0,0 1 0,1-1 0,-1 1 0,0-1 0,1 0 0,0 1 0,-1-1 0,1 0 0,0 0 0,0 1 0,1-1 0,-1 0 0,0 0 0,3 2 0,1 3 0,1-1 0,-1-1 0,1 1 0,1-1 0,-1 0 0,1 0 0,0-1 0,0 0 0,0 0 0,15 5 0,7 1 0,46 9 0,-66-17 0,127 24-1365,-121-24-5461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7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 28 24575,'-3'-3'0,"0"0"0,-1 0 0,0 0 0,1 1 0,-1-1 0,0 1 0,0 0 0,-8-3 0,11 5 0,0-1 0,0 1 0,0 0 0,0 0 0,0-1 0,0 1 0,0 0 0,-1 0 0,1 0 0,0 0 0,0 1 0,0-1 0,0 0 0,0 0 0,0 1 0,0-1 0,0 0 0,0 1 0,0-1 0,0 1 0,0-1 0,1 1 0,-1 0 0,0-1 0,0 1 0,0 0 0,1 0 0,-1-1 0,0 1 0,1 0 0,-1 0 0,1 0 0,-1 0 0,1 0 0,-1 0 0,1 0 0,-1 0 0,1 0 0,0 0 0,0 0 0,0 0 0,-1 2 0,-1 16 0,1 1 0,1 0 0,1-1 0,3 25 0,-4-43-4,0 1 1,0-1-1,1 1 0,-1-1 0,0 0 0,1 1 0,-1-1 1,1 0-1,-1 1 0,1-1 0,0 0 0,0 0 0,-1 1 1,1-1-1,0 0 0,0 0 0,0 0 0,0 0 0,0 0 1,2 1-1,-1-1 19,0 0 1,0-1-1,0 1 0,0 0 1,0-1-1,0 1 1,0-1-1,1 0 0,-1 0 1,0 0-1,0 0 1,3 0-1,3-2-263,0 1 1,0-1-1,0 0 1,-1-1-1,15-7 1,-11 5-6579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8.1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 24575,'41'73'0,"-22"-42"0,16 37 0,-35-67 0,1 0 0,-1 0 0,1 0 0,-1 0 0,0 0 0,1 0 0,-1 0 0,0 0 0,0 0 0,0 0 0,0 0 0,0 0 0,0 0 0,0 0 0,0 0 0,0 0 0,-1 0 0,1 0 0,0 0 0,0 0 0,-1 0 0,1 0 0,-1 1 0,0-1 0,-1 0 0,1 0 0,0 0 0,0 0 0,0 0 0,-1 0 0,1 0 0,0-1 0,-1 1 0,1-1 0,0 1 0,-1-1 0,1 1 0,-3-1 0,-5 1 0,0 0 0,0-1 0,0 0 0,-12-2 0,15 1 0,0-1 0,0 1 0,0-1 0,0-1 0,0 1 0,0-1 0,0 0 0,1 0 0,-1 0 0,1-1 0,0 0 0,-7-7 0,10 9 0,0 0 0,0 0 0,0 0 0,0 0 0,1 0 0,-1 0 0,1-1 0,-1 1 0,1 0 0,0-1 0,0 1 0,0-1 0,0 0 0,0 1 0,1-1 0,-1 0 0,1 1 0,0-1 0,0 0 0,0 0 0,0 1 0,0-1 0,1 0 0,-1 0 0,1 1 0,0-1 0,-1 0 0,1 1 0,0-1 0,1 1 0,1-4 0,0 3-76,0-1 1,0 1-1,0 0 0,0 0 0,1 0 0,0 1 0,-1-1 0,1 1 1,0 0-1,0 0 0,0 0 0,0 0 0,1 1 0,-1 0 1,0 0-1,1 0 0,8-1 0,0 1-6750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8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135 272 24575,'-11'-43'0,"-15"-57"0,21 84 0,-1 0 0,0 1 0,-2 0 0,-9-16 0,16 30 0,-14-20 0,14 20 0,0 0 0,0-1 0,0 1 0,0 0 0,0 0 0,0 0 0,-1 0 0,1 0 0,0 1 0,-1-1 0,1 0 0,-1 0 0,-1 0 0,2 1 0,1 1 0,-1-1 0,0 0 0,0 0 0,1 1 0,-1-1 0,0 0 0,0 1 0,1-1 0,-1 1 0,0-1 0,1 1 0,-1-1 0,1 1 0,-1-1 0,1 1 0,-1 0 0,1-1 0,-1 1 0,1 0 0,-1-1 0,1 1 0,0 0 0,-1-1 0,1 1 0,0 0 0,0 0 0,0 0 0,0-1 0,-1 1 0,1 1 0,-3 27 0,2-27 0,1 10 0,0 0 0,0 0 0,1 0 0,1 0 0,0 0 0,0 0 0,1 0 0,1-1 0,0 1 0,0-1 0,9 15 0,-8-18 0,1 0 0,-1 0 0,1 0 0,1-1 0,0 0 0,0 0 0,0 0 0,1-1 0,-1 0 0,2-1 0,-1 0 0,0 0 0,1-1 0,15 6 0,-16-7 0,6 2 0,2 0 0,15 2 0,-27-6 0,1-1 0,-1 1 0,1-1 0,0 0 0,-1 0 0,1-1 0,-1 1 0,1-1 0,-1 0 0,1 0 0,6-3 0,1-2-1365,-1 1-5461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9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285 79 24575,'-5'-3'0,"-91"-42"0,79 38 0,-1 1 0,0 0 0,-28-4 0,42 9 0,0 1 0,1-1 0,-1 1 0,1 0 0,-1 0 0,0 1 0,1-1 0,-1 1 0,1 0 0,-1-1 0,1 2 0,-1-1 0,-2 2 0,3-2 0,1 1 0,0-1 0,0 1 0,0 0 0,1 0 0,-1-1 0,0 1 0,1 0 0,-1 1 0,1-1 0,-1 0 0,1 0 0,0 1 0,0-1 0,0 0 0,1 1 0,-1-1 0,0 1 0,1 2 0,-2 9 0,1 0 0,0 0 0,1 1 0,1-1 0,3 14 0,16 70 0,19 34 0,6-2 0,63 128 0,-93-225 0,67 131 0,-71-150 0,-10-14 0,-1 0 0,0 0 0,0 0 0,0 0 0,0 0 0,0 0 0,0 0 0,0 0 0,0 0 0,0 0 0,0 0 0,0 0 0,0 0 0,0 0 0,1 0 0,-1 0 0,0 0 0,0 0 0,0 0 0,0 0 0,0 0 0,0 0 0,0 0 0,0 0 0,0 0 0,0 0 0,0 0 0,0 0 0,0 0 0,0 0 0,0-1 0,0 1 0,1 0 0,-1 0 0,0 0 0,0 0 0,0 0 0,0 0 0,0 0 0,0 0 0,0 0 0,0 0 0,0 0 0,0 0 0,0 0 0,0-1 0,0 1 0,0 0 0,0 0 0,0 0 0,0 0 0,0 0 0,0 0 0,0 0 0,0 0 0,0 0 0,-3-12 0,-43-134 0,10 37 0,35 106 4,0 1-1,0-1 0,0 1 0,0 0 1,0-1-1,-1 1 0,1 0 0,-1 0 1,1 0-1,-1 0 0,0 0 0,0 0 1,0 1-1,0-1 0,0 0 0,0 1 1,-1 0-1,1 0 0,0-1 0,-1 1 1,1 0-1,-1 1 0,1-1 0,-6 0 1,-3-1-132,0 2 1,0 0-1,0 0 1,-17 3-1,9-1-681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9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2 24575,'-3'-1'0,"0"1"0,0-1 0,0 1 0,0 0 0,1 0 0,-1 1 0,0-1 0,0 0 0,0 1 0,1 0 0,-1-1 0,0 1 0,1 0 0,-1 1 0,1-1 0,-1 0 0,-2 3 0,2-2 0,1 0 0,-1 1 0,1-1 0,0 1 0,0 0 0,0 0 0,0 0 0,0 0 0,0 0 0,1 0 0,0 0 0,0 1 0,-2 5 0,1 4 0,0-1 0,1 1 0,0 0 0,1-1 0,1 1 0,3 20 0,20 77 0,-17-81 0,10 39 0,4-2 0,1 0 0,4-2 0,3-1 0,45 75 0,-64-121-1365,-2-4-5461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19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1 24575,'-20'7'0,"-9"6"0,-2 0 0,4-2-8191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1.8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24575,'2'46'0,"1"0"0,2 0 0,2 0 0,3-1 0,1-1 0,27 69 0,30 71 0,-68-184 0,0 1 0,0-1 0,0 0 0,0 1 0,0-1 0,0 1 0,0-1 0,1 0 0,-1 1 0,0-1 0,0 0 0,0 1 0,1-1 0,-1 0 0,0 1 0,1-1 0,-1 0 0,0 1 0,1-1 0,-1 0 0,0 0 0,1 1 0,-1-1 0,0 0 0,1 0 0,-1 0 0,1 0 0,-1 0 0,0 1 0,1-1 0,0-1 0,0 1 0,-1 0 0,1-1 0,0 1 0,-1-1 0,1 1 0,0-1 0,-1 1 0,1-1 0,-1 1 0,1-1 0,-1 1 0,1-1 0,-1 0 0,1 0 0,13-31 0,-13 29 0,12-36 0,-10 27 0,1 0 0,0 1 0,8-16 0,-11 26 0,0-1 0,0 1 0,-1 0 0,2-1 0,-1 1 0,0 0 0,0 0 0,0 0 0,1 0 0,-1 0 0,0 0 0,1 0 0,-1 0 0,1 1 0,-1-1 0,1 0 0,-1 1 0,1-1 0,-1 1 0,1 0 0,0-1 0,-1 1 0,1 0 0,0 0 0,-1 0 0,1 0 0,0 1 0,-1-1 0,1 0 0,-1 1 0,1-1 0,-1 1 0,1-1 0,1 2 0,7 2 0,-1 1 0,0 0 0,0 1 0,10 8 0,-11-8 0,132 101 0,-131-99-1365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2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283 89 24575,'-21'-10'0,"-75"-36"0,78 38 0,-1 1 0,-1 1 0,-22-4 0,40 10 0,-1-1 0,1 1 0,0 0 0,0 0 0,0-1 0,-1 2 0,1-1 0,0 0 0,0 0 0,-1 1 0,1-1 0,0 1 0,0 0 0,0-1 0,0 1 0,0 0 0,0 0 0,0 0 0,0 1 0,0-1 0,1 0 0,-1 1 0,-2 2 0,2-1 0,0 0 0,0 0 0,1 0 0,-1 1 0,1-1 0,0 0 0,0 0 0,0 1 0,1-1 0,-1 1 0,1-1 0,0 1 0,-1-1 0,2 5 0,0 0 0,0 0 0,1 0 0,0 0 0,0-1 0,0 1 0,1 0 0,1-1 0,-1 0 0,9 13 0,6 5 0,25 28 0,-29-37 0,8 10 0,8 9 0,38 58 0,-60-80 0,-1 0 0,0 1 0,0 0 0,-2 1 0,0-1 0,0 1 0,-1 0 0,2 22 0,-2 13 0,2 21 0,-3-52 0,-3-11 0,1 0 0,1 0 0,-1-1 0,5 13 0,-5-18 0,0 0 0,0 0 0,0 0 0,1 0 0,-1 0 0,0 0 0,1-1 0,-1 1 0,1 0 0,-1-1 0,1 1 0,0-1 0,0 0 0,0 1 0,0-1 0,0 0 0,0 0 0,0 0 0,0-1 0,4 2 0,3 0 17,0-1 0,0 0 1,0 0-1,1-1 0,-1 0 0,11-2 0,-16 1-104,0 1-1,0-1 1,0 0 0,0 0-1,-1 0 1,1-1 0,0 1-1,0-1 1,-1 0-1,1 0 1,-1 0 0,0-1-1,0 1 1,0-1 0,0 0-1,3-3 1,1-4-6739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3.1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44 24575,'3'1'0,"0"0"0,-1 0 0,1 0 0,0 0 0,0 1 0,-1-1 0,1 1 0,-1 0 0,1 0 0,-1 0 0,0 0 0,3 3 0,1 1 0,5 4 0,-1-1 0,2 0 0,-1 0 0,1-1 0,0-1 0,26 12 0,-32-17 0,-2 0 0,0-1 0,0 1 0,-1-1 0,1 0 0,0-1 0,0 1 0,6 0 0,-8-1 0,-1-1 0,0 1 0,0 0 0,1-1 0,-1 1 0,0-1 0,0 1 0,0-1 0,1 0 0,-1 1 0,0-1 0,0 0 0,0 0 0,0 0 0,0 0 0,0 0 0,-1 0 0,1 0 0,0 0 0,0 0 0,-1 0 0,1-1 0,-1 1 0,1 0 0,-1 0 0,1-1 0,-1-1 0,2-4 0,-1 0 0,0 0 0,0 0 0,-1 0 0,0-1 0,-1-8 0,0 9 0,1 0 0,0 0 0,0 1 0,1-1 0,0 0 0,2-8 0,-3 15 0,0-1 0,0 0 0,0 1 0,0-1 0,0 1 0,1-1 0,-1 0 0,0 1 0,1-1 0,-1 1 0,0-1 0,1 1 0,-1-1 0,1 1 0,-1-1 0,0 1 0,1-1 0,0 1 0,-1-1 0,1 1 0,-1 0 0,1-1 0,-1 1 0,1 0 0,0 0 0,-1 0 0,1-1 0,-1 1 0,1 0 0,0 0 0,-1 0 0,1 0 0,0 0 0,-1 0 0,1 0 0,0 0 0,-1 0 0,1 0 0,0 0 0,-1 1 0,1-1 0,-1 0 0,1 0 0,0 1 0,-1-1 0,1 0 0,-1 1 0,2 0 0,3 2 0,0 1 0,-1 0 0,1 0 0,5 6 0,-5-4 0,92 96 0,-90-95-1365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3.7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75 24575,'5'-7'0,"0"0"0,0 0 0,1 0 0,0 1 0,0 0 0,0 0 0,14-9 0,-17 13 0,0 0 0,1 1 0,-1-1 0,1 1 0,-1 0 0,1 0 0,-1 0 0,1 0 0,0 0 0,-1 1 0,1 0 0,0 0 0,0 0 0,-1 0 0,1 1 0,0-1 0,-1 1 0,1 0 0,0 0 0,5 3 0,17 8 0,37 24 0,2 1 0,-53-31 0,-2-2 0,-1 1 0,1 1 0,12 9 0,-19-13 0,-1 0 0,0 0 0,1 0 0,-1 1 0,0-1 0,-1 1 0,1-1 0,0 1 0,-1 0 0,1-1 0,-1 1 0,0 0 0,0 0 0,0 0 0,0 0 0,0 6 0,1 32 0,-4 42 0,1-45 0,4 56 0,3-44 0,2 1 0,25 81 0,-31-125 0,0 0 0,0 0 0,-1 1 0,0-1 0,0 14 0,0-19 0,-1 0 0,-1 0 0,1-1 0,0 1 0,0 0 0,-1 0 0,1-1 0,-1 1 0,1 0 0,-1-1 0,0 1 0,1 0 0,-1-1 0,0 1 0,0-1 0,0 1 0,-1-1 0,1 0 0,0 1 0,0-1 0,-1 0 0,1 0 0,-1 0 0,1 0 0,-1 0 0,1 0 0,-1-1 0,1 1 0,-1 0 0,-1 0 0,-10 1-1365,1-1-5461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4.2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221 15 24575,'-10'-2'0,"-6"-1"0,-3-1 0,0 2 0,0 0 0,1 1 0,1 0 0,1 1 0,0 0 0,1 0 0,1 0 0,-1 0 0,1 1 0,1-1-8191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4.4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21 24575,'-22'-5'0,"-11"-1"0,-1-1 0,1 5 0,5 1 0,5 5 0,5 0-8191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4.9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221 12 24575,'-13'-3'0,"-6"0"0,-3 0 0,0 0 0,2 4 0,1 1 0,1 1 0,2-1 0,0 2 0,1 1 0,1-1 0,-1-1 0,3-1-8191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5.6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24575,'55'268'0,"-37"-199"0,51 120 0,-67-184 0,3 6 0,-1 0 0,2-1 0,-1 0 0,9 11 0,-14-21 0,1 0 0,-1 0 0,0 1 0,0-1 0,0 0 0,0 0 0,0 0 0,1 1 0,-1-1 0,0 0 0,0 0 0,0 0 0,1 0 0,-1 0 0,0 1 0,0-1 0,1 0 0,-1 0 0,0 0 0,0 0 0,1 0 0,-1 0 0,0 0 0,0 0 0,1 0 0,-1 0 0,0 0 0,0 0 0,1 0 0,-1 0 0,0 0 0,0 0 0,0 0 0,1 0 0,3-9 0,-1-14 0,-3 23 0,0-13 0,0-1 0,2 1 0,-1 0 0,2 0 0,-1 0 0,10-25 0,-11 37 0,-1 0 0,1-1 0,0 1 0,0 0 0,0 0 0,-1 0 0,1 0 0,0 0 0,0 0 0,1 0 0,-1 0 0,0 0 0,0 1 0,0-1 0,0 0 0,1 1 0,-1-1 0,0 0 0,1 1 0,-1 0 0,0-1 0,1 1 0,-1 0 0,1 0 0,-1 0 0,1 0 0,-1 0 0,0 0 0,1 0 0,-1 0 0,1 1 0,-1-1 0,0 0 0,3 2 0,4 1 0,0 1 0,0 0 0,0 0 0,10 9 0,-6-5 0,22 14-104,96 55-1157,-121-72-5565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6.5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188 9 24575,'-7'-2'0,"-1"0"0,1 0 0,-1 1 0,1 0 0,-1 1 0,0-1 0,1 1 0,-1 1 0,1 0 0,-1 0 0,-10 3 0,13-3 0,-1 1 0,0 0 0,0 1 0,1 0 0,-1-1 0,1 2 0,0-1 0,0 0 0,0 1 0,0 0 0,1 0 0,-1 1 0,1-1 0,-5 9 0,8-11 0,0-1 0,0 1 0,1-1 0,-1 1 0,1 0 0,-1-1 0,1 1 0,0 0 0,-1-1 0,1 1 0,0 0 0,0-1 0,0 1 0,1 0 0,-1-1 0,0 1 0,2 3 0,13 30 0,-3-10 0,3 27 0,14 88 0,-18-81 0,18 155 0,-29-193 0,0-15 0,0 0 0,0 1 0,1-1 0,0 1 0,3 10 0,-4-16 0,1 1 0,0 0 0,0-1 0,0 1 0,0-1 0,0 1 0,0-1 0,0 1 0,1-1 0,-1 0 0,0 1 0,1-1 0,-1 0 0,1 0 0,-1 0 0,1 0 0,0-1 0,-1 1 0,1 0 0,0-1 0,-1 1 0,1-1 0,0 1 0,3-1 0,17 2 0,-1-1 0,33-3 0,-1-1 0,-47 3-273,-1 0 0,1-1 0,-1 1 0,11-4 0,-6 0-6553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7.2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58 131 24575,'-1'3'0,"-2"22"0,0 0 0,1 40 0,2-58 0,1-1 0,-1 1 0,1 0 0,1-1 0,-1 0 0,1 1 0,1-1 0,-1 0 0,1 0 0,0 0 0,0 0 0,0 0 0,1-1 0,0 0 0,5 6 0,-8-10 0,0 0 0,0 0 0,0 0 0,0 0 0,0-1 0,0 1 0,0 0 0,0-1 0,0 1 0,0 0 0,0-1 0,0 1 0,0-1 0,1 0 0,-1 1 0,0-1 0,0 0 0,1 0 0,1 0 0,-3 0 0,1 0 0,0 0 0,0-1 0,-1 1 0,1-1 0,0 1 0,0-1 0,-1 1 0,1-1 0,-1 1 0,1-1 0,0 0 0,-1 1 0,1-1 0,-1 0 0,1 1 0,-1-1 0,0 0 0,1 0 0,-1 1 0,1-2 0,0-2 0,0-1 0,0 1 0,0-1 0,-1 1 0,1-1 0,-1 1 0,0-1 0,0 0 0,-2-4 0,-6-22 0,-2 1 0,-1 0 0,-1 1 0,-18-32 0,19 39 0,-6-9 0,10 19 0,1 0 0,0 0 0,-5-16 0,15 35 0,0-1 0,1 0 0,9 11 0,0-1 0,0 1 0,1 0 0,29 24 0,-33-32 0,-1-2 0,1 1 0,1-1 0,-1-1 0,1 0 0,13 4 0,-23-9 0,0 0 0,1 0 0,-1-1 0,0 1 0,0-1 0,1 0 0,-1 1 0,0-1 0,1 0 0,-1 0 0,0-1 0,0 1 0,1 0 0,-1-1 0,0 0 0,0 1 0,1-1 0,-1 0 0,0 0 0,0 0 0,0 0 0,0-1 0,0 1 0,-1 0 0,1-1 0,0 1 0,-1-1 0,1 0 0,-1 0 0,1 1 0,-1-1 0,0 0 0,2-4 0,1-2 0,-1 1 0,0-1 0,-1 0 0,0 0 0,0 0 0,0 0 0,-1 0 0,0-12 0,1-16 0,-2 33 0,1 0 0,-1 0 0,1 0 0,0 0 0,0 0 0,0 0 0,0 0 0,0 0 0,3-3 0,-4 6 0,0 0 0,0 0 0,1-1 0,-1 1 0,0 0 0,1 0 0,-1 0 0,0-1 0,0 1 0,1 0 0,-1 0 0,0 0 0,1 0 0,-1 0 0,1 0 0,-1 0 0,0 0 0,1 0 0,-1 0 0,0 0 0,1 0 0,-1 0 0,0 0 0,1 0 0,-1 0 0,0 0 0,1 0 0,-1 0 0,0 1 0,1-1 0,-1 0 0,0 0 0,1 0 0,-1 1 0,0-1 0,1 0 0,-1 0 0,0 1 0,0-1 0,0 0 0,1 0 0,-1 1 0,0-1 0,0 0 0,0 1 0,0-1 0,1 0 0,-1 1 0,0 0 0,10 20 0,-8-18 0,85 156 134,-19-39-1633,-62-108-5327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7.7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283 4 24575,'-13'-3'0,"-6"3"0,-3 0 0,0 0 0,1 4 0,2 0 0,-1 2 0,1 0 0,-3-1 0,2 2 0,-2-1 0,0-2 0,-1-1 0,4-1-8191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8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24575,'6'22'0,"2"1"0,1-1 0,0-1 0,15 24 0,-22-41 0,1 0 0,0 0 0,0 0 0,0-1 0,1 0 0,-1 1 0,1-1 0,0 0 0,7 4 0,-10-7 0,0 1 0,0 0 0,0-1 0,1 1 0,-1-1 0,0 1 0,0-1 0,1 1 0,-1-1 0,0 0 0,1 0 0,-1 0 0,0 1 0,1-2 0,-1 1 0,0 0 0,1 0 0,-1 0 0,0 0 0,1-1 0,-1 1 0,0-1 0,0 1 0,1-1 0,-1 1 0,0-1 0,0 0 0,0 0 0,0 1 0,0-1 0,0 0 0,0 0 0,0 0 0,0 0 0,0 0 0,0 0 0,-1-1 0,2-1 0,0-2 0,0-1 0,0 1 0,-1-1 0,1 1 0,-1-1 0,0-11 0,-1 11 0,1 0 0,0 0 0,0 0 0,0 0 0,5-11 0,-6 17 0,0-1 0,0 1 0,0 0 0,0-1 0,1 1 0,-1 0 0,0-1 0,0 1 0,1 0 0,-1 0 0,0-1 0,0 1 0,1 0 0,-1 0 0,0-1 0,1 1 0,-1 0 0,0 0 0,1 0 0,-1-1 0,0 1 0,1 0 0,-1 0 0,0 0 0,1 0 0,-1 0 0,1 0 0,-1 0 0,12 6 0,10 17 0,-18-19 0,1 3-112,-1-2-27,1 1-1,-1-1 1,1-1 0,0 1 0,0-1 0,1 1-1,-1-1 1,8 3 0,-1-2-6687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29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24575,'45'-5'0,"0"0"0,73 0 0,-117 5 0,0 0 0,1 0 0,-1 0 0,1 1 0,-1-1 0,0 0 0,1 1 0,-1-1 0,0 1 0,0-1 0,1 1 0,-1-1 0,0 1 0,0 0 0,0 0 0,0-1 0,0 1 0,0 0 0,0 0 0,0 0 0,0 0 0,0 0 0,0 1 0,-1-1 0,1 0 0,0 0 0,-1 0 0,1 1 0,-1-1 0,1 2 0,0 4 0,0 0 0,-1 0 0,0-1 0,0 1 0,-1 8 0,0 17 0,6-1 0,0 0 0,14 38 0,26 60 0,-8-24 0,-19-58 0,5 20 0,-21-59 0,0 0 0,0 0 0,-1 0 0,0 0 0,-1 1 0,0 8 0,-1-14 0,1-1 0,-1 1 0,0-1 0,1 1 0,-1-1 0,0 0 0,-1 1 0,1-1 0,0 0 0,-1 0 0,1 0 0,-1 0 0,0 0 0,1 0 0,-1 0 0,0-1 0,-3 3 0,-5 2 0,1 0 0,-18 8 0,18-10 0,-21 7-1365,15-8-5461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3.6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24575,'-1'0'0,"1"0"0,-1 1 0,1-1 0,-1 0 0,0 1 0,1-1 0,-1 0 0,1 1 0,-1-1 0,0 1 0,1-1 0,0 1 0,-1-1 0,1 1 0,-1-1 0,1 1 0,0 0 0,-1-1 0,1 1 0,0 0 0,-1-1 0,1 1 0,0 0 0,0-1 0,0 1 0,0 0 0,0 0 0,-3 24 0,3-23 0,-1 7 0,1 0 0,0 0 0,0 0 0,1-1 0,1 1 0,-1 0 0,1-1 0,1 1 0,-1-1 0,2 0 0,-1 0 0,1 0 0,5 8 0,125 228 0,-91-163 0,-40-74 0,4 4 0,-1 0 0,0 1 0,-1-1 0,-1 1 0,0 0 0,0 1 0,3 21 0,-8-37 0,0-30 0,2-49 0,0 72 0,0 0 0,0 1 0,1-1 0,1 0 0,0 1 0,0-1 0,1 1 0,0 0 0,0 0 0,7-9 0,-9 15 0,0 1 0,0-1 0,0 1 0,1-1 0,-1 1 0,1 0 0,0 0 0,-1 0 0,1 0 0,0 1 0,0-1 0,0 1 0,0 0 0,0-1 0,7 0 0,-5 1 0,0 1 0,0 0 0,0 0 0,0 0 0,0 0 0,0 1 0,-1 0 0,1 0 0,8 3 0,-1 1 0,-1 0 0,0 0 0,-1 1 0,1 1 0,-1 0 0,0 0 0,16 17 0,-10-8 0,17 23 0,-29-34 0,0 0 0,-1 1 0,0-1 0,0 0 0,0 1 0,-1 0 0,0-1 0,0 1 0,2 12 0,-4-17 7,0 0-1,0 0 0,0 0 0,0 0 1,0 0-1,0 0 0,0 0 1,0 0-1,-1 0 0,1 0 1,0 0-1,-1 0 0,1 0 0,-1 0 1,1 0-1,-1-1 0,1 1 1,-2 1-1,2-2-59,-1 1 0,1-1 0,-1 1 0,1-1 0,-1 0 0,0 1 0,1-1 0,-1 0 0,1 0 0,-1 1 0,0-1 0,1 0 0,-1 0-1,0 0 1,1 0 0,-1 0 0,0 0 0,0 0 0,1 0 0,-1 0 0,0 0 0,1-1 0,-1 1 0,1 0 0,-1 0 0,0 0 0,0-1 0,-7-4-6773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4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326 1 24575,'-70'-1'0,"-107"4"0,171-2 0,0 0 0,0-1 0,0 2 0,1-1 0,-1 1 0,-10 4 0,14-5 0,0 0 0,0 0 0,0 1 0,1-1 0,-1 0 0,1 1 0,-1-1 0,1 1 0,-1 0 0,1-1 0,0 1 0,0 0 0,0 0 0,0 0 0,0 0 0,0 0 0,0 0 0,1 0 0,-1 0 0,1 0 0,-1 0 0,1 4 0,0 1 0,0 1 0,1-1 0,0 1 0,0-1 0,0 0 0,1 1 0,1-1 0,-1 0 0,1 0 0,0-1 0,6 10 0,6 7 0,30 37 0,-41-55 0,40 48 0,7 8 0,44 71 0,-81-110 0,-1 1 0,-1 1 0,-1 0 0,-1 1 0,-1 0 0,-2 0 0,6 30 0,-10-39 0,-2-3 0,2-1 0,4 15 0,-7-26 0,0-1 0,0 1 0,1-1 0,-1 1 0,0-1 0,0 1 0,1-1 0,-1 1 0,0-1 0,1 0 0,-1 1 0,1-1 0,-1 0 0,0 1 0,1-1 0,-1 0 0,1 1 0,-1-1 0,1 0 0,-1 0 0,1 1 0,-1-1 0,1 0 0,-1 0 0,1 0 0,-1 0 0,1 0 0,0 0 0,-1 0 0,1 0 0,-1 0 0,1 0 0,-1 0 0,1 0 0,-1 0 0,1 0 0,-1-1 0,1 1 0,-1 0 0,1 0 0,-1 0 0,2-1 0,21-15 0,-19 12 0,5-1 0,-1 0 0,1 0 0,0 1 0,0 1 0,0-1 0,12-1 0,-7 0 0,24-9 0,-34 12 0,0 0 0,0 0 0,-1-1 0,1 1 0,0-1 0,-1 0 0,1 0 0,-1 0 0,5-7 0,-7 8-136,1-1-1,-1 0 1,0 1-1,0-1 1,0 0-1,0 0 1,-1 0-1,1 1 0,0-7 1,0-2-6690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4.7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24575,'1'10'0,"-1"0"0,1-1 0,1 1 0,0 0 0,0-1 0,1 1 0,0-1 0,1 0 0,0 0 0,0 0 0,1 0 0,0-1 0,1 0 0,0 0 0,0 0 0,8 7 0,-13-14 0,0 1 0,0-1 0,0 0 0,0 0 0,0 0 0,0 0 0,1-1 0,-1 1 0,0 0 0,1 0 0,-1-1 0,0 1 0,1-1 0,-1 1 0,1-1 0,-1 0 0,1 1 0,-1-1 0,1 0 0,-1 0 0,1 0 0,-1 0 0,1 0 0,-1-1 0,1 1 0,-1 0 0,2-1 0,-1-1 0,0 1 0,0 0 0,0-1 0,0 0 0,0 1 0,-1-1 0,1 0 0,-1 0 0,1 0 0,-1 0 0,0 0 0,0 0 0,0 0 0,0-1 0,0 1 0,0-4 0,4-14 0,-1 0 0,2-27 0,-4 31 0,-2 15 0,0 1 0,0-1 0,0 1 0,0-1 0,0 1 0,0-1 0,0 0 0,0 1 0,0-1 0,0 1 0,0-1 0,1 1 0,-1-1 0,0 1 0,0-1 0,1 1 0,-1-1 0,0 1 0,1-1 0,-1 1 0,0 0 0,1-1 0,-1 1 0,0-1 0,1 1 0,-1 0 0,1-1 0,-1 1 0,1 0 0,-1 0 0,1-1 0,-1 1 0,1 0 0,-1 0 0,1 0 0,-1 0 0,1-1 0,0 1 0,-1 0 0,1 0 0,-1 0 0,1 0 0,-1 0 0,1 1 0,-1-1 0,1 0 0,-1 0 0,1 0 0,0 0 0,-1 1 0,1-1 0,-1 0 0,0 0 0,1 1 0,-1-1 0,1 0 0,-1 1 0,1 0 0,5 3 0,0 1 0,-1 0 0,8 8 0,-9-9 0,21 22-78,-6-5-566,37 30 1,-46-44-6183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5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29 24575,'9'-3'0,"74"-17"0,-70 18 0,1 0 0,-1 1 0,0 0 0,18 2 0,-27-1 0,1 1 0,-1 0 0,1 0 0,-1 0 0,0 0 0,0 1 0,1-1 0,-1 1 0,0 0 0,0 1 0,-1-1 0,1 1 0,0-1 0,-1 1 0,0 0 0,1 1 0,-1-1 0,0 0 0,-1 1 0,1 0 0,-1-1 0,1 1 0,-1 0 0,0 0 0,-1 1 0,1-1 0,1 7 0,1 8 0,-1 1 0,0-1 0,-1 1 0,-2 36 0,0-51 0,0 10 0,1 0 0,1 0 0,0 0 0,1 0 0,1 0 0,9 22 0,43 82 0,-38-84 0,-6-12 0,-6-14 0,-2-1 0,1 1 0,-1 0 0,0 0 0,-1 0 0,0 0 0,-1 1 0,2 13 0,-4-22 0,0 1 0,0-1 0,0 0 0,0 0 0,0 1 0,-1-1 0,1 0 0,-1 0 0,1 0 0,-1 1 0,1-1 0,-1 0 0,1 0 0,-1 0 0,0 0 0,0 0 0,1 0 0,-1 0 0,0 0 0,0 0 0,0-1 0,0 1 0,0 0 0,0-1 0,-1 1 0,1 0 0,0-1 0,0 1 0,0-1 0,0 0 0,-1 1 0,-1-1 0,-5 1 0,0 0 0,0 0 0,1-1 0,-11-1 0,8 1 0,-75-3-1365,68 3-5461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6.6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247 246 24575,'-41'-8'0,"14"2"0,-1 2 0,1 0 0,-49 0 0,74 4 0,-1 0 0,1 1 0,0-1 0,0 0 0,-1 1 0,1 0 0,0-1 0,0 1 0,0 0 0,0 0 0,0 0 0,0 0 0,0 1 0,0-1 0,0 0 0,0 1 0,1 0 0,-1-1 0,-1 4 0,2-4 0,0 1 0,0-1 0,1 1 0,-1-1 0,1 1 0,0-1 0,-1 1 0,1-1 0,0 1 0,0 0 0,0-1 0,0 1 0,0-1 0,0 1 0,0 0 0,1-1 0,-1 1 0,0-1 0,1 1 0,0-1 0,-1 1 0,1-1 0,0 1 0,0-1 0,-1 0 0,1 1 0,0-1 0,2 1 0,0 3 0,1-1 0,1-1 0,-1 1 0,0 0 0,1-1 0,-1 0 0,1 0 0,0 0 0,0-1 0,1 0 0,-1 0 0,0 0 0,1 0 0,-1-1 0,9 1 0,-9-1 0,0-1 0,1 0 0,-1 0 0,0 0 0,0-1 0,0 1 0,0-1 0,0-1 0,0 1 0,0-1 0,-1 1 0,1-1 0,0-1 0,-1 1 0,0-1 0,1 1 0,4-5 0,-4 2 0,-1 0 0,0 0 0,0-1 0,0 1 0,0-1 0,-1 0 0,0 0 0,0 0 0,3-9 0,2-5 0,-8 20 0,0 0 0,0 0 0,0-1 0,0 1 0,0 0 0,0 0 0,0 0 0,0-1 0,1 1 0,-1 0 0,0 0 0,0 0 0,0-1 0,0 1 0,1 0 0,-1 0 0,0 0 0,0 0 0,0 0 0,1 0 0,-1-1 0,0 1 0,0 0 0,0 0 0,1 0 0,-1 0 0,0 0 0,0 0 0,1 0 0,-1 0 0,0 0 0,0 0 0,1 0 0,-1 0 0,0 0 0,0 0 0,1 0 0,9 9 0,8 18 0,-15-22 0,11 20 0,11 18 0,-23-40 0,0-1 0,1 1 0,-1 0 0,1 0 0,-1-1 0,1 0 0,0 1 0,0-1 0,0 0 0,5 2 0,-7-4 0,0 1 0,0-1 0,-1 0 0,1 1 0,0-1 0,0 0 0,0 0 0,0 0 0,0 0 0,-1 1 0,1-1 0,0-1 0,0 1 0,0 0 0,0 0 0,0 0 0,-1 0 0,1-1 0,0 1 0,0 0 0,0-1 0,0 1 0,0-1 0,0 0 0,0 0 0,0 0 0,0 0 0,0-1 0,0 1 0,0 0 0,-1 0 0,1-1 0,0 1 0,-1 0 0,1-1 0,0-2 0,0-5 0,0 0 0,0 1 0,-2-17 0,1 20 0,0-3 0,0 1 0,0-1 0,1 1 0,0 0 0,0-1 0,1 1 0,2-8 0,-3 12 0,0 1 0,0-1 0,1 1 0,-1 0 0,0 0 0,1 0 0,0-1 0,-1 2 0,1-1 0,0 0 0,0 0 0,0 0 0,0 1 0,0-1 0,0 1 0,1 0 0,-1 0 0,1 0 0,-1 0 0,0 0 0,1 0 0,-1 0 0,6 0 0,-1 1 0,-1 0 0,1 0 0,0 0 0,0 1 0,0 0 0,0 1 0,0-1 0,-1 1 0,1 0 0,-1 1 0,13 6 0,4 4 0,37 29 0,-46-31 0,69 57 0,-82-68 0,-1 1 0,0-1 0,0 0 0,0 0 0,0 0 0,0 0 0,0 1 0,1-1 0,-1 0 0,0 0 0,0 0 0,0 0 0,0 0 0,1 0 0,-1 1 0,0-1 0,0 0 0,0 0 0,1 0 0,-1 0 0,0 0 0,0 0 0,0 0 0,1 0 0,-1 0 0,0 0 0,0 0 0,1 0 0,-1 0 0,0 0 0,0 0 0,0 0 0,1-1 0,-3-6 0,-7-10 0,-61-73 0,42 54 0,18 24 0,0 0 0,-8-16 0,18 27 0,-1 1 0,1-1 0,-1 0 0,1 1 0,-1-1 0,1 0 0,0 0 0,0 1 0,-1-1 0,1 0 0,0 0 0,0 0 0,0 1 0,0-1 0,0 0 0,0 0 0,0 0 0,0 1 0,0-1 0,0 0 0,0 0 0,0 0 0,1 1 0,-1-1 0,0 0 0,1 0 0,0 0 0,0 0 0,0 0 0,0 0 0,0 0 0,0 1 0,0-1 0,1 1 0,-1-1 0,0 1 0,0-1 0,1 1 0,-1 0 0,0 0 0,1 0 0,2-1 0,4 2 0,0-1 0,1 1 0,-1 0 0,10 3 0,23 7 0,0-1 0,0-2 0,1-2 0,45 0 0,-59-5 0,-13 0 0,0-1 0,0-1 0,28-4 0,-41 5 0,-1 0 0,1-1 0,0 1 0,-1-1 0,1 1 0,-1-1 0,1 0 0,-1 0 0,1 0 0,-1 0 0,1 0 0,-1 0 0,0 0 0,0 0 0,1-1 0,-1 1 0,0 0 0,0-1 0,1-1 0,-1 0 0,-1 1 0,1 0 0,0 0 0,-1-1 0,0 1 0,1 0 0,-1-1 0,0 1 0,0 0 0,-1 0 0,1-1 0,-1-4 0,-1 2 0,0-1 0,0 1 0,0-1 0,-1 1 0,0 0 0,0 0 0,0 0 0,0 0 0,-1 0 0,-7-7 0,9 10 0,-1 0 0,0 0 0,1 0 0,-1 0 0,0 0 0,0 1 0,0-1 0,-1 1 0,1 0 0,0 0 0,-6-2 0,8 3 0,-1 0 0,1 0 0,-1 0 0,1 1 0,0-1 0,-1 0 0,1 0 0,0 1 0,-1-1 0,1 1 0,0-1 0,0 1 0,-1-1 0,1 1 0,0 0 0,0 0 0,0-1 0,0 1 0,0 0 0,0 0 0,0 0 0,0 0 0,0 0 0,1 0 0,-1 1 0,0-1 0,1 0 0,-1 0 0,0 1 0,1-1 0,-1 2 0,-1 4 0,0 0 0,1 0 0,-1 0 0,1 0 0,1 0 0,-1 0 0,1 1 0,1-1 0,-1 0 0,1 0 0,3 10 0,-1-7 0,0-1 0,1 1 0,0-1 0,0 0 0,1 0 0,0 0 0,11 13 0,-8-13 0,-1-1 0,1 1 0,1-2 0,-1 1 0,1-1 0,1 0 0,-1-1 0,1 0 0,0 0 0,1-1 0,-1-1 0,1 0 0,0 0 0,22 4 0,-20-6 0,0-1 0,0 0 0,0 0 0,0-1 0,0-1 0,25-5 0,-25 0-1365,-4 0-5461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7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118 238 24575,'8'15'0,"-2"-3"0,1-1 0,0 1 0,1-1 0,11 13 0,-14-21 0,-5-8 0,-4-9 0,-12-23 0,-2 0 0,-1 1 0,-2 1 0,-1 1 0,-41-49 0,51 73 0,9 8 0,7 7 0,23 21 0,35 27 0,-49-43 0,1 0 0,0-2 0,1 0 0,0 0 0,19 6 0,-18-9 0,1 0 0,-1-1 0,1-1 0,-1-1 0,1 0 0,0-2 0,0 1 0,21-4 0,-29 2 0,0-1 0,1 0 0,-2 0 0,1-1 0,0-1 0,0 1 0,9-7 0,-13 7 0,1 0 0,-1-1 0,0 0 0,-1 0 0,1-1 0,-1 1 0,0-1 0,0 0 0,0 0 0,-1 0 0,5-9 0,-7 10 0,1 1 0,-1 0 0,0-1 0,0 1 0,-1-1 0,1 1 0,-1-1 0,0 0 0,0 1 0,0-1 0,0 1 0,0-1 0,-1 0 0,0 1 0,0-1 0,0 1 0,0 0 0,-3-7 0,3 8 0,0 0 0,-1 0 0,1 0 0,0 0 0,-1 0 0,0 0 0,1 0 0,-1 1 0,0-1 0,0 0 0,0 1 0,0 0 0,0-1 0,0 1 0,0 0 0,0 0 0,-1 0 0,1 1 0,0-1 0,-1 0 0,1 1 0,-1-1 0,1 1 0,0 0 0,-1 0 0,1 0 0,-1 0 0,-2 1 0,2 0 0,-1 0 0,1 0 0,0 0 0,0 0 0,0 0 0,0 1 0,0 0 0,0 0 0,0-1 0,1 2 0,-1-1 0,1 0 0,-1 0 0,1 1 0,0-1 0,0 1 0,0 0 0,0 0 0,0 0 0,1-1 0,0 2 0,-1-1 0,1 0 0,0 0 0,0 0 0,0 7 0,0-4 0,0 0 0,0-1 0,1 1 0,0 0 0,1 0 0,-1 0 0,1-1 0,0 1 0,1 0 0,-1-1 0,1 1 0,0-1 0,0 1 0,1-1 0,3 5 0,0 0 0,1-1 0,1-1 0,-1 1 0,1-1 0,1-1 0,0 1 0,0-1 0,0-1 0,1 0 0,16 8 0,-13-9 0,0 0 0,1 0 0,0-2 0,0 1 0,0-2 0,0 0 0,29 0 0,-11-3-1365,-18 1-5461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8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48 456 24575,'-5'5'0,"0"0"0,1 1 0,-1-1 0,1 1 0,0 0 0,0 0 0,1 0 0,-1 1 0,-3 10 0,7-13 0,-1-1 0,0 1 0,1-1 0,0 1 0,0-1 0,0 1 0,0-1 0,0 1 0,1-1 0,-1 1 0,1-1 0,0 1 0,0-1 0,1 0 0,-1 1 0,1-1 0,-1 0 0,1 0 0,0 0 0,0 0 0,4 4 0,-4-5 0,0 1 0,1-1 0,-1 0 0,1 1 0,0-1 0,-1 0 0,1-1 0,0 1 0,0 0 0,0-1 0,1 0 0,4 2 0,-7-3 0,1 0 0,-1 1 0,1-1 0,-1 0 0,0 0 0,1 0 0,-1 0 0,1-1 0,-1 1 0,0 0 0,1-1 0,-1 1 0,0-1 0,1 1 0,-1-1 0,0 1 0,0-1 0,0 0 0,1 0 0,-1 0 0,0 0 0,0 0 0,0 0 0,0 0 0,0 0 0,-1 0 0,1 0 0,0 0 0,0 0 0,-1-1 0,1 1 0,0-2 0,1-3 0,-1 0 0,1 0 0,-1 0 0,0 1 0,-1-1 0,0 0 0,0 0 0,0 0 0,-1 0 0,1 0 0,-1 0 0,-1 0 0,1 1 0,-1-1 0,0 0 0,0 1 0,-1-1 0,-3-5 0,2 8 0,4 10 0,4 9 0,-1-9 0,1-1 0,-1 1 0,1-1 0,0 0 0,1 0 0,0 0 0,0 0 0,0-1 0,0 0 0,1 0 0,0 0 0,0-1 0,0 0 0,1 0 0,9 4 0,-8-5 0,0 1 0,0-1 0,0-1 0,0 0 0,1 0 0,-1 0 0,1-1 0,-1 0 0,1-1 0,-1 0 0,1 0 0,0-1 0,10-2 0,-12 1 0,-1-1 0,1 0 0,-1 0 0,0 0 0,0-1 0,0 0 0,0 0 0,-1 0 0,1-1 0,-1 0 0,0 0 0,-1 0 0,1-1 0,-1 1 0,0-1 0,4-9 0,2-3 0,-1 0 0,-1-1 0,-1 0 0,7-30 0,-10 26 0,0 0 0,-1 0 0,-1-1 0,-1 1 0,-4-42 0,1 45 0,-1 1 0,-1 0 0,-1 0 0,0 0 0,-2 0 0,0 1 0,-12-22 0,15 33 0,-1 0 0,1 0 0,-7-6 0,9 11 0,0-1 0,-1 1 0,1 0 0,-1 0 0,0 0 0,1 0 0,-1 0 0,0 1 0,0-1 0,-4-1 0,6 3 0,0 0 0,1 0 0,-1-1 0,0 1 0,0 0 0,0 0 0,1 0 0,-1 1 0,0-1 0,0 0 0,0 0 0,1 0 0,-1 0 0,0 1 0,0-1 0,1 0 0,-1 1 0,0-1 0,1 1 0,-1-1 0,0 1 0,-1 1 0,0-1 0,1 1 0,-1 0 0,1-1 0,0 1 0,0 0 0,-2 3 0,-1 3 0,1 1 0,-3 15 0,6-24 0,-4 21 0,1 1 0,1-1 0,1 0 0,0 1 0,2-1 0,1 1 0,1-1 0,0 0 0,2 0 0,0 0 0,1-1 0,2 0 0,17 37 0,-17-44 0,0-1 0,1 1 0,0-1 0,1-1 0,0 0 0,0-1 0,2 1 0,11 7 0,-7-7 0,0-1 0,0 0 0,1-1 0,0-1 0,35 11 0,-34-14-1365,-2 1-5461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8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80 24575,'75'70'0,"88"77"0,-152-138 0,0-1 0,0 0 0,18 9 0,-27-16 0,0 0 0,1 1 0,-1-1 0,1 0 0,0 0 0,-1-1 0,1 1 0,0-1 0,0 1 0,-1-1 0,1 0 0,0 0 0,0 0 0,0 0 0,-1 0 0,1-1 0,0 1 0,0-1 0,-1 0 0,1 0 0,-1 0 0,1 0 0,3-2 0,-4 1 0,0-1 0,0 1 0,0 0 0,0-1 0,-1 1 0,1-1 0,-1 0 0,1 0 0,-1 1 0,0-1 0,0 0 0,-1 0 0,1 0 0,0 0 0,-1 0 0,0 0 0,0-6 0,0-5 0,-1-1 0,-3-17 0,-7-22 0,-31-95 0,41 147-151,0 0-1,1 0 0,-1 0 0,0 0 1,0 0-1,0 1 0,0-1 1,-3-3-1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39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72 24575,'-3'-2'0,"0"0"0,0 0 0,0 0 0,0 1 0,0-1 0,0 1 0,-1 0 0,1 0 0,0 0 0,-1 0 0,-4 0 0,7 1 0,-1 0 0,1 0 0,0 0 0,0 1 0,-1-1 0,1 0 0,0 0 0,0 1 0,0-1 0,0 1 0,-1-1 0,1 1 0,0-1 0,0 1 0,0 0 0,0 0 0,0-1 0,0 1 0,1 0 0,-1 0 0,0 0 0,0 0 0,1 0 0,-1 0 0,0 0 0,1 0 0,-1 0 0,1 1 0,-1-1 0,1 0 0,0 0 0,-1 0 0,1 1 0,0-1 0,0 2 0,0 1 0,0 0 0,0 0 0,0 0 0,1 0 0,-1-1 0,1 1 0,0 0 0,0 0 0,0 0 0,1-1 0,0 1 0,-1-1 0,1 1 0,0-1 0,4 4 0,-1 0 0,0-1 0,1 1 0,0-1 0,0-1 0,0 1 0,10 5 0,-15-10 0,0 0 0,0-1 0,0 1 0,1 0 0,-1-1 0,0 1 0,0-1 0,1 1 0,-1-1 0,0 0 0,1 0 0,-1 1 0,0-1 0,1 0 0,-1 0 0,1 0 0,-1 0 0,0-1 0,1 1 0,-1 0 0,0-1 0,1 1 0,-1 0 0,0-1 0,0 1 0,1-1 0,-1 0 0,0 0 0,0 1 0,0-1 0,0 0 0,0 0 0,0 0 0,0 0 0,0 0 0,0 0 0,-1 0 0,1 0 0,1-2 0,0-1 0,0-1 0,0 1 0,0-1 0,0 1 0,0-1 0,-1 0 0,0 0 0,0 0 0,0-7 0,-1-7 0,0 0 0,-1-1 0,-1 1 0,-6-22 0,7 31 0,1 10 0,0 0 0,0 0 0,0 0 0,0 0 0,0 0 0,0 0 0,0 0 0,0 0 0,0 0 0,0 0 0,0 0 0,1 0 0,-1-1 0,0 1 0,0 0 0,0 0 0,0 0 0,0 0 0,0 0 0,0 0 0,0 0 0,0 0 0,0 0 0,0 0 0,0 0 0,0 0 0,0 0 0,0 0 0,1 0 0,-1 0 0,0 0 0,0 0 0,0 0 0,0 0 0,0 0 0,0 0 0,0 0 0,0 0 0,0 0 0,0 0 0,0 0 0,0 0 0,0 0 0,1 0 0,-1 0 0,0 0 0,0 0 0,0 0 0,0 0 0,0 0 0,0 1 0,0-1 0,0 0 0,0 0 0,0 0 0,12 13 0,-6-5 0,19 17 24,33 27 0,-18-19-1437,-27-21-5413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0.5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284 711 24575,'2'-28'0,"0"-1"0,-2 0 0,-1 0 0,-1 0 0,-2 1 0,-1-1 0,-1 1 0,-1 0 0,-1 0 0,-2 1 0,-20-39 0,-152-235 0,179 296 0,-8-12 0,11 16 0,0 1 0,-1-1 0,1 0 0,-1 1 0,1-1 0,-1 1 0,1-1 0,-1 1 0,0-1 0,1 1 0,-1-1 0,0 1 0,1-1 0,-1 1 0,0 0 0,1 0 0,-1-1 0,-1 1 0,1 0 0,1 1 0,-1-1 0,1 0 0,-1 1 0,1-1 0,0 1 0,-1-1 0,1 1 0,0-1 0,-1 1 0,1-1 0,0 1 0,0-1 0,-1 1 0,1-1 0,0 1 0,0 0 0,0-1 0,0 1 0,0-1 0,0 1 0,0 0 0,0-1 0,0 1 0,0 17 0,0-17 0,4 25 0,1 0 0,1-1 0,1 1 0,14 33 0,-16-46 0,13 38 0,3-1 0,52 88 0,-60-117 0,1 0 0,1-1 0,1-1 0,1-1 0,1 0 0,0-1 0,1-1 0,33 22 0,-47-36 0,-1 1 0,0-1 0,1 0 0,-1 0 0,1 0 0,0-1 0,0 0 0,0 0 0,0 0 0,7 0 0,-9-1 0,0 0 0,-1 0 0,1 0 0,-1-1 0,1 0 0,-1 1 0,1-1 0,-1 0 0,0 0 0,1 0 0,-1 0 0,0-1 0,0 1 0,1-1 0,-1 1 0,-1-1 0,1 0 0,0 0 0,0 0 0,-1 0 0,4-4 0,-2 0 0,1-1 0,-1 0 0,0 0 0,-1 0 0,0 0 0,0 0 0,0 0 0,-1-1 0,0 1 0,0-1 0,-1 1 0,-1-11 0,1 10 0,-1-1 0,-1 0 0,1 1 0,-1-1 0,-1 1 0,0 0 0,0 0 0,-1 0 0,0 0 0,-6-9 0,10 16 0,0 1 0,0 0 0,-1-1 0,1 1 0,0-1 0,0 1 0,-1 0 0,1-1 0,0 1 0,0 0 0,-1-1 0,1 1 0,-1 0 0,1 0 0,0-1 0,-1 1 0,1 0 0,0 0 0,-1-1 0,1 1 0,-1 0 0,1 0 0,-1 0 0,-2 8 0,6 17 0,0-14 0,1-1 0,0 0 0,1 1 0,0-2 0,0 1 0,1-1 0,0 1 0,1-2 0,-1 1 0,2-1 0,-1 0 0,2 0 0,-1-1 0,0 0 0,1-1 0,1 0 0,-1 0 0,1-1 0,19 8 0,-21-11 0,-1 0 0,0-1 0,1 1 0,-1-1 0,1-1 0,-1 0 0,1 0 0,-1 0 0,1-1 0,12-3 0,-16 3 0,0 0 0,0 0 0,0-1 0,0 0 0,-1 0 0,1 0 0,0 0 0,-1 0 0,0-1 0,1 0 0,-1 0 0,0 0 0,0 0 0,-1 0 0,1 0 0,-1-1 0,1 1 0,-1-1 0,3-7 0,-5 10 0,0 1 0,0-1 0,1 1 0,-1-1 0,0 1 0,0 0 0,1-1 0,-1 1 0,0-1 0,0 1 0,1-1 0,-1 1 0,1 0 0,-1-1 0,0 1 0,1 0 0,-1-1 0,1 1 0,-1 0 0,1 0 0,-1-1 0,0 1 0,1 0 0,-1 0 0,1 0 0,-1 0 0,1 0 0,0 0 0,-1 0 0,1 0 0,-1 0 0,1 0 0,-1 0 0,1 0 0,-1 0 0,1 0 0,-1 0 0,1 0 0,-1 0 0,1 1 0,0-1 0,2 2 0,1 0 0,0 1 0,-1-1 0,5 6 0,6 2 0,-3-5 0,1-1 0,0 0 0,0 0 0,0-2 0,0 1 0,1-2 0,12 1 0,-18-1 0,1-2 0,-1 1 0,0-1 0,1 0 0,-1-1 0,0 1 0,0-1 0,0-1 0,0 1 0,-1-1 0,1-1 0,-1 1 0,0-1 0,1 0 0,-2-1 0,1 1 0,9-10 0,0-2 0,-1 0 0,-1-1 0,0-1 0,18-34 0,-27 44 0,0-1 0,0 0 0,4-17 0,-7 22 0,0 1 0,0-1 0,-1 0 0,1 1 0,-1-1 0,0 0 0,0 0 0,0 1 0,-1-1 0,1 0 0,-1 1 0,-2-7 0,3 9 0,-1 1 0,1-1 0,0 0 0,-1 0 0,1 1 0,0-1 0,-1 1 0,1-1 0,-1 0 0,1 1 0,-1-1 0,0 1 0,1-1 0,-1 1 0,1-1 0,-1 1 0,0 0 0,1-1 0,-1 1 0,0 0 0,1-1 0,-1 1 0,0 0 0,0 0 0,1 0 0,-1 0 0,0 0 0,0-1 0,0 1 0,1 1 0,-1-1 0,0 0 0,0 0 0,1 0 0,-1 0 0,0 0 0,0 1 0,1-1 0,-1 0 0,0 1 0,1-1 0,-1 1 0,0-1 0,1 0 0,-1 1 0,1-1 0,-1 2 0,-3 0 0,1 1 0,0 0 0,0 0 0,0 1 0,1-1 0,-1 1 0,-2 4 0,1 3 0,0-1 0,1 0 0,0 1 0,1 0 0,0 0 0,1 0 0,0 0 0,0 0 0,2 0 0,-1 0 0,1 0 0,1 0 0,4 16 0,-3-20 0,0 0 0,0 0 0,1 0 0,0 0 0,0 0 0,1-1 0,0 0 0,0 0 0,1 0 0,9 7 0,-7-6 0,0-1 0,1 0 0,-1 0 0,1-1 0,1 0 0,-1-1 0,16 5 0,-19-7-136,0-1-1,1 0 1,0 0-1,-1 0 1,1-1-1,0 0 1,-1 0-1,1-1 0,7-1 1,-1-1-6690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0.9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0 395 24575,'0'38'0,"2"0"0,1 0 0,3 0 0,17 67 0,-19-92 0,1 0 0,1 0 0,0 0 0,15 22 0,-17-29 0,0 0 0,0-1 0,1 1 0,0-1 0,0 0 0,1-1 0,-1 1 0,1-1 0,0 0 0,0-1 0,10 5 0,-15-8 0,0 1 0,0-1 0,0 1 0,0-1 0,0 0 0,0 1 0,0-1 0,1 0 0,-1 0 0,0 0 0,0 0 0,0 0 0,0 0 0,0 0 0,0-1 0,1 1 0,-1 0 0,0-1 0,0 1 0,0 0 0,0-1 0,0 1 0,0-1 0,1 0 0,-1-1 0,1 0 0,-1 1 0,0-1 0,1 0 0,-1 0 0,0 1 0,0-1 0,0 0 0,-1 0 0,1 0 0,0 0 0,0-3 0,1-6 0,-1 0 0,0 0 0,-1-20 0,0 30 0,-4-48 0,-3 0 0,-22-86 0,15 77 0,-12-48 0,-74-192 0,95 287 0,5 11 0,0 0 0,0 0 0,0 0 0,0 0 0,0 0 0,0 0 0,0 0 0,0 0 0,0 0 0,0 1 0,0-1 0,0 0 0,0 0 0,0 0 0,0 0 0,0 0 0,0 0 0,-1 0 0,1 0 0,0 0 0,0 0 0,0 0 0,0 0 0,0 0 0,0 0 0,0 0 0,0 0 0,0 0 0,0 0 0,0 0 0,0 0 0,0 0 0,0 0 0,0 0 0,0 0 0,0 0 0,0 0 0,0 0 0,0 0 0,0 0 0,0 0 0,-1 0 0,1 0 0,0 0 0,0 0 0,0 0 0,0 0 0,0 0 0,0 0 0,0 0 0,0 0 0,0 0 0,0 0 0,0 0 0,0-1 0,0 1 0,0 0 0,4 21 0,108 277 0,-63-179 0,-18-43-682,72 123-1,-94-184-6143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1.5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24575,'0'3'0,"0"3"0,0 3 0,0 2 0,0 3 0,0 0 0,0 1 0,0-2-8191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5:59:42.8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305 62 24575,'-25'-10'0,"-11"-3"0,-1 0 0,2 3 0,5 2 0,5 4 0,2 1 0,2 2 0,3 1 0,-2 3 0,1 1 0,4 0-8191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1.6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0 24575,'-3'4'0,"0"1"0,1-1 0,0 0 0,0 1 0,0-1 0,0 1 0,1 0 0,0-1 0,0 1 0,0 0 0,0 0 0,1 0 0,0 0 0,0 0 0,1 6 0,0-3 0,1-1 0,1 1 0,-1-1 0,1 0 0,0 0 0,1 0 0,-1 0 0,2-1 0,4 7 0,24 29 0,-20-26 0,0 0 0,20 36 0,-32-50 17,0 1 0,0-1 1,0 1-1,0-1 0,-1 1 0,1 3 0,0-5-57,-1 0 0,0-1 0,0 1-1,0-1 1,0 1 0,0-1 0,0 1 0,-1-1 0,1 1 0,0-1-1,0 1 1,0 0 0,0-1 0,-1 1 0,1-1 0,0 0 0,0 1 0,-1-1-1,1 1 1,0-1 0,-1 1 0,1-1 0,-1 0 0,1 1 0,0-1-1,-1 0 1,1 1 0,-1-1 0,1 0 0,-1 0 0,1 1 0,-1-1 0,1 0-1,-1 0 1,1 0 0,-2 0 0,-7 1-6786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1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24575,'0'0'0,"0"-1"0,0 1 0,0 0 0,0 0 0,0 0 0,0 0 0,1 0 0,-1-1 0,0 1 0,0 0 0,0 0 0,0 0 0,0 0 0,1 0 0,-1 0 0,0-1 0,0 1 0,0 0 0,0 0 0,0 0 0,1 0 0,-1 0 0,0 0 0,0 0 0,0 0 0,1 0 0,-1 0 0,0 0 0,0 0 0,0 0 0,0 0 0,1 0 0,-1 0 0,0 0 0,0 0 0,0 0 0,1 0 0,-1 0 0,0 0 0,0 1 0,0-1 0,0 0 0,0 0 0,1 0 0,-1 0 0,0 0 0,0 0 0,0 0 0,0 1 0,0-1 0,1 0 0,9 7 0,2 5 0,0 1 0,0 0 0,-1 0 0,-1 1 0,0 1 0,9 17 0,7 11 0,-23-39-102,14 24 337,-16-25-371,1-1 0,-1 0-1,-1 0 1,1 1 0,0-1 0,0 0 0,-1 1 0,0-1-1,1 1 1,-1 2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2.2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472 135 24575,'-30'-20'0,"-15"-6"0,-2-2 0,1 4 0,4 6 0,4 6 0,6 6 0,4 5 0,3 4 0,2 3 0,1 4 0,3-1 0,2 2 0,1 0 0,1 2 0,0-2 0,3-2-8191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2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523 26 24575,'-30'-2'0,"-15"-4"0,-5-1 0,1 2 0,4 0 0,4 5 0,5 1 0,3 4 0,2 1 0,1 1 0,2 1 0,-1 0 0,0 0 0,3-2 0,5-3-8191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3.5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28 24575,'-21'-27'0,"35"60"0,35 53 0,-25-46 0,20 45 0,-40-70 120,-3-14-155,-1-1-1,0 0 1,0 1 0,0-1-1,0 0 1,0 1-1,0-1 1,0 0 0,0 1-1,0-1 1,0 1 0,0-1-1,0 0 1,0 1 0,0-1-1,0 0 1,0 1 0,-1-1-1,1 0 1,0 0-1,0 1 1,0-1 0,0 0-1,-1 1 1,1-1 0,0 0-1,0 0 1,-1 1 0,1-1-1,0 0 1,0 0 0,-1 0-1,1 1 1,0-1-1,-1 0 1,1 0 0,0 0-1,-1 0 1,1 0 0,0 1-1,-1-1 1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3.8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24575,'5'13'0,"4"6"0,1 3 0,0-1 0,3 0 0,-3-2 0,1-1 0,0-2 0,-1 0 0,0-4 0,-2-1 0,0 1 0,2-1 0,-1 0-8191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4.0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24575,'13'22'0,"6"13"0,3 3 0,0-3 0,-1-4 0,-2-6 0,-4-3 0,-2-4 0,-3-3 0,-1-3 0,-2-1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4.3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843 44 24575,'-302'-40'0,"257"37"0,1 2 0,-1 3 0,1 1 0,-81 16 0,-87 31-1365,186-44-5461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4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498 1 24575,'-15'0'0,"-10"0"0,-6 0 0,0 0 0,1 0 0,-1 0 0,1 0 0,0 0 0,0 0 0,1 0 0,-1 2 0,1 2 0,-3 1 0,-1 1 0,0 2 0,1-1 0,6-2-8191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5.7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 24575,'-1'0'0,"1"-1"0,0 1 0,0 0 0,0 0 0,0-1 0,0 1 0,0 0 0,0 0 0,0-1 0,0 1 0,0 0 0,0 0 0,0-1 0,1 1 0,-1 0 0,0-1 0,0 1 0,0 0 0,0 0 0,0 0 0,0-1 0,1 1 0,-1 0 0,0 0 0,0 0 0,0-1 0,0 1 0,1 0 0,-1 0 0,0 0 0,0 0 0,1-1 0,-1 1 0,9 4 0,8 14 0,-17-18 0,21 30 0,-1 1 0,-2 0 0,22 50 0,-26-51 0,-10-23-106,15 36 345,-18-39-426,1 0 0,-1 1-1,0-1 1,0 1 0,0-1 0,-1 1-1,1 6 1,-3-2-6639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6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 24575,'0'5'0,"1"0"0,0 0 0,0 0 0,0 0 0,1 0 0,0 0 0,0 0 0,0 0 0,0-1 0,4 6 0,6 8 0,14 16 0,-21-27 0,7 7 0,0-1 0,1 0 0,0 0 0,1-2 0,0 0 0,1 0 0,0-1 0,1-1 0,0-1 0,1 0 0,-1-1 0,29 8 0,-43-14 0,0-1 0,0 0 0,0 1 0,0-1 0,0 0 0,0 0 0,0 0 0,0 0 0,0 0 0,0 0 0,0-1 0,0 1 0,0-1 0,0 1 0,0-1 0,0 0 0,0 0 0,0 0 0,-1 0 0,1 0 0,1-1 0,-1 0 0,-1 1 0,0-1 0,0 0 0,1 0 0,-2 0 0,1 1 0,0-1 0,0 0 0,0 0 0,-1 0 0,1 0 0,-1-1 0,0 1 0,0 0 0,0 0 0,1 0 0,-2 0 0,1 0 0,0 0 0,-1-3 0,-10-49 0,6 32 0,0 1 0,-1-28 0,7 10 10,0 29-285,-1-1 0,0 0 0,-1 0 0,-2-14 0,0 15-6551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6.5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933 38 24575,'-7'-4'0,"0"-1"0,1 1 0,-1 0 0,-1 1 0,1-1 0,-1 1 0,1 1 0,-1 0 0,0 0 0,0 0 0,1 1 0,-1 0 0,0 1 0,-1-1 0,-14 3 0,-84 7 0,-25 2 0,-243-9 35,210-3-1435,147 2-5426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6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575 45 24575,'-28'-5'0,"-16"-1"0,-6-1 0,-2-1 0,0 2 0,4 0 0,3 2 0,4 2 0,4 3 0,3 2 0,4 1 0,4 1 0,0 3 0,2 0 0,3-2 0,5-1-8191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1.5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26 193 24575,'41'-36'0,"-41"36"0,0 0 0,0 0 0,1 0 0,-1 0 0,0 0 0,0 0 0,0 0 0,0 0 0,0 0 0,1 0 0,-1 0 0,0 0 0,0 0 0,0 0 0,0 0 0,1 0 0,-1 0 0,0 0 0,0 0 0,0 0 0,0 0 0,1 0 0,-1 0 0,0 0 0,0 0 0,0 0 0,0 0 0,0 1 0,1-1 0,-1 0 0,0 0 0,0 0 0,0 0 0,0 0 0,0 0 0,0 1 0,0-1 0,1 0 0,-1 0 0,0 0 0,0 0 0,0 0 0,0 1 0,0-1 0,0 0 0,0 0 0,0 0 0,0 0 0,0 1 0,0-1 0,0 0 0,0 0 0,0 0 0,0 0 0,0 1 0,0-1 0,1 16 0,0-7 0,2 1 0,0 1 0,1-1 0,1 1 0,-1-1 0,9 11 0,2 7 0,22 42 0,-20-39 0,-1 1 0,-1 0 0,12 39 0,-23-56 0,-1 0 0,0 0 0,-1 0 0,0 18 0,-2-54 0,-1 1 0,-1 0 0,-1 0 0,-7-23 0,-11-14 0,-2 2 0,-51-88 0,2 5 0,59 112 0,6 13 0,1 0 0,-9-27 0,15 32 0,5 11 0,7 11 0,-5-2 0,2-1 0,0 0 0,0 0 0,14 11 0,46 34 0,10 9 0,-73-59 0,0-1 0,1 0 0,-1 1 0,1-2 0,14 8 0,-20-11 0,1 0 0,0 0 0,0-1 0,0 1 0,-1-1 0,1 1 0,0-1 0,0 1 0,0-1 0,0 0 0,0 0 0,0 0 0,0 0 0,0 0 0,0-1 0,0 1 0,0-1 0,0 1 0,-1-1 0,1 1 0,0-1 0,0 0 0,0 0 0,-1 0 0,1 0 0,-1 0 0,1 0 0,-1-1 0,1 1 0,1-2 0,5-8 0,-1 0 0,0 0 0,6-15 0,-6 13 0,0 0 0,10-14 0,-11 19 0,0-1 0,-1 0 0,0-1 0,0 1 0,-1-1 0,3-10 0,-7 19 0,0 0 0,1 0 0,-1 0 0,0 0 0,0 0 0,1 0 0,-1 1 0,0-1 0,1 0 0,-1 0 0,1 0 0,-1 1 0,1-1 0,-1 0 0,1 0 0,0 1 0,-1-1 0,1 1 0,0-1 0,0 0 0,-1 1 0,1-1 0,0 1 0,0 0 0,0-1 0,1 1 0,-1 0 0,0 0 0,0 1 0,0-1 0,0 1 0,0-1 0,1 1 0,-1 0 0,0-1 0,0 1 0,0 0 0,-1 0 0,1 0 0,0 0 0,0 0 0,0-1 0,-1 2 0,1-1 0,0 0 0,0 2 0,24 41 0,25 66 0,-27-55 0,14 40 0,6 16 0,-11-43 0,-28-62 0,-5-13 0,-5-12 0,-2 7-1365,0 2-5461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9.4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28 24575,'0'-1'0,"0"0"0,0 0 0,1-1 0,-1 1 0,0 0 0,1 0 0,-1 0 0,1 0 0,-1 0 0,1-1 0,-1 1 0,1 0 0,0 0 0,0 0 0,-1 1 0,1-1 0,0 0 0,0 0 0,0 0 0,0 1 0,0-1 0,0 0 0,0 1 0,0-1 0,0 1 0,1-1 0,-1 1 0,0 0 0,0-1 0,0 1 0,1 0 0,1 0 0,2-1 0,0 1 0,0-1 0,0 1 0,0 1 0,0-1 0,9 3 0,-2 0 0,0 1 0,0 0 0,-1 1 0,1 1 0,-2 0 0,1 0 0,0 1 0,-1 0 0,0 1 0,-1 0 0,16 17 0,-23-23 0,-1 0 0,1 0 0,0 1 0,-1-1 0,0 1 0,1-1 0,-1 1 0,0-1 0,0 1 0,0 0 0,-1 0 0,1-1 0,-1 1 0,0 0 0,1 0 0,-1 0 0,0-1 0,-1 5 0,0-5 0,1 1 0,-1-1 0,0 0 0,0 0 0,0 0 0,0 0 0,0 0 0,-1 0 0,1 0 0,0 0 0,-1 0 0,0-1 0,1 1 0,-1-1 0,0 1 0,0-1 0,0 0 0,0 1 0,0-1 0,0 0 0,0 0 0,-5 1 0,-2 0 0,-1 0 0,1 0 0,-1 0 0,0-2 0,-10 1 0,-51-5 0,58 3 0,1-1 0,-1 0 0,1-1 0,0-1 0,-1 0 0,1 0 0,1-1 0,-1-1 0,-17-11 0,27 16 0,0 0 0,1-1 0,-1 1 0,0-1 0,1 1 0,-1-1 0,1 0 0,0 1 0,0-1 0,-1 0 0,1 0 0,0 0 0,0 0 0,1 0 0,-1 0 0,0 0 0,1 0 0,-1 0 0,1-1 0,0 1 0,0 0 0,-1 0 0,2 0 0,-1 0 0,0-1 0,0 1 0,1 0 0,-1 0 0,1 0 0,-1 0 0,1 0 0,1-2 0,0 0 0,0 1 0,-1 0 0,2-1 0,-1 1 0,0 0 0,1 1 0,-1-1 0,1 0 0,0 1 0,0-1 0,0 1 0,0 0 0,0 0 0,1 0 0,-1 0 0,1 1 0,5-3 0,22 0-1365,-18 4-5461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9.9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206 539 24575,'-24'-15'0,"-47"-29"0,62 40 0,0-1 0,0 2 0,0-1 0,0 1 0,0 1 0,-12-2 0,20 3 0,0 1 0,-1 0 0,1 0 0,0-1 0,-1 1 0,1 0 0,0 0 0,-1 1 0,1-1 0,0 0 0,0 0 0,-1 1 0,1-1 0,0 0 0,0 1 0,-1 0 0,1-1 0,0 1 0,0-1 0,0 1 0,0 0 0,0 0 0,0 0 0,0 0 0,0 0 0,0 0 0,-1 2 0,2-2 0,-1 1 0,1-1 0,0 1 0,0-1 0,0 1 0,-1 0 0,2-1 0,-1 1 0,0-1 0,0 1 0,0 0 0,1-1 0,-1 1 0,1-1 0,-1 1 0,1-1 0,0 1 0,-1-1 0,1 1 0,0-1 0,0 0 0,1 2 0,5 5 0,0 0 0,1-1 0,0 0 0,0 0 0,0-1 0,1 0 0,0 0 0,17 7 0,-7-5 0,0 0 0,0-2 0,33 8 0,-42-12 0,0 0 0,0-1 0,0 0 0,0-1 0,0 0 0,0-1 0,13-2 0,-20 3 0,-1-1 0,1 0 0,-1 1 0,1-1 0,0 0 0,-1-1 0,0 1 0,1 0 0,-1-1 0,0 1 0,1-1 0,-1 0 0,0 0 0,0 0 0,-1 0 0,1 0 0,0 0 0,-1 0 0,1 0 0,-1-1 0,0 1 0,1-1 0,-1 1 0,0-1 0,-1 1 0,1-1 0,0 0 0,-1 1 0,1-1 0,-1 0 0,0-3 0,0-3 0,-1-1 0,0 1 0,-1-1 0,0 1 0,0-1 0,-1 1 0,-5-13 0,-35-62 0,35 69 0,-189-319 0,195 331 0,1 1 0,-1 0 0,1-1 0,-1 1 0,1 0 0,-1 0 0,0 0 0,0 0 0,-3-3 0,4 5 0,1 0 0,0 0 0,0 0 0,0 0 0,0 0 0,0 0 0,0 0 0,0 0 0,0 0 0,0 0 0,0 0 0,0 0 0,-1 0 0,1 0 0,0 0 0,0 0 0,0 0 0,0 0 0,0 0 0,0 0 0,0 0 0,0 0 0,0 1 0,0-1 0,0 0 0,0 0 0,0 0 0,0 0 0,-1 0 0,1 0 0,0 0 0,0 0 0,0 0 0,0 0 0,0 0 0,0 0 0,0 0 0,0 0 0,0 1 0,0-1 0,0 0 0,0 0 0,0 0 0,0 0 0,0 0 0,0 0 0,0 0 0,0 0 0,0 0 0,0 0 0,0 0 0,0 1 0,0-1 0,2 9 0,2 8 0,9 19 0,26 56 0,27 33 0,-47-90 0,0 1-273,2-2 0,1 0 0,1-1 0,39 41 0,-49-61-6553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0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155 488 24575,'-9'-6'0,"-7"-7"0,-24-13 0,36 23 0,-1 1 0,1 0 0,-1 0 0,1 0 0,-1 1 0,0-1 0,1 1 0,-1 0 0,0 1 0,0-1 0,-6 1 0,10 0 0,0 0 0,0 0 0,0 1 0,-1-1 0,1 0 0,0 0 0,0 1 0,0-1 0,0 1 0,0-1 0,0 1 0,0 0 0,0-1 0,0 1 0,1 0 0,-1-1 0,0 1 0,0 0 0,0 0 0,0 1 0,0 0 0,0 0 0,0 0 0,0 0 0,1 0 0,-1 0 0,1 0 0,-1 0 0,1 1 0,0-1 0,0 2 0,0 3 0,1 1 0,0-1 0,0-1 0,0 1 0,5 11 0,-4-13 0,0 0 0,1-1 0,-1 1 0,1-1 0,0 0 0,1 0 0,-1 0 0,1 0 0,0 0 0,0-1 0,0 0 0,0 0 0,1 0 0,-1 0 0,1 0 0,-1-1 0,8 3 0,-5-3 0,0 0 0,-1 0 0,1 0 0,0-1 0,0 0 0,0 0 0,0-1 0,0 0 0,0 0 0,0-1 0,0 0 0,12-3 0,-14 3 0,-1 0 0,-1-1 0,1 0 0,0 0 0,0 0 0,-1-1 0,1 1 0,-1-1 0,0 0 0,0 0 0,0 0 0,0 0 0,0 0 0,-1-1 0,1 1 0,-1-1 0,0 0 0,0 0 0,0 1 0,-1-1 0,1-1 0,-1 1 0,0 0 0,0 0 0,0-7 0,0 0 0,-1-1 0,0 1 0,0-1 0,-1 1 0,-1-1 0,0 1 0,0 0 0,-7-16 0,-18-44 0,-3 1 0,-57-95 0,84 161 0,-2-5 0,0 0 0,0 0 0,-1 1 0,-1 0 0,1 0 0,-13-11 0,19 19 0,-1 0 0,1-1 0,0 1 0,0 0 0,-1 0 0,1-1 0,0 1 0,-1 0 0,1 0 0,0 0 0,-1-1 0,1 1 0,0 0 0,-1 0 0,1 0 0,-1 0 0,1 0 0,0 0 0,-1 0 0,1 0 0,0 0 0,-1 0 0,1 0 0,-1 0 0,1 0 0,-1 0 0,1 9 0,8 15 0,30 56 0,4-2 0,2-1 0,81 104 0,-116-170-455,1-1 0,19 19 0,-16-19-6371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1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34 192 24575,'18'-2'0,"0"0"0,1-1 0,-2-1 0,28-10 0,-32 10 0,-7 2 0,0 0 0,0-1 0,0 0 0,0 0 0,0 0 0,0 0 0,-1-1 0,9-7 0,-13 10 0,0-1 0,0 1 0,1 0 0,-1-1 0,0 1 0,0-1 0,-1 1 0,1-1 0,0 1 0,0-1 0,-1 1 0,1-1 0,-1 0 0,1 1 0,-1-1 0,0 0 0,0 0 0,0 1 0,0-1 0,0 0 0,0 0 0,0 1 0,0-1 0,-1 0 0,1 1 0,-1-1 0,1 0 0,-1 1 0,0-1 0,0 1 0,1-1 0,-1 1 0,0-1 0,0 1 0,-1 0 0,1-1 0,-1 0 0,-5-5 0,0 0 0,-1 1 0,0 0 0,0 0 0,0 1 0,0 0 0,-1 0 0,-9-3 0,12 5 0,0 1 0,0 0 0,0 0 0,0 1 0,0 0 0,0 0 0,0 0 0,0 1 0,-1 0 0,1 0 0,0 0 0,0 1 0,-11 2 0,14-2 0,1 0 0,-1 0 0,1 0 0,0 1 0,-1-1 0,1 1 0,0-1 0,0 1 0,0 0 0,0 0 0,0 0 0,0 0 0,1 0 0,-1 0 0,-1 4 0,1-2 0,0 1 0,0-1 0,0 1 0,1-1 0,0 1 0,0-1 0,0 1 0,1 7 0,-1-5 0,2 1 0,-1-1 0,1 1 0,0-1 0,0 1 0,1-1 0,0 0 0,1 0 0,0 0 0,0 0 0,4 8 0,1-4 0,1-1 0,0 0 0,0 0 0,1-1 0,0 0 0,0 0 0,1-2 0,0 1 0,1-1 0,0-1 0,24 10 0,-14-8 0,1-1 0,1-1 0,-1-1 0,1-1 0,43 2 0,-64-6-68,0 1 0,0-1-1,0 0 1,-1 0 0,1 0 0,0-1-1,0 1 1,0-1 0,-1 1 0,1-1-1,0 0 1,0 0 0,-1 0 0,1 0-1,-1-1 1,1 1 0,-1-1 0,0 1-1,5-5 1,-1-3-6758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2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87 24575,'-5'-3'0,"7"8"0,6 9 0,3 0 0,-1 0 0,1 0 0,0-1 0,1-1 0,1 0 0,18 13 0,-17-15 0,37 22 0,-47-30 0,1 1 0,0-1 0,0 0 0,0-1 0,0 1 0,0-1 0,1 0 0,9 1 0,-13-2 0,-1 0 0,1 0 0,0 0 0,-1 0 0,1-1 0,-1 1 0,1 0 0,0-1 0,-1 1 0,1-1 0,-1 0 0,1 1 0,-1-1 0,0 0 0,1 0 0,-1 0 0,0 0 0,1 0 0,-1 0 0,0 0 0,0 0 0,0 0 0,0-1 0,0 1 0,0-1 0,0 1 0,-1 0 0,1-1 0,0 1 0,-1-1 0,1 0 0,-1 1 0,1-1 0,-1 1 0,0-1 0,0 0 0,0 1 0,0-1 0,0-2 0,-1-3 0,1 0 0,-1 0 0,-1 0 0,0 0 0,0 0 0,0 0 0,-5-10 0,-16-34 0,-22-41 0,38 82 120,7 10-150,0-1 1,0 1-1,0 0 0,-1 0 0,1 0 1,0 0-1,0-1 0,0 1 1,0 0-1,0 0 0,-1 0 1,1 0-1,0 0 0,0 0 0,0 0 1,-1-1-1,1 1 0,0 0 1,0 0-1,0 0 0,-1 0 1,1 0-1,0 0 0,0 0 0,0 0 1,-1 0-1,1 0 0,0 0 1,0 0-1,0 0 0,-1 0 1,1 0-1,0 1 0,0-1 0,0 0 1,0 0-1,-1 0 0,1 0 1,0 0-1,0 0 0,0 0 1,0 1-1,-1-1 0,1 0 0,0 0 1,0 0-1,0 0 0,0 1 1,0-1-1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2.6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123 173 24575,'-10'-36'0,"4"15"0,0 0 0,-2 0 0,-14-30 0,21 49 0,0 1 0,0-1 0,0 1 0,0-1 0,0 1 0,0-1 0,0 1 0,0 0 0,0 0 0,-1 0 0,1 0 0,0 0 0,-1 0 0,1 0 0,-1 0 0,1 0 0,-1 1 0,-2-2 0,3 2 0,0 1 0,0-1 0,0 0 0,0 0 0,-1 0 0,1 1 0,0-1 0,0 0 0,0 1 0,0-1 0,0 1 0,0-1 0,0 1 0,0 0 0,0-1 0,0 1 0,0 0 0,1 0 0,-1 0 0,0 0 0,0 0 0,1-1 0,-1 1 0,0 0 0,1 1 0,-1-1 0,1 1 0,-4 5 0,1 1 0,0 0 0,1 0 0,0 0 0,0 0 0,1 0 0,0 1 0,0-1 0,1 13 0,0-12 0,1 1 0,0-1 0,1 1 0,0-1 0,0 1 0,1-1 0,7 17 0,-7-22 0,-1 0 0,1 0 0,0 0 0,0-1 0,0 1 0,1-1 0,-1 0 0,1 0 0,0 0 0,0 0 0,0-1 0,0 0 0,0 0 0,1 0 0,-1 0 0,0 0 0,1-1 0,0 0 0,5 1 0,11 1 0,-1-1 0,1-1 0,24-2 0,-20 0 0,-5 1 0,-5 1 0,-1-2 0,16-1 0,-26 2 0,-1-1 0,1 0 0,-1 0 0,1 0 0,-1 0 0,0 0 0,0-1 0,1 1 0,-1-1 0,0 0 0,0 0 0,-1 0 0,6-5 0,-7 6-52,-1 0-1,1 0 1,0 0-1,-1 0 1,1 0-1,-1-1 1,1 1-1,-1 0 1,1 0-1,-1-1 1,0 1-1,0 0 1,1 0-1,-1-1 1,0 1-1,0 0 1,0-1-1,-1 1 1,1 0-1,0-1 1,0 1-1,-1 0 0,1 0 1,-1-1-1,0 0 1,-5-10-6774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3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52 24575,'133'74'0,"-119"-66"0,0 0 0,15 6 0,-23-11 0,1-1 0,-1 1 0,1-2 0,0 1 0,0-1 0,0 0 0,7 0 0,-12-1 0,-1 0 0,0 0 0,0 0 0,1 0 0,-1-1 0,0 1 0,1-1 0,-1 1 0,0 0 0,0-1 0,0 0 0,0 1 0,1-1 0,-1 0 0,0 0 0,0 1 0,0-1 0,0 0 0,-1 0 0,1 0 0,0 0 0,0 0 0,0 0 0,-1-1 0,1 1 0,-1 0 0,1 0 0,-1 0 0,1-1 0,-1 1 0,0 0 0,1-2 0,0-5 0,0 0 0,-1 1 0,0-1 0,-1-10 0,0 7 0,-4-20 0,3 27 0,1 0 0,0-1 0,1 1 0,-1-1 0,1 1 0,-1-1 0,2-6 0,-1 11 0,0-1 0,0 1 0,0-1 0,1 1 0,-1-1 0,0 1 0,0 0 0,1-1 0,-1 1 0,0-1 0,1 1 0,-1 0 0,0-1 0,1 1 0,-1-1 0,0 1 0,1 0 0,-1 0 0,1-1 0,-1 1 0,1 0 0,-1 0 0,1-1 0,-1 1 0,1 0 0,-1 0 0,1 0 0,-1 0 0,1 0 0,-1 0 0,1 0 0,-1 0 0,1 0 0,-1 0 0,1 0 0,-1 0 0,1 0 0,-1 0 0,2 1 0,19 8 0,-21-9 0,153 97 0,-85-51 0,-65-45-136,-1 1-1,1 0 1,-1 0-1,1 0 1,-1 0-1,0 0 1,1 0-1,-1 1 0,2 3 1,0 2-6690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3.9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185 47 24575,'-24'-6'0,"-36"-6"0,52 10 0,1 2 0,0-1 0,-1 1 0,1 1 0,-15 1 0,20-2 0,0 1 0,0-1 0,0 1 0,1 0 0,-1 0 0,0 0 0,0 0 0,0 0 0,1 0 0,-1 0 0,0 0 0,1 1 0,-1-1 0,1 1 0,-1-1 0,1 1 0,0-1 0,-2 4 0,2-2 0,-1 0 0,1 1 0,0-1 0,0 0 0,0 1 0,1-1 0,-1 1 0,1-1 0,0 1 0,0 4 0,0-1 0,1 0 0,0 0 0,1 0 0,-1 0 0,1 0 0,1 0 0,-1-1 0,1 1 0,0-1 0,6 9 0,-4-8 0,1-1 0,1 0 0,-1 0 0,1 0 0,0-1 0,0 0 0,1 0 0,-1 0 0,1-1 0,0-1 0,0 1 0,0-1 0,1-1 0,9 3 0,-10-3 0,0-1 0,0 0 0,-1 0 0,1-1 0,0 0 0,0 0 0,0 0 0,0-1 0,0-1 0,0 1 0,0-1 0,-1-1 0,1 1 0,-1-1 0,13-7 0,-17 8 0,-1 1 0,1-1 0,-1 0 0,0 0 0,1 0 0,-1 0 0,0-1 0,0 1 0,-1 0 0,1-1 0,0 1 0,-1-1 0,1 0 0,-1 1 0,0-1 0,0 0 0,1-4 0,-2 3 0,1 0 0,-1 0 0,0 1 0,-1-1 0,1 0 0,-1 1 0,1-1 0,-1 0 0,0 1 0,-1-1 0,1 1 0,-3-5 0,-1-2 0,-1 1 0,0 0 0,-1 0 0,0 1 0,0 0 0,-1 0 0,1 1 0,-16-11 0,12 11 24,0 0 0,0 1 0,0 0 0,-25-8 0,32 12-107,0 1 1,0 0-1,-1 0 1,1 0-1,-1 1 1,1-1-1,-1 1 1,1 0-1,-1 0 1,1 1-1,0 0 1,-1-1-1,1 1 1,-1 1-1,1-1 1,0 0-1,-6 4 1,1 2-6744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4.5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220 379 24575,'-7'-3'0,"-15"-8"0,-29-8 0,45 17 0,0 1 0,1-1 0,-1 1 0,0 1 0,0-1 0,0 1 0,0 0 0,0 0 0,0 0 0,-10 3 0,15-3 0,0 0 0,0 1 0,0-1 0,0 1 0,0-1 0,0 1 0,0-1 0,0 1 0,1 0 0,-1-1 0,0 1 0,0 0 0,0 0 0,1 0 0,-1 0 0,0-1 0,1 1 0,-1 0 0,1 0 0,-1 0 0,1 0 0,-1 0 0,1 1 0,0-1 0,0 0 0,-1 0 0,1 0 0,0 0 0,0 0 0,0 0 0,0 0 0,0 0 0,0 1 0,1-1 0,-1 0 0,0 0 0,0 0 0,1 0 0,0 2 0,1 3 0,1-1 0,-1 1 0,1-1 0,0 0 0,1 0 0,3 5 0,0-2 0,1 0 0,0 0 0,0-1 0,1 0 0,11 7 0,-15-11 0,1 0 0,0 0 0,0 0 0,0 0 0,0-1 0,0 0 0,0 0 0,0-1 0,1 0 0,7 1 0,-13-2 0,1 0 0,0 0 0,0-1 0,-1 1 0,1 0 0,0 0 0,-1-1 0,1 1 0,0-1 0,-1 0 0,1 1 0,0-1 0,-1 0 0,1 0 0,-1 0 0,1 0 0,-1 0 0,0-1 0,2 0 0,-2 0 0,1-1 0,-1 1 0,0 0 0,1-1 0,-1 1 0,0-1 0,0 0 0,-1 1 0,1-1 0,0 0 0,-1-3 0,1-2 0,-1-1 0,-1 0 0,1 1 0,-1-1 0,-1 0 0,-4-15 0,-2 2 0,-1 1 0,-18-32 0,-29-36 0,53 84 0,-121-168 0,114 164 0,10 8 0,0 1 0,-1 0 0,1 0 0,0 0 0,0 0 0,0 0 0,0 0 0,0 0 0,0 0 0,-1 0 0,1 0 0,0 0 0,0 0 0,0 0 0,0 0 0,0 0 0,-1 0 0,1 0 0,0 0 0,0 0 0,0 0 0,0 0 0,0 0 0,-1 0 0,1 0 0,0 0 0,0 0 0,0 0 0,0 0 0,0 0 0,0 0 0,-1 1 0,1-1 0,0 0 0,0 0 0,0 0 0,0 0 0,0 0 0,0 2 0,-1-1 0,1 1 0,0-1 0,0 0 0,0 1 0,0-1 0,1 0 0,-1 1 0,0-1 0,0 0 0,1 1 0,-1-1 0,2 2 0,58 138 0,-56-132-54,51 124 235,-46-115-479,0 0-1,2-1 1,0 0-1,26 31 1,-28-39-6528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5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159 486 24575,'-4'-5'0,"-8"-9"0,0 0 0,-2 1 0,1 1 0,-29-21 0,41 32 0,0 1 0,0-1 0,0 0 0,0 1 0,0-1 0,0 0 0,0 1 0,-1-1 0,1 1 0,0 0 0,0-1 0,0 1 0,0 0 0,-1 0 0,1 0 0,0 0 0,0 0 0,0 0 0,-1 0 0,1 0 0,0 0 0,0 1 0,0-1 0,-1 0 0,0 1 0,1 1 0,0-1 0,0 0 0,0 0 0,0 1 0,0-1 0,1 1 0,-1-1 0,0 0 0,1 1 0,-1-1 0,1 1 0,0 0 0,-1-1 0,1 1 0,0-1 0,0 1 0,0-1 0,0 3 0,0 4 0,0-1 0,0 0 0,1 0 0,0 0 0,0 0 0,1 0 0,0 0 0,0 0 0,0 0 0,1-1 0,0 1 0,1-1 0,-1 0 0,1 0 0,0 0 0,1 0 0,6 7 0,-4-7 0,0 1 0,0-1 0,0 0 0,1-1 0,0 0 0,0 0 0,0-1 0,16 6 0,-22-9 0,0 0 0,0 0 0,1-1 0,-1 1 0,0-1 0,1 1 0,-1-1 0,0 0 0,1 0 0,-1 0 0,0 0 0,1-1 0,-1 1 0,0 0 0,1-1 0,-1 0 0,0 1 0,0-1 0,1 0 0,-1 0 0,0-1 0,0 1 0,0 0 0,0-1 0,0 1 0,-1-1 0,1 1 0,0-1 0,-1 0 0,1 0 0,-1 0 0,0 0 0,1 0 0,-1 0 0,0 0 0,0 0 0,0 0 0,-1-1 0,2-2 0,0-3 0,0-1 0,-1-1 0,0 1 0,0 0 0,0 0 0,-2 0 0,1 0 0,-1-1 0,0 1 0,-4-14 0,-5-9 0,-20-49 0,17 49 0,-5-10 0,-34-58 0,-31-34 0,77 124 0,-8-5 0,14 15 0,0 0 0,0 0 0,0 0 0,0 0 0,0-1 0,0 1 0,0 0 0,0 0 0,0 0 0,0 0 0,0 0 0,0 0 0,0 0 0,0 0 0,0 0 0,0 0 0,0 0 0,0 0 0,-1 0 0,1 0 0,0 0 0,0 0 0,0 0 0,0 0 0,0 0 0,0 0 0,0 0 0,0 0 0,0 0 0,0 0 0,0 0 0,0 0 0,0 0 0,-1 0 0,1 0 0,0 0 0,0 0 0,0 0 0,0 0 0,0 0 0,0 0 0,0 0 0,0 0 0,0 0 0,0 0 0,0 0 0,0 0 0,0 1 0,0-1 0,0 0 0,0 0 0,0 0 0,0 0 0,0 0 0,-1 0 0,1 0 0,0 0 0,0 0 0,4 11 0,17 36 0,3-2 0,2 0 0,35 46 0,105 117 0,-114-144-1365,-39-48-5461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1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0 24575,'-5'6'0,"0"1"0,1-1 0,0 1 0,-5 9 0,4-6 0,3-8 0,1 1 0,0-1 0,0 1 0,0-1 0,0 1 0,0 0 0,0 0 0,0-1 0,1 1 0,0 0 0,0 0 0,-1 0 0,1 0 0,1 0 0,-1-1 0,0 1 0,2 5 0,0-5 0,-1 0 0,1 0 0,0 0 0,0 0 0,0-1 0,0 1 0,0 0 0,0-1 0,1 0 0,-1 0 0,1 0 0,0 0 0,0 0 0,-1 0 0,5 1 0,191 81 0,-172-74 0,13 8 0,-36-17 0,-1 0 0,0 1 0,1 0 0,-1-1 0,0 1 0,0 0 0,0 0 0,0 0 0,0 0 0,0 0 0,-1 1 0,3 4 0,-4-6 0,1 0 0,-1-1 0,0 1 0,0 0 0,0 0 0,0 0 0,0 0 0,0 0 0,0 0 0,0 0 0,0 0 0,0 0 0,-1-1 0,1 1 0,0 0 0,-1 0 0,1 0 0,0 0 0,-1 0 0,1-1 0,-1 1 0,1 0 0,-1-1 0,0 1 0,1 0 0,-1-1 0,0 1 0,1 0 0,-1-1 0,0 1 0,0-1 0,0 0 0,1 1 0,-1-1 0,-2 1 0,-2 1 0,0 0 0,0 0 0,-1-1 0,-7 1 0,-21 2 0,0-3 0,-42-2 0,20-1 0,54 2-68,0 1-18,-1-1-1,1 0 1,0 0-1,0 0 1,0-1-1,-1 1 1,1-1-1,0 1 1,0-1-1,0 1 1,0-1-1,0 0 1,0 0-1,-3-2 1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1.8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24575,'-1'2'0,"0"0"0,-1 0 0,1 0 0,0 1 0,0-1 0,0 0 0,1 0 0,-1 1 0,0-1 0,1 0 0,-1 1 0,1-1 0,0 0 0,0 1 0,0-1 0,0 1 0,0-1 0,1 0 0,0 3 0,0-1 0,1-1 0,-1 0 0,1 0 0,0 0 0,0 0 0,0 0 0,0 0 0,0-1 0,1 1 0,-1-1 0,6 4 0,2 1 0,-1-1 0,1-1 0,1 1 0,-1-2 0,1 0 0,-1 0 0,14 3 0,-14-5 0,1 0 0,-1-1 0,0 0 0,1-1 0,-1 0 0,0 0 0,0-1 0,19-4 0,-25 4 0,1 0 0,-1-1 0,0 0 0,1 1 0,-1-1 0,0-1 0,0 1 0,0-1 0,-1 1 0,1-1 0,-1 0 0,1 0 0,-1-1 0,0 1 0,0-1 0,0 0 0,-1 1 0,1-1 0,-1 0 0,0-1 0,3-6 0,-2-9 0,-4 17 0,-2 13 0,-1 13 0,1-1 0,1 1 0,1 0 0,1-1 0,5 36 0,-1-38 0,0-1 0,9 23 0,-8-29 0,-1 0 0,-1 0 0,0 0 0,0 0 0,-1 1 0,0 25 0,-2-38 0,0 0 0,0 0 0,0 1 0,-1-1 0,1 0 0,0 0 0,-1 0 0,1 0 0,-1 1 0,1-1 0,-1 0 0,1 0 0,-1 0 0,0 0 0,0 0 0,1 0 0,-1 0 0,0-1 0,0 1 0,-2 1 0,2-1 0,-1 0 0,0 0 0,0-1 0,0 1 0,0-1 0,1 1 0,-1-1 0,0 0 0,0 0 0,0 0 0,-3 0 0,-5-1 0,1 0 0,0-1 0,0-1 0,-11-3 0,-7-5-682,-43-24-1,55 28-6143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2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24575,'0'0'0,"0"0"0,0 0 0,0 0 0,0 0 0,-1 0 0,1 0 0,0 0 0,0 0 0,0 0 0,0 0 0,0 0 0,0 0 0,0 0 0,-1 1 0,1-1 0,0 0 0,0 0 0,0 0 0,0 0 0,0 0 0,0 0 0,0 0 0,0 0 0,-1 0 0,1 1 0,0-1 0,0 0 0,0 0 0,0 0 0,0 0 0,0 0 0,0 0 0,0 1 0,0-1 0,0 0 0,0 0 0,0 0 0,0 0 0,0 0 0,0 1 0,2 7 0,7 7 0,1-4 0,1-1 0,0 1 0,1-2 0,-1 0 0,2 0 0,0-1 0,0-1 0,0 0 0,1 0 0,21 6 0,-30-12 0,1 1 0,0-1 0,0 0 0,0 0 0,0-1 0,0 0 0,0 0 0,6-1 0,-10 1 0,-1 0 0,1-1 0,-1 1 0,0-1 0,1 1 0,-1-1 0,0 1 0,1-1 0,-1 0 0,0 1 0,0-1 0,0 0 0,1 0 0,-1 0 0,0 0 0,0 0 0,-1 0 0,1 0 0,0 0 0,0-1 0,0 1 0,-1 0 0,1 0 0,-1-1 0,1 1 0,-1-1 0,1 1 0,-1 0 0,0-1 0,0 1 0,1-1 0,-1 1 0,0 0 0,0-1 0,-1 1 0,1-1 0,0 1 0,-1-2 0,-1-5 0,0 1 0,-1 0 0,-6-13 0,14 28 0,0 0 0,1 0 0,0 0 0,0-1 0,1 0 0,0 0 0,0-1 0,0 0 0,1 0 0,0-1 0,0 0 0,1 0 0,0-1 0,-1 0 0,1 0 0,0-1 0,1-1 0,-1 1 0,12 0 0,-19-2 0,0-1 0,0 0 0,0 0 0,0 0 0,0 0 0,0 0 0,0 0 0,-1 0 0,1-1 0,0 1 0,0 0 0,0-1 0,0 0 0,-1 0 0,1 1 0,0-1 0,-1 0 0,1 0 0,-1 0 0,1-1 0,-1 1 0,1 0 0,-1-1 0,0 1 0,1 0 0,-1-1 0,0 0 0,1-2 0,1-3 0,-1 0 0,0 0 0,0 0 0,-1 0 0,0 0 0,0-8 0,-1 12 0,0 2 0,0 0 0,0 0 0,0 0 0,1 0 0,-1 0 0,0 0 0,0 0 0,1 0 0,-1 0 0,1 0 0,-1 0 0,1 1 0,-1-1 0,2-1 0,-2 1 0,0 1 0,1 0 0,-1 0 0,0-1 0,1 1 0,-1 0 0,1 0 0,-1 0 0,1 0 0,-1 0 0,0-1 0,1 1 0,-1 0 0,1 0 0,-1 0 0,1 0 0,-1 0 0,1 0 0,-1 0 0,0 1 0,1-1 0,0 0 0,2 2 0,1-1 0,-1 1 0,0 0 0,1 0 0,-1 1 0,3 2 0,11 11-455,0 0 0,28 37 0,-39-45-6371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64 24575,'2'1'0,"1"-1"0,-1 1 0,0 0 0,0 1 0,0-1 0,0 0 0,0 0 0,0 1 0,3 3 0,5 3 0,5 1 0,-11-5 0,1-1 0,0 0 0,0 0 0,0-1 0,0 0 0,8 4 0,-11-6 0,-1 0 0,0 0 0,1 0 0,-1 0 0,0 0 0,1 0 0,-1 0 0,0-1 0,1 1 0,-1 0 0,0-1 0,0 1 0,1-1 0,-1 1 0,0-1 0,0 1 0,0-1 0,0 0 0,0 0 0,0 0 0,0 1 0,0-1 0,0 0 0,0 0 0,0 0 0,0 0 0,-1-1 0,1 1 0,-1 0 0,1 0 0,0 0 0,-1-1 0,1-1 0,0-2 0,1 0 0,-1 0 0,0 0 0,-1 0 0,1 0 0,-1 0 0,0-6 0,-1 6 0,1 0 0,1 0 0,-1 0 0,1 0 0,0 0 0,1-6 0,-2 11 0,1-1 0,-1 1 0,0-1 0,0 1 0,1 0 0,-1-1 0,0 1 0,1-1 0,-1 1 0,0 0 0,1-1 0,-1 1 0,0 0 0,1-1 0,-1 1 0,1 0 0,-1 0 0,1-1 0,-1 1 0,1 0 0,-1 0 0,0 0 0,1 0 0,-1 0 0,1-1 0,-1 1 0,1 0 0,-1 0 0,1 0 0,0 0 0,-1 1 0,0-1 0,1 0 0,-1 0 0,1 0 0,-1 0 0,1 0 0,-1 1 0,1-1 0,-1 0 0,1 0 0,-1 1 0,0-1 0,1 1 0,21 16 0,-19-14 0,21 19 0,-15-12 0,0-1 0,1 0 0,0-1 0,0 0 0,1-1 0,0 0 0,16 7 0,-26-13 0,0-1 0,0 1 0,1-1 0,-1 1 0,0-1 0,1 0 0,-1 0 0,0 1 0,1-1 0,-1 0 0,0 0 0,1 0 0,-1-1 0,0 1 0,0 0 0,1 0 0,-1-1 0,0 1 0,0-1 0,1 1 0,-1-1 0,0 1 0,0-1 0,0 0 0,0 0 0,2-1 0,0-1 0,-1-1 0,1 1 0,-1-1 0,0 0 0,0 0 0,2-6 0,9-16 0,-12 25 4,-1 0-1,1 1 1,-1-1-1,1 1 1,-1-1-1,1 1 1,0-1-1,-1 1 1,1-1-1,0 1 1,-1-1 0,1 1-1,0 0 1,0-1-1,-1 1 1,1 0-1,0 0 1,0 0-1,0 0 1,-1 0-1,1 0 1,0 0-1,0 0 1,0 0-1,-1 0 1,1 0-1,0 0 1,0 0-1,0 1 1,-1-1-1,1 0 1,0 0-1,0 1 1,2 1-190,0-1 1,-1 1-1,0 0 0,1 0 1,-1 0-1,0 0 1,3 4-1,2 3-6640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3.6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60 297 24575,'53'-105'0,"-45"86"0,-1 0 0,-1 0 0,7-34 0,-13 49 0,0 1 0,1 0 0,-1 0 0,-1 0 0,1-1 0,0 1 0,-1 0 0,1 0 0,-1 0 0,0 0 0,0 0 0,0 0 0,-1 0 0,1 0 0,-1 0 0,1 1 0,-1-1 0,0 0 0,0 1 0,0 0 0,-1-1 0,-3-2 0,4 3 0,0 1 0,0 0 0,0 0 0,0 0 0,0 0 0,0 0 0,0 0 0,-1 0 0,1 1 0,0-1 0,0 1 0,-1 0 0,1 0 0,0 0 0,-1 0 0,1 0 0,-1 0 0,1 0 0,0 1 0,0-1 0,-1 1 0,1 0 0,0 0 0,0 0 0,0 0 0,0 0 0,0 0 0,0 0 0,0 1 0,-3 2 0,0 1 0,0 0 0,1 0 0,0 0 0,0 0 0,1 1 0,-1 0 0,1 0 0,0 0 0,1 0 0,0 0 0,0 0 0,0 1 0,0-1 0,1 1 0,0 10 0,0-5 0,1 1 0,0-1 0,1 1 0,0-1 0,1 0 0,0 1 0,6 15 0,-3-16 0,0-1 0,0 0 0,1 0 0,1 0 0,0-1 0,0 0 0,1 0 0,14 13 0,-13-15 0,-1 0 0,1-1 0,0-1 0,0 1 0,1-1 0,0-1 0,0 0 0,1 0 0,17 5 0,-25-9-65,0-1 0,0 1 0,0-1 0,0 1 0,0-1 0,0 0 0,0 0 0,0 0 0,0 0 0,1-1 0,-1 1 0,0-1 0,0 0 0,0 0 0,-1 0 0,1 0 0,0-1 0,0 1 0,0-1 0,2-1 0,5-7-6761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4.4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221 0 24575,'-7'43'0,"-2"82"0,9-101 0,2 0 0,0-1 0,2 1 0,0-1 0,9 26 0,-9-37 0,1 0 0,0 0 0,10 15 0,-12-21 0,1 0 0,0 0 0,1-1 0,-1 1 0,1-1 0,0 0 0,11 7 0,-15-11 0,0 0 0,1 0 0,-1 0 0,1 0 0,-1 0 0,1-1 0,-1 1 0,1 0 0,-1-1 0,1 0 0,0 1 0,-1-1 0,1 0 0,0 0 0,-1 0 0,1 0 0,0 0 0,-1 0 0,1 0 0,0 0 0,-1-1 0,1 1 0,-1-1 0,1 1 0,0-1 0,-1 0 0,1 1 0,-1-1 0,0 0 0,1 0 0,-1 0 0,0 0 0,1 0 0,-1-1 0,0 1 0,2-3 0,0 0 0,0-1 0,-1 1 0,0-1 0,1 0 0,-1 0 0,-1 0 0,1 0 0,-1 0 0,0-1 0,1-6 0,-1 0 0,-1-1 0,0 1 0,0 0 0,-1 0 0,-4-18 0,4 26 0,0-1 0,-1 1 0,1 0 0,-1 0 0,0 0 0,0 0 0,-1 1 0,1-1 0,-1 0 0,1 1 0,-1 0 0,0 0 0,-1 0 0,1 0 0,0 0 0,-1 0 0,0 1 0,-5-3 0,-3 0 0,0 1 0,0 1 0,0 0 0,-1 0 0,-25-1 0,14 1 0,3 1 0,0 0 0,0 2 0,0 0 0,-1 1 0,-33 7 0,27-4-1365,15-2-5461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4.7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16 210 24575,'0'0'0,"8"2"0,0 1 0,0-1 0,0-1 0,1 1 0,-1-1 0,0-1 0,9 0 0,-17 0 0,1 0 0,-1 0 0,0 0 0,1 0 0,-1 0 0,0 0 0,1 0 0,-1 0 0,0-1 0,0 1 0,1 0 0,-1 0 0,0 0 0,1 0 0,-1-1 0,0 1 0,0 0 0,1 0 0,-1 0 0,0-1 0,0 1 0,0 0 0,1 0 0,-1-1 0,0 1 0,0 0 0,0-1 0,0 1 0,0 0 0,1-1 0,-4-11 0,-15-14 0,13 20 0,-19-24 0,15 20 0,1-1 0,-14-23 0,21 31 0,-1 1 0,1-1 0,0 1 0,0-1 0,1 0 0,-1 1 0,0-1 0,1 0 0,0 0 0,0 1 0,-1-1 0,2 0 0,-1 0 0,0 1 0,0-1 0,1 0 0,0 0 0,-1 1 0,1-1 0,1-2 0,0 3 0,-1 0 0,0 0 0,1 0 0,0 0 0,-1 1 0,1-1 0,0 1 0,0-1 0,-1 1 0,1 0 0,0-1 0,1 1 0,-1 0 0,0 0 0,0 1 0,0-1 0,1 0 0,-1 1 0,0-1 0,0 1 0,1 0 0,-1 0 0,1 0 0,1 0 0,8 1-124,0 1 0,-1 1 0,1 0 0,-1 0 0,1 1 0,-1 0-1,0 1 1,-1 0 0,1 1 0,12 10 0,-10-7-6702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4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24575,'-5'15'0,"-1"7"0,2 3 0,2 0 0,1-3 0,4-1 0,4-3 0,0-2 0,2-3 0,-1-1 0,1-4 0,-1 1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5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24575,'2'-3'0,"1"2"0,3 4 0,0 6 0,-1 4 0,-1 2 0,-2-1-8191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5.4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136 1 24575,'-15'6'0,"0"1"0,1 0 0,0 1 0,-14 10 0,24-15 0,0 0 0,0 0 0,1 0 0,-1 1 0,1-1 0,0 1 0,0-1 0,0 1 0,0 0 0,1 1 0,-1-1 0,1 0 0,0 1 0,1-1 0,-1 1 0,1-1 0,-2 10 0,3-9 0,1-1 0,-1 1 0,1-1 0,0 1 0,1-1 0,-1 0 0,1 1 0,-1-1 0,1 0 0,0 0 0,1 0 0,-1 0 0,1-1 0,0 1 0,5 5 0,4 4 0,1-1 0,23 16 0,-25-19 15,1-2 0,0 0 0,0 0 0,1-1 0,-1-1 0,1 0 0,23 5 0,-28-8-114,-1-1 0,1 0 0,0 0 0,0 0 0,0-1 0,0-1 0,-1 1 0,1-1 0,0 0 0,0-1 0,-1 0 0,1 0 0,-1-1 0,14-6 0,-7 0-6727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6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10 24575,'0'-5'0,"0"1"0,-2 3 0,-2 5 0,1 4 0,0 6 0,2 5 0,-3 5 0,0 3 0,1 2 0,-2 1 0,-1 0 0,2-1 0,1-7-8191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7.4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349 61 24575,'-14'-10'0,"-1"1"0,0 1 0,-25-10 0,29 15 0,1-1 0,-1 2 0,0 0 0,0 0 0,0 1 0,-18 0 0,21 1 0,0 1 0,-1 0 0,1 0 0,0 1 0,-1 0 0,-7 4 0,-44 22 0,33-14 0,26-13 0,0-1 0,0 0 0,0 1 0,0-1 0,0 1 0,1-1 0,-1 1 0,0 0 0,0-1 0,0 1 0,0 0 0,1-1 0,-1 1 0,0 0 0,1 0 0,-1 0 0,1 0 0,-1 0 0,1 0 0,-1 0 0,1 0 0,0 0 0,-1 0 0,1 0 0,0 0 0,0 0 0,0 0 0,0 0 0,-1 0 0,2 0 0,-1 0 0,0 0 0,0 0 0,0 0 0,0 0 0,1 0 0,-1 0 0,0 0 0,1 0 0,-1 0 0,1 0 0,-1 0 0,1 0 0,0 0 0,-1-1 0,2 3 0,2 1 0,0 0 0,1 0 0,-1 0 0,1 0 0,-1-1 0,1 1 0,7 2 0,21 9 0,1-1 0,1-2 0,0-1 0,62 10 0,-93-20 0,0-1 0,1 0 0,-1 0 0,0 0 0,0 0 0,0 0 0,0-1 0,0 0 0,0 0 0,0 0 0,7-3 0,-10 3 0,1 0 0,-1 0 0,1 1 0,-1-1 0,1 0 0,-1-1 0,0 1 0,0 0 0,1 0 0,-1 0 0,0-1 0,0 1 0,0-1 0,0 1 0,-1-1 0,1 1 0,0-1 0,-1 1 0,1-1 0,-1 0 0,1 1 0,-1-1 0,0 0 0,0 1 0,0-1 0,0 0 0,0 1 0,0-1 0,0 0 0,-1-3 0,-3-7 0,0 0 0,-1 1 0,0-1 0,-1 1 0,0 0 0,-1 1 0,0-1 0,0 1 0,-1 1 0,-13-13 0,20 21 0,1 1 0,-1-1 0,1 1 0,-1-1 0,0 1 0,1-1 0,-1 1 0,1 0 0,-1-1 0,0 1 0,1 0 0,-1-1 0,0 1 0,0 0 0,1 0 0,-1-1 0,-1 1 0,2 0 0,-1 0 0,1 1 0,0-1 0,-1 0 0,1 0 0,0 0 0,0 1 0,0-1 0,-1 0 0,1 0 0,0 1 0,0-1 0,0 0 0,-1 1 0,1-1 0,0 0 0,0 0 0,0 1 0,0-1 0,0 0 0,0 1 0,0-1 0,0 0 0,0 1 0,0-1 0,0 1 0,0 2 0,0 1 0,0-1 0,1 1 0,0-1 0,-1 1 0,3 2 0,1 4 0,0-1 0,1 0 0,1 0 0,-1 0 0,12 12 0,39 38 0,-51-54 0,-1-1-195,0-1 0,-1 1 0,2-1 0,-1 0 0,0-1 0,9 5 0,-1-2-6631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8.0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24575,'17'15'0,"1"-1"0,0 0 0,29 14 0,-30-17 0,-1-1 0,-3-2 0,1 0 0,25 12 0,-36-19 0,0 0 0,1 0 0,-1 0 0,1-1 0,-1 1 0,0-1 0,1 0 0,-1 0 0,1 0 0,-1 0 0,1 0 0,-1-1 0,6-1 0,-7 1 0,0 0 0,0 0 0,-1 0 0,1 0 0,0 0 0,-1 0 0,1 0 0,-1-1 0,1 1 0,-1 0 0,0-1 0,1 1 0,-1-1 0,0 0 0,0 1 0,0-1 0,0 0 0,-1 0 0,1 0 0,0 0 0,-1 1 0,1-1 0,-1 0 0,1-4 0,-1-2 0,1 0 0,-2 0 0,1 0 0,-1 0 0,0 0 0,-3-12 0,4 20 0,0 0 0,0-1 0,-1 1 0,1 0 0,0 0 0,0-1 0,0 1 0,0 0 0,0 0 0,0-1 0,0 1 0,0 0 0,0-1 0,0 1 0,0 0 0,0 0 0,0-1 0,0 1 0,0 0 0,0-1 0,0 1 0,0 0 0,1 0 0,-1-1 0,0 1 0,0 0 0,0 0 0,0-1 0,0 1 0,1 0 0,8 2 0,12 16 0,-17-16 0,11 11 0,1-1 0,1-1 0,0 0 0,21 9 0,-32-17 0,0 0 0,1-1 0,-1 0 0,1 0 0,0 0 0,0-1 0,0 0 0,-1 0 0,1-1 0,0 0 0,0 0 0,0 0 0,0-1 0,0 0 0,10-3 0,-14 3-59,0-1 0,0 1-1,-1-1 1,1 0-1,0 0 1,-1 0 0,1 0-1,-1 0 1,0 0 0,0-1-1,0 1 1,0-1 0,0 0-1,0 1 1,-1-1-1,1 0 1,-1 0 0,0 0-1,0 0 1,0 0 0,0 0-1,0-7 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9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24575,'35'58'0,"91"157"0,-16 6 0,-109-220 0,6 19 0,-7-14 0,-8-13 0,-27-40 0,24 31 0,-22-24 0,10 13 0,15 17 0,0 1 0,-1 0 0,-13-11 0,11 14 0,10 6 0,1-1 0,0 1 0,-1 0 0,1 0 0,-1 0 0,1-1 0,-1 1 0,1 0 0,0 0 0,-1 0 0,1 0 0,-1 0 0,1 0 0,-1 0 0,1 0 0,-1 0 0,1 0 0,-1 0 0,1 0 0,0 1 0,-1-1 0,1 0 0,-1 0 0,1 0 0,-1 1 0,1-1 0,0 0 0,0 1 0,1-1 0,-1 0 0,0 0 0,0 1 0,0-1 0,0 0 0,1 0 0,-1 0 0,0 1 0,0-1 0,1 0 0,-1 0 0,0 0 0,0 0 0,1 1 0,-1-1 0,0 0 0,0 0 0,1 0 0,-1 0 0,0 0 0,0 0 0,1 0 0,-1 0 0,0 0 0,1 0 0,10 2 0,3-2 0,1-1 0,22-3 0,-11 0 0,15-2 0,1 1 0,46-1 0,-72 6 0,-2-1 0,1 1 0,16 3 0,-27-3 0,-1 1 0,1 0 0,-1 0 0,1 0 0,-1 0 0,0 0 0,0 1 0,1-1 0,-1 1 0,0 0 0,-1 0 0,1 0 0,0 0 0,3 4 0,-4-4-114,-1 0 1,0 1-1,1-1 0,-1 0 0,0 1 1,-1-1-1,1 1 0,0-1 0,-1 1 1,1-1-1,-1 4 0,1 6-6712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9.4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24575,'3'10'0,"0"9"0,0 3 0,0 3 0,-1-1 0,-1-3-8191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9.9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27 24575,'-28'-5'0,"-11"-1"0,-2-1 0,4 2 0,5 2 0,6 3 0,5 2 0,6 3 0,5 1-8191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0.4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21 24575,'-33'-6'0,"-48"-7"0,67 12 0,1 0 0,-1 1 0,-25 3 0,36-2 0,0-1 0,0 1 0,1-1 0,-1 1 0,0 0 0,0 0 0,0 0 0,1 1 0,-1-1 0,1 1 0,-1-1 0,1 1 0,0 0 0,-1 0 0,1 0 0,0 0 0,0 0 0,-2 4 0,3-3 0,-1-1 0,1 1 0,0 0 0,1 0 0,-1 0 0,0-1 0,1 1 0,-1 0 0,1 0 0,0 0 0,0 0 0,0 0 0,1 0 0,-1 0 0,1 0 0,-1 0 0,1 0 0,1 2 0,2 5 0,1 0 0,0 0 0,0-1 0,1 1 0,1-2 0,-1 1 0,1-1 0,1 1 0,0-2 0,14 12 0,10 5 0,54 30 0,9-5 0,-28-16 0,-46-19 0,-21-14 0,1 0 0,-1 0 0,0 0 0,1 1 0,-1-1 0,0 0 0,1 0 0,-1 0 0,0 1 0,0-1 0,1 0 0,-1 1 0,0-1 0,0 0 0,0 0 0,1 1 0,-1-1 0,0 0 0,0 1 0,0-1 0,0 0 0,0 1 0,0-1 0,0 0 0,0 1 0,0-1 0,0 1 0,0-1 0,0 0 0,0 1 0,0-1 0,0 0 0,0 1 0,0-1 0,0 0 0,0 1 0,0-1 0,-1 0 0,1 1 0,0-1 0,0 0 0,0 0 0,-1 1 0,1-1 0,0 0 0,0 1 0,-1-1 0,1 0 0,0 0 0,-1 0 0,1 1 0,0-1 0,-1 0 0,1 0 0,0 0 0,-1 0 0,1 0 0,0 0 0,-1 0 0,1 0 0,0 1 0,-1-1 0,1 0 0,0 0 0,-1-1 0,-7 3 0,1-1 0,0-1 0,0 1 0,-1-1 0,-13-2 0,-38-8 0,43 7 0,-43-10 0,-32-6 0,79 16-1365,3 0-5461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1.1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83 24575,'29'23'0,"44"27"0,-62-44 0,1 0 0,0 0 0,0-1 0,0 0 0,1-1 0,-1-1 0,21 4 0,-30-7 0,-1 0 0,1 0 0,0 0 0,0 0 0,0 0 0,0-1 0,-1 1 0,1-1 0,0 0 0,0 0 0,-1 0 0,1 0 0,-1 0 0,1 0 0,-1-1 0,1 1 0,-1-1 0,0 0 0,1 0 0,-1 0 0,0 0 0,0 0 0,-1 0 0,1 0 0,0-1 0,-1 1 0,1-1 0,1-4 0,1-4 0,0-1 0,-1 1 0,0-1 0,-1 1 0,2-20 0,-3 24 0,-1 1 0,0-1 0,-1 1 0,0-1 0,0 0 0,0 1 0,0 0 0,-4-10 0,12 56 0,6-2 0,28 58 0,26 34 0,-4-10 0,-47-90 0,-9-18 0,0 0 0,-1 1 0,-1 0 0,0 0 0,3 13 0,-8-25 0,0 0 0,1 0 0,-1 0 0,0 0 0,0 0 0,0 0 0,0 0 0,0 0 0,0 0 0,0 0 0,0 0 0,-1 0 0,1 0 0,0 0 0,-1 0 0,1 0 0,0 0 0,-1 0 0,1 0 0,-1 0 0,1 0 0,-1 0 0,0-1 0,-1 2 0,1-1 0,-1 0 0,1 0 0,-1-1 0,1 1 0,-1-1 0,1 1 0,-1-1 0,0 0 0,1 0 0,-1 0 0,1 0 0,-1 0 0,0 0 0,-1 0 0,-7-2 0,0 0 0,0-1 0,-16-6 0,24 8 0,-30-12 40,0-2 0,-46-29 0,62 34-252,0-1 0,1-1 0,1 0-1,0-1 1,0-1 0,-14-20 0,19 21-6614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1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32 24575,'0'5'0,"1"0"0,0 0 0,0 0 0,0 0 0,0 0 0,1 0 0,0 0 0,0-1 0,0 1 0,1-1 0,-1 1 0,1-1 0,0 0 0,4 4 0,7 6 0,-1 0 0,21 15 0,-29-26 0,-1 1 0,-1-2 0,1 1 0,0 0 0,1-1 0,-1 0 0,0 0 0,1 0 0,-1 0 0,1-1 0,-1 0 0,1 1 0,0-2 0,5 1 0,-7-1 0,-1 0 0,0 0 0,1 0 0,-1-1 0,0 1 0,1-1 0,-1 0 0,0 0 0,0 0 0,1 0 0,-1 0 0,0 0 0,0 0 0,0-1 0,0 1 0,-1-1 0,1 1 0,0-1 0,-1 0 0,1 0 0,-1 0 0,1 0 0,-1 0 0,0 0 0,0 0 0,0 0 0,0 0 0,0-3 0,1-1 0,0 1 0,-1 0 0,0-1 0,0 1 0,-1-1 0,1 1 0,-1-1 0,-1 0 0,0-7 0,-2-3 0,-9-28 0,8 31 0,4 13 0,0 0 0,0 0 0,-1 0 0,1-1 0,0 1 0,0 0 0,0 0 0,0 0 0,0 0 0,0-1 0,0 1 0,0 0 0,0 0 0,0 0 0,0-1 0,0 1 0,0 0 0,0 0 0,0 0 0,0 0 0,0-1 0,0 1 0,0 0 0,0 0 0,0 0 0,0-1 0,0 1 0,0 0 0,0 0 0,0 0 0,1 0 0,-1-1 0,0 1 0,0 0 0,7 4 0,16 20 0,-7-8 0,1 0 0,-7-7 0,0 0 0,0 0 0,1-1 0,0 0 0,17 8 0,-26-15 0,-1 0 0,1 0 0,-1-1 0,1 1 0,0-1 0,-1 1 0,1-1 0,0 0 0,-1 1 0,1-1 0,0 0 0,-1 0 0,1 0 0,0-1 0,-1 1 0,1 0 0,0-1 0,-1 1 0,1-1 0,0 1 0,-1-1 0,2-1 0,-1 1 0,-1 0 0,1-1 0,-1 0 0,0 1 0,0-1 0,0 0 0,0 1 0,0-1 0,0 0 0,0 0 0,-1 0 0,1 0 0,0 0 0,-1 0 0,0 0 0,0 0 0,1 0 0,-1-2 0,-1-19 0,1 17 0,0 0 0,0 0 0,0-1 0,0 1 0,1 0 0,2-8 0,-2 13 0,-1 0 0,1 0 0,-1 0 0,1 0 0,0-1 0,0 1 0,-1 0 0,1 0 0,0 0 0,0 1 0,0-1 0,0 0 0,0 0 0,0 0 0,0 1 0,0-1 0,1 0 0,-1 1 0,0-1 0,0 1 0,1 0 0,-1-1 0,0 1 0,0 0 0,1 0 0,-1 0 0,0 0 0,1 0 0,-1 0 0,0 0 0,0 0 0,1 0 0,-1 1 0,0-1 0,2 1 0,14 4 0,0 1 0,-1 0 0,1 2 0,-1 0 0,15 10 0,5 2 0,3 3-1365,-24-13-5461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2.7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24575,'41'33'0,"-13"-9"0,1-1 0,1-1 0,62 33 0,-91-54 0,1-1 0,-1 1 0,0 0 0,1-1 0,-1 1 0,1-1 0,-1 0 0,1 1 0,0-1 0,-1 0 0,1 0 0,-1 0 0,1 0 0,-1 0 0,1 0 0,0-1 0,-1 1 0,1 0 0,-1-1 0,1 1 0,1-2 0,-2 1 0,1 0 0,0-1 0,-1 1 0,1-1 0,-1 1 0,0-1 0,1 0 0,-1 0 0,0 1 0,0-1 0,0 0 0,0 0 0,0-4 0,2-3 0,-1-1 0,0 0 0,-1 0 0,0 0 0,-1-13 0,-1 5 0,1-18 0,0 36 0,0 0 0,0 0 0,0 0 0,0 0 0,0 0 0,0 0 0,0 0 0,0-1 0,0 1 0,0 0 0,0 0 0,0 0 0,0 0 0,0 0 0,0 0 0,0 0 0,0 0 0,0 0 0,0 0 0,0 0 0,0 0 0,1 0 0,-1 0 0,0 0 0,0-1 0,0 1 0,0 0 0,0 0 0,0 0 0,0 0 0,0 0 0,0 0 0,0 0 0,0 0 0,0 0 0,0 0 0,0 0 0,1 0 0,-1 0 0,0 0 0,0 0 0,0 0 0,0 0 0,0 0 0,0 0 0,0 0 0,0 0 0,0 0 0,0 0 0,0 0 0,0 0 0,0 0 0,0 0 0,1 0 0,-1 0 0,0 1 0,0-1 0,0 0 0,0 0 0,0 0 0,5 6 0,4 8 0,-9-13 0,6 8 0,0 1 0,1-1 0,0 0 0,0 0 0,14 12 0,-18-18 0,1 0 0,0-1 0,0 1 0,0-1 0,0 0 0,0 0 0,6 2 0,-8-3 0,0 0 0,0-1 0,1 0 0,-1 1 0,0-1 0,0 0 0,1 0 0,-1 0 0,0 0 0,0-1 0,1 1 0,-1-1 0,0 1 0,0-1 0,4-1 0,-4 1 0,-1 0 0,1-1 0,0 1 0,0 0 0,-1-1 0,1 1 0,-1-1 0,1 1 0,-1-1 0,0 0 0,1 0 0,-1 0 0,0 1 0,0-1 0,0 0 0,-1 0 0,1 0 0,0-1 0,-1 1 0,1-3 0,0 2 0,-1 0 0,1 0 0,0 0 0,0 0 0,1 0 0,-1 1 0,0-1 0,4-4 0,-5 7 0,1 0 0,-1-1 0,0 1 0,1 0 0,-1 0 0,1-1 0,-1 1 0,1 0 0,-1 0 0,1 0 0,-1 0 0,1 0 0,-1 0 0,1 0 0,-1 0 0,1 0 0,-1 0 0,1 0 0,-1 0 0,1 0 0,-1 0 0,1 0 0,-1 0 0,1 1 0,-1-1 0,1 0 0,-1 0 0,1 0 0,-1 1 0,0-1 0,1 1 0,17 13 0,-14-10 0,9 5-273,0 0 0,1-2 0,0 1 0,18 5 0,-19-7-6553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0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48 157 24575,'6'-12'0,"0"1"0,-1-1 0,0 0 0,-1 0 0,0-1 0,-1 1 0,0-1 0,0-14 0,-3 25 0,0 1 0,0-1 0,0 0 0,0 1 0,0-1 0,0 0 0,-1 1 0,1-1 0,-1 1 0,1-1 0,-1 1 0,0-1 0,1 1 0,-1-1 0,0 1 0,-1-2 0,1 2 0,0 1 0,1-1 0,-1 1 0,0-1 0,0 1 0,0 0 0,1-1 0,-1 1 0,0 0 0,0 0 0,0 0 0,0 0 0,1-1 0,-1 1 0,0 0 0,0 0 0,0 1 0,0-1 0,0 0 0,1 0 0,-1 0 0,0 0 0,0 1 0,0-1 0,1 0 0,-1 1 0,0-1 0,0 1 0,1-1 0,-2 2 0,-2 1 0,0 0 0,1 0 0,-1 1 0,1-1 0,0 1 0,0 0 0,0 0 0,1 0 0,-1 0 0,1 0 0,0 1 0,0-1 0,1 1 0,-1-1 0,0 8 0,-1 5 0,0 0 0,0 34 0,3-43 0,-1 0 0,2 0 0,-1 1 0,1-1 0,1 0 0,-1 0 0,2 0 0,-1 0 0,1 0 0,0-1 0,0 1 0,1-1 0,0 1 0,0-1 0,1-1 0,0 1 0,0-1 0,1 1 0,12 9 0,-7-7 0,0 0 0,0-2 0,1 1 0,1-1 0,-1-1 0,1 0 0,23 7 0,-29-12 0,0 1 0,0-1 0,0 0 0,1 0 0,-1-1 0,0 0 0,9-1 0,-11 0 0,0 0 0,0 0 0,-1 0 0,1-1 0,-1 0 0,1 0 0,-1 0 0,0 0 0,0-1 0,0 1 0,7-7 0,12-15-1365,-14 14-5461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24575,'177'497'0,"-173"-479"0,0-4 0,0 0 0,0 0 0,1-1 0,10 20 0,-8-25-1365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6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339 69 24575,'-5'-3'0,"-25"-13"0,-39-16 0,60 28 0,0 1 0,-1 1 0,1-1 0,0 1 0,-1 1 0,0 0 0,1 0 0,-1 1 0,-12 1 0,15 1 0,0 0 0,0 0 0,0 1 0,1 0 0,-1 1 0,1-1 0,0 1 0,0 0 0,0 1 0,0 0 0,-6 7 0,-15 10 0,14-11 120,8-4-321,5-7 176,0 0 1,0 0-1,0 1 0,0-1 1,0 0-1,0 0 0,0 0 0,0 0 1,0 0-1,0 0 0,0 0 1,0 1-1,1-1 0,-1 0 1,0 0-1,0 0 0,0 0 1,0 0-1,0 0 0,0 0 0,0 0 1,0 0-1,0 1 0,0-1 1,0 0-1,0 0 0,0 0 1,0 0-1,1 0 0,-1 0 1,0 0-1,0 0 0,0 0 0,0 0 1,0 0-1,0 0 0,0 0 1,0 0-1,1 0 0,-1 0 1,0 0-1,0 0 0,0 0 1,0 0-1,0 0 0,0 0 0,0 0 1,1 0-1,-1 0 0,0 0 1,0 0-1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3.8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0 199 24575,'58'29'0,"81"28"0,-136-56 0,0 0 0,1 0 0,-1 0 0,0 0 0,5 0 0,-8-1 0,1 0 0,-1 0 0,0 0 0,0 0 0,0 0 0,1 0 0,-1-1 0,0 1 0,0 0 0,0 0 0,1 0 0,-1 0 0,0 0 0,0 0 0,0 0 0,0 0 0,1 0 0,-1-1 0,0 1 0,0 0 0,0 0 0,0 0 0,0 0 0,0 0 0,1-1 0,-1 1 0,0 0 0,0 0 0,0 0 0,0-1 0,0 1 0,0 0 0,-4-12 0,-52-71 0,34 53 0,2-2 0,-23-44 0,38 66-102,-6-13 327,10 22-300,1 0 1,-1 0-1,1 1 1,0-1 0,0 0-1,-1 0 1,1 0 0,0 0-1,0 0 1,0 0-1,0 0 1,0 0 0,0 0-1,1 0 1,-1 0-1,0 0 1,0 0 0,1 0-1,0-1 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4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24575,'-2'5'0,"-2"4"0,1 3 0,3 3 0,2 0 0,2 1 0,1-1 0,3 1 0,-1-1 0,-2 1 0,0-4-8191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4.3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 24575,'-5'20'0,"-2"9"0,1 0-8191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4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198 4 24575,'-17'-2'0,"0"1"0,0 1 0,0 0 0,0 2 0,-22 3 0,34-4 0,0 1 0,1-1 0,-1 1 0,1 0 0,0 0 0,0 0 0,-1 1 0,1-1 0,1 1 0,-6 4 0,7-4 0,-1 0 0,1-1 0,0 1 0,1 0 0,-1 0 0,0 0 0,1 0 0,0 0 0,0 0 0,-1 0 0,2 1 0,-1-1 0,0 0 0,1 1 0,0-1 0,-1 5 0,2 0 0,0 0 0,0 0 0,1 0 0,0-1 0,0 1 0,0 0 0,1-1 0,1 1 0,-1-1 0,1 0 0,0 0 0,1-1 0,-1 1 0,2-1 0,-1 0 0,11 10 0,-7-8 0,1 0 0,0 0 0,1-1 0,-1 0 0,1-1 0,0-1 0,1 1 0,0-2 0,-1 1 0,15 2 0,-13-5-85,0-1 0,0 0-1,0 0 1,0-2 0,0 1-1,1-2 1,-1 0 0,-1 0-1,1-1 1,0-1 0,-1 0-1,0 0 1,1-2 0,-2 1-1,14-10 1,-14 9-6741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6.4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313 75 24575,'-19'-11'0,"-1"0"0,1 2 0,-1 0 0,-1 1 0,0 2 0,0 0 0,0 1 0,-41-4 0,57 8 0,1 1 0,-1 0 0,1 1 0,0-1 0,-1 1 0,1 0 0,0 0 0,-1 0 0,1 0 0,0 1 0,-6 3 0,8-4 0,0 0 0,0 1 0,0 0 0,0-1 0,0 1 0,0 0 0,0 0 0,1 0 0,-1 0 0,1 0 0,-1 0 0,1 1 0,0-1 0,0 0 0,0 1 0,0-1 0,0 1 0,0-1 0,1 1 0,-1 3 0,1-2 0,-1 0 0,1 1 0,0-1 0,0 0 0,1 0 0,-1 0 0,1 1 0,0-1 0,0 0 0,1 0 0,-1 0 0,1 0 0,0-1 0,0 1 0,2 4 0,-1-5 0,1 1 0,-1-1 0,0 1 0,1-1 0,0 0 0,0-1 0,0 1 0,0-1 0,0 1 0,0-1 0,1-1 0,-1 1 0,6 1 0,4 1 0,1-1 0,-1 0 0,0-1 0,1-1 0,17 0 0,-27-1 0,0 0 0,0-1 0,0 1 0,0-1 0,0 0 0,0-1 0,0 1 0,0-1 0,-1 0 0,1 0 0,-1 0 0,1 0 0,-1-1 0,0 0 0,0 0 0,0 0 0,0-1 0,5-5 0,-8 7 0,0 0 0,0 0 0,-1-1 0,1 1 0,0 0 0,-1-1 0,0 1 0,1-1 0,-1 1 0,0-1 0,0 1 0,0 0 0,-1-1 0,1 1 0,0-1 0,-1 1 0,0 0 0,0-3 0,0 3 0,1 1 0,-1-1 0,1 1 0,-1 0 0,1-1 0,-1 1 0,0-1 0,0 1 0,1 0 0,-1 0 0,0-1 0,0 1 0,0 0 0,-1 0 0,1 0 0,0 0 0,0 0 0,-1 1 0,1-1 0,0 0 0,-1 0 0,1 1 0,-1-1 0,1 1 0,0-1 0,-1 1 0,1 0 0,-1 0 0,-1-1 0,2 2 0,0-1 0,0 0 0,0 1 0,0-1 0,0 0 0,0 1 0,1-1 0,-1 1 0,0 0 0,0-1 0,1 1 0,-1-1 0,0 1 0,1 0 0,-1 0 0,1-1 0,-1 1 0,1 0 0,-1 0 0,1 0 0,-1 0 0,1 0 0,0 0 0,-1-1 0,1 1 0,0 0 0,0 0 0,0 0 0,0 0 0,0 0 0,0 0 0,0 0 0,0 0 0,0 0 0,1 1 0,-1 3 0,1 0 0,0 0 0,0 0 0,0-1 0,4 9 0,-2-8 0,1 1 0,-1 0 0,1-1 0,1 0 0,-1 0 0,1 0 0,0-1 0,0 1 0,0-1 0,1 0 0,-1 0 0,1-1 0,0 0 0,0 0 0,0 0 0,1-1 0,-1 0 0,0 0 0,1-1 0,0 0 0,-1 0 0,1 0 0,0-1 0,-1 0 0,1 0 0,0 0 0,7-3 0,-12 3 0,0-1 0,0 1 0,-1-1 0,1 0 0,-1 0 0,1 0 0,0 0 0,-1 0 0,0 0 0,1 0 0,-1-1 0,0 1 0,1 0 0,-1-1 0,0 1 0,1-4 0,0 2 0,0 0 0,-1-1 0,0 1 0,0-1 0,0 1 0,0-1 0,-1 0 0,1-4 0,-1 3 0,0-1 0,0 0 0,0 1 0,-1-1 0,0 0 0,0 1 0,-1-1 0,1 1 0,-1-1 0,-5-9 0,0 8 0,7 14 0,5 14 0,-1-14 0,0-1 0,0 1 0,0-1 0,1 0 0,0 0 0,0-1 0,0 1 0,1-1 0,-1 0 0,1-1 0,13 9 0,-13-10 0,-1-1 0,0 1 0,0-1 0,1 0 0,-1 0 0,1 0 0,0-1 0,0 0 0,-1 0 0,1 0 0,0-1 0,0 0 0,0 0 0,0 0 0,10-3 0,-13 2 0,-1 1 0,0-1 0,0 0 0,0 0 0,0 0 0,0 0 0,0-1 0,0 1 0,0 0 0,0-1 0,-1 0 0,1 1 0,0-1 0,-1 0 0,0 0 0,1 1 0,1-5 0,0 0 0,-1-1 0,0 0 0,0 1 0,2-11 0,-4 16 0,0 1 0,0-1 0,0 0 0,0 1 0,0-1 0,1 0 0,-1 0 0,0 1 0,0-1 0,1 0 0,-1 1 0,0-1 0,1 1 0,-1-1 0,1 0 0,-1 1 0,1-1 0,-1 1 0,1-1 0,-1 1 0,1 0 0,0-1 0,-1 1 0,1-1 0,0 1 0,-1 0 0,1 0 0,0-1 0,-1 1 0,1 0 0,0 0 0,0 0 0,-1 0 0,1 0 0,0 0 0,-1 0 0,1 0 0,0 0 0,0 0 0,-1 0 0,1 0 0,0 1 0,0-1 0,5 2 0,-1 1 0,0-1 0,1 1 0,7 6 0,0-1 0,-5-5 0,-1 0 0,1 0 0,1 0 0,-1-1 0,0 0 0,0-1 0,13 1 0,62-3 0,-35-1 0,-4 2-1365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6.7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24575,'23'30'0,"9"15"0,3 7 0,-5 1 0,-6-5 0,-3-5 0,-4-5 0,-4-4 0,-2-5 0,-3-2 0,0-4 0,-1-3 0,0-2 0,-1-5-8191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7.2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471 62 24575,'-30'-10'0,"-18"-4"0,-7 1 0,-1 3 0,3 3 0,2 2 0,5 3 0,3 1 0,6 3 0,7 2 0,9 0-8191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7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1 24575,'-12'5'0,"-2"4"0,1 3 0,6 3 0,4 0 0,5-2 0,4-1 0,2 1 0,2-3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7.8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0 24575,'-2'8'0,"-2"2"-8191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8.3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 24575,'-27'2'0,"-12"2"0,0-1-8191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8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242 51 24575,'-31'-11'0,"6"2"0,-1 1 0,0 1 0,0 0 0,-29-1 0,53 7 0,0 1 0,-1 0 0,1 0 0,0 0 0,-1 1 0,1-1 0,-1 0 0,1 1 0,0 0 0,0-1 0,-1 1 0,1 0 0,0 0 0,0 0 0,0 1 0,0-1 0,0 0 0,0 1 0,-2 1 0,3-2 0,0 1 0,1-1 0,-1 1 0,0 0 0,1-1 0,-1 1 0,0-1 0,1 1 0,0 0 0,-1-1 0,1 1 0,0 0 0,0 0 0,0-1 0,0 1 0,0 0 0,1 0 0,-1-1 0,0 1 0,1 0 0,-1-1 0,1 1 0,0-1 0,-1 1 0,1-1 0,2 3 0,2 4 0,0 0 0,0-1 0,1 0 0,0 0 0,0-1 0,1 1 0,0-1 0,0-1 0,9 6 0,11 5 0,39 17 0,-24-13 0,-12-6 0,-16-8 0,-1 1 0,1 0 0,-1 1 0,20 15 0,-32-22 0,0 0 0,0 0 0,0-1 0,0 1 0,-1 0 0,1 0 0,0 0 0,-1 0 0,1 0 0,0 0 0,-1 0 0,1 0 0,-1 0 0,0 0 0,1 0 0,-1 0 0,0 1 0,1 1 0,-2-2 0,1-1 0,0 1 0,0 0 0,-1 0 0,1 0 0,0 0 0,-1-1 0,1 1 0,-1 0 0,1 0 0,-1-1 0,1 1 0,-1 0 0,1-1 0,-1 1 0,0-1 0,0 1 0,1-1 0,-2 1 0,-2 1 0,0 1 0,0-2 0,-1 1 0,1 0 0,-1-1 0,1 0 0,-9 1 0,-34 1 0,-92-7 0,130 4-227,1-1-1,-1 0 1,1-1-1,-1 0 1,-14-5-1,14 1-6598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39.4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24575,'14'19'0,"1"-1"0,1 0 0,0-2 0,1 1 0,1-2 0,0-1 0,1 0 0,42 22 0,-58-34 0,0-1 0,1 0 0,-1 1 0,0-1 0,1-1 0,-1 1 0,1 0 0,-1-1 0,1 0 0,-1 0 0,1 0 0,-1 0 0,1 0 0,-1-1 0,5 0 0,-5 0 0,-1-1 0,0 1 0,1 0 0,-1 0 0,0-1 0,0 0 0,0 1 0,0-1 0,0 0 0,0 0 0,-1 0 0,1 0 0,0 0 0,-1 0 0,0-1 0,0 1 0,1 0 0,-1-1 0,0 1 0,1-5 0,0-4 0,-1 0 0,0 0 0,0 1 0,-1-1 0,0 0 0,-1 0 0,0 0 0,-1 1 0,0-1 0,-1 1 0,0-1 0,-6-13 0,9 24 0,0 0 0,0 0 0,0-1 0,0 1 0,0 0 0,0 0 0,0-1 0,0 1 0,0 0 0,0 0 0,0-1 0,0 1 0,0 0 0,-1 0 0,1-1 0,0 1 0,0 0 0,0 0 0,0 0 0,0 0 0,-1-1 0,1 1 0,0 0 0,0 0 0,0 0 0,-1 0 0,1 0 0,0-1 0,0 1 0,-1 0 0,1 0 0,0 0 0,0 0 0,-1 0 0,1 0 0,-1 0 0,-2 10 0,2 21 0,1-30 0,2 42 0,2 0 0,1-1 0,3 0 0,24 78 0,-3-49 0,-19-50 0,-2-1 0,7 24 0,-15-44 0,0 1 0,1 0 0,-1 0 0,0 0 0,1 0 0,-1-1 0,0 1 0,0 0 0,0 0 0,0 0 0,0 0 0,0 0 0,0 0 0,0-1 0,0 1 0,-1 0 0,1 0 0,0 0 0,-1 0 0,1-1 0,0 1 0,-1 0 0,1 0 0,-1 0 0,0 1 0,0-2 0,0 0 0,0 1 0,0-1 0,0 0 0,0 0 0,-1 0 0,1 1 0,0-1 0,0 0 0,0 0 0,0-1 0,0 1 0,0 0 0,0 0 0,0 0 0,0-1 0,-2 0 0,-6-3 0,0 0 0,0 0 0,-11-8 0,20 12 0,-88-64 74,45 31-1513,30 24-5387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0.0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24575,'0'7'0,"1"0"0,-1 0 0,1 0 0,1 0 0,-1 0 0,1 0 0,0-1 0,1 1 0,0-1 0,0 0 0,0 0 0,1 0 0,0 0 0,0 0 0,0-1 0,8 8 0,-4-4 0,1 0 0,1-1 0,-1 0 0,21 12 0,-28-19 0,1 1 0,0-1 0,0 0 0,0 0 0,0 0 0,0 0 0,0-1 0,0 1 0,0-1 0,6 0 0,-6 0 0,-1 0 0,0-1 0,0 1 0,0-1 0,1 0 0,-1 0 0,0 0 0,0 0 0,0 0 0,0 0 0,-1 0 0,1-1 0,0 1 0,0-1 0,-1 1 0,1-1 0,1-1 0,-1-1 0,0 1 0,0-1 0,0 1 0,0-1 0,-1 0 0,1 1 0,-1-1 0,0 0 0,0 0 0,-1 0 0,1 0 0,-1 0 0,0 0 0,0 0 0,0 0 0,0 0 0,-1 0 0,-1-6 0,0 1 0,0 0 0,-1 0 0,-1 0 0,0 0 0,0 0 0,-9-12 0,48 66 0,-28-37 0,4 4 0,1 0 0,0 0 0,16 10 0,-25-20 0,0 0 0,0 0 0,1 0 0,-1 0 0,1 0 0,-1-1 0,1 0 0,-1 1 0,1-1 0,0-1 0,0 1 0,0 0 0,-1-1 0,1 0 0,0 0 0,0 0 0,0-1 0,0 1 0,4-2 0,-5 1 0,-1 1 0,0-1 0,0 0 0,0 0 0,0 0 0,-1-1 0,1 1 0,0 0 0,0-1 0,-1 1 0,1-1 0,-1 1 0,1-1 0,1-2 0,0-1 0,-1 0 0,0 0 0,0-1 0,2-5 0,-3 7 0,1-1 0,-1 0 0,1 1 0,0 0 0,1-1 0,3-4 0,-6 8 0,1 1 0,0-1 0,-1 1 0,1-1 0,0 1 0,-1-1 0,1 1 0,0 0 0,0-1 0,0 1 0,-1 0 0,1 0 0,0-1 0,0 1 0,0 0 0,0 0 0,0 0 0,-1 0 0,1 0 0,0 0 0,0 0 0,0 1 0,0-1 0,-1 0 0,1 0 0,0 1 0,0-1 0,0 0 0,-1 1 0,1-1 0,0 1 0,-1-1 0,1 1 0,0-1 0,0 2 0,5 3 0,-1-1 0,0 1 0,5 6 0,-8-9 0,9 10-1365,-1-2-5461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0.8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39 24575,'68'40'0,"-50"-29"0,0 0 0,0-1 0,1 0 0,24 7 0,-41-16 0,0-1 0,-1 1 0,1-1 0,0 0 0,-1 1 0,1-1 0,0 0 0,-1 0 0,1 0 0,0 0 0,-1 0 0,1 0 0,0-1 0,-1 1 0,1-1 0,0 1 0,-1-1 0,1 1 0,-1-1 0,1 0 0,1-1 0,-2 1 0,1-1 0,-1 0 0,1 1 0,-1-1 0,0 0 0,0 0 0,0 0 0,0 0 0,0 0 0,0 0 0,-1 0 0,1 0 0,-1 0 0,1-3 0,0-5 0,-1 1 0,0-1 0,0 1 0,-1-1 0,0 1 0,-3-13 0,1 14 0,0-7 0,3 15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0,1 0 0,-1 0 0,0 0 0,0 0 0,0 0 0,0-1 0,0 1 0,0 0 0,0 0 0,0 0 0,0 0 0,0 0 0,0 0 0,0 0 0,0 0 0,-1 0 0,7 8 0,1 2 0,1 1 0,0-2 0,0 1 0,18 15 0,-23-22 0,0 0 0,0-1 0,0 0 0,1 1 0,-1-1 0,1-1 0,-1 1 0,1 0 0,0-1 0,-1 0 0,1 0 0,0 0 0,0 0 0,0-1 0,0 1 0,0-1 0,-1 0 0,1 0 0,8-2 0,-10 2-32,0-1-1,0 0 0,0 0 0,0-1 1,0 1-1,-1 0 0,1-1 0,0 1 1,-1-1-1,1 1 0,-1-1 0,1 0 1,-1 0-1,0 1 0,0-1 0,0 0 1,0 0-1,1-4 0,1 1-710,2-5-6083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1.4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24575,'15'-7'0,"7"-3"0,3-3 0,0 2 0,-3 3 0,-2 2 0,-1 2 0,-3 5 0,0 2 0,-2 2 0,1 2 0,-1 1 0,0 2 0,-2-1-8191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1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45 250 24575,'80'-47'0,"-71"40"0,0 1 0,0-2 0,-1 1 0,1-1 0,-2 0 0,8-10 0,-14 16 0,1 0 0,-1 0 0,0 0 0,0 0 0,0 0 0,-1 0 0,1 0 0,0 0 0,-1 0 0,1-1 0,-1 1 0,0 0 0,0 0 0,0 0 0,0-1 0,0 1 0,-1-4 0,0 3 0,0-1 0,0 1 0,0 0 0,-1-1 0,0 1 0,0 0 0,0 0 0,0 0 0,-5-5 0,0 0 0,-1 1 0,0 0 0,-1 1 0,1 0 0,-1 0 0,-16-6 0,23 10 0,-1 1 0,1 0 0,-1 0 0,0 0 0,1 0 0,-1 0 0,0 1 0,0-1 0,1 1 0,-1 0 0,0 0 0,0 0 0,0 0 0,0 0 0,1 0 0,-1 1 0,0 0 0,0-1 0,1 1 0,-1 0 0,0 0 0,1 1 0,-1-1 0,1 0 0,-1 1 0,1 0 0,0-1 0,0 1 0,0 0 0,0 0 0,0 0 0,0 0 0,0 1 0,1-1 0,-1 0 0,1 1 0,-3 4 0,2-2 0,1-1 0,-1 1 0,1 0 0,-1 0 0,1 0 0,1 0 0,-1 0 0,1 0 0,-1 0 0,2 0 0,-1 0 0,0-1 0,3 11 0,-1-8 0,1 0 0,0 0 0,0 0 0,0-1 0,1 1 0,0-1 0,0 0 0,9 9 0,2 0 0,2 0 0,-1-1 0,2 0 0,0-2 0,27 15 0,-28-17 60,25 10 0,-37-19-184,-1 1 0,1 0 1,0-1-1,0 0 0,-1 0 0,1 0 1,0-1-1,0 0 0,0 1 0,0-2 1,6 0-1,-1-2-6702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4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24575,'16'27'0,"6"18"0,3 7 0,-1 3 0,-1 0 0,-3-2 0,-2-3 0,-1-1 0,-2-3 0,0-4 0,0-3 0,-3-7 0,-1-5 0,-3-6 0,-2-3 0,-2-3 0,-2-3-8191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6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4 24575,'-17'-3'0,"-7"3"0,0 0 0,0 0 0,2 4 0,2 0 0,3-1 0,0 0 0,2-1 0,1 2 0,-1 0 0,1-1 0,-1 0 0,1-1 0,2-1-8191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2.9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17 177 24575,'13'6'0,"-6"-2"0,0-1 0,0 0 0,1 0 0,-1 0 0,1-1 0,-1-1 0,1 1 0,8 0 0,-16-2 0,1 0 0,-1 0 0,0 0 0,0 0 0,1 0 0,-1 0 0,0 0 0,0 0 0,1 0 0,-1 0 0,0 0 0,1 0 0,-1 0 0,0 0 0,0-1 0,1 1 0,-1 0 0,0 0 0,0 0 0,0 0 0,1 0 0,-1-1 0,0 1 0,0 0 0,0 0 0,1 0 0,-1-1 0,0 1 0,0 0 0,0 0 0,0 0 0,0-1 0,1 1 0,-1 0 0,0 0 0,0-1 0,0 1 0,0-1 0,-5-10 0,-15-11 0,9 12 0,-2-2 0,1 0 0,-16-21 0,25 29 0,1 0 0,-1 0 0,1 0 0,0 0 0,0-1 0,0 1 0,0 0 0,1-1 0,0 0 0,0 1 0,0-1 0,0 0 0,1-8 0,0 12 4,0-1 1,0 1-1,0 0 0,0 0 0,1 0 0,-1-1 0,0 1 0,1 0 0,-1 0 1,1 0-1,-1 0 0,1 0 0,-1 0 0,1 0 0,0 0 0,0 0 0,-1 0 1,1 0-1,0 0 0,0 1 0,0-1 0,0 0 0,0 0 0,0 1 0,0-1 1,0 1-1,0-1 0,3 0 0,-1 0-153,0 1 1,0 0-1,1-1 1,-1 1-1,0 0 1,1 1-1,-1-1 1,0 0-1,5 2 1,5 1-6678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3.2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24575,'8'8'0,"4"4"0,4 4 0,0 0 0,-1 1 0,-2 0 0,1-3 0,-4-1 0,-2-1 0,0-2 0,-2 0 0,-5-2 0,-4-3 0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3.3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24575,'3'7'0,"0"3"-8191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43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42 24575,'-2'-5'0,"-1"0"0,0 0 0,-1 1 0,1-1 0,-1 1 0,-4-4 0,7 7 0,0 1 0,0-1 0,0 1 0,0-1 0,0 0 0,0 1 0,0 0 0,0-1 0,0 1 0,0 0 0,0-1 0,0 1 0,0 0 0,0 0 0,0 0 0,0 0 0,0 0 0,-1 0 0,1 0 0,0 1 0,0-1 0,0 0 0,0 0 0,0 1 0,0-1 0,0 1 0,0-1 0,0 1 0,0-1 0,0 1 0,0 0 0,1-1 0,-1 1 0,0 0 0,0 0 0,1 0 0,-2 1 0,-8 9 0,-41 41 0,48-49 0,0-1 0,0 1 0,1-1 0,-1 1 0,1 0 0,0 0 0,0 0 0,0 0 0,0 0 0,1 1 0,-1-1 0,1 0 0,0 1 0,0-1 0,0 1 0,0 0 0,1-1 0,-1 1 0,1-1 0,0 1 0,0 0 0,0-1 0,1 1 0,-1 0 0,1-1 0,0 1 0,0-1 0,0 1 0,0-1 0,1 1 0,0-1 0,-1 0 0,1 0 0,0 0 0,1 0 0,-1 0 0,5 5 0,2-2 0,-1 1 0,1-2 0,1 1 0,-1-1 0,1 0 0,0-1 0,16 5 0,77 14 0,-76-18 0,21 2-455,0-2 0,76-2 0,-108-4-6371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30.2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96 24575,'-7'-13'0,"-14"-18"0,15 23 0,6 7 0,0 0 0,-1 0 0,1 0 0,-1 1 0,1-1 0,-1 0 0,0 1 0,1-1 0,-1 0 0,0 1 0,1-1 0,-1 1 0,0-1 0,0 1 0,1 0 0,-1-1 0,0 1 0,0 0 0,-1-1 0,2 1 0,-1 0 0,1 1 0,0-1 0,-1 0 0,1 0 0,-1 0 0,1 1 0,0-1 0,-1 0 0,1 1 0,-1-1 0,1 0 0,0 1 0,0-1 0,-1 0 0,1 1 0,0-1 0,0 1 0,-1-1 0,1 0 0,0 1 0,0-1 0,0 1 0,-1 0 0,0 5 0,0-1 0,0 1 0,0-1 0,1 9 0,0-2 0,1 57 0,0-61 0,1 1 0,-1-1 0,1 1 0,1-1 0,6 16 0,-6-17 0,1 0 0,0 0 0,0-1 0,1 1 0,0-1 0,0 0 0,0 0 0,1-1 0,10 9 0,-11-11 0,0 0 0,-1-1 0,1 1 0,0-1 0,1 0 0,-1 0 0,0 0 0,0-1 0,1 0 0,-1 0 0,1 0 0,-1-1 0,1 1 0,8-2 0,-12 1 0,-1 0 0,0 0 0,0 0 0,1-1 0,-1 1 0,0 0 0,0-1 0,0 1 0,0-1 0,1 1 0,-1-1 0,0 1 0,0-1 0,0 0 0,0 1 0,0-1 0,0 0 0,0 0 0,-1 0 0,1 0 0,0 0 0,0 0 0,0-1 0,0-1 0,0 0 0,0 0 0,-1 0 0,1 0 0,-1 0 0,0 0 0,1-4 0,-2 5 0,1-1 0,0 1 0,1-1 0,-1 1 0,0-1 0,1 1 0,0-1 0,-1 1 0,1-1 0,0 1 0,3-5 0,-4 7 0,0-1 0,0 1 0,0 0 0,1 0 0,-1 0 0,0-1 0,1 1 0,-1 0 0,0 0 0,0 0 0,1 0 0,-1 0 0,0-1 0,1 1 0,-1 0 0,0 0 0,1 0 0,-1 0 0,0 0 0,1 0 0,-1 0 0,0 0 0,1 0 0,-1 0 0,0 0 0,1 1 0,-1-1 0,0 0 0,1 0 0,-1 0 0,0 0 0,1 0 0,-1 1 0,0-1 0,0 0 0,1 0 0,-1 1 0,12 11 0,-9-9 0,13 13 0,0-1 0,0-1 0,27 17 0,-36-27 0,0 0 0,0 0 0,0-1 0,0 1 0,1-2 0,0 1 0,-1-1 0,1 0 0,0-1 0,0 0 0,0 0 0,13-1 0,-19 0 0,-1 0 0,0 0 0,1-1 0,-1 1 0,0 0 0,1-1 0,-1 1 0,0-1 0,0 1 0,1-1 0,-1 1 0,0-1 0,0 0 0,0 0 0,0 0 0,0 0 0,0 0 0,0 0 0,0 0 0,-1 0 0,2-1 0,-1-1 0,0 1 0,0-1 0,0 1 0,0-1 0,-1 1 0,1-1 0,-1 0 0,0 1 0,0-1 0,0-3 0,-1-5 0,0 0 0,-1 0 0,-1 0 0,-3-11 0,-34-81 0,5 13 0,19 47-1365,9 29-5461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25.1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24575,'3'-2'0,"0"1"0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0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24575,'0'10'0,"1"0"0,0-1 0,1 1 0,0-1 0,0 1 0,6 11 0,26 53 0,-16-38 0,86 167 0,-103-201 14,0 0-1,0 0 0,0 1 0,-1-1 1,1 0-1,-1 0 0,1 1 1,-1 4-1,0-7-20,0 0 0,0 0 0,0 1 0,0-1 0,0 0 0,0 1 0,0-1 1,0 0-1,0 0 0,-1 1 0,1-1 0,0 0 0,0 0 0,0 1 0,0-1 0,-1 0 0,1 0 0,0 0 0,0 1 0,0-1 0,-1 0 0,1 0 1,0 0-1,0 0 0,-1 0 0,1 1 0,0-1 0,-1 0 0,0 0-85,0 0 1,0 0-1,0 0 0,0 0 0,0-1 1,0 1-1,0 0 0,1 0 1,-1-1-1,0 1 0,0 0 0,0-1 1,-1 0-1,-7-5-6734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1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836 62 24575,'-50'-18'0,"-37"-11"0,71 25 0,1 0 0,0 2 0,-28-2 0,30 4 0,0 1 0,-24 5 0,-12 2 0,-193-6 0,39-2 0,174 2-1365,6 1-5461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1.9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195 62 24575,'-9'-9'0,"-1"2"0,-1-1 0,1 1 0,-1 1 0,0 0 0,-22-8 0,31 13 0,-1 0 0,0 1 0,0-1 0,0 0 0,1 1 0,-1 0 0,0-1 0,0 1 0,0 0 0,0 1 0,0-1 0,0 0 0,0 1 0,1 0 0,-1 0 0,0 0 0,0 0 0,1 0 0,-1 0 0,1 1 0,-1-1 0,1 1 0,-1-1 0,1 1 0,0 0 0,0 0 0,0 0 0,0 0 0,0 1 0,1-1 0,-1 1 0,0-1 0,1 1 0,0-1 0,-1 4 0,-1-1 0,1 0 0,0 1 0,1-1 0,-1 0 0,1 1 0,1-1 0,-1 1 0,1-1 0,-1 1 0,1 0 0,2 10 0,-1-12 0,0-1 0,0 0 0,0 1 0,0-1 0,1 1 0,-1-1 0,1 0 0,0 0 0,0 0 0,0 0 0,0 0 0,0-1 0,1 1 0,-1 0 0,1-1 0,0 0 0,0 0 0,0 0 0,4 2 0,4 2 0,1-2 0,-1 1 0,1-2 0,0 1 0,1-2 0,14 2 0,-4-2 0,0-1 0,33-2 0,-51 0 0,1 1 0,-1-1 0,1 0 0,-1 0 0,1-1 0,-1 0 0,0 0 0,0 0 0,8-5 0,-11 6 0,-1 0 0,1-1 0,0 1 0,-1-1 0,1 1 0,-1-1 0,1 1 0,-1-1 0,0 0 0,0 0 0,0 0 0,0 0 0,0 0 0,0 0 0,0 0 0,-1 0 0,1 0 0,-1 0 0,1-1 0,-1 1 0,0 0 0,0 0 0,0 0 0,0-1 0,-1 1 0,0-4 0,0 3 0,0 0 0,0-1 0,0 1 0,0 0 0,-1 0 0,0 0 0,-1-3 0,2 6 0,1 0 0,0-1 0,0 1 0,0 0 0,-1-1 0,1 1 0,0 0 0,-1 0 0,1-1 0,0 1 0,0 0 0,-1 0 0,1 0 0,0-1 0,-1 1 0,1 0 0,0 0 0,-1 0 0,1 0 0,0 0 0,-1 0 0,1 0 0,-1 0 0,1 0 0,0 0 0,-1 0 0,0 0 0,1 1 0,-1-1 0,0 1 0,1 0 0,-1-1 0,1 1 0,0-1 0,-1 1 0,1 0 0,0 0 0,-1-1 0,1 1 0,0 0 0,-1 0 0,1-1 0,0 1 0,0 0 0,0 1 0,-1 4-170,1 1-1,-1-1 0,1 0 1,1 0-1,-1 0 0,1 1 1,2 8-1,1-1-6655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2.6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24575,'137'235'0,"-95"-160"0,-20-37 0,-8-15 0,18 42 0,-30-55 0,-8-14 0,-8-13 0,10 11 0,1-1 0,-1 0 0,2-1 0,-4-8 0,6 15 0,-1 0 0,1 0 0,0-1 0,-1 1 0,1 0 0,0 0 0,0-1 0,0 1 0,0 0 0,0-1 0,0 1 0,0 0 0,0 0 0,1-1 0,-1 1 0,0 0 0,1 0 0,-1 0 0,1 0 0,-1-1 0,1 1 0,0 0 0,0 0 0,-1 0 0,1 0 0,0 0 0,0 0 0,0 1 0,0-1 0,0 0 0,0 0 0,0 1 0,0-1 0,2 0 0,3-1 0,0 1 0,0-1 0,0 2 0,1-1 0,-1 1 0,0 0 0,0 0 0,1 1 0,-1-1 0,0 1 0,0 1 0,10 3 0,3 1 0,0 2 0,27 15 0,-44-23 0,10 7 0,1 0 0,13 12 0,-23-17 0,-1 0 0,1 1 0,0-1 0,-1 1 0,1 0 0,-1 0 0,0-1 0,0 2 0,0-1 0,-1 0 0,1 0 0,-1 1 0,1-1 0,0 5 0,-2-7 0,0 1 0,1 0 0,-1-1 0,0 1 0,0 0 0,-1 0 0,1-1 0,0 1 0,0 0 0,-1-1 0,1 1 0,-1-1 0,0 1 0,1 0 0,-1-1 0,-2 3 0,1-1 0,0-1 0,0 0 0,0 1 0,-1-1 0,1 0 0,-1 0 0,0 0 0,-3 1 0,-4 2 0,0 0 0,-1-1 0,-21 5 0,16-6 0,0 0 0,-1-2 0,1 0 0,-1 0 0,0-2 0,1 0 0,-1-1 0,1-1 0,0 0 0,0-1 0,-31-12 0,43 14-105,0 0 0,0 0 0,0-1 0,0 1 0,0-1 0,1 0 0,-1 0 0,1 0 0,0 0 0,0-1 0,0 1 0,-4-7 0,1-2-6721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3.2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24575,'11'37'0,"2"-2"0,26 54 0,-15-38 0,46 89 0,-57-118 0,1 0 0,0-2 0,2 0 0,21 21 0,-21-24 0,19 17 0,-33-32 0,1 0 0,0 0 0,-1 0 0,1-1 0,0 1 0,0-1 0,0 0 0,0 0 0,0 0 0,1 0 0,5 1 0,-7-2 0,0-1 0,0 1 0,1 0 0,-1-1 0,0 0 0,0 1 0,0-1 0,0 0 0,0 0 0,0 0 0,0-1 0,0 1 0,0 0 0,0-1 0,-1 1 0,1-1 0,-1 1 0,1-1 0,-1 0 0,1 0 0,0-2 0,4-5 0,-1 0 0,9-20 0,3-15 0,-11 26 0,1 1 0,1 0 0,17-28 0,-24 43 0,11-19 0,-12 20 0,0 1 0,0 0 0,0-1 0,0 1 0,0 0 0,0-1 0,0 1 0,0 0 0,0-1 0,0 1 0,0-1 0,0 1 0,0 0 0,0-1 0,0 1 0,0 0 0,0-1 0,0 1 0,0-1 0,-1 1 0,1-1 0,-1 1 0,1 0 0,-1-1 0,1 1 0,-1 0 0,0-1 0,1 1 0,-1 0 0,1 0 0,-1 0 0,0 0 0,1 0 0,-1 0 0,1-1 0,-1 1 0,0 1 0,1-1 0,-1 0 0,0 0 0,-4 1 0,1 0 0,-1 0 0,1 1 0,0-1 0,0 1 0,0 0 0,0 0 0,0 1 0,0-1 0,1 1 0,-1 0 0,1 0 0,-1 0 0,1 0 0,0 0 0,1 1 0,-1 0 0,0-1 0,-1 6 0,2-7 0,1 1 0,-1 0 0,1-1 0,0 1 0,0 0 0,0 0 0,0 0 0,1 0 0,-1 0 0,1 0 0,0 0 0,0 0 0,0 0 0,0 0 0,0 0 0,1-1 0,0 1 0,-1 0 0,1 0 0,0 0 0,0 0 0,0 0 0,1-1 0,-1 1 0,1-1 0,-1 1 0,1-1 0,0 1 0,3 2 0,1 0 0,0 0 0,0-1 0,1 1 0,0-1 0,0-1 0,0 1 0,0-1 0,1-1 0,8 3 0,-2-1 0,1-2 0,0 1 0,29-1 0,-30-2-151,0 0-1,1-1 0,-1-1 0,0-1 1,0 0-1,0 0 0,-1-1 1,23-11-1,-27 10-6674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4.1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1 24575,'40'3'0,"49"6"0,-73-6 0,0 0 0,-1 1 0,24 9 0,-34-11 0,0 0 0,-1 1 0,1 0 0,-1 0 0,1 0 0,-1 0 0,0 0 0,-1 1 0,1 0 0,0 0 0,-1 0 0,3 5 0,-5-7 0,1 0 0,-1 0 0,-1 0 0,1 0 0,0 0 0,0 0 0,-1 0 0,1 0 0,-1 1 0,0-1 0,1 0 0,-1 0 0,0 0 0,0 1 0,-1-1 0,1 0 0,0 0 0,-1 0 0,1 0 0,-1 1 0,0-1 0,0 0 0,1 0 0,-1 0 0,-1 0 0,1-1 0,0 1 0,0 0 0,-1 0 0,-2 2 0,0-1 0,0 0 0,0 0 0,0 0 0,0 0 0,-1-1 0,1 0 0,-1 0 0,0 0 0,1 0 0,-1-1 0,0 1 0,-10 0 0,-4 0 0,-40-2 0,43 0 0,-6-1 0,1 0 0,-37-8 0,50 7 0,1 0 0,-1 0 0,0-1 0,1 0 0,0 0 0,0-1 0,0 0 0,0 0 0,1-1 0,-11-8 0,16 11 0,-1 1 0,1 0 0,-1-1 0,1 0 0,0 1 0,0-1 0,0 0 0,0 1 0,0-1 0,0 0 0,0 0 0,0 0 0,1 0 0,-1 0 0,1 0 0,-1 0 0,1 0 0,0 0 0,0 0 0,0 0 0,0 0 0,0 0 0,1 0 0,-1 0 0,1 0 0,-1 0 0,1 0 0,-1 0 0,1 0 0,0 0 0,0 0 0,0 1 0,0-1 0,3-3 0,0 0 0,1 1 0,-1 0 0,1-1 0,0 1 0,0 1 0,0-1 0,1 1 0,-1 0 0,1 0 0,7-2 0,-6 2-80,1 1 0,0 0-1,0 0 1,-1 1 0,1 0-1,0 0 1,0 1 0,0 0-1,0 0 1,0 1 0,0 0 0,0 0-1,0 1 1,0 0 0,-1 1-1,12 5 1,-9-4-6746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4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158 53 24575,'-10'-6'0,"0"-1"0,-1 0 0,0 1 0,-1 0 0,1 0 0,-23-6 0,32 12 0,1-1 0,-1 1 0,0-1 0,0 1 0,0 0 0,0 0 0,0 0 0,0 0 0,0 0 0,0 0 0,0 1 0,1-1 0,-1 0 0,0 1 0,0 0 0,0-1 0,1 1 0,-1 0 0,0 0 0,-2 2 0,2-1 0,0 0 0,1 0 0,-1 0 0,1 0 0,-1 1 0,1-1 0,0 0 0,0 1 0,0-1 0,0 1 0,1-1 0,-1 1 0,0 3 0,0 8 0,1-1 0,0 1 0,1-1 0,4 22 0,6 19 20,26 77 0,29 49-467,-55-152 210,0 2 93,125 300-1077,-123-303-4961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4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41 24575,'-30'-7'0,"-13"-3"0,-3 0 0,3 2 0,3 3 0,5 4 0,5 3 0,5 0 0,7 1-8191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29.9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237 45 24575,'-5'-4'0,"-1"-1"0,1 1 0,-1 0 0,0 0 0,0 0 0,-1 1 0,1 0 0,-1 0 0,1 1 0,-1 0 0,0 0 0,0 0 0,0 1 0,0 0 0,0 1 0,0-1 0,0 1 0,0 1 0,-11 1 0,13-1 0,0 0 0,0 0 0,1 0 0,-1 1 0,1 0 0,-1 0 0,1 0 0,0 0 0,0 1 0,0-1 0,0 1 0,0 0 0,1 0 0,-1 1 0,1-1 0,0 1 0,0 0 0,0-1 0,0 1 0,1 1 0,0-1 0,0 0 0,0 1 0,0-1 0,0 1 0,1-1 0,0 1 0,0 0 0,0 6 0,0-5 0,1 1 0,0-1 0,1 0 0,-1 0 0,1 0 0,0 0 0,1 0 0,0-1 0,0 1 0,0 0 0,0-1 0,1 1 0,0-1 0,0 0 0,0 1 0,1-2 0,0 1 0,0 0 0,0-1 0,0 0 0,1 0 0,0 0 0,0 0 0,0-1 0,0 0 0,0 0 0,8 3 0,-4-2 0,0 0 0,1-1 0,-1 0 0,1 0 0,-1-1 0,1-1 0,0 1 0,0-2 0,-1 1 0,1-1 0,0-1 0,0 0 0,12-2 0,-20 2-195,1 0 0,-1 0 0,0 0 0,1 0 0,-1 0 0,4-3 0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0.3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33 24575,'15'0'0,"-1"1"0,0 0 0,0 1 0,0 1 0,24 7 0,-33-9 0,0 1 0,0 1 0,0-1 0,-1 1 0,1 0 0,-1 0 0,0 0 0,5 5 0,-6-5 0,-1-1 0,0 1 0,0 0 0,0 0 0,-1 0 0,1 0 0,0 0 0,-1 0 0,0 0 0,0 0 0,0 1 0,0-1 0,0 7 0,-1-8 0,0-1 0,0 0 0,0 1 0,0-1 0,0 0 0,0 1 0,0-1 0,-1 0 0,1 0 0,0 1 0,-1-1 0,1 0 0,-1 0 0,0 1 0,1-1 0,-1 0 0,0 0 0,0 0 0,0 0 0,-1 1 0,0 0 0,0 0 0,-1-1 0,1 0 0,0 0 0,-1 1 0,1-1 0,-1-1 0,1 1 0,-6 1 0,-3-1 0,-1 0 0,1-1 0,-21-1 0,22 0 0,-1 0 0,0-1 0,0 0 0,1-1 0,-1 0 0,1-1 0,0 0 0,0 0 0,1-1 0,-1 0 0,1-1 0,0 0 0,-15-14 0,22 18 0,0 0 0,0-1 0,0 1 0,0-1 0,0 0 0,1 0 0,0 1 0,-1-1 0,1 0 0,0 0 0,0 0 0,1-1 0,-1 1 0,0 0 0,1 0 0,0 0 0,0 0 0,0-5 0,1 6 0,-1 0 0,0 0 0,1 0 0,0 0 0,-1 0 0,1 0 0,0 1 0,0-1 0,0 0 0,0 0 0,1 1 0,-1-1 0,0 1 0,1-1 0,-1 1 0,1-1 0,-1 1 0,1 0 0,0 0 0,0 0 0,-1 0 0,1 0 0,0 0 0,0 0 0,0 1 0,0-1 0,0 1 0,4-1 0,24-1-1365,-17 2-5461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0.7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24575,'3'9'0,"0"1"0,1-1 0,0 0 0,0-1 0,1 1 0,0-1 0,1 0 0,0 0 0,0 0 0,1-1 0,0 0 0,8 6 0,-2-2 0,2 0 0,0-1 0,0-1 0,0 0 0,30 11 0,-41-19 0,0 1 0,0-1 0,0 0 0,0 0 0,0 0 0,0-1 0,0 0 0,0 1 0,0-1 0,1-1 0,-1 1 0,0-1 0,0 1 0,7-3 0,-8 1 0,0 1 0,0-1 0,0 1 0,-1-1 0,1 0 0,0 0 0,-1 0 0,0 0 0,1-1 0,-1 1 0,0-1 0,0 1 0,0-1 0,-1 0 0,1 0 0,-1 0 0,1 0 0,-1 0 0,1-4 0,1-3 0,-2-1 0,1 1 0,-1 0 0,-1-1 0,-1-17 0,1-13 0,0 40 0,0 0 0,0 0 0,0 0 0,1 0 0,-1 0 0,0 0 0,0 0 0,0 0 0,1 0 0,-1 0 0,1 0 0,-1 0 0,0 1 0,2-2 0,-2 1 0,0 1 0,1 0 0,-1 0 0,0 0 0,1 0 0,-1 0 0,0-1 0,1 1 0,-1 0 0,0 0 0,0 0 0,1 0 0,-1 0 0,0 0 0,1 0 0,-1 0 0,0 0 0,1 0 0,-1 0 0,0 0 0,1 1 0,-1-1 0,0 0 0,1 0 0,-1 0 0,0 0 0,0 0 0,1 1 0,3 2 0,-1 0 0,1 0 0,-1 0 0,6 8 0,-1-2 0,5 5 0,1 0 0,1-2 0,0 1 0,0-2 0,30 17 0,-30-20-1365,-3-1-5461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1.1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222 11 24575,'-3'0'0,"-9"-4"0,0 2 0,-18-2 0,28 4 0,-1-1 0,1 1 0,0 0 0,0 0 0,-1 0 0,1 1 0,0-1 0,0 0 0,0 1 0,-1 0 0,1-1 0,0 1 0,0 0 0,0 0 0,0 0 0,0 0 0,0 1 0,1-1 0,-1 0 0,-3 4 0,4-4 0,1 1 0,-1 0 0,0 0 0,1-1 0,-1 1 0,1 0 0,0 0 0,-1 0 0,1 0 0,0 0 0,0 0 0,0-1 0,1 1 0,-1 0 0,0 0 0,1 0 0,-1 0 0,1-1 0,-1 1 0,1 0 0,0 0 0,0-1 0,0 1 0,1 2 0,4 5 0,1 0 0,13 15 0,-17-20 0,17 17 0,1 0 0,1-1 0,1-2 0,1 0 0,50 28 0,-73-46 0,1 1 0,-1 0 0,0-1 0,0 1 0,0 0 0,1 0 0,-1 0 0,0 0 0,0 0 0,0 0 0,-1 0 0,3 3 0,-3-4 0,0 0 0,0 0 0,0 1 0,0-1 0,0 0 0,0 0 0,0 0 0,0 1 0,0-1 0,0 0 0,0 0 0,0 1 0,0-1 0,0 0 0,0 0 0,0 0 0,-1 1 0,1-1 0,0 0 0,0 0 0,0 0 0,0 1 0,0-1 0,0 0 0,-1 0 0,1 0 0,0 0 0,0 0 0,-1 1 0,-11 2 0,-29-1 44,0-2 0,-69-8-1,-27-1-1539,123 9-5330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1.5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24575,'10'36'0,"8"15"0,4 8 0,3 1 0,0-2 0,0-4 0,2-5 0,-2-5 0,-3-3 0,-2-5 0,-2-5 0,-4-4 0,-2-3 0,-1-3 0,-2-3 0,-2-5-8191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1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46 24575,'-25'-10'0,"-11"-4"0,-2 4 0,3 3 0,6 3 0,6 4 0,6 3 0,3 3 0,1 3 0,3 3 0,0 1 0,3 1 0,2-1-8191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2.1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26 280 24575,'4'5'0,"15"17"0,-18-20 0,1-1 0,-1 0 0,0 0 0,1 0 0,-1 0 0,1 0 0,-1 0 0,1-1 0,-1 1 0,1 0 0,-1-1 0,1 1 0,2 0 0,-4-1 0,1 0 0,-1 0 0,1-1 0,-1 1 0,1 0 0,-1 0 0,0 0 0,1 0 0,-1 0 0,1 0 0,-1-1 0,0 1 0,1 0 0,-1 0 0,0-1 0,1 1 0,-1 0 0,0 0 0,1-1 0,-1 1 0,0 0 0,0-1 0,1 1 0,-1 0 0,0-1 0,0 1 0,0-1 0,1 1 0,-1 0 0,0-1 0,0 1 0,0-1 0,0 1 0,0 0 0,0-1 0,0 1 0,0-1 0,0 1 0,0-1 0,0 1 0,0 0 0,0-1 0,0 1 0,-1-1 0,-4-21 0,-21-33 0,17 37 0,0 1 0,2-1 0,0-1 0,1 1 0,-5-29 0,11 43 0,-1 0 0,1 0 0,0 0 0,1 0 0,-1 0 0,1 0 0,-1 0 0,1 0 0,1 0 0,-1 0 0,0 1 0,1-1 0,0 0 0,0 1 0,0-1 0,3-3 0,-3 5 0,-1 0 0,1 0 0,0 0 0,0 1 0,0-1 0,0 1 0,0-1 0,0 1 0,1 0 0,-1 0 0,0 0 0,1 0 0,-1 0 0,1 0 0,-1 1 0,1-1 0,-1 1 0,1 0 0,-1-1 0,1 1 0,0 0 0,-1 1 0,1-1 0,-1 0 0,1 1 0,2 0 0,9 5-1365,-1 0-5461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2.6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146 0 24575,'-21'2'0,"-30"7"0,46-7 0,0-1 0,-1 1 0,1 0 0,0 0 0,0 0 0,0 1 0,0 0 0,0 0 0,1 0 0,-7 6 0,9-7 0,1 0 0,0-1 0,0 1 0,0 0 0,0 0 0,0 1 0,0-1 0,0 0 0,0 0 0,1 0 0,-1 0 0,1 1 0,0-1 0,0 0 0,0 1 0,0-1 0,0 0 0,0 0 0,0 1 0,1-1 0,-1 0 0,1 0 0,0 0 0,0 1 0,0-1 0,0 0 0,1 2 0,3 5 0,1 0 0,-1 0 0,2-1 0,11 13 0,-14-16 0,1-1 0,0 1 0,0-1 0,0 0 0,1-1 0,-1 1 0,1-1 0,0 0 0,0 0 0,0-1 0,10 3 0,-14-5 0,1 1 0,-1-1 0,1 0 0,0 0 0,-1 0 0,1 0 0,-1 0 0,1 0 0,-1-1 0,1 1 0,-1-1 0,1 0 0,-1 0 0,1 0 0,-1 0 0,0 0 0,1 0 0,-1-1 0,0 1 0,0-1 0,0 1 0,0-1 0,0 0 0,-1 0 0,1 0 0,0 0 0,-1 0 0,1 0 0,-1 0 0,0-1 0,2-3 0,-1 0 0,0-1 0,0 0 0,0 1 0,-1-1 0,1 0 0,-1-10 0,-2-43 0,0 44 0,15 50 0,1-3-166,19 29 0,-24-42-867,-2-5-5793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2.8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24575,'15'23'0,"8"9"0,-1 3 0,-1-6 0,-4-4 0,-3-7 0,-1-6 0,-2-6-8191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0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24575,'7'8'0,"6"5"0,0-1-8191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24575,'33'46'0,"-25"-34"0,0 1 0,1-1 0,1-1 0,0 1 0,1-2 0,12 11 0,-22-20 0,0-1 0,-1 1 0,1-1 0,0 1 0,0-1 0,0 1 0,-1-1 0,1 0 0,0 1 0,0-1 0,0 0 0,0 0 0,0 0 0,0 0 0,0 0 0,-1 0 0,1 0 0,0 0 0,0 0 0,0 0 0,0 0 0,0 0 0,0 0 0,0-1 0,-1 1 0,1 0 0,0-1 0,0 1 0,0-1 0,-1 1 0,1-1 0,0 1 0,0-1 0,-1 0 0,1 1 0,0-1 0,-1 0 0,1 1 0,-1-1 0,1 0 0,-1 0 0,0 0 0,1 1 0,0-2 0,2-5 0,-1 0 0,1 0 0,-1-1 0,1-9 0,-2 12 0,2-7 0,-2 6 0,0 0 0,0 0 0,1 0 0,0 0 0,5-11 0,-7 17 0,1-1 0,-1 0 0,1 1 0,0-1 0,-1 1 0,1-1 0,-1 1 0,1-1 0,0 1 0,-1 0 0,1-1 0,0 1 0,0 0 0,-1-1 0,1 1 0,0 0 0,0 0 0,-1 0 0,1 0 0,0 0 0,0 0 0,0 0 0,-1 0 0,1 0 0,0 0 0,0 0 0,-1 0 0,1 0 0,0 1 0,0-1 0,-1 0 0,1 1 0,0-1 0,-1 0 0,2 1 0,3 3 0,1-1 0,-1 1 0,7 6 0,-6-5 0,150 122 0,-138-111-1365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7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0 24575,'-1'1'0,"0"0"0,0-1 0,0 1 0,0 0 0,0 0 0,1 0 0,-1 0 0,0 0 0,1 0 0,-1 0 0,0 0 0,1 0 0,-1 0 0,1 0 0,0 0 0,-1 0 0,1 0 0,0 3 0,-2 23 0,2-22 0,1 21 0,1 0 0,1 0 0,7 30 0,26 76 0,-16-63 0,49 164-1365,-65-219-5461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3.9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197 39 24575,'-18'-10'0,"-8"-4"0,-2 4 0,1 6 0,3 6 0,2 2 0,6 4 0,3 2 0,0 0 0,4 1 0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4.3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222 27 24575,'-14'-5'0,"-1"-1"0,-23-6 0,35 11 0,-1 0 0,0 0 0,1 1 0,-1 0 0,0 0 0,1 0 0,-1 0 0,0 0 0,1 0 0,-1 1 0,1 0 0,-5 1 0,7-1 0,0-1 0,-1 1 0,1 0 0,0-1 0,0 1 0,0 0 0,0 0 0,0 0 0,0 0 0,0 0 0,0 0 0,0 0 0,0 0 0,0 1 0,1-1 0,-1 0 0,0 0 0,0 3 0,0-1 0,1-1 0,-1 1 0,1 0 0,0 0 0,0 0 0,0 0 0,0 0 0,1 5 0,1 0 0,0 0 0,0 0 0,1 0 0,0 0 0,6 9 0,9 13 0,39 46 0,-33-46 0,-20-25 0,-2-2 0,1 0 0,-1 0 0,0 0 0,0 1 0,0-1 0,3 7 0,-5-9 0,0-1 0,0 1 0,0 0 0,0-1 0,0 1 0,0-1 0,0 1 0,0 0 0,0-1 0,0 1 0,0 0 0,0-1 0,0 1 0,-1-1 0,1 1 0,0 0 0,0-1 0,-1 1 0,1 0 0,-1 0 0,0 0 0,0-1 0,0 1 0,0 0 0,0 0 0,0-1 0,0 1 0,0 0 0,-1-1 0,1 0 0,0 1 0,0-1 0,-2 1 0,-21 3 0,-45 2 0,43-4 0,-36 2-1365,36-3-5461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6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 24575,'0'-6'0,"0"-8"0,2 15 0,2 7 0,57 130 0,-36-85 0,22 65 0,-43-100 120,-4-18-143,0 0 0,-1 0 0,1 0 1,0-1-1,0 1 0,0 0 0,0 0 0,-1 0 0,1 0 1,0 0-1,0 0 0,0-1 0,0 1 0,-1 0 0,1 0 0,0 0 1,0 0-1,-1 0 0,1 0 0,0 0 0,0 0 0,0 0 1,-1 0-1,1 0 0,0 0 0,0 0 0,-1 0 0,1 0 0,0 0 1,0 0-1,0 0 0,-1 0 0,1 0 0,0 1 0,0-1 0,0 0 1,-1 0-1,1 0 0,0 0 0,0 0 0,0 0 0,0 1 1,0-1-1,-1 0 0,1 0 0,0 0 0,0 0 0,0 1 0,0-1 1,0 0-1,0 0 0,0 1 0,0-1 0,0 0 0,-1 0 1,1 0-1,0 1 0,0-1 0,0 0 0,0 0 0,0 0 0,0 1 1,0-1-1,1 0 0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6.7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677 63 24575,'-54'-17'0,"-89"-16"0,105 27 0,-1 2 0,1 2 0,-49 3 0,-172 36-1365,241-33-5461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7.4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4 24575,'-1'7'0,"0"-1"0,1 1 0,0 0 0,0 0 0,0-1 0,1 1 0,0 0 0,0-1 0,0 1 0,1 0 0,4 9 0,-4-12 0,0-1 0,0 1 0,0 0 0,1-1 0,-1 0 0,1 1 0,0-1 0,0 0 0,0 0 0,0-1 0,1 1 0,-1-1 0,1 0 0,0 0 0,-1 0 0,1 0 0,0 0 0,0-1 0,7 2 0,-2-1 0,0-1 0,0 0 0,0-1 0,0 0 0,0 0 0,0-1 0,0 0 0,-1-1 0,1 0 0,0 0 0,0-1 0,-1 0 0,13-6 0,-16 7 0,-1-1 0,0 1 0,1-1 0,-1 0 0,0 0 0,-1 0 0,1 0 0,0-1 0,-1 1 0,0-1 0,0 0 0,0 0 0,0 0 0,-1-1 0,0 1 0,1-1 0,-2 1 0,1-1 0,0 0 0,-1 1 0,0-1 0,0 0 0,-1 0 0,1 0 0,-1-9 0,0 13 0,0 0 0,0 0 0,0 0 0,0 0 0,0 1 0,-1-1 0,1 0 0,0 0 0,0 0 0,-1 0 0,1 0 0,0 1 0,-1-1 0,1 0 0,-1 0 0,1 1 0,-1-1 0,1 0 0,-1 1 0,-1-2 0,2 2 0,-1 0 0,1 0 0,-1-1 0,0 1 0,1 0 0,-1 0 0,0 0 0,1 0 0,-1 0 0,0 0 0,1 0 0,-1 1 0,1-1 0,-1 0 0,0 0 0,1 0 0,-1 1 0,1-1 0,-1 0 0,1 0 0,-2 1 0,0 1 0,-1 0 0,0 0 0,1 1 0,-1-1 0,1 1 0,0-1 0,0 1 0,0-1 0,-2 6 0,0 1 0,1 0 0,0 0 0,1 1 0,0-1 0,1 1 0,0 0 0,0-1 0,1 1 0,0 0 0,1 0 0,0 0 0,2 9 0,5 17 0,23 62 0,-27-86 0,21 54 0,-12-33 0,-1 1 0,8 35 0,-19-65 0,0 0 0,-1-1 0,1 1 0,-1 0 0,0 0 0,0-1 0,-1 1 0,1 0 0,-1-1 0,-1 7 0,1-9 0,1 1 0,-1-1 0,0 0 0,0 0 0,1 0 0,-1 1 0,0-1 0,0 0 0,0 0 0,0 0 0,0-1 0,0 1 0,-1 0 0,1 0 0,0 0 0,0-1 0,-1 1 0,1-1 0,0 1 0,-1-1 0,1 1 0,0-1 0,-1 0 0,1 0 0,-1 0 0,1 1 0,0-2 0,-1 1 0,1 0 0,-3 0 0,-4-2 0,-1 0 0,1 0 0,0 0 0,0-1 0,0 0 0,0-1 0,0 0 0,-10-7 0,-7-7 0,-23-20 0,36 28 0,1 0 0,1-1 0,-18-22 0,25 29 0,0 0 0,1 1 0,0-1 0,0 0 0,0 0 0,0-1 0,0 1 0,1 0 0,0 0 0,0-1 0,0 1 0,0-1 0,1 1 0,0-1 0,0 1 0,0-1 0,1-5 0,0 8 7,-1-1 0,1 1 0,0 0 0,0 0 0,0 0 1,0 0-1,0 0 0,1 0 0,-1 0 0,0 0 0,1 1 0,-1-1 0,1 1 0,0-1 0,0 1 0,2-2 0,0 1-193,0 0 1,0 0-1,0 0 0,0 1 1,0-1-1,0 1 1,6-1-1,7 0-6640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8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33 162 24575,'45'141'0,"19"46"0,-46-149 0,-115-241 0,83 172 0,1-1 0,-8-35 0,17 51 0,0-1 0,1 0 0,1 0 0,1 0 0,1 0 0,1-18 0,-1 32 0,0 0 0,0 1 0,1-1 0,-1 1 0,1 0 0,-1-1 0,1 1 0,0-1 0,0 1 0,0 0 0,0 0 0,1-1 0,-1 1 0,0 0 0,1 0 0,0 0 0,-1 1 0,1-1 0,0 0 0,0 1 0,0-1 0,0 1 0,0-1 0,0 1 0,1 0 0,-1 0 0,0 0 0,1 0 0,-1 1 0,1-1 0,-1 0 0,1 1 0,3 0 0,1-1 0,1 2 0,-1-1 0,0 1 0,1 0 0,-1 1 0,0 0 0,0 0 0,0 0 0,0 1 0,9 5 0,-7-3 0,0 1 0,0 0 0,-1 0 0,11 10 0,-15-12 0,0 0 0,-1 0 0,1 0 0,-1 1 0,0-1 0,0 1 0,-1 0 0,1-1 0,-1 1 0,2 8 0,-3-11 0,-1 0 0,0 0 0,1 0 0,-1 0 0,0 0 0,0 0 0,0 0 0,0 0 0,-1-1 0,1 1 0,-1 0 0,1 0 0,-1 0 0,1 0 0,-1 0 0,0 0 0,-2 3 0,1-3 0,0 1 0,-1 0 0,1-1 0,-1 0 0,1 1 0,-1-1 0,0 0 0,0 0 0,-5 2 0,-3 0 0,0 0 0,0 0 0,0-1 0,-24 4 0,25-6-151,1 0-1,-1-1 0,0 0 0,0-1 1,1 0-1,-1 0 0,0-1 1,-13-5-1,9 2-6674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38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1 234 24575,'42'-14'0,"37"-15"0,-69 25 0,-1-1 0,0 0 0,0 0 0,-1-1 0,16-13 0,-16 10 0,-1-1 0,0 0 0,0 0 0,-1 0 0,-1-1 0,7-16 0,1-1 0,-12 27 0,-1 1 0,1-1 0,-1 0 0,1 0 0,-1 0 0,0 0 0,1 0 0,-1 0 0,0 1 0,0-1 0,1 0 0,-1 0 0,0 0 0,0 0 0,0 0 0,0 0 0,0 0 0,-1 0 0,1 0 0,0 0 0,0 0 0,-1 0 0,1 0 0,0 0 0,-1 1 0,1-1 0,-1 0 0,1 0 0,-2-1 0,1 2 0,0-1 0,0 0 0,0 1 0,0 0 0,-1-1 0,1 1 0,0 0 0,0-1 0,0 1 0,-1 0 0,1 0 0,0 0 0,0 0 0,-1 0 0,1 1 0,0-1 0,0 0 0,0 0 0,-1 1 0,1-1 0,0 1 0,0-1 0,-2 2 0,-3 2 0,-1 0 0,1 0 0,0 1 0,0 0 0,0 0 0,0 1 0,1 0 0,0-1 0,0 2 0,1-1 0,-5 8 0,6-9 0,0 0 0,1 0 0,-1 1 0,1-1 0,0 1 0,1 0 0,-1-1 0,1 1 0,0 0 0,0 0 0,1 0 0,0 0 0,0 0 0,0-1 0,2 8 0,-1-8 0,1-1 0,0 0 0,0-1 0,0 1 0,0 0 0,1-1 0,-1 1 0,1-1 0,0 1 0,0-1 0,0 0 0,0-1 0,1 1 0,-1 0 0,1-1 0,0 0 0,0 0 0,0 0 0,7 2 0,4 2 0,1-1 0,0-1 0,31 3 0,6-2-41,73-5 0,-67 0-1242,-45 0-5543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0.1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24575,'0'13'0,"0"-1"0,1 0 0,0 1 0,1-1 0,0 0 0,1 0 0,0 0 0,1 0 0,11 21 0,35 48 0,-10-17 0,-39-62-136,0 0-1,0 0 1,0 0-1,0 0 1,0 0-1,-1 1 1,1-1-1,-1 0 0,1 3 1,-2 3-6690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0.4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298 70 24575,'-27'-12'0,"-12"-5"0,-2 1 0,1 3 0,5 4 0,6 6 0,5 3 0,4 5 0,4 3 0,1 1 0,3-1-8191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40.7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325 62 24575,'-27'-7'0,"-15"-6"0,-2 0 0,1 2 0,5 3 0,7 3 0,6 2 0,3 2 0,1 3 0,3 2 0,5-1-8191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5.9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75 209 24575,'14'-1'0,"1"0"0,-1-1 0,0 0 0,0-1 0,0 0 0,-1-1 0,1-1 0,-1 0 0,25-15 0,-36 19 0,1-1 0,-1 1 0,1-1 0,-1 0 0,0 0 0,0 0 0,0 0 0,0-1 0,-1 1 0,1 0 0,-1-1 0,1 1 0,-1-1 0,0 0 0,0 1 0,0-1 0,0 0 0,0 0 0,-1 0 0,1 1 0,-1-1 0,0 0 0,0 0 0,0 0 0,0 0 0,0 0 0,-1 0 0,1 0 0,-2-3 0,1 2 0,-1 0 0,1-1 0,-1 1 0,0 0 0,0 1 0,0-1 0,-1 0 0,1 1 0,-1-1 0,0 1 0,0 0 0,0 0 0,-1 0 0,1 0 0,-1 0 0,1 1 0,-1 0 0,-7-4 0,1 3 0,1-1 0,-1 2 0,0-1 0,0 1 0,0 1 0,-16-1 0,23 2 0,-1 0 0,1 0 0,0 0 0,-1 1 0,1-1 0,0 1 0,0 0 0,0 0 0,-1 0 0,1 0 0,0 1 0,0-1 0,1 1 0,-1 0 0,0 0 0,0 0 0,1 0 0,-1 0 0,1 1 0,0-1 0,0 1 0,0-1 0,-3 6 0,-6 13 0,3-8 0,1 0 0,0 1 0,1 0 0,-6 22 0,11-33 0,1 1 0,-1-1 0,1 0 0,-1 0 0,1 1 0,0-1 0,0 0 0,0 0 0,1 1 0,-1-1 0,1 0 0,0 0 0,0 0 0,0 0 0,0 1 0,1-2 0,-1 1 0,1 0 0,-1 0 0,1 0 0,0-1 0,0 1 0,0-1 0,1 1 0,-1-1 0,5 3 0,12 8 0,0-2 0,1 0 0,0-1 0,0-1 0,1-1 0,1 0 0,-1-2 0,1-1 0,0 0 0,0-2 0,45 2 0,-62-5 24,-1-1 0,1 1 0,-1 0 0,8-3 0,-10 3-117,0-1 0,-1 0 1,1 1-1,-1-1 0,1 0 0,-1 0 0,1 1 0,-1-1 1,0 0-1,1-1 0,-1 1 0,0 0 0,0 0 1,0 0-1,2-3 0,1-5-6733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6.3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94 24575,'3'1'0,"1"0"0,-1 0 0,0 0 0,0 1 0,1-1 0,-1 1 0,0 0 0,-1 0 0,5 3 0,1 0 0,40 33 0,-30-24 0,32 21 0,-44-31 0,0-1 0,0 0 0,0-1 0,0 1 0,0-1 0,1-1 0,-1 1 0,0-1 0,1 0 0,9 0 0,-15-1 0,0 0 0,0 0 0,1 0 0,-1 0 0,0 0 0,0-1 0,1 1 0,-1 0 0,0-1 0,0 1 0,0-1 0,0 1 0,0-1 0,0 0 0,0 1 0,0-1 0,0 0 0,0 0 0,0 0 0,0 1 0,1-3 0,-1 2 0,0-1 0,-1 0 0,1 0 0,0 0 0,-1 0 0,1 0 0,-1 0 0,1 0 0,-1 0 0,0-1 0,0-2 0,-1-3 0,0-1 0,0 1 0,-1 0 0,-5-17 0,-38-86 0,45 109 11,-1 1 0,0 0 0,1-1 0,-1 1 0,0-1 0,0 1-1,0 0 1,0 0 0,0 0 0,-1-2 0,1 3-48,1 0 0,-1-1 0,1 1-1,0 0 1,-1 0 0,1 0 0,-1-1 0,1 1 0,0 0 0,-1 0 0,1 0-1,-1 0 1,1 0 0,-1 0 0,1 0 0,0 0 0,-1 0 0,1 0 0,-1 0-1,1 0 1,-1 0 0,1 0 0,0 1 0,-1-1 0,1 0 0,-1 0 0,1 0-1,0 1 1,-1-1 0,1 0 0,0 0 0,-1 1 0,1-1 0,0 0 0,-1 1-1,1-1 1,0 0 0,0 1 0,-1 0 0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6.7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93 197 24575,'8'-14'0,"1"-2"0,-1 0 0,10-24 0,-17 37 0,0-1 0,1 0 0,-1 0 0,0-1 0,-1 1 0,1 0 0,-1 0 0,0 0 0,0 0 0,0 0 0,-1-1 0,1 1 0,-1 0 0,0 0 0,0 0 0,-2-4 0,1 5 0,0 1 0,1-1 0,-1 1 0,-1-1 0,1 1 0,0-1 0,0 1 0,-1 0 0,1 0 0,-1 0 0,0 1 0,0-1 0,0 1 0,0-1 0,0 1 0,0 0 0,0 0 0,0 0 0,0 1 0,0-1 0,0 1 0,-1-1 0,1 1 0,-4 0 0,5 0 0,-1 1 0,1-1 0,-1 0 0,0 1 0,1-1 0,-1 1 0,1 0 0,-1-1 0,1 1 0,-1 1 0,1-1 0,0 0 0,-1 0 0,1 1 0,0 0 0,0-1 0,0 1 0,0 0 0,0 0 0,1 0 0,-1 0 0,0 0 0,1 0 0,0 1 0,-1-1 0,1 0 0,0 1 0,0-1 0,0 4 0,-1 3 0,1-1 0,0 1 0,1 0 0,-1-1 0,2 1 0,-1 0 0,1-1 0,1 1 0,0-1 0,0 1 0,0-1 0,1 0 0,0 0 0,1 0 0,0 0 0,0-1 0,1 1 0,0-1 0,0 0 0,0 0 0,1-1 0,0 0 0,1 0 0,-1 0 0,1-1 0,0 0 0,0 0 0,1-1 0,0 0 0,13 6 0,-3-4 0,0 0 0,1-2 0,-1 0 0,1-1 0,0 0 0,0-2 0,0 0 0,31-4 0,-47 3 9,0 0 1,0-1-1,0 1 0,0-1 0,0 0 1,0 0-1,-1-1 0,1 1 0,0 0 0,-1-1 1,1 1-1,4-5 0,-6 5-68,0 0-1,0 0 1,0-1-1,0 1 1,0 0 0,0-1-1,0 1 1,-1 0-1,1-1 1,0 1 0,-1-1-1,1 0 1,-1 1-1,0-1 1,1 1 0,-1-1-1,0 0 1,0 1-1,0-1 1,0 0 0,0 1-1,-1-1 1,1 1-1,-1-3 1,-4-9-6767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0:57.1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13 24575,'24'21'0,"-16"-15"0,0 1 0,8 9 0,-7-6 0,1 0 0,0-1 0,1 0 0,0 0 0,0-1 0,0-1 0,1 0 0,0-1 0,1 0 0,20 7 0,-31-13 0,0 1 0,0 0 0,0-1 0,0 1 0,0-1 0,0 0 0,0 0 0,0 0 0,1 0 0,-1 0 0,0 0 0,0-1 0,0 1 0,0-1 0,0 1 0,0-1 0,0 0 0,0 1 0,0-1 0,0 0 0,-1-1 0,1 1 0,0 0 0,-1 0 0,1-1 0,0 1 0,-1-1 0,0 1 0,1-1 0,-1 0 0,0 1 0,0-1 0,0 0 0,0 0 0,0 0 0,0 0 0,-1 0 0,1 0 0,-1 0 0,1 0 0,-1-2 0,1-4 0,0 0 0,-1 0 0,0 0 0,-1 0 0,0 0 0,-3-13 0,-1-13 0,4 34 0,1 0 0,0-1 0,0 1 0,0-1 0,0 1 0,0 0 0,0-1 0,0 1 0,0-1 0,0 1 0,0-1 0,0 1 0,0 0 0,0-1 0,1 1 0,-1-1 0,0 1 0,0 0 0,0-1 0,0 1 0,1 0 0,-1-1 0,0 1 0,0 0 0,1-1 0,-1 1 0,0 0 0,1 0 0,-1-1 0,0 1 0,1 0 0,-1 0 0,0-1 0,1 1 0,-1 0 0,1 0 0,-1 0 0,0 0 0,1 0 0,-1 0 0,1 0 0,-1 0 0,0 0 0,1 0 0,-1 0 0,1 0 0,-1 0 0,1 0 0,-1 0 0,0 0 0,1 0 0,-1 0 0,1 0 0,-1 1 0,0-1 0,1 0 0,-1 0 0,1 1 0,28 16 0,-24-13 0,158 90 0,-151-87-682,21 15-1,-23-15-6143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8.8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494 77 24575,'-5'-6'0,"0"0"0,-1 0 0,0 0 0,0 1 0,0 0 0,-1 0 0,1 0 0,-1 1 0,0 0 0,-1 0 0,1 1 0,-1 0 0,1 0 0,-1 1 0,-13-3 0,3 3 0,0 0 0,0 1 0,0 2 0,0-1 0,-36 8 0,28-4 0,0 0 0,0 1 0,-30 10 0,49-13 0,0 1 0,0 0 0,0 0 0,1 1 0,-1-1 0,1 2 0,0-1 0,0 1 0,0-1 0,1 2 0,0-1 0,-7 10 0,10-14 0,1 1 0,1-1 0,-1 1 0,0 0 0,0-1 0,0 1 0,1 0 0,-1 0 0,1 0 0,0-1 0,-1 1 0,1 0 0,0 0 0,0 0 0,0 0 0,0-1 0,0 1 0,1 3 0,0-2 0,1 0 0,-1 0 0,0 0 0,1 0 0,0 0 0,0 0 0,-1-1 0,2 1 0,3 4 0,3 1 0,1 0 0,0 0 0,0-1 0,17 8 0,113 54 0,-85-44 0,146 65 0,-195-87 0,-1 0 0,1 0 0,-1 1 0,1-1 0,-1 1 0,5 6 0,-9-10 0,0 1 0,0 0 0,0 0 0,-1 0 0,1-1 0,0 1 0,-1 0 0,1 0 0,-1 0 0,1 0 0,-1 0 0,1 0 0,-1 0 0,0 0 0,0 0 0,1 0 0,-1 1 0,0-1 0,0 0 0,0 0 0,0 0 0,0 0 0,0 0 0,0 0 0,-1 0 0,1 0 0,0 0 0,-1 0 0,1 0 0,-1 0 0,1 0 0,-1 0 0,1 0 0,-1 0 0,1 0 0,-1 0 0,0 0 0,0-1 0,1 1 0,-1 0 0,0 0 0,0-1 0,0 1 0,-2 0 0,-1 2 0,-1 0 0,0-1 0,0 0 0,0 0 0,0 0 0,0-1 0,-1 1 0,-7 0 0,-47 2 0,37-4 0,-51 5 0,27-1 0,0-2 0,-88-9 0,116 6 0,14 0 0,0 1 0,0 0 0,0-1 0,0 0 0,0 0 0,-8-3 0,13 3-25,-1 1 0,1 0-1,0 0 1,-1 0 0,1-1 0,0 1-1,-1 0 1,1-1 0,0 1-1,-1 0 1,1 0 0,0-1 0,0 1-1,-1 0 1,1-1 0,0 1-1,0-1 1,0 1 0,0 0 0,0-1-1,-1 1 1,1-1 0,0 1-1,0 0 1,0-1 0,0 1 0,0-1-1,0 1 1,0 0 0,0-1 0,1 1-1,-1-1 1,0 1 0,0 0-1,0-1 1,0 1 0,0-1 0,1 1-1,-1 0 1,0-1 0,0 1-1,1 0 1,-1-1 0,0 1 0,1 0-1,-1 0 1,0-1 0,1 1-1,-1 0 1,0 0 0,1 0 0,-1-1-1,1 1 1,7-5-6801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09.4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77 24575,'-4'-3'0,"2"1"0,-1-1 0,0 1 0,1 0 0,-1 1 0,0-1 0,0 0 0,0 1 0,0 0 0,0-1 0,-5 0 0,8 3 0,0-1 0,0 0 0,0 0 0,0 1 0,0-1 0,0 0 0,0 0 0,0 1 0,0-1 0,0 0 0,1 0 0,-1 1 0,0-1 0,0 0 0,0 0 0,0 1 0,0-1 0,0 0 0,1 0 0,-1 0 0,0 1 0,0-1 0,0 0 0,1 0 0,-1 0 0,0 0 0,0 1 0,0-1 0,1 0 0,-1 0 0,0 0 0,0 0 0,1 0 0,-1 0 0,11 8 0,20 12 0,0-1 0,64 26 0,-80-38 0,1-2 0,0 0 0,0-2 0,0 1 0,1-2 0,-1 0 0,1-1 0,27-1 0,-41-1 0,-1 1 0,0 0 0,0 0 0,1-1 0,-1 1 0,0-1 0,0 0 0,1 0 0,-1 0 0,0 0 0,0 0 0,0 0 0,0 0 0,0-1 0,-1 1 0,1-1 0,0 1 0,-1-1 0,1 0 0,1-2 0,-2 1 0,0 1 0,1-1 0,-2 0 0,1 0 0,0 0 0,-1 0 0,1 0 0,-1 0 0,0 0 0,0 0 0,0 0 0,0 0 0,0 0 0,-1 0 0,-1-3 0,0-3 0,-1 1 0,0-1 0,0 1 0,-1 0 0,0 1 0,0-1 0,-1 1 0,0-1 0,0 1 0,-1 1 0,-11-12 0,17 18 0,0 0 0,-1-1 0,1 1 0,0 0 0,-1-1 0,1 1 0,0 0 0,-1-1 0,1 1 0,-1 0 0,1 0 0,0-1 0,-1 1 0,1 0 0,-1 0 0,1 0 0,-1 0 0,1 0 0,0 0 0,-1 0 0,1 0 0,-1 0 0,-1 7 0,7 14 0,4-4 0,0 0 0,1 0 0,21 25 0,43 42 0,-4-6 0,-47-50 0,-6-9 0,-1 0 0,-2 1 0,0 1 0,-1 0 0,11 24 0,-23-43 0,0 0 0,-1 0 0,1 0 0,0 0 0,-1 0 0,0 0 0,1 0 0,-1 0 0,0 0 0,0 0 0,0 0 0,0 0 0,0 0 0,-1 0 0,1 0 0,0 0 0,-2 3 0,1-3 0,0 0 0,-1-1 0,1 1 0,0-1 0,-1 1 0,1-1 0,-1 0 0,1 0 0,-1 1 0,0-1 0,1 0 0,-1-1 0,0 1 0,0 0 0,0 0 0,1-1 0,-1 1 0,-3 0 0,-5 0 0,1 0 0,0 0 0,0-1 0,0 0 0,-1-1 0,1 0 0,0 0 0,0-1 0,-10-3 0,-4-2 0,1-2 0,-29-14 0,45 20-104,0-1 0,1 0 0,-1 0 0,1-1 0,0 0-1,1 0 1,-1 0 0,-6-9 0,9 11-324,-6-6-6398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0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69 24575,'10'11'0,"1"-1"0,0 0 0,0 0 0,1-2 0,1 1 0,-1-2 0,1 0 0,1 0 0,-1-1 0,1-1 0,15 5 0,-26-10 0,-1 1 0,1 0 0,0-1 0,-1 0 0,1 0 0,0 1 0,-1-2 0,1 1 0,0 0 0,-1 0 0,1-1 0,0 0 0,-1 1 0,1-1 0,-1 0 0,1 0 0,-1 0 0,1-1 0,-1 1 0,4-4 0,-4 3 0,0 0 0,0 0 0,-1-1 0,1 1 0,-1-1 0,1 1 0,-1-1 0,0 0 0,0 1 0,0-1 0,-1 0 0,1 0 0,0 0 0,-1 0 0,0 0 0,0 0 0,0 0 0,0 1 0,-1-4 0,0-4 0,-1 0 0,-1 0 0,-5-16 0,4 15 0,13 16 0,8 9 0,-11-9 0,3 2 0,1-1 0,0 1 0,0-2 0,0 1 0,1-1 0,0-1 0,0 0 0,0 0 0,1-1 0,-1-1 0,1 0 0,0-1 0,-1 0 0,1 0 0,15-2 0,-25 1 0,0 0 0,0 0 0,0-1 0,-1 1 0,1-1 0,0 1 0,0-1 0,-1 1 0,1-1 0,0 0 0,-1 0 0,1 0 0,-1 0 0,1 0 0,-1 0 0,0 0 0,1 0 0,-1-1 0,0 1 0,0-1 0,0 1 0,0-1 0,1-1 0,0-2 0,0 0 0,-1 0 0,0 0 0,0 0 0,-1 0 0,1-8 0,-1 7 0,1 0 0,0-1 0,2-9 0,-3 15 0,0 0 0,1 1 0,-1-1 0,0 0 0,1 0 0,-1 1 0,1-1 0,-1 0 0,1 1 0,-1-1 0,1 1 0,-1-1 0,1 1 0,-1-1 0,1 1 0,0-1 0,-1 1 0,1-1 0,0 1 0,-1 0 0,1-1 0,0 1 0,0 0 0,0-1 0,1 1 0,0 0 0,0 0 0,0 0 0,0 0 0,0 1 0,0-1 0,0 0 0,0 1 0,3 1 0,4 1 0,0 1 0,-1 1 0,9 6 0,-15-10 0,5 3-88,38 27 307,-41-27-406,0 0 0,0 0 0,0 0 0,-1 0 0,1 0 0,-1 1 0,5 7 0,-4-2-6639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0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 24575,'7'0'0,"-1"1"0,0-1 0,1 1 0,-1 1 0,0-1 0,0 1 0,0 0 0,0 1 0,8 3 0,2 4 0,27 21 0,-34-24 0,0 0 0,1 0 0,-1-1 0,1 0 0,0-1 0,0 0 0,1 0 0,19 4 0,-28-8 0,-1-1 0,1 1 0,-1-1 0,1 0 0,-1 0 0,1 0 0,-1 0 0,1 0 0,-1 0 0,1 0 0,-1-1 0,1 1 0,-1 0 0,1-1 0,-1 1 0,0-1 0,1 0 0,-1 1 0,0-1 0,1 0 0,-1 0 0,0 0 0,0 0 0,0 0 0,0 0 0,2-2 0,-2 1 0,0-1 0,0 0 0,0 1 0,0-1 0,0 0 0,0 0 0,-1 0 0,1 0 0,-1 0 0,0 1 0,0-1 0,0 0 0,-1-4 0,-14-64 0,15 71 0,0 0 0,0 0 0,0 0 0,0-1 0,0 1 0,0 0 0,0 0 0,0 0 0,0 0 0,0-1 0,0 1 0,0 0 0,0 0 0,0 0 0,0 0 0,0-1 0,0 1 0,0 0 0,0 0 0,0 0 0,0 0 0,1-1 0,-1 1 0,0 0 0,0 0 0,0 0 0,0 0 0,0 0 0,0 0 0,1 0 0,-1-1 0,0 1 0,0 0 0,0 0 0,0 0 0,0 0 0,1 0 0,-1 0 0,8 3 0,8 10 0,-15-12 0,62 52 0,-53-46 0,1 0 0,-1 0 0,1-1 0,19 7 0,-29-12 0,0-1 0,1 1 0,-1-1 0,0 1 0,0-1 0,1 0 0,-1 0 0,1 1 0,-1-1 0,0 0 0,1 0 0,-1 0 0,0-1 0,1 1 0,-1 0 0,0 0 0,1-1 0,-1 1 0,0-1 0,1 1 0,-1-1 0,2-1 0,-2 1 0,0-1 0,1 1 0,-1-1 0,0 1 0,0-1 0,0 0 0,-1 1 0,1-1 0,0 0 0,-1 0 0,1 0 0,-1 0 0,0 1 0,1-1 0,-1 0 0,0-2 0,0-9 0,0 9 0,0 0 0,0 0 0,1 0 0,-1-1 0,2-6 0,-1 10 0,-1 0 0,1 1 0,-1-1 0,0 0 0,1 0 0,0 0 0,-1 0 0,1 1 0,-1-1 0,1 0 0,0 0 0,0 1 0,-1-1 0,1 1 0,0-1 0,0 1 0,0-1 0,0 1 0,-1-1 0,1 1 0,0 0 0,0-1 0,0 1 0,0 0 0,0 0 0,0 0 0,0 0 0,0 0 0,2 0 0,4 0 0,-1 1 0,1 0 0,0 1 0,-1 0 0,1 0 0,-1 0 0,9 5 0,44 26 0,-32-17 0,4-1-1365,-18-11-5461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1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1 193 24575,'21'-12'0,"0"-1"0,20-17 0,-34 25 0,0-1 0,-1 0 0,0 0 0,0 0 0,-1-1 0,0 0 0,0 0 0,-1-1 0,6-11 0,-9 17 0,0 0 0,-1 0 0,1-1 0,-1 1 0,1 0 0,-1 0 0,0 0 0,0 0 0,0 0 0,0 0 0,0 0 0,-1-1 0,1 1 0,0 0 0,-1 0 0,0 0 0,0 0 0,1 0 0,-1 0 0,0 1 0,0-1 0,-2-2 0,2 3 0,0 0 0,0 0 0,0 0 0,0 0 0,0 0 0,-1 1 0,1-1 0,0 0 0,0 1 0,-1-1 0,1 1 0,0-1 0,-1 1 0,1-1 0,-1 1 0,1 0 0,0 0 0,-1 0 0,1 0 0,-1 0 0,1 0 0,-1 0 0,1 0 0,0 1 0,-1-1 0,1 0 0,-1 1 0,1-1 0,0 1 0,-1 0 0,1-1 0,-2 3 0,-3 1 0,1 0 0,0 0 0,0 1 0,0 0 0,0 0 0,1 0 0,0 1 0,0-1 0,-3 8 0,2-5 0,0 1 0,1 1 0,1-1 0,-1 0 0,-2 17 0,5-24 0,1 1 0,0 0 0,0-1 0,0 1 0,0 0 0,0-1 0,0 1 0,1-1 0,-1 1 0,1 0 0,0-1 0,-1 1 0,1-1 0,1 1 0,-1-1 0,0 0 0,3 4 0,-1-3 0,0 1 0,0-1 0,1 0 0,-1 0 0,1 0 0,0-1 0,0 1 0,0-1 0,6 3 0,2 0 0,1-1 0,0 0 0,1-1 0,-1 0 0,27 1 0,83 10-1365,-111-13-5461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1.8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24575,'76'171'0,"116"193"0,-145-284 0,-47-79 3,0-1 1,1 0-1,-1 1 0,0-1 0,0 0 0,0 1 0,0-1 0,0 0 1,1 1-1,-1-1 0,0 0 0,0 1 0,0-1 0,1 0 0,-1 0 1,0 1-1,0-1 0,1 0 0,-1 0 0,0 0 0,1 1 0,-1-1 1,0 0-1,1 0 0,-1 0 0,0 0 0,1 0 0,-1 0 0,0 1 1,1-1-1,-1 0 0,0 0 0,1 0 0,0 0 0,2-13-1478,-3 2-5351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2.0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31 24575,'-25'-5'0,"-14"-2"0,-2 1 0,3 1 0,6 1 0,3 2 0,4 1 0,3 0 0,4 1 0,2 0 0,4 3 0,1 1 0,0-1 0,2 2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2.4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91 252 24575,'13'12'0,"-10"-7"0,-10-12 0,-7-7 0,1-1 0,1 0 0,-19-33 0,26 40 0,1 1 0,1-1 0,-1 0 0,1-1 0,1 1 0,-1-1 0,1 1 0,1-1 0,0 1 0,0-1 0,1-11 0,0 18 0,0-1 0,0 0 0,1 1 0,-1-1 0,1 1 0,0-1 0,0 1 0,0-1 0,0 1 0,0 0 0,0-1 0,1 1 0,-1 0 0,1 0 0,0 0 0,-1 0 0,1 0 0,0 0 0,0 1 0,0-1 0,0 1 0,1-1 0,-1 1 0,0 0 0,1-1 0,-1 1 0,1 1 0,-1-1 0,1 0 0,-1 1 0,1-1 0,-1 1 0,1 0 0,3-1 0,3 1 0,1 1 0,-1-1 0,0 2 0,0-1 0,0 1 0,0 0 0,-1 1 0,15 6 0,-15-5-195,0 0 0,0 0 0,0 0 0,-1 1 0,0 0 0,12 11 0,-10-5-6631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40 24575,'6'18'0,"2"0"0,0 0 0,1-1 0,16 25 0,-19-33 0,1 0 0,0-1 0,1 0 0,-1 0 0,2 0 0,-1-1 0,1 0 0,0-1 0,13 8 0,-18-12 0,1 0 0,-1 0 0,1-1 0,-1 1 0,1-1 0,0 0 0,-1 0 0,1-1 0,0 0 0,0 1 0,0-2 0,-1 1 0,6-1 0,-6 0 0,-1 0 0,0 0 0,-1 0 0,1 0 0,0 0 0,0-1 0,0 0 0,-1 1 0,1-1 0,-1 0 0,1 0 0,-1 0 0,0-1 0,0 1 0,0 0 0,0-1 0,0 1 0,0-1 0,-1 0 0,3-4 0,2-11 0,0 0 0,-1 0 0,3-24 0,-4 23 0,0-1 0,12-31 0,-16 50 0,0 0 0,1 0 0,-1 0 0,0 1 0,1-1 0,-1 0 0,1 0 0,-1 0 0,1 0 0,-1 1 0,1-1 0,0 0 0,-1 1 0,1-1 0,0 0 0,0 1 0,-1-1 0,1 1 0,0-1 0,0 1 0,0 0 0,0-1 0,-1 1 0,1 0 0,0-1 0,2 1 0,-2 0 0,1 1 0,0-1 0,-1 0 0,1 1 0,-1-1 0,1 1 0,-1 0 0,1 0 0,-1-1 0,1 1 0,-1 0 0,0 0 0,0 0 0,2 2 0,3 4 0,1 0 0,-1 0 0,-1 1 0,7 10 0,2 10 0,-1 0 0,-1 0 0,-1 2 0,13 57 0,-13-27 0,6 93 0,-17-144 0,3 75 0,-3-72 0,-1-1 0,0 1 0,-1-1 0,0 0 0,-5 13 0,6-21 0,0-1 0,0 1 0,0 0 0,0-1 0,-1 1 0,1-1 0,-1 1 0,1-1 0,-1 0 0,0 0 0,0 0 0,0 0 0,-1 0 0,1 0 0,0 0 0,-1-1 0,1 1 0,-1-1 0,1 0 0,-1 0 0,0 0 0,1 0 0,-1 0 0,0 0 0,0-1 0,0 1 0,0-1 0,1 0 0,-1 0 0,0 0 0,0 0 0,-6-2 0,3 1 0,-1-1 0,0 0 0,1 0 0,-1-1 0,1 0 0,0 0 0,0 0 0,0-1 0,0 0 0,1 0 0,-1-1 0,-7-8 0,5 5 0,2-1 0,-1-1 0,1 1 0,1-1 0,-1 0 0,2 0 0,0-1 0,0 1 0,-3-15 0,5 17 0,0-1 0,1 1 0,0 0 0,1-1 0,0 1 0,0-1 0,1 1 0,0-1 0,0 1 0,1 0 0,0-1 0,0 1 0,5-8 0,-5 12-65,1 0 0,-1 0 0,1 0 0,1 0 0,-1 1 0,0-1 0,1 1 0,0 0 0,0 0 0,0 0 0,0 0 0,0 1 0,0-1 0,1 1 0,-1 0 0,1 1 0,0-1 0,-1 1 0,1 0 0,6-1 0,4 0-6761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4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331 75 24575,'-34'-16'0,"-2"1"0,0 1 0,-59-13 0,91 26 0,0 0 0,1 1 0,-1 0 0,1 0 0,-1 0 0,0 0 0,-6 1 0,9-1 0,0 1 0,0-1 0,0 1 0,0-1 0,0 1 0,0-1 0,0 1 0,0-1 0,1 1 0,-1 0 0,0-1 0,0 1 0,1 0 0,-1 0 0,0-1 0,1 1 0,-1 0 0,1 0 0,-1 0 0,1 0 0,-1 0 0,1 0 0,0 0 0,-1 0 0,1 0 0,0 0 0,0 0 0,0 0 0,0 0 0,0 0 0,0 2 0,0 1 0,1 1 0,-1-1 0,1 1 0,0-1 0,1 1 0,-1-1 0,1 0 0,0 0 0,0 0 0,0 0 0,0 0 0,1 0 0,-1 0 0,1-1 0,0 1 0,0-1 0,1 0 0,4 4 0,7 4 0,0 0 0,1-1 0,20 9 0,-14-8 0,28 12 0,-33-16 0,-1 0 0,20 13 0,-34-19 0,-1 0 0,0 0 0,0 0 0,1 0 0,-1 0 0,0 0 0,0 0 0,0 0 0,0 0 0,0 0 0,0 0 0,0 1 0,-1-1 0,1 0 0,0 1 0,-1-1 0,1 1 0,-1-1 0,1 0 0,-1 3 0,0-2 0,0-1 0,0 1 0,-1-1 0,1 1 0,0-1 0,-1 1 0,0-1 0,1 0 0,-1 1 0,0-1 0,0 0 0,1 1 0,-1-1 0,0 0 0,0 0 0,-3 2 0,-1 2 0,-2-1 0,1 0 0,0 0 0,-1 0 0,0-1 0,-14 5 0,-4-1 0,-1-2 0,0 0 0,-30 0 0,17-2 0,25-1-119,5 0-36,-1-1-1,1 0 0,-1-1 0,0 0 0,1-1 1,-1 0-1,-15-3 0,15 0-6670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5.6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48 24575,'-1'1'0,"1"-1"0,-1 0 0,0 1 0,0-1 0,0 1 0,0-1 0,1 1 0,-1-1 0,0 1 0,0 0 0,1-1 0,-1 1 0,1 0 0,-1-1 0,0 1 0,1 0 0,-1 0 0,1 0 0,0 0 0,-1-1 0,1 1 0,-1 2 0,1-2 0,1 0 0,-1-1 0,0 1 0,0 0 0,1 0 0,-1 0 0,0 0 0,1 0 0,-1 0 0,1-1 0,-1 1 0,1 0 0,-1 0 0,1-1 0,0 1 0,-1 0 0,1-1 0,1 1 0,2 3 0,1-1 0,-1 0 0,1-1 0,0 1 0,0-1 0,8 2 0,-2-1 0,1-1 0,0 0 0,0 0 0,0-1 0,0-1 0,-1 0 0,1-1 0,18-3 0,-24 3 0,-1 0 0,1-1 0,0 1 0,-1-1 0,1-1 0,-1 1 0,1-1 0,-1 0 0,0 0 0,0 0 0,0-1 0,-1 0 0,1 0 0,-1 0 0,0 0 0,0-1 0,-1 1 0,7-10 0,-4-6 0,-5 19 0,-1 1 0,0-1 0,0 0 0,0 1 0,0-1 0,0 0 0,1 0 0,-1 1 0,0-1 0,-1 0 0,1 1 0,0-1 0,0 0 0,0 0 0,0 1 0,-1-1 0,1 0 0,0 1 0,0-1 0,-1 0 0,1 1 0,-1-1 0,1 0 0,-1 0 0,0 1 0,0 0 0,1 0 0,-1 0 0,0 0 0,1 0 0,-1 0 0,0 0 0,1 1 0,-1-1 0,0 0 0,1 0 0,-1 1 0,1-1 0,-1 0 0,1 1 0,-1-1 0,1 0 0,-1 1 0,1-1 0,-1 1 0,1-1 0,-1 1 0,1-1 0,0 1 0,-1 0 0,1-1 0,-1 2 0,-10 17 0,7-10 0,0 1 0,1 0 0,0 1 0,0-1 0,1 1 0,1-1 0,0 1 0,0-1 0,1 1 0,0 0 0,1-1 0,0 1 0,1-1 0,0 1 0,1-1 0,4 12 0,3 3 0,1-1 0,1 0 0,1-1 0,1 0 0,22 27 0,-35-48 0,2 1 0,0 1 0,-1-1 0,0 1 0,1 0 0,1 5 0,-4-9 0,0 1 0,0 0 0,1-1 0,-1 1 0,0-1 0,0 1 0,0-1 0,0 1 0,0 0 0,0-1 0,0 1 0,0-1 0,0 1 0,-1 0 0,1-1 0,0 1 0,0-1 0,0 1 0,-1-1 0,1 1 0,0 0 0,-1-1 0,1 1 0,0-1 0,-1 0 0,1 1 0,0-1 0,-1 1 0,1-1 0,-1 0 0,1 1 0,-1-1 0,1 0 0,-1 1 0,1-1 0,-1 0 0,0 0 0,1 1 0,-1-1 0,1 0 0,-1 0 0,0 0 0,1 0 0,-1 0 0,1 0 0,-2 0 0,-6 0 0,0 0 0,0 0 0,0-1 0,0 0 0,0-1 0,-8-2 0,-7-1 0,-4 0 0,8 2 0,0 0 0,0-2 0,0 0 0,0-1 0,-28-14 0,35 12-1365,3 0-5461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6.4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41 24575,'-1'0'0,"1"0"0,-1 0 0,1 0 0,0 0 0,-1 0 0,1 0 0,-1 0 0,1 0 0,-1 0 0,1 0 0,-1 0 0,1 0 0,0 1 0,-1-1 0,1 0 0,-1 0 0,1 0 0,0 1 0,-1-1 0,1 0 0,0 0 0,-1 1 0,1-1 0,0 0 0,-1 1 0,1-1 0,-1 1 0,1-1 0,0 1 0,1-1 0,-1 1 0,0-1 0,0 1 0,0-1 0,0 1 0,0 0 0,1-1 0,-1 1 0,0-1 0,0 1 0,1-1 0,-1 0 0,0 1 0,1-1 0,0 1 0,2 2 0,0 0 0,0 0 0,1 0 0,5 3 0,-1-1 0,-3-2 0,0-1 0,0 1 0,0-1 0,1 0 0,8 2 0,-13-3 0,0-1 0,0 0 0,-1 0 0,1 0 0,0 0 0,0 0 0,0 0 0,0 0 0,0-1 0,0 1 0,0 0 0,0 0 0,0-1 0,0 1 0,-1-1 0,1 1 0,0 0 0,0-1 0,0 0 0,-1 1 0,1-1 0,0 1 0,-1-1 0,1 0 0,0 0 0,-1 1 0,1-1 0,-1 0 0,1 0 0,-1 0 0,0 1 0,1-1 0,-1 0 0,0 0 0,0 0 0,1 0 0,-1 0 0,0 0 0,0-2 0,1-18 0,-2 18 0,1 0 0,0 1 0,0-1 0,0 0 0,0 1 0,0-1 0,1 0 0,-1 1 0,1-1 0,0 1 0,0-1 0,0 0 0,0 1 0,2-5 0,-2 7 0,0-1 0,0 1 0,0-1 0,0 1 0,0-1 0,0 1 0,0 0 0,-1-1 0,1 1 0,0 0 0,0 0 0,0 0 0,0 0 0,0 0 0,0 0 0,0 0 0,0 0 0,0 0 0,0 1 0,0-1 0,0 0 0,0 1 0,0-1 0,0 0 0,0 1 0,0-1 0,-1 1 0,1-1 0,1 2 0,26 21 0,-22-18 0,2 2 0,1 0 0,1-1 0,-1 1 0,16 6 0,-21-11 0,0 0 0,0-1 0,0 1 0,0-1 0,0 0 0,0 0 0,0-1 0,0 1 0,0-1 0,0 0 0,1 0 0,-1 0 0,0-1 0,0 1 0,6-2 0,-8 1 0,0 0 0,0 0 0,0 0 0,0-1 0,0 1 0,-1 0 0,1-1 0,-1 1 0,1-1 0,-1 1 0,1-1 0,-1 0 0,0 1 0,2-4 0,10-30 0,-9 23 0,-4 12 0,1-1 0,-1 0 0,0 0 0,1 1 0,-1-1 0,0 0 0,1 1 0,-1-1 0,1 0 0,-1 1 0,1-1 0,0 0 0,-1 1 0,1-1 0,-1 1 0,1-1 0,0 1 0,-1 0 0,1-1 0,0 1 0,0 0 0,-1-1 0,1 1 0,0 0 0,0 0 0,0 0 0,-1 0 0,1 0 0,0-1 0,0 1 0,0 1 0,-1-1 0,1 0 0,0 0 0,0 0 0,0 0 0,1 1 0,4 1 0,-1 1 0,1 0 0,0-1 0,6 6 0,5 2 0,53 17-1365,-60-22-5461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7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24575,'12'37'0,"-7"-21"0,12 25 0,-15-37 0,0 1 0,0-1 0,1 0 0,0 0 0,0 0 0,0 0 0,0-1 0,1 0 0,0 1 0,4 2 0,-7-5 0,1 0 0,0 0 0,-1 0 0,1-1 0,0 1 0,0 0 0,-1-1 0,1 0 0,0 1 0,0-1 0,0 0 0,0 0 0,0 0 0,0 0 0,-1 0 0,1 0 0,0-1 0,0 1 0,0 0 0,0-1 0,-1 0 0,1 1 0,3-3 0,-3 2 0,0-1 0,0 1 0,0-1 0,0 1 0,0-1 0,0 0 0,0 0 0,0 0 0,-1 0 0,1 0 0,-1 0 0,0-1 0,0 1 0,1 0 0,-2-1 0,3-4 0,-1-3 0,-2 6 0,1 0 0,0 0 0,0 0 0,0 0 0,1 0 0,2-4 0,-4 8 0,0 0 0,0 0 0,0 0 0,1-1 0,-1 1 0,0 0 0,0 0 0,0 0 0,0 0 0,1 0 0,-1 0 0,0 0 0,0 0 0,0 0 0,1 0 0,-1 0 0,0 0 0,0 0 0,0 0 0,0 0 0,1 0 0,-1 0 0,0 0 0,0 0 0,0 0 0,0 1 0,1-1 0,-1 0 0,0 0 0,0 0 0,0 0 0,0 0 0,1 0 0,-1 1 0,0-1 0,0 0 0,0 0 0,0 0 0,8 9 0,-5-6 0,-2-2 0,1 1 0,0-1 0,0 0 0,0 1 0,0-1 0,0 0 0,0 0 0,0 0 0,0-1 0,0 1 0,0-1 0,0 1 0,1-1 0,-1 1 0,0-1 0,0 0 0,5-1 0,0 0 0,0 0 0,0-1 0,-1 0 0,10-5 0,-12 5 0,1 0 0,-1 0 0,1 1 0,0-1 0,-1 1 0,1 0 0,0 0 0,0 1 0,0-1 0,-1 1 0,8 1 0,95 26 0,-96-24-1365,-2 1-5461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7.8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0 296 24575,'14'-6'0,"19"-9"0,41-25 0,-65 35 0,-1 0 0,0-1 0,-1 0 0,1-1 0,-1 0 0,-1 0 0,1 0 0,-1-1 0,10-17 0,-14 21 0,-1 0 0,1 0 0,-1-1 0,0 1 0,0-1 0,0 1 0,-1-1 0,0 1 0,0-1 0,0 1 0,0-1 0,-1 1 0,1-1 0,-1 1 0,-1-1 0,1 1 0,0 0 0,-1-1 0,0 1 0,-3-4 0,3 4 0,0 0 0,0 0 0,-1 1 0,1-1 0,-1 1 0,0 0 0,0 0 0,-1 0 0,1 0 0,0 0 0,-1 1 0,0-1 0,0 1 0,0 0 0,0 0 0,0 1 0,0-1 0,0 1 0,0 0 0,-8-1 0,10 2 0,0 0 0,0 0 0,0 0 0,0 1 0,-1-1 0,1 1 0,0 0 0,0-1 0,0 1 0,0 0 0,0 0 0,1 0 0,-1 1 0,0-1 0,0 0 0,1 1 0,-1-1 0,0 1 0,1 0 0,0-1 0,-1 1 0,1 0 0,0 0 0,0 0 0,0 0 0,-1 3 0,-3 6 0,1 0 0,1 0 0,-4 18 0,7-26 0,-3 7 0,1 1 0,1-1 0,0 1 0,1-1 0,0 1 0,2 16 0,-1-21 0,1 1 0,0-1 0,0 0 0,0 1 0,1-1 0,-1-1 0,2 1 0,-1 0 0,1-1 0,-1 1 0,9 7 0,-5-5 14,0-1-1,0-1 0,1 0 0,0 0 1,1 0-1,-1-1 0,1 0 1,10 4-1,-14-7-87,-1 0-1,1-1 1,-1 0 0,1 0 0,-1 0-1,1 0 1,0-1 0,-1 0 0,1 0-1,0 0 1,-1 0 0,1-1 0,0 0-1,-1 0 1,1 0 0,-1 0 0,1-1-1,-1 0 1,5-2 0,5-5-6752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50 24575,'0'-1'0,"2"-26"0,-2 26 0,0 0 0,0 0 0,1-1 0,-1 1 0,0 0 0,1 0 0,-1 0 0,1-1 0,-1 1 0,1 0 0,-1 0 0,1 0 0,0 0 0,0 0 0,-1 0 0,3-1 0,-2 1 0,-1 1 0,1 0 0,-1 0 0,1 0 0,-1 0 0,1 0 0,-1 0 0,1 0 0,-1 0 0,1 0 0,-1 0 0,1 0 0,0 0 0,-1 1 0,1-1 0,-1 0 0,1 0 0,-1 1 0,0-1 0,1 0 0,-1 0 0,1 1 0,-1-1 0,1 1 0,-1-1 0,0 0 0,1 1 0,-1-1 0,0 1 0,1-1 0,-1 1 0,0-1 0,1 1 0,9 19 0,-10-19 0,22 59 0,-3 0 0,16 92 0,-24-102 0,-3-9 0,-2-8 0,20 62 0,-22-86 0,-1-1 0,1 0 0,0 1 0,0-2 0,1 1 0,1 0 0,-1-1 0,1 0 0,0 0 0,0-1 0,1 0 0,8 6 0,-11-9-80,1 0 0,0-1-1,0 0 1,0 0 0,1 0-1,-1 0 1,0-1 0,1 0-1,-1 0 1,1 0 0,-1-1 0,1 0-1,-1 0 1,1 0 0,-1-1-1,8-1 1,-3-2-6746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1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340 1 24575,'-30'0'0,"-15"0"0,-3 0 0,5 0 0,5 0 0,6 2 0,5 2 0,6-1 0,6 2 0,3 0 0,1 2 0,3 2 0,2 2 0,2-1-8191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46 159 24575,'4'7'0,"0"1"0,0 0 0,0 0 0,-2 0 0,1 1 0,-1-1 0,0 1 0,0-1 0,0 10 0,-2-17 0,0 0 0,0 0 0,0 0 0,0 0 0,0 0 0,0-1 0,0 1 0,-1 0 0,1 0 0,0 0 0,0 0 0,-1 0 0,1-1 0,0 1 0,-1 0 0,1 0 0,-1-1 0,0 2 0,0-2 0,1 1 0,-1-1 0,1 0 0,0 0 0,-1 0 0,1 0 0,-1 0 0,1 0 0,-1 0 0,1 0 0,0 0 0,-1 0 0,1-1 0,-1 1 0,1 0 0,0 0 0,-1 0 0,1 0 0,-1-1 0,1 1 0,0 0 0,-1 0 0,1-1 0,0 1 0,-1-1 0,-2-1 0,0-1 0,1 0 0,-1 0 0,1 0 0,0-1 0,-3-4 0,-2-7 0,1 0 0,0-1 0,1 1 0,1-1 0,1 0 0,0 0 0,1 0 0,0-28 0,1 38 0,2 0 0,-1 0 0,1 0 0,-1-1 0,5-10 0,-5 16 0,0 0 0,1 0 0,0-1 0,-1 1 0,1 0 0,0 0 0,0 0 0,-1 0 0,1 0 0,0 0 0,0 0 0,0 0 0,0 0 0,0 1 0,0-1 0,1 0 0,-1 1 0,0-1 0,0 0 0,0 1 0,1 0 0,-1-1 0,0 1 0,1 0 0,-1-1 0,0 1 0,1 0 0,-1 0 0,0 0 0,1 0 0,-1 0 0,0 1 0,2-1 0,4 2-114,0 1 1,0-1-1,-1 1 0,0 0 0,1 1 1,-1 0-1,-1 0 0,1 0 0,0 0 1,-1 1-1,6 6 0,-4-2-6712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7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0 24575,'-3'13'0,"0"6"0,2 0 0,2 0 0,3-4 0,1-2 0,2-3 0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19.9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24575,'7'0'0,"6"5"0,2 4 0,-1 3 0,0 2 0,-3 2 0,-3-3-8191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20.2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130 0 24575,'-17'10'0,"1"0"0,0 1 0,-20 17 0,32-25 0,1 0 0,-1 1 0,0 0 0,1 0 0,0 0 0,0 0 0,0 0 0,1 0 0,-1 1 0,1 0 0,0-1 0,0 1 0,1 0 0,-1 0 0,1 0 0,0 0 0,0 9 0,1-11 0,0 0 0,1 0 0,-1 0 0,1 0 0,0 0 0,0 0 0,0 0 0,0 0 0,0-1 0,1 1 0,-1 0 0,1-1 0,3 4 0,-2-2 0,2 0 0,-1 0 0,0 0 0,1-1 0,0 1 0,7 3 0,5 1 0,1-1 0,0 0 0,21 4 0,-25-7 30,0 0 0,1-2 0,25 2 0,-35-3-129,1-1 0,-1-1 0,0 1 0,0-1 0,0 0 0,0 0 0,0 0 0,-1-1 0,1 0 0,0 1 0,0-2 0,-1 1 0,0-1 0,7-4 0,-3 0-6727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3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 24575,'0'-1'0,"1"-13"0,1 12 0,1 8 0,18 67 0,-15-50 0,1 1 0,1-2 0,18 39 0,-13-36-111,17 28 349,-26-48-425,-1 0 1,1 0-1,1 0 1,-1 0-1,0-1 1,1 1-1,6 3 1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3.9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62 24575,'30'-10'0,"15"-4"0,8 2 0,-1 1 0,-1 4 0,-5 3 0,-5 1 0,-4 2 0,-6 1 0,-6 1 0,-4-1 0,-4 1 0,-7-1 0,-8 1 0,-6-1 0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4.2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24575,'22'-5'0,"11"-1"0,1-1 0,-2 2 0,-4 2 0,-4 0 0,-4 2 0,-3 1 0,-1 0 0,-4 0-8191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4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29 24575,'-6'-4'0,"-1"0"0,0 0 0,0 1 0,0 0 0,-1 1 0,1-1 0,-14-1 0,19 3 0,0 1 0,0 0 0,-1 0 0,1 0 0,0 0 0,0 0 0,0 1 0,-1-1 0,1 1 0,0-1 0,0 1 0,0 0 0,-3 1 0,3-1 0,1 0 0,0 1 0,0-1 0,-1 0 0,1 0 0,0 1 0,0-1 0,0 1 0,0-1 0,0 1 0,1-1 0,-1 1 0,0-1 0,1 1 0,-1 0 0,1-1 0,0 1 0,-1 0 0,1 3 0,0-3 0,0 1 0,0-1 0,0 1 0,0 0 0,0-1 0,1 1 0,0-1 0,-1 1 0,1-1 0,0 0 0,0 1 0,0-1 0,0 0 0,1 1 0,-1-1 0,0 0 0,1 0 0,0 0 0,-1 0 0,1 0 0,0-1 0,0 1 0,0 0 0,0-1 0,1 0 0,-1 1 0,0-1 0,5 2 0,6 1 0,0 0 0,0 0 0,0-1 0,18 1 0,-10 0 0,2 0 0,0-2 0,0 0 0,-1-1 0,27-3 0,-48 2 0,-1 1 0,1-1 0,0 0 0,-1 0 0,1 0 0,0-1 0,0 1 0,-1 0 0,1 0 0,0 0 0,-1 0 0,1-1 0,0 1 0,-1 0 0,1-1 0,0 1 0,-1 0 0,1-1 0,-1 1 0,1-1 0,-1 1 0,1-1 0,-1 1 0,1-1 0,-1 0 0,1 1 0,-1-1 0,0 1 0,1-2 0,-1 1 0,0 0 0,0 0 0,-1-1 0,1 1 0,0 0 0,-1 0 0,1 0 0,-1 0 0,1 0 0,-1 0 0,1 0 0,-1 0 0,0 0 0,0 0 0,-1-1 0,-4-5 0,-1 1 0,0 0 0,-11-7 0,0 1 0,-1 1 0,-1 1 0,0 1 0,0 0 0,-34-8 0,51 16-195,0 0 0,0 1 0,0 0 0,0-1 0,0 1 0,-5 1 0,-2 1-6631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5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61 255 24575,'0'1'0,"-1"-1"0,1 0 0,-1 0 0,1 1 0,0-1 0,-1 0 0,1 0 0,-1 0 0,1 0 0,-1 0 0,1 1 0,0-1 0,-1 0 0,1 0 0,-1 0 0,1 0 0,-1 0 0,1 0 0,-1 0 0,1 0 0,0-1 0,-1 1 0,1 0 0,-1 0 0,1 0 0,-1 0 0,1-1 0,0 1 0,-1 0 0,1 0 0,0-1 0,-1 1 0,1 0 0,0-1 0,-1 1 0,1 0 0,0-1 0,-1 1 0,1 0 0,0-1 0,0 1 0,0-1 0,-1 1 0,1 0 0,0-1 0,0 0 0,-9-21 0,9 22 0,-27-96 0,24 82 0,1-1 0,0 0 0,2 0 0,0-24 0,0 37 0,1 1 0,-1-1 0,0 1 0,1-1 0,-1 1 0,1 0 0,-1-1 0,1 1 0,-1-1 0,1 1 0,0 0 0,0 0 0,0-1 0,0 1 0,0 0 0,0 0 0,0 0 0,0 0 0,0 0 0,1 0 0,-1 1 0,0-1 0,1 0 0,-1 0 0,0 1 0,1-1 0,-1 1 0,1 0 0,-1-1 0,1 1 0,-1 0 0,1 0 0,-1 0 0,1 0 0,-1 0 0,3 0 0,1 0 0,-1 1 0,1 0 0,0 0 0,-1 0 0,1 0 0,-1 1 0,1-1 0,-1 1 0,0 0 0,7 5 0,-5-2-227,-1-1-1,0 1 1,0 0-1,0 1 1,7 10-1,-4-3-6598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6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124 102 24575,'-7'-6'0,"-3"-5"0,-22-16 0,30 25 0,-1 0 0,0 0 0,1 0 0,-1 1 0,0-1 0,0 1 0,0 0 0,0 0 0,0 0 0,0 0 0,0 0 0,0 1 0,-1 0 0,-3-1 0,6 1 0,0 1 0,0-1 0,0 0 0,0 0 0,0 1 0,0-1 0,0 0 0,0 1 0,0-1 0,0 1 0,0 0 0,0-1 0,0 1 0,1 0 0,-1-1 0,0 1 0,0 0 0,1 0 0,-1-1 0,0 2 0,0 1 0,0-1 0,0 0 0,0 1 0,0-1 0,0 1 0,1-1 0,-1 1 0,1 2 0,0 2 0,-1-1 0,2 1 0,-1-1 0,1 1 0,3 11 0,-3-14 0,1 1 0,1-1 0,-1 0 0,0 0 0,1 0 0,0 0 0,0 0 0,0-1 0,0 1 0,1-1 0,-1 0 0,1 0 0,0 0 0,0 0 0,0-1 0,0 1 0,7 1 0,8 4 0,0-1 0,35 8 0,-37-11 0,-3 0 0,0-1 0,1-1 0,0-1 0,-1 0 0,1 0 0,0-2 0,16-2 0,-25 3 0,-1-1 0,1 0 0,-1-1 0,1 1 0,-1-1 0,0 0 0,0-1 0,0 1 0,0-1 0,0 0 0,0 0 0,-1 0 0,1-1 0,-1 0 0,0 0 0,0 0 0,-1 0 0,1 0 0,-1-1 0,0 0 0,4-7 0,-4 4 0,0 0 0,0 0 0,0 0 0,-1-1 0,-1 1 0,2-18 0,-3 22 0,0-1 0,0 1 0,-1-1 0,0 0 0,1 1 0,-2-1 0,1 1 0,0 0 0,-1-1 0,0 1 0,0 0 0,0 0 0,-1 0 0,-4-6 0,7 9 0,-1 0 0,0 0 0,0 0 0,1 0 0,-1 0 0,0 0 0,0 0 0,0 0 0,0 0 0,0 1 0,0-1 0,-1 0 0,1 1 0,0-1 0,0 1 0,0-1 0,0 1 0,-1-1 0,1 1 0,0 0 0,-1 0 0,1 0 0,0 0 0,0 0 0,-1 0 0,1 0 0,0 0 0,-1 0 0,1 1 0,0-1 0,0 0 0,0 1 0,-1-1 0,1 1 0,0-1 0,0 1 0,0 0 0,0-1 0,0 1 0,0 0 0,0 0 0,0 0 0,0 0 0,0 0 0,0 1 0,-3 2 0,1 1 0,0-1 0,0 1 0,1 0 0,-1 0 0,1 0 0,0 0 0,0 1 0,-1 6 0,2-4 0,-1 0 0,2 0 0,-1-1 0,1 1 0,1 11 0,-1-17 0,1 1 0,-1-1 0,1 0 0,0 1 0,-1-1 0,1 0 0,0 0 0,0 1 0,1-1 0,-1 0 0,0 0 0,1 0 0,-1 0 0,1-1 0,0 1 0,0 0 0,-1-1 0,1 1 0,0-1 0,0 1 0,3 0 0,4 2 0,0 0 0,0-1 0,1 0 0,0-1 0,-1 0 0,20 1 0,63-3 0,-46-2 0,-41 2-100,2 0-216,1 0 0,0 0-1,9 3 1,-5 0-6510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7.0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208 432 24575,'-32'-6'0,"-39"-7"0,60 12 0,1 1 0,-1-1 0,1 2 0,-18 1 0,26-1 0,1-1 0,-1 0 0,0 1 0,0-1 0,0 1 0,0 0 0,1-1 0,-1 1 0,0 0 0,1 0 0,-1 0 0,1 0 0,-1 1 0,1-1 0,-1 0 0,1 1 0,0-1 0,-2 3 0,3-3 0,-1 0 0,1 0 0,0 0 0,-1 1 0,1-1 0,0 0 0,0 1 0,0-1 0,0 0 0,0 0 0,0 1 0,0-1 0,1 0 0,-1 0 0,0 1 0,1-1 0,-1 0 0,1 0 0,-1 0 0,1 1 0,-1-1 0,1 0 0,0 0 0,0 0 0,-1 0 0,1 0 0,2 1 0,4 5 0,0-1 0,1 1 0,0-1 0,0-1 0,0 0 0,12 6 0,5 0 0,27 9 0,-28-12 0,0-1 0,1-1 0,-1-2 0,1 0 0,33 0 0,-54-3 0,0-1 0,0-1 0,-1 1 0,1-1 0,0 0 0,0 1 0,0-2 0,0 1 0,-1 0 0,1-1 0,4-2 0,-7 3 0,1 0 0,-1 0 0,0 0 0,0-1 0,1 1 0,-1-1 0,0 1 0,0-1 0,0 1 0,0-1 0,0 1 0,-1-1 0,1 0 0,0 0 0,-1 1 0,1-1 0,-1 0 0,0 0 0,0 0 0,0 1 0,1-1 0,-2 0 0,1 0 0,0 0 0,0 0 0,-1-1 0,-1-8 0,-1 0 0,-1 0 0,1 0 0,-2 0 0,-8-15 0,-35-50 0,28 46 0,-153-219 0,168 241 0,-9-12 0,-24-31 0,37 50 0,1 1 0,0-1 0,0 1 0,-1 0 0,1-1 0,0 1 0,-1-1 0,1 1 0,-1 0 0,1-1 0,0 1 0,-1 0 0,1 0 0,-1-1 0,1 1 0,-1 0 0,1 0 0,-1 0 0,1-1 0,-1 1 0,1 0 0,-1 0 0,0 9 0,9 17 0,21 42 0,3-2 0,74 113 0,28-1 0,-118-160-1365,-2-4-5461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1:59.8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24575,'3'-1'0,"23"-6"0,44-8 0,-62 14 0,1 0 0,0 1 0,0 0 0,0 1 0,0-1 0,-1 2 0,1-1 0,0 1 0,8 4 0,-12-5 0,0 1 0,0 1 0,0-1 0,0 1 0,0 0 0,0 0 0,-1 0 0,0 0 0,5 5 0,-7-5 0,0 0 0,0 0 0,0 0 0,0 0 0,0 0 0,-1 0 0,1 1 0,-1-1 0,0 0 0,0 1 0,0-1 0,-1 1 0,1 0 0,-1 6 0,0 6 0,-1 1 0,0 0 0,-1-1 0,-1 1 0,0-1 0,-8 19 0,8-21 0,0 0 0,0 0 0,1 1 0,1-1 0,1 1 0,0 0 0,2 16 0,-2-28 0,1 0 0,0-1 0,-1 1 0,1 0 0,0-1 0,0 1 0,1-1 0,-1 1 0,0-1 0,1 0 0,0 1 0,-1-1 0,1 0 0,0 0 0,0 0 0,0 0 0,0-1 0,1 1 0,-1-1 0,0 1 0,1-1 0,-1 0 0,1 1 0,-1-1 0,1-1 0,4 2 0,3 1 0,-1-2 0,1 1 0,-1-1 0,1-1 0,0 0 0,14-2 0,-22 2-105,-1 0 0,1 0 0,-1-1 0,1 1 0,0-1 0,-1 1 0,1-1 0,-1 1 0,1-1 0,-1 0 0,0 0 0,2-1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0.1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24575,'28'-5'0,"14"-2"0,4 0 0,1 2 0,-4 2 0,-6 0 0,-7 2 0,-7 1 0,-3 0 0,-4 0 0,-4 0-8191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0.6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79 240 24575,'4'-22'0,"-1"-1"0,0-32 0,-3 45 0,-1 1 0,0-1 0,0 0 0,-1 0 0,0 1 0,-1-1 0,0 1 0,-5-10 0,8 17 0,-1 1 0,0-1 0,0 1 0,0-1 0,0 1 0,0-1 0,0 1 0,-1-1 0,1 1 0,0 0 0,-1 0 0,1 0 0,0 0 0,-1 0 0,0 0 0,1 0 0,-1 0 0,0 0 0,1 1 0,-5-2 0,5 2 0,0 1 0,0-1 0,-1 0 0,1 0 0,0 0 0,0 1 0,0-1 0,-1 1 0,1-1 0,0 1 0,0-1 0,0 1 0,0 0 0,0-1 0,0 1 0,0 0 0,0 0 0,0 0 0,0 0 0,1 0 0,-1 0 0,0 0 0,0 0 0,1 0 0,-1 0 0,1 0 0,-1 0 0,1 0 0,0 1 0,-1 1 0,-1 5 0,0 0 0,0 0 0,1 1 0,0-1 0,1 1 0,0-1 0,0 1 0,1-1 0,0 0 0,4 15 0,-3-18 0,1 1 0,0-1 0,0 0 0,1 0 0,-1-1 0,1 1 0,0-1 0,6 5 0,1 1 0,0-2 0,17 11 0,-18-13 0,1 0 0,1-1 0,-1-1 0,1 1 0,17 3 0,-21-7 0,0 1 0,0-1 0,1 0 0,-1-1 0,0 0 0,1 0 0,-1-1 0,0 0 0,9-3 0,-14 3 0,1-1 0,-1 0 0,1 1 0,-1-2 0,0 1 0,0 0 0,0-1 0,0 1 0,0-1 0,-1 0 0,1 0 0,-1 0 0,0 0 0,1 0 0,-2 0 0,1-1 0,0 1 0,-1-1 0,1 1 0,0-7 0,0 6 0,-1 0 0,0 0 0,0-1 0,-1 1 0,1-1 0,-1 1 0,0-1 0,0 1 0,0-1 0,-1 1 0,0 0 0,0-1 0,0 1 0,0 0 0,0-1 0,-1 1 0,-3-6 0,0 4 0,0 1 0,0-1 0,-8-5 0,6 5 0,0-1 0,-9-11 0,14 16 0,1 1 0,0-1 0,0 0 0,0 0 0,0 1 0,0-1 0,0 0 0,1 0 0,-1 0 0,1 0 0,-1 0 0,1 0 0,0 0 0,0 0 0,-1 0 0,1 0 0,1-3 0,-1 4 0,0 0 0,1 0 0,-1 0 0,0 0 0,1 0 0,-1 1 0,1-1 0,-1 0 0,1 0 0,-1 0 0,1 0 0,0 0 0,-1 1 0,1-1 0,0 0 0,0 1 0,0-1 0,0 0 0,1 0 0,1 0 0,-1 0 0,1 0 0,0 0 0,0 0 0,-1 1 0,1-1 0,3 1 0,5 0 0,-1 0 0,20 3 0,31 11 54,-33-7-1473,-10-3-5407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1.3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152 17 24575,'-9'-3'0,"1"0"0,-1 0 0,0 1 0,1 0 0,-1 1 0,0-1 0,0 2 0,-14 0 0,20 0 0,0 0 0,0 1 0,0-1 0,0 1 0,0 0 0,0 0 0,0 0 0,0 0 0,0 1 0,1-1 0,-1 1 0,-2 2 0,3-2 0,0-1 0,1 1 0,-1 0 0,1 0 0,-1 0 0,1 0 0,0 0 0,0 0 0,0 1 0,0-1 0,0 0 0,1 1 0,-1-1 0,1 0 0,-1 1 0,1-1 0,0 5 0,0-3 0,0 0 0,1 0 0,0 1 0,-1-1 0,2 0 0,-1 0 0,0 0 0,1 0 0,0 0 0,0 0 0,0 0 0,0-1 0,0 1 0,1-1 0,0 0 0,5 6 0,-1-3 0,0 0 0,0 0 0,0-1 0,1 0 0,-1-1 0,1 0 0,9 4 0,-8-5 0,-1 1 0,1-2 0,0 1 0,0-1 0,17 2 0,-23-4 0,-1 0 0,0 0 0,0 0 0,0-1 0,0 1 0,0 0 0,1-1 0,-1 0 0,0 1 0,0-1 0,0 0 0,0 0 0,-1 0 0,1 0 0,0 0 0,0-1 0,0 1 0,-1 0 0,1-1 0,-1 0 0,1 1 0,-1-1 0,0 0 0,0 1 0,1-1 0,-1 0 0,-1 0 0,1 0 0,0 0 0,1-4 0,-1 0-59,0 0 0,-1 0-1,1 1 1,-1-1-1,0 0 1,0 0 0,-1 0-1,0 0 1,0 1 0,-1-1-1,1 0 1,-1 1 0,0-1-1,-1 1 1,1 0-1,-1 0 1,0 0 0,0 0-1,-1 0 1,1 0 0,-1 1-1,-5-5 1,-3-2-6767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2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142 19 24575,'-2'-2'0,"0"0"0,-1 0 0,0 0 0,1 1 0,-1-1 0,0 1 0,0 0 0,0 0 0,0 0 0,0 0 0,0 0 0,0 1 0,0-1 0,-1 1 0,1 0 0,0 0 0,0 0 0,0 0 0,0 1 0,0-1 0,0 1 0,-4 1 0,2-1 0,0 1 0,-1 0 0,1 0 0,0 0 0,0 1 0,0 0 0,1 0 0,-1 0 0,1 0 0,0 1 0,-8 8 0,11-12 0,1 1 0,-1 0 0,1 0 0,-1 0 0,0 0 0,1 0 0,0 0 0,-1 0 0,1 1 0,0-1 0,-1 0 0,1 0 0,0 0 0,0 0 0,0 0 0,0 0 0,0 0 0,0 1 0,0-1 0,1 0 0,-1 0 0,0 0 0,1 0 0,-1 0 0,1 0 0,-1 0 0,1 0 0,-1 0 0,2 1 0,2 4 0,0-1 0,1 0 0,0 0 0,6 4 0,5 7 0,-10-10 0,0 0 0,0 0 0,0-1 0,1 0 0,14 9 0,-18-13 0,0 1 0,0 0 0,0-1 0,1 0 0,-1 1 0,1-1 0,-1-1 0,1 1 0,-1 0 0,1-1 0,0 0 0,-1 0 0,1 0 0,-1 0 0,1 0 0,4-2 0,-6 1 0,0 0 0,0 0 0,0 0 0,0-1 0,0 1 0,0-1 0,0 1 0,0-1 0,0 0 0,-1 0 0,1 0 0,-1 0 0,0 0 0,1 0 0,-1 0 0,0 0 0,0 0 0,0-1 0,0 1 0,0-3 0,0 1 0,0 0 0,0 0 0,0-1 0,-1 1 0,0 0 0,0-1 0,0 1 0,0 0 0,0 0 0,-2-7 0,2 11 0,-1-1 0,1 0 0,0 1 0,0-1 0,0 1 0,-1-1 0,1 1 0,0-1 0,-1 1 0,1-1 0,0 1 0,-1-1 0,1 1 0,-1-1 0,1 1 0,0-1 0,-2 1 0,2 0 0,0-1 0,-1 1 0,1 0 0,0 0 0,-1 0 0,1 0 0,0 0 0,-1 0 0,1 0 0,0 0 0,-1 0 0,1 0 0,0 1 0,-1-1 0,1 0 0,0 0 0,0 0 0,-1 0 0,1 0 0,0 1 0,-1-1 0,1 0 0,-1 1 0,0 0 0,-1 1 0,1-1 0,0 0 0,1 0 0,-1 1 0,0-1 0,0 0 0,0 1 0,1-1 0,-1 2 0,0-1 0,1-1 0,-1 0 0,1 0 0,0 1 0,-1-1 0,1 0 0,0 1 0,0-1 0,0 0 0,0 0 0,0 1 0,0-1 0,1 0 0,-1 1 0,0-1 0,0 0 0,1 0 0,-1 1 0,1-1 0,-1 0 0,1 0 0,0 0 0,0 0 0,-1 0 0,1 0 0,0 0 0,0 0 0,0 0 0,0 0 0,1 1 0,3 0 0,-1 0 0,0-1 0,0 1 0,0-1 0,1 0 0,-1 0 0,8 0 0,-9-1-76,-1 0 1,0 0-1,1 1 0,-1-1 0,1 1 0,-1-1 0,0 1 0,1 0 1,-1 0-1,0 0 0,0 0 0,0 1 0,0-1 0,0 0 1,0 1-1,0-1 0,2 3 0,1 4-6750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3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24575,'0'-1'0,"0"0"0,0 0 0,0 1 0,0-1 0,1 0 0,-1 0 0,0 1 0,0-1 0,1 0 0,-1 1 0,1-1 0,-1 0 0,1 1 0,-1-1 0,1 1 0,-1-1 0,1 0 0,-1 1 0,1-1 0,0 1 0,-1 0 0,1-1 0,0 1 0,0-1 0,0 2 0,0-1 0,0 0 0,0 1 0,0-1 0,0 1 0,0 0 0,-1-1 0,1 1 0,0 0 0,0-1 0,-1 1 0,1 0 0,-1 0 0,1 0 0,0-1 0,-1 1 0,0 0 0,1 0 0,0 1 0,9 22 0,-1 0 0,-1 0 0,-1 0 0,7 51 0,4 16 0,-6-43 0,23 72 0,-35-117-68,1 0 0,0-1-1,1 1 1,-1-1 0,0 1 0,1-1-1,-1 0 1,1 1 0,0-1 0,0 0-1,0 0 1,0 0 0,0-1 0,0 1-1,0 0 1,1-1 0,-1 1-1,0-1 1,4 1 0,5 1-6758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3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143 1 24575,'-28'2'0,"-11"2"0,-2 1 0,7 1-8191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4.9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9 24575,'-15'-2'0,"-7"-1"0,-3-1 0,3 4 0,3 2 0,2 0 0,1 0 0,1 0 0,1-1 0,0-1 0,0 1 0,-1-1 0,3 0-8191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5.1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285 77 24575,'-30'-12'0,"-13"-5"0,-1 1 0,4 3 0,7 4 0,6 4 0,5 2 0,4 1 0,3 5 0,3 1-8191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5.5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228 11 24575,'-28'-1'0,"5"1"0,-45 4 0,62-3 0,-1 0 0,1 0 0,0 1 0,0 0 0,0 0 0,0 1 0,0-1 0,1 1 0,-1 1 0,1-1 0,-10 8 0,12-8 0,1 0 0,-1 0 0,1 0 0,0 0 0,-1 0 0,1 0 0,1 1 0,-1-1 0,0 1 0,1-1 0,0 1 0,0 0 0,-1 6 0,1-4 0,1 0 0,0 1 0,0-1 0,0 1 0,1-1 0,0 0 0,3 10 0,1 0 0,1 0 0,1-1 0,1 0 0,0 0 0,14 18 0,-14-22 0,0-1 0,1 0 0,1 0 0,0-1 0,0 0 0,1-1 0,13 8 0,-3-4 0,0-1 0,1-1 0,27 9 0,-43-17 0,1 0 0,-1 0 0,1-1 0,-1 1 0,1-2 0,-1 1 0,1-1 0,0 0 0,-1 0 0,8-2 0,-10 1 0,0 0 0,0 0 0,0-1 0,0 1 0,0-1 0,-1 0 0,1 0 0,-1-1 0,1 1 0,-1-1 0,0 1 0,0-1 0,0 0 0,0 0 0,0-1 0,4-6 0,-3 2 0,1 0 0,-2-1 0,1 0 0,-1 1 0,0-1 0,-1 0 0,0 0 0,0-1 0,-1 1 0,0 0 0,-1-1 0,0 1 0,-1 0 0,0-1 0,0 1 0,-1 0 0,-2-9 0,0 4 0,-1 0 0,0 1 0,-1 0 0,0 0 0,-1 0 0,0 0 0,-1 1 0,-1 1 0,0-1 0,-13-12 0,12 15-455,0 0 0,-15-9 0,7 7-6371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8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9 24575,'-6'-8'0,"6"13"0,6 18 0,10 11 0,1-2 0,1 0 0,2-1 0,1-1 0,29 33 0,-27-37 0,-8-10 0,-1 1 0,15 24 0,-29-41-57,0 1 5,1-1 0,-1 1-1,1-1 1,-1 1 0,0-1-1,0 1 1,1-1 0,-1 1-1,0-1 1,0 1 0,0-1-1,1 1 1,-1-1 0,0 1-1,0 0 1,0-1 0,0 1-1,0-1 1,0 1 0,0 0-1,0-1 1,0 1 0,-1-1-1,1 1 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8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1 139 24575,'30'-20'0,"15"-10"0,5 2 0,1 4 0,-5 7 0,-6 6 0,-6 5 0,-8 3 0,-5 6 0,-3 1 0,-6 3 0,-6 0 0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8.7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93 24575,'10'-13'0,"3"-6"0,3-1 0,0 4 0,0 5 0,0 3 0,0 4 0,-1 2 0,1 2 0,-4 3 0,-3 4 0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9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77 24575,'-2'-1'0,"-22"-8"0,-30-6 0,48 13 0,0 1 0,0 0 0,-1 0 0,1 1 0,0 0 0,-1 0 0,1 0 0,0 1 0,-1 0 0,-7 3 0,12-4 0,1 0 0,-1 1 0,1 0 0,0-1 0,-1 1 0,1 0 0,0-1 0,0 1 0,0 0 0,0 0 0,0 0 0,0 0 0,0 0 0,0 0 0,0 0 0,0 1 0,0-1 0,0 0 0,1 0 0,-1 1 0,1-1 0,-1 2 0,0-1 0,1 0 0,0 1 0,0-1 0,0 0 0,0 1 0,1-1 0,-1 0 0,1 0 0,-1 1 0,1-1 0,0 0 0,1 4 0,2 1 0,0 0 0,1 0 0,0 0 0,0 0 0,0-1 0,11 9 0,-5-5 0,1 0 0,1-1 0,0-1 0,0 0 0,0-1 0,1 0 0,0-1 0,0-1 0,1 0 0,0-1 0,-1 0 0,1-1 0,1-1 0,-1-1 0,29 0 0,-42-1 0,0 0 0,0 0 0,0-1 0,0 1 0,0-1 0,0 1 0,-1-1 0,1 1 0,0-1 0,0 0 0,-1 0 0,1 0 0,0 0 0,-1 0 0,1 0 0,-1-1 0,0 1 0,1-1 0,-1 1 0,0 0 0,0-1 0,0 0 0,0 1 0,0-1 0,0 0 0,0 0 0,0 1 0,-1-1 0,1 0 0,-1 0 0,1 0 0,-1 0 0,0 0 0,0 0 0,0 0 0,0 1 0,0-1 0,-1-3 0,0-2 0,0 0 0,0 0 0,-1 0 0,0 0 0,0 1 0,-1-1 0,0 1 0,0-1 0,-6-7 0,-2-1 0,-1 0 0,-25-24 0,29 32 0,0 0 0,-1 0 0,1 1 0,-2 0 0,1 1 0,-15-7 0,20 11-49,1-1 1,-1 1-1,1 0 0,-1 1 0,0-1 1,1 0-1,-1 1 0,0 0 0,0 0 1,1 0-1,-1 0 0,0 1 0,0 0 1,1-1-1,-1 1 0,0 1 0,1-1 1,-1 0-1,1 1 0,0 0 0,-1 0 1,1 0-1,0 0 0,0 0 0,0 1 0,0-1 1,-2 4-1,-4 5-6777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09.5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63 246 24575,'11'7'0,"-1"-1"0,-20-14 0,3 2 0,0-1 0,1 1 0,0-1 0,1-1 0,-1 1 0,1-1 0,1 0 0,-1 0 0,1 0 0,1 0 0,0-1 0,0 1 0,0-1 0,1 0 0,0 0 0,1 0 0,0 0 0,1 0 0,0 0 0,0-1 0,1 1 0,0 0 0,2-9 0,-3 16 0,1 0 0,0-1 0,-1 1 0,1 0 0,0 0 0,0-1 0,0 1 0,0 0 0,1 0 0,-1 0 0,0 1 0,1-1 0,-1 0 0,1 0 0,0 1 0,0-1 0,-1 1 0,1-1 0,0 1 0,0 0 0,4-2 0,-3 3 0,-1-1 0,1 1 0,0-1 0,0 1 0,0 0 0,0 0 0,-1 0 0,1 1 0,0-1 0,0 1 0,0-1 0,-1 1 0,1 0 0,0 0 0,-1 0 0,1 1 0,3 1 0,9 6-1365,-2-1-5461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0.1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137 101 24575,'-10'-3'0,"0"1"0,-1 0 0,1 0 0,0 1 0,-1 0 0,-11 2 0,19-1 0,1 0 0,0 0 0,0 0 0,0 0 0,-1 1 0,1-1 0,0 1 0,0 0 0,0 0 0,0 0 0,0 0 0,0 0 0,0 0 0,1 0 0,-1 0 0,0 1 0,1-1 0,-1 1 0,1-1 0,-1 1 0,1 0 0,0 0 0,-1 0 0,1-1 0,0 1 0,0 0 0,0 0 0,1 0 0,-1 1 0,0-1 0,1 0 0,0 0 0,-1 0 0,1 0 0,0 4 0,0-4 0,1 1 0,-1 0 0,1-1 0,0 1 0,-1-1 0,1 1 0,1-1 0,-1 1 0,0-1 0,0 0 0,1 1 0,0-1 0,-1 0 0,1 0 0,0 0 0,0 0 0,0 0 0,0-1 0,0 1 0,1-1 0,3 3 0,5 2 0,0 0 0,0-1 0,18 5 0,-9-5 0,1-1 0,-1-1 0,1 0 0,0-2 0,0 0 0,31-3 0,-48 2 0,0-1 0,-1 1 0,1-1 0,0 0 0,-1 0 0,1 0 0,0 0 0,-1-1 0,1 0 0,-1 1 0,0-1 0,0 0 0,1-1 0,-1 1 0,-1 0 0,1-1 0,4-4 0,-5 3 0,1 0 0,0 0 0,-1-1 0,0 1 0,0-1 0,0 1 0,-1-1 0,0 0 0,0 0 0,0 0 0,0 1 0,0-11 0,-1 9 0,0-10 0,0 0 0,-2-16 0,1 28 0,0 0 0,1 0 0,-1 1 0,0-1 0,-1 0 0,1 0 0,-1 1 0,1-1 0,-1 1 0,0 0 0,-1-1 0,1 1 0,-5-5 0,6 7 0,0 0 0,0 1 0,0-1 0,1 0 0,-1 1 0,0-1 0,0 0 0,0 1 0,0-1 0,0 1 0,0 0 0,0-1 0,-1 1 0,1 0 0,0 0 0,0 0 0,0 0 0,0-1 0,0 2 0,0-1 0,0 0 0,-2 0 0,1 1 0,1-1 0,-1 1 0,1 0 0,-1 0 0,1 0 0,0 0 0,-1 0 0,1 0 0,0 0 0,0 1 0,0-1 0,0 0 0,-2 2 0,0 2 0,1 0 0,-1 0 0,1 0 0,0 0 0,0 0 0,0 1 0,1-1 0,-1 6 0,1-4 0,1-1 0,-1 1 0,1 0 0,1-1 0,-1 1 0,1 0 0,3 10 0,-3-14 0,0 0 0,1 0 0,-1 0 0,1 0 0,-1 0 0,1-1 0,0 1 0,0-1 0,0 1 0,0-1 0,1 0 0,-1 0 0,1 1 0,-1-2 0,1 1 0,0 0 0,5 2 0,6 2 8,0-1-1,1-1 1,0 0-1,-1-1 1,1-1-1,16 1 1,93-3-314,-67-1-806,-39 1-5714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0.5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52 323 24575,'-7'8'0,"1"1"0,0 0 0,0 0 0,1 0 0,1 1 0,-1 0 0,-5 20 0,9-28 0,1 1 0,-1-1 0,1 1 0,-1 0 0,1-1 0,0 1 0,0 0 0,0 0 0,1-1 0,-1 1 0,1 0 0,-1-1 0,1 1 0,0 0 0,0-1 0,0 1 0,0-1 0,0 0 0,1 1 0,-1-1 0,1 0 0,0 0 0,-1 0 0,1 0 0,0 0 0,0 0 0,0 0 0,0-1 0,1 1 0,-1-1 0,0 1 0,1-1 0,-1 0 0,1 0 0,-1 0 0,4 0 0,0 1 0,-1 0 0,1-1 0,-1 0 0,1 0 0,0 0 0,0-1 0,0 0 0,-1 0 0,1 0 0,0-1 0,0 0 0,-1 0 0,1 0 0,5-3 0,-7 2 0,0 1 0,-1-1 0,1 0 0,-1-1 0,0 1 0,0-1 0,0 1 0,0-1 0,0 0 0,-1 0 0,1 0 0,-1 0 0,1-1 0,-1 1 0,-1-1 0,1 1 0,0-1 0,-1 0 0,0 0 0,1 1 0,-1-6 0,1-3 0,-1 0 0,0 0 0,-1-1 0,0 1 0,-1 0 0,0 0 0,-1-1 0,-6-16 0,-2-4 0,-25-56 0,26 69 0,-58-123 0,58 130 0,11 23 0,9 23 0,28 59-682,97 168-1,-123-238-6143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1.8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17 24575,'7'-3'0,"1"0"0,-1 1 0,1-1 0,0 1 0,0 1 0,0 0 0,0 0 0,0 0 0,0 1 0,12 1 0,-10 0 0,0 1 0,0 0 0,0 0 0,0 1 0,-1 0 0,1 1 0,16 9 0,-20-10 0,-1 0 0,0 1 0,0 0 0,0 0 0,0 0 0,-1 0 0,0 1 0,1 0 0,-2 0 0,1 0 0,-1 0 0,1 1 0,-1-1 0,-1 1 0,1 0 0,-1 0 0,0 0 0,-1 0 0,1 0 0,-1 0 0,0 0 0,-1 1 0,1-1 0,-1 0 0,-1 0 0,1 1 0,-1-1 0,0 0 0,0 0 0,-3 7 0,-4 11 0,-17 35 0,1-3 0,23-55 0,1 0 0,-1 0 0,1 0 0,0 1 0,0-1 0,-1 0 0,1 0 0,0 0 0,0 0 0,0 0 0,0 0 0,0 0 0,0 0 0,0 0 0,1 0 0,-1 0 0,0 1 0,1-1 0,-1 0 0,1 0 0,-1-1 0,1 1 0,-1 0 0,1 0 0,-1 0 0,1 0 0,0 0 0,0 0 0,-1-1 0,1 1 0,0 0 0,0-1 0,0 1 0,0-1 0,0 1 0,0-1 0,0 1 0,1 0 0,5 1 0,0 0 0,0-1 0,0 0 0,12 1 0,-10-1 0,31 4-85,-23-2-128,-1-1 0,0-1-1,1 0 1,-1-1-1,29-4 1,-31 1-6613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2.3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0 145 24575,'48'1'0,"78"-4"0,-109 2 0,0-1 0,1-1 0,-1-1 0,0-1 0,17-6 0,-29 8 0,0 1 0,1-1 0,-2 0 0,1-1 0,0 1 0,-1-1 0,1 0 0,-1 0 0,7-9 0,-10 12 0,0 0 0,0-1 0,0 1 0,-1 0 0,1-1 0,0 1 0,-1-1 0,1 1 0,0 0 0,-1-1 0,0 0 0,1 1 0,-1-1 0,0 1 0,0-1 0,0 1 0,0-1 0,0 1 0,0-1 0,0 0 0,-1 1 0,1-1 0,0 1 0,-1-1 0,0 1 0,1-1 0,-1 1 0,0 0 0,1-1 0,-1 1 0,0 0 0,0-1 0,0 1 0,0 0 0,0 0 0,-1 0 0,1 0 0,0 0 0,0 0 0,-3-1 0,0 0 0,-1-1 0,1 1 0,-1 0 0,0 1 0,1-1 0,-1 1 0,0 0 0,0 0 0,0 0 0,0 1 0,0-1 0,0 1 0,0 1 0,-7 0 0,9-1 0,0 1 0,1 0 0,-1-1 0,1 1 0,0 0 0,-1 0 0,1 0 0,0 1 0,-1-1 0,1 0 0,0 1 0,0 0 0,0-1 0,0 1 0,0 0 0,1 0 0,-1 0 0,1 0 0,-1 0 0,1 0 0,0 1 0,-1-1 0,1 0 0,0 1 0,1-1 0,-1 1 0,0-1 0,1 1 0,-1 3 0,1-3 0,0 0 0,0 1 0,0-1 0,0 0 0,0 1 0,1-1 0,0 0 0,0 1 0,0-1 0,0 0 0,0 0 0,1 0 0,-1 0 0,3 3 0,-1-1 0,1 0 0,0-1 0,0 1 0,1-1 0,-1 0 0,1 0 0,6 4 0,6 2 0,1-1 0,0-1 0,33 11 0,-27-12 0,0-1 0,0 0 0,44 2 0,-23-6 0,52-5 0,-90 3 0,-1-1 0,1 0 0,-1-1 0,1 0 0,-1 0 0,0 0 0,0 0 0,11-8 0,-15 10 0,0-1 0,0-1 0,-1 1 0,1 0 0,0 0 0,-1-1 0,1 1 0,-1-1 0,0 1 0,1-1 0,-1 0 0,0 1 0,0-1 0,0 0 0,0 0 0,-1 0 0,1 0 0,0 0 0,-1 0 0,1 0 0,-1 0 0,0 0 0,1 0 0,-1 0 0,0 0 0,0 0 0,-1 0 0,1 0 0,0 0 0,-1 0 0,1 0 0,-2-2 0,0 0 0,0 0 0,0 0 0,-1 0 0,1 1 0,-1-1 0,0 1 0,0 0 0,-1 0 0,1 0 0,-7-4 0,-4-3 0,-21-9 0,18 11 0,-19-11 0,34 18 0,-1 0 0,1-1 0,0 1 0,1-1 0,-1 1 0,0-1 0,0 0 0,1 0 0,-1 0 0,1 0 0,0 0 0,-2-4 0,2 6-41,1 0 0,0-1-1,0 1 1,0-1-1,0 1 1,0-1 0,0 1-1,0 0 1,0-1 0,0 1-1,0-1 1,0 1-1,0-1 1,0 1 0,0-1-1,0 1 1,0 0 0,1-1-1,-1 1 1,0-1-1,0 1 1,1 0 0,-1-1-1,0 1 1,0 0 0,1-1-1,-1 1 1,0 0-1,1-1 1,-1 1 0,0 0-1,2-1 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3.0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0 157 24575,'16'2'0,"66"5"0,-72-7 0,-1 0 0,1-1 0,-1 0 0,1 0 0,-1-1 0,14-5 0,-21 6 0,-1 1 0,1-1 0,0 0 0,0 0 0,-1 0 0,1 0 0,0 0 0,-1 0 0,1-1 0,-1 1 0,1 0 0,-1-1 0,0 1 0,0-1 0,0 0 0,0 1 0,0-1 0,0 0 0,0 0 0,0 1 0,0-1 0,0-3 0,-1 1 0,1 1 0,-1 0 0,0 0 0,-1 0 0,1 0 0,0-1 0,-1 1 0,0 0 0,1 0 0,-1 0 0,-1 0 0,1 0 0,-2-3 0,1 2 0,0 1 0,0-1 0,-1 1 0,1 0 0,-1 0 0,0 0 0,0 0 0,0 1 0,0-1 0,-6-3 0,7 5 0,0 0 0,0 0 0,0 0 0,0 0 0,0 0 0,0 1 0,0-1 0,-1 1 0,1 0 0,0-1 0,0 1 0,-1 0 0,1 0 0,0 0 0,0 1 0,-1-1 0,1 1 0,0-1 0,-3 2 0,-1 1 0,1 0 0,-1 0 0,1 0 0,0 1 0,-8 7 0,10-8 0,0 0 0,0-1 0,1 1 0,-1 0 0,1 1 0,0-1 0,0 0 0,0 1 0,0-1 0,-1 6 0,3-7 0,0 0 0,0 0 0,0 0 0,0 0 0,0 0 0,1 0 0,-1-1 0,1 1 0,-1 0 0,1 0 0,0 0 0,0-1 0,0 1 0,0 0 0,0-1 0,0 1 0,0-1 0,0 1 0,0-1 0,1 0 0,-1 1 0,1-1 0,2 1 0,4 5 0,1-1 0,16 8 0,-23-13 0,7 3 0,0 0 0,0-1 0,0-1 0,1 1 0,-1-2 0,1 1 0,-1-1 0,1 0 0,0-1 0,16-2 0,-24 2 0,0 0 0,0 0 0,0-1 0,0 1 0,0-1 0,0 1 0,0-1 0,0 0 0,0 1 0,0-1 0,0 0 0,-1-1 0,1 1 0,0 0 0,-1 0 0,1-1 0,-1 1 0,1-1 0,2-2 0,-3 1 0,0 1 0,0-1 0,0 0 0,0 0 0,0 1 0,-1-1 0,1 0 0,-1 0 0,0 0 0,0 0 0,0 1 0,0-6 0,-2-3 0,0 1 0,-1 0 0,0 0 0,0 0 0,-1 0 0,-9-16 0,10 21-341,-1-1 0,1 1-1,-8-7 1,1 2-6485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3.6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4 24575,'-17'-2'0,"-34"1"0,46 1 0,0 1 0,-1-1 0,1 1 0,0 0 0,0 1 0,0-1 0,0 1 0,0 0 0,0 0 0,-7 5 0,10-6 0,1 0 0,-1 1 0,0-1 0,1 0 0,-1 1 0,1-1 0,0 1 0,0 0 0,-1-1 0,1 1 0,0 0 0,0 0 0,0 0 0,1-1 0,-1 1 0,0 0 0,1 0 0,-1 0 0,1 4 0,0-3 0,0 0 0,0 0 0,1 1 0,0-1 0,-1 0 0,1 0 0,0 0 0,1 0 0,-1 0 0,0 0 0,4 4 0,0 1 0,1-1 0,0 0 0,0 0 0,1 0 0,0-1 0,0 0 0,14 9 0,-15-12 0,-1 0 0,1 0 0,0-1 0,0 1 0,0-1 0,0-1 0,0 1 0,1-1 0,-1 0 0,7-1 0,-11 0 0,0 0 0,0 0 0,0 0 0,0 0 0,0 0 0,-1-1 0,1 1 0,0-1 0,0 1 0,0-1 0,0 0 0,0 0 0,-1 0 0,1 0 0,0 0 0,-1 0 0,1 0 0,-1 0 0,1-1 0,-1 1 0,0-1 0,0 1 0,1-1 0,-1 1 0,0-1 0,0 0 0,-1 0 0,1 1 0,0-1 0,0 0 0,-1 0 0,1 0 0,-1 0 0,0 0 0,1-3 0,-2-8 0,1 0 0,-2 0 0,0 1 0,0-1 0,-1 1 0,0-1 0,-2 1 0,-6-16 0,18 43 0,2-1 0,-1-1 0,2 1 0,0-1 0,15 16 0,15 14-1365,-30-34-5461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4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49 24575,'-2'-3'0,"0"-1"0,1 1 0,-1 0 0,1 0 0,0-1 0,0 1 0,1-1 0,-1 1 0,0-1 0,1 1 0,0-1 0,0-3 0,0 7 0,1 0 0,-1 0 0,0 0 0,1 0 0,-1 0 0,0 0 0,0 0 0,1 0 0,-1 0 0,0 1 0,1-1 0,-1 0 0,0 0 0,0 0 0,1 0 0,-1 1 0,0-1 0,0 0 0,0 0 0,1 0 0,-1 1 0,0-1 0,0 0 0,0 0 0,0 1 0,0-1 0,1 0 0,-1 1 0,0-1 0,6 10 0,4 17 0,0 1 0,-2-1 0,6 46 0,13 42 0,-9-54 0,10 31 0,-23-82 0,-1 0 0,1 0 0,1 0 0,-1-1 0,2 0 0,11 14 0,-16-20-59,1-1 0,0 0-1,0 1 1,0-1-1,0 0 1,0 0 0,1-1-1,-1 1 1,0-1 0,1 1-1,-1-1 1,1 0 0,0-1-1,-1 1 1,1 0-1,0-1 1,-1 0 0,1 0-1,0 0 1,0-1 0,-1 1-1,7-2 1,3-4-6767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14.3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301 1 24575,'-33'5'0,"-13"4"0,-1 1 0,2 1 0,4 1 0,6-2 0,4 1 0,8-2-8191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7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27 24575,'-12'-27'0,"10"36"0,3 6 0,5 20 0,-2-11 0,1 0 0,1-1 0,1 1 0,20 43 0,-24-61 0,1-1 0,-1 0 0,1 0 0,0 0 0,0-1 0,1 1 0,-1-1 0,1 0 0,0 0 0,0-1 0,1 1 0,-1-1 0,1 0 0,-1-1 0,1 1 0,8 1 0,-9-2 0,0-1 0,0 0 0,0-1 0,0 1 0,1-1 0,-1 0 0,0 0 0,0-1 0,0 1 0,0-1 0,0 0 0,0 0 0,0-1 0,0 0 0,0 0 0,-1 0 0,1 0 0,-1-1 0,1 1 0,5-6 0,-6 4 0,-1 0 0,1 0 0,-1-1 0,0 0 0,0 1 0,0-1 0,-1 0 0,1-1 0,-1 1 0,-1 0 0,3-10 0,3-7 0,-7 22 0,0 0 0,0 0 0,0-1 0,0 1 0,0 0 0,0 0 0,1 0 0,-1 0 0,0-1 0,0 1 0,0 0 0,0 0 0,0 0 0,0 0 0,0 0 0,1-1 0,-1 1 0,0 0 0,0 0 0,0 0 0,0 0 0,1 0 0,-1 0 0,0 0 0,0 0 0,0 0 0,0 0 0,1 0 0,-1 0 0,0 0 0,0 0 0,0 0 0,1 0 0,-1 0 0,0 0 0,0 0 0,1 0 0,7 5 0,7 13 0,-13-15 0,5 7 0,1-1 0,0 1 0,0-1 0,1-1 0,0 1 0,1-2 0,0 1 0,0-1 0,17 8 0,-16-9 0,1-1 0,-1-1 0,1 0 0,0-1 0,0 0 0,0-1 0,0 0 0,0-1 0,1 0 0,12-2 0,-24 1 0,1 0 0,0 0 0,0 0 0,0 0 0,-1 0 0,1-1 0,0 1 0,0-1 0,-1 1 0,1-1 0,-1 0 0,1 0 0,0 1 0,-1-1 0,1 0 0,-1 0 0,0-1 0,1 1 0,-1 0 0,0 0 0,0-1 0,1 1 0,-1 0 0,0-1 0,0 0 0,-1 1 0,1-1 0,0 1 0,-1-1 0,1 0 0,0 1 0,-1-1 0,0 0 0,1 0 0,-1 1 0,0-1 0,0 0 0,0 0 0,-1-2 0,0-2 0,0 0 0,0-1 0,-1 1 0,0 0 0,0 0 0,-1 0 0,0 0 0,0 0 0,-6-8 0,1 2-136,-1 1-1,-1 0 1,0 0-1,0 1 1,-1 1-1,0 0 1,0 0-1,-1 1 0,-15-8 1,13 9-6690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7.9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15 24575,'-10'-3'0,"-6"0"0,-2 0 0,-2 0 0,1 1 0,1 1 0,1 3 0,1 1 0,1 1 0,2 1 0,2 0 0,0-1 0,-1 0 0,-1-2 0,-1-1 0,0-3 0,0-1 0,2 0-8191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8.4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339 31 24575,'1'-1'0,"-1"1"0,0-1 0,1 1 0,-1-1 0,0 0 0,0 1 0,1-1 0,-1 0 0,0 0 0,0 1 0,0-1 0,0 0 0,0 1 0,0-1 0,0 0 0,0 1 0,0-1 0,0 0 0,-1 0 0,1 1 0,0-1 0,0 1 0,-1-2 0,0 1 0,0 0 0,0 0 0,0 0 0,0 1 0,0-1 0,0 0 0,0 1 0,0-1 0,0 0 0,0 1 0,0 0 0,-2-1 0,-4-1 0,0 1 0,-1 0 0,-11 0 0,17 1 0,-266 1-1365,255-1-5461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9.0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24575,'0'5'0,"1"1"0,0 0 0,0-1 0,1 1 0,0 0 0,3 8 0,22 40 0,-3-6 0,-2-2 88,-13-30-814,9 24-1,-14-27-6099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9.4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24575,'2'1'0,"-1"0"0,1 0 0,-1 0 0,0 0 0,1 1 0,-1-1 0,0 0 0,0 1 0,0-1 0,0 1 0,0-1 0,0 1 0,0-1 0,-1 1 0,2 3 0,1 2 0,16 25 0,98 154 0,-113-181 0,-1 0 0,0 0 0,4 9 0,-7-13-1365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2:49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632 31 24575,'0'-1'0,"0"0"0,0 0 0,0 0 0,0 0 0,0 0 0,0 0 0,-1 0 0,1 0 0,0 0 0,-1 0 0,1 0 0,-1 1 0,1-1 0,-1 0 0,1 0 0,-1 0 0,0 1 0,1-1 0,-1 0 0,0 1 0,0-1 0,1 0 0,-1 1 0,0-1 0,0 1 0,0-1 0,0 1 0,0 0 0,1-1 0,-1 1 0,0 0 0,0 0 0,0 0 0,0-1 0,-1 1 0,-5 0 0,0 0 0,1 0 0,-1 1 0,-8 1 0,4 0 0,-74 2 55,-163-11-1,53-1-1528,167 8-5352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30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40 237 24575,'-6'-3'0,"-15"-11"0,20 13 0,0 1 0,0-1 0,0 0 0,0 0 0,0 0 0,1 0 0,-1 0 0,0 0 0,0 0 0,1 0 0,-1 0 0,0 0 0,1 0 0,0 0 0,-1-2 0,1 2 0,0 1 0,0-1 0,0 1 0,0-1 0,0 1 0,1-1 0,-1 1 0,0-1 0,0 1 0,1 0 0,-1-1 0,0 1 0,1-1 0,-1 1 0,0 0 0,1-1 0,-1 1 0,1 0 0,-1-1 0,0 1 0,1 0 0,-1 0 0,1 0 0,-1-1 0,1 1 0,-1 0 0,1 0 0,-1 0 0,1 0 0,-1 0 0,2 0 0,18-2 0,-17 2 0,224 2 0,-211-1 0,0 0 0,16 4 0,-15-2 0,26 2 0,2-4 0,107 6 0,-82-1 0,91-5 0,-78-2 0,-69 2 0,1 1 0,17 3 0,-16-2 0,25 1 0,211-3 0,-120-2 0,-121 0 0,1 0 0,22-5 0,-2-1 0,95-21 0,-13 3 0,-59 16 0,0 3 0,66 0 0,-96 8 0,29 4 0,-30-2 0,35 0 0,-2-5 0,-9 0 0,81 8 0,-45 1 0,140-6 0,-119-3 0,-57 1 0,258-9 0,-116-6 0,72 8 0,-164 8 0,-83 0 0,-1 1 0,17 3 0,21 2 0,32 0 0,26 2 0,-2-9 0,227-1 0,-222-6 0,27-1 0,750 7 0,-429 2 0,-246-8 0,-5-1 0,-15 1 0,-1-1 0,168 18 0,44-4 0,-264-7 0,42-6 0,-13-1 0,122 0 0,174 1 0,-289 8 0,-77-8 0,-16-1 0,24 1 0,22-1 0,614 7 0,-355 2 0,-177-8 0,-18-1 0,411 9 0,-410 6 0,-5 1 0,1751-9 0,-1730-6 0,-7-1 0,-11-1 0,-100 4 0,191-11 0,-165 10 0,88-2 0,-19 7 0,318 3 0,-341 5 0,62 1 0,481-9 0,-446-15 0,-85 2 0,-86 9 0,164-5 0,620 11 0,-600 6-289,-22 1-149,294 7 438,64 0 0,-331-8 0,-28 0 0,722-6-70,-464-2 44,-270 8 26,-19 1 0,637-8 0,-408 0 0,-258-8 0,-33 1 0,47-2 561,-82 3-299,-7 0-262,161-3 0,-102 8 0,284 3 0,106 37 0,-223-10 0,-287-25 0,422 24 0,-226-14 0,138 4 0,-149-9 0,-183-4 0,0-3 0,0-2 0,66-10 0,-99 7-682,41 0-1,-55 3-6143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35.2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67 24575,'-15'-23'0,"11"19"0,10 17 0,28 54 0,-26-48 0,1 0 0,1-1 0,0-1 0,25 32 0,-35-48 0,1 0 0,0-1 0,-1 1 0,1 0 0,-1-1 0,1 1 0,0 0 0,0-1 0,-1 1 0,1-1 0,0 1 0,0-1 0,0 0 0,0 1 0,0-1 0,-1 0 0,1 0 0,0 1 0,0-1 0,0 0 0,0 0 0,0 0 0,0 0 0,1 0 0,-1-1 0,1 0 0,-1 1 0,0-1 0,0 0 0,0 1 0,0-1 0,0 0 0,0 0 0,0 0 0,0 0 0,0 0 0,-1 0 0,1 0 0,0 0 0,0-2 0,2-3 0,0 0 0,-1-1 0,1 1 0,-2-1 0,3-10 0,7-102 0,-10 113 0,0 1 0,0 0 0,0 0 0,1 0 0,0 1 0,0-1 0,0 0 0,4-6 0,-5 10 0,0-1 0,0 1 0,1 0 0,-1 0 0,0 0 0,0 0 0,1 0 0,-1 0 0,1 0 0,-1 0 0,0 0 0,1 1 0,0-1 0,-1 1 0,1-1 0,-1 1 0,1-1 0,0 1 0,-1 0 0,1 0 0,0 0 0,-1 0 0,1 0 0,0 0 0,-1 0 0,1 1 0,-1-1 0,1 0 0,0 1 0,1 0 0,4 2 0,-1 0 0,1 1 0,-1 0 0,1 0 0,-1 0 0,8 8 0,34 35 0,-28-26 0,138 128 0,-155-147-118,-2-3 156,-7-9 162,-12-14-1685,9 14-5341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35.7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154 121 24575,'-9'-8'0,"-42"-32"0,47 37 0,-1 0 0,1 0 0,-1 1 0,0 0 0,0 0 0,0 0 0,0 0 0,0 1 0,-8-2 0,12 3 0,-1 0 0,1 0 0,0 0 0,0 0 0,-1 0 0,1 0 0,0 1 0,0-1 0,0 0 0,-1 1 0,1-1 0,0 1 0,0-1 0,0 1 0,0-1 0,0 1 0,0 0 0,0 0 0,0-1 0,0 1 0,-1 1 0,1 0 0,-1 0 0,1 0 0,0 0 0,0 1 0,0-1 0,0 0 0,1 0 0,-1 1 0,1-1 0,-1 4 0,0 5 0,1-1 0,0 1 0,4 19 0,-3-22 0,0 0 0,1 0 0,0 0 0,0 0 0,5 10 0,-6-16 0,0 1 0,1-1 0,-1 0 0,0 0 0,1 0 0,-1-1 0,1 1 0,0 0 0,0 0 0,-1-1 0,1 1 0,0-1 0,0 0 0,1 0 0,-1 1 0,0-1 0,0 0 0,0-1 0,1 1 0,-1 0 0,0-1 0,4 1 0,11 0 0,0 0 0,25-2 0,-35 0 0,-1 1 0,1-1 0,-1-1 0,0 1 0,1-1 0,-1 0 0,0-1 0,0 0 0,9-5 0,-13 6 0,1 0 0,-1 0 0,1 0 0,-1-1 0,0 1 0,0 0 0,0-1 0,0 0 0,0 0 0,0 1 0,-1-1 0,0 0 0,1 0 0,-1 0 0,1-7 0,-1 5 0,-1 1 0,1-1 0,-1 0 0,-1 0 0,1 0 0,-1 0 0,1 0 0,-2 0 0,-2-8 0,1 5 0,0-1 0,-1 1 0,0 1 0,-1-1 0,0 1 0,0-1 0,0 1 0,-1 1 0,0-1 0,-1 1 0,-9-8 0,12 12-151,0 0-1,0-1 0,0 1 0,0 0 1,-1 1-1,1-1 0,0 1 1,-8-1-1,-1 0-6674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0.1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1 100 24575,'0'-31'0,"-1"14"0,3-30 0,-2 47 0,0 0 0,0 0 0,0 0 0,0-1 0,0 1 0,0 0 0,0 0 0,0 0 0,0-1 0,0 1 0,0 0 0,0 0 0,0 0 0,0 0 0,0-1 0,0 1 0,0 0 0,1 0 0,-1 0 0,0 0 0,0 0 0,0-1 0,0 1 0,0 0 0,0 0 0,0 0 0,1 0 0,-1 0 0,0 0 0,0 0 0,0 0 0,0-1 0,1 1 0,4 4 0,4 12 0,-9-15 0,53 110 0,-35-68 0,-14-32 0,0 0 0,12 19 0,-16-30 0,0 0 0,0 0 0,0 0 0,0 1 0,0-1 0,0 0 0,0 0 0,0 0 0,0 0 0,0 0 0,0 0 0,0 0 0,0 1 0,0-1 0,1 0 0,-1 0 0,0 0 0,0 0 0,0 0 0,0 0 0,0 0 0,0 0 0,0 0 0,0 0 0,1 0 0,-1 0 0,0 0 0,0 0 0,0 0 0,0 0 0,0 0 0,0 0 0,0 0 0,1 0 0,-1 0 0,0 0 0,0 0 0,0 0 0,0 0 0,0 0 0,0 0 0,1 0 0,1-6 0,-1-9 0,-1 14 0,-1-58 0,1-33 0,0 90 0,0 0 0,0 0 0,0 1 0,1-1 0,-1 0 0,0 0 0,1 0 0,-1 1 0,1-1 0,0 0 0,0 0 0,0 1 0,-1-1 0,1 1 0,1-1 0,-1 1 0,0-1 0,0 1 0,1-1 0,1-1 0,-1 3 0,0-1 0,0 1 0,0-1 0,0 1 0,-1 0 0,1-1 0,0 1 0,0 0 0,0 0 0,0 1 0,0-1 0,0 0 0,0 1 0,-1-1 0,1 1 0,0-1 0,0 1 0,-1 0 0,4 2 0,9 5 0,0 1 0,-1 0 0,22 20 0,16 12 0,-18-20 0,-18-11 0,0-1 0,-1 2 0,18 15 0,-31-25-57,-1-1 0,1 1 1,-1-1-1,1 1 0,-1-1 0,0 1 0,1-1 0,-1 1 0,0-1 0,1 1 0,-1-1 1,0 1-1,1 0 0,-1-1 0,0 1 0,0 0 0,0-1 0,0 1 0,1-1 1,-1 1-1,0 0 0,0-1 0,-1 2 0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0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149 128 24575,'-1'-6'0,"0"0"0,-1 0 0,1 0 0,-1 0 0,-1 0 0,1 0 0,-5-8 0,6 13 0,0-1 0,-1 1 0,1-1 0,0 1 0,0-1 0,-1 1 0,1 0 0,-1 0 0,1 0 0,-1-1 0,0 2 0,1-1 0,-1 0 0,0 0 0,0 0 0,1 1 0,-1-1 0,0 1 0,0 0 0,0-1 0,0 1 0,0 0 0,1 0 0,-1 0 0,0 0 0,0 1 0,0-1 0,-3 1 0,-1 1 0,1-1 0,-1 1 0,1 0 0,-1 1 0,1-1 0,0 1 0,0 0 0,0 0 0,1 1 0,-6 4 0,8-6 0,1 0 0,-1 0 0,1 0 0,-1 0 0,1 0 0,0 0 0,0 1 0,0-1 0,0 0 0,0 1 0,0-1 0,1 0 0,-1 1 0,1-1 0,0 1 0,-1-1 0,1 1 0,1-1 0,-1 1 0,0-1 0,0 1 0,1-1 0,0 1 0,-1-1 0,1 1 0,1 1 0,1 1 0,-1 0 0,1 0 0,0-1 0,1 1 0,-1-1 0,1 0 0,0 0 0,0 0 0,0 0 0,0-1 0,1 0 0,0 0 0,-1 0 0,1 0 0,7 2 0,4 1 0,-1 0 0,1-1 0,31 5 0,-35-8 0,0 0 0,0-1 0,0-1 0,0 0 0,0 0 0,19-4 0,-27 3 0,-1 1 0,0-1 0,1 0 0,-1-1 0,0 1 0,0 0 0,0-1 0,0 0 0,0 1 0,0-1 0,-1 0 0,1-1 0,-1 1 0,1 0 0,-1-1 0,0 0 0,0 1 0,0-1 0,0 0 0,0 0 0,-1 0 0,1 0 0,-1 0 0,0 0 0,0-1 0,0 1 0,0 0 0,0-4 0,-1 1 0,0 0 0,0 0 0,-1 1 0,1-1 0,-1 0 0,-1 1 0,1-1 0,-1 1 0,0-1 0,-4-7 0,2 4 0,-1 1 0,0-1 0,0 1 0,-1 0 0,-9-10 0,10 14-62,1 0 0,-1 0 0,0 0 0,-1 0 0,1 1 0,0 0 0,-1 0 0,0 0 0,0 1 0,0 0 0,0 0 0,0 0-1,0 1 1,0 0 0,-1 0 0,1 0 0,0 1 0,0 0 0,-1 0 0,1 1 0,-7 1 0,0 1-6764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3.3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21 24575,'-16'-21'0,"27"53"0,-2-16 0,0-1 0,1 0 0,18 20 0,-23-29 0,0-1 0,0 0 0,1-1 0,-1 1 0,1-1 0,0 0 0,0-1 0,0 1 0,1-1 0,-1 0 0,13 3 0,-3-2 0,-8-2 0,0 0 0,0 0 0,0-1 0,0 0 0,1-1 0,8 0 0,-15 0 0,0 0 0,1-1 0,-1 0 0,0 1 0,1-1 0,-1 0 0,0 0 0,0 0 0,0 0 0,0-1 0,0 1 0,0-1 0,0 1 0,-1-1 0,1 1 0,0-1 0,-1 0 0,1 0 0,-1 0 0,0 0 0,1 0 0,-1 0 0,0 0 0,0 0 0,-1-1 0,2-2 0,0-7 0,0 0 0,0 1 0,-1-1 0,-1 0 0,0 0 0,-2-13 0,1-3 0,20 74 0,-4-7 0,20 52 0,48 92 0,-30-94 0,17 36 0,-64-112 0,8 24 0,-13-33 0,0-1 0,0 1 0,-1 0 0,1-1 0,-1 1 0,0-1 0,0 1 0,0 0 0,0-1 0,0 1 0,-1 0 0,-1 5 0,1-8 0,0 1 0,-1-1 0,1 1 0,0 0 0,-1-1 0,1 0 0,-1 1 0,1-1 0,-1 0 0,0 0 0,1 0 0,-1 0 0,0 0 0,0 0 0,0-1 0,0 1 0,-4 0 0,2 1 0,-1-2 0,1 1 0,-1 0 0,1-1 0,-1 0 0,-9-1 0,4-1 0,0 0 0,0-1 0,0-1 0,0 0 0,1 0 0,0-1 0,-1 0 0,2 0 0,-1-1 0,-14-12 0,18 13 0,0 0 0,0-1 0,0 1 0,0-1 0,1 0 0,0 0 0,0-1 0,0 1 0,1-1 0,0 0 0,1 0 0,-1 0 0,1 0 0,0 0 0,1 0 0,-1-8 0,2 13 6,0 0-1,0-1 1,0 1-1,1 0 0,-1 0 1,0 0-1,1 0 1,-1-1-1,1 1 1,0 0-1,0 0 1,0 0-1,0 0 0,0 0 1,0 1-1,1-1 1,-1 0-1,1 0 1,-1 1-1,1-1 1,2-1-1,0 1-129,-1 0 0,0 0 1,1 0-1,0 0 0,0 1 0,-1 0 1,1 0-1,0 0 0,0 0 0,0 1 1,4-1-1,6 1-6702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4.0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30 263 24575,'9'-1'0,"10"-2"0,0 0 0,0-2 0,0 0 0,28-12 0,-43 15 0,0 0 0,0 0 0,0 0 0,-1 0 0,1 0 0,-1-1 0,0 0 0,0 0 0,0 0 0,0 0 0,0 0 0,0-1 0,-1 1 0,0-1 0,0 0 0,0 1 0,0-1 0,0 0 0,-1 0 0,0 0 0,0 0 0,0-1 0,0 1 0,0 0 0,-1 0 0,0 0 0,0-5 0,-1 5 0,1 0 0,-1 0 0,0 0 0,0 0 0,-1 0 0,1 0 0,-1 1 0,0-1 0,0 1 0,0-1 0,0 1 0,-1 0 0,1-1 0,-1 1 0,0 1 0,0-1 0,0 0 0,-5-3 0,-7-3 0,0 0 0,0 1 0,-17-7 0,17 9 0,10 3 0,-1 1 0,1-1 0,-1 2 0,0-1 0,1 1 0,-10-2 0,14 3 0,-1 0 0,1 0 0,-1 0 0,1 0 0,-1 1 0,1-1 0,-1 0 0,1 1 0,-1-1 0,1 1 0,-1-1 0,1 1 0,-1 0 0,1-1 0,0 1 0,-1 0 0,1 0 0,0 0 0,0 0 0,0 0 0,0 1 0,0-1 0,0 0 0,0 0 0,0 1 0,0-1 0,1 0 0,-1 1 0,0 1 0,0 2 0,0-1 0,0 1 0,0-1 0,1 1 0,0 0 0,0-1 0,0 1 0,0-1 0,1 1 0,0 0 0,0-1 0,0 0 0,0 1 0,1-1 0,0 0 0,0 1 0,4 6 0,2 3 0,1-1 0,1 0 0,19 21 0,-13-17 0,1 0 0,1-2 0,0 0 0,25 15 0,-33-24 0,0 0 0,0-1 0,1 0 0,-1-1 0,1-1 0,0 1 0,0-2 0,0 1 0,1-2 0,21 2 0,-30-3-62,-1-1 0,1 1 0,-1 0 0,0-1 0,1 0 0,-1 1 0,1-1 0,-1 0 0,0 0 0,1-1 0,-1 1 0,0 0-1,0-1 1,0 1 0,0-1 0,0 0 0,0 0 0,-1 1 0,1-1 0,-1 0 0,2-3 0,4-6-6764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4.4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111 1 24575,'-2'0'0,"0"0"0,0 0 0,0 0 0,0 0 0,0 0 0,0 1 0,0-1 0,0 1 0,0-1 0,0 1 0,0 0 0,1-1 0,-1 1 0,0 0 0,0 0 0,1 1 0,-1-1 0,1 0 0,-1 0 0,1 1 0,-2 2 0,2-2 0,0 0 0,0 0 0,0 0 0,1 0 0,-1 0 0,1 0 0,0 0 0,0 0 0,-1 0 0,1 0 0,0 0 0,1 0 0,-1 0 0,0 0 0,1 0 0,-1 0 0,1 0 0,-1 0 0,1 0 0,2 3 0,4 8 0,0-1 0,1 0 0,1 0 0,0 0 0,14 12 0,-9-9 0,-7-8 0,0 0 0,12 7 0,-14-10 0,1 1 0,-1-1 0,1 1 0,-1 0 0,7 10 0,-11-14 0,0 0 0,0 1 0,-1-1 0,1 1 0,-1-1 0,1 1 0,-1-1 0,0 1 0,1-1 0,-1 1 0,0-1 0,0 1 0,0 0 0,0-1 0,0 1 0,0-1 0,-1 1 0,1-1 0,-1 1 0,1-1 0,-1 1 0,1-1 0,-1 1 0,0-1 0,1 0 0,-1 1 0,0-1 0,0 0 0,0 0 0,0 1 0,-1-1 0,1 0 0,0 0 0,-2 1 0,-5 4 0,0 0 0,-1-1 0,0 0 0,-10 5 0,18-10 0,-34 15-601,-62 17-1,94-32 440,-16 6-6664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5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20 24575,'-6'-8'0,"6"8"0,0 0 0,0 0 0,0 0 0,0 0 0,-1 0 0,1 0 0,0 0 0,0 0 0,0 0 0,0 0 0,0 0 0,0 0 0,0 0 0,-1 0 0,1 0 0,0 0 0,0 0 0,0 0 0,0 0 0,0 0 0,0 0 0,0 1 0,0-1 0,0 0 0,-1 0 0,1 0 0,0 0 0,0 0 0,0 0 0,0 0 0,0 0 0,0 1 0,0-1 0,0 0 0,0 0 0,0 0 0,0 0 0,0 0 0,0 1 0,0 0 0,0 1 0,-1 0 0,1 0 0,0 0 0,0-1 0,1 1 0,-1 0 0,1 2 0,2 5 0,1 0 0,1 0 0,-1 0 0,1-1 0,1 0 0,0 0 0,0 0 0,0-1 0,1 0 0,0 0 0,0 0 0,1-1 0,15 10 0,-17-13 0,1 0 0,0-1 0,-1 1 0,1-1 0,0-1 0,0 1 0,11 0 0,-4-1 0,1-1 0,24-2 0,-37 2 0,0-1 0,0 1 0,0 0 0,0-1 0,0 0 0,-1 1 0,1-1 0,0 0 0,0 0 0,0 0 0,-1 0 0,1 0 0,-1-1 0,1 1 0,-1 0 0,1-1 0,0-1 0,0 0 0,0 0 0,0 0 0,-1 0 0,1 0 0,-1-1 0,0 1 0,0 0 0,0-1 0,0-3 0,0-3 0,0 0 0,-1 0 0,0 0 0,-1 0 0,0 0 0,-3-10 0,4 17 0,-1 1 0,0-1 0,0 1 0,0-1 0,0 1 0,-1-1 0,1 1 0,-1 0 0,1 0 0,-4-4 0,5 6 0,0 0 0,-1-1 0,1 1 0,-1 0 0,1 0 0,0-1 0,-1 1 0,1 0 0,-1 0 0,1-1 0,-1 1 0,1 0 0,0 0 0,-1 0 0,1 0 0,-1 0 0,1 0 0,-1 0 0,1 0 0,-1 0 0,1 0 0,-1 0 0,1 0 0,-1 0 0,0 1 0,0 0 0,0-1 0,0 1 0,1 0 0,-1-1 0,0 1 0,1 0 0,-1 0 0,0 0 0,1 0 0,-1 0 0,1-1 0,-1 1 0,1 0 0,0 0 0,-1 2 0,0 1 0,0 0 0,1 0 0,-1 0 0,1 0 0,0 0 0,0 0 0,0 0 0,0 0 0,1 0 0,0 0 0,0 0 0,2 5 0,3 8 0,13 24 0,-10-22 0,118 205 0,-46-91 0,-73-118 0,19 37 0,-24-47 0,-1 0 0,0 1 0,-1-1 0,1 1 0,-1 0 0,0 0 0,0 9 0,-1-14 0,0 1 0,0-1 0,-1 0 0,1 0 0,0 1 0,-1-1 0,1 0 0,-1 0 0,1 0 0,-1 0 0,0 1 0,1-1 0,-1 0 0,0 0 0,0 0 0,0 0 0,0-1 0,0 1 0,0 0 0,0 0 0,0 0 0,0-1 0,0 1 0,0-1 0,0 1 0,-1-1 0,1 1 0,0-1 0,0 0 0,-1 1 0,1-1 0,-2 0 0,-6 1 0,1-1 0,0 0 0,-16-1 0,22 1 0,-12-3 0,1 1 0,0-1 0,0-1 0,0-1 0,1 0 0,-1 0 0,1-1 0,0-1 0,1 0 0,0 0 0,0-1 0,0-1 0,1 0 0,1 0 0,-11-14 0,18 21 0,0 0 0,0-1 0,0 1 0,1-1 0,0 1 0,-1-1 0,1 0 0,0 0 0,0 1 0,0-1 0,1 0 0,-1 0 0,1 0 0,-1 0 0,1-3 0,0 4 0,1 0 0,-1 0 0,1 0 0,-1 0 0,1 0 0,0 1 0,-1-1 0,1 0 0,0 0 0,0 1 0,0-1 0,1 0 0,-1 1 0,0-1 0,0 1 0,1 0 0,-1-1 0,1 1 0,0 0 0,-1 0 0,1 0 0,0 0 0,2-1 0,1 0-273,1-1 0,0 1 0,0 1 0,13-3 0,-6 2-6553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6.1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1 262 24575,'8'-4'0,"74"-50"0,-73 47 0,-1 0 0,0 0 0,0 0 0,-1-1 0,0 0 0,0-1 0,5-9 0,-10 14 0,0 0 0,-1 0 0,1 1 0,-1-1 0,0 0 0,0 0 0,-1 0 0,1-1 0,-1 1 0,0 0 0,0 0 0,0 0 0,0 0 0,-1 0 0,0 0 0,0 0 0,-2-7 0,2 7 0,-1 1 0,1 0 0,-1 0 0,0 0 0,0 0 0,0 0 0,0 0 0,0 0 0,-1 1 0,1-1 0,-1 1 0,1 0 0,-1-1 0,0 1 0,0 1 0,0-1 0,0 0 0,-1 1 0,1-1 0,0 1 0,-4-1 0,6 2 0,-1 0 0,0-1 0,1 1 0,-1 0 0,1 0 0,-1 0 0,1 0 0,-1 1 0,1-1 0,-1 0 0,0 1 0,1-1 0,0 1 0,-1-1 0,1 1 0,-1 0 0,1-1 0,-2 2 0,1 0 0,0 0 0,0 0 0,0 0 0,0 0 0,1 0 0,-1 0 0,1 1 0,-1-1 0,1 0 0,-1 3 0,0 1 0,0-1 0,1 1 0,-1-1 0,1 1 0,0-1 0,1 1 0,-1 0 0,1-1 0,1 11 0,1-6 0,0-1 0,0 1 0,1-1 0,0 0 0,1 0 0,0 0 0,1 0 0,-1-1 0,2 1 0,6 7 0,-8-11 0,1 0 0,0 0 0,0-1 0,0 1 0,1-1 0,-1 0 0,1-1 0,0 0 0,0 0 0,0 0 0,1 0 0,-1-1 0,1 0 0,-1-1 0,9 2 0,-7-2 24,-1 0 0,1-1 0,-1 0 0,9 0 0,-13-1-148,0 1 0,0-1 1,0 0-1,0 0 0,0 0 0,0 0 1,0 0-1,0-1 0,0 1 0,0-1 1,4-4-1,3-3-6702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6.5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45 24575,'-9'-9'0,"4"3"0,0 1 0,0 0 0,-1 1 0,-11-9 0,17 13 0,-1 0 0,1-1 0,0 1 0,-1 0 0,1 0 0,0-1 0,-1 1 0,1 0 0,-1 0 0,1 0 0,0 0 0,-1-1 0,1 1 0,-1 0 0,1 0 0,-1 0 0,1 0 0,0 0 0,-1 0 0,1 0 0,-1 0 0,1 0 0,-1 0 0,0 1 0,3 8 0,13 12 0,19 16 0,0-1 0,3-2 0,48 36 0,-83-68 0,0-1 0,0 1 0,0 0 0,0 0 0,0-1 0,-1 1 0,1 0 0,-1 0 0,1 1 0,-1-1 0,1 3 0,-2-5 0,0 1 0,1-1 0,-1 1 0,0-1 0,0 1 0,0-1 0,0 1 0,0-1 0,0 1 0,0-1 0,0 1 0,0-1 0,-1 1 0,1-1 0,0 1 0,0-1 0,0 1 0,0-1 0,-1 1 0,1-1 0,0 0 0,-1 1 0,0 0 0,0 0 0,0 0 0,0-1 0,0 1 0,0-1 0,0 1 0,0-1 0,0 1 0,-1-1 0,1 1 0,0-1 0,0 0 0,-2 0 0,-44 7 0,24-5 0,0 1 0,0 2 0,1 0 0,-35 13 0,26-6-1365,18-7-5461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46.9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24575,'13'-5'0,"6"-2"0,3 1 0,2 1 0,0 1 0,-2 5 0,-2 1 0,-1 0 0,-5 1-8191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1.0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 24575,'0'0'0,"0"0"0,0 0 0,0 0 0,0 0 0,0 0 0,0 0 0,0 0 0,0 0 0,0 0 0,0 0 0,0 0 0,0 0 0,0 0 0,0-1 0,0 1 0,0 0 0,0 0 0,0 0 0,0 0 0,0 0 0,0 0 0,0 0 0,0 0 0,0 0 0,0 0 0,0 0 0,0 0 0,0 0 0,0 0 0,0 0 0,0-1 0,0 1 0,0 0 0,0 0 0,0 0 0,0 0 0,0 0 0,0 0 0,0 0 0,0 0 0,0 0 0,0 0 0,0 0 0,1 0 0,-1 0 0,0 0 0,0 0 0,0 0 0,0 0 0,0 0 0,0 0 0,0 0 0,0 0 0,0 0 0,0 0 0,0 0 0,0 0 0,0 0 0,0 0 0,1 0 0,-1 0 0,0 0 0,0 0 0,0 0 0,4 5 0,4 8 0,46 105 0,-49-109 0,10 19 0,-2 2 0,18 51 0,-31-80 0,0 0 0,0 0 0,1 0 0,-1 0 0,0 0 0,1 0 0,-1 0 0,1 0 0,-1 0 0,1 0 0,-1-1 0,1 1 0,0 0 0,-1 0 0,2 1 0,2-5 0,-1-8 0,0-37 0,4-24 0,-5 53 0,-2 12 0,1 0 0,0 1 0,0-1 0,1 0 0,2-8 0,-3 14 0,-1-1 0,1 1 0,0 0 0,-1 0 0,1 0 0,0 0 0,0 0 0,0 0 0,0 0 0,0 0 0,-1 1 0,2-1 0,-1 0 0,0 0 0,0 1 0,0-1 0,0 1 0,0-1 0,0 1 0,1-1 0,-1 1 0,0 0 0,0-1 0,1 1 0,-1 0 0,0 0 0,1 0 0,-1 0 0,0 0 0,0 0 0,1 1 0,-1-1 0,2 1 0,3 1 0,0 0 0,0 1 0,0-1 0,0 1 0,-1 0 0,7 6 0,31 26 0,2 9 0,-25-24 0,1 0 0,40 28 0,-55-44-118,-2-2-21,-1 0 1,1 0-1,-1 1 1,0-1-1,0 1 1,1 0-1,-2 0 0,5 6 1,-2-1-6688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1.5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107 135 24575,'-5'-11'0,"-1"-2"0,-1 0 0,0 1 0,0 0 0,-2 0 0,-17-21 0,25 32 0,1 0 0,-1 1 0,0-1 0,1 0 0,-1 1 0,0-1 0,0 0 0,0 1 0,0-1 0,0 1 0,0-1 0,0 1 0,0-1 0,0 1 0,0 0 0,0 0 0,0-1 0,0 1 0,0 0 0,0 0 0,0 0 0,-2 0 0,2 1 0,1-1 0,-1 1 0,0-1 0,0 1 0,0 0 0,1-1 0,-1 1 0,0 0 0,1 0 0,-1-1 0,0 1 0,1 0 0,-1 0 0,1 0 0,0 0 0,-1 0 0,1 0 0,-1 1 0,0 5 0,-1-1 0,2 1 0,-1-1 0,0 0 0,2 13 0,0-8 0,1 0 0,0 0 0,1 0 0,0-1 0,0 1 0,1-1 0,1 0 0,-1 0 0,12 16 0,-14-24 0,1 0 0,-1 0 0,1 0 0,-1 0 0,1 0 0,0-1 0,0 1 0,-1-1 0,1 0 0,0 0 0,0 0 0,0 0 0,0 0 0,1-1 0,-1 1 0,0-1 0,0 0 0,0 0 0,0 0 0,0-1 0,4 0 0,3 0 0,0-1 0,0-1 0,0 0 0,-1 0 0,12-6 0,-17 8 0,-1-1 0,1 0 0,-1 0 0,0 0 0,0 0 0,0-1 0,0 1 0,0-1 0,-1 0 0,1 0 0,-1 0 0,1 0 0,-1 0 0,0 0 0,0-1 0,-1 1 0,1-1 0,-1 1 0,0-1 0,0 0 0,0 1 0,0-1 0,0 0 0,-1 0 0,0 0 0,0 1 0,0-1 0,0 0 0,-1 0 0,1 0 0,-1 1 0,0-1 0,0 0 0,0 1 0,-1-1 0,1 0 0,-1 1 0,0 0 0,0-1 0,0 1 0,0 0 0,-5-5 0,0 2-97,-1-1-1,1 1 1,-1 1-1,-1-1 1,1 1-1,-1 1 1,0 0-1,0 0 1,0 0-1,0 1 1,-1 1-1,1 0 0,-13-2 1,9 3-6729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5.1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29 24575,'-3'-4'0,"-1"0"0,0 0 0,1 0 0,-6-3 0,9 6 0,0 1 0,-1-1 0,1 1 0,0 0 0,-1-1 0,1 1 0,0 0 0,-1-1 0,1 1 0,-1 0 0,1 0 0,-1 0 0,1-1 0,0 1 0,-1 0 0,1 0 0,-1 0 0,1 0 0,-1 0 0,1 0 0,-1 0 0,1 0 0,-1 0 0,1 0 0,-1 0 0,1 0 0,-1 0 0,1 0 0,-1 0 0,1 0 0,-1 1 0,1-1 0,0 0 0,-1 0 0,1 0 0,-1 1 0,1-1 0,0 0 0,-1 1 0,1-1 0,0 0 0,-1 1 0,1-1 0,0 1 0,-1-1 0,1 0 0,0 1 0,0-1 0,0 1 0,-1-1 0,1 1 0,0-1 0,0 1 0,0-1 0,0 1 0,0-1 0,0 0 0,0 1 0,0-1 0,0 1 0,0 0 0,0 3 0,0 0 0,0 0 0,0-1 0,1 1 0,0 0 0,0 0 0,0 0 0,0-1 0,0 1 0,1-1 0,-1 1 0,1-1 0,0 1 0,0-1 0,0 0 0,5 5 0,4 4 0,1 0 0,19 15 0,-28-24 0,8 5 0,0 0 0,0 0 0,0-2 0,24 12 0,-29-16 0,-1 0 0,1 0 0,0 0 0,-1-1 0,1 0 0,0 0 0,0 0 0,0-1 0,-1 0 0,1 0 0,0 0 0,0-1 0,9-2 0,-13 2 0,0 1 0,-1-1 0,1 0 0,-1 0 0,1 0 0,-1 0 0,1 0 0,-1 0 0,1 0 0,-1-1 0,0 1 0,0 0 0,1-1 0,-1 1 0,1-4 0,0 2 0,-1-1 0,1 0 0,-1 0 0,0 1 0,0-1 0,0 0 0,0-5 0,-1 2 0,0 0 0,0-1 0,-1 1 0,0 0 0,0 0 0,0 0 0,-5-12 0,2 12 0,2 9 0,1 13 0,7 14 0,2-1 0,0 0 0,2 0 0,16 31 0,-14-30 0,47 92 0,-2-5 0,-46-91 0,-2 0 0,11 46 0,-19-70 0,-1 0 0,0 0 0,1 0 0,-1 0 0,0 0 0,0 0 0,0 0 0,0 0 0,0 0 0,0 0 0,0 0 0,0 0 0,0 0 0,0 0 0,0 0 0,-1 0 0,1 0 0,0 0 0,-1 0 0,1 0 0,-1 0 0,1 0 0,-1 0 0,1 0 0,-1-1 0,0 1 0,1 0 0,-1 0 0,0-1 0,0 1 0,0 0 0,1-1 0,-1 1 0,0-1 0,0 1 0,0-1 0,0 0 0,0 1 0,0-1 0,0 0 0,0 0 0,0 1 0,0-1 0,-1 0 0,-3 0 0,-1 0 0,1-1 0,0 1 0,0-1 0,0 0 0,0-1 0,-7-2 0,-15-7 0,1-1 0,0-1 0,-35-25 0,53 32 0,0 0 0,0 0 0,1-1 0,-12-14 0,17 18 0,0 0 0,0 1 0,1-1 0,-1 0 0,1 0 0,0 0 0,-1 0 0,0-5 0,2 7 0,0-1 0,0 1 0,0-1 0,0 0 0,0 1 0,0-1 0,0 0 0,0 1 0,1-1 0,-1 1 0,1-1 0,-1 1 0,1-1 0,-1 1 0,1-1 0,0 1 0,2-3 0,-1 2 0,0 0 0,0 0 0,0 1 0,0-1 0,1 0 0,-1 1 0,0-1 0,1 1 0,0 0 0,-1 0 0,1 0 0,0 0 0,-1 1 0,1-1 0,3 0 0,8 0 0,24 0 0,-26 1 0,30 1-1365,-24 0-5461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5.8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45 223 24575,'11'-37'0,"12"-33"0,-19 61 0,0 0 0,1 1 0,-1-1 0,2 1 0,7-11 0,-9 16 0,0-1 0,0 1 0,0-1 0,1 1 0,-1 0 0,10-4 0,9-6 0,-23 13 0,1 0 0,-1 0 0,0 0 0,0-1 0,1 1 0,-1 0 0,0 0 0,0 0 0,0 0 0,1 0 0,-1-1 0,0 1 0,0 0 0,0 0 0,1 0 0,-1-1 0,0 1 0,0 0 0,0 0 0,0-1 0,0 1 0,0 0 0,0 0 0,0-1 0,0 1 0,1 0 0,-1 0 0,0-1 0,0 1 0,0 0 0,0 0 0,-1-1 0,-6-3 0,-15 1 0,22 3 0,-13 0 0,1 1 0,0-1 0,-22 6 0,28-5 0,0 0 0,0 1 0,1 0 0,-1 0 0,1 0 0,-1 1 0,1 0 0,0 0 0,-9 8 0,13-10 0,-1 0 0,1 1 0,-1 0 0,1-1 0,0 1 0,0 0 0,0 0 0,0-1 0,0 1 0,0 0 0,0 0 0,1 0 0,-1 0 0,1 0 0,-1 1 0,1 3 0,0-3 0,0 0 0,1 1 0,-1-1 0,1 0 0,0 0 0,0 1 0,0-1 0,0 0 0,3 5 0,3 3 0,1-1 0,-1 0 0,2 0 0,13 13 0,-9-13 0,-1 1 0,2-2 0,-1 0 0,1 0 0,1-1 0,-1-1 0,1-1 0,0 0 0,1 0 0,31 5 0,-4 1 0,-29-7 0,0-2 0,0 1 0,1-2 0,18 2 0,-21-5-1365,-3-2-5461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6.3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200 85 24575,'-17'-17'0,"-23"-18"0,35 31 0,-1 0 0,1 1 0,-1-1 0,0 1 0,0 0 0,-1 1 0,1-1 0,0 1 0,-8-1 0,13 2 0,0 1 0,0 0 0,0 0 0,0 0 0,0 0 0,0 0 0,0 0 0,0 0 0,0 0 0,0 1 0,0-1 0,1 0 0,-1 0 0,0 1 0,0-1 0,0 1 0,0-1 0,0 1 0,0-1 0,1 1 0,-1-1 0,0 1 0,0 1 0,0-1 0,0 0 0,0 1 0,0-1 0,1 1 0,-1 0 0,0-1 0,1 1 0,0-1 0,-1 1 0,1 0 0,0-1 0,0 4 0,0 0 0,0 0 0,1 0 0,0 0 0,0 0 0,0 0 0,0 0 0,1 0 0,2 5 0,1-2 0,0 0 0,0-1 0,0 0 0,1 0 0,0-1 0,0 1 0,1-1 0,11 8 0,4 1 0,37 17 0,-1-1 0,-56-29 0,0-1 0,0 1 0,0-1 0,0 1 0,-1-1 0,1 1 0,-1 0 0,1 0 0,1 2 0,-3-3 0,0-1 0,1 1 0,-1-1 0,0 1 0,0 0 0,0-1 0,1 1 0,-1-1 0,0 1 0,0 0 0,0-1 0,0 1 0,0-1 0,0 1 0,0 0 0,0-1 0,0 1 0,0-1 0,-1 1 0,1 0 0,0-1 0,0 1 0,0-1 0,-1 1 0,1-1 0,0 1 0,-1-1 0,1 1 0,-1-1 0,1 1 0,0-1 0,-1 1 0,1-1 0,-1 0 0,1 1 0,-1-1 0,1 0 0,-1 1 0,1-1 0,-1 0 0,0 1 0,-13 4 0,1-1 0,-1 0 0,-28 5 0,-8 2 0,-68 27-1365,99-33-5461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7.7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30 24575,'-1'0'0,"0"0"0,0 0 0,0 0 0,-1 0 0,1 0 0,0 0 0,0 1 0,0-1 0,0 0 0,0 1 0,-1-1 0,1 0 0,0 1 0,0-1 0,0 1 0,0 0 0,0-1 0,0 1 0,1 0 0,-1 0 0,0-1 0,0 1 0,0 0 0,1 0 0,-2 1 0,2 0 0,-1-1 0,1 1 0,0 0 0,0-1 0,-1 1 0,1 0 0,0-1 0,0 1 0,1-1 0,-1 1 0,0 0 0,1-1 0,-1 1 0,1-1 0,-1 1 0,1-1 0,1 3 0,3 6 0,1 0 0,1 0 0,-1-1 0,1 0 0,1 0 0,0-1 0,0 0 0,16 12 0,-8-9 0,1 1 0,1-2 0,-1-1 0,22 9 0,-33-16 0,-1 0 0,1 0 0,-1 0 0,1-1 0,-1 0 0,1 0 0,0-1 0,0 0 0,-1 1 0,11-3 0,-13 2 0,0-1 0,-1 0 0,1 0 0,0 0 0,-1 0 0,1 0 0,-1 0 0,1-1 0,-1 1 0,0-1 0,1 0 0,-1 0 0,0 0 0,0 0 0,0 0 0,-1 0 0,1-1 0,0 1 0,-1 0 0,0-1 0,1 1 0,-1-1 0,1-3 0,1-4 0,0-1 0,0 0 0,-2 0 0,1 0 0,-1 0 0,-1 0 0,0 0 0,0 0 0,-1 0 0,-1 0 0,0 0 0,0 0 0,-1 0 0,0 0 0,-6-11 0,9 21 0,0 1 0,0 0 0,0 0 0,-1 0 0,1-1 0,0 1 0,0 0 0,0 0 0,0-1 0,0 1 0,0 0 0,0 0 0,0 0 0,0-1 0,-1 1 0,1 0 0,0 0 0,0 0 0,0-1 0,0 1 0,-1 0 0,1 0 0,0 0 0,0 0 0,0 0 0,-1 0 0,1-1 0,0 1 0,0 0 0,-1 0 0,1 0 0,0 0 0,0 0 0,-1 0 0,1 0 0,0 0 0,0 0 0,0 0 0,-1 0 0,-2 11 0,4 16 0,5 2 0,1-1 0,1 0 0,2 0 0,15 29 0,-1 2 0,60 148 0,-81-201 0,-1 0 0,0 1 0,0-1 0,-1 1 0,0 0 0,1 7 0,-2-12 0,0-1 0,0 1 0,0-1 0,0 0 0,0 1 0,-1-1 0,1 1 0,0-1 0,-1 0 0,1 1 0,-1-1 0,1 0 0,-1 1 0,0-1 0,0 0 0,1 0 0,-1 0 0,0 0 0,0 0 0,0 0 0,0 0 0,0 0 0,-1 0 0,1 0 0,0 0 0,0-1 0,0 1 0,-1 0 0,1-1 0,0 1 0,-1-1 0,1 1 0,-1-1 0,-1 0 0,-4 1 0,0-1 0,0 1 0,1-2 0,-1 1 0,0-1 0,0 0 0,1 0 0,-8-3 0,-53-22 0,37 13 0,24 11 0,0-1 0,1 0 0,-1 0 0,1 0 0,-1-1 0,-7-7 0,12 10 0,0 1 0,0-1 0,0 0 0,0 0 0,1 0 0,-1-1 0,0 1 0,0 0 0,1 0 0,-1 0 0,1 0 0,-1-1 0,1 1 0,-1 0 0,1 0 0,0-1 0,0 1 0,-1 0 0,1-1 0,0 1 0,0 0 0,0-1 0,1 1 0,-1 0 0,0-1 0,0 1 0,1 0 0,-1 0 0,1-1 0,-1 1 0,1 0 0,-1 0 0,1 0 0,0-1 0,0 1 0,0 0 0,-1 0 0,3-1 0,0-1 0,0 1 0,0 0 0,0 0 0,0 0 0,0 0 0,1 0 0,-1 1 0,1-1 0,3 0 0,37-9 0,-27 8 0,15-2-34,-22 3-188,0 1 0,0-1 0,-1-1 1,1 0-1,10-5 0,-12 3-6604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8.2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17 324 24575,'22'-31'0,"30"-59"0,-46 78 0,-1 0 0,0 0 0,-1 0 0,-1-1 0,0 0 0,0 0 0,-1 0 0,0-23 0,-2 33 0,0 0 0,-1-1 0,1 1 0,-1 0 0,0 0 0,0 0 0,0 0 0,0 0 0,-1 0 0,1 0 0,-1 0 0,0 0 0,0 0 0,0 1 0,0-1 0,0 1 0,-1-1 0,-2-1 0,3 2 0,1 1 0,-1 0 0,0 0 0,1 1 0,-1-1 0,0 0 0,0 0 0,1 1 0,-1-1 0,0 1 0,0 0 0,0 0 0,0-1 0,0 1 0,0 0 0,1 0 0,-1 1 0,0-1 0,0 0 0,0 1 0,0-1 0,0 1 0,1 0 0,-1-1 0,0 1 0,1 0 0,-1 0 0,0 0 0,1 0 0,-1 0 0,1 1 0,-3 1 0,1 1 0,-1 0 0,1-1 0,0 1 0,0 1 0,1-1 0,-1 0 0,1 1 0,0-1 0,0 1 0,0 0 0,1-1 0,-1 1 0,1 0 0,0 0 0,1 0 0,-1 0 0,1 0 0,0 0 0,0 0 0,2 8 0,-1-7 0,1 0 0,-1-1 0,1 1 0,0-1 0,1 1 0,-1-1 0,1 0 0,0 0 0,0 0 0,1 0 0,0 0 0,-1-1 0,2 0 0,-1 0 0,0 0 0,1 0 0,5 3 0,12 5 0,1-1 0,0-1 0,0-1 0,1-1 0,36 7 0,-54-14 20,0 0 0,0 0 0,1 0 0,-1-1 0,8 0 0,-12 0-94,0 0-1,0-1 1,0 1 0,0-1 0,0 1-1,0-1 1,0 0 0,0 0 0,-1 0-1,1 0 1,0 0 0,0 0 0,-1 0-1,1-1 1,-1 1 0,1-1 0,-1 1-1,0-1 1,2-2 0,2-4-6752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8.6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198 19 24575,'-7'-4'0,"0"1"0,0 1 0,0-1 0,0 1 0,-12-2 0,18 4 0,-1 0 0,1 0 0,-1 0 0,0 0 0,1 0 0,-1 0 0,1 1 0,-1-1 0,0 0 0,1 1 0,-1-1 0,1 1 0,-3 1 0,3-1 0,0 0 0,0-1 0,0 1 0,1 0 0,-1 0 0,0 0 0,0 0 0,1 0 0,-1 0 0,1 0 0,-1 0 0,1 1 0,0-1 0,-1 0 0,1 0 0,0 0 0,0 0 0,0 1 0,0-1 0,0 0 0,0 2 0,1 5 0,0-1 0,0 1 0,1-1 0,0 1 0,1-1 0,-1 0 0,7 11 0,-1-2 0,1 0 0,13 15 0,-10-16 0,1-1 0,1-1 0,0 0 0,30 21 0,-15-13 0,-28-20 0,0-1 0,0 1 0,0 0 0,0-1 0,-1 1 0,1 0 0,0-1 0,0 1 0,-1 0 0,1 0 0,0 0 0,-1 0 0,1 0 0,0 0 0,-1 0 0,0 0 0,1 0 0,-1 0 0,0 0 0,1 0 0,-1 0 0,0 0 0,0 0 0,0 0 0,0 0 0,0 1 0,0-1 0,0 2 0,-1-2 0,0 1 0,-1 0 0,1-1 0,0 1 0,0-1 0,-1 0 0,1 1 0,-1-1 0,1 0 0,-1 0 0,1 0 0,-1 0 0,0 0 0,1-1 0,-1 1 0,-2 0 0,-31 11 0,-1-3 0,-60 9 0,31-7 0,38-5-1365,4-2-5461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3:59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11 24575,'2'-11'0,"3"16"0,7 19 0,-10-20 0,24 63 0,-15-38 0,0-1 0,20 33 0,-31-60 0,0-1 0,0 1 0,1 0 0,-1-1 0,0 1 0,0-1 0,1 1 0,-1-1 0,1 1 0,-1-1 0,0 1 0,1-1 0,-1 1 0,1-1 0,-1 0 0,1 1 0,-1-1 0,1 0 0,0 1 0,-1-1 0,1 0 0,-1 0 0,1 0 0,-1 1 0,1-1 0,0 0 0,-1 0 0,2 0 0,-1-1 0,0 1 0,0-1 0,-1 1 0,1-1 0,0 0 0,-1 0 0,1 1 0,0-1 0,-1 0 0,1 0 0,-1 1 0,0-1 0,1 0 0,-1 0 0,1 0 0,-1-1 0,2-6 0,0 0 0,0 1 0,0-13 0,14-112 0,-16 130 0,0 0 0,0 0 0,1 0 0,-1 0 0,1 0 0,-1 0 0,1 0 0,0 0 0,0 0 0,0 0 0,0 1 0,0-1 0,0 0 0,1 1 0,-1-1 0,0 1 0,1-1 0,1 0 0,-1 1 0,0 0 0,-1 0 0,1 1 0,0 0 0,0-1 0,0 1 0,0 0 0,-1 0 0,1-1 0,0 2 0,0-1 0,0 0 0,0 0 0,0 0 0,-1 1 0,1-1 0,0 1 0,0 0 0,-1-1 0,3 2 0,17 9 0,-1 1 0,0 1 0,-1 1 0,-1 0 0,22 22 0,16 12 0,-47-42 0,-3-1 0,0-1 0,0 1 0,0 0 0,-1 1 0,0-1 0,0 1 0,5 8 0,-10-14 0,1 0 0,-1 0 0,0 1 0,0-1 0,0 0 0,0 1 0,0-1 0,0 0 0,0 0 0,0 1 0,0-1 0,0 0 0,0 1 0,0-1 0,0 0 0,0 0 0,0 1 0,-1-1 0,1 0 0,0 1 0,0-1 0,0 0 0,0 0 0,0 1 0,-1-1 0,1 0 0,0 0 0,0 0 0,0 1 0,-1-1 0,1 0 0,0 0 0,0 0 0,-1 0 0,1 1 0,0-1 0,0 0 0,-1 0 0,1 0 0,0 0 0,-1 0 0,1 0 0,0 0 0,0 0 0,-1 0 0,1 0 0,-1 0 0,-16 1 0,15-1 0,-12 0-1365,1 0-5461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00.5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89 150 24575,'3'-9'0,"-1"0"0,1 0 0,-1 0 0,-1 0 0,0-1 0,0 1 0,-1 0 0,-1-12 0,1 20 0,0 1 0,0-1 0,0 0 0,0 1 0,0-1 0,0 0 0,0 1 0,-1-1 0,1 1 0,0-1 0,0 0 0,-1 1 0,1-1 0,0 1 0,-1-1 0,1 1 0,0-1 0,-1 1 0,1-1 0,-1 1 0,1 0 0,-1-1 0,1 1 0,-1 0 0,1-1 0,-2 0 0,1 1 0,0 1 0,0-1 0,0 0 0,0 0 0,0 0 0,0 0 0,0 1 0,0-1 0,1 0 0,-1 1 0,0-1 0,0 1 0,0-1 0,0 1 0,-1 0 0,-4 5 0,-1 0 0,1 1 0,-6 7 0,8-9 0,2-3 0,-3 3 0,-1 1 0,1 1 0,1-1 0,-1 1 0,-5 12 0,9-17 0,1-1 0,-1 1 0,0 0 0,1 0 0,0 0 0,-1 0 0,1 0 0,0 0 0,0 0 0,0 0 0,0 0 0,1-1 0,-1 1 0,0 0 0,1 0 0,0 0 0,-1 0 0,1 0 0,0-1 0,0 1 0,0 0 0,0-1 0,0 1 0,0-1 0,0 1 0,0-1 0,1 1 0,-1-1 0,3 2 0,4 2 0,-1 0 0,1 0 0,0-1 0,0 0 0,0 0 0,0-1 0,1 0 0,12 3 0,74 8 0,-84-13 0,-5 0 0,0-1 0,0 1 0,1-1 0,-1-1 0,0 1 0,1-1 0,-1 0 0,6-3 0,-10 4 0,1-1 0,-1 0 0,0 0 0,0 0 0,0-1 0,0 1 0,0 0 0,0-1 0,0 0 0,0 1 0,-1-1 0,1 0 0,-1 0 0,1 0 0,-1 0 0,0 0 0,1 0 0,-1 0 0,0 0 0,-1-1 0,1 1 0,0 0 0,0-5 0,0 1 7,0-1 0,-1 0 0,0 0 0,0 0 0,0 0 1,-1 0-1,0 0 0,-1 0 0,0 0 0,0 1 0,0-1 0,-1 1 0,1-1 0,-2 1 0,1 0 0,-9-11 0,8 11-100,-1 0 0,-1 0 1,1 1-1,-1 0 0,0 0 0,0 0 0,0 1 0,0 0 1,-1 0-1,0 1 0,0 0 0,0 0 0,0 0 1,0 1-1,-11-2 0,3 2-6733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4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2 24575,'0'0'0,"0"0"0,0 0 0,0 0 0,0-1 0,0 1 0,0 0 0,0 0 0,0 0 0,0 0 0,-1 0 0,1 0 0,0 0 0,0 0 0,0 0 0,0 0 0,0 0 0,0 0 0,0 0 0,0 0 0,0 0 0,0 0 0,0 0 0,-1 0 0,1 0 0,0 0 0,0 0 0,0 0 0,0 0 0,0 0 0,0 0 0,0 0 0,0 0 0,0 0 0,-1 0 0,1 0 0,0 0 0,0 0 0,0 0 0,0 0 0,0 0 0,0 0 0,0 0 0,0 0 0,0 0 0,0 0 0,0 0 0,0 0 0,0 1 0,0-1 0,-1 0 0,1 0 0,0 0 0,0 0 0,0 0 0,0 0 0,0 0 0,0 0 0,0 0 0,0 0 0,0 0 0,0 1 0,0-1 0,0 0 0,0 0 0,0 0 0,0 0 0,0 0 0,1 12 0,4 15 0,4 1 0,-2 1 0,5 37 0,-3-16 0,16 50 0,-20-82 0,-3-8 0,-1-7 0,-1 1 0,1 0 0,1-1 0,-1 1 0,0-1 0,1 1 0,2 3 0,-3-6 0,0 0 0,0 0 0,1 0 0,-1 0 0,0 0 0,0 0 0,0-1 0,1 1 0,-1 0 0,0-1 0,0 1 0,1-1 0,-1 0 0,1 1 0,-1-1 0,0 0 0,1 0 0,-1 0 0,1 0 0,-1 0 0,1 0 0,-1 0 0,3-1 0,21-3 0,4 0 0,52-3 0,-58 8-61,-13 0-200,-1-1 1,0 0-1,0 0 0,16-4 0,-15 1-6565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4.9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47 24575,'18'49'0,"2"7"0,3 0 0,31 56 0,-41-93 0,-6-6 0,-5-11 0,-3-3 0,-41-44 0,23 26 0,1 0 0,1-2 0,-28-42 0,43 58 0,0 1 0,0-1 0,1 0 0,-1 0 0,1 0 0,0 0 0,0 1 0,1-1 0,-1-1 0,1 1 0,0 0 0,0 0 0,1 0 0,0 0 0,0 0 0,0 1 0,0-1 0,1 0 0,0 0 0,0 1 0,0-1 0,5-7 0,-4 7 0,1 0 0,0 0 0,-1 1 0,2-1 0,-1 1 0,0 0 0,1 0 0,0 0 0,0 1 0,0 0 0,0 0 0,0 0 0,1 0 0,-1 1 0,1 0 0,0 0 0,0 1 0,9-2 0,-11 2 0,0 1 0,1 0 0,-1 0 0,0 0 0,0 0 0,0 1 0,5 1 0,-7-2 0,-1 1 0,0 0 0,1-1 0,-1 1 0,0 0 0,0-1 0,0 1 0,0 0 0,1 0 0,-1 0 0,0 0 0,-1 0 0,1 1 0,0-1 0,0 0 0,0 0 0,-1 0 0,1 1 0,-1-1 0,1 0 0,-1 1 0,1-1 0,-1 1 0,0 1 0,2 9 0,-1 0 0,0-1 0,-1 1 0,0 0 0,-1 0 0,-1 0 0,0-1 0,-4 14 0,5-22-105,0 0 0,0-1 0,-1 1 0,1 0 0,-1-1 0,0 1 0,1-1 0,-1 0 0,0 0 0,-1 0 0,1 0 0,-3 2 0,-5 3-6721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6.1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24575,'9'65'0,"6"34"0,-12-87 0,0 0 0,1 0 0,0 0 0,1 0 0,11 19 0,2-7 120,-17-23-207,1 0-1,-1 0 1,0 0 0,0 0-1,0 0 1,1 0 0,-1 0-1,0-1 1,1 1-1,-1 0 1,1-1 0,-1 1-1,1-1 1,-1 0 0,1 1-1,2-1 1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6.4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24575,'12'-17'0,"7"-7"0,3 2 0,0 2 0,-1 3 0,-2 6 0,-2 5 0,-3 0 0,-4 4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6.6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24575,'26'-2'0,"7"-4"0,-1-3 0,-7 0-8191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7.1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 0 24575,'-2'13'0,"-4"6"0,-1 3 0,2 0 0,-2-2 0,0-1 0,0-1 0,0-2 0,-1-3 0,-1-1 0,-2-3 0,1-3-8191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8.1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1 24575,'0'0'0,"0"0"0,-1 0 0,1 1 0,0-1 0,-1 0 0,1 1 0,0-1 0,0 1 0,-1-1 0,1 0 0,0 1 0,0-1 0,0 1 0,0-1 0,-1 0 0,1 1 0,0-1 0,0 1 0,0-1 0,0 1 0,0-1 0,0 1 0,0-1 0,0 0 0,0 1 0,1-1 0,-1 1 0,0-1 0,0 1 0,4 17 0,-4-17 0,14 45 0,2-1 0,1-1 0,29 49 0,-22-44 0,-20-40-1365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8.5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1 298 24575,'51'1'0,"84"-4"0,-130 2 0,0 1 0,0-1 0,-1 0 0,1 0 0,-1-1 0,7-2 0,-10 4 0,0-1 0,0 1 0,0-1 0,0 0 0,0 0 0,0 1 0,0-1 0,0 0 0,-1 0 0,1 0 0,0 0 0,0 0 0,-1 0 0,1 0 0,-1 0 0,1 0 0,-1 0 0,1-1 0,-1 1 0,0 0 0,0 0 0,1 0 0,-1-1 0,0 1 0,0 0 0,0 0 0,0 0 0,0-1 0,-1-1 0,-2-8 0,-1 0 0,0 0 0,0 1 0,-1-1 0,0 1 0,-1 0 0,-7-10 0,-13-22 0,19 29 0,-16-36 0,21 45 0,1-1 0,-1 1 0,1-1 0,0 1 0,0-1 0,1 0 0,-1 1 0,1-9 0,0 12 0,0 1 0,0 0 0,0 0 0,0 0 0,0-1 0,0 1 0,0 0 0,0 0 0,0 0 0,0 0 0,0-1 0,0 1 0,1 0 0,-1 0 0,0 0 0,0-1 0,0 1 0,0 0 0,0 0 0,0 0 0,0 0 0,0-1 0,1 1 0,-1 0 0,0 0 0,0 0 0,0 0 0,0 0 0,0 0 0,1-1 0,-1 1 0,0 0 0,0 0 0,0 0 0,1 0 0,-1 0 0,0 0 0,0 0 0,0 0 0,0 0 0,1 0 0,-1 0 0,0 0 0,0 0 0,0 0 0,1 0 0,-1 0 0,0 0 0,0 0 0,0 0 0,1 0 0,-1 0 0,0 1 0,0-1 0,0 0 0,0 0 0,1 0 0,-1 0 0,0 0 0,0 0 0,0 1 0,0-1 0,0 0 0,0 0 0,1 0 0,-1 0 0,0 1 0,0-1 0,0 0 0,10 13 0,9 22 32,-1 2-1,-1 1 0,18 63 1,18 42-1523,-46-128-5335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0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98 212 24575,'6'39'0,"-1"1"0,-1 69 0,-4-105 0,-1 0 0,1 0 0,1 0 0,-1 0 0,1 0 0,-1 0 0,1 0 0,0 0 0,1 0 0,1 5 0,-2-9 0,-1 0 0,0 0 0,0 0 0,0 0 0,0 0 0,0 0 0,0 0 0,1 0 0,-1 0 0,0 0 0,0 0 0,0 0 0,0 0 0,0 0 0,0 0 0,1 0 0,-1 0 0,0 0 0,0 0 0,0 0 0,0 0 0,0 0 0,0 0 0,1 0 0,-1 0 0,0 0 0,0 0 0,0-1 0,0 1 0,0 0 0,0 0 0,0 0 0,0 0 0,0 0 0,0 0 0,1 0 0,-1-1 0,0 1 0,0 0 0,0 0 0,0 0 0,0 0 0,0 0 0,0 0 0,0-1 0,0 1 0,0 0 0,0 0 0,0 0 0,0 0 0,0 0 0,0 0 0,0-1 0,0 1 0,-1 0 0,1 0 0,2-10 0,-2-1 0,0 0 0,-1 0 0,0 0 0,-1 1 0,-4-15 0,-20-54 0,22 68 0,-3-7 0,-25-81 0,29 86 0,0 0 0,1-1 0,0 1 0,1 0 0,2-23 0,-1 34 0,0 0 0,0 0 0,1 0 0,-1 0 0,1 0 0,-1 0 0,1 0 0,0 1 0,0-1 0,0 0 0,0 0 0,0 1 0,0-1 0,0 0 0,0 1 0,1-1 0,-1 1 0,2-2 0,0 2 0,-1-1 0,1 1 0,0 0 0,-1 0 0,1 0 0,0 0 0,0 0 0,-1 0 0,1 1 0,0-1 0,4 1 0,0 0 0,0 0 0,0 1 0,0 0 0,0 0 0,0 0 0,0 1 0,0 0 0,-1 1 0,11 5 0,-12-6 0,-1 1 0,0 0 0,0 0 0,0 0 0,0 0 0,-1 1 0,1-1 0,-1 1 0,0 0 0,0 0 0,-1 0 0,1 1 0,3 8 0,-5-11 0,0 1 0,0-1 0,-1 1 0,1-1 0,-1 1 0,0-1 0,0 1 0,0-1 0,0 1 0,0 0 0,0-1 0,-1 1 0,1-1 0,-1 1 0,0-1 0,0 0 0,0 1 0,0-1 0,0 0 0,0 1 0,0-1 0,-1 0 0,1 0 0,-1 0 0,0 0 0,0 0 0,1-1 0,-4 3 0,-2 1 0,0 0 0,-1-1 0,0 0 0,0 0 0,0-1 0,0 0 0,-16 4 0,-1-2 0,-36 3 0,41-6-1365,2-1-5461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24575,'35'115'0,"17"47"0,-61-198 0,-23-38-1365,24 58-5461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7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24575,'7'-5'0,"6"-2"0,2 1 0,2 1 0,0-1 0,0 0 0,-1 2 0,0 1 0,0 1 0,-1 1 0,0 1 0,-1 0 0,1-3 0,-5 0 0,-7 0 0,-7 1 0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29.9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50 24575,'15'0'0,"7"-3"0,3-3 0,0 0 0,-5-2 0,-3-3 0,-2 2 0,-1 4 0,-3 3-8191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0.2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101 0 24575,'-3'18'0,"0"8"0,-3-1 0,0-1 0,-1-3 0,-3-5 0,1-2 0,0-4 0,-2-4 0,-1 1 0,-1-3 0,1 0-8191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0.9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24575,'10'27'0,"4"15"0,-2 2 0,1-1 0,-2-5 0,-1-7 0,-2-4 0,-2-3 0,0-4 0,0-3 0,-2-1 0,-2-7 0,-3-4 0,-1-5 0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1.4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57 24575,'19'-11'0,"0"1"0,0 1 0,30-10 0,-43 17 0,0 1 0,-1-1 0,1 1 0,0 0 0,0 1 0,0-1 0,0 1 0,0 0 0,0 1 0,0-1 0,0 1 0,0 0 0,-1 1 0,1 0 0,0 0 0,-1 0 0,8 4 0,-12-6 0,0 1 0,0-1 0,0 1 0,0-1 0,0 1 0,-1-1 0,1 1 0,0 0 0,0-1 0,-1 1 0,1 0 0,0-1 0,-1 1 0,1 0 0,-1 0 0,1 0 0,-1 0 0,1 0 0,-1 0 0,0 0 0,1 0 0,-1 0 0,0-1 0,0 1 0,0 0 0,0 0 0,0 0 0,0 0 0,0 0 0,0 0 0,0 0 0,0 0 0,0 0 0,-1 0 0,1 0 0,0 0 0,-1 0 0,1 0 0,-1 0 0,1 0 0,-1 0 0,1-1 0,-1 1 0,0 0 0,1 0 0,-1-1 0,-1 2 0,-3 3 0,0-1 0,0 0 0,0-1 0,-1 1 0,1-1 0,-7 3 0,-7 0 0,13-4 0,-1 1 0,1-1 0,0 1 0,0 0 0,-7 4 0,12-6 0,0 0 0,0-1 0,0 1 0,0 0 0,1 0 0,-1-1 0,0 1 0,1 0 0,-1 0 0,1 0 0,-1 0 0,1 0 0,-1 0 0,1 0 0,-1 0 0,1 0 0,0 0 0,0 0 0,-1 0 0,1 0 0,0 0 0,0 0 0,0 0 0,0 0 0,0 0 0,1 0 0,-1 1 0,0-1 0,0 0 0,1 0 0,-1 0 0,1 0 0,-1 0 0,1-1 0,-1 1 0,1 0 0,-1 0 0,1 0 0,0 1 0,5 4 0,-1 0 0,1 0 0,-1 0 0,2 0 0,-1-1 0,10 6 0,47 25 0,-6-4 0,-38-20 0,-1 2 0,0 0 0,26 28 0,-42-41 0,-1 1 0,0-1 0,0 0 0,0 1 0,0-1 0,0 1 0,0-1 0,0 1 0,-1-1 0,1 1 0,0 0 0,-1-1 0,0 1 0,1 0 0,-1 0 0,0-1 0,0 1 0,0 0 0,0 0 0,0-1 0,0 1 0,0 0 0,0 0 0,-1-1 0,0 4 0,-1-3 0,1 0 0,0 0 0,-1 0 0,1 0 0,-1 0 0,0 0 0,0 0 0,0-1 0,0 1 0,0-1 0,0 1 0,0-1 0,0 0 0,-1 0 0,1 0 0,0 0 0,-4 1 0,-9 1 0,-1 0 0,0-1 0,0-1 0,0-1 0,0 0 0,-24-4 0,38 4-68,0 0 0,0-1-1,-1 1 1,1 0 0,0-1 0,0 0-1,0 1 1,0-1 0,0 0 0,0 0-1,0 0 1,1 0 0,-1 0 0,0-1-1,0 1 1,1 0 0,-1-1-1,1 1 1,-2-3 0,-1-4-6758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1.7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24575,'5'21'0,"5"8"0,-1 2 0,2-1 0,-1-2 0,-1-2 0,0-3 0,-1-4 0,2-1 0,-1-3 0,0-2 0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2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42 24575,'13'-5'0,"6"-2"0,3 1 0,-1 1 0,0 1 0,-2 2 0,1 1 0,0 0 0,-1 1 0,-2 0 0,0 1 0,-2-3 0,0-2 0,-5 1 0,-7 1 0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2.5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24575,'3'0'0,"3"0"0,0-3 0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2.9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26 24575,'10'-4'0,"-1"0"0,1 0 0,-1 1 0,1 0 0,0 1 0,1 0 0,15-1 0,-23 2 0,0 1 0,0 0 0,1 0 0,-1 0 0,0 1 0,0-1 0,0 1 0,1 0 0,-1 0 0,0 0 0,0 0 0,0 0 0,0 1 0,-1-1 0,1 1 0,0 0 0,0 0 0,-1 0 0,0 0 0,1 0 0,-1 1 0,0-1 0,0 1 0,0 0 0,0-1 0,-1 1 0,1 0 0,1 3 0,-2-3 0,0-1 0,0 1 0,0 0 0,-1 0 0,1-1 0,-1 1 0,1 0 0,-1 0 0,0 0 0,0 0 0,0 0 0,-1 0 0,1-1 0,-1 1 0,1 0 0,-1 0 0,0 0 0,0-1 0,0 1 0,-2 3 0,0-2 0,-1 0 0,1 0 0,-1 0 0,1-1 0,-1 1 0,0-1 0,-1 0 0,1 0 0,0 0 0,-8 3 0,-3 1 0,0-1 0,-1 0 0,1-1 0,-1-1 0,0 0 0,0-1 0,0-1 0,-1 0 0,-19-1 0,20-1-1365,3-1-5461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3.5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24575,'8'45'0,"14"47"0,-17-77 0,0 1 0,1-1 0,1-1 0,1 1 0,0-1 0,15 21 0,-17-30 120,-6-5-147,0-1 0,0 1 0,0 0 0,0 0 0,0 0 0,0 0 0,0 0 0,1 0 0,-1 0 0,0 0 0,0 0 0,0 0 0,0 0 0,0 0 0,0 0 0,0 0 0,0-1 0,0 1 0,0 0 0,0 0 0,0 0 0,0 0 0,0 0 0,0 0 0,0 0 0,0 0 0,0 0 0,0 0 0,0 0 0,0 0 0,1 0 0,-1 0 0,0 0 0,0 0 0,0 0 0,0 0 0,0 0 0,0 0 0,0 0 0,0 0 0,0 0 0,0 0 0,0 0 0,0 0 0,0 0 0,1 0 0,-1 0 0,0 0 0,0 0 0,0 0 0,0 0 0,0 0 0,0 0 0,0 0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3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0 113 24575,'20'-13'0,"10"-3"0,1 0 0,-2 3 0,-2 1 0,-5 3 0,-2 3 0,-3 2 0,-4 0 0,-7 0 0,-4-2 0,-6 1 0,-3 0 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4.1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92 24575,'13'-12'0,"6"-5"0,3-2 0,0 3 0,-2 4 0,-1 4 0,-1 3 0,-2 2 0,-3 5 0,-1 2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4.4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 0 24575,'-5'20'0,"-4"9"0,-1 3 0,2-3 0,-1-2 0,-1-7 0,1-7-8191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5.5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90 103 24575,'4'46'0,"6"66"0,-7-91 0,1-1 0,1 1 0,10 24 0,-11-35 0,2 0 0,-1 0 0,10 12 0,-3-4 0,-8-13 0,-5-11 0,-7-14 0,-2 3 0,-25-31 0,21 30 0,-13-21 0,11 14 0,1 0 0,-18-38 0,30 56 0,0-1 0,0 0 0,0 0 0,1-1 0,1 1 0,0 0 0,0-1 0,0 1 0,1-14 0,1 18 0,0 0 0,0 0 0,0 0 0,1 0 0,-1 0 0,1 0 0,0 1 0,0-1 0,0 1 0,1-1 0,-1 1 0,1 0 0,0-1 0,0 1 0,0 1 0,0-1 0,5-3 0,-4 3 0,0 1 0,-1 0 0,1-1 0,1 1 0,-1 1 0,0-1 0,0 1 0,1-1 0,-1 1 0,0 1 0,1-1 0,-1 1 0,1-1 0,-1 1 0,9 1 0,1 2 0,-1 1 0,1 0 0,19 9 0,-26-9 0,0-1 0,0 1 0,0 1 0,0-1 0,-1 1 0,1 0 0,8 10 0,-14-14 0,0 1 0,-1-1 0,1 0 0,0 1 0,0-1 0,-1 0 0,1 1 0,0-1 0,-1 1 0,1-1 0,-1 1 0,0-1 0,0 1 0,0-1 0,1 1 0,-1-1 0,-1 1 0,1 0 0,0 1 0,-1 0 0,0 0 0,0 0 0,0 0 0,-1 0 0,1 0 0,-1 0 0,1 0 0,-5 4 0,0 0 0,0-1 0,-1 1 0,0-2 0,0 1 0,0-1 0,-8 5 0,-22 5 25,22-9-1415,5-2-5436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6.1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24575,'10'-3'0,"1"1"0,0 0 0,-1 1 0,18 0 0,-23 1 0,0 0 0,0 1 0,0 0 0,0 0 0,0 1 0,0-1 0,0 1 0,0 0 0,-1 0 0,1 1 0,6 4 0,-5-3 0,-1 0 0,0 1 0,0-1 0,-1 1 0,1 0 0,-1 1 0,0-1 0,-1 0 0,1 1 0,3 9 0,-5-11 0,-1 0 0,0 0 0,1 0 0,-2 0 0,1 0 0,0 0 0,-1 1 0,0-1 0,1 0 0,-2 0 0,1 0 0,0 1 0,-1-1 0,0 0 0,0 0 0,0 0 0,-3 6 0,2-6 0,-1-1 0,1 1 0,-1-1 0,0 0 0,0 0 0,0 0 0,0 0 0,-1 0 0,1-1 0,-7 4 0,1-1 0,0 0 0,0-1 0,-15 5 0,20-8-136,-1 1-1,0-2 1,0 1-1,1 0 1,-1-1-1,0 0 1,0 0-1,0 0 0,-4-2 1,-4-1-6690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6.6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152 31 24575,'-20'-8'0,"-21"-8"0,35 15 0,0-1 0,0 1 0,1 0 0,-1 0 0,0 0 0,0 1 0,0 0 0,-11 2 0,16-2 0,-1 0 0,1 0 0,0 1 0,0-1 0,-1 1 0,1-1 0,0 1 0,0-1 0,0 1 0,0 0 0,0-1 0,0 1 0,0 0 0,0 0 0,0 0 0,0 0 0,0 0 0,1 0 0,-1 0 0,0 0 0,1 0 0,-1 1 0,0 1 0,0-1 0,1 1 0,-1-1 0,1 1 0,0-1 0,0 1 0,0-1 0,0 1 0,0-1 0,1 5 0,2 4 0,0-1 0,1 1 0,9 18 0,-2-9 0,1 0 0,1-1 0,0 0 0,2-1 0,0-1 0,1 0 0,0-1 0,35 25 0,-41-34 0,-1 1 0,-1 0 0,1 0 0,-1 1 0,-1 0 0,13 18 0,-19-24 0,1 0 0,-1 0 0,1 0 0,-1 0 0,0 0 0,0 0 0,0 1 0,-1-1 0,1 0 0,-1 1 0,0-1 0,0 5 0,-1-6 0,1 1 0,-1 0 0,0-1 0,0 1 0,0-1 0,0 1 0,0-1 0,-1 1 0,1-1 0,-1 0 0,1 0 0,-1 0 0,0 0 0,0 0 0,0 0 0,0 0 0,-3 2 0,-1 0 0,0-1 0,0 0 0,0 0 0,-1 0 0,1 0 0,-1-1 0,0 0 0,1-1 0,-1 0 0,-8 1 0,-2-1 0,0 0 0,-33-5 0,46 4-195,0-1 0,0 0 0,0 0 0,0-1 0,0 1 0,-7-4 0,1-1-6631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6.9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24575,'0'15'0,"3"8"0,0 2 0,0 1 0,2-2 0,0-2 0,0-1 0,0-4 0,1-3 0,-2-1 0,2-3 0,-1-1 0,2-1 0,-1-5 0,-1-6 0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7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69 24575,'3'-8'0,"2"-2"0,2-2 0,1 1 0,2 2 0,2 3 0,2 3 0,0 1 0,1 1 0,0 1 0,0 1 0,0-1 0,0 1 0,0-1 0,-2-2 0,-2-1 0,-4 0 0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4:37.6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60 24575,'3'-2'0,"0"-4"0,3-1 0,2 2 0,1-2 0,0 0 0,2 2 0,1 2 0,2-2 0,0 1 0,0 1 0,1 0 0,0 1 0,0 2 0,-2-1-8191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4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 24575,'0'8'0,"1"0"0,0 1 0,0-1 0,0 0 0,1 0 0,0 0 0,1 0 0,0-1 0,0 1 0,1 0 0,4 7 0,-7-14 0,-1-1 0,0 0 0,0 0 0,0 1 0,0-1 0,1 0 0,-1 0 0,0 1 0,0-1 0,0 0 0,1 0 0,-1 0 0,0 1 0,0-1 0,1 0 0,-1 0 0,0 0 0,1 0 0,-1 1 0,0-1 0,0 0 0,1 0 0,-1 0 0,0 0 0,1 0 0,0 0 0,1-7 0,-5-15 0,3 20 0,-1-5 0,0 0 0,0 0 0,1-1 0,0 1 0,0 0 0,1-1 0,2-9 0,-3 15 0,1-1 0,0 1 0,-1 0 0,1 0 0,0 0 0,0 0 0,1 0 0,-1 1 0,0-1 0,1 0 0,-1 0 0,1 1 0,-1-1 0,1 1 0,0 0 0,0-1 0,-1 1 0,1 0 0,0 0 0,0 0 0,0 0 0,0 0 0,1 1 0,-1-1 0,0 0 0,0 1 0,0 0 0,4-1 0,-3 1 0,0 0 0,0 1 0,0-1 0,0 0 0,0 1 0,-1 0 0,1-1 0,0 1 0,0 0 0,-1 1 0,1-1 0,0 0 0,-1 1 0,1 0 0,-1-1 0,0 1 0,4 3 0,2 4 0,0 0 0,-1 1 0,7 10 0,-1-2 0,-3 1-21,-9-17-75,0 1 0,1 0 0,-1 0 0,1-1 0,-1 1 0,1-1 0,0 1 0,0-1 0,0 0 0,0 0 0,0 0 0,1 0 0,2 2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4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114 0 24575,'5'1'0,"1"1"0,-1-1 0,0 1 0,0 0 0,0 1 0,0-1 0,0 1 0,0 0 0,-1 0 0,1 1 0,-1-1 0,0 1 0,0 0 0,0 0 0,4 7 0,-6-8 0,0 0 0,-1 0 0,1-1 0,-1 1 0,0 0 0,0 0 0,0 0 0,0 0 0,0 1 0,-1-1 0,0 0 0,1 0 0,-1 0 0,0 0 0,0 1 0,-1-1 0,1 0 0,-1 0 0,0 0 0,0 0 0,0 0 0,0 0 0,0 0 0,0 0 0,-1 0 0,0 0 0,1-1 0,-4 4 0,3-4 0,1 0 0,-1 0 0,0 0 0,0-1 0,0 1 0,0 0 0,0-1 0,0 0 0,-1 1 0,1-1 0,0 0 0,-1 0 0,1 0 0,0-1 0,-5 2 0,2-2 0,1 0 0,-1 1 0,1-2 0,-1 1 0,1 0 0,-1-1 0,1 0 0,-7-2 0,2 0 0,1 0 0,-1-1 0,1 0 0,0-1 0,0 0 0,0 0 0,0-1 0,-6-6 0,11 9 0,1 1 0,0 0 0,0-1 0,0 1 0,0-1 0,0 0 0,0 0 0,1 0 0,0 0 0,-3-5 0,4 6 0,0 1 0,0 0 0,0 0 0,0 0 0,0 0 0,0 0 0,0 0 0,1 0 0,-1-1 0,0 1 0,0 0 0,1 0 0,-1 0 0,1 0 0,-1 0 0,1 0 0,-1 0 0,1 0 0,0 1 0,0-1 0,-1 0 0,1 0 0,0 0 0,0 1 0,0-1 0,0 0 0,0 1 0,0-1 0,0 1 0,0-1 0,0 1 0,0 0 0,0-1 0,0 1 0,1 0 0,2-2-136,-1 1-1,1 1 1,0-1-1,-1 1 1,1-1-1,0 1 1,0 0-1,-1 0 0,8 2 1,2 1-6690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5.5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24575,'122'298'0,"-109"-271"0,2-1 0,21 31 0,3 4 0,-38-60 6,-1-1 0,0 1 0,1-1 0,-1 1-1,0-1 1,0 1 0,1-1 0,-1 1 0,0-1-1,0 1 1,0-1 0,1 1 0,-1 0 0,0-1 0,0 1-1,0-1 1,0 1 0,0 1 0,-1-2-63,1 0 0,-1 0 1,1 0-1,0 0 0,-1 0 0,1 0 0,-1 0 1,1 0-1,0 0 0,-1 0 0,1 0 1,-1 0-1,1 0 0,0 0 0,-1-1 1,1 1-1,-1 0 0,1 0 0,0 0 1,-1 0-1,1-1 0,0 1 0,-1 0 0,1 0 1,0-1-1,-9-4-6769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5.7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55 24575,'25'0'0,"11"0"0,2 0 0,-4 0 0,-4 0 0,-5 0 0,-4 0 0,-6-3 0,-6-3 0,-3-3 0,-7-2 0,-2-3 0,-1 2-8191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5.9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24575,'22'38'0,"22"46"0,3 7 0,-33-69 0,26 31 0,-25-35 0,-8-10-1365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6.4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24575,'11'14'0,"0"0"0,-1 0 0,0 1 0,-2 1 0,12 26 0,14 22 0,-20-41 0,-5-10 0,-1 1 0,8 16 0,-16-29-23,-2-3 77,-2-5-1450,0-2-5430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6.7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0 120 24575,'13'-13'0,"6"-6"0,3 0 0,0 3 0,-2 2 0,0 3 0,0 3 0,-1 4 0,-2-1 0,-3 1 0,-1 1 0,0 2 0,0-1 0,1 2 0,-5 0 0,-7 2 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7.3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77 24575,'28'-20'0,"-15"11"0,0 0 0,0 0 0,1 2 0,15-7 0,-25 12 0,0 0 0,0 1 0,0 0 0,1 0 0,-1 0 0,1 1 0,-1 0 0,1 0 0,-1 0 0,0 0 0,1 0 0,-1 1 0,1 0 0,-1 0 0,0 0 0,1 1 0,-1-1 0,7 5 0,-7-4 0,0 0 0,-1 0 0,1 1 0,-1-1 0,0 1 0,0 0 0,0 0 0,0 0 0,-1 0 0,1 1 0,-1-1 0,0 1 0,0-1 0,0 1 0,0 0 0,-1 0 0,2 6 0,-2-7 0,-1 1 0,1-1 0,-1 0 0,0 1 0,0-1 0,-1 0 0,1 0 0,-1 1 0,1-1 0,-1 0 0,0 0 0,0 1 0,-1-1 0,1 0 0,-1 0 0,1 0 0,-1-1 0,0 1 0,0 0 0,0-1 0,0 1 0,-4 2 0,1 0 9,-1 0 1,0-1-1,0 0 0,0 0 0,-1 0 0,1-1 1,-1 0-1,0 0 0,0-1 0,0 0 0,-11 2 1,-3-1-408,-1-2 0,-33-1 0,47 0 116,-5 0-6544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7.7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24575,'10'15'0,"6"7"0,0 3 0,0 0 0,-3-3 0,-1-2 0,-3-1 0,0-3 0,-1 0 0,-1-2 0,0 1 0,-5-6 0,-4-6 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8.0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0 118 24575,'20'-16'0,"7"-6"0,1-1 0,-2 5 0,-2 2 0,-3 4 0,-8 4 0,-8 6 0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8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55 24575,'15'-5'0,"8"-1"0,1-1 0,-2 0 0,-2 0 0,-3 1 0,-2 3 0,0-2 0,-1 0 0,-4 2 0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8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 0 24575,'3'10'0,"-2"4"0,-2 1 0,1 1 0,-1 0 0,-2 0 0,-1 0 0,-2 0 0,-3-1 0,1 0 0,-2-3 0,0 0 0,0-3-8191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09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24575,'16'64'0,"31"79"0,-26-84 0,-15-47-73,2 9 255,-8-20-264,1 0 0,-1-1 0,0 1 0,0 0 0,1 0 1,-1 0-1,0 0 0,0 0 0,0 0 0,0 0 0,0 0 0,-1-1 0,1 1 0,0 0 1,0 0-1,-1 0 0,0 1 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0.4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91 24575,'2'-5'0,"0"0"0,0 0 0,1 0 0,0 0 0,-1 1 0,2-1 0,-1 1 0,0 0 0,1 0 0,0 0 0,0 1 0,0-1 0,1 1 0,-1 0 0,1 0 0,-1 1 0,1-1 0,0 1 0,0 0 0,0 0 0,0 1 0,9-2 0,9-1 0,0 1 0,1 1 0,44 2 0,-36 1 0,-15-1 0,-8-1 0,1 1 0,-1 0 0,0 1 0,1 0 0,11 3 0,-19-4 0,0 1 0,-1-1 0,1 1 0,0 0 0,-1 0 0,1-1 0,-1 1 0,1 0 0,-1 1 0,1-1 0,-1 0 0,0 0 0,0 0 0,1 1 0,-1-1 0,0 1 0,0-1 0,0 1 0,-1-1 0,1 1 0,0 0 0,-1-1 0,1 1 0,0 0 0,-1-1 0,0 1 0,0 0 0,1 0 0,-1 0 0,0-1 0,0 1 0,-1 0 0,1 0 0,0 1 0,-1 0 0,1 0 0,-1 0 0,0 0 0,0 0 0,0-1 0,0 1 0,0 0 0,-1-1 0,1 1 0,-1-1 0,0 1 0,1-1 0,-1 0 0,0 0 0,0 0 0,-1 0 0,1 0 0,-3 2 0,-4 1 0,0 0 0,0-1 0,-19 7 0,19-8 0,0 1 0,0 0 0,-10 6 0,18-10 0,1 0 0,-1 1 0,1-1 0,-1 0 0,1 1 0,0-1 0,-1 0 0,1 1 0,0-1 0,-1 1 0,1-1 0,0 1 0,-1-1 0,1 1 0,0-1 0,0 1 0,0-1 0,0 1 0,-1-1 0,1 1 0,0-1 0,0 1 0,0-1 0,0 1 0,0-1 0,0 1 0,0 0 0,0-1 0,1 1 0,-1-1 0,0 1 0,0-1 0,0 1 0,0-1 0,1 1 0,-1-1 0,0 1 0,1-1 0,-1 0 0,0 1 0,1-1 0,-1 1 0,0-1 0,1 0 0,-1 1 0,1-1 0,-1 0 0,1 1 0,24 15 0,-23-15 0,44 23 0,-26-15 0,-1 0 0,0 2 0,22 17 0,-40-27 0,1 0 0,-1 0 0,1 0 0,-1 1 0,0-1 0,1 1 0,-1-1 0,0 1 0,0-1 0,0 1 0,0-1 0,-1 1 0,1 0 0,0 0 0,-1-1 0,1 1 0,-1 0 0,1 0 0,-1 0 0,0 2 0,0-2 0,0 0 0,-1 1 0,0-1 0,1 0 0,-1 0 0,0 0 0,0 0 0,0 0 0,0 0 0,0 0 0,-1 0 0,1 0 0,-1 0 0,-1 1 0,-3 3 0,0-1 0,0-1 0,0 1 0,0-1 0,-1 0 0,0-1 0,0 1 0,-13 3 0,8-4-220,-1-1-1,1-1 1,-1 0-1,-24-1 0,34 0-41,-10 0-6564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1.2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38 24575,'-32'-9'0,"-52"-13"0,71 20 0,-1 0 0,1 1 0,0 0 0,-19 1 0,28 0 0,0 1 0,1 0 0,-1 0 0,0 0 0,1 0 0,-1 0 0,1 1 0,-6 2 0,8-3 0,0-1 0,0 1 0,0-1 0,1 1 0,-1 0 0,0-1 0,1 1 0,-1 0 0,0-1 0,1 1 0,-1 0 0,1 0 0,-1-1 0,1 1 0,0 0 0,-1 0 0,1 0 0,0 0 0,0 0 0,-1 0 0,1 0 0,0-1 0,0 1 0,0 0 0,0 0 0,0 0 0,0 0 0,0 0 0,0 0 0,1 0 0,-1 0 0,0 0 0,1 0 0,-1-1 0,0 1 0,1 0 0,-1 0 0,1 0 0,0 0 0,5 7 0,0 0 0,1-1 0,-1 0 0,1 0 0,13 9 0,44 26 0,-19-14 0,-17-10 0,-12-8 0,17 13 0,-29-20 0,0 0 0,-1 0 0,0 0 0,1 1 0,-1-1 0,0 1 0,-1 0 0,1 0 0,3 7 0,-6-9 0,1 0 0,0-1 0,-1 1 0,1 0 0,-1-1 0,1 1 0,-1 0 0,0 0 0,0-1 0,0 1 0,0 0 0,0 0 0,0 0 0,-1-1 0,1 1 0,0 0 0,-1 0 0,1-1 0,-1 1 0,0 0 0,-1 2 0,0-2 0,0 0 0,0 0 0,0 0 0,0-1 0,0 1 0,0 0 0,-1-1 0,1 1 0,-1-1 0,1 0 0,-1 0 0,-3 1 0,-7 1 0,1 0 0,-1-1 0,1 0 0,-24-1 0,21-1 40,1-1 0,-25-3 0,33 2-205,0 1 0,0-1 0,1 0 0,-1-1 0,0 1 0,1-1 0,0 0 0,-10-7 0,3 0-6661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1.6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24575,'25'42'0,"-1"2"0,17 49 0,-38-87 0,-2 0 0,1 0 0,1 0 0,-1 0 0,1-1 0,0 1 0,1-1 0,-1 0 0,6 7 0,-9-20 69,-3-4-1503,-2 1-5392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1.8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71 24575,'23'-8'0,"9"-4"0,3-1 0,-3 2 0,-4 3 0,-7 0 0,-4 2 0,-8 2 0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12.1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24575,'13'-3'0,"6"0"0,3 0 0,-1-2 0,0 0 0,-2 0 0,-4 2-8191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6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1 24575,'1'12'0,"0"-1"0,1 1 0,0 0 0,0-1 0,2 1 0,-1-1 0,8 17 0,44 71 0,-36-67 0,6 9-309,18 32 694,-21-22-6114,-21-49 5634,0 1 1,0-1-1,-1 1 1,1-1-1,-1 1 0,1-1 1,-1 1-1,0 0 1,0-1-1,0 1 0,0-1 1,-1 5-1,0-6 99,1 0-1,-1 0 1,0 0 0,1 1-1,-1-1 1,0 0 0,0 0-1,0-1 1,0 1 0,0 0 0,0 0-1,0 0 1,0 0 0,0-1-1,0 1 1,0-1 0,0 1-1,-1-1 1,1 1 0,0-1-1,0 0 1,-1 1 0,1-1-1,0 0 1,0 0 0,-2 0-1,-4 1 1126,-1-1-1,1 0 1,-1-1 0,-13-2-1,12 1-880,0-1 0,0 0 0,0 0 0,0-1 0,1 0 0,-13-8 0,15 8-287,-1-1-1,1 0 0,-1 0 1,1-1-1,1 0 0,-1 0 1,1 0-1,0 0 0,0-1 1,1 0-1,0 0 0,0 0 1,1-1-1,-3-8 0,5 13 44,0 1-1,1-1 0,0 1 1,-1-1-1,1 0 0,0 1 1,0-1-1,0 1 1,0-1-1,1 0 0,-1 1 1,1-1-1,0 1 1,-1-1-1,1 1 0,0-1 1,1 1-1,-1 0 0,0-1 1,1 1-1,-1 0 1,1 0-1,0 0 0,-1 0 1,1 0-1,4-3 0,4-1-160,0-1-1,0 1 1,1 1-1,19-7 1,-16 6-512,-4 2-6157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6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24575,'12'12'0,"5"8"0,-1-1-8191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6.7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 24575,'-1'3'0,"-1"0"0,1 0 0,0 0 0,0-1 0,0 1 0,1 0 0,-1 0 0,0 0 0,1 1 0,0-1 0,0 0 0,0 0 0,0 0 0,1 0 0,-1 0 0,1 0 0,-1 0 0,1 0 0,0 0 0,0 0 0,1-1 0,-1 1 0,1 0 0,-1 0 0,1-1 0,0 1 0,0-1 0,0 0 0,0 0 0,0 1 0,0-1 0,1-1 0,-1 1 0,1 0 0,0 0 0,-1-1 0,1 0 0,0 1 0,0-1 0,0 0 0,0 0 0,0-1 0,0 1 0,4 0 0,14 0 0,1 0 0,40-5 0,-59 4 0,0-1 0,1 1 0,-1-1 0,0 0 0,0 0 0,0 0 0,0 0 0,-1-1 0,1 1 0,0-1 0,0 0 0,-1 1 0,1-1 0,-1 0 0,0-1 0,1 1 0,2-5 0,-1 2 0,-1 0 0,0 0 0,-1-1 0,1 0 0,-1 1 0,-1-1 0,1 0 0,1-8 0,-3 13 0,0-1 0,0 1 0,1 0 0,-1-1 0,1 1 0,-1 0 0,1-1 0,-1 1 0,1 0 0,1-2 0,3 2 0,3 9 0,11 23 0,16 20 0,-31-46 0,0 0 0,0 0 0,1-1 0,-1 1 0,1-1 0,1 0 0,6 4 0,11 4-1365,-14-8-5461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7.1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0 24575,'-1'2'0,"-1"1"0,0-1 0,1 0 0,0 1 0,0 0 0,-1-1 0,1 1 0,1-1 0,-1 1 0,0 0 0,1 0 0,-1-1 0,1 1 0,0 3 0,0 1 0,0-1 0,0 0 0,1 0 0,0 0 0,2 8 0,-1-8 0,0-1 0,0 0 0,1 0 0,0 0 0,-1 0 0,2-1 0,-1 1 0,0-1 0,7 6 0,2 1 0,27 17 0,-6-3 0,-32-25 0,1 1 0,-1 0 0,0 0 0,0 0 0,0 0 0,0 0 0,0 0 0,0 0 0,0 1 0,0-1 0,-1 0 0,1 0 0,0 1 0,-1-1 0,1 0 0,-1 1 0,1-1 0,-1 1 0,1-1 0,-1 1 0,0-1 0,0 1 0,0-1 0,0 1 0,0-1 0,0 0 0,0 1 0,-1 2 0,0-2 0,-1 0 0,1 0 0,0 0 0,-1 0 0,1-1 0,-1 1 0,1 0 0,-1-1 0,0 1 0,0-1 0,0 1 0,0-1 0,0 0 0,0 0 0,0 0 0,0 0 0,-4 1 0,-7 1 0,1 0 0,-1 0 0,0-1 0,0-1 0,0 0 0,0-1 0,0 0 0,0-1 0,0-1 0,-23-5 0,7-7-1365,17 5-5461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7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24575,'53'96'0,"66"165"0,-88-192 120,-26-59-417,1 1 0,0-1 0,1 0 0,9 10 0,-7-11-6529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7.6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310 14 24575,'-28'-3'0,"-13"0"0,-4 0 0,5 0 0,6 1 0,6 4 0,6 1 0,1-1 0,2 1 0,1-1 0,4-1-8191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8.8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164 90 24575,'11'56'0,"22"62"0,-26-98 0,1 0 0,1-1 0,0 0 0,2 0 0,0-1 0,18 23 0,-52-68 0,-27-24 0,38 40 0,-108-101 0,105 95 0,0 1 0,0-2 0,-16-26 0,30 42 0,-1 0 0,1-1 0,0 1 0,0 0 0,0 0 0,0 0 0,0-1 0,1 1 0,-1-1 0,1 1 0,0 0 0,-1-1 0,1 1 0,0-1 0,0 1 0,0-1 0,1 1 0,-1 0 0,1-1 0,-1 1 0,1-1 0,0 1 0,0 0 0,0 0 0,0-1 0,0 1 0,0 0 0,1 0 0,2-3 0,1 1 0,-1 0 0,0 1 0,1-1 0,0 1 0,-1 0 0,1 1 0,1-1 0,-1 1 0,0 0 0,0 0 0,1 1 0,5-2 0,23-3 0,46-2 0,-63 7 0,-1 1 0,1 1 0,-1 1 0,0 0 0,16 5 0,-30-7 0,-1 0 0,0 0 0,0 0 0,0 1 0,1-1 0,-1 1 0,0-1 0,0 1 0,0-1 0,0 1 0,0 0 0,0-1 0,0 1 0,0 0 0,0 0 0,0-1 0,-1 1 0,1 0 0,0 0 0,0 0 0,-1 0 0,1 2 0,-1-2 0,1 0 0,-1 0 0,-1 0 0,1 0 0,0 1 0,0-1 0,0 0 0,-1 0 0,1 0 0,0 0 0,-1 0 0,1 0 0,-1 0 0,1 0 0,-1 0 0,0 0 0,1 0 0,-2 1 0,-5 5 0,1-1 0,-1 0 0,0 0 0,-10 6 0,13-10 0,1 1 0,-1-1 0,1 1 0,-1 0 0,1 1 0,0-1 0,0 1 0,1-1 0,-1 1 0,-2 4 0,5-6 0,-1-1 0,0 1 0,1 0 0,-1-1 0,1 1 0,0 0 0,0 0 0,-1 0 0,1-1 0,0 1 0,0 0 0,1 0 0,-1-1 0,0 1 0,1 0 0,-1 0 0,1-1 0,-1 1 0,1 0 0,0-1 0,0 1 0,-1-1 0,1 1 0,1-1 0,-1 1 0,0-1 0,0 0 0,2 2 0,6 6 0,1-1 0,0 0 0,1-1 0,18 11 0,49 18 0,-20-10 0,-56-26 0,-1 1 0,0-1 0,1 1 0,-1 0 0,0-1 0,0 1 0,0 0 0,0 0 0,1 0 0,-1 0 0,0 0 0,-1 0 0,1 0 0,0 0 0,0 1 0,0-1 0,-1 0 0,1 0 0,0 1 0,-1-1 0,0 0 0,1 2 0,-1-2 0,0 1 0,-1-1 0,1 0 0,0 0 0,-1 0 0,1 0 0,-1 0 0,1 0 0,-1 0 0,0 0 0,1 0 0,-1 0 0,0 0 0,0 0 0,0 0 0,0 0 0,0-1 0,0 1 0,0 0 0,0-1 0,0 1 0,0-1 0,0 1 0,0-1 0,0 1 0,0-1 0,-2 0 0,-28 10-341,-2-2 0,1-1-1,-54 3 1,74-9-6485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39.5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24575,'11'31'0,"-4"17"0,-5-30 0,1-1 0,0 1 0,2-1 0,8 24 0,-2-14 0,-7-15 0,1 0 0,1-1 0,6 12 0,-8-20-70,-2-9 245,-3-8-1645,-2 6-5356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0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20 109 24575,'4'-4'0,"18"-15"0,0 1 0,35-21 0,-50 35 0,0 0 0,0 1 0,0-1 0,1 2 0,0-1 0,-1 1 0,1 0 0,0 0 0,0 1 0,0 0 0,0 1 0,0 0 0,13 1 0,-20-1 0,1 0 0,0 0 0,-1 1 0,1-1 0,0 0 0,-1 1 0,1-1 0,0 1 0,-1 0 0,1 0 0,-1-1 0,1 1 0,-1 0 0,0 0 0,1 0 0,-1 1 0,0-1 0,0 0 0,0 0 0,0 1 0,0-1 0,0 1 0,0-1 0,0 0 0,0 1 0,-1 0 0,1-1 0,0 3 0,-1-1 0,0-1 0,0 1 0,0-1 0,0 1 0,-1-1 0,1 1 0,-1-1 0,1 0 0,-1 1 0,0-1 0,0 0 0,0 0 0,0 1 0,-1-1 0,1 0 0,-1 0 0,1 0 0,-4 3 0,-1 0 0,0 1 0,-1-1 0,1-1 0,-1 1 0,0-1 0,0-1 0,-9 4 0,-57 18 0,39-14 0,-51 10-1365,75-18-5461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24575,'3'10'0,"0"8"0,3 4 0,0 3 0,-1 0 0,1 0 0,0-1 0,1 1 0,-1-3 0,-1-1 0,2-3 0,-2-1 0,2-1 0,-1-1 0,-1 0 0,-1-6 0,-5-6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7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82 24575,'7'-10'0,"6"-3"0,2 0 0,2 0 0,0 3 0,0 2 0,2 3 0,2 2 0,1 2 0,-1 1 0,-1-2 0,-5-1-8191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0.9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44 24575,'23'-5'0,"9"-2"0,3-1 0,-3-1 0,-4 2 0,-4 2 0,-7 2-8191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1.5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1 24575,'-2'1'0,"0"1"0,1 0 0,-1 0 0,0 0 0,1 0 0,0 0 0,-1 0 0,1 0 0,0 0 0,0 1 0,0-1 0,1 0 0,-1 1 0,0-1 0,1 1 0,0-1 0,-1 1 0,1-1 0,0 0 0,0 1 0,1-1 0,-1 1 0,0-1 0,1 1 0,1 3 0,0-2 0,0 1 0,0-1 0,1 1 0,0-1 0,0 0 0,0 0 0,0 0 0,1 0 0,0-1 0,-1 0 0,8 5 0,6 4 0,25 10 0,-23-11 0,18 11 0,-36-21 0,0-1 0,0 1 0,0-1 0,0 1 0,-1 0 0,1-1 0,0 1 0,-1 0 0,1-1 0,0 1 0,-1 0 0,1 0 0,-1 0 0,1 0 0,-1 0 0,1 0 0,-1-1 0,0 1 0,1 0 0,-1 0 0,0 2 0,0-2 0,0 0 0,-1 0 0,1 0 0,0 0 0,-1-1 0,1 1 0,-1 0 0,1 0 0,-1 0 0,1-1 0,-1 1 0,1 0 0,-1-1 0,0 1 0,1 0 0,-1-1 0,0 1 0,-1 0 0,-3 2 0,-1-1 0,1 1 0,-1-1 0,1 0 0,-12 2 0,-86 8-1365,84-9-5461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5:42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 24575,'3'0'0,"3"0"0,3 0 0,2 0 0,3 0 0,-2-2 0,0-1 0,0-3 0,1 0 0,0 1 0,1 1 0,1 4 0,-1 2 0,-1 1-8191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1.0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24575,'1'5'0,"0"0"0,0 0 0,0-1 0,1 1 0,0 0 0,2 5 0,4 8 0,-4-3 0,-1-5 0,-1 0 0,2-1 0,-1 1 0,1-1 0,1 0 0,0-1 0,8 13 0,-13-21 0,0 0 0,0 0 0,0 0 0,0 0 0,0 0 0,1 1 0,-1-1 0,0 0 0,0 0 0,0 0 0,0 0 0,1 0 0,-1 0 0,0 0 0,0 0 0,0 0 0,0 1 0,1-1 0,-1 0 0,0 0 0,0 0 0,0 0 0,1 0 0,-1 0 0,0 0 0,0 0 0,0 0 0,1-1 0,-1 1 0,0 0 0,0 0 0,0 0 0,1 0 0,4-7 0,1-15 0,-4 15 0,-1 4 0,0-1 0,1 0 0,-1 0 0,1 1 0,0-1 0,0 1 0,0 0 0,1-1 0,-1 1 0,1 0 0,-1 0 0,1 1 0,0-1 0,0 1 0,1-1 0,-1 1 0,0 0 0,1 0 0,-1 0 0,1 1 0,0-1 0,-1 1 0,1 0 0,0 0 0,0 0 0,0 0 0,0 1 0,0 0 0,0 0 0,0 0 0,0 0 0,0 0 0,0 1 0,-1 0 0,1 0 0,0 0 0,6 2 0,-4 1-91,0-1 0,0 1 0,0 0 0,0 0 0,-1 0 0,0 1 0,0 0 0,0 0 0,-1 0 0,1 1 0,-1 0 0,-1-1 0,1 1 0,5 12 0,-4-5-6735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1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151 70 24575,'3'-2'0,"1"1"0,-1 0 0,1 0 0,0 0 0,-1 0 0,1 0 0,0 1 0,0 0 0,0 0 0,6 0 0,-8 1 0,-1-1 0,1 1 0,-1-1 0,1 1 0,-1 0 0,0-1 0,1 1 0,-1 0 0,0 0 0,1 0 0,-1 0 0,0 0 0,0 0 0,0 0 0,0 1 0,0-1 0,0 0 0,0 1 0,-1-1 0,1 0 0,0 1 0,-1-1 0,1 1 0,-1-1 0,1 1 0,-1-1 0,0 1 0,0 2 0,1 1 0,0 1 0,-1-1 0,0 1 0,0-1 0,-1 1 0,1-1 0,-1 1 0,0-1 0,-1 0 0,1 1 0,-1-1 0,-2 5 0,2-8 0,1 1 0,0-1 0,0 0 0,-1 0 0,0 0 0,1-1 0,-1 1 0,0 0 0,0-1 0,0 1 0,0-1 0,0 1 0,0-1 0,0 0 0,0 0 0,0 0 0,-1 0 0,1 0 0,0-1 0,-1 1 0,1-1 0,-1 1 0,1-1 0,0 0 0,-1 0 0,1 0 0,-1 0 0,1-1 0,-3 0 0,-5-1 0,1 0 0,-1-1 0,1 0 0,0 0 0,0-1 0,1 0 0,-1-1 0,1 0 0,0 0 0,0-1 0,1 0 0,-1-1 0,1 1 0,1-1 0,-7-8 0,11 12 0,0 0 0,1-1 0,-1 1 0,1 0 0,0-1 0,-1 1 0,2-1 0,-1 1 0,0-1 0,1 1 0,-1-1 0,1 0 0,0 1 0,1-6 0,-1 6 0,1 1 0,-1-1 0,1 1 0,0-1 0,0 1 0,0-1 0,0 1 0,0 0 0,0-1 0,1 1 0,-1 0 0,1 0 0,-1 0 0,1 0 0,0 0 0,0 0 0,0 1 0,0-1 0,0 1 0,3-3 0,1 2-72,-1-1 1,1 1-1,0 0 0,0 1 0,0-1 0,0 1 0,0 1 0,1-1 1,-1 1-1,0 0 0,0 0 0,0 1 0,0-1 0,0 1 0,1 1 1,-1-1-1,-1 1 0,9 4 0,-1-1-6754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2.4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 24575,'0'0'0,"0"-1"0,0 1 0,0 0 0,0 0 0,-1-1 0,1 1 0,0 0 0,0 0 0,0-1 0,0 1 0,0 0 0,0-1 0,0 1 0,0 0 0,1 0 0,-1-1 0,0 1 0,0 0 0,0 0 0,0-1 0,0 1 0,0 0 0,0 0 0,1-1 0,-1 1 0,0 0 0,0 0 0,0 0 0,1-1 0,-1 1 0,5 8 0,4 17 0,-9-23 0,30 114 0,-11-36 0,-16-67 0,-1 0 0,1 24 0,-1-12 0,-2-24 0,0 0 0,1 1 0,-1-1 0,1 1 0,-1-1 0,1 1 0,-1-1 0,1 0 0,0 1 0,-1-1 0,1 0 0,0 0 0,0 1 0,0-1 0,0 0 0,0 0 0,0 0 0,0 0 0,1 0 0,-1-1 0,0 1 0,0 0 0,1 0 0,-1-1 0,0 1 0,1-1 0,-1 1 0,1-1 0,-1 0 0,3 1 0,4 0 0,1-1 0,0 1 0,0-1 0,10-2 0,-3 1 0,-7 0 0,21 0 0,50-7 0,-65 5-1365,-3 1-5461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3.0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109 267 24575,'8'20'0,"0"1"0,-1 1 0,6 29 0,5 19 0,-15-64 0,-2-6 0,-3-12 0,-8-12 0,-2 0 0,-1 1 0,-24-34 0,-19-32 0,49 75 0,1 0 0,1 0 0,0 0 0,-4-19 0,8 25 0,-1-1 0,1 1 0,1-1 0,0 0 0,0 1 0,0-1 0,1 1 0,4-17 0,-4 23 0,-1 0 0,1 0 0,0 0 0,0 0 0,0 0 0,1 0 0,-1 0 0,0 0 0,1 0 0,-1 1 0,1-1 0,0 0 0,-1 1 0,1-1 0,2 0 0,0 0 0,0 0 0,0 0 0,0 0 0,0 1 0,1-1 0,-1 1 0,6-1 0,1 1 0,0 1 0,0-1 0,0 2 0,-1-1 0,19 5 0,-23-4 0,0 1 0,1 0 0,-1 0 0,0 1 0,0 0 0,-1 0 0,1 0 0,-1 0 0,1 1 0,4 5 0,-8-8 0,0 1 0,-1-1 0,0 1 0,1 0 0,-1-1 0,0 1 0,1 0 0,-1 0 0,0 0 0,0 0 0,-1 0 0,1 0 0,0 0 0,-1 0 0,1 0 0,-1 0 0,0 0 0,0 0 0,1 1 0,-1-1 0,-1 0 0,1 0 0,0 0 0,0 0 0,-1 0 0,1 1 0,-1-1 0,0 0 0,0 0 0,0 0 0,0-1 0,0 1 0,-2 3 0,-1 1 16,-1 0 0,-1-1 0,1 1 0,-1-1 0,-11 9 0,-36 19-886,44-28 279,-4 3-6235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3.4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24575,'9'52'0,"15"51"0,-19-88 0,0-1 0,0 1 0,1-2 0,1 1 0,1-1 0,-1 0 0,2 0 0,13 15 0,-17-24-56,-4-7 195,-6-9-1587,-1 2-5378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3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0 107 24575,'19'-10'0,"24"-12"0,0 2 0,75-24 0,-84 34 0,-34 10 2,0 0-1,0 0 0,0 0 1,0 0-1,0 0 0,0 0 1,0 0-1,0 0 1,0 0-1,0 0 0,0 0 1,0 0-1,0 1 0,0-1 1,0 0-1,0 0 0,0 0 1,0 0-1,0 0 1,0 0-1,0 0 0,0 0 1,0 0-1,0 0 0,0 0 1,0 0-1,0 0 0,0 0 1,0 0-1,1 0 1,-8 4-1410,-2 0-5418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4.2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29 24575,'2'0'0,"4"0"0,3 0 0,3 0 0,1-2 0,2-2 0,0 1 0,0 0 0,0 2 0,1-1 0,-1-1 0,0 0 0,0 0 0,0 0 0,0 1 0,-3 4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5.3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24575,'-1'6'0,"1"1"0,-1-1 0,-1 1 0,1-1 0,-1 0 0,0 1 0,-1-1 0,1 0 0,-1 0 0,0-1 0,-1 1 0,0 0 0,-4 5 0,1-4 0,1 1 0,-1-1 0,-1-1 0,1 1 0,-1-1 0,0 0 0,0-1 0,-11 5 0,15-8-227,0 0-1,-1-1 1,1 0-1,-1 0 1,-7 1-1,0-1-6598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6.2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24575,'6'53'0,"9"57"0,-12-92 0,2-1 0,0 0 0,1 0 0,9 20 0,-13-33 0,8 17 0,-9-20 0,-1 0 0,0 0 0,1 0 0,-1 0 0,0 0 0,0 1 0,0-1 0,0 0 0,1 0 0,-2 0 0,1 0 0,0 0 0,0 0 0,0 0 0,0 0 0,-1 0 0,0 2 0,1-3-18,-1 0 0,1 0-1,-1 1 1,1-1 0,-1 0-1,1 0 1,-1 0 0,1 0-1,-1 0 1,1 0 0,-1 0-1,1 0 1,-1 0 0,1 0 0,-1 0-1,1 0 1,-1 0 0,1 0-1,-1-1 1,1 1 0,-1 0-1,1 0 1,-1-1 0,1 1-1,0 0 1,-1-1 0,1 1-1,-1 0 1,1-1 0,-1 1 0,-1-2-780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6.7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77 24575,'7'-7'0,"0"0"0,1 0 0,0 1 0,0-1 0,1 2 0,-1-1 0,1 1 0,1 1 0,-1 0 0,1 0 0,-1 0 0,1 2 0,0-1 0,0 1 0,0 0 0,1 1 0,18 0 0,-14 2 0,-1-1 0,1 2 0,-1 0 0,1 0 0,-1 2 0,0-1 0,0 2 0,14 6 0,-27-10 0,1-1 0,-1 1 0,1 0 0,-1 0 0,1 0 0,-1 0 0,0 0 0,0 0 0,1 0 0,-1 1 0,0-1 0,0 0 0,0 0 0,-1 1 0,1-1 0,0 1 0,0-1 0,-1 1 0,1-1 0,-1 1 0,1-1 0,-1 1 0,1 2 0,-2-2 0,1 0 0,0-1 0,-1 1 0,1 0 0,-1-1 0,1 1 0,-1-1 0,0 1 0,0 0 0,0-1 0,0 1 0,0-1 0,0 0 0,0 1 0,0-1 0,0 0 0,-1 0 0,1 0 0,-1 0 0,1 0 0,-3 2 0,-7 2 0,1-1 0,-1 0 0,-21 6 0,24-9 0,0 1 0,0 1 0,0 0 0,0 0 0,1 0 0,-1 1 0,1 0 0,-13 9 0,19-12 0,0 0 0,0 0 0,0 0 0,0 0 0,0 0 0,0 1 0,0-1 0,1 0 0,-1 0 0,0 0 0,1 1 0,-1-1 0,1 0 0,-1 1 0,1-1 0,0 1 0,0-1 0,0 0 0,-1 1 0,2 1 0,-1-1 0,0 0 0,1 0 0,0 0 0,0 0 0,-1 0 0,1 0 0,0-1 0,0 1 0,1 0 0,-1-1 0,0 1 0,3 2 0,4 3 0,1 0 0,-1-1 0,1 0 0,13 7 0,-18-11 0,160 96 0,-163-97 0,0 0 0,0-1 0,0 1 0,1 0 0,-1 0 0,0 0 0,0 0 0,0 0 0,0 1 0,0-1 0,-1 0 0,1 0 0,0 0 0,-1 1 0,1-1 0,0 0 0,-1 1 0,0-1 0,1 1 0,-1-1 0,0 1 0,0-1 0,1 3 0,-2-3 0,1 1 0,-1-1 0,1 0 0,-1 0 0,1 0 0,-1 0 0,0 1 0,0-1 0,1 0 0,-1 0 0,0 0 0,0-1 0,0 1 0,0 0 0,0 0 0,0 0 0,0-1 0,0 1 0,-1 0 0,1-1 0,0 1 0,0-1 0,-1 0 0,1 1 0,0-1 0,-3 0 0,-19 3 0,-1-1 0,0-1 0,0-1 0,-26-4 0,4-5-1365,33 7-5461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7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146 1 24575,'-2'0'0,"0"0"0,0 0 0,-1 0 0,1 0 0,0 1 0,-1-1 0,1 1 0,0 0 0,0-1 0,0 1 0,-1 0 0,1 0 0,0 0 0,0 1 0,0-1 0,1 0 0,-1 1 0,0-1 0,0 1 0,1 0 0,-1-1 0,-2 5 0,3-3 0,0 0 0,-1 0 0,1 1 0,0-1 0,0 0 0,1 1 0,-1-1 0,1 1 0,0-1 0,0 1 0,0-1 0,0 1 0,0-1 0,2 7 0,1-1 0,-1 1 0,2-1 0,-1 0 0,1 0 0,0 0 0,1 0 0,7 9 0,5 5 0,23 23 0,6 9 0,-45-54 0,0 1 0,1-1 0,-1 1 0,0 0 0,0 0 0,0-1 0,0 1 0,-1 0 0,1 0 0,0 0 0,-1 0 0,1 0 0,-1 0 0,0 0 0,0 0 0,0 0 0,0 0 0,0 0 0,-1 3 0,1-3 0,-1-1 0,0 1 0,0 0 0,0-1 0,0 0 0,0 1 0,0-1 0,0 0 0,0 1 0,-1-1 0,1 0 0,-1 0 0,1 0 0,0 0 0,-1 0 0,0 0 0,1-1 0,-1 1 0,1-1 0,-1 1 0,0-1 0,0 1 0,-1-1 0,-16 3 0,-1-1 0,1-1 0,0-1 0,-20-2 0,-13 0 0,24 1-1365,15 1-5461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7.7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24575,'14'61'0,"-9"-34"0,1 0 0,2 0 0,0-1 0,25 50 0,5-23 0,-48-69-1365,5 6-5461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8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0 146 24575,'10'-13'0,"6"-6"0,3 0 0,0 0 0,0 4 0,-1 2 0,-1 3 0,-1 3 0,-1 1 0,0 1 0,0 1 0,-3-1 0,-1 0 0,-4 2 0,-7 0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6:18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31 24575,'7'-2'0,"6"-2"0,2 1 0,2 0 0,0 2 0,0 0 0,-3-3 0,-2 1 0,1 0 0,-1 0 0,1 2 0,1 0 0,0 0 0,0 1 0,-2 0-8191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26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1064 7 24477,'-1063'0'0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27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24575,'52'5'0,"376"21"0,-102-39 0,-308 11 0,0 1 0,0 0 0,0 2 0,-1 0 0,1 0 0,21 6 0,-31-5 0,2 0 0,-20 1 0,-30 5-1365,26-5-5461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30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1158 15 24575,'-108'15'0,"25"-3"0,-127 7 0,115-13 0,-92 2 0,108-9 0,-1-4 0,1-3 0,-125-29 0,199 36 0,3 1 0,0-1 0,0 1 0,0 0 0,1-1 0,-1 0 0,0 1 0,0-1 0,1 0 0,-1 0 0,0 0 0,1 0 0,-1 0 0,1 0 0,-2-2 0,3 3 0,-1 0 0,1 0 0,0 0 0,0 0 0,0-1 0,0 1 0,0 0 0,0 0 0,0 0 0,0 0 0,0 0 0,0-1 0,0 1 0,0 0 0,0 0 0,0 0 0,0 0 0,0 0 0,0-1 0,0 1 0,1 0 0,-1 0 0,0 0 0,0 0 0,0 0 0,0-1 0,0 1 0,0 0 0,0 0 0,0 0 0,0 0 0,1 0 0,-1 0 0,0 0 0,0 0 0,0-1 0,0 1 0,0 0 0,1 0 0,8-3 0,10 1 0,-19 2 0,212 1 0,24 14 0,240 12 0,-244-12 0,-100-7 0,302 16 0,-321-18 0,143 3 0,-149-8 0,114-3 0,-139-5 0,26-1 0,16 0 0,2 1 0,109 17 0,-172-6 0,68-2 0,-75-3 0,-43 1 0,-1-2 0,18-3 0,17-2 0,13-1 0,-40 5 0,33-2 0,553 6 0,-592-2 0,1 0 0,17-5 0,-16 3 0,25-1 0,-17 3 0,40-7 0,-53 6 0,23-5 0,1 2 0,54-2 0,377 7 0,-451 1 0,0 1 0,17 3 0,-16-2 0,25 2 0,38-6 0,33 2 0,-72 6 0,-29-5 0,0 0 0,16 1 0,-11-3-87,-12 0-12,-1-1 1,1 1 0,0 0-1,-1 0 1,1 0 0,-1 1 0,1 0-1,-1-1 1,1 1 0,-1 0 0,1 0-1,5 4 1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35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74 297 24575,'93'-87'0,"-87"82"0,0 0 0,1 0 0,0 1 0,0 0 0,0 0 0,12-4 0,50-15 0,-39 15 0,-9 2 0,41-4 0,-35 6 0,103-10 0,-78 10 0,73 3 0,2 0 0,9-13 0,-34 5 0,-41 3 0,-5 0 0,36-3 0,33 0 0,-61 3 0,-4 0 0,31-3 0,-6 0 0,-44 4 0,-3 0 0,88-5 0,753 10 0,-773 9 0,-59-3 0,25 4 0,127 34 0,-173-36 0,107 33 0,-113-34 0,-1 2 0,0 0 0,-1 1 0,28 20 0,-37-23 0,0 1 0,-1 0 0,0 0 0,-1 1 0,0 0 0,8 12 0,-3 0 0,-2-1 0,10 25 0,-8-20 0,18 31 0,10 18 0,-37-64 0,1-1 0,-1 1 0,0 0 0,-1 0 0,0-1 0,0 15 0,-2-14 0,0 0 0,-1 0 0,0 0 0,-1 0 0,0 0 0,-1 0 0,0-1 0,-1 1 0,1-1 0,-2 0 0,1 0 0,-1-1 0,-1 1 0,-11 13 0,13-17 0,-5 7 0,-1-1 0,0 0 0,0-1 0,-19 15 0,15-15 0,0 0 0,0-1 0,-1-1 0,0 0 0,-1-1 0,-18 6 0,-55 16 0,0 1 0,45-18 0,-84 20 0,87-24 0,3 0 0,1-1 0,-72 2 0,91-8 0,-33 5 0,32-2 0,-29 0 0,-55 3 0,-1 1 0,77-7 0,1 2 0,-33 7 0,-32 4 0,13-7 0,-46 2 0,-300-10 0,401 2 0,-30 6 0,-18 0 0,35-5 0,-36 5 0,19-2 0,-104-3 0,78-3 0,-158 1 0,223 1 0,-1 0 0,-17 4 0,17-2 0,-26 2 0,25-5 0,-146-1 0,128-4 0,-64-17 0,39 7 0,37 9 0,0-2 0,0 0 0,1-2 0,-25-15 0,-43-18 0,71 36 0,0-2 0,-32-20 0,40 23 0,0-2 0,1 1 0,0-1 0,0-1 0,-15-18 0,17 15 0,0-1 0,0 0 0,2-1 0,-1 0 0,2 1 0,0-1 0,0-1 0,-2-24 0,-8-49 0,1 21 0,7 41 0,-3-29 0,8 51 5,1 0 0,0-1 0,0 1 0,1 0 0,-1 0 0,1 0 0,0 0 0,0 0 0,0 1 0,0-1 0,1 0 0,-1 0 0,1 1 0,0-1 0,1 1 0,-1-1 0,0 1 0,1 0 0,0 0 0,-1 0 0,1 0 0,1 1 0,5-5 0,1 1-217,1 0 0,-1 1 0,1 0-1,0 1 1,1 1 0,22-5 0,-12 4-6614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24575,'0'-2'0,"1"5"0,4 13 0,2 24 0,-6-25 0,-1 0 0,0 1 0,-1-1 0,-1 0 0,-3 16 0,0 1 0,2 1 0,2 0 0,2 41 0,1-10 0,-3-22 0,2 48 0,2-72 0,1 0 0,0 0 0,12 28 0,-4-13 0,38 101 0,-45-122 0,1 1 0,-2 1 0,0-1 0,-1 1 0,0 0 0,-1-1 0,0 1 0,-1 26 0,-2-16 0,2 0 0,7 46 0,-4-44 0,-2 1 0,0-1 0,-2 0 0,-3 32 0,-4-13 0,4-29 0,-2 26 0,4-29 0,-5 25 0,3-25 0,-1 26 0,4 13 0,1-32 0,-1 0 0,-1 0 0,-5 31 0,3-28 0,0-1 0,1 1 0,2 32 0,-1 28 0,-6-43 0,4-29 0,1 0 0,-1 16 0,3 37 0,1-34 0,-2 1 0,-7 51 0,0-14 0,1-3 0,2-30 0,2 1 0,4 65 0,0-37 0,-1-44 0,-1 11 0,2 1 0,8 48 0,-5-46 0,-1 0 0,-1 0 0,-4 36 0,1-6 0,1-50 0,-1 0 0,0-1 0,-6 26 0,5-27 0,1 0 0,0 0 0,1 0 0,0 1 0,1-1 0,0 0 0,5 20 0,-1-8 0,10 51 0,-3-7 0,-5-38 0,3 49 0,-10-76-114,1 0 1,-1 0-1,-1 0 0,1 0 0,0 1 1,-1-1-1,1 0 0,-1-1 0,0 1 1,0 0-1,-3 5 0,-2 2-6712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5656 0 24575,'-321'0'0,"296"1"0,-28 6 0,-16 0 0,-35 0 0,-25 1 0,24 0 0,8-1 0,-46-8 0,-72 2 0,146 6 0,-20 1 0,-492-7 0,281-3 0,-208 2 0,385-7 0,10-1 0,113 8 0,-189-8 0,-111 1 0,189 8 0,-1120-1 0,1209 1 0,-31 5 0,-17 2 0,-42 1 0,47-4 0,-108-3 0,84-4 0,68 2-114,-18 0-303,-1 1 0,-41 7 0,66-5-6409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5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410 132 24575,'-43'-9'0,"-86"-22"0,97 22 0,1-2 0,-31-14 0,9 5 0,39 15 0,-1 0 0,-14-8 0,29 13 0,0 0 0,0 0 0,0 0 0,0 0 0,0 0 0,0 0 0,0 0 0,0 0 0,0 0 0,0 0 0,-1 0 0,1 0 0,0 0 0,0 0 0,0 0 0,0 0 0,0 0 0,0 0 0,0 0 0,0 0 0,0 0 0,0 0 0,0 0 0,0 0 0,0 0 0,0 0 0,0 0 0,0 0 0,0-1 0,0 1 0,0 0 0,-1 0 0,1 0 0,0 0 0,0 0 0,0 0 0,0 0 0,0 0 0,0 0 0,0 0 0,0 0 0,0 0 0,0 0 0,0 0 0,0-1 0,0 1 0,0 0 0,0 0 0,0 0 0,0 0 0,0 0 0,0 0 0,1 0 0,-1 0 0,0 0 0,0 0 0,0 0 0,0 0 0,0 0 0,0 0 0,0 0 0,0 0 0,0 0 0,0-1 0,0 1 0,0 0 0,7-1 0,10 2 0,8 5 0,0 2 0,-1 0 0,0 2 0,34 18 0,-3-1 0,118 50 0,-168-74 0,0-1 0,0 1 0,0 0 0,-1 1 0,8 5 0,-12-8 0,1-1 0,0 1 0,-1-1 0,1 1 0,0-1 0,-1 1 0,1 0 0,-1 0 0,1-1 0,-1 1 0,1 0 0,-1 0 0,0-1 0,1 1 0,-1 0 0,0 0 0,0 0 0,1 0 0,-1-1 0,0 1 0,0 0 0,0 0 0,0 0 0,0 0 0,0 0 0,0 0 0,-1-1 0,1 1 0,0 0 0,0 0 0,-1 0 0,1 0 0,0-1 0,-1 1 0,1 0 0,-1 0 0,1-1 0,-1 1 0,1 0 0,-1-1 0,0 1 0,1 0 0,-1-1 0,-1 1 0,-6 4 0,0-1 0,0 0 0,0-1 0,-1 0 0,0 0 0,1-1 0,-1 0 0,0 0 0,-13 0 0,5 0 0,-22 6 0,-16 11-1365,41-13-5461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4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24575,'17'31'0,"2"0"0,1-2 0,33 37 0,-47-59 0,0-2 0,0 1 0,1-1 0,0 0 0,0-1 0,0 1 0,0-1 0,1-1 0,0 1 0,-1-1 0,15 3 0,-20-6 0,-1 1 0,1-1 0,-1 0 0,1 0 0,-1 0 0,0 0 0,1 0 0,-1 0 0,1 0 0,-1 0 0,1 0 0,-1-1 0,0 1 0,1-1 0,-1 1 0,0-1 0,1 1 0,-1-1 0,0 0 0,0 0 0,1 0 0,-1 1 0,0-1 0,0 0 0,0 0 0,0-1 0,0 1 0,-1 0 0,1 0 0,1-2 0,1-3 0,-1-1 0,0 1 0,0-1 0,0 1 0,1-10 0,2-10 0,-5 26 0,0-1 0,1 1 0,-1 0 0,0-1 0,0 1 0,0 0 0,1 0 0,-1-1 0,0 1 0,0 0 0,0 0 0,1 0 0,-1-1 0,0 1 0,1 0 0,-1 0 0,0 0 0,0 0 0,1 0 0,-1-1 0,0 1 0,1 0 0,-1 0 0,0 0 0,1 0 0,-1 0 0,0 0 0,1 0 0,-1 0 0,0 0 0,1 0 0,-1 0 0,0 0 0,1 1 0,-1-1 0,0 0 0,1 0 0,-1 0 0,0 0 0,0 0 0,1 1 0,-1-1 0,0 0 0,0 0 0,1 0 0,-1 1 0,16 12 0,-14-11 0,11 9 0,-1 0 0,1-1 0,16 9 0,-23-16 0,1 1 0,0-1 0,0-1 0,0 1 0,0-1 0,0-1 0,0 1 0,1-1 0,9 0 0,-13 0 0,1-1 0,0 0 0,0-1 0,-1 1 0,1-1 0,0 0 0,-1 0 0,7-2 0,-9 2 0,0 0 0,-1 0 0,1 0 0,0 0 0,-1-1 0,1 1 0,-1 0 0,0-1 0,1 1 0,-1-1 0,0 1 0,0-1 0,0 0 0,0 0 0,0 1 0,0-1 0,0 0 0,-1 0 0,1 0 0,-1 0 0,1 0 0,-1-2 0,2-8 14,-2 1-1,1 0 0,-1-1 0,-1 1 1,0 0-1,-1 0 0,0 0 1,-4-13-1,4 18-100,0 0-1,0 0 1,-1 0 0,0 1-1,0-1 1,0 1 0,0-1-1,-1 1 1,0 0-1,0 1 1,0-1 0,-1 1-1,0 0 1,1 0 0,-2 0-1,-5-3 1,0 2-6739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51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24575,'5'-6'0,"1"1"0,0-1 0,0 2 0,0-1 0,10-5 0,-12 8 0,-1 1 0,1-1 0,0 1 0,-1 0 0,1 0 0,0 1 0,0-1 0,0 1 0,-1 0 0,1 0 0,0 0 0,0 0 0,5 2 0,13 2 0,1 1 0,-1 1 0,0 1 0,-1 0 0,0 2 0,0 1 0,28 18 0,-40-23 0,1 1 0,-2 1 0,1-1 0,-1 1 0,0 1 0,0 0 0,-1 0 0,0 0 0,12 19 0,0 4 0,40 48 0,2 1 0,28 53 0,-43-63 0,-22-34 0,34 64 0,-47-74 0,-5-12 0,-1-1 0,14 19 0,-6-9 0,-1 1 0,-1 0 0,-1 1 0,-1 0 0,8 32 0,18 50 0,39 55 0,-69-150 0,5 12 0,22 38 0,-15-35 0,38 56 0,-46-72 0,0 0 0,0-1 0,1-1 0,1 0 0,14 11 0,-6-7 0,1-2 0,0 0 0,1-1 0,0-1 0,28 9 0,-24-11 0,65 17 0,-65-19 0,-9-2 0,0 0 0,31 1 0,145-4 0,-183-1 0,0 0 0,0 0 0,-1-1 0,1 0 0,-1 0 0,1-1 0,-1 0 0,0 0 0,0-1 0,10-6 0,-4 1 0,-1-1 0,0 0 0,-1-1 0,19-19 0,-21 17 0,1-1 0,-2 0 0,8-16 0,-8 14 0,1 0 0,15-19 0,-7 13 0,-8 9 0,0 1 0,2 0 0,-1 1 0,14-11 0,64-51 0,-80 67 0,-1 1 0,1 1 0,1 0 0,-1 0 0,1 0 0,-1 1 0,1 1 0,18-3 0,-8 3 0,1 1 0,-1 0 0,29 4 0,-34-1 0,0 1 0,27 9 0,-32-8 0,-1 1 0,0 0 0,0 1 0,-1 0 0,0 0 0,12 12 0,-3-3 0,-8-7-124,-1 1 0,0 0 0,-1 0 0,0 1 0,0 0 0,-1 1-1,0-1 1,-1 1 0,0 0 0,6 20 0,-6-14-6702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54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1959 48 24575,'-18'-13'0,"13"9"0,0 1 0,0-1 0,0 1 0,0 0 0,0 0 0,-1 1 0,1 0 0,-1 0 0,0 0 0,-11-2 0,6 3 0,-1 0 0,1 1 0,0 0 0,0 0 0,0 1 0,-1 1 0,1 0 0,1 0 0,-1 1 0,0 1 0,1 0 0,-1 0 0,1 1 0,0 0 0,-18 14 0,15-9 0,1 1 0,-1 0 0,-14 20 0,-34 44 0,49-58 0,-33 43 0,30-41 0,1 0 0,0 1 0,2 1 0,0 0 0,-16 44 0,5-8 0,11-28 0,-12 39 0,11-24 0,-23 57 0,14-50 0,-35 82 0,53-124 0,1 1 0,-4 15 0,-4 12 0,-7 14 0,-19 43 0,1-25 0,-56 78 0,88-140 0,-2-1 0,1 0 0,-1-1 0,1 0 0,-2 1 0,1-2 0,-10 7 0,-50 23 0,65-33 0,-61 23 0,12-6 0,31-10 0,-1-1 0,0 0 0,0-2 0,-1 0 0,0-2 0,0 0 0,-40 0 0,14-2 0,-39-3 0,77 1 0,-1-1 0,1 0 0,0 0 0,0-1 0,0-1 0,0 1 0,-14-9 0,-3-4 0,-25-21 0,9 6 0,-46-40 0,63 49 0,-54-38 0,58 48-1365,3 3-5461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7:5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710 150 24575,'-42'-37'0,"33"28"0,0 0 0,0 1 0,-1 0 0,0 1 0,0 0 0,-1 0 0,0 1 0,-17-7 0,-2 3 0,-1 2 0,-57-9 0,56 14 0,-1 2 0,-33 4 0,-23 12 0,79-14 13,1 1 0,-1 1-1,1 0 1,0 0 0,0 1-1,0 0 1,0 1 0,-13 9-1,-2 4-662,-32 31-1,53-45 473,-10 7-6648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8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97 24575,'0'1'0,"-1"-1"0,0 0 0,1 0 0,-1 1 0,0-1 0,1 1 0,-1-1 0,1 0 0,-1 1 0,1-1 0,-1 1 0,1-1 0,-1 1 0,1-1 0,-1 1 0,1 0 0,0-1 0,-1 1 0,1-1 0,0 1 0,0 0 0,-1-1 0,1 1 0,0 0 0,0 0 0,0-1 0,0 2 0,-3 22 0,3-21 0,-25 186 0,22-163 0,0 0 0,2 1 0,3 47 0,-2-73 0,0 0 0,0 0 0,0 0 0,1 0 0,-1 0 0,0 0 0,0 0 0,1 0 0,-1 0 0,0 0 0,1-1 0,-1 1 0,1 0 0,-1 0 0,1 0 0,-1 0 0,1-1 0,1 2 0,-2-2 0,1 0 0,-1 1 0,1-1 0,-1 0 0,1 0 0,-1 0 0,1 0 0,-1 0 0,1 0 0,-1 0 0,1 0 0,-1 0 0,1 0 0,-1 0 0,1-1 0,-1 1 0,1 0 0,-1 0 0,1 0 0,-1-1 0,1 1 0,-1 0 0,0 0 0,1-1 0,2-1 0,-1 0 0,-1 0 0,1 0 0,0 0 0,0 0 0,-1 0 0,1-1 0,-1 1 0,0 0 0,1-1 0,0-4 0,1-13 0,0 1 0,-2-1 0,-1 0 0,-3-31 0,2 31 0,-13-101 0,6 76 0,0-53 0,10 68 0,-2 29 0,0 0 0,1 0 0,-1 0 0,0 0 0,0 0 0,0 0 0,1 0 0,-1 0 0,1 0 0,-1 0 0,1 0 0,-1 0 0,1 0 0,-1 1 0,1-1 0,0 0 0,-1 0 0,1 1 0,0-1 0,0 0 0,0 1 0,-1-1 0,1 1 0,0-1 0,2 0 0,-2 1 0,0 1 0,0-1 0,1 1 0,-1 0 0,0 0 0,0-1 0,0 1 0,0 0 0,0 0 0,0 0 0,-1 0 0,1 0 0,0 0 0,0 0 0,-1 0 0,1 0 0,0 0 0,0 3 0,1 0 0,118 177 0,-98-152 0,1-1 0,1-2 0,2 0 0,29 23 0,27 7 0,-97-63 0,-17-6 0,-47-15 0,69 25 0,-1 0 0,1 2 0,-1-1 0,1 1 0,-1 1 0,1-1 0,-1 2 0,1 0 0,-13 2 0,15-1-195,1 0 0,0 1 0,0 0 0,0 0 0,0 1 0,-9 6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8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0 24575,'-1'1'0,"-1"-1"0,0 0 0,1 1 0,-1 0 0,1-1 0,-1 1 0,1 0 0,-1 0 0,1 0 0,-1 0 0,1 0 0,0 0 0,0 0 0,0 0 0,-1 1 0,1-1 0,0 0 0,0 1 0,1-1 0,-1 1 0,0-1 0,0 1 0,1-1 0,-1 4 0,-2 3 0,0 0 0,1 0 0,-2 13 0,1 5 0,1 0 0,2 1 0,0-1 0,5 31 0,-1-42 0,-1 1 0,2-1 0,0-1 0,1 1 0,0-1 0,1 0 0,1 0 0,0-1 0,1 0 0,0-1 0,1 0 0,14 14 0,-14-16 0,-1-1 0,1 1 0,1-2 0,0 1 0,12 6 0,-12-11-1365,-3-4-5461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9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1 130 24575,'0'4'0,"0"1"0,0 0 0,0-1 0,1 1 0,0 0 0,0-1 0,0 1 0,0 0 0,1-1 0,-1 0 0,1 1 0,0-1 0,1 0 0,-1 0 0,1 0 0,0 0 0,0 0 0,0-1 0,0 0 0,1 1 0,-1-1 0,7 4 0,-1-1 0,0 0 0,1 0 0,0-1 0,0 0 0,1-1 0,-1 0 0,1-1 0,0 0 0,0 0 0,0-1 0,0-1 0,0 0 0,14 0 0,-22-2 0,0 1 0,0-1 0,0 0 0,0 1 0,0-1 0,0-1 0,0 1 0,0 0 0,-1-1 0,1 1 0,0-1 0,-1 0 0,0 0 0,1 0 0,-1 0 0,0 0 0,0-1 0,0 1 0,3-5 0,-2 2 0,0 0 0,-1 0 0,0-1 0,0 1 0,0-1 0,-1 1 0,1-1 0,-1 1 0,0-11 0,1 14 0,2 7 0,5 11 0,-8-14 0,2 4 0,1-1 0,0 1 0,0-1 0,0 0 0,0 0 0,1-1 0,0 1 0,0-1 0,0 0 0,1 0 0,-1-1 0,1 1 0,0-1 0,0-1 0,0 1 0,0-1 0,0 0 0,1 0 0,-1-1 0,1 0 0,-1 0 0,8 0 0,-12-1 0,0-1 0,0 1 0,-1 0 0,1-1 0,0 1 0,0-1 0,0 0 0,0 0 0,0 0 0,-1 1 0,1-2 0,0 1 0,-1 0 0,1 0 0,0 0 0,-1-1 0,0 1 0,1-1 0,-1 1 0,0-1 0,0 0 0,0 1 0,0-1 0,0 0 0,0 0 0,0 0 0,-1 1 0,1-1 0,-1 0 0,1 0 0,-1 0 0,0-4 0,1-1 0,-1 1 0,0-1 0,0 0 0,-1 1 0,0-1 0,0 1 0,-1-1 0,-3-11 0,-2 1 30,-1 0 0,-1 1 0,-14-21 0,17 28-216,-1 0 1,0 1-1,-1 0 0,0 0 1,0 1-1,0 0 1,-10-6-1,9 8-6640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09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24575,'58'54'-403,"91"109"-1,-129-138 444,-1 2 0,-2 0 0,0 1 0,-2 0 0,-2 1 0,0 1 0,11 41 1,-20-56 13,-1 1 0,0-1 0,-2 1 0,1-1 0,-2 1 0,0 0 0,-1-1 0,-4 21 0,2-28-139,1 1 0,-2-1-1,1 0 1,-1 0 0,-1 0-1,1-1 1,-1 0 0,-1 0-1,1 0 1,-1 0 0,0-1-1,-1 0 1,1 0 0,-1 0-1,-14 7 1,5-3-6741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1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24575,'1'3'0,"0"1"0,0 0 0,0 0 0,0-1 0,1 1 0,0-1 0,0 1 0,0-1 0,3 4 0,2 4 0,101 169 0,-37-79 0,-45-66 0,-2 0 0,-1 2 0,20 43 0,-37-68-1365,-1-3-5461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2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0 24575,'7'0'0,"0"1"0,0 0 0,0 0 0,0 1 0,0 0 0,12 5 0,38 22 0,-23-11 0,19 8 0,-66-32 0,-1 1 0,-19-4 0,1-1 0,25 8 0,-8-4 0,0 1 0,0 1 0,0 0 0,-1 1 0,1 1 0,-31-1 0,44 3 0,1 1 0,0-1 0,-1 0 0,1 0 0,0 0 0,0 1 0,-1-1 0,1 0 0,0 1 0,0-1 0,-1 1 0,1 0 0,0-1 0,0 1 0,0 0 0,0 0 0,0 0 0,0 0 0,0 0 0,0 0 0,1 0 0,-1 0 0,0 0 0,0 0 0,1 0 0,-1 0 0,1 0 0,-1 1 0,1-1 0,0 0 0,-1 0 0,1 1 0,0-1 0,0 0 0,0 2 0,0 5 0,0 0 0,1-1 0,0 1 0,1-1 0,2 9 0,1 7 0,-4-22-80,-1 0 0,0 0-1,0 0 1,0 0 0,0 0-1,0 0 1,-1 1 0,1-1-1,0 0 1,0 0 0,-1 0 0,1 0-1,-1 0 1,1 0 0,-1-1-1,0 3 1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3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58 24575,'-1'48'0,"2"131"0,6-93 0,1 40 0,-7-200 0,-2 1 0,-4-1 0,-25-124 0,28 188 0,-6-25 0,8 33 0,-1-1 0,1 1 0,0-1 0,0 0 0,0 1 0,0-1 0,1 1 0,-1-1 0,2-4 0,-2 6 0,0 1 0,0 0 0,0 0 0,1 0 0,-1 0 0,0-1 0,0 1 0,0 0 0,0 0 0,1 0 0,-1 0 0,0 0 0,0 0 0,0 0 0,0-1 0,1 1 0,-1 0 0,0 0 0,0 0 0,0 0 0,1 0 0,-1 0 0,0 0 0,0 0 0,0 0 0,1 0 0,-1 0 0,0 0 0,0 0 0,1 0 0,-1 0 0,0 0 0,0 1 0,0-1 0,0 0 0,1 0 0,-1 0 0,0 0 0,0 0 0,0 0 0,0 0 0,1 1 0,-1-1 0,0 0 0,0 0 0,0 0 0,0 0 0,0 1 0,1-1 0,7 11 0,-7-10 0,48 73 0,21 27 0,-52-79 0,20 26 0,2-1 0,75 65 0,-104-99 0,-10-7 0,-9-5 0,-4-3 0,0 0 0,1-1 0,0 0 0,-14-6 0,-17-6 0,-111-30-1365,139 41-5461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3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24575,'-4'15'0,"0"0"0,2 0 0,-1 0 0,2 1 0,0 23 0,2-6 0,9 50 0,-5-58 17,0 0 0,1 0 1,2-1-1,0 0 0,1 0 0,15 25 0,-18-39-110,0 0 0,1 0 1,0-1-1,0 0 0,1-1 0,0 1 0,1-1 0,0-1 1,0 0-1,0 0 0,1-1 0,0 0 0,1-1 1,-1 0-1,20 7 0,-15-8-6733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24575,'0'7'0,"1"0"0,0 0 0,0 0 0,1-1 0,0 1 0,0-1 0,0 1 0,1-1 0,0 0 0,0 1 0,1-2 0,-1 1 0,1 0 0,7 6 0,-4-4 0,1 0 0,0-1 0,0 0 0,1 0 0,-1-1 0,2 0 0,-1-1 0,15 7 0,-22-11 0,0 0 0,0-1 0,0 1 0,0 0 0,0-1 0,0 1 0,0-1 0,0 0 0,0 0 0,0 0 0,0 0 0,0 0 0,0 0 0,0 0 0,0-1 0,0 1 0,0-1 0,0 1 0,0-1 0,0 0 0,0 0 0,0 0 0,-1 0 0,1 0 0,0 0 0,-1-1 0,1 1 0,-1 0 0,1-1 0,-1 1 0,1-1 0,-1 0 0,0 1 0,0-1 0,0 0 0,0 0 0,0 0 0,0 0 0,0-3 0,1 0 0,-1 0 0,1 0 0,-1 0 0,-1 0 0,1-1 0,-1 1 0,0 0 0,0 0 0,0 0 0,-1-1 0,0 1 0,0 0 0,0 0 0,0 0 0,-3-5 0,7 22 0,7 10 0,-4-13 0,0 0 0,1 0 0,1-1 0,-1 0 0,1 0 0,1-1 0,0 0 0,12 8 0,-16-13 0,-1 1 0,1-1 0,-1 0 0,1 0 0,0-1 0,0 0 0,-1 1 0,1-2 0,7 2 0,-9-2 0,1 0 0,-1-1 0,0 1 0,0-1 0,1 1 0,-1-1 0,0 0 0,0 0 0,0-1 0,0 1 0,0 0 0,0-1 0,0 0 0,-1 0 0,4-3 0,-3 2 0,0 0 0,0 0 0,0 0 0,-1 0 0,1-1 0,-1 1 0,0-1 0,0 0 0,0 1 0,-1-1 0,1 0 0,-1 0 0,0 0 0,0 0 0,-1 0 0,1-1 0,-1 1 0,0 0 0,0 0 0,0 0 0,0 0 0,-1 0 0,0-1 0,0 1 0,0 0 0,-2-5 0,0 0 0,-1 1 0,0-1 0,0 1 0,-1 0 0,0 0 0,-1 1 0,1-1 0,-1 1 0,-1 0 0,-12-10 0,4 6-1365,2 1-5461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4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24575,'29'17'0,"0"3"0,0 0 0,-2 2 0,-1 0 0,25 29 0,-33-31 0,-2 1 0,0 1 0,-1 1 0,-1 0 0,-1 1 0,-1 0 0,9 27 0,8 45 0,-25-81 0,-1 1 0,-1-1 0,-1 1 0,0 21 0,-2-34 6,1 1 0,-1-1 0,1 1 0,-1-1 0,0 0 0,0 0 0,-1 1 0,1-1 0,-1 0 0,0 0 0,1 0 0,-1 0 0,0-1 0,-1 1 0,1 0 0,0-1 0,-1 0 0,1 1 0,-6 2 0,0 0-218,1-1 0,-1 0 0,0-1-1,0 0 1,0 0 0,-15 3 0,5-2-6614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7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24575,'13'27'0,"6"10"0,0 1 0,-3-4 0,-4-8-8191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7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24575,'-2'2'0,"-1"4"0,-1 3 0,2 3 0,0-1-8191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7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32 24575,'-27'-7'0,"-48"-12"0,65 17 0,-1 0 0,0 1 0,0 0 0,-20 2 0,29-1 0,0 0 0,-1 1 0,1-1 0,0 1 0,0-1 0,0 1 0,-1 0 0,1 0 0,0 0 0,0 0 0,0 0 0,0 0 0,0 0 0,0 1 0,1-1 0,-1 1 0,-2 3 0,3-4 0,0 1 0,0 0 0,0 0 0,0 0 0,1 0 0,-1 0 0,1 0 0,0 0 0,0 0 0,-1 0 0,1 0 0,0 0 0,1 0 0,-1 0 0,0 0 0,0 0 0,1 0 0,-1 0 0,1 0 0,1 2 0,2 5 0,0 0 0,1-1 0,0 0 0,0 0 0,1 0 0,0-1 0,13 14 0,56 41 0,-68-57 0,54 35 0,-1-1 0,-59-39 0,-1 1 0,1-1 0,0 0 0,-1 1 0,1 0 0,0-1 0,-1 1 0,1-1 0,-1 1 0,1 0 0,-1-1 0,1 1 0,-1 0 0,1 0 0,-1-1 0,1 1 0,-1 0 0,0 0 0,0-1 0,0 1 0,1 1 0,-1-1 0,-1-1 0,1 1 0,0-1 0,-1 1 0,1-1 0,0 0 0,-1 1 0,1-1 0,-1 1 0,1-1 0,0 0 0,-1 1 0,1-1 0,-1 0 0,1 1 0,-1-1 0,1 0 0,-1 0 0,0 0 0,1 1 0,-1-1 0,0 0 0,-6 1 0,0 0 0,-1 0 0,-9-1 0,17 0 0,-19 0-1365,2 0-5461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8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24575,'1'7'0,"0"1"0,0-1 0,0 0 0,1 0 0,0 0 0,1-1 0,0 1 0,0 0 0,0-1 0,1 0 0,0 0 0,0 0 0,0 0 0,1 0 0,0-1 0,0 0 0,0 0 0,1 0 0,-1-1 0,1 0 0,8 5 0,-12-9 0,-1 1 0,0 0 0,0-1 0,0 1 0,1-1 0,-1 1 0,0-1 0,1 0 0,-1 1 0,0-1 0,1 0 0,-1 0 0,1 0 0,-1 0 0,0 0 0,1 0 0,-1 0 0,0-1 0,1 1 0,-1-1 0,0 1 0,1-1 0,-1 1 0,0-1 0,0 1 0,1-1 0,-1 0 0,0 0 0,0 0 0,0 0 0,0 0 0,0 0 0,0 0 0,0 0 0,-1 0 0,1 0 0,0 0 0,-1 0 0,1-1 0,0-1 0,2-6 0,0 0 0,-1 1 0,0-1 0,1-18 0,-2 16 0,-1 11 0,0-1 0,0 0 0,0 1 0,0-1 0,1 1 0,-1-1 0,0 1 0,0-1 0,0 1 0,0-1 0,0 1 0,1-1 0,-1 1 0,0-1 0,1 1 0,-1 0 0,0-1 0,1 1 0,-1-1 0,0 1 0,1 0 0,-1-1 0,1 1 0,-1 0 0,0-1 0,1 1 0,0-1 0,0 1 0,0 0 0,0 1 0,0-1 0,0 0 0,0 0 0,0 0 0,0 0 0,-1 1 0,1-1 0,0 0 0,0 1 0,0-1 0,0 1 0,1 0 0,4 4 0,0 0 0,11 12 0,-13-13 0,13 13 0,1 0 0,21 15 0,-31-27 0,-1 0 0,1 0 0,0-1 0,1 0 0,-1-1 0,0 1 0,1-2 0,17 4 0,-24-5 0,0-1 0,0 0 0,0 0 0,-1 0 0,1 0 0,0-1 0,0 1 0,0 0 0,0-1 0,0 1 0,-1-1 0,1 0 0,0 1 0,0-1 0,-1 0 0,1 0 0,-1 0 0,1 0 0,-1-1 0,1 1 0,-1 0 0,0-1 0,1 1 0,-1-1 0,0 1 0,0-1 0,0 1 0,0-1 0,0 0 0,-1 0 0,2-2 0,1-7 0,0 0 0,0 0 0,-1 0 0,1-14 0,0 2 0,0 5 0,0-1 0,-2 1 0,-1-37 0,0 53 0,0 1 0,-1-1 0,1 1 0,-1-1 0,1 0 0,-1 1 0,0-1 0,0 1 0,0 0 0,0-1 0,0 1 0,0 0 0,0-1 0,0 1 0,0 0 0,0 0 0,-1 0 0,1 0 0,-1 0 0,1 0 0,0 0 0,-1 1 0,0-1 0,1 0 0,-1 1 0,1-1 0,-1 1 0,0 0 0,1 0 0,-1-1 0,0 1 0,1 0 0,-4 1 0,3-1 0,0 0 0,0 0 0,0 0 0,0 0 0,0 1 0,0-1 0,1 1 0,-1-1 0,0 1 0,0 0 0,0 0 0,0 0 0,1 0 0,-1 0 0,0 0 0,1 0 0,-1 0 0,1 1 0,-1-1 0,1 1 0,0-1 0,0 1 0,0-1 0,0 1 0,0 0 0,0 0 0,0 0 0,-1 2 0,1 2 0,0-1 0,0 1 0,1 0 0,0-1 0,0 1 0,0 0 0,1-1 0,-1 1 0,1 0 0,1-1 0,-1 1 0,1-1 0,0 0 0,0 1 0,5 6 0,-3-5 0,1-1 0,0 0 0,0 0 0,0 0 0,1-1 0,0 0 0,0 0 0,0 0 0,1-1 0,11 7 0,76 32 120,-83-39-332,0 0 0,1-1 0,0 0-1,-1-1 1,1-1 0,19 1 0,-19-2-6614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9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24575,'-15'1'0,"0"2"0,1 0 0,-23 7 0,34-9 0,0 0 0,0 1 0,0-1 0,0 1 0,0-1 0,0 1 0,0 0 0,0 0 0,0 0 0,1 1 0,-1-1 0,1 0 0,0 1 0,0 0 0,0 0 0,0-1 0,0 1 0,0 0 0,1 0 0,-1 1 0,0 4 0,1-5 0,1 0 0,1 0 0,-1 0 0,0 1 0,1-1 0,-1 0 0,1 0 0,0 0 0,0 0 0,0 0 0,0 0 0,1 0 0,-1-1 0,1 1 0,0 0 0,3 3 0,-1-1 0,0 0 0,1 0 0,0 0 0,0 0 0,0-1 0,11 7 0,-14-10 0,0 0 0,0 0 0,0 0 0,0 0 0,1 0 0,-1 0 0,0-1 0,1 1 0,-1-1 0,0 1 0,1-1 0,-1 0 0,0 0 0,1 0 0,-1-1 0,1 1 0,-1 0 0,0-1 0,1 1 0,-1-1 0,0 0 0,3-2 0,-2 2 0,-1-1 0,1 0 0,-1 0 0,0 0 0,0 0 0,0 0 0,0-1 0,0 1 0,0-1 0,-1 1 0,1-1 0,-1 1 0,0-1 0,0 0 0,0 0 0,0 0 0,1-4 0,-1-1 0,0 0 0,-1 1 0,1-11 0,6 103 0,39 140 0,-19-106 0,-25-110 0,-1-5 0,0 1 0,0 0 0,0 0 0,0 0 0,-1-1 0,0 1 0,0 0 0,0 0 0,0 0 0,-2 7 0,1-12 0,1 1 0,0 0 0,0-1 0,-1 1 0,1 0 0,-1-1 0,1 1 0,-1-1 0,1 1 0,-1-1 0,1 1 0,-1-1 0,1 1 0,-1-1 0,1 1 0,-1-1 0,0 0 0,1 1 0,-1-1 0,0 0 0,1 0 0,-1 0 0,0 1 0,0-1 0,-1 0 0,0 0 0,0 0 0,0 0 0,0-1 0,0 1 0,1 0 0,-1-1 0,0 0 0,-2 0 0,-3-3 0,1 1 0,0-1 0,-11-8 0,-6-7 0,-48-41 0,61 51 0,1-1 0,0 0 0,0-1 0,-11-20 0,17 25-124,0 1 0,1-1 0,0 0 0,1 0 0,-1-1 0,1 1-1,0 0 1,1 0 0,-1-1 0,1-5 0,1-1-6702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19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21 24575,'-10'-3'0,"-10"-3"0,-30-4 0,45 10 0,0-1 0,0 1 0,0 0 0,0 0 0,-1 0 0,1 1 0,0-1 0,0 1 0,0 1 0,0-1 0,-6 3 0,10-3 0,0-1 0,-1 1 0,1 0 0,0 0 0,0-1 0,-1 1 0,1 0 0,0 0 0,0 1 0,0-1 0,0 0 0,0 0 0,0 0 0,1 1 0,-1-1 0,0 0 0,1 1 0,-1-1 0,1 0 0,-1 3 0,1-2 0,-1 1 0,1-1 0,0 1 0,1-1 0,-1 0 0,0 1 0,1-1 0,-1 0 0,1 1 0,0-1 0,2 4 0,0 0 0,0-1 0,1 1 0,-1-1 0,1 0 0,1 0 0,-1 0 0,1 0 0,8 6 0,-11-9 0,0-1 0,0 0 0,1 1 0,-1-1 0,1 0 0,-1 0 0,1 0 0,-1 0 0,1 0 0,-1-1 0,1 1 0,0-1 0,-1 0 0,1 0 0,0 0 0,-1 0 0,5-1 0,-5 1 0,0-1 0,0 0 0,0 0 0,0 0 0,-1 0 0,1 0 0,0 0 0,0-1 0,-1 1 0,1 0 0,-1-1 0,1 1 0,-1-1 0,0 0 0,1 1 0,-1-1 0,0 0 0,0 0 0,0 0 0,0 0 0,-1 0 0,2-3 0,3-15 0,-4 15 0,0 0 0,0 0 0,1 0 0,3-9 0,-5 14 0,0 0 0,1 0 0,-1 0 0,0-1 0,0 1 0,0 0 0,0 0 0,0 0 0,0 0 0,0 0 0,0-1 0,0 1 0,1 0 0,-1 0 0,0 0 0,0 0 0,0 0 0,0 0 0,0 0 0,1 0 0,-1 0 0,0 0 0,0 0 0,0 0 0,0 0 0,1 0 0,-1 0 0,0-1 0,0 1 0,0 1 0,0-1 0,0 0 0,1 0 0,-1 0 0,0 0 0,0 0 0,0 0 0,0 0 0,1 0 0,-1 0 0,0 0 0,6 8 0,4 13 0,-9-20 0,7 19-227,2 0-1,1 0 1,0-1-1,2 0 1,18 21-1,-23-30-6598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0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24575,'160'397'0,"-159"-393"0,1 0 0,0 0 0,0 0 0,-1 0 0,1 1 0,-1-1 0,0 0 0,0 8 0,-1-12 0,0 0 0,0 1 0,0-1 0,0 0 0,0 0 0,0 1 0,0-1 0,0 0 0,0 0 0,0 1 0,0-1 0,0 0 0,0 0 0,0 0 0,0 1 0,0-1 0,-1 0 0,1 0 0,0 0 0,0 1 0,0-1 0,0 0 0,0 0 0,-1 0 0,1 0 0,0 1 0,0-1 0,0 0 0,0 0 0,-1 0 0,1 0 0,0 0 0,0 0 0,0 0 0,-1 0 0,1 1 0,0-1 0,0 0 0,-1 0 0,1 0 0,0 0 0,0 0 0,0 0 0,-1 0 0,1 0 0,0 0 0,0 0 0,-1-1 0,1 1 0,0 0 0,0 0 0,0 0 0,-1 0 0,1 0 0,0 0 0,0 0 0,0 0 0,-1-1 0,1 1 0,0 0 0,0 0 0,0 0 0,-1-1 0,-13-12 0,12 12 0,-55-59-1365,44 46-5461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0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41 24575,'13'4'0,"13"3"0,1-1 0,0-1 0,1-1 0,28 0 0,-52-4 0,0 0 0,-1-1 0,1 1 0,-1-1 0,1 0 0,0 0 0,-1 0 0,0 0 0,1-1 0,-1 0 0,4-2 0,0-1 0,0-1 0,0 0 0,8-9 0,-13 12 0,0 1 0,1 0 0,-1-1 0,1 1 0,0 0 0,0 1 0,0-1 0,0 0 0,6-1 0,-8 2 0,0 1 0,1 0 0,-1-1 0,1 1 0,-1 0 0,1 0 0,-1 0 0,0 0 0,1 0 0,-1 0 0,1 1 0,-1-1 0,1 0 0,-1 1 0,0-1 0,1 1 0,-1 0 0,0-1 0,0 1 0,1 0 0,-1 0 0,0-1 0,0 1 0,0 0 0,1 2 0,12 13 0,-2 1 0,0 1 0,17 34 0,2 5 0,-29-55-95,7 15 322,-8-16-306,-1 0 1,0-1-1,1 1 0,-1 0 0,0 0 0,0 0 1,0 0-1,0-1 0,1 1 0,-1 0 0,0 0 1,0 0-1,0 0 0,-1 0 0,1-1 0,0 1 1,0 0-1,-1 1 0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24575,'3'5'0,"0"5"0,0 2 0,0 2 0,-1 1 0,-1-2-8191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1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64 24575,'1'8'0,"1"1"0,0-1 0,1 0 0,0 0 0,0-1 0,0 1 0,7 9 0,-3-4 0,1 1 0,0-1 0,1-1 0,1 1 0,0-2 0,11 11 0,-20-21 0,-1-1 0,0 1 0,1-1 0,-1 1 0,1-1 0,-1 1 0,0-1 0,1 0 0,-1 1 0,1-1 0,-1 0 0,1 1 0,-1-1 0,1 0 0,0 0 0,-1 0 0,1 1 0,-1-1 0,1 0 0,-1 0 0,1 0 0,0 0 0,-1 0 0,1 0 0,-1 0 0,1 0 0,0 0 0,-1 0 0,1-1 0,-1 1 0,1 0 0,-1 0 0,1-1 0,-1 1 0,1 0 0,0 0 0,-1-1 0,0 1 0,1 0 0,-1-1 0,1 1 0,-1-1 0,1 1 0,-1-1 0,0 1 0,1-1 0,-1 1 0,0-1 0,0 1 0,1-1 0,-1 1 0,0-1 0,0 0 0,2-6 0,0 1 0,-1 0 0,1-1 0,-1-6 0,0 7 0,32-142 0,-31 143 0,-2 4-66,1-1-34,-1 0 0,1 0 0,-1 0 0,1 0 0,-1 0 0,0-1 0,0 1 0,0 0 1,0 0-1,0 0 0,0 0 0,-1-4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1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44 171 24575,'4'-39'0,"-1"22"0,-1 0 0,-1 0 0,-1 0 0,0 0 0,-3-18 0,3 35 0,0-1 0,0 1 0,0-1 0,0 0 0,0 1 0,0-1 0,-1 1 0,1-1 0,0 1 0,0-1 0,-1 1 0,1-1 0,0 1 0,0-1 0,-1 1 0,1-1 0,-1 1 0,1-1 0,0 1 0,-1 0 0,1-1 0,-1 1 0,0-1 0,1 1 0,-1 0 0,1 0 0,-1 1 0,1-1 0,-1 0 0,1 0 0,0 0 0,-1 0 0,1 1 0,-1-1 0,1 0 0,-1 0 0,1 1 0,0-1 0,-1 0 0,1 0 0,0 1 0,-1-1 0,1 1 0,-1 0 0,-1 2 0,0 0 0,0 1 0,0-1 0,0 1 0,-1 3 0,-1 5 0,0-1 0,0 1 0,1 0 0,1 0 0,-2 14 0,3-23 0,1-1 0,0 1 0,0 0 0,1 0 0,-1 0 0,0-1 0,1 1 0,0 0 0,-1-1 0,1 1 0,0-1 0,0 1 0,1-1 0,-1 1 0,1-1 0,-1 0 0,1 1 0,0-1 0,-1 0 0,1 0 0,0 0 0,0-1 0,1 1 0,1 1 0,9 4 0,-1 0 0,1-1 0,0-1 0,1 0 0,14 2 0,71 10 0,-74-13-682,38 12-1,-50-12-6143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22.2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24575,'8'-8'0,"4"-2"0,4 1 0,-2 4 0,0 3 0,-3 4 0,-1 2 0,1 3 0,-1 2 0,-1 1 0,-1 0 0,-5-2 0,-5 1 0,-5-1 0,-4 0 0,0 0-8191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2.0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1 194 24575,'1'-1'0,"0"-1"0,0 0 0,1 0 0,-1 1 0,1-1 0,-1 1 0,1-1 0,-1 1 0,1 0 0,0-1 0,0 1 0,2-1 0,5-4 0,23-19 0,1 1 0,1 1 0,68-32 0,-82 46 0,0 2 0,0 0 0,31-6 0,-25 10 0,1 1 0,43 3 0,-19 1 0,-37-2 0,0 2 0,0-1 0,-1 2 0,1 0 0,24 9 0,62 33 0,-94-43 0,5 5 0,1 1 0,-1-1 0,0 2 0,10 10 0,7 5 0,34 27 0,-60-50-54,-1 0-1,0 0 0,0 0 1,-1 0-1,1 1 1,0-1-1,0 0 0,-1 1 1,1-1-1,0 0 1,-1 1-1,1-1 0,-1 1 1,0-1-1,0 1 0,1-1 1,-1 1-1,0-1 1,0 1-1,0-1 0,-1 1 1,1-1-1,0 1 1,-1 1-1,-2 6-6771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4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795 134 24575,'-12'-13'0,"0"1"0,-1 1 0,-1 0 0,0 1 0,-30-17 0,24 16 0,8 5 0,-24-9 0,21 11 0,1 0 0,-1 1 0,0 0 0,-1 1 0,-28 0 0,-222 3 0,255 0 0,-1 0 0,1 1 0,0 0 0,0 1 0,0 0 0,0 1 0,1 0 0,-1 0 0,1 2 0,0-1 0,0 1 0,1 0 0,-12 10 0,14-9 28,0 1-1,1 0 1,-9 12-1,10-12-322,0 0 0,-1-1 0,-1 0 0,-8 9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6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71 24575,'0'-1'0,"0"0"0,0 1 0,-1-1 0,1 1 0,0-1 0,0 1 0,-1 0 0,1-1 0,0 1 0,-1-1 0,1 1 0,0-1 0,-1 1 0,1 0 0,-1-1 0,1 1 0,-1 0 0,1 0 0,-1-1 0,1 1 0,-1 0 0,1 0 0,-1 0 0,1-1 0,-1 1 0,1 0 0,-1 0 0,1 0 0,-1 0 0,1 0 0,-1 0 0,1 0 0,-1 0 0,0 0 0,1 0 0,-1 1 0,1-1 0,-1 0 0,1 0 0,-1 0 0,1 1 0,-1-1 0,1 0 0,-1 1 0,1-1 0,-1 1 0,-1 0 0,1 1 0,-1-1 0,1 1 0,-1 0 0,1 0 0,0-1 0,-1 1 0,1 0 0,0 0 0,-1 3 0,-4 18 0,1 1 0,1-1 0,-1 39 0,5-61 0,-2 165 0,2-116 0,9-74 0,3-22 0,-3 0 0,-2 0 0,-2-1 0,-2 0 0,-4-52 0,-1 76 0,-9-35 0,16 74 0,0 0 0,2-1 0,11 23 0,35 49 0,-33-58 0,2-1 0,1-2 0,1 0 0,1-1 0,1-2 0,49 35 0,-74-58 0,-1 0 0,1 0 0,-1 1 0,1-1 0,-1 0 0,1 1 0,-1-1 0,1 1 0,-1-1 0,1 0 0,-1 1 0,0-1 0,1 1 0,-1-1 0,0 1 0,0-1 0,1 1 0,-1 0 0,0-1 0,0 1 0,0-1 0,-1 0 0,1 0 0,0 0 0,0 0 0,0 1 0,-1-1 0,1 0 0,0 0 0,0 0 0,-1 0 0,1 0 0,0 1 0,0-1 0,-1 0 0,1 0 0,0 0 0,0 0 0,-1 0 0,1 0 0,0 0 0,-1 0 0,1 0 0,0 0 0,-24-3 0,-124-37 0,54 12 0,21 9-1365,60 18-5461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7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1 24575,'-4'3'0,"0"1"0,0-1 0,0 1 0,0 0 0,1 1 0,0-1 0,-1 1 0,2-1 0,-1 1 0,0 0 0,1 0 0,0 0 0,0 0 0,-1 7 0,-1 6 0,1 1 0,-2 33 0,4-19 0,2 1 0,1-1 0,2-1 0,1 1 0,2 0 0,1-1 0,2-1 0,0 1 0,17 31 0,-20-49 0,1 0 0,0-1 0,0 0 0,14 15 0,-17-22 0,1 0 0,0-1 0,0 1 0,0-1 0,0-1 0,1 1 0,0-1 0,0 0 0,0-1 0,8 4 0,-13-7-105,0 1 0,0-1 0,0 1 0,0-1 0,0 0 0,0 1 0,0-1 0,0 0 0,1 0 0,-1-1 0,0 1 0,3-1 0,5-4-6721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7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60 24575,'-1'5'0,"-1"0"0,1 1 0,0-1 0,0 1 0,0-1 0,1 0 0,0 1 0,0 7 0,1-10 0,-1 1 0,1-1 0,0 1 0,0-1 0,1 0 0,-1 1 0,1-1 0,0 0 0,-1 0 0,1 0 0,1 0 0,-1 0 0,5 4 0,4 3 0,0 0 0,1-1 0,1 0 0,-1-1 0,23 10 0,-26-14 0,1 0 0,0 0 0,0-1 0,0 0 0,0-1 0,1 0 0,-1-1 0,20 0 0,-28-1 0,0 0 0,0 0 0,0 0 0,0-1 0,-1 1 0,1-1 0,0 1 0,0-1 0,-1 0 0,1 0 0,0 0 0,-1 0 0,1 0 0,-1 0 0,1 0 0,-1 0 0,1 0 0,-1-1 0,0 1 0,0-1 0,0 1 0,0-1 0,0 1 0,0-1 0,0 0 0,1-2 0,-1-2 0,1 1 0,-1-1 0,0 1 0,-1-1 0,1 1 0,-1-1 0,-1-8 0,5 19 0,1 0 0,1 0 0,-1 0 0,1 0 0,-1-1 0,1 0 0,11 6 0,-12-8 0,-1-1 0,1 1 0,-1-1 0,1 0 0,0 0 0,-1-1 0,1 1 0,0-1 0,0 0 0,0 0 0,-1-1 0,7 0 0,-8 0 0,-1 0 0,1 0 0,0 0 0,-1 0 0,1 0 0,0 0 0,-1-1 0,1 1 0,-1-1 0,0 0 0,0 1 0,1-1 0,-1 0 0,0 0 0,-1-1 0,1 1 0,0 0 0,-1-1 0,1 1 0,-1-1 0,2-3 0,2-8 0,0-1 0,-2 1 0,5-26 0,-8 36 0,1 0 0,-1 0 0,1 0 0,-1 0 0,-1-1 0,1 1 0,-1 0 0,1 0 0,-1 0 0,0 0 0,0 0 0,-1 0 0,1 0 0,-1 0 0,0 1 0,0-1 0,-5-6 0,5 8-68,0 0 0,-1 1-1,1-1 1,0 0 0,-1 1 0,1 0-1,-1 0 1,1 0 0,-1 0 0,0 0-1,1 0 1,-1 0 0,0 1 0,0 0-1,1-1 1,-1 1 0,0 0 0,0 0-1,-3 1 1,-7 2-6758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8.1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24575,'45'51'0,"-2"3"0,-2 1 0,45 82 0,-73-112 0,-1 1 0,13 41 0,-20-52 0,-1 0 0,-1 0 0,-1 1 0,0-1 0,-1 1 0,-1 17 0,0-29 5,0-1-1,0 0 1,-1 1-1,0-1 0,0 0 1,1 0-1,-2 0 1,1 0-1,0 0 1,-1 0-1,1 0 0,-1 0 1,0 0-1,0-1 1,0 1-1,0-1 1,0 1-1,-1-1 1,1 0-1,-1 0 0,0 0 1,1 0-1,-1 0 1,0-1-1,0 1 1,-4 0-1,-4 1-216,1 0 0,-1-1 0,0 0-1,0-1 1,0 0 0,-17-1 0,12-1-6614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8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24575,'7'20'0,"6"12"0,2 5 0,2 2 0,0-1 0,0-2 0,-4-2 0,0-2 0,-3-1 0,-1-4 0,-2-1 0,-2-2 0,-1-4 0,-3-1 0,0-3 0,-1 0 0,0-2 0,-1-2-8191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49.2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 24575,'0'0'0,"0"-1"0,0 1 0,-1 0 0,1 0 0,0 0 0,0-1 0,0 1 0,0 0 0,0 0 0,-1 0 0,1 0 0,0 0 0,0 0 0,0-1 0,-1 1 0,1 0 0,0 0 0,0 0 0,0 0 0,-1 0 0,1 0 0,0 0 0,0 0 0,0 0 0,-1 0 0,1 0 0,0 0 0,0 0 0,-1 0 0,1 0 0,0 0 0,0 0 0,-2 7 0,4 15 0,-2-20 0,36 421 0,-36-421 0,23 229-1174,-22-225 983,1 18-6635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8:59.1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749 269 24575,'-1'-2'0,"0"0"0,1 1 0,-1-1 0,0 0 0,0 1 0,-1-1 0,1 1 0,0 0 0,0-1 0,-1 1 0,1 0 0,-3-2 0,0 0 0,-6-5 0,-2-1 0,1 2 0,-1-1 0,-15-6 0,-55-20 0,44 19 0,-71-28 0,-159-41 0,235 76-455,0 2 0,-38-2 0,49 7-6371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4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69 24575,'0'5'0,"3"126"0,0-104 0,0 0 0,13 47 0,-11-55 0,0-1 0,2-1 0,0 1 0,17 29 0,-24-46 0,1-1 0,-1 1 0,0-1 0,0 1 0,0-1 0,1 0 0,-1 1 0,0-1 0,1 1 0,-1-1 0,0 0 0,1 0 0,-1 1 0,0-1 0,1 0 0,-1 1 0,1-1 0,-1 0 0,0 0 0,1 0 0,-1 1 0,2-1 0,-1-9 0,-6-16 0,-40-91 0,2 8 0,37 90 0,0 0 0,0 0 0,1 0 0,1 0 0,1-1 0,-1-18 0,4 34 0,-1 1 0,1 0 0,1 0 0,-1 0 0,0 0 0,0 0 0,1 0 0,-1 0 0,1 0 0,0 0 0,-1 0 0,1 0 0,0 0 0,0 0 0,0 0 0,1 0 0,-1 1 0,0-1 0,1 0 0,-1 1 0,1-1 0,-1 1 0,1 0 0,0-1 0,0 1 0,-1 0 0,1 0 0,0 0 0,0 0 0,0 1 0,3-2 0,-1 2 0,0-1 0,0 1 0,1-1 0,-1 1 0,0 1 0,1-1 0,-1 1 0,0-1 0,0 1 0,1 0 0,-1 1 0,0-1 0,0 1 0,5 3 0,0-1 0,-1 1 0,0 1 0,0 0 0,-1 0 0,0 0 0,0 1 0,0 0 0,7 11 0,-12-16 0,-1 0 0,1 1 0,-1-1 0,1 0 0,-1 1 0,0 0 0,0-1 0,0 1 0,0 0 0,-1-1 0,1 1 0,-1 0 0,1 0 0,-1-1 0,0 1 0,0 0 0,-1 0 0,1 0 0,0-1 0,-1 1 0,0 0 0,1 0 0,-1-1 0,0 1 0,0-1 0,-1 1 0,1-1 0,-1 1 0,1-1 0,-1 0 0,0 1 0,-3 2 0,2-2 0,0-1 0,0 0 0,0 0 0,0 0 0,-1 0 0,1 0 0,0-1 0,-1 1 0,1-1 0,-1 0 0,1 0 0,-1-1 0,-4 1 0,-6 0 0,-1 0 0,-15-3 0,9 1 0,-5-2-1365,16 0-5461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4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24575,'8'43'0,"1"0"0,2-1 0,2 0 0,2 0 0,1-2 0,27 48 0,-31-69 0,1 0 0,0 0 0,2-1 0,0-1 0,24 21 0,-38-36 0,0-1 0,1 0 0,-1 0 0,0 0 0,0 0 0,1-1 0,-1 1 0,0 0 0,1 0 0,-1-1 0,1 1 0,-1-1 0,1 1 0,-1-1 0,1 0 0,-1 0 0,1 0 0,-1 1 0,1-1 0,0-1 0,-1 1 0,1 0 0,-1 0 0,3-1 0,-2 0 0,-1 0 0,1 0 0,-1-1 0,1 1 0,-1 0 0,0 0 0,1-1 0,-1 1 0,0-1 0,0 1 0,0-1 0,0 0 0,-1 1 0,1-1 0,0 0 0,-1 1 0,1-1 0,-1 0 0,1 0 0,-1-3 0,2-15 0,-2-1 0,0 0 0,-2 0 0,0 1 0,-1-1 0,-6-19 0,3 9 0,5 14 0,4 14 0,3 9 0,24 39 0,-17-25 0,1 0 0,0 0 0,21 19 0,-17-20 0,1-2 0,1 0 0,1-1 0,0-2 0,23 13 0,-43-27-49,14 6 224,-15-5-216,0-1 0,1 0-1,-1 0 1,0 0-1,1 0 1,-1 1-1,0-1 1,1 0 0,-1 0-1,0 0 1,1 0-1,-1 0 1,0 0-1,1 0 1,-1 0 0,1 0-1,-1 0 1,0 0-1,1 0 1,-1 0-1,0 0 1,1-1 0,-1 1-1,0 0 1,1 0-1,-1 0 1,0 0-1,1-1 1,-1 1 0,0 0-1,0 0 1,1-1-1,-1 1 1,0 0-1,1-1 1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5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30 24575,'-4'-2'0,"-7"-4"0,1 0 0,-14-4 0,22 9 0,0 0 0,0 0 0,0 1 0,0-1 0,0 1 0,0-1 0,0 1 0,0 0 0,0 0 0,0 0 0,0 0 0,0 0 0,0 0 0,0 1 0,-1-1 0,1 1 0,0-1 0,0 1 0,-3 1 0,4-1 0,0 1 0,1-1 0,-1 0 0,0 0 0,0 0 0,1 1 0,-1-1 0,1 0 0,-1 1 0,1-1 0,-1 0 0,1 1 0,0-1 0,0 1 0,0-1 0,-1 0 0,1 1 0,1-1 0,-1 1 0,0-1 0,0 1 0,1-1 0,-1 2 0,12 33 0,-11-35 0,2 8 0,1-1 0,0 1 0,1-1 0,0-1 0,0 1 0,1-1 0,0 0 0,0 0 0,1 0 0,0-1 0,0 0 0,15 9 0,-21-14 0,0 0 0,0-1 0,1 1 0,-1-1 0,0 1 0,1-1 0,-1 1 0,0-1 0,1 0 0,-1 0 0,0 0 0,1 0 0,-1 0 0,1 0 0,-1 0 0,0 0 0,1 0 0,-1-1 0,0 1 0,2-1 0,-2 0 0,0 0 0,1 0 0,-1 0 0,0 0 0,0 0 0,-1 0 0,1 0 0,0 0 0,0 0 0,0-1 0,-1 1 0,1 0 0,-1 0 0,1-1 0,-1 1 0,1-2 0,1-7 0,-1 1 0,0-1 0,-1 1 0,-1-17 0,1 17 0,-1-1 0,0 8 0,1-1 0,0 0 0,-1 1 0,1-1 0,0 0 0,1 0 0,-1 1 0,0-1 0,1 0 0,-1 0 0,2-2 0,-2 4 0,1 1 0,-1 0 0,1 0 0,-1 0 0,0 0 0,1 0 0,-1 0 0,0 1 0,1-1 0,-1 0 0,0 0 0,1 0 0,-1 0 0,0 0 0,1 0 0,-1 1 0,0-1 0,1 0 0,-1 0 0,0 0 0,0 1 0,1-1 0,-1 0 0,0 0 0,0 1 0,1-1 0,-1 0 0,0 1 0,8 9 0,38 68 89,-23-37-1543,-15-27-5372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5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41 24575,'-1'-1'0,"0"1"0,-1-1 0,1 1 0,0-1 0,0 1 0,0-1 0,0 1 0,-1 0 0,1-1 0,0 1 0,0 0 0,0 0 0,-1 0 0,1 0 0,0 0 0,0 0 0,-1 1 0,1-1 0,0 0 0,0 0 0,0 1 0,-1-1 0,1 1 0,0-1 0,0 1 0,0 0 0,0-1 0,0 1 0,-1 1 0,1 0 0,0-1 0,0 1 0,0 0 0,0-1 0,0 1 0,0 0 0,1-1 0,-1 1 0,1 0 0,0 0 0,-1 0 0,1 0 0,0-1 0,0 1 0,0 0 0,0 0 0,0 0 0,1 0 0,0 3 0,0 0 0,1 0 0,0 0 0,0 0 0,0 0 0,1-1 0,0 1 0,5 7 0,29 28 0,-17-20 0,14 14 0,-20-22 0,22 28 0,-35-40 0,-1 1 0,1 0 0,-1-1 0,1 1 0,-1 0 0,1-1 0,-1 1 0,0 0 0,1 0 0,-1-1 0,0 1 0,1 0 0,-1 0 0,0-1 0,0 1 0,0 0 0,0 0 0,0 0 0,0 0 0,0-1 0,0 1 0,0 0 0,0 0 0,0 0 0,-1-1 0,1 1 0,-1 1 0,0-1 0,1 0 0,-1 0 0,0-1 0,0 1 0,0 0 0,0 0 0,0-1 0,0 1 0,0 0 0,-1-1 0,1 1 0,0-1 0,0 0 0,0 1 0,-3-1 0,2 1 0,0-1 0,0 1 0,0-1 0,0 0 0,0 0 0,-1 0 0,1 0 0,0 0 0,0-1 0,0 1 0,0 0 0,0-1 0,0 0 0,0 1 0,0-1 0,0 0 0,0 0 0,0 0 0,1 0 0,-1-1 0,-1 0 0,2 1 0,1 0 0,0 1 0,0-1 0,0 0 0,0 0 0,0 1 0,0-1 0,0 0 0,0 1 0,0-1 0,0 0 0,0 0 0,0 1 0,1-1 0,-1 0 0,0 1 0,0-1 0,1 0 0,-1 1 0,0-1 0,1 1 0,-1-1 0,1 1 0,-1-1 0,1 0 0,-1 1 0,1 0 0,0-1 0,17-14 0,5 2 0,1 1 0,-1 2 0,36-12 0,30-13 0,-85 33 0,10-4 0,-1-1 0,-1 0 0,1-1 0,20-17 0,-30 23 0,-1 0 0,0 0 0,0-1 0,0 1 0,0-1 0,0 1 0,-1-1 0,1 0 0,-1 0 0,0 1 0,0-1 0,1-5 0,-1 6 0,-1-1 0,0 1 0,0-1 0,0 1 0,-1-1 0,1 1 0,-1-1 0,1 1 0,-1-1 0,0 1 0,0-1 0,0 1 0,0 0 0,0 0 0,0 0 0,-1-1 0,-2-2 0,1 2 0,1 0 0,-1 1 0,0-1 0,1 1 0,-1 0 0,0 0 0,-1 0 0,1 0 0,0 0 0,0 1 0,-1-1 0,1 1 0,-1 0 0,0 0 0,1 0 0,-1 1 0,-6-1 0,8 1 0,-1 0 0,1 0 0,0 0 0,0 0 0,-1 1 0,1-1 0,0 1 0,0 0 0,-1-1 0,1 1 0,0 0 0,0 0 0,0 0 0,0 1 0,0-1 0,0 0 0,1 1 0,-1-1 0,0 1 0,1 0 0,-1 0 0,1-1 0,-1 1 0,1 0 0,0 0 0,0 0 0,0 0 0,-1 4 0,1-3 0,0 1 0,0-1 0,0 0 0,1 1 0,0-1 0,0 0 0,0 1 0,0-1 0,0 1 0,0-1 0,1 0 0,0 0 0,2 7 0,-1-5 0,0 0 0,1 0 0,0 0 0,0-1 0,0 1 0,1-1 0,6 8 0,2-2 0,1 0 0,0 0 0,0-1 0,29 14 0,-29-18-97,-1 0-1,1-1 1,0-1-1,1 0 1,-1-1-1,0-1 1,1 0-1,-1 0 1,1-1-1,-1-1 1,1 0-1,-1-1 0,15-4 1,-15 2-6729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6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1 24575,'-60'-1'0,"-69"2"0,124-1 0,0 0 0,0 1 0,0 0 0,1 0 0,-1 0 0,0 0 0,0 1 0,-7 3 0,11-4 0,0 0 0,0 0 0,-1 0 0,1-1 0,0 1 0,0 0 0,0 0 0,0 1 0,0-1 0,0 0 0,1 0 0,-1 0 0,0 1 0,0-1 0,1 0 0,-1 1 0,1-1 0,-1 0 0,1 1 0,0-1 0,0 1 0,-1-1 0,1 1 0,0-1 0,0 1 0,0-1 0,1 1 0,-1-1 0,0 0 0,0 1 0,1-1 0,0 3 0,1-1 0,-1 0 0,1 0 0,0 0 0,-1-1 0,1 1 0,0 0 0,1-1 0,-1 0 0,0 1 0,1-1 0,4 3 0,34 19 0,-30-18 0,23 12 60,72 27 0,-87-39-308,1-1 1,-1 0-1,1-1 1,1-2-1,30 2 1,-35-5-6579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7.3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24575,'56'104'0,"52"95"0,-96-178 0,0-1 0,2 0 0,0 0 0,25 25 0,-34-40 0,0-1 0,1 0 0,0 0 0,-1 0 0,1-1 0,1 1 0,-1-2 0,9 4 0,-13-5 0,0-1 0,-1 1 0,1-1 0,0 1 0,0-1 0,0 0 0,0 0 0,0 0 0,0 0 0,0 0 0,0 0 0,0-1 0,0 1 0,0-1 0,0 1 0,0-1 0,-1 0 0,1 1 0,0-1 0,0 0 0,-1 0 0,1 0 0,0-1 0,-1 1 0,1 0 0,-1-1 0,0 1 0,1-1 0,-1 1 0,0-1 0,0 1 0,1-4 0,0 1 0,0 0 0,-1 0 0,0 0 0,0 0 0,0 0 0,0 0 0,0 0 0,-1-1 0,0 1 0,0 0 0,0-1 0,0 1 0,-1 0 0,-1-7 0,-1 3 0,1 0 0,-1 0 0,-1 1 0,1-1 0,-1 1 0,-8-11 0,19 28 0,1-1 0,-1 0 0,2-1 0,-1 0 0,1 0 0,0-1 0,1 0 0,0-1 0,0 0 0,0 0 0,1-1 0,18 6 0,-27-10 0,12 4 0,1 0 0,21 3 0,-32-7 0,0-1 0,0 1 0,0-1 0,0 0 0,-1 0 0,1 0 0,0-1 0,0 0 0,0 1 0,-1-1 0,1 0 0,0-1 0,-1 1 0,1-1 0,4-2 0,-8 4-40,1-1 0,0 1 0,-1 0 0,1-1-1,0 1 1,-1-1 0,1 1 0,0-1 0,-1 0 0,1 1 0,-1-1-1,1 1 1,-1-1 0,0 0 0,1 1 0,-1-1 0,0 0-1,1 0 1,-1 1 0,0-1 0,0 0 0,0 0 0,0 1 0,1-1-1,-1 0 1,0 0 0,0 0 0,0 1 0,-1-1 0,1 0-1,0 0 1,0 1 0,-1-3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8.1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30 24575,'-3'-3'0,"0"0"0,0 1 0,-1-1 0,1 0 0,0 1 0,-1 0 0,0 0 0,-7-3 0,11 4 0,-1 1 0,0 0 0,0 0 0,0 0 0,0 0 0,0 0 0,0 0 0,0 0 0,0 0 0,0 0 0,0 0 0,0 0 0,0 1 0,0-1 0,0 0 0,0 1 0,-1 0 0,1 0 0,0 0 0,0 0 0,-1 0 0,1 0 0,0 0 0,0 0 0,0 1 0,1-1 0,-1 0 0,0 1 0,0-1 0,1 0 0,-2 4 0,1-2 0,0 0 0,0 0 0,1 1 0,-1-1 0,1 0 0,0 0 0,0 1 0,0-1 0,0 0 0,0 0 0,1 1 0,-1-1 0,1 0 0,0 0 0,0 0 0,0 0 0,1 0 0,-1 0 0,1 0 0,-1 0 0,1 0 0,0 0 0,0-1 0,0 1 0,0-1 0,1 0 0,-1 0 0,1 0 0,2 2 0,2 1 0,-1-2 0,1 1 0,-1-1 0,1 0 0,0 0 0,0 0 0,0-1 0,1 0 0,-1-1 0,0 0 0,16 1 0,-20-2 0,0 0 0,-1 0 0,1-1 0,0 1 0,0-1 0,0 0 0,-1 1 0,1-1 0,0-1 0,-1 1 0,1 0 0,0 0 0,-1-1 0,0 0 0,1 1 0,-1-1 0,0 0 0,0 0 0,0 0 0,0 0 0,0-1 0,-1 1 0,1 0 0,-1-1 0,1 0 0,-1 1 0,0-1 0,0 1 0,1-7 0,-1 4 0,0 0 0,0 0 0,0-1 0,-1 1 0,0 0 0,0-1 0,0 1 0,-1 0 0,0-1 0,0 1 0,0 0 0,-1 0 0,1 0 0,-1 0 0,-3-5 0,5 9 0,0 1 0,0 0 0,0 0 0,0-1 0,0 1 0,-1 0 0,1 0 0,0-1 0,0 1 0,0 0 0,0 0 0,0-1 0,0 1 0,-1 0 0,1 0 0,0 0 0,0-1 0,0 1 0,0 0 0,-1 0 0,1 0 0,0-1 0,0 1 0,-1 0 0,1 0 0,0 0 0,0 0 0,0 0 0,-1 0 0,1 0 0,0 0 0,-1 0 0,1 0 0,0 0 0,0 0 0,-1 0 0,1 0 0,0 0 0,0 0 0,-1 0 0,1 0 0,0 0 0,-1 0 0,1 1 0,0-1 0,-1 1 0,1 0 0,0-1 0,0 1 0,0 0 0,0-1 0,0 1 0,0 0 0,0-1 0,0 1 0,0 0 0,0-1 0,0 1 0,0 0 0,0-1 0,1 2 0,1 4 0,0 0 0,1 0 0,0 0 0,0 0 0,0 0 0,1-1 0,-1 1 0,10 8 0,-11-12 0,0 1 0,0-1 0,1 0 0,-1 0 0,1 0 0,0-1 0,0 1 0,-1 0 0,1-1 0,0 0 0,0 0 0,0 0 0,0 0 0,1 0 0,-1 0 0,0-1 0,0 0 0,0 1 0,1-1 0,2-1 0,-4 1 0,0 0 0,0-1 0,0 1 0,-1-1 0,1 1 0,0-1 0,-1 0 0,1 0 0,-1 0 0,1 0 0,-1 0 0,1 0 0,-1 0 0,0 0 0,1 0 0,-1-1 0,0 1 0,2-4 0,-1 1 0,1-1 0,-2 0 0,1 0 0,0 0 0,0-5 0,6-16 0,-8 26 0,1-1 0,-1 0 0,0 1 0,1-1 0,-1 0 0,1 1 0,-1-1 0,1 1 0,0-1 0,-1 1 0,1-1 0,-1 1 0,1-1 0,0 1 0,0 0 0,-1-1 0,1 1 0,0 0 0,-1 0 0,1-1 0,0 1 0,0 0 0,0 0 0,-1 0 0,1 0 0,0 0 0,0 0 0,-1 0 0,1 0 0,0 0 0,0 1 0,-1-1 0,1 0 0,0 0 0,1 1 0,4 2 0,-1-1 0,1 1 0,8 6 0,-1-2 0,-3-2 20,0-1 0,0 0 0,0-1 0,0 0 0,14 2 0,-20-4-119,1-1 0,0 1 0,0-1 0,0 0 0,-1-1 0,1 1 0,0-1 0,-1 0 0,1 0 0,0-1 0,-1 1 0,1-1 0,-1 0 0,5-3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08.9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43 24575,'-10'-1'0,"0"0"0,1 0 0,-18 2 0,25-1 0,0 0 0,0 0 0,0 1 0,0-1 0,0 0 0,0 1 0,0 0 0,0-1 0,1 1 0,-1 0 0,0 0 0,0 0 0,0 0 0,1 0 0,-1 0 0,1 1 0,-1-1 0,1 0 0,-1 1 0,1-1 0,0 1 0,0 0 0,0-1 0,0 1 0,-1 2 0,2-2 0,0 0 0,0 0 0,0 0 0,0 0 0,0 0 0,0 0 0,0 0 0,1 0 0,-1 0 0,1 0 0,0 0 0,0-1 0,-1 1 0,1 0 0,0 0 0,1 0 0,-1-1 0,0 1 0,0-1 0,1 1 0,-1-1 0,3 2 0,3 4 0,1 0 0,17 11 0,-20-15 0,0-1 0,0 1 0,1-1 0,-1 0 0,1 0 0,-1-1 0,1 1 0,0-1 0,9 0 0,-13-1 0,-1 0 0,1 1 0,0-1 0,0-1 0,0 1 0,0 0 0,0 0 0,0-1 0,0 1 0,0-1 0,0 1 0,-1-1 0,1 0 0,0 0 0,0 0 0,-1 0 0,1 0 0,-1 0 0,1-1 0,-1 1 0,1 0 0,-1-1 0,0 1 0,1-1 0,-1 1 0,0-1 0,0 0 0,0 1 0,0-1 0,-1 0 0,2-2 0,-2-16 0,-2 17 0,-3 12 0,2 3 0,1 0 0,0 0 0,1 0 0,0 0 0,1 0 0,0 0 0,1 1 0,3 18 0,5 11 0,15 41 0,-23-79 0,11 31 0,-6-20 0,-1 0 0,-1 1 0,3 17 0,-7-32 0,1 0 0,-1 0 0,0 1 0,0-1 0,0 0 0,0 0 0,0 0 0,0 0 0,-1 0 0,1 0 0,0 0 0,-1 0 0,1 0 0,0 0 0,-1 0 0,1 0 0,-1 0 0,1 0 0,-1 0 0,0 0 0,1 0 0,-1-1 0,-2 3 0,2-2 0,-1-1 0,0 1 0,0 0 0,1-1 0,-1 1 0,0 0 0,0-1 0,0 0 0,0 0 0,0 1 0,0-1 0,-2-1 0,-7 0 0,2 0 0,-1-1 0,-19-7 0,9 2 0,1 0 0,0-2 0,0 0 0,1-1 0,-22-16 0,38 25 0,1 0 0,0 0 0,0 0 0,0 0 0,-1 0 0,1 0 0,0 0 0,1 0 0,-1-1 0,0 1 0,0 0 0,0 0 0,1-1 0,-1 1 0,1-1 0,-1 1 0,0-2 0,1 2 0,0 0 0,1 0 0,-1 0 0,0-1 0,0 1 0,0 0 0,1 0 0,-1 0 0,0 0 0,1 1 0,-1-1 0,1 0 0,-1 0 0,1 0 0,0 0 0,-1 0 0,1 1 0,1-2 0,2-2 0,1 1 0,-1 0 0,1 1 0,-1-1 0,1 1 0,0 0 0,0 0 0,6-1 0,63-14 0,-44 11 0,0-1 0,41-16 0,-61 19 0,-1 0 0,0-1 0,0 0 0,-1 0 0,1-1 0,-1 0 0,-1-1 0,1 0 0,-1 0 0,0-1 0,8-11 0,-9 9 0,0 0 0,-1 0 0,0 0 0,0-1 0,-1 1 0,-1-1 0,0 0 0,2-14 0,-3 7 0,0 1 0,-1-1 0,-2 0 0,-2-26 0,3 43 0,0 1 0,0-1 0,0 1 0,0-1 0,0 1 0,0-1 0,0 1 0,0-1 0,0 1 0,0-1 0,-1 1 0,1-1 0,0 1 0,0 0 0,0-1 0,-1 1 0,1-1 0,0 1 0,-1-1 0,1 1 0,0 0 0,-1-1 0,1 1 0,0 0 0,-1 0 0,0-1 0,1 1 0,-1 0 0,0 0 0,1 0 0,-1 1 0,1-1 0,-1 0 0,1 0 0,-1 1 0,1-1 0,-1 0 0,1 1 0,-1-1 0,1 0 0,0 1 0,-1-1 0,1 1 0,-1-1 0,1 1 0,-16 25 0,11-15 0,1 0 0,-1 0 0,2 0 0,0 1 0,0-1 0,1 1 0,-2 23 0,4-33 0,1 0 0,-1 0 0,0 0 0,1 0 0,-1-1 0,1 1 0,0 0 0,-1 0 0,1-1 0,0 1 0,0-1 0,0 1 0,0 0 0,0-1 0,3 3 0,-1-2 0,0 1 0,0-1 0,0 0 0,0 0 0,1-1 0,-1 1 0,6 1 0,2 1 0,0-2 0,0 1 0,0-2 0,15 1 0,63-1-1365,-73-2-5461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0.3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27 24575,'-1'-3'0,"0"0"0,0 1 0,-1 0 0,1 0 0,0-1 0,-1 1 0,1 0 0,-1 0 0,-3-3 0,5 5 0,0 0 0,0 0 0,0 0 0,-1 0 0,1 0 0,0 0 0,0 0 0,0 0 0,0 0 0,0 0 0,0 0 0,0 0 0,0 0 0,0 0 0,-1 0 0,1 0 0,0 0 0,0 0 0,0 0 0,0 0 0,0 0 0,0 0 0,0 0 0,0 0 0,0 0 0,0 1 0,0-1 0,0 0 0,0 0 0,-1 0 0,1 0 0,0 0 0,0 0 0,0 0 0,0 0 0,0 0 0,0 0 0,0 1 0,0-1 0,0 0 0,0 0 0,0 0 0,0 0 0,0 0 0,0 0 0,0 0 0,0 0 0,0 0 0,0 0 0,0 1 0,0-1 0,0 0 0,0 0 0,1 0 0,-1 0 0,0 0 0,0 0 0,0 0 0,0 0 0,2 8 0,52 139 0,-45-125 0,32 67 0,1 5 0,-44-101 0,0 0 0,0-1 0,1 1 0,0-1 0,0 1 0,0-12 0,1 17 0,0 0 0,1 0 0,-1 0 0,0 0 0,1 0 0,-1 0 0,1 0 0,0 0 0,0 0 0,-1 1 0,1-1 0,1 0 0,1-3 0,-2 4 0,0 0 0,0 0 0,1 1 0,-1-1 0,0 0 0,1 0 0,-1 1 0,0-1 0,1 1 0,-1-1 0,1 1 0,-1 0 0,1 0 0,-1-1 0,1 1 0,-1 0 0,1 0 0,-1 0 0,1 1 0,-1-1 0,3 1 0,4 1 0,-1 0 0,-1 0 0,1 1 0,0 0 0,-1 0 0,1 1 0,6 4 0,42 35 0,-39-29 0,-13-11 0,0-1 0,-1 1 0,1-1 0,-1 1 0,1 0 0,-1 0 0,0 0 0,0 0 0,-1 0 0,1 0 0,-1 1 0,1-1 0,0 5 0,-2-6 0,0-1 0,1 1 0,-1 0 0,0-1 0,-1 1 0,1-1 0,0 1 0,0-1 0,-1 1 0,1-1 0,-1 1 0,1-1 0,-1 1 0,1-1 0,-1 0 0,0 1 0,0-1 0,0 0 0,0 1 0,0-1 0,0 0 0,0 0 0,0 0 0,0 0 0,-1 0 0,1 0 0,0 0 0,-1-1 0,1 1 0,0 0 0,-1-1 0,-2 1 0,-7 2 0,1 0 0,-1-2 0,0 1 0,0-1 0,0-1 0,0 0 0,-17-2 0,-4 0 0,29 2-124,-1 0 0,0 0 0,1 0 0,-1-1 0,1 1 0,-1-1-1,1 0 1,-1 0 0,1-1 0,-4-1 0,-2-3-6702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0.9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24575,'0'-1'0,"-1"1"0,1 0 0,0 0 0,0 0 0,0 0 0,0 0 0,0 0 0,0 0 0,0 0 0,0 0 0,0 1 0,-1-1 0,1 0 0,0 0 0,0 0 0,0 0 0,0 0 0,0 0 0,0 0 0,0 0 0,0 0 0,0 0 0,0 0 0,0 0 0,0 0 0,-1 0 0,1 0 0,0 0 0,0 0 0,0 1 0,0-1 0,0 0 0,0 0 0,0 0 0,0 0 0,0 0 0,0 0 0,0 0 0,0 0 0,0 0 0,0 0 0,0 1 0,0-1 0,0 0 0,0 0 0,0 0 0,0 0 0,0 0 0,0 0 0,0 0 0,0 0 0,0 0 0,0 0 0,0 1 0,0-1 0,6 7 0,7 6 0,-1-5 0,1 0 0,0 0 0,0-1 0,1-1 0,0 0 0,0-1 0,0-1 0,0 0 0,1-1 0,0 0 0,20 0 0,-31-3 0,-1 0 0,1 0 0,-1-1 0,0 1 0,1-1 0,-1 0 0,0 0 0,1 0 0,-1-1 0,0 1 0,0-1 0,0 1 0,0-1 0,4-3 0,-6 4 0,0-1 0,1 1 0,-1-1 0,0 1 0,0-1 0,0 0 0,0 1 0,0-1 0,0 0 0,0 0 0,-1 0 0,1 0 0,-1 0 0,1 1 0,-1-1 0,0 0 0,0 0 0,0 0 0,0 0 0,0 0 0,0 0 0,0 0 0,-1 0 0,1 0 0,-1 0 0,0-2 0,1 4 0,0-1 0,0 1 0,0-1 0,-1 1 0,1-1 0,0 1 0,0-1 0,0 1 0,-1-1 0,1 1 0,0-1 0,0 1 0,-1 0 0,1-1 0,0 1 0,-1-1 0,1 1 0,-1 0 0,1 0 0,-1-1 0,1 1 0,0 0 0,-2-1 0,2 1 0,-1 0 0,1 0 0,-1 1 0,1-1 0,0 0 0,-1 0 0,1 0 0,-1 1 0,1-1 0,-1 0 0,1 0 0,0 1 0,-1-1 0,1 0 0,0 1 0,-1-1 0,1 0 0,0 1 0,0-1 0,-1 1 0,-1 2 0,1 0 0,-1 0 0,1 0 0,0 0 0,-2 7 0,0 11 0,1 1 0,1 0 0,1-1 0,1 1 0,1-1 0,0 1 0,7 23 0,3 0 0,2 0 0,23 52 0,21 16 0,-58-112 0,1-1 0,-1 1 0,1 0 0,-1 0 0,0-1 0,1 1 0,-1 0 0,0 0 0,0 0 0,0-1 0,0 1 0,1 0 0,-1 0 0,0 0 0,0-1 0,-1 1 0,1 0 0,0 0 0,0 0 0,0 0 0,-1 1 0,0-2 0,1 0 0,-1 1 0,1-1 0,-1 0 0,1 0 0,-1 1 0,1-1 0,-1 0 0,0 0 0,1 0 0,-1 0 0,0 0 0,1 0 0,-1 0 0,1 0 0,-1 0 0,0 0 0,1-1 0,-1 1 0,1 0 0,-2-1 0,-6-2 0,0 0 0,-14-10 0,19 12 0,-25-17 0,1 0 0,1-2 0,1-1 0,1-1 0,-25-29 0,46 48-136,1 0-1,0 1 1,0-1-1,0 0 1,0-1-1,1 1 1,-1 0-1,1 0 0,-2-6 1,1-1-6690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1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24575,'0'7'0,"3"6"0,3 2 0,0 2 0,3 0 0,1 0 0,2 2 0,1 0 0,1-1 0,1 0 0,-2-1 0,-1-4 0,-3-3-8191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1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24575,'-3'13'0,"3"6"0,0 3 0,0 0 0,4-2 0,0 0 0,2-3 0,0-1 0,2 0 0,2-1 0,-1-1 0,0 1 0,2-3 0,-1-1 0,-1-2 0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2.0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359 22 24575,'-27'-5'0,"-15"-2"0,-5 1 0,1 3 0,0 3 0,1 3 0,3 2 0,5 2 0,11 0-8191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2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235 45 24575,'0'-1'0,"-1"0"0,1 0 0,0 0 0,0-1 0,-1 1 0,1 0 0,0 0 0,-1 0 0,1 0 0,-1 0 0,0 0 0,1 0 0,-1 0 0,0 0 0,1 0 0,-1 0 0,0 1 0,0-1 0,0 0 0,0 0 0,0 1 0,0-1 0,0 1 0,0-1 0,0 1 0,0-1 0,0 1 0,0-1 0,-2 1 0,-4-2 0,0 1 0,-1 0 0,-11 0 0,8 0 0,-31-5-74,28 3 135,0 1 0,-19 0 0,29 2-174,-1 0-1,1 0 1,0 1 0,0 0-1,-1 0 1,1 0-1,0 0 1,0 1 0,0-1-1,1 1 1,-1 0-1,-4 3 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09:13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 24575,'-3'10'0,"2"6"0,1 2 0,1 2 0,2-4 0,1-1 0,2-2 0,3 1 0,0 0 0,0-1 0,0 2 0,0-1 0,-2 0 0,-4-1 0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6.7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1 955 24575,'6'-5'0,"0"0"0,1 0 0,0 1 0,8-5 0,20-13 0,-23 11 0,0-1 0,-1 0 0,17-24 0,5-6 0,-14 19 0,-2-1 0,14-26 0,1 0 0,76-113 0,-37 74 0,48-66 0,-103 136 0,24-37 0,-29 38 0,1 1 0,23-24 0,-8 16-343,33-23 0,-51 41-336,-1 1-6147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7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46 24575,'-1'0'0,"1"0"0,0 0 0,-1 0 0,1 0 0,0 0 0,-1 0 0,1 0 0,0 0 0,-1 1 0,1-1 0,0 0 0,-1 0 0,1 0 0,0 0 0,-1 0 0,1 1 0,0-1 0,0 0 0,-1 0 0,1 1 0,0-1 0,0 0 0,-1 0 0,1 1 0,0-1 0,0 0 0,0 0 0,0 1 0,-1-1 0,1 0 0,0 1 0,1 13 0,9 12 0,-10-26 0,26 55 0,-14-27 0,2 0 0,20 31 0,-14-29 0,-10-13 0,21 25 0,-27-38 0,0 1 0,0-1 0,1 0 0,0 0 0,-1-1 0,1 1 0,0-1 0,1 0 0,9 3 0,-14-5 0,1-1 0,-1 1 0,0-1 0,0 0 0,0 0 0,0 1 0,0-1 0,0 0 0,1 0 0,-1 0 0,0 0 0,0 0 0,0-1 0,0 1 0,0 0 0,0 0 0,1-1 0,-1 1 0,0-1 0,0 1 0,0-1 0,1 0 0,-1-1 0,1 1 0,-1 0 0,0-1 0,0 0 0,1 1 0,-1-1 0,0 0 0,-1 1 0,1-1 0,0 0 0,1-3 0,0-3 0,-1-1 0,0 1 0,0 0 0,0 0 0,-1-9 0,-2-1 0,-1 0 0,-8-35 0,-1 2 0,12 51 0,0 0 0,-1 0 0,1 0 0,0-1 0,0 1 0,0 0 0,0 0 0,0 0 0,0 0 0,0 0 0,0 0 0,0 0 0,0 0 0,0 0 0,0 0 0,0 0 0,0-1 0,0 1 0,0 0 0,0 0 0,0 0 0,0 0 0,0 0 0,0 0 0,0 0 0,0 0 0,0 0 0,0-1 0,0 1 0,0 0 0,0 0 0,0 0 0,0 0 0,0 0 0,0 0 0,0 0 0,1 0 0,-1 0 0,0 0 0,0 0 0,0 0 0,0 0 0,0-1 0,0 1 0,0 0 0,0 0 0,0 0 0,0 0 0,0 0 0,1 0 0,-1 0 0,0 0 0,0 0 0,0 0 0,0 0 0,0 0 0,0 0 0,0 0 0,0 0 0,0 0 0,1 0 0,-1 0 0,0 0 0,0 0 0,0 0 0,0 0 0,0 1 0,8 5 0,8 13 0,9 11 0,0-1 0,2-2 0,1 0 0,51 36 0,-65-53 0,1-1 0,25 11 0,-37-18 0,1-1 0,-1 1 0,1-1 0,0 0 0,0 0 0,-1 0 0,1 0 0,0-1 0,0 0 0,0 1 0,0-2 0,0 1 0,0 0 0,-1-1 0,1 1 0,0-1 0,6-3 0,-7 2 0,0 0 0,0 0 0,0-1 0,0 1 0,-1-1 0,1 0 0,-1 1 0,0-1 0,0 0 0,0-1 0,0 1 0,-1 0 0,1-1 0,-1 1 0,0 0 0,0-1 0,0 0 0,0 1 0,0-7 0,0 1 0,0-1 0,-1 0 0,0 0 0,-1 1 0,0-1 0,-3-12 0,-2-3 0,-1 0 0,-2 0 0,0 1 0,-1 0 0,-1 1 0,-2 0 0,0 1 0,-24-30 0,36 50-170,-1 0-1,0 0 0,0 0 1,0 1-1,0-1 0,0 1 1,-3-3-1,-4 1-6655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8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 24575,'0'-3'0,"0"3"0,0 2 0,0 5 0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8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24575,'3'5'0,"0"4"0,0 4 0,2-2 0,1 1 0,-2 1 0,-1 0 0,-1-2-8191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9.5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24575,'1'21'0,"1"-1"0,1 0 0,1-1 0,10 31 0,35 81 0,75 130 0,-116-245 0,10 24-1365,-13-32-5461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09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16 24575,'-20'-3'0,"-9"0"0,-2 0 0,1 0 0,4 1 0,3 1 0,4 1 0,2 2 0,1 1 0,2 1 0,0-2 0,0 0 0,-1 0 0,1-2 0,0 0 0,-1 1 0,1-4 0,1-1-8191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0.1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102 249 24575,'0'0'0,"1"0"0,-1 0 0,0 0 0,0 1 0,0-1 0,0 0 0,1 0 0,-1 0 0,0 0 0,0 0 0,0 1 0,0-1 0,0 0 0,1 0 0,-1 0 0,0 1 0,0-1 0,0 0 0,0 0 0,0 1 0,0-1 0,0 0 0,0 0 0,0 0 0,0 1 0,0-1 0,0 0 0,0 0 0,0 1 0,0-1 0,0 0 0,0 0 0,0 0 0,0 1 0,0-1 0,0 0 0,0 0 0,-1 1 0,1-1 0,0 0 0,0 0 0,0 0 0,0 0 0,0 1 0,-1-1 0,1 0 0,0 0 0,0 0 0,0 0 0,-1 0 0,1 1 0,0-1 0,0 0 0,0 0 0,-1 0 0,1 0 0,0 0 0,0 0 0,0 0 0,-1 0 0,1 0 0,0 0 0,0 0 0,-1 0 0,1 0 0,0 0 0,0 0 0,-1 0 0,-17-2 0,16 1 0,-1-1 0,1 0 0,0 1 0,-1-1 0,1 0 0,0 0 0,0 0 0,0-1 0,1 1 0,-1 0 0,-1-4 0,-16-31 0,17 33 0,-4-12 0,0 1 0,1-1 0,0 0 0,2 0 0,0-1 0,-1-17 0,4 32 0,-1 0 0,1-1 0,0 1 0,1 0 0,-1-1 0,0 1 0,1 0 0,-1 0 0,1-1 0,0 1 0,-1 0 0,1 0 0,0 0 0,0 0 0,1 0 0,-1 0 0,0 0 0,1 0 0,-1 1 0,1-1 0,-1 0 0,1 1 0,0-1 0,4-1 0,-4 1 0,1 1 0,0 0 0,0 1 0,0-1 0,0 0 0,0 1 0,0-1 0,0 1 0,0 0 0,0 0 0,0 1 0,0-1 0,0 0 0,0 1 0,0 0 0,0 0 0,0 0 0,4 2 0,6 4-26,-1 1 0,1 0 0,-1 1 0,-1 0-1,18 19 1,-6-7-1182,-7-6-5618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0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 76 24575,'-21'-14'0,"-48"-27"0,62 37 0,0 1 0,0 0 0,0 1 0,0 0 0,0 0 0,-1 0 0,1 1 0,-10 0 0,15 0 0,0 1 0,0 0 0,0 1 0,0-1 0,0 0 0,0 0 0,0 1 0,1-1 0,-1 1 0,0 0 0,0 0 0,0-1 0,1 1 0,-1 0 0,1 0 0,-1 1 0,0-1 0,1 0 0,0 0 0,-2 2 0,1 0 0,1-1 0,0 0 0,0 1 0,0-1 0,0 1 0,0-1 0,0 1 0,1-1 0,-1 1 0,1-1 0,0 1 0,0 0 0,0 2 0,1 3 0,0 0 0,0 0 0,1 0 0,0 0 0,0 0 0,1-1 0,0 1 0,6 11 0,-3-11 0,0 1 0,0-1 0,1 0 0,0 0 0,0-1 0,15 12 0,-16-15 0,0 0 0,0 0 0,0-1 0,1 1 0,0-1 0,-1-1 0,1 1 0,0-1 0,0 0 0,12 1 0,-17-3 0,1 0 0,-1 1 0,1-1 0,0-1 0,-1 1 0,1 0 0,0-1 0,-1 1 0,1-1 0,-1 0 0,1 1 0,-1-1 0,1-1 0,-1 1 0,0 0 0,1-1 0,-1 1 0,0-1 0,0 1 0,0-1 0,0 0 0,0 0 0,-1 0 0,1 0 0,0 0 0,-1 0 0,0-1 0,1 1 0,-1 0 0,0-1 0,0 1 0,-1-1 0,1 0 0,0-2 0,2-10 0,-1 0 0,-1 0 0,0 0 0,-3-28 0,1 21 0,0 6 0,0 5 0,3 21 0,0 6 0,2-1 0,0 1 0,1-1 0,0 0 0,1 0 0,1-1 0,0 0 0,1 0 0,0-1 0,12 15 0,-11-19-1365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1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24575,'0'2'0,"0"4"0,2 3 0,4 0 0,1 1 0,1 4 0,2 2 0,2 1 0,-1 0 0,0-1 0,1 0 0,0-3 0,-1-1 0,0 0 0,0-2 0,1-3 0,-2-3-8191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1.2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24575,'3'0'0,"0"3"0,1 2 0,-2 5 0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1.7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24575,'12'25'0,"2"0"0,0-1 0,2-1 0,0 0 0,2-1 0,0-1 0,30 27 0,-46-46 0,0-1 0,1 1 0,-1 0 0,0 0 0,1-1 0,-1 0 0,1 1 0,0-1 0,2 1 0,-4-2 0,0 0 0,0 0 0,-1 0 0,1 0 0,0 0 0,0 0 0,0-1 0,0 1 0,-1 0 0,1 0 0,0-1 0,0 1 0,-1 0 0,1-1 0,0 1 0,-1-1 0,1 1 0,0-1 0,-1 1 0,1-1 0,-1 0 0,1 1 0,-1-1 0,1 0 0,-1 1 0,1-1 0,-1 0 0,0 1 0,1-1 0,-1 0 0,0 0 0,1 0 0,-1 1 0,0-1 0,0-2 0,2-4 0,-1-1 0,-1 0 0,1 0 0,-1 0 0,0 0 0,-1 0 0,0 1 0,0-1 0,-4-11 0,3 7 0,0 1 0,0 0 0,0-16 0,2 26 0,0 0 0,0 0 0,0 0 0,0-1 0,1 1 0,-1 0 0,0 0 0,0 0 0,1 0 0,-1 0 0,0 0 0,1 0 0,0 0 0,-1 0 0,1 0 0,-1 0 0,1 0 0,0 0 0,0 0 0,-1 0 0,1 0 0,2-1 0,-2 2 0,0-1 0,1 1 0,-1 0 0,1-1 0,-1 1 0,1 0 0,-1 0 0,1-1 0,-1 1 0,1 1 0,-1-1 0,1 0 0,-1 0 0,1 0 0,1 1 0,3 1 0,0 0 0,0 1 0,0 0 0,0 0 0,-1 0 0,10 7 0,31 28 0,0 1 0,2-3 0,92 55 0,-107-77-1365,-20-10-5461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2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155 40 24575,'-3'-2'0,"-10"-6"0,0 1 0,-26-9 0,36 15 0,0 0 0,0 0 0,0 0 0,0 0 0,0 1 0,0-1 0,-1 1 0,1 0 0,0 0 0,0 0 0,-1 0 0,1 1 0,0-1 0,0 1 0,0 0 0,0 0 0,0 0 0,0 0 0,-5 3 0,7-2 0,-1 0 0,0 0 0,0 0 0,1 0 0,-1 0 0,1 0 0,0 1 0,-1-1 0,1 0 0,0 1 0,1-1 0,-1 1 0,0-1 0,1 1 0,-1-1 0,1 1 0,0 0 0,0-1 0,0 1 0,0 3 0,1 4 0,0 0 0,1 0 0,5 18 0,-4-17 0,1-1 0,1 0 0,-1 0 0,2-1 0,-1 1 0,1-1 0,1-1 0,10 12 0,-14-16 0,0-1 0,0-1 0,1 1 0,-1 0 0,1-1 0,-1 0 0,1 0 0,0 0 0,0 0 0,7 1 0,-8-2 0,-1-1 0,1 1 0,0-1 0,0 0 0,0 0 0,0 0 0,0-1 0,0 1 0,0-1 0,0 1 0,0-1 0,0 0 0,0 0 0,-1 0 0,1-1 0,4-2 0,-4 2 0,-1 1 0,1-1 0,-1 0 0,0 0 0,0-1 0,0 1 0,0 0 0,0-1 0,-1 1 0,1-1 0,-1 1 0,1-1 0,-1 0 0,0 0 0,0 0 0,0 1 0,0-5 0,1-5 0,-1 1 0,-1 0 0,-1-17 0,1 19 0,0-1 0,0 0 0,2-16 0,-2 26 0,0-1 0,0 1 0,0 0 0,0-1 0,0 1 0,0 0 0,0-1 0,0 1 0,1 0 0,-1 0 0,0-1 0,0 1 0,0 0 0,0-1 0,0 1 0,1 0 0,-1 0 0,0-1 0,0 1 0,0 0 0,1 0 0,-1 0 0,0-1 0,0 1 0,1 0 0,-1 0 0,0 0 0,0 0 0,1-1 0,-1 1 0,0 0 0,0 0 0,1 0 0,-1 0 0,0 0 0,1 0 0,-1 0 0,0 0 0,1 0 0,-1 0 0,0 0 0,1 0 0,-1 0 0,0 0 0,0 0 0,1 0 0,-1 0 0,0 0 0,1 1 0,-1-1 0,0 0 0,0 0 0,1 0 0,-1 0 0,0 1 0,0-1 0,1 0 0,-1 0 0,0 1 0,0-1 0,0 0 0,1 0 0,-1 1 0,0-1 0,0 0 0,15 22 0,-13-19 0,7 9-195,-1 1 0,-1 0 0,0 1 0,-1 0 0,0 0 0,4 15 0,-8-16-6631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2.9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24575,'11'46'0,"22"75"0,71 138 0,-94-236 0,1-1 0,2-1 0,0 0 0,1 0 0,17 19 0,-30-39 0,-1 0 0,1-1 0,-1 1 0,1 0 0,0-1 0,-1 1 0,1-1 0,0 1 0,-1-1 0,1 1 0,0-1 0,-1 1 0,1-1 0,0 0 0,0 1 0,0-1 0,-1 0 0,1 0 0,0 0 0,0 1 0,0-1 0,0 0 0,-1 0 0,1 0 0,1-1 0,-1 1 0,0-1 0,0 1 0,0-1 0,0 0 0,0 0 0,0 1 0,-1-1 0,1 0 0,0 0 0,-1 0 0,1 0 0,-1 0 0,1 0 0,-1 0 0,1 0 0,0-1 0,1-5 0,0 0 0,-1 0 0,1-1 0,0-11 0,-2 3 0,-1 6 0,1 1 0,1-1 0,0 1 0,2-12 0,-3 19 0,1 1 0,-1 0 0,0 0 0,1-1 0,-1 1 0,1 0 0,-1 0 0,1-1 0,0 1 0,-1 0 0,1 0 0,0 0 0,0 0 0,0 0 0,0 0 0,0 0 0,0 0 0,0 1 0,0-1 0,0 0 0,0 1 0,0-1 0,0 0 0,1 1 0,-1-1 0,0 1 0,0 0 0,1-1 0,-1 1 0,0 0 0,1 0 0,-1 0 0,0 0 0,1 0 0,-1 0 0,3 1 0,-1 0 0,0 0 0,0 0 0,0 0 0,0 1 0,0-1 0,0 1 0,-1 0 0,1 0 0,0 0 0,3 4 0,24 28 0,-20-22 0,2 2 0,-1 1 0,15 26 0,-22-34 0,-1 0 0,0 0 0,0 0 0,0 1 0,-1-1 0,0 1 0,0-1 0,1 16 0,-3-22 0,0 1 0,0-1 0,-1 0 0,1 1 0,0-1 0,-1 1 0,1-1 0,0 1 0,-1-1 0,0 0 0,1 1 0,-1-1 0,0 0 0,0 0 0,0 1 0,1-1 0,-1 0 0,-2 1 0,1 0 0,-1 0 0,1-1 0,0 1 0,-1-1 0,0 0 0,1 0 0,-1 0 0,0 0 0,-2 0 0,-4 1 0,1-1 0,-1 0 0,1-1 0,-1 0 0,-11-1 0,-43-9 0,-68-21 0,131 31 0,-4-1-227,0 0-1,0-1 1,1 1-1,-1-1 1,-5-3-1,0-2-6598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3.5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24575,'17'32'0,"-1"1"0,13 41 0,16 72 0,-43-140 0,4 15 0,1-1 0,1 1 0,0-1 0,2-1 0,0 0 0,1 0 0,1-1 0,15 16 0,-25-31 0,0 0 0,1-1 0,-1 0 0,1 1 0,0-1 0,0 0 0,0-1 0,0 1 0,0 0 0,0-1 0,0 0 0,0 1 0,1-1 0,5 1 0,-7-2 0,1 0 0,0 0 0,-1-1 0,1 1 0,0 0 0,-1-1 0,1 0 0,-1 1 0,1-1 0,-1 0 0,1 0 0,-1-1 0,0 1 0,1 0 0,-1-1 0,0 0 0,0 1 0,0-1 0,3-3 0,2-3 0,0-1 0,-1 0 0,0-1 0,0 1 0,-1-1 0,7-18 0,-5 10 0,-1-1 0,6-38 0,-11 51 0,0 0 0,0 0 0,-1 0 0,1 0 0,-1 0 0,-1 0 0,-1-12 0,2 18 0,0 0 0,0-1 0,0 1 0,-1 0 0,1-1 0,0 1 0,0 0 0,0 0 0,0-1 0,0 1 0,0 0 0,-1 0 0,1-1 0,0 1 0,0 0 0,0 0 0,-1-1 0,1 1 0,0 0 0,0 0 0,-1 0 0,1 0 0,0-1 0,0 1 0,-1 0 0,1 0 0,0 0 0,0 0 0,-1 0 0,1 0 0,0 0 0,-1 0 0,1 0 0,-9 6 0,-6 17 0,15-22 0,-7 11 0,1 0 0,1 1 0,0 0 0,0 0 0,1 0 0,1 0 0,0 1 0,1-1 0,1 1 0,-1 24 0,3-36 0,-1 1 0,1 0 0,0 0 0,0 0 0,0-1 0,0 1 0,0 0 0,0-1 0,1 1 0,-1-1 0,1 1 0,0-1 0,0 0 0,-1 0 0,2 0 0,-1 0 0,0 0 0,0 0 0,1 0 0,-1-1 0,0 1 0,1-1 0,0 0 0,-1 0 0,1 0 0,3 1 0,9 2 0,0-1 0,0 0 0,28 1 0,-26-2 0,35 4 16,38 3-1397,-77-9-5445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4.5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59 24575,'26'40'0,"39"54"0,-56-84 0,0 0 0,0-1 0,1 0 0,0 0 0,0-1 0,20 11 0,-27-17 0,0 0 0,0-1 0,0 0 0,0 1 0,0-1 0,0 0 0,1-1 0,-1 1 0,0 0 0,1-1 0,-1 0 0,0 0 0,1 0 0,-1 0 0,5-1 0,-6 0 0,1 0 0,-1 0 0,0 0 0,0 0 0,1-1 0,-1 1 0,0-1 0,0 1 0,0-1 0,0 0 0,-1 1 0,1-1 0,0 0 0,-1 0 0,1 0 0,-1-1 0,0 1 0,0 0 0,0 0 0,2-4 0,-1 0 0,-1 1 0,1-1 0,-1 1 0,0-1 0,0 0 0,0 1 0,-1-1 0,0 0 0,0 1 0,-1-1 0,1 0 0,-1 1 0,-1-1 0,1 1 0,-1-1 0,-3-9 0,3 15 0,0 3 0,2 6 0,0-4 0,1-1 0,1 1 0,-1-1 0,0 1 0,1-1 0,0 1 0,0-1 0,1 0 0,-1 0 0,1 0 0,-1 0 0,1-1 0,1 1 0,6 5 0,0 0 0,0-1 0,0-1 0,1 0 0,14 8 0,-12-9 0,-1-1 0,1 0 0,0-1 0,25 6 0,-33-9 0,0-1 0,1 1 0,-1-1 0,0 1 0,1-2 0,-1 1 0,0 0 0,1-1 0,-1 0 0,0-1 0,0 1 0,0-1 0,0 0 0,0 0 0,6-3 0,-9 3 0,1 0 0,-1 0 0,0 0 0,0 0 0,1-1 0,-1 1 0,-1 0 0,1-1 0,0 0 0,-1 1 0,1-1 0,-1 0 0,2-4 0,-2 2 0,0-1 0,0 1 0,0 0 0,-1 0 0,1-1 0,-1 1 0,-1-8 0,-1 1 0,0 0 0,-1 0 0,-1 1 0,0-1 0,0 1 0,-7-13 0,6 16-105,1 0 0,-2 1 0,1 0 0,-1 0 0,0 0 0,0 1 0,-1-1 0,0 2 0,0-1 0,0 1 0,-1 0 0,-8-5 0,2 5-6721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5.1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71 237 24575,'3'-27'0,"2"-65"0,-5 78 0,0 0 0,-2 0 0,0 0 0,-5-21 0,7 34 0,0-1 0,-1 1 0,1 0 0,0 0 0,-1-1 0,1 1 0,-1 0 0,0 0 0,1 0 0,-1 0 0,0 0 0,0-1 0,1 1 0,-1 1 0,0-1 0,0 0 0,0 0 0,0 0 0,0 0 0,-1 1 0,1-1 0,0 0 0,0 1 0,0-1 0,-1 1 0,1 0 0,0-1 0,0 1 0,-2 0 0,1 0 0,1 0 0,0 1 0,-1-1 0,1 1 0,0-1 0,-1 1 0,1-1 0,0 1 0,0 0 0,0 0 0,0 0 0,0 0 0,0 0 0,0 0 0,0 0 0,0 0 0,0 0 0,0 0 0,1 0 0,-1 1 0,0-1 0,1 0 0,-1 0 0,1 1 0,-1-1 0,1 0 0,0 2 0,-5 14 0,2 0 0,-3 25 0,5-35 0,1 0 0,1-1 0,-1 1 0,1 0 0,0-1 0,1 1 0,-1-1 0,1 1 0,5 8 0,-3-6 0,1 0 0,0 0 0,0-1 0,1 1 0,0-1 0,1-1 0,12 12 0,-14-15 0,0 0 0,0 0 0,0 0 0,1-1 0,0 0 0,0 0 0,0-1 0,0 1 0,0-1 0,0-1 0,0 1 0,1-1 0,6 1 0,-10-2 0,0-1 0,0 1 0,0 0 0,0-1 0,0 0 0,0 1 0,0-1 0,0 0 0,-1-1 0,1 1 0,0 0 0,-1-1 0,1 0 0,0 0 0,-1 1 0,0-1 0,0 0 0,1-1 0,2-3 0,0-1 0,1-1 0,-1 0 0,-1 0 0,0 0 0,5-11 0,-6 9 0,0-1 0,0 1 0,-1-1 0,0 0 0,-1 0 0,0 0 0,-2-13 0,2 30 0,0-1 0,1 0 0,-1 0 0,1 0 0,0 0 0,0 0 0,1 0 0,-1-1 0,1 1 0,0-1 0,0 0 0,4 5 0,3 2 0,1 0 0,0 0 0,18 13 0,-26-22-91,-1 0 0,1-1 0,0 1 0,0 0 0,0-1 0,0 0 0,0 1 0,0-1 0,0-1 0,0 1 0,0 0 0,0-1 0,1 1 0,5-1 0,0-2-6735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5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24575,'10'2'0,"3"1"-8191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6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45 24575,'-3'-2'0,"-8"-6"0,0 1 0,-1 0 0,0 1 0,-13-5 0,22 10 0,0 0 0,0 1 0,0-1 0,0 1 0,0-1 0,0 1 0,0 0 0,0 0 0,0 0 0,-4 1 0,5 0 0,0-1 0,1 1 0,-1 0 0,0 0 0,1 0 0,-1-1 0,1 1 0,-1 1 0,1-1 0,0 0 0,-1 0 0,1 0 0,0 1 0,0-1 0,0 1 0,0-1 0,0 1 0,0-1 0,-1 3 0,1-2 0,1 0 0,-1 0 0,0 1 0,1-1 0,-1 0 0,1 0 0,0 1 0,0-1 0,0 0 0,0 1 0,0-1 0,0 0 0,1 0 0,-1 1 0,1-1 0,0 0 0,1 3 0,2 4 0,0-1 0,1 0 0,6 9 0,-6-11 0,-1 0 0,0 1 0,7 14 0,-10-17 0,1 2 0,0 0 0,1 0 0,-1 0 0,1 0 0,7 9 0,-10-14 0,1 0 0,0-1 0,-1 1 0,1 0 0,0 0 0,0-1 0,0 1 0,0-1 0,-1 1 0,1-1 0,0 1 0,0-1 0,0 1 0,0-1 0,0 0 0,0 0 0,2 1 0,-2-1 0,1-1 0,-1 1 0,1 0 0,-1-1 0,0 1 0,1 0 0,-1-1 0,0 0 0,1 1 0,-1-1 0,0 0 0,0 0 0,0 1 0,1-1 0,-1 0 0,1-2 0,3-2 0,-1-1 0,1 1 0,-1-1 0,0 0 0,0-1 0,-1 1 0,0 0 0,3-9 0,0-4 0,7-33 0,-14 61 0,0 0 0,1 0 0,1 1 0,-1-1 0,5 16 0,13 55 0,-14-68 0,14 58 0,3 7 0,15 99 0,-36-175 0,1 11 0,1 1 0,-2-1 0,0 0 0,-1 15 0,1-25 0,-1 1 0,1-1 0,0 0 0,-1 0 0,1 1 0,-1-1 0,0 0 0,0 0 0,0 0 0,0 0 0,0 0 0,0 0 0,-1 0 0,1 0 0,0 0 0,-1-1 0,0 1 0,1-1 0,-1 1 0,0-1 0,0 1 0,0-1 0,0 0 0,0 0 0,0 0 0,0 0 0,0 0 0,0-1 0,0 1 0,-4 0 0,3-1 0,0 0 0,-1-1 0,1 1 0,-1-1 0,1 0 0,0 0 0,0 0 0,-1 0 0,1 0 0,0-1 0,0 1 0,-5-4 0,-2-3 0,-20-16 0,16 10 16,0-1-1,1-1 1,-14-22-1,-2-3-1442,19 30-5399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7.1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24575,'21'74'0,"17"121"0,10 36 0,-43-213 0,8 25 0,-12-39 0,1 0 0,-1 0 0,1-1 0,0 1 0,0-1 0,0 0 0,1 1 0,2 2 0,-4-5 0,-1-1 0,0 0 0,1 1 0,-1-1 0,1 0 0,-1 0 0,0 1 0,1-1 0,-1 0 0,1 0 0,-1 0 0,1 0 0,-1 0 0,1 0 0,-1 1 0,1-1 0,-1 0 0,1 0 0,-1 0 0,0-1 0,1 1 0,-1 0 0,1 0 0,-1 0 0,1 0 0,0 0 0,11-10 0,4-16 0,18-54 0,-11 24 0,-23 55 0,0-1 0,1 1 0,-1 0 0,1 0 0,0 0 0,-1 0 0,1 0 0,0-1 0,0 1 0,0 1 0,-1-1 0,1 0 0,0 0 0,0 0 0,1 0 0,-1 1 0,0-1 0,0 0 0,0 1 0,0-1 0,1 1 0,-1-1 0,0 1 0,0 0 0,1-1 0,-1 1 0,0 0 0,2 0 0,0 0 0,-1 1 0,0 0 0,1 0 0,-1-1 0,0 1 0,0 0 0,1 1 0,-1-1 0,0 0 0,0 1 0,0-1 0,0 1 0,-1 0 0,3 2 0,13 16-341,-2 0 0,-1 1-1,22 43 1,-30-53-6485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7.4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 24575,'1'-1'0,"1"0"0,0 0 0,-1 1 0,1-1 0,0 1 0,-1-1 0,1 1 0,0 0 0,0 0 0,-1-1 0,1 1 0,0 1 0,0-1 0,0 0 0,-1 0 0,1 1 0,0-1 0,-1 0 0,3 2 0,-1-1 0,0 1 0,-1 0 0,1 0 0,-1-1 0,1 2 0,-1-1 0,0 0 0,0 0 0,0 1 0,2 2 0,3 7 0,-1-1 0,0 1 0,-1 0 0,4 14 0,13 48 0,16 106 0,-28-130 0,-7-31-120,17 94-1125,-18-99-5581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7.6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27 24575,'-10'-8'0,"-6"1"0,-2 1 0,-2 1 0,1 5 0,-1 2 0,0 0 0,-2 1 0,0-1 0,2-1 0,2 0 0,-2-1 0,1 1 0,1-1 0,3 0-8191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18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3 24575,'0'0'0,"-1"0"0,1-1 0,0 1 0,0 0 0,0 0 0,0 0 0,-1 0 0,1 0 0,0-1 0,0 1 0,0 0 0,-1 0 0,1 0 0,0 0 0,0 0 0,0 0 0,-1 0 0,1 0 0,0 0 0,0 0 0,0 0 0,-1 0 0,1 0 0,0 0 0,0 0 0,0 0 0,-1 0 0,1 0 0,0 0 0,0 0 0,-1 0 0,1 0 0,0 1 0,0-1 0,-6 8 0,-1 14 0,6-20 0,0 4 0,-5 14 0,1 1 0,0 0 0,2 0 0,1 0 0,0 31 0,3-48 0,-1 0 0,1-1 0,0 1 0,1-1 0,-1 1 0,1-1 0,-1 1 0,1-1 0,0 0 0,0 0 0,1 0 0,-1 0 0,1 0 0,-1 0 0,4 2 0,7 5 0,0 0 0,18 10 0,-14-10 0,21 18 0,-35-25 0,0-1 0,1 1 0,-1 0 0,-1 1 0,1-1 0,0 0 0,-1 1 0,4 6 0,-6-9 0,0 0 0,0 0 0,1 0 0,-1-1 0,0 1 0,0 0 0,0 0 0,-1 0 0,1 0 0,0 0 0,0 0 0,0 0 0,-1 0 0,1 0 0,0 0 0,-1-1 0,1 1 0,-1 0 0,1 0 0,-1 0 0,1-1 0,-1 1 0,0 0 0,1-1 0,-1 1 0,0 0 0,0-1 0,1 1 0,-1-1 0,0 1 0,0-1 0,0 0 0,0 1 0,1-1 0,-3 1 0,-2 1 0,-1 0 0,0-1 0,1 1 0,-9 0 0,-73 1-740,78-3 115,-13 0-6201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1.8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309 48 24575,'-6'-5'0,"1"1"0,0-1 0,-1 1 0,0 1 0,0-1 0,0 1 0,0 0 0,-1 0 0,1 1 0,-1 0 0,-11-3 0,5 3 0,0 1 0,0 0 0,0 1 0,0 0 0,-16 2 0,21 0 0,1 0 0,0 0 0,0 1 0,0 0 0,0 0 0,1 0 0,-1 1 0,1 0 0,0 0 0,0 1 0,0 0 0,0 0 0,1 0 0,0 1 0,0-1 0,1 1 0,0 1 0,0-1 0,0 0 0,0 1 0,-3 10 0,6-15 0,1 1 0,-1-1 0,1 1 0,-1-1 0,1 1 0,0-1 0,0 1 0,0 0 0,0-1 0,1 1 0,-1-1 0,1 1 0,-1-1 0,1 1 0,0-1 0,2 4 0,-1-2 0,0-1 0,1 1 0,-1-1 0,1 1 0,0-1 0,0 0 0,1 0 0,6 5 0,2-1 0,0 0 0,0 0 0,1-2 0,0 1 0,15 3 0,-6-3-227,0-1-1,1-1 1,-1-1-1,1-1 1,25-1-1,-32-1-6598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2.2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174 33 24575,'-19'-6'0,"-46"-12"0,59 17 0,0 0 0,0 1 0,0-1 0,0 1 0,0 1 0,0-1 0,0 1 0,-9 2 0,14-3 0,-1 0 0,1 1 0,-1-1 0,1 1 0,0-1 0,-1 1 0,1 0 0,0-1 0,0 1 0,-1 0 0,1 0 0,0 0 0,0 0 0,0 0 0,0 0 0,0 0 0,0 0 0,0 0 0,1 1 0,-1-1 0,0 0 0,0 2 0,1-1 0,-1 0 0,1 0 0,0 0 0,0 0 0,0 0 0,1 0 0,-1 0 0,0 0 0,1 0 0,-1 0 0,1 0 0,0 0 0,-1 0 0,2 2 0,3 3 0,-1 0 0,1-1 0,0 1 0,0-1 0,1 0 0,10 10 0,-5-8 0,1 0 0,-1 0 0,1-1 0,21 8 0,-25-11 0,0-2 0,1 1 0,-1-1 0,1 0 0,0-1 0,0 1 0,0-2 0,11 0 0,-18 0 0,0 0 0,0 0 0,0 0 0,0-1 0,-1 1 0,1-1 0,0 1 0,0-1 0,0 0 0,0 0 0,0 0 0,-1 0 0,1 0 0,0 0 0,-1 0 0,1 0 0,-1-1 0,1 1 0,1-3 0,-2 2 0,0 0 0,0-1 0,0 1 0,0 0 0,0-1 0,0 1 0,-1 0 0,1-1 0,-1 1 0,0-1 0,0 1 0,0-1 0,0-4 0,-1 1 0,0-1 0,-1 1 0,1 0 0,-1 0 0,-1-1 0,1 1 0,-1 0 0,0 1 0,0-1 0,-1 0 0,-4-4 0,4 5-68,-1 1 0,1 0-1,-1 0 1,0 0 0,0 0 0,0 1-1,-1 0 1,1 0 0,-1 1 0,0-1-1,0 1 1,0 1 0,0-1 0,0 1-1,0 0 1,0 0 0,0 1 0,0-1-1,-7 2 1,0-1-6758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2.6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98 215 24575,'0'5'0,"0"2"0,0 0 0,-1 1 0,-1 7 0,2-14 0,0 0 0,0 0 0,-1 0 0,1 0 0,0 0 0,0 0 0,-1 0 0,1 0 0,-1 0 0,1 0 0,-1 0 0,1 0 0,-1 0 0,0 0 0,1-1 0,-1 1 0,0 0 0,0 0 0,0-1 0,1 1 0,-1 0 0,0-1 0,0 1 0,0-1 0,0 1 0,0-1 0,0 0 0,0 1 0,-2-1 0,2 0 0,0 0 0,0-1 0,0 1 0,0 0 0,0-1 0,0 1 0,0-1 0,0 1 0,1-1 0,-1 1 0,0-1 0,0 0 0,0 1 0,0-1 0,1 0 0,-1 0 0,0 1 0,1-1 0,-1 0 0,1 0 0,-2-2 0,-10-24 0,10 22 0,-6-18 0,1 0 0,1 0 0,-4-36 0,2 9 0,7 45 0,1 1 0,-1 0 0,1-1 0,0 1 0,0 0 0,1 0 0,1-9 0,-2 12 0,0 1 0,0-1 0,1 0 0,-1 1 0,0-1 0,0 1 0,1-1 0,-1 0 0,1 1 0,-1-1 0,0 1 0,1-1 0,-1 1 0,1-1 0,-1 1 0,1-1 0,-1 1 0,1 0 0,0-1 0,-1 1 0,1 0 0,0-1 0,0 1 0,0 0 0,0 0 0,1 0 0,-1 1 0,0-1 0,0 0 0,0 0 0,0 1 0,0-1 0,0 1 0,0-1 0,0 1 0,0-1 0,0 1 0,0-1 0,0 1 0,0 0 0,1 1 0,1 1-195,0 0 0,0 0 0,0 1 0,0-1 0,-1 1 0,3 5 0,1 2-6631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3.3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117 285 24575,'-2'4'0,"-1"0"0,1 0 0,-1 0 0,1 0 0,-4 3 0,5-6 0,1-1 0,-1 1 0,1-1 0,0 1 0,-1-1 0,1 1 0,-1-1 0,1 0 0,-1 1 0,1-1 0,-1 0 0,0 0 0,1 1 0,-1-1 0,1 0 0,-1 0 0,1 0 0,-1 0 0,0 0 0,1 1 0,-1-1 0,0 0 0,1 0 0,-1-1 0,1 1 0,-1 0 0,0 0 0,1 0 0,-1 0 0,1 0 0,-1-1 0,1 1 0,-1 0 0,1-1 0,-1 1 0,1 0 0,-1-1 0,1 1 0,-1 0 0,1-1 0,-1 1 0,1-1 0,0 1 0,-1-1 0,1 1 0,0-1 0,-1 1 0,1-2 0,-10-17 0,1-1 0,1 0 0,-11-42 0,4 13 0,14 46 0,-2-4 0,1-1 0,0 0 0,1 1 0,-2-9 0,3 15 0,0 0 0,0 0 0,0 0 0,-1 0 0,1 0 0,0 1 0,0-1 0,1 0 0,-1 0 0,0 0 0,0 0 0,0 0 0,0 1 0,1-1 0,-1 0 0,0 0 0,1 0 0,-1 1 0,1-1 0,-1 0 0,1 0 0,-1 1 0,1-1 0,0 0 0,-1 1 0,1-1 0,0 1 0,-1-1 0,1 1 0,0-1 0,0 1 0,-1 0 0,1-1 0,0 1 0,0 0 0,0-1 0,0 1 0,-1 0 0,1 0 0,0 0 0,0 0 0,0 0 0,0 0 0,0 0 0,0 0 0,-1 0 0,3 1 0,5 1 0,0 1 0,-1 0 0,1 0 0,-1 1 0,1-1 0,-1 2 0,8 6 0,22 11 0,-28-18 0,1-1 0,-1 0 0,1 0 0,0-1 0,0 0 0,0 0 0,14-1 0,-9-1 0,0 0 0,0-1 0,-1-1 0,22-5 0,-24 4 0,0-1 0,0 0 0,20-11 0,-29 13 0,1 0 0,0 0 0,-1-1 0,0 0 0,1 0 0,3-5 0,-6 7 0,1-1 0,-1 1 0,0-1 0,0 1 0,-1-1 0,1 0 0,0 0 0,0 1 0,-1-1 0,1 0 0,-1 0 0,0 0 0,0 0 0,1 0 0,-1-2 0,-1 1 0,0 1 0,1-1 0,-1 1 0,0-1 0,0 1 0,0-1 0,0 1 0,-1 0 0,1 0 0,-1 0 0,1 0 0,-1 0 0,0 0 0,1 0 0,-1 0 0,0 1 0,0-1 0,-1 1 0,1-1 0,0 1 0,0 0 0,-1 0 0,1 0 0,-1 0 0,1 0 0,-1 1 0,1-1 0,-1 1 0,-3-1 0,3 1 0,0-1 0,0 1 0,1 0 0,-1 0 0,0 0 0,0 0 0,0 0 0,1 1 0,-1-1 0,0 1 0,1 0 0,-1-1 0,0 1 0,1 1 0,-1-1 0,1 0 0,-1 1 0,1-1 0,0 1 0,0-1 0,0 1 0,0 0 0,0 0 0,0 0 0,0 0 0,0 1 0,-1 2 0,1 1 0,0-1 0,0 1 0,1 0 0,0 0 0,0-1 0,1 1 0,-1 0 0,1 0 0,0 0 0,1 0 0,-1 0 0,1 0 0,1-1 0,-1 1 0,1 0 0,2 6 0,0-4 0,0-1 0,0 1 0,0-1 0,1 0 0,0-1 0,0 1 0,1-1 0,-1 0 0,1 0 0,13 9 0,-5-6 0,1-1 0,0 0 0,0-1 0,1-1 0,0-1 0,0 0 0,1-1 0,-1 0 0,1-1 0,22 0 0,-33-3-57,0 0 0,0 0 1,1 0-1,-1-1 0,0 0 0,0 0 0,0-1 0,0 0 0,0 0 0,0 0 0,0 0 1,-1-1-1,1 0 0,-1-1 0,0 1 0,0-1 0,0 0 0,0 0 0,-1 0 1,1-1-1,-1 0 0,0 0 0,5-8 0,-3 0-6769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3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9 24575,'-7'-2'0,"1"0"0,0 1 0,-1 0 0,1 0 0,-1 0 0,1 1 0,-1 0 0,-10 1 0,15 0 0,0-1 0,0 0 0,1 0 0,-1 1 0,0-1 0,1 1 0,-1 0 0,1 0 0,-1-1 0,1 1 0,-1 0 0,1 0 0,-1 0 0,1 0 0,0 1 0,0-1 0,0 0 0,-1 0 0,1 1 0,0-1 0,1 1 0,-1-1 0,0 1 0,0-1 0,1 1 0,-1 0 0,0-1 0,1 1 0,0 0 0,-1-1 0,1 1 0,0 0 0,0-1 0,0 1 0,0 0 0,0 0 0,1 2 0,0 4 0,1 0 0,1 0 0,-1 0 0,1 0 0,0 0 0,1 0 0,0-1 0,6 9 0,43 54 0,-44-59 0,-1-3 0,-6-6 0,-1-1 0,1 1 0,-1 0 0,1 0 0,-1 0 0,0 0 0,2 3 0,-3-5 0,0 0 0,1 0 0,-1 1 0,0-1 0,0 0 0,0 0 0,0 1 0,0-1 0,0 0 0,0 0 0,-1 0 0,1 1 0,0-1 0,0 0 0,0 0 0,0 0 0,0 1 0,0-1 0,0 0 0,0 0 0,0 0 0,-1 1 0,1-1 0,0 0 0,0 0 0,0 0 0,0 0 0,-1 1 0,1-1 0,0 0 0,-15 2 0,-5-2 0,-31-7 0,-7 0 0,-30 6-1365,75 1-5461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4.3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94 24575,'18'93'0,"4"0"0,45 116 0,-57-178 0,-109-245 0,81 174 0,-14-42 0,25 59 0,0 0 0,2-1 0,-4-35 0,9 56 0,0 0 0,0 0 0,0 0 0,0-1 0,0 1 0,1 0 0,-1 0 0,1 0 0,0 0 0,0 0 0,2-4 0,-3 6 0,1 0 0,0 0 0,0 0 0,-1 0 0,1 1 0,0-1 0,0 0 0,0 0 0,0 0 0,0 1 0,0-1 0,1 1 0,-1-1 0,0 1 0,0-1 0,0 1 0,0-1 0,1 1 0,-1 0 0,0 0 0,0 0 0,1 0 0,-1 0 0,0 0 0,0 0 0,1 0 0,-1 0 0,0 1 0,0-1 0,1 0 0,0 1 0,9 3 0,0 0 0,-1 0 0,0 1 0,1 1 0,-2 0 0,1 0 0,-1 0 0,0 1 0,0 1 0,-1 0 0,0 0 0,0 0 0,-1 1 0,0 0 0,-1 1 0,7 11 0,-12-20 0,-1 1 0,1-1 0,-1 0 0,1 0 0,-1 0 0,1 0 0,-1 1 0,0-1 0,0 0 0,0 0 0,1 1 0,-1-1 0,0 0 0,-1 1 0,1-1 0,0 0 0,0 0 0,0 1 0,-1-1 0,1 0 0,-1 0 0,0 2 0,0-1 0,-1 0 0,1 0 0,-1-1 0,0 1 0,1-1 0,-1 1 0,0-1 0,0 0 0,0 0 0,0 0 0,-4 2 0,-4 0 0,0 0 0,0 0 0,0-1 0,-16 1 0,-94 0-152,86-4-1061,21 1-5613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4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 61 24575,'-2'-1'0,"-1"0"0,1 0 0,-1 1 0,1-1 0,-1 1 0,0 0 0,1-1 0,-1 1 0,0 1 0,1-1 0,-1 0 0,1 0 0,-1 1 0,-3 1 0,3-1 0,0 1 0,0-1 0,1 1 0,-1 0 0,0 0 0,1 0 0,0 0 0,-1 1 0,1-1 0,0 1 0,-2 3 0,-10 15 0,8-11 0,0-1 0,-1 0 0,-10 10 0,15-16 0,-1-1 0,0 0 0,0 1 0,0-1 0,-1 0 0,1-1 0,0 1 0,-1 0 0,1-1 0,-1 0 0,1 0 0,-1 0 0,-7 1 0,5-2 0,0 0 0,0 0 0,0-1 0,0 0 0,0 0 0,0 0 0,0-1 0,0 0 0,0 0 0,0 0 0,1-1 0,-1 0 0,1 0 0,0 0 0,0-1 0,0 0 0,0 0 0,0 0 0,1 0 0,-7-10 0,9 11 0,0 0 0,0 0 0,1 0 0,0 0 0,-1 0 0,1 0 0,0 0 0,1-1 0,-1 1 0,0 0 0,1-1 0,0 1 0,0 0 0,0-1 0,0 1 0,1-1 0,-1 1 0,1 0 0,0-1 0,0 1 0,0 0 0,0 0 0,0 0 0,1 0 0,-1 0 0,1 0 0,0 0 0,0 0 0,0 1 0,0-1 0,1 1 0,-1-1 0,1 1 0,-1 0 0,1 0 0,0 0 0,0 1 0,0-1 0,0 0 0,4 0 0,2 0-136,-1 0-1,1 1 1,-1 0-1,1 1 1,-1 0-1,1 1 1,0-1-1,-1 1 0,14 4 1,-9-1-6690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5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 24575,'0'0'0,"0"-1"0,0 1 0,0 0 0,-1-1 0,1 1 0,0 0 0,0-1 0,0 1 0,0 0 0,1 0 0,-1-1 0,0 1 0,0 0 0,0-1 0,0 1 0,0 0 0,0-1 0,0 1 0,1 0 0,-1 0 0,0-1 0,0 1 0,0 0 0,1 0 0,-1-1 0,0 1 0,0 0 0,1 0 0,-1 0 0,1-1 0,7 5 0,8 15 0,-5-2 0,11 15 0,-20-30 0,-1 0 0,1 0 0,-1-1 0,1 1 0,0-1 0,0 1 0,0-1 0,-1 0 0,1 0 0,1 1 0,-1-1 0,4 1 0,-5-2 0,0 0 0,0 0 0,0 0 0,1 0 0,-1 0 0,0 0 0,0 0 0,0-1 0,0 1 0,1 0 0,-1-1 0,0 1 0,0-1 0,0 1 0,0-1 0,0 0 0,0 1 0,0-1 0,0 0 0,0 0 0,-1 0 0,1 1 0,0-1 0,0 0 0,-1 0 0,1 0 0,0-2 0,3-4 0,0 0 0,-1 0 0,3-10 0,-1 3 0,-5 13 0,1 0 0,-1 0 0,1 0 0,-1-1 0,1 1 0,0 0 0,-1 0 0,1 0 0,0 0 0,0 0 0,-1 1 0,1-1 0,0 0 0,0 0 0,0 0 0,0 1 0,0-1 0,0 1 0,0-1 0,0 0 0,1 1 0,-1 0 0,0-1 0,0 1 0,0 0 0,0 0 0,1-1 0,-1 1 0,0 0 0,0 0 0,1 0 0,-1 1 0,0-1 0,0 0 0,0 0 0,1 1 0,-1-1 0,0 0 0,0 1 0,0-1 0,0 1 0,0 0 0,0-1 0,2 2 0,3 2 0,-1 1 0,1 0 0,-1-1 0,0 2 0,0-1 0,5 8 0,40 48 5,-29-36-1375,-14-17-5456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5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99 463 24575,'-13'6'0,"1"0"0,-1 0 0,-10 9 0,20-13 0,0 0 0,0 0 0,1 0 0,-1 1 0,0-1 0,1 1 0,0 0 0,-1 0 0,1 0 0,0 0 0,1 0 0,-1 0 0,1 0 0,-1 1 0,1-1 0,-2 6 0,3-7 0,0 0 0,0 0 0,0 0 0,0 0 0,0-1 0,1 1 0,-1 0 0,1 0 0,-1-1 0,1 1 0,-1 0 0,1-1 0,0 1 0,0 0 0,0-1 0,0 1 0,0-1 0,0 0 0,0 1 0,0-1 0,1 0 0,-1 0 0,1 1 0,-1-1 0,1 0 0,-1 0 0,1-1 0,-1 1 0,1 0 0,0 0 0,-1-1 0,1 1 0,0-1 0,0 0 0,0 1 0,1-1 0,1 0 0,-1 1 0,1-1 0,-1 0 0,1 0 0,-1 0 0,1 0 0,-1-1 0,1 0 0,-1 1 0,0-1 0,1 0 0,-1-1 0,0 1 0,0-1 0,0 1 0,0-1 0,0 0 0,4-3 0,-4 1 0,-1 1 0,1-1 0,-1 1 0,0-1 0,0 0 0,-1 0 0,1 0 0,-1 0 0,0 0 0,0 0 0,0 0 0,0-6 0,1-8 0,-2-29 0,0 28 0,-2-38 0,-1-1 0,-4 0 0,-1 1 0,-23-74 0,29 122 0,0 0 0,-1 1 0,-1 0 0,1 0 0,-1 0 0,-8-11 0,12 19 0,0-1 0,0 1 0,0-1 0,-1 1 0,1 0 0,0-1 0,0 1 0,0 0 0,-1-1 0,1 1 0,0 0 0,-1-1 0,1 1 0,0 0 0,-1-1 0,1 1 0,0 0 0,-1 0 0,1 0 0,-1-1 0,1 1 0,-1 0 0,1 0 0,0 0 0,-1 0 0,1 0 0,-1 0 0,1 0 0,-1 0 0,1 0 0,0 0 0,-1 0 0,1 0 0,-1 0 0,1 0 0,-1 0 0,1 0 0,0 1 0,-1-1 0,1 0 0,0 0 0,-1 0 0,1 1 0,-1-1 0,1 0 0,0 1 0,-1-1 0,1 0 0,0 1 0,0-1 0,-1 0 0,1 1 0,0-1 0,0 0 0,0 1 0,-1-1 0,1 1 0,0-1 0,0 1 0,-2 3 0,1 0 0,0 0 0,0 0 0,0 8 0,-2 25 0,2 1 0,1-1 0,2 0 0,2 1 0,1-1 0,2-1 0,12 41 0,-12-58-170,1 0-1,0 0 0,2-1 1,0 0-1,1 0 0,0-1 1,18 18-1,-20-25-6655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6.0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24575,'13'30'0,"6"13"0,0 1 0,0-7 0,-4-7 0,-2-8 0,-3-9-8191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6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24575,'-3'2'0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6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 24575,'9'13'0,"1"1"0,18 17 0,-23-26 0,1 0 0,-1 0 0,0-1 0,1 0 0,0 0 0,0-1 0,0 1 0,11 3 0,-13-6 0,-1 0 0,0-1 0,1 1 0,-1-1 0,1 0 0,-1 0 0,1 0 0,-1 0 0,0-1 0,1 1 0,-1-1 0,1 0 0,-1 0 0,0 0 0,0 0 0,0-1 0,1 1 0,-1-1 0,-1 0 0,1 0 0,0 0 0,3-3 0,5-6 0,-1 1 0,-1-2 0,0 1 0,8-14 0,-4 5 0,-12 20 0,-1-1 0,1 0 0,-1 0 0,1 0 0,0 1 0,-1-1 0,1 0 0,0 1 0,0-1 0,0 1 0,-1-1 0,1 1 0,0-1 0,0 1 0,0 0 0,0-1 0,0 1 0,0 0 0,0 0 0,0 0 0,0-1 0,0 1 0,0 0 0,0 0 0,0 1 0,0-1 0,0 0 0,-1 0 0,1 0 0,0 1 0,0-1 0,0 0 0,0 1 0,0-1 0,0 1 0,0-1 0,-1 1 0,1-1 0,0 1 0,1 0 0,4 5 0,0 0 0,0 0 0,11 14 0,-4-3 0,8 4-114,26 26 357,-42-42-430,1-1 0,0 0 1,-1 0-1,2-1 0,-1 1 0,0-1 1,8 2-1,2 0-6639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7.2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76 24575,'-1'-2'0,"-7"-10"0,-1 1 0,-13-14 0,20 23 0,-1-1 0,1 1 0,-1 0 0,0 0 0,0 0 0,0 0 0,0 0 0,0 1 0,0-1 0,0 1 0,0 0 0,-1 0 0,1 0 0,0 1 0,-6-1 0,8 0 0,-1 1 0,1 0 0,-1 1 0,0-1 0,1 0 0,-1 0 0,1 1 0,-1-1 0,1 1 0,-1-1 0,1 1 0,0 0 0,-1-1 0,1 1 0,0 0 0,-1 0 0,1 0 0,0 0 0,0 0 0,0 0 0,0 1 0,0-1 0,0 0 0,0 0 0,0 1 0,0-1 0,1 0 0,-1 1 0,0-1 0,1 1 0,0-1 0,-1 1 0,1-1 0,0 1 0,-1 0 0,1-1 0,0 1 0,1 2 0,-1 1 0,0-1 0,1 1 0,-1 0 0,1-1 0,1 1 0,-1-1 0,1 1 0,-1-1 0,1 0 0,0 1 0,6 6 0,-7-8 0,1-1 0,0 0 0,0 1 0,0-1 0,1 0 0,-1 0 0,0-1 0,1 1 0,-1 0 0,1-1 0,0 0 0,0 1 0,-1-1 0,1 0 0,0 0 0,0-1 0,0 1 0,0 0 0,0-1 0,0 0 0,0 0 0,0 0 0,5-1 0,-5 1 0,1-1 0,-1 0 0,0-1 0,0 1 0,0 0 0,0-1 0,0 0 0,0 0 0,0 0 0,0 0 0,-1 0 0,1 0 0,-1-1 0,0 1 0,0-1 0,1 0 0,-2 0 0,1 0 0,0 0 0,1-4 0,-9 23 0,1 0 0,1 1 0,0 0 0,-2 21 0,-4 79 0,9-100 0,-6 221 0,9-175 0,18 110 0,-20-173 0,2 7 0,-1-1 0,-1 1 0,1 13 0,-1-19 0,0 0 0,0 0 0,-1 0 0,1 0 0,0 0 0,0 0 0,-1 0 0,1 0 0,0 0 0,-1-1 0,1 1 0,-1 0 0,0 0 0,1 0 0,-2 1 0,2-2 0,-1 0 0,0 1 0,1-1 0,-1 0 0,0 0 0,1 1 0,-1-1 0,0 0 0,1 0 0,-1 0 0,0 0 0,1 0 0,-1 0 0,0 0 0,0 0 0,1 0 0,-1 0 0,0 0 0,1-1 0,-1 1 0,0 0 0,1 0 0,-1-1 0,-1 0 0,-7-5 0,-1 0 0,1-1 0,1 0 0,-1-1 0,1 0 0,1 0 0,-12-15 0,5 5 0,2 4 0,1 0 0,1-1 0,-12-23 0,17 29 0,1-1 0,0 0 0,1 0 0,0 0 0,0 0 0,1-1 0,-1-12 0,2 19 0,1 0 0,0 0 0,1-1 0,-1 1 0,1 0 0,0 0 0,0 0 0,0 0 0,0 0 0,1 1 0,-1-1 0,1 0 0,0 0 0,0 1 0,1-1 0,-1 1 0,1 0 0,-1 0 0,1 0 0,5-4 0,-3 3 0,1 0 0,0 1 0,-1 0 0,1 0 0,0 0 0,0 1 0,1 0 0,-1 0 0,0 0 0,1 1 0,-1 0 0,8 0 0,-1 0-195,-1 1 0,1 1 0,-1 0 0,1 0 0,-1 1 0,21 6 0,-16-1-6631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8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 24575,'1'-4'0,"4"-18"0,-5 21 0,0 1 0,0-1 0,0 0 0,1 1 0,-1-1 0,0 1 0,0-1 0,1 0 0,-1 1 0,0-1 0,1 1 0,-1-1 0,0 1 0,1-1 0,-1 1 0,1-1 0,-1 1 0,1 0 0,-1-1 0,1 1 0,-1 0 0,1-1 0,-1 1 0,1 0 0,-1 0 0,1-1 0,0 1 0,0 0 0,-1 1 0,1-1 0,0 0 0,-1 1 0,1-1 0,-1 1 0,1-1 0,-1 1 0,0-1 0,1 1 0,-1-1 0,0 1 0,1-1 0,-1 1 0,0 0 0,1-1 0,-1 1 0,0 0 0,0-1 0,0 2 0,5 18 0,-3-13 0,3 15 0,43 147 0,-31-116 0,29 59 0,60 74 0,-103-180-74,-9-13 259,-8-12-1661,8 7-5350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8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0 24575,'-30'3'0,"-12"0"0,-2 0 0,4 0 0,6-1 0,7-1 0,5-1 0,7 3 0,3 0 0,3 3 0,2 0 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48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160 9 24575,'2'-1'0,"-1"0"0,0 0 0,0 0 0,1 0 0,-1 1 0,0-1 0,1 1 0,-1-1 0,1 1 0,-1-1 0,1 1 0,-1 0 0,1-1 0,-1 1 0,1 0 0,-1 0 0,1 0 0,-1 1 0,1-1 0,-1 0 0,1 0 0,-1 1 0,1-1 0,-1 1 0,0-1 0,3 2 0,-2 0 0,0 0 0,0 0 0,0 0 0,0 0 0,0 1 0,0-1 0,0 1 0,-1-1 0,0 1 0,1-1 0,-1 1 0,0 0 0,1 3 0,32 125 0,-34-130 0,1 1 0,-1 0 0,0 0 0,1-1 0,-1 1 0,0 0 0,0 0 0,0-1 0,-1 1 0,1 0 0,0 0 0,0-1 0,-1 1 0,0 0 0,1-1 0,-1 1 0,0-1 0,0 3 0,-1-3 0,1 0 0,0 0 0,0 0 0,-1 0 0,1 0 0,0 0 0,-1-1 0,1 1 0,-1 0 0,1-1 0,-1 1 0,0-1 0,1 1 0,-1-1 0,1 0 0,-1 0 0,0 0 0,1 0 0,-1 0 0,-1 0 0,-7-1 0,1 0 0,-1-1 0,1 0 0,0-1 0,-16-6 0,-44-24 0,51 23 0,-17-11 0,32 19 0,1 0 0,-1 0 0,1 0 0,0 0 0,-1 0 0,1-1 0,0 1 0,1-1 0,-1 1 0,-2-6 0,3 7 0,1 1 0,0-1 0,0 0 0,-1 0 0,1 0 0,0 0 0,0 1 0,0-1 0,0 0 0,0 0 0,0 0 0,0 0 0,0 0 0,1 1 0,-1-1 0,0 0 0,0 0 0,1 0 0,-1 1 0,0-1 0,1 0 0,-1 0 0,1 0 0,1-1 0,-1 1 0,0 0 0,1 0 0,-1 0 0,1 0 0,-1 0 0,1 0 0,0 0 0,-1 0 0,3 0 0,4-1 0,-1 0 0,0 1 0,0-1 0,11 1 0,37 1-1365,-39 1-5461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0.3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24575,'5'18'0,"2"-2"0,0 1 0,1-1 0,1 0 0,0 0 0,1-1 0,1 0 0,15 15 0,-25-28 7,0-1 0,0 0 0,0 0 0,0 0 0,1 0 1,-1 0-1,0-1 0,1 1 0,-1 0 0,1-1 0,-1 1 0,0-1 0,1 1 0,0-1 0,-1 0 0,3 1 0,-3-1-45,0 0 0,-1-1 0,1 1 0,0 0 0,-1 0 0,1-1-1,0 1 1,-1 0 0,1-1 0,-1 1 0,1 0 0,-1-1 0,1 1 0,-1-1 0,1 1 0,-1-1 0,1 1 0,-1-1 0,1 0-1,-1 1 1,0-1 0,1 0 0,-1 1 0,0-1 0,0 0 0,0 1 0,1-1 0,-1 0 0,0 1 0,0-1 0,0 0 0,0 1-1,0-1 1,0 0 0,0 1 0,0-1 0,-1 0 0,1 0 0,-2-11-6788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0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24575,'0'2'0,"0"4"0,0 3 0,0 3 0,0 1 0,0 2 0,0-3-8191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1.1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24575,'1'4'0,"-1"-1"0,1 0 0,-1 0 0,1 1 0,0-1 0,1 0 0,-1 0 0,0 0 0,3 4 0,19 25 0,-20-27 0,8 9 0,1-1 0,0 1 0,18 13 0,-22-20 0,0-1 0,1 0 0,-1 0 0,2-1 0,-1 0 0,0-1 0,11 4 0,-19-8 0,0 1 0,0-1 0,0 1 0,0-1 0,0 0 0,0 0 0,0 1 0,0-1 0,0 0 0,0 0 0,1 0 0,-1 0 0,0 0 0,0 0 0,0-1 0,0 1 0,0 0 0,0-1 0,0 1 0,0 0 0,0-1 0,0 1 0,0-1 0,0 1 0,0-1 0,-1 0 0,1 1 0,0-1 0,0 0 0,0 0 0,-1 0 0,1 1 0,0-1 0,-1 0 0,1 0 0,-1 0 0,1 0 0,0-2 0,0-3 0,0-1 0,0 1 0,0-1 0,-1 0 0,0-9 0,2-15 0,-2 31 0,0-1 0,0 1 0,0 0 0,0-1 0,0 1 0,0 0 0,0-1 0,0 1 0,0 0 0,0-1 0,1 1 0,-1 0 0,0 0 0,0-1 0,0 1 0,1 0 0,-1 0 0,0-1 0,0 1 0,1 0 0,-1 0 0,0-1 0,0 1 0,1 0 0,-1 0 0,0 0 0,1 0 0,-1 0 0,1-1 0,8 6 0,8 16 0,-15-18 0,10 13 0,0-1 0,1-1 0,1 0 0,22 18 0,-26-24 0,1 0 0,0-1 0,0-1 0,1 0 0,0 0 0,0-1 0,21 6 0,-29-10 0,-1 0 0,0 0 0,1-1 0,-1 1 0,1-1 0,-1 0 0,1 0 0,5-2 0,-7 2 0,-1 0 0,0-1 0,0 1 0,0-1 0,1 0 0,-1 1 0,0-1 0,0 0 0,0 0 0,0 1 0,0-1 0,0 0 0,-1 0 0,1 0 0,0 0 0,0 0 0,-1-1 0,1 1 0,0 0 0,-1 0 0,1 0 0,-1-1 0,0 1 0,1 0 0,-1 0 0,0-2 0,1-3 0,0 1 0,-1 0 0,0-1 0,0 1 0,-1-1 0,1 1 0,-1 0 0,0-1 0,-3-7 0,-1-1 0,-1 1 0,-8-15 0,4 10 0,5 1 0,5 17 0,0-1 0,0 1 0,0 0 0,0 0 0,0-1 0,0 1 0,0 0 0,0 0 0,0-1 0,0 1 0,1 0 0,-1 0 0,0-1 0,0 1 0,0 0 0,0 0 0,0-1 0,1 1 0,-1 0 0,0 0 0,0 0 0,1-1 0,-1 1 0,0 0 0,0 0 0,1 0 0,-1 0 0,0 0 0,0 0 0,1 0 0,-1-1 0,0 1 0,0 0 0,1 0 0,-1 0 0,0 0 0,1 0 0,-1 0 0,0 0 0,0 0 0,1 0 0,-1 1 0,0-1 0,0 0 0,1 0 0,-1 0 0,0 0 0,1 0 0,-1 0 0,0 1 0,0-1 0,0 0 0,1 0 0,16 8 0,-1 0 0,0 1 0,-1 1 0,18 14 0,-12-8 0,28 14 0,97 48 0,-130-69-1365,-2 0-5461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1.7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154 269 24575,'83'387'0,"-80"-375"0,-5-13 0,-8-22 0,5 12 0,-8-19 0,-89-202 0,84 185 0,2-1 0,3-1 0,-8-50 0,20 90 0,0 1 0,0-1 0,1 1 0,0-1 0,0 1 0,3-12 0,-3 17 0,1 1 0,0-1 0,0 0 0,0 0 0,0 1 0,1-1 0,-1 1 0,0-1 0,1 1 0,0 0 0,0-1 0,0 1 0,0 0 0,0 0 0,0 0 0,0 1 0,0-1 0,1 0 0,-1 1 0,1-1 0,5-1 0,-2 1 0,0 1 0,0 0 0,1 0 0,-1 0 0,0 1 0,1 0 0,-1 0 0,1 0 0,-1 1 0,0 0 0,1 0 0,-1 1 0,0 0 0,0 0 0,0 0 0,7 4 0,-4-1 0,0 0 0,0 0 0,-1 1 0,1 0 0,-1 0 0,0 1 0,-1 0 0,0 1 0,9 10 0,-14-15 0,0 0 0,0 1 0,0-1 0,-1 0 0,1 1 0,-1-1 0,0 1 0,0-1 0,0 1 0,0 0 0,-1-1 0,1 1 0,-1 0 0,0 6 0,-1-7 0,1-1 0,-1 1 0,1-1 0,-1 0 0,0 1 0,0-1 0,0 0 0,0 1 0,-1-1 0,1 0 0,-1 0 0,1 0 0,-1 0 0,0 0 0,0 0 0,0-1 0,0 1 0,0 0 0,0-1 0,0 0 0,0 1 0,-3 0 0,-9 4 0,0-1 0,-1-1 0,1 0 0,-1-1 0,-27 3 0,10-4 0,-54-3 0,66-2-1365,5 0-5461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2.1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24575,'1'3'0,"0"0"0,0 0 0,0 0 0,1-1 0,-1 1 0,1 0 0,-1-1 0,1 1 0,0-1 0,0 1 0,0-1 0,4 3 0,-1 1 0,3 2 0,6 8 0,1 0 0,25 20 0,-36-33 0,1 1 0,-1-1 0,1 0 0,0 0 0,0-1 0,1 0 0,-1 1 0,1-2 0,-1 1 0,1-1 0,-1 1 0,1-2 0,0 1 0,8 0 0,-12-2 0,1 1 0,-1 0 0,1-1 0,-1 0 0,0 1 0,1-1 0,-1 0 0,0 0 0,0 0 0,0 0 0,0-1 0,0 1 0,0 0 0,3-4 0,-2 2 0,0 0 0,0-1 0,-1 0 0,1 1 0,-1-1 0,0 0 0,3-6 0,-2-1 0,0 0 0,0 1 0,-1-1 0,0 0 0,0-19 0,-1 28 0,1-22 0,-2 24 0,0-1 0,0 1 0,0-1 0,0 1 0,0 0 0,0-1 0,0 1 0,0 0 0,0-1 0,0 1 0,0 0 0,1-1 0,-1 1 0,0 0 0,0-1 0,0 1 0,0 0 0,1-1 0,-1 1 0,0 0 0,0 0 0,1-1 0,-1 1 0,0 0 0,1 0 0,-1 0 0,0-1 0,1 1 0,-1 0 0,0 0 0,1 0 0,-1 0 0,0 0 0,1 0 0,-1 0 0,0-1 0,1 1 0,-1 0 0,0 0 0,1 0 0,-1 0 0,0 1 0,1-1 0,-1 0 0,1 0 0,-1 0 0,0 0 0,1 0 0,-1 0 0,0 0 0,1 1 0,-1-1 0,0 0 0,0 0 0,1 1 0,6 5-151,0 1-1,0 0 0,-1 0 0,1 1 1,-2-1-1,1 1 0,-1 1 1,4 9-1,-3-5-6674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2.7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196 582 24575,'3'-44'0,"-4"-68"0,-1 85 0,-2 1 0,-1 0 0,-14-46 0,-2 16 0,-3 2 0,-55-93 0,78 146 0,1 0 0,-1-1 0,0 1 0,0 0 0,1 0 0,-1 0 0,0 0 0,0 0 0,0 0 0,0 0 0,0 1 0,0-1 0,0 0 0,0 0 0,-1 1 0,1-1 0,0 1 0,-2-1 0,2 1 0,1 0 0,-1 0 0,0 0 0,0 1 0,1-1 0,-1 0 0,0 1 0,0-1 0,1 1 0,-1-1 0,0 1 0,1-1 0,-1 1 0,1-1 0,-1 1 0,1-1 0,-1 1 0,1 0 0,-1-1 0,1 1 0,-1 0 0,1 0 0,0-1 0,0 1 0,-1 0 0,1 0 0,0-1 0,0 1 0,0 0 0,0 1 0,-3 11 0,0 1 0,2-1 0,-1 1 0,2 21 0,9 54 0,-5-69 0,1 1 0,0-1 0,2 0 0,0-1 0,1 1 0,1-1 0,1-1 0,0 0 0,2 0 0,0-1 0,1-1 0,0 0 0,1 0 0,23 17 0,-3-3-455,1-2 0,65 39 0,-86-59-6371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3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0 24575,'-2'2'0,"0"0"0,0-1 0,0 1 0,0 0 0,0 0 0,0 0 0,0 0 0,1 0 0,-1 1 0,1-1 0,0 0 0,-1 1 0,1-1 0,0 1 0,-1 3 0,1-1 0,1 0 0,-1-1 0,1 1 0,0-1 0,0 1 0,0 0 0,1-1 0,1 8 0,2-1 0,-1 1 0,2 0 0,0-1 0,0 0 0,1 0 0,7 10 0,-12-19 0,17 25 0,2 0 0,33 36 0,-52-62 0,0-1 0,0 1 0,0 0 0,0 0 0,0 0 0,-1 0 0,1 0 0,0 0 0,0 1 0,-1-1 0,1 0 0,-1 0 0,1 0 0,-1 1 0,1-1 0,-1 0 0,0 0 0,0 1 0,0-1 0,1 0 0,-1 1 0,-1 1 0,1-2 0,-1 0 0,0 0 0,1 0 0,-1 0 0,0 0 0,0 0 0,0 0 0,0 0 0,0 0 0,0-1 0,0 1 0,0 0 0,-1-1 0,1 1 0,0 0 0,0-1 0,0 0 0,-1 1 0,1-1 0,0 0 0,-1 1 0,-1-1 0,-1 0 0,0 1 0,-1-1 0,1 0 0,0 0 0,-5-1 0,7 1 0,1 0 0,0-1 0,0 1 0,0 0 0,0 0 0,-1-1 0,1 1 0,0 0 0,0-1 0,0 0 0,0 1 0,0-1 0,0 1 0,0-1 0,0 0 0,0 0 0,1 0 0,-1 1 0,0-1 0,0 0 0,1 0 0,-2-2 0,2 2 0,0 1 0,0-1 0,0 1 0,0 0 0,0-1 0,0 1 0,0-1 0,1 1 0,-1-1 0,0 1 0,0 0 0,0-1 0,1 1 0,-1-1 0,0 1 0,0 0 0,1-1 0,-1 1 0,0 0 0,1-1 0,-1 1 0,0 0 0,1 0 0,-1-1 0,1 1 0,-1 0 0,0 0 0,1 0 0,-1 0 0,1-1 0,-1 1 0,1 0 0,-1 0 0,0 0 0,2 0 0,17-3 0,-18 3 0,117-9 0,-101 8 0,-1-2 0,1 0 0,-1 0 0,0-2 0,20-7 0,-33 11 0,0-1 0,0 1 0,0-1 0,0 0 0,0 0 0,0 0 0,0 0 0,-1-1 0,1 1 0,-1-1 0,0 1 0,1-1 0,-1 0 0,0 0 0,-1 0 0,1 0 0,-1 0 0,1 0 0,-1 0 0,0-1 0,0 1 0,0-1 0,0 1 0,-1 0 0,0-1 0,1 1 0,-1-1 0,-1 1 0,1-1 0,0 1 0,-2-7 0,0 5 0,0 0 0,0 0 0,0 0 0,0 0 0,-1 0 0,0 0 0,0 1 0,0 0 0,-1-1 0,-5-4 0,8 7 0,-1 1 0,0-1 0,0 1 0,1 0 0,-1 0 0,0-1 0,0 1 0,0 1 0,0-1 0,0 0 0,-1 0 0,-2 0 0,4 1 0,-1 0 0,1 0 0,0 0 0,-1 0 0,1 1 0,-1-1 0,1 0 0,0 1 0,0-1 0,-1 1 0,1-1 0,0 1 0,0 0 0,-1-1 0,1 1 0,0 0 0,0 0 0,0 0 0,0 0 0,0 0 0,-1 2 0,0 0 0,0 0 0,0 0 0,1 0 0,-1 0 0,1 0 0,-1 0 0,1 0 0,0 1 0,1-1 0,-1 0 0,0 1 0,1-1 0,0 0 0,0 1 0,0-1 0,0 1 0,1-1 0,-1 1 0,1-1 0,1 6 0,0-4 0,0 1 0,1-1 0,-1 1 0,1-1 0,0 0 0,0 0 0,1-1 0,-1 1 0,1 0 0,0-1 0,6 5 0,1-2 0,-1 0 0,1-1 0,0 0 0,0 0 0,1-2 0,0 1 0,0-1 0,21 3 0,4-1 0,61 3 0,-50-8-1365,-27-1-5461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4.7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136 195 24575,'6'14'0,"9"24"0,2-1 0,1 0 0,32 47 0,-48-82 0,-1 1 0,1 0 0,0-1 0,0 1 0,0 0 0,0-1 0,1 0 0,-1 1 0,1-1 0,-1 0 0,1 0 0,0 0 0,0-1 0,0 1 0,3 1 0,-5-3 0,-1 0 0,1 0 0,-1 0 0,0 0 0,1 0 0,-1 0 0,1 0 0,-1 0 0,1 0 0,-1 0 0,0 0 0,1-1 0,-1 1 0,1 0 0,-1 0 0,0 0 0,1-1 0,-1 1 0,0 0 0,1 0 0,-1-1 0,0 1 0,1 0 0,-1 0 0,0-1 0,0 1 0,1 0 0,-1-1 0,0 1 0,0-1 0,1 1 0,-1 0 0,0-1 0,0 1 0,0-1 0,0 1 0,0 0 0,0-1 0,0 1 0,0-1 0,0 1 0,0-1 0,0 1 0,0 0 0,0-1 0,0 0 0,-6-21 0,1 10 0,-1 0 0,0 0 0,-1 1 0,-1 0 0,0 1 0,-15-17 0,-64-52 0,38 36 0,17 15 0,15 14 0,-23-24 0,58 43 0,33 15 0,1-2 0,66 14 0,-97-28 0,0-1 0,0 0 0,1-2 0,-1-1 0,1 0 0,-1-1 0,0-2 0,38-8 0,-53 9 0,0 0 0,0 0 0,0 0 0,-1-1 0,1 0 0,-1 0 0,0-1 0,0 1 0,0-1 0,5-5 0,-8 7 0,-1 0 0,1 0 0,0 0 0,-1 0 0,0 0 0,1 0 0,-1-1 0,0 1 0,0 0 0,-1-1 0,1 1 0,0-1 0,-1 1 0,1-1 0,-1 1 0,0-1 0,0 0 0,0 1 0,0-1 0,0 1 0,-1-1 0,1 1 0,-1-1 0,0 1 0,1-1 0,-3-2 0,0-1 0,0 1 0,0 0 0,-1 0 0,1 0 0,-1 0 0,-1 1 0,1 0 0,-1 0 0,1 0 0,-1 0 0,0 1 0,0-1 0,-1 1 0,1 1 0,-1-1 0,1 1 0,-1 0 0,0 0 0,0 1 0,0-1 0,0 1 0,0 1 0,0-1 0,0 1 0,0 0 0,0 1 0,-1-1 0,-9 3 0,12-2 0,1 0 0,0 1 0,0-1 0,0 1 0,0 0 0,0-1 0,1 1 0,-1 1 0,1-1 0,-1 0 0,1 0 0,-1 1 0,1 0 0,0-1 0,0 1 0,1 0 0,-1 0 0,0 0 0,1 0 0,0 0 0,0 0 0,0 0 0,0 1 0,0-1 0,0 7 0,1-5 0,-1 1 0,1 0 0,1-1 0,-1 1 0,1-1 0,0 1 0,0-1 0,1 1 0,-1-1 0,1 1 0,1-1 0,-1 0 0,1 0 0,5 8 0,2-1 0,0-1 0,1 0 0,0-1 0,1-1 0,0 0 0,1 0 0,16 8 0,6 1 0,58 21 0,-78-34 0,0 0 0,0-1 0,0-1 0,1 0 0,-1-2 0,1 1 0,-1-2 0,1 0 0,0-1 0,-1 0 0,20-5 0,-19 0-1365,-4 0-5461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5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 0 24575,'-6'5'0,"1"0"0,-1 0 0,1 0 0,0 1 0,1 0 0,0-1 0,0 2 0,0-1 0,-5 12 0,7-14 0,1 0 0,0 0 0,0 1 0,0-1 0,1 1 0,0-1 0,-1 0 0,1 1 0,1-1 0,-1 1 0,1-1 0,0 0 0,0 1 0,0-1 0,0 0 0,1 0 0,2 5 0,3 3 0,0-1 0,0-1 0,1 1 0,1-1 0,0-1 0,16 15 0,-12-14 0,-2 2 0,0-1 0,15 21 0,-25-31 0,-1-1 0,0 1 0,1-1 0,-1 1 0,0-1 0,1 1 0,-1-1 0,0 1 0,1 0 0,-1-1 0,0 1 0,0-1 0,0 1 0,0 0 0,0-1 0,0 1 0,0-1 0,0 1 0,0 0 0,0-1 0,0 1 0,0 0 0,0-1 0,0 1 0,0-1 0,-1 1 0,1 0 0,0 0 0,-1 0 0,0-1 0,0 1 0,0 0 0,0-1 0,0 1 0,0-1 0,0 1 0,0-1 0,0 0 0,0 1 0,0-1 0,0 0 0,0 0 0,-2 1 0,-4-1 0,-1 0 0,1 0 0,-13-2 0,-3-3 0,1 0 0,0-1 0,-31-13 0,51 18-151,-1 0-1,1 0 0,0 0 0,0-1 1,0 1-1,0-1 0,0 0 1,-2-2-1,-2-5-6674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5.5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172 284 24575,'10'69'0,"15"67"0,-95-297 0,37 101 0,-19-41 0,46 87 0,0 0 0,2 0 0,-1 0 0,2-1 0,-3-22 0,6 35 0,-1 0 0,1 0 0,0 0 0,0 0 0,0 0 0,0 0 0,0 0 0,0 0 0,1 0 0,-1 0 0,1 0 0,0 0 0,-1 0 0,1 0 0,0 0 0,0 0 0,0 0 0,0 1 0,0-1 0,1 0 0,-1 1 0,0-1 0,1 1 0,-1 0 0,1-1 0,0 1 0,-1 0 0,1 0 0,0 0 0,0 0 0,-1 0 0,1 0 0,0 1 0,0-1 0,0 0 0,0 1 0,0 0 0,0-1 0,0 1 0,3 0 0,10-1 0,0 1 0,0 0 0,0 1 0,-1 1 0,1 0 0,0 1 0,0 1 0,-1 0 0,0 1 0,0 0 0,0 1 0,-1 1 0,14 9 0,-22-14 0,-1 1 0,0 1 0,0-1 0,0 1 0,0-1 0,-1 1 0,1 0 0,-1 1 0,0-1 0,3 7 0,-5-9 0,0-1 0,0 1 0,0 0 0,-1 0 0,1 0 0,-1 0 0,1 0 0,-1 0 0,0 0 0,0 0 0,0 0 0,0 0 0,0 0 0,0 1 0,0-1 0,-1 0 0,1 0 0,-1-1 0,0 1 0,1 0 0,-1 0 0,0 0 0,0 0 0,0 0 0,0-1 0,-1 1 0,1-1 0,0 1 0,-2 1 0,-2 1 0,0 0 0,-1 0 0,1-1 0,-1 0 0,1 0 0,-1 0 0,0-1 0,0 1 0,0-1 0,0-1 0,-1 1 0,-9 0 0,-9 0 0,-49-3 0,39 0 0,23 1-118,5 0-21,-1 0 1,0 0-1,1-1 1,-1 1-1,1-2 1,-1 1-1,1-1 1,-11-4-1,8 0-6687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6.4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323 161 24575,'-3'0'0,"-32"0"0,0 1 0,-41 7 0,57-5 0,1-1 0,-1 0 0,0-2 0,-23-1 0,39 0 0,0 1 0,1-1 0,-1 1 0,1-1 0,-1 0 0,1 0 0,-1 0 0,1 0 0,0-1 0,0 1 0,-1-1 0,1 1 0,0-1 0,0 0 0,0 1 0,1-1 0,-1 0 0,0-1 0,1 1 0,-1 0 0,1 0 0,0-1 0,0 1 0,0 0 0,0-1 0,-1-3 0,1 2 0,0 0 0,0 0 0,1 0 0,-1-1 0,1 1 0,0 0 0,0 0 0,1-1 0,-1 1 0,1 0 0,0 0 0,0 0 0,0-1 0,1 1 0,2-5 0,-1 4 0,0 1 0,0 0 0,0 0 0,0 0 0,1 1 0,-1-1 0,1 1 0,0 0 0,0 0 0,1 0 0,-1 0 0,8-3 0,-9 5 0,0-1 0,1 1 0,-1 0 0,0 0 0,1 1 0,-1-1 0,1 1 0,-1-1 0,1 1 0,-1 0 0,1 0 0,-1 1 0,1-1 0,-1 1 0,1 0 0,-1 0 0,0 0 0,1 0 0,2 2 0,60 41 0,-8-5 0,-31-21 0,0 1 0,35 34 0,-43-36 0,-19-16 0,1-1 0,-1 1 0,0-1 0,1 0 0,-1 1 0,1-1 0,-1 0 0,1 1 0,-1-1 0,1 0 0,-1 1 0,1-1 0,0 0 0,-1 0 0,1 0 0,-1 1 0,1-1 0,0 0 0,-1 0 0,1 0 0,-1 0 0,2 0 0,-2-1 0,1 1 0,-1 0 0,1-1 0,-1 1 0,0-1 0,1 1 0,-1 0 0,0-1 0,1 1 0,-1-1 0,0 1 0,1-1 0,-1 1 0,0-1 0,0 1 0,0-1 0,0 1 0,0-1 0,1 1 0,-1-2 0,0-4 0,0-1 0,0 0 0,-1-9 0,0 8 0,0-13 0,0-2 0,2-26 0,-1 48 0,0 0 0,0 0 0,0 0 0,0 0 0,0 0 0,0 0 0,1 0 0,-1 0 0,0 0 0,1 0 0,-1 0 0,1 0 0,-1 0 0,1 0 0,-1 1 0,1-1 0,0 0 0,-1 0 0,1 0 0,0 1 0,0-1 0,-1 0 0,2 0 0,0 1 0,-1-1 0,0 1 0,0 0 0,1 0 0,-1 0 0,0 0 0,1 0 0,-1 0 0,0 0 0,0 0 0,1 1 0,-1-1 0,0 0 0,0 1 0,0-1 0,2 2 0,6 2 0,-1 2 0,1-1 0,13 13 0,-17-13 0,19 14 0,45 34 0,-60-46 0,1-1 0,0-1 0,1 0 0,0 0 0,15 4 0,-25-8-50,1-1-1,-1 0 1,0 1-1,0-1 0,0 1 1,0-1-1,0 1 1,0-1-1,0 1 1,0 0-1,0-1 0,0 1 1,0 0-1,0 0 1,0 0-1,-1 0 1,1 0-1,0 0 0,-1 0 1,1 0-1,-1 0 1,1 0-1,-1 0 1,1 0-1,-1 0 1,1 2-1,0 6-6775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6.8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21 24575,'-14'-5'0,"-1"0"0,-18-3 0,27 7 0,0 1 0,0-1 0,-1 1 0,1 0 0,0 0 0,-1 0 0,-11 4 0,16-4 0,0 1 0,-1 0 0,1 0 0,0 0 0,0 0 0,0 0 0,0 1 0,0-1 0,1 1 0,-1-1 0,0 1 0,1 0 0,-1-1 0,1 1 0,-1 0 0,1 0 0,0 0 0,0 0 0,0 0 0,0 1 0,0-1 0,0 0 0,1 0 0,-1 1 0,1-1 0,-1 0 0,1 1 0,0-1 0,0 0 0,1 5 0,-1-1 0,1 0 0,0 0 0,0 0 0,0 0 0,1 0 0,0-1 0,0 1 0,0-1 0,1 1 0,6 9 0,-2-7 0,1 0 0,-1-1 0,2 1 0,-1-2 0,1 1 0,14 8 0,20 14 0,-42-28 0,0-1 0,-1 1 0,1-1 0,0 1 0,0-1 0,-1 1 0,1 0 0,0-1 0,-1 1 0,1 0 0,-1 0 0,1-1 0,-1 1 0,1 0 0,-1 0 0,0 0 0,1 0 0,-1-1 0,0 1 0,1 0 0,-1 0 0,0 0 0,0 1 0,0-1 0,-1 0 0,1 0 0,-1-1 0,1 1 0,-1-1 0,0 1 0,1 0 0,-1-1 0,0 1 0,1-1 0,-1 1 0,0-1 0,1 0 0,-1 1 0,0-1 0,0 0 0,0 1 0,1-1 0,-3 0 0,-6 2 0,-1-1 0,1 0 0,-12 0 0,20-1 0,-22 0-1365,3 0-5461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7.5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62 228 24575,'15'-17'0,"0"0"0,-1-1 0,0-1 0,-2 0 0,17-35 0,-27 51 0,-1 0 0,0 0 0,1-1 0,-1 1 0,-1-1 0,1 1 0,-1-1 0,1 1 0,-1-1 0,0 1 0,0-1 0,-1-6 0,0 8 0,1 0 0,-1 1 0,0-1 0,0 0 0,0 1 0,0-1 0,0 1 0,0-1 0,0 1 0,0-1 0,-1 1 0,1 0 0,0 0 0,-1 0 0,1-1 0,-1 1 0,0 1 0,1-1 0,-1 0 0,0 0 0,1 1 0,-1-1 0,0 0 0,0 1 0,-3-1 0,0 1 0,1-1 0,-1 1 0,1 0 0,-1 0 0,0 0 0,1 0 0,-1 1 0,1 0 0,-1 0 0,1 0 0,-1 1 0,1-1 0,0 1 0,-1 0 0,1 0 0,0 1 0,0-1 0,1 1 0,-1 0 0,0 0 0,1 0 0,0 0 0,0 1 0,0-1 0,0 1 0,0 0 0,1 0 0,0 0 0,0 0 0,-3 7 0,3-5 0,0-1 0,0 1 0,1-1 0,-1 1 0,1-1 0,1 1 0,-1 0 0,1 0 0,0-1 0,0 1 0,1 0 0,0 0 0,0-1 0,0 1 0,1-1 0,-1 1 0,1-1 0,1 0 0,-1 1 0,1-1 0,0 0 0,0-1 0,0 1 0,7 7 0,4 1 0,0-1 0,1 0 0,0-2 0,1 1 0,1-2 0,31 15 0,-33-19 0,0 0 0,0 0 0,0-1 0,0-1 0,0-1 0,1 0 0,-1-1 0,28-1 0,-10-6-1365,-19 2-5461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8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37 24575,'2'-20'0,"-2"19"0,0 0 0,0 0 0,0 0 0,0 0 0,0 0 0,1 0 0,-1 0 0,0 0 0,1 0 0,-1 1 0,1-1 0,-1 0 0,1 0 0,-1 0 0,1 1 0,0-1 0,0-1 0,0 3 0,0 1 0,0-1 0,0 0 0,-1 0 0,1 1 0,0-1 0,-1 1 0,1-1 0,-1 0 0,0 1 0,1 1 0,-1-1 0,98 390 0,-79-313 0,2 31 0,-21-110 0,0 1 0,0-1 0,0 0 0,0 1 0,0-1 0,0 0 0,0 0 0,0 1 0,1-1 0,-1 0 0,0 1 0,0-1 0,0 0 0,0 0 0,0 1 0,1-1 0,-1 0 0,0 0 0,0 1 0,1-1 0,-1 0 0,0 0 0,0 0 0,1 1 0,-1-1 0,0 0 0,0 0 0,1 0 0,-1 0 0,0 0 0,1 0 0,-1 0 0,0 1 0,1-1 0,-1 0 0,0 0 0,1 0 0,-1 0 0,1-1 0,0 0 0,1 1 0,-1-1 0,0 0 0,0 1 0,-1-1 0,1 0 0,0 0 0,0 0 0,1-2 0,21-33 0,-20 31 0,8-16 0,-7 12 0,1-1 0,1 1 0,0 0 0,0 1 0,10-12 0,-14 19 0,0-1 0,0 0 0,0 1 0,0-1 0,0 1 0,0 0 0,1 0 0,-1 0 0,0 0 0,1 0 0,-1 0 0,1 1 0,-1-1 0,0 1 0,1-1 0,0 1 0,-1 0 0,1 0 0,-1 0 0,1 0 0,-1 1 0,1-1 0,-1 1 0,0 0 0,1-1 0,-1 1 0,1 0 0,1 2 0,13 6 0,-1 1 0,-1 0 0,0 2 0,18 16 0,5 4 0,-33-28-98,27 24 328,-30-27-329,-1 1-1,1 0 0,0-1 0,-1 1 0,0 0 0,1 0 1,-1 0-1,0 0 0,0 0 0,0 1 0,-1-1 0,1 0 1,0 0-1,0 5 0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9.1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226 50 24575,'-6'-3'0,"-17"-9"0,-37-13 0,53 23 0,0 0 0,0 0 0,1 1 0,-1 0 0,0 0 0,0 0 0,0 1 0,0 0 0,0 1 0,-13 2 0,17-3 0,1 1 0,-1 0 0,1 0 0,-1 0 0,1 1 0,-1-1 0,1 1 0,0-1 0,0 1 0,0 0 0,0-1 0,0 1 0,0 0 0,0 0 0,1 1 0,-1-1 0,1 0 0,-1 1 0,1-1 0,0 0 0,0 1 0,0 0 0,0-1 0,0 1 0,1-1 0,-1 1 0,1 0 0,0 0 0,0 5 0,0-1 0,0 0 0,1 1 0,0-1 0,1 0 0,-1 0 0,2 1 0,-1-2 0,1 1 0,0 0 0,4 7 0,9 13 0,1 0 0,-1 2 0,-1 0 0,21 56 0,-8 25 0,-23-86 0,8 27 0,-12-49 0,0 0 0,0 0 0,0 0 0,0 0 0,1 0 0,-1 0 0,1 0 0,-1 0 0,1 0 0,0-1 0,0 1 0,0-1 0,-1 0 0,1 1 0,1-1 0,-1 0 0,0 0 0,0 0 0,3 0 0,5 2 0,1 0 0,20 2 0,-31-5 0,22 2-526,24-1-1,-43-1 215,10 0-6514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2:59.6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24575,'3'4'0,"0"1"0,0-1 0,0 1 0,2 6 0,1 3 0,22 47 0,-26-56 0,1 0 0,0 0 0,1-1 0,-1 1 0,1-1 0,0 1 0,0-1 0,10 7 0,-13-10 0,0-1 0,0 1 0,0 0 0,1 0 0,-1-1 0,0 1 0,1-1 0,-1 1 0,1-1 0,-1 0 0,1 0 0,-1 1 0,0-1 0,1 0 0,-1 0 0,1 0 0,-1 0 0,1-1 0,2 0 0,-3 1 0,1-1 0,0 0 0,0 0 0,-1-1 0,1 1 0,0 0 0,-1 0 0,1-1 0,-1 1 0,0-1 0,1 1 0,1-4 0,2-5 0,0 0 0,-1 0 0,0 0 0,3-15 0,-3 12 0,-4 13 0,0-1 0,1 0 0,-1 0 0,0 0 0,1 0 0,-1 0 0,0 0 0,1 1 0,-1-1 0,1 0 0,-1 0 0,1 0 0,-1 1 0,1-1 0,0 0 0,-1 1 0,1-1 0,0 1 0,0-1 0,-1 1 0,1-1 0,0 1 0,1-1 0,-1 1 0,0 0 0,1 0 0,-1 1 0,0-1 0,0 0 0,0 1 0,0-1 0,0 1 0,0-1 0,0 1 0,-1 0 0,1-1 0,0 1 0,0 0 0,0 0 0,-1 0 0,1 0 0,0-1 0,-1 1 0,2 1 0,70 105-1365,-64-94-5461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0.2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 24575,'8'-2'0,"1"1"0,-1 1 0,0 0 0,0 0 0,0 0 0,0 1 0,0 0 0,0 1 0,0 0 0,0 0 0,0 1 0,0 0 0,-1 0 0,0 1 0,1-1 0,-1 2 0,-1-1 0,1 1 0,-1 0 0,1 0 0,7 10 0,1 1 0,-7-9 0,-1 0 0,12 16 0,-17-19 0,0-1 0,0 1 0,0-1 0,-1 1 0,0 0 0,1 0 0,-1 0 0,0 0 0,-1 0 0,1 8 0,0 55 0,-2-42 0,1 1 0,2-1 0,0 1 0,2-1 0,6 25 0,7-3 0,1-2 0,28 48 0,-31-64 0,-14-27 0,0-1 0,-1 1 0,1 0 0,0 0 0,0 0 0,-1 0 0,1 0 0,-1 0 0,0 0 0,0 0 0,0 0 0,0 0 0,0 0 0,0 0 0,0 0 0,0 0 0,-1 2 0,0-2 0,0-1 0,0 0 0,0 1 0,0-1 0,0 0 0,0 0 0,0 0 0,0 1 0,0-1 0,-1 0 0,1-1 0,0 1 0,-1 0 0,1 0 0,-1-1 0,1 1 0,-1 0 0,1-1 0,-1 1 0,1-1 0,-1 0 0,-2 0 0,-15 2-5,-1 0-1,-32-3 1,17-1-1344,19 2-5477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1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24575,'5'13'0,"5"6"0,2 3 0,-1-1 0,1 0 0,1-2 0,-2-1 0,-1-4 0,1-2 0,-1-1 0,-1-1 0,2-3 0,-2-5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1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24575,'5'3'0,"2"2"0,-1 5 0,-1 1 0,-1 0-8191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2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30 24575,'2'-5'0,"-1"-4"0,-4-1 0,-3 4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2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79 24575,'0'4'0,"1"0"0,0-1 0,0 1 0,0-1 0,1 1 0,-1-1 0,1 0 0,0 1 0,0-1 0,0 0 0,0 0 0,1 0 0,2 2 0,2 2 0,0 1 0,1-1 0,0-1 0,10 7 0,-18-12 0,1-1 0,0 1 0,-1-1 0,1 1 0,-1-1 0,1 0 0,0 1 0,-1-1 0,1 0 0,0 1 0,0-1 0,-1 0 0,1 0 0,0 0 0,-1 0 0,1 1 0,0-1 0,0 0 0,-1 0 0,1 0 0,0-1 0,0 1 0,-1 0 0,1 0 0,0 0 0,0 0 0,-1-1 0,1 1 0,0 0 0,-1-1 0,1 1 0,0-1 0,-1 1 0,1 0 0,0-2 0,1-1 0,-1 0 0,1 0 0,-1 0 0,0 0 0,0 0 0,0 0 0,0-4 0,2-1 0,-1-4 0,0-1 0,-1 1 0,0 0 0,-1-13 0,2-14 0,-3 38 0,1 0 0,0 0 0,1 1 0,-1-1 0,0 0 0,0 0 0,0 0 0,0 0 0,1 1 0,-1-1 0,0 0 0,1 0 0,-1 0 0,1 1 0,-1-1 0,1 0 0,-1 1 0,1-1 0,-1 0 0,1 1 0,0-1 0,-1 1 0,2-2 0,-1 2 0,0 0 0,0 0 0,0-1 0,0 1 0,1 0 0,-1 0 0,0 0 0,0 1 0,0-1 0,0 0 0,0 0 0,0 0 0,0 1 0,0-1 0,0 1 0,1 0 0,6 3 0,-1 1 0,0-1 0,11 12 0,-15-14 0,20 18 0,1 0 0,1-2 0,1-1 0,41 22 0,-55-34-1365,-3 1-5461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5.2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24575,'7'22'0,"3"13"0,3 6 0,0 0 0,2 1 0,0-2 0,0-2 0,0 0 0,0-2 0,0-2 0,0-2 0,0-3 0,-2-2 0,-2-3 0,1-3 0,0-3 0,-2-4-8191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5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327 16 24575,'-28'-2'0,"-14"-2"0,-2 1 0,4 1 0,5 0 0,5 1 0,5 0 0,3 1 0,4 0 0,2 0 0,1 0 0,3 3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5.7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177 278 24575,'0'1'0,"0"0"0,-1 0 0,1 0 0,-1 0 0,0-1 0,1 1 0,-1 0 0,0 0 0,0 0 0,1-1 0,-1 1 0,0 0 0,0-1 0,0 1 0,0-1 0,0 1 0,0-1 0,0 1 0,0-1 0,0 0 0,0 1 0,0-1 0,-1 0 0,-1 0 0,1 0 0,0 0 0,0-1 0,0 1 0,-1-1 0,1 1 0,0-1 0,0 0 0,0 0 0,-3-2 0,-3-1 0,0-2 0,1 1 0,0-1 0,-10-10 0,9 6 0,0 0 0,1 0 0,0 0 0,1-1 0,0 0 0,-7-17 0,7 11 0,0-1 0,1 0 0,-5-31 0,10 47 6,0-1 0,0 1-1,0 0 1,0 0 0,0-1-1,0 1 1,0 0 0,1 0 0,-1-1-1,1 1 1,-1 0 0,1 0-1,0 0 1,0 0 0,0 0-1,0 0 1,0 0 0,1 0 0,-1 0-1,3-2 1,-3 3-61,1 0 0,-1 0 0,1 0 0,-1 0 0,1 1 0,0-1 0,-1 0 0,1 1 0,0-1 0,0 1 0,-1 0 0,1 0 0,0-1 0,0 1 0,-1 0 0,1 0 0,0 1 0,0-1 0,-1 0 0,1 0 0,0 1 0,0-1 0,-1 1 0,1 0 0,0 0 0,1 0 0,8 5-6771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6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240 59 24575,'-22'-10'0,"-66"-27"0,79 34 0,0 1 0,1 0 0,-2 0 0,1 1 0,0 0 0,0 0 0,0 1 0,-10 2 0,16-2 0,1 0 0,0 0 0,0 1 0,0-1 0,0 1 0,0 0 0,0 0 0,1-1 0,-1 1 0,0 0 0,0 1 0,0-1 0,1 0 0,-3 2 0,3-2 0,1 1 0,-1-1 0,0 0 0,0 0 0,0 1 0,1-1 0,-1 0 0,1 1 0,-1-1 0,1 1 0,0-1 0,-1 1 0,1-1 0,0 1 0,0 2 0,0-1 0,1 1 0,0 0 0,0-1 0,0 1 0,0-1 0,0 0 0,1 1 0,-1-1 0,1 0 0,0 0 0,0 0 0,0 0 0,1 0 0,4 5 0,1-2 0,0 0 0,0-1 0,0 1 0,1-2 0,-1 1 0,1-1 0,1 0 0,-1-1 0,0 0 0,1-1 0,-1 0 0,1 0 0,0-1 0,0 0 0,10-1 0,-17 0 0,-1 0 0,1-1 0,-1 1 0,1-1 0,-1 1 0,0-1 0,1 0 0,-1 0 0,0 0 0,0 0 0,1-1 0,-1 1 0,0-1 0,0 1 0,-1-1 0,1 0 0,0 1 0,0-1 0,-1 0 0,1 0 0,-1 0 0,0 0 0,0-1 0,0 1 0,2-3 0,-2 1 0,0 0 0,0 0 0,0 0 0,0 0 0,-1 0 0,0 0 0,1 0 0,-2 0 0,1 0 0,0 0 0,-1 0 0,1 0 0,-1 0 0,-3-6 0,8 18-124,-1 0 0,1 0 0,1 0 0,-1 0 0,1 0 0,1-1-1,-1 0 1,1 0 0,1-1 0,12 11 0,-8-11-6702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6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128 420 24575,'-19'6'0,"-27"14"0,40-17 0,0 0 0,1 0 0,-1 1 0,1 0 0,0 0 0,1 0 0,-1 1 0,-7 8 0,11-12 0,0 1 0,0-1 0,0 1 0,0-1 0,1 1 0,-1 0 0,0-1 0,1 1 0,-1 0 0,1-1 0,0 1 0,-1 0 0,1 0 0,0-1 0,0 1 0,0 0 0,0 0 0,1-1 0,-1 1 0,1 2 0,0-1 0,0-1 0,1 1 0,-1 0 0,1-1 0,-1 1 0,1-1 0,0 1 0,0-1 0,0 0 0,5 4 0,0-1 0,0 0 0,1 0 0,-1-1 0,1 0 0,0-1 0,0 1 0,12 2 0,-11-4 0,0 0 0,0-1 0,0 0 0,1 0 0,-1-1 0,0 0 0,0-1 0,0 0 0,13-3 0,-18 3 0,0 0 0,0-1 0,0 1 0,-1-1 0,1 0 0,0 0 0,-1 0 0,0 0 0,1-1 0,-1 0 0,0 1 0,0-1 0,0 0 0,-1 0 0,1-1 0,-1 1 0,0 0 0,0-1 0,0 0 0,0 1 0,-1-1 0,1 0 0,1-5 0,-2-1 0,1 0 0,-1 1 0,-1-1 0,0 0 0,0 1 0,-1-1 0,-3-15 0,-21-68 0,18 69 0,-7-17 0,-32-63 0,18 44 0,24 51 0,-6-14 0,-1 0 0,-17-25 0,28 47 0,0 1 0,0 0 0,0-1 0,-1 1 0,1 0 0,0-1 0,0 1 0,-1 0 0,1 0 0,0-1 0,0 1 0,-1 0 0,1 0 0,0 0 0,-1-1 0,1 1 0,0 0 0,-1 0 0,1 0 0,0 0 0,-1 0 0,1-1 0,0 1 0,-1 0 0,-4 7 0,2 15 0,3-22 0,-1 36 0,1 0 0,2 0 0,2 0 0,1 0 0,2-1 0,1 1 0,2-2 0,1 1 0,2-2 0,32 64 0,-38-87 0,0 0 0,0 0 0,1-1 0,0 0 0,1 0 0,0-1 0,0 0 0,14 9 0,-18-13 0,1-1 0,-1 1 0,1-2 0,0 1 0,-1-1 0,1 1 0,0-2 0,1 1 0,-1-1 0,0 1 0,0-2 0,1 1 0,-1-1 0,0 0 0,0 0 0,1-1 0,11-2 0,-14 1 0,0 1 0,0-1 0,0 0 0,0 0 0,0 0 0,0-1 0,-1 0 0,0 1 0,1-1 0,-1 0 0,0 0 0,0-1 0,-1 1 0,1-1 0,3-6 0,1-3 0,-1 0 0,-1-1 0,5-16 0,-9 26 0,-1 4 0,0 0 0,0 0 0,0 0 0,0 0 0,0 0 0,0 0 0,0 0 0,0 0 0,0-1 0,0 1 0,0 0 0,1 0 0,-1 0 0,0 0 0,0 0 0,0 0 0,0 0 0,0 0 0,0 0 0,0 0 0,0 0 0,0 0 0,0 0 0,0 0 0,0 0 0,0-1 0,0 1 0,0 0 0,0 0 0,1 0 0,-1 0 0,0 0 0,0 0 0,0 0 0,0 0 0,0 0 0,0 0 0,0 0 0,0 0 0,0 0 0,0 0 0,0 0 0,1 0 0,-1 0 0,0 0 0,0 0 0,0 0 0,0 0 0,0 1 0,0-1 0,0 0 0,4 5 0,3 9 0,-7-13 0,7 14 60,15 26 0,-20-37-184,1 0 0,0-1 1,0 1-1,0-1 0,0 1 0,0-1 1,1 0-1,-1 0 0,1 0 0,0-1 1,5 3-1,0-2-6702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7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24575,'2'-5'0,"2"1"0,-1 4 0,-1 4 0,0 4 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7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24575,'10'77'0,"20"76"0,30 71 0,-46-172 0,-13-52 0,-1 1 0,0 0 0,0-1 0,1 1 0,-1 0 0,0 0 0,0-1 0,0 1 0,0 0 0,0 0 0,0-1 0,0 1 0,0 0 0,0 0 0,0-1 0,-1 2 0,1-2 0,0 0 0,-1 0 0,1 0 0,0 0 0,0 0 0,-1 0 0,1 0 0,0 0 0,-1 0 0,1 0 0,0 0 0,0-1 0,-1 1 0,1 0 0,0 0 0,-1 0 0,1 0 0,0 0 0,0-1 0,-1 1 0,1 0 0,0 0 0,0 0 0,0-1 0,-1 1 0,1 0 0,-20-24 0,16 20 0,-2-4 0,-1-1 0,1 1 0,-7-14 0,12 19 0,0 0 0,-1 0 0,1 0 0,0 1 0,0-1 0,1 0 0,-1 0 0,1 0 0,-1-1 0,1 1 0,0 0 0,0 0 0,0 0 0,1 0 0,-1 0 0,2-4 0,-1 5 0,0 0 0,0 0 0,0 0 0,1 0 0,-1 0 0,1 0 0,0 0 0,-1 1 0,1-1 0,0 1 0,0-1 0,0 1 0,0 0 0,0 0 0,1 0 0,-1 0 0,0 0 0,0 0 0,1 0 0,-1 1 0,0-1 0,1 1 0,4 0 0,2-1 0,0 1 0,-1 0 0,1 0 0,0 1 0,10 3 0,32 9 0,0 4 0,-2 1 0,68 35 0,-112-50 0,0-1 0,0 1 0,-1 0 0,8 7 0,-12-10 0,1 1 0,-1-1 0,1 1 0,-1-1 0,0 1 0,1-1 0,-1 1 0,0-1 0,1 1 0,-1-1 0,0 1 0,0-1 0,1 1 0,-1-1 0,0 1 0,0 0 0,0-1 0,0 1 0,0-1 0,0 1 0,0 0 0,0 0 0,-1 0 0,1-1 0,-1 1 0,1 0 0,-1-1 0,0 1 0,1-1 0,-1 1 0,0-1 0,1 0 0,-1 1 0,0-1 0,1 0 0,-1 1 0,0-1 0,0 0 0,1 0 0,-1 1 0,0-1 0,0 0 0,-1 0 0,-3 0-124,0 0 0,0 0 0,0 0 0,0 0 0,0-1 0,0 0-1,0 0 1,0-1 0,1 1 0,-7-3 0,-3-3-6702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7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24575,'2'3'0,"-1"3"0,-1 3 0,-1 2 0,0 3 0,1-2-8191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8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71 24575,'2'10'0,"-1"-1"0,-1 0 0,0 1 0,0-1 0,-1 1 0,0-1 0,-4 15 0,4-19 0,-1-1 0,1 1 0,-1-1 0,0 0 0,0 1 0,-1-1 0,0 0 0,1 0 0,-1-1 0,-1 1 0,1-1 0,0 1 0,-1-1 0,0 0 0,1 0 0,-8 3 0,6-2 0,-1-2 0,1 1 0,-1-1 0,0 0 0,0 0 0,1 0 0,-9 0 0,12-2 0,-1 0 0,1 0 0,-1 0 0,1 0 0,-1 0 0,1-1 0,-1 1 0,1-1 0,-1 0 0,1 1 0,-1-1 0,1 0 0,0-1 0,0 1 0,0 0 0,-1-1 0,1 1 0,0-1 0,-3-3 0,1-1 0,0 0 0,0 0 0,0 0 0,1 0 0,0-1 0,0 0 0,1 1 0,0-1 0,0 0 0,0 0 0,1 0 0,0-1 0,1 1 0,-1 0 0,1 0 0,2-12 0,-1 13 0,0 0 0,0 0 0,1 0 0,-1 0 0,1 0 0,1 0 0,-1 1 0,1-1 0,3-5 0,-3 8 0,-1 0 0,0 0 0,1 0 0,0 0 0,0 1 0,0-1 0,0 1 0,0 0 0,0 0 0,0 0 0,1 0 0,-1 0 0,1 1 0,7-3 0,-7 4 6,0-1 0,-1 1 0,1 0 0,0 0 0,0 0 0,-1 1 0,1-1 0,0 1 0,-1 0 0,1 0 0,0 0 0,-1 0 0,1 1 0,-1-1 0,0 1 0,1 0 0,-1 0 0,0 1 0,4 2 0,3 4-303,-1 0 0,0 1 0,0 0 0,8 12 0,-8-8-6529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8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26 24575,'-19'-11'0,"13"8"0,19 11 0,24 14 0,1-2 0,58 23 0,-96-43 0,1 0 0,-1 0 0,1 1 0,-1-1 0,1 0 0,0 0 0,-1 0 0,1 0 0,-1 0 0,1 0 0,-1 0 0,1 0 0,-1 0 0,1 0 0,-1 0 0,1-1 0,-1 1 0,1 0 0,-1 0 0,1 0 0,-1-1 0,1 1 0,-1 0 0,1-1 0,-1 1 0,1 0 0,-1-1 0,0 1 0,1 0 0,-1-1 0,0 1 0,1-1 0,-1 1 0,0-1 0,0 1 0,1-1 0,-1 1 0,0-1 0,0 0 0,5-26 0,-4 16 0,0 6 0,0 0 0,0 0 0,1 0 0,0 0 0,0 1 0,5-10 0,-7 13 0,1 0 0,0 0 0,0 0 0,-1 0 0,1 0 0,0 0 0,0 0 0,0 1 0,0-1 0,0 0 0,0 0 0,0 1 0,0-1 0,1 1 0,-1-1 0,0 1 0,0-1 0,0 1 0,1 0 0,-1 0 0,0-1 0,0 1 0,1 0 0,-1 0 0,0 0 0,0 0 0,1 1 0,-1-1 0,0 0 0,0 0 0,1 1 0,-1-1 0,2 2 0,7 3 18,-1 1 1,1 0-1,-1 1 0,0 0 0,-1 0 0,9 10 1,-5-5-766,23 17 1,-24-22-6080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09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122 496 24575,'-10'0'0,"-1"0"0,1 1 0,0 1 0,0 0 0,0 0 0,-14 6 0,21-7 0,0 0 0,1 0 0,0 1 0,-1-1 0,1 1 0,0-1 0,-1 1 0,1 0 0,0 0 0,0 0 0,0 0 0,-2 4 0,3-4 0,1-1 0,-1 1 0,0 0 0,1 0 0,-1 0 0,1 0 0,-1 0 0,1 0 0,0 0 0,0 0 0,0 0 0,0 0 0,0 0 0,1 0 0,-1 0 0,1 0 0,-1 0 0,1 0 0,1 3 0,-1-2 0,1 0 0,0 0 0,0 0 0,0 0 0,0 0 0,0 0 0,0-1 0,1 1 0,-1-1 0,1 1 0,0-1 0,0 0 0,0 0 0,0 0 0,0 0 0,0-1 0,5 3 0,-6-4 0,0 1 0,0-1 0,0 1 0,0-1 0,0 0 0,0 0 0,0 0 0,0 0 0,0 0 0,0 0 0,0-1 0,0 1 0,0 0 0,0-1 0,0 0 0,-1 1 0,1-1 0,0 0 0,0 0 0,-1 0 0,1 0 0,0 0 0,-1-1 0,1 1 0,-1 0 0,0-1 0,1 1 0,-1-1 0,0 0 0,0 1 0,0-1 0,1-2 0,5-11 0,-6 12 0,0 0 0,0 0 0,0 0 0,1 0 0,0 0 0,0 0 0,3-4 0,-5 7 0,0 0 0,1 0 0,-1 0 0,1 0 0,-1 0 0,0 0 0,1 0 0,-1 0 0,1 0 0,-1 0 0,1 0 0,-1 0 0,0 0 0,1 0 0,-1 0 0,1 0 0,-1 0 0,0 1 0,1-1 0,-1 0 0,0 0 0,1 0 0,-1 1 0,0-1 0,1 0 0,-1 1 0,0-1 0,1 0 0,-1 1 0,0-1 0,0 0 0,0 1 0,1-1 0,-1 1 0,11 15 0,-9-13 0,3 5 0,0 0 0,0-1 0,1 1 0,1-1 0,10 10 0,-13-14 0,0-1 0,0 1 0,0 0 0,0-1 0,1 0 0,-1 0 0,1-1 0,-1 1 0,1-1 0,0 0 0,-1 0 0,10 0 0,-6 0 0,-1-1 0,0 0 0,0-1 0,0 1 0,0-1 0,13-4 0,-17 4 0,0-1 0,0 1 0,0-1 0,0 1 0,0-1 0,0 0 0,-1 0 0,1-1 0,-1 1 0,1 0 0,-1-1 0,0 1 0,0-1 0,0 0 0,0 0 0,2-4 0,1-6 0,0 1 0,-1-1 0,0 1 0,-1-1 0,-1 0 0,2-21 0,-3-83 0,-3 71 0,1-24 0,-4-1 0,-14-68 0,18 133 0,-6-25 0,6 29 0,1 1 0,-1 0 0,1-1 0,-1 1 0,1-1 0,-1 1 0,0 0 0,1 0 0,-1-1 0,0 1 0,0 0 0,0 0 0,0 0 0,0 0 0,0 0 0,-3-1 0,4 2 0,-1 0 0,0 0 0,0 0 0,1 0 0,-1 0 0,0 0 0,1 0 0,-1 0 0,0 0 0,1 1 0,-1-1 0,0 0 0,1 0 0,-1 1 0,0-1 0,1 1 0,-1-1 0,1 0 0,-1 1 0,1-1 0,-1 1 0,1 0 0,-1-1 0,1 1 0,-1-1 0,1 1 0,0-1 0,-1 1 0,1 0 0,-1 1 0,-9 24 0,9-24 0,-6 21 0,0 1 0,2-1 0,1 1 0,1-1 0,1 1 0,1 0 0,1 0 0,1 0 0,6 38 0,-4-51 8,1 0-1,0-1 1,0 1-1,1-1 1,0 0-1,1 0 1,0-1-1,0 0 1,1 0-1,1 0 1,-1-1-1,1 0 1,1 0-1,-1-1 1,11 6-1,13 8-378,1-1-1,1-3 1,37 15 0,-57-26-6455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0.1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24575,'11'60'0,"4"-1"0,37 100 0,-40-132 0,18 27 0,-6-10 0,-20-31 0,-4-13 0,0 0 0,0 1 0,0-1 0,0 0 0,0 0 0,0 0 0,-1 0 0,1 0 0,0 0 0,0 0 0,0 0 0,0 1 0,-1-1 0,1 0 0,0 0 0,0 0 0,0 0 0,0 0 0,-1 0 0,1 0 0,0 0 0,0 0 0,0 0 0,0 0 0,-1 0 0,1 0 0,0 0 0,0 0 0,0 0 0,0 0 0,-1 0 0,1-1 0,0 1 0,0 0 0,0 0 0,-1 0 0,-2-2 0,0 1 0,1-1 0,-1 0 0,0 0 0,-3-4 0,-6-7-1365,2 1-5461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0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78 24575,'10'-9'0,"1"0"0,0 1 0,0 0 0,1 1 0,0 0 0,0 1 0,18-7 0,-22 10 0,1 1 0,-1 0 0,0 1 0,1 0 0,-1 0 0,1 1 0,-1 0 0,1 0 0,0 1 0,-1 0 0,0 1 0,1 0 0,8 3 0,3 3 0,0 0 0,-1 2 0,0 0 0,0 2 0,-1 0 0,19 16 0,1 6 0,51 56 0,-77-77 0,0 1 0,-1 0 0,17 31 0,-25-40 0,0 0 0,-1 1 0,0 0 0,0-1 0,0 1 0,-1 0 0,1 0 0,-2 0 0,1 0 0,0 0 0,-1 0 0,0 0 0,-1 0 0,1 0 0,-3 9 0,1-10 0,-1 0 0,1 0 0,0 0 0,-1-1 0,0 0 0,0 1 0,-1-1 0,1 0 0,-1 0 0,0-1 0,0 1 0,0-1 0,0 0 0,-6 3 0,-2 1 0,0 0 0,0-1 0,-1-1 0,-17 5 0,8-6-46,0 0 0,0-1 0,0-2-1,0 0 1,-27-3 0,13 1-1042,23 1-5738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0.9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267 38 24575,'-4'-1'0,"-12"-7"0,-1 1 0,1 1 0,-1 1 0,-18-4 0,30 9 0,0-1 0,0 1 0,0 0 0,0 0 0,0 0 0,0 1 0,0-1 0,-6 3 0,8-2 0,0 0 0,0 1 0,0-1 0,0 1 0,0 0 0,0-1 0,1 1 0,-1 0 0,1 1 0,0-1 0,-1 0 0,1 1 0,0-1 0,-2 4 0,1-1 0,0 0 0,1 0 0,-1 0 0,1 0 0,0 1 0,0-1 0,0 1 0,1-1 0,0 1 0,0 0 0,0-1 0,1 1 0,0 0 0,1 8 0,0-7 0,1-1 0,-1 1 0,1-1 0,1 0 0,-1 0 0,1 0 0,0 0 0,0 0 0,1-1 0,0 1 0,0-1 0,7 7 0,28 25 0,61 45 0,-20-18 0,-75-59 0,0-1 0,0 1 0,-1-1 0,0 1 0,0 0 0,5 8 0,-8-12 0,-1 0 0,1 1 0,-1-1 0,1 0 0,-1 0 0,0 0 0,1 0 0,-1 0 0,0 1 0,0-1 0,0 0 0,0 0 0,0 0 0,0 1 0,0-1 0,0 0 0,0 0 0,-1 0 0,1 1 0,0-1 0,-1 0 0,1 0 0,-1 0 0,1 0 0,-1 0 0,0 0 0,1 0 0,-1 0 0,0 0 0,0 0 0,0 0 0,0-1 0,0 1 0,1 0 0,-1 0 0,-1-1 0,1 1 0,0-1 0,0 1 0,0-1 0,-2 1 0,-9 4 0,1-2 0,-1 1 0,0-1 0,0-1 0,0 0 0,0-1 0,0 0 0,-1-1 0,-15-2 0,-11-2 0,-59-15 0,58 8-1365,25 6-5461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1.5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117 299 24575,'2'29'0,"0"-1"0,2 1 0,2-1 0,0 0 0,2-1 0,1 1 0,24 50 0,-27-68 0,-6-16 0,-9-20 0,-131-284 0,132 296 0,1-1 0,1 1 0,1-1 0,0 0 0,1-1 0,-3-18 0,6 29 0,1 0 0,0 0 0,0 0 0,0 0 0,1 0 0,0 0 0,0 0 0,0 0 0,0 0 0,3-5 0,-2 6 0,0 1 0,0 0 0,0-1 0,1 1 0,-1 0 0,1 0 0,0 0 0,0 1 0,0-1 0,0 1 0,0-1 0,0 1 0,1 0 0,5-2 0,-2 1 0,1 0 0,0 1 0,0 0 0,0 0 0,0 1 0,0 0 0,9 0 0,58 4 0,-74-3 0,7 1 0,-1 0 0,0 1 0,0-1 0,0 1 0,0 1 0,0 0 0,0 0 0,0 0 0,-1 0 0,0 1 0,1 0 0,5 6 0,-10-8 0,0 0 0,1 0 0,-1 0 0,0 0 0,-1 0 0,1 1 0,0-1 0,-1 1 0,1-1 0,-1 1 0,0 0 0,1 0 0,-1-1 0,-1 1 0,1 0 0,0 0 0,-1 0 0,1 0 0,-1 0 0,0 0 0,0 0 0,0 0 0,-1 0 0,1 0 0,-1 0 0,1 0 0,-1 0 0,0-1 0,0 1 0,0 0 0,-1 0 0,-1 2 0,-3 4 10,0 0 0,-1 0 0,0-1 0,-1 0 0,1-1 0,-2 0 0,1 0 0,-1 0 0,0-1 0,0-1 0,-12 7 0,-3-2-381,-1 0-1,1-1 1,-38 8 0,28-10-6455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8.1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 24575,'-9'23'0,"5"5"0,1 1 0,1 0 0,4 56 0,-1-67 0,0 5 0,5 27 0,33 128 90,7 47-1545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18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54 24575,'0'-3'0,"0"-1"0,0 1 0,0-1 0,0 1 0,1 0 0,-1-1 0,1 1 0,0-1 0,0 1 0,0 0 0,1-1 0,-1 1 0,3-4 0,-4 7 0,1 0 0,-1-1 0,1 1 0,-1 0 0,1 0 0,-1-1 0,0 1 0,1 0 0,-1 0 0,1 0 0,0-1 0,-1 1 0,1 0 0,-1 0 0,1 0 0,-1 0 0,1 0 0,-1 0 0,1 0 0,-1 0 0,1 1 0,-1-1 0,1 0 0,-1 0 0,1 0 0,-1 0 0,1 1 0,-1-1 0,1 0 0,-1 0 0,1 1 0,-1-1 0,0 0 0,1 1 0,15 15 0,-14-14 0,40 49 0,-16-20 0,52 52 0,-74-80 0,8 8 0,-11-9 0,-8-6 0,-36-21 0,-71-59 0,112 82 0,1 1 0,-1-1 0,0 1 0,0 0 0,0-1 0,0 1 0,-1 0 0,1 0 0,0 0 0,0 1 0,-1-1 0,1 0 0,-4 1 0,4 0 0,1 0 0,-1 0 0,1 1 0,0-1 0,-1 1 0,1-1 0,0 1 0,-1-1 0,1 1 0,0 0 0,0 0 0,0 0 0,-1 0 0,1-1 0,0 2 0,0-1 0,0 0 0,1 0 0,-1 0 0,0 0 0,0 0 0,1 1 0,-2 1 0,-4 11 44,-9 27 1,11-30-336,0 1 0,0-1 0,-1 0 1,-7 10-1,4-8-6535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1.5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217 26 24575,'-12'-5'0,"-5"0"0,1 0 0,-20-4 0,32 9 0,0-1 0,0 1 0,0-1 0,1 1 0,-1 0 0,0 1 0,0-1 0,0 1 0,0-1 0,0 1 0,1 0 0,-1 1 0,0-1 0,1 0 0,-5 4 0,4-3 0,1 1 0,0 0 0,0 0 0,0 0 0,0 1 0,1-1 0,-1 1 0,1 0 0,-2 3 0,-15 40 0,7-16 0,10-27 0,1-1 0,-1 2 0,1-1 0,0 0 0,0 0 0,0 0 0,1 1 0,0-1 0,-1 0 0,1 0 0,1 1 0,0 7 0,0-9 0,0 0 0,0 0 0,0 0 0,1 0 0,-1 0 0,1-1 0,0 1 0,-1 0 0,1-1 0,0 0 0,0 1 0,1-1 0,-1 0 0,0 0 0,1 0 0,-1 0 0,1 0 0,4 1 0,11 5-6,0-1 0,1-1 0,-1-1 0,2 0 0,23 1 0,8 4-1323,-36-7-5497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2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76 24575,'0'-1'0,"0"0"0,0 0 0,0 1 0,0-1 0,0 0 0,0 0 0,0 0 0,1 1 0,-1-1 0,0 0 0,0 0 0,1 0 0,-1 1 0,1-1 0,-1 0 0,0 1 0,1-1 0,-1 0 0,1 1 0,0-1 0,-1 1 0,1-1 0,0 1 0,0-1 0,0 0 0,1 0 0,-1 1 0,1 0 0,-1-1 0,1 1 0,0 0 0,-1 0 0,1 0 0,-1 0 0,1 0 0,2 0 0,3 2 0,0-1 0,0 1 0,0 0 0,8 5 0,-19-9 0,-17-7 0,20 8 0,0 1 0,0 0 0,0 0 0,0 0 0,0 0 0,0 0 0,0 0 0,-1 0 0,1 1 0,0-1 0,0 0 0,0 0 0,0 1 0,0-1 0,0 1 0,0-1 0,0 1 0,0-1 0,0 1 0,1 0 0,-1-1 0,-1 2 0,-1 2 0,0-1 0,1 1 0,-1 0 0,1 0 0,0-1 0,0 1 0,1 0 0,-1 1 0,1-1 0,0 0 0,-1 7 0,2-9 0,-1 1 0,1-1 0,0 0 0,0 0 0,0 1 0,0-1 0,0 0 0,1 0 0,-1 0 0,1 1 0,-1-1 0,1 0 0,0 0 0,0 0 0,0 0 0,0 0 0,0 0 0,0 0 0,1 0 0,-1-1 0,1 1 0,-1 0 0,4 2 0,2 0 0,-1-1 0,1 1 0,0-1 0,1-1 0,-1 1 0,0-1 0,1-1 0,12 2 0,-8-2 0,-1 0 0,1-1 0,0-1 0,0 0 0,11-3 0,-20 4 0,1-1 0,-1 0 0,0 0 0,0 0 0,0 0 0,0 0 0,0-1 0,-1 1 0,1-1 0,0 0 0,-1 0 0,1 0 0,-1 0 0,1 0 0,-1-1 0,3-2 0,-4 2 0,0 1 0,0 0 0,0 0 0,-1-1 0,1 1 0,-1 0 0,1-1 0,-1 1 0,0-1 0,1 1 0,-1-1 0,0 1 0,-1 0 0,1-1 0,0 1 0,-1-1 0,0 1 0,1 0 0,-1-1 0,0 1 0,0 0 0,-2-3 0,-1-3-72,-1 1 1,0 0-1,-1-1 0,1 2 0,-1-1 0,-1 1 0,1 0 0,-1 0 1,0 0-1,-1 1 0,1 1 0,-1-1 0,0 1 0,0 0 0,0 1 1,-1 0-1,1 0 0,-16-2 0,8 2-6754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3.0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66 24575,'20'44'0,"10"18"0,-26-54 0,1-1 0,0 1 0,0-1 0,1-1 0,9 11 0,-14-18 0,-2-5 0,-4-5 0,-80-131 0,83 137 0,0 0 0,0 0 0,0 0 0,0 0 0,1 0 0,-1-9 0,2 13 0,-1 0 0,1 0 0,0 1 0,0-1 0,0 0 0,1 0 0,-1 0 0,0 0 0,0 0 0,0 0 0,1 0 0,-1 0 0,0 0 0,1 1 0,-1-1 0,1 0 0,-1 0 0,1 0 0,0 0 0,0 1 0,0-1 0,0 1 0,0 0 0,-1-1 0,1 1 0,0 0 0,0 0 0,0-1 0,0 1 0,0 0 0,0 0 0,0 0 0,0 0 0,0 1 0,-1-1 0,1 0 0,0 0 0,0 0 0,0 1 0,0-1 0,0 0 0,0 1 0,28 14-1365,-16-8-5461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3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39 114 24575,'0'4'0,"-4"18"0,1 34 0,3-50 0,0 0 0,0-1 0,1 1 0,0 0 0,0 0 0,0 0 0,1-1 0,0 1 0,0-1 0,0 1 0,4 4 0,-6-9 0,0-1 0,0 1 0,1-1 0,-1 1 0,0-1 0,0 0 0,1 1 0,-1-1 0,0 1 0,1-1 0,-1 0 0,0 1 0,1-1 0,-1 0 0,1 1 0,-1-1 0,0 0 0,1 0 0,-1 0 0,1 1 0,-1-1 0,1 0 0,-1 0 0,1 0 0,-1 0 0,1 0 0,0 0 0,-1 0 0,1 0 0,-1-1 0,1 1 0,-1-1 0,1 1 0,-1-1 0,0 1 0,1-1 0,-1 1 0,0-1 0,1 1 0,-1-1 0,0 0 0,0 1 0,0-1 0,1 1 0,-1-2 0,3-29 0,-3 23 0,-1-1 0,0 0 0,0 0 0,-1 0 0,-5-16 0,-20-41 0,0 3 0,26 61 0,0-1 0,1 1 0,-1 0 0,1-1 0,0 1 0,-1-1 0,1 1 0,0 0 0,1-5 0,-1 7 0,0-1 0,0 1 0,1-1 0,-1 1 0,0-1 0,0 1 0,0-1 0,1 1 0,-1-1 0,0 1 0,1 0 0,-1-1 0,0 1 0,1-1 0,-1 1 0,0 0 0,1-1 0,-1 1 0,1 0 0,0-1 0,-1 1 0,1 0 0,0 0 0,0 0 0,0 0 0,0 0 0,0 0 0,0 0 0,-1 0 0,1 0 0,0 0 0,0 0 0,0 1 0,0-1 0,0 0 0,-1 0 0,2 1 0,8 4-417,0 1 0,13 9 0,-23-14 303,14 8-6712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3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2 232 24575,'13'-7'0,"51"-28"0,-58 32 0,-1-1 0,1 0 0,-1-1 0,0 1 0,0-1 0,-1 0 0,1 0 0,4-7 0,-7 9 0,-1 0 0,1 0 0,-1-1 0,0 1 0,0 0 0,0 0 0,0-1 0,0 1 0,-1-1 0,0 1 0,1 0 0,-1-1 0,0 1 0,-1-1 0,1 1 0,-1-1 0,1 1 0,-1 0 0,0-1 0,0 1 0,-1 0 0,1 0 0,-1 0 0,1 0 0,-4-5 0,1 4 0,0-1 0,1 1 0,-1 0 0,-1 0 0,1 0 0,-1 0 0,1 1 0,-1 0 0,0 0 0,0 0 0,-1 1 0,1-1 0,0 1 0,-9-2 0,13 4 0,-1 0 0,1 0 0,-1-1 0,1 1 0,-1 0 0,1 0 0,-1 0 0,1 0 0,-1 1 0,1-1 0,-1 0 0,1 1 0,-1-1 0,1 1 0,0-1 0,-1 1 0,1 0 0,0-1 0,-1 1 0,1 0 0,0 0 0,0 0 0,0 0 0,0 0 0,0 0 0,0 0 0,0 1 0,0-1 0,0 0 0,1 0 0,-1 1 0,0-1 0,1 0 0,-1 1 0,1-1 0,0 1 0,-1-1 0,1 2 0,-1 3 0,0-1 0,0 1 0,1-1 0,0 1 0,0-1 0,0 1 0,1-1 0,0 0 0,1 7 0,1-5 0,0-1 0,0 1 0,0-1 0,1 0 0,0 0 0,0 0 0,0 0 0,1-1 0,9 9 0,-1-3 0,1 0 0,27 17 0,-14-13-455,0-2 0,59 19 0,-77-29-6371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4.4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46 591 24575,'8'-59'0,"-3"0"0,-2 0 0,-3 0 0,-3 0 0,-2 0 0,-3 0 0,-22-84 0,29 138 0,1 3 0,0-1 0,-1 1 0,0-1 0,1 1 0,-1-1 0,0 1 0,0 0 0,0-1 0,0 1 0,-3-4 0,3 9 0,0-1 0,1 1 0,-1 0 0,1-1 0,0 1 0,-1-1 0,1 1 0,1 2 0,-1-4 0,0 35 0,2 0 0,2 0 0,1 0 0,1-1 0,17 50 0,-15-62 0,0-1 0,2 0 0,0-1 0,1 0 0,1-1 0,1 0 0,1-1 0,1 0 0,22 22 0,-7-17-1365,-17-15-5461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4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0 24575,'-1'1'0,"-16"2"0,-29 11 0,42-12 0,0-1 0,0 1 0,1 0 0,-1 0 0,1 0 0,-1 1 0,1-1 0,0 1 0,-1 0 0,2 0 0,-1 0 0,0 0 0,-2 4 0,4-5 0,0 0 0,0 0 0,1 0 0,-1 1 0,1-1 0,-1 0 0,1 0 0,0 0 0,0 0 0,0 1 0,0-1 0,0 0 0,0 0 0,1 0 0,-1 1 0,1-1 0,-1 0 0,1 0 0,0 0 0,0 0 0,0 0 0,0 0 0,0 0 0,1-1 0,-1 1 0,3 2 0,3 4 0,0 0 0,1-1 0,0 0 0,10 7 0,-15-12 0,0 0 0,1 0 0,-1 0 0,0 0 0,1 0 0,0-1 0,-1 0 0,1 0 0,0 0 0,-1 0 0,1 0 0,0-1 0,0 0 0,0 1 0,4-2 0,-5 1 0,-1-1 0,1 1 0,-1-1 0,0 0 0,1 0 0,-1 0 0,0 0 0,0 0 0,1 0 0,-1-1 0,0 1 0,0-1 0,-1 0 0,1 1 0,0-1 0,0 0 0,-1 0 0,1 0 0,-1 0 0,0 0 0,1 0 0,-1-1 0,0 1 0,1-3 0,0-3 0,-1 0 0,1 1 0,-1-1 0,0 0 0,-1 0 0,0 0 0,-1-8 0,3 25 17,-1 0 0,2-1 1,-1 1-1,1-1 0,0 0 0,7 13 0,-3-8-388,1 0-1,0 0 1,16 18 0,-11-17-6455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5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24575,'153'501'0,"-134"-457"0,-19-44 0,0 0 0,0 0 0,0 0 0,0 0 0,0 0 0,0 0 0,1 0 0,-1 0 0,0 0 0,0 0 0,0 1 0,0-1 0,0 0 0,0 0 0,0 0 0,0 0 0,0 0 0,0 0 0,0 0 0,0 0 0,0 1 0,0-1 0,0 0 0,0 0 0,0 0 0,0 0 0,0 0 0,0 0 0,0 0 0,0 0 0,0 1 0,0-1 0,0 0 0,0 0 0,0 0 0,0 0 0,0 0 0,0 0 0,0 0 0,-1 0 0,1 0 0,0 1 0,0-1 0,0 0 0,0 0 0,0 0 0,0 0 0,0 0 0,0 0 0,-1 0 0,-5-4 0,-7-7 0,7 4 0,1 0 0,-1 0 0,1 0 0,0-1 0,1 0 0,0 0 0,-6-15 0,9 21 0,1-1 0,-1 0 0,1 0 0,-1 0 0,1 0 0,0 1 0,0-1 0,0 0 0,0 0 0,1 0 0,-1 0 0,2-3 0,-2 4 0,1 0 0,0 0 0,1 0 0,-1 0 0,0 0 0,0 0 0,1 1 0,-1-1 0,1 0 0,0 1 0,-1-1 0,1 1 0,0 0 0,0 0 0,0-1 0,0 1 0,4-1 0,0 0 0,1 0 0,-1 0 0,1 1 0,-1 0 0,1 1 0,10-1 0,41 5 0,-52-3 0,1 0 0,0 1 0,-1 0 0,1 0 0,-1 1 0,0-1 0,0 1 0,0 1 0,0-1 0,-1 1 0,1 0 0,-1 0 0,0 1 0,0-1 0,0 1 0,-1 0 0,1 1 0,-1-1 0,-1 1 0,1-1 0,-1 1 0,0 0 0,0 1 0,-1-1 0,0 0 0,0 1 0,0-1 0,-1 1 0,0 0 0,0 7 0,-1-12-118,1-2 68,-1 0 0,0 1 1,0-1-1,0 1 0,0-1 0,0 1 0,0-1 0,0 1 0,0-1 0,0 1 0,0-1 1,0 1-1,0-1 0,-1 0 0,1 1 0,0-1 0,0 1 0,0-1 0,-1 0 0,1 1 1,0-1-1,0 1 0,-1-1 0,0 1 0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5.5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24575,'0'5'0,"0"4"0,0 6 0,0 5 0,0 4 0,0 1 0,0-2 0,0-4-8191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5.9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43 24575,'-1'6'0,"1"0"0,-1 0 0,-1-1 0,-2 9 0,-2 8 0,4-12 0,0-1 0,-1 1 0,0-1 0,0 0 0,-1 0 0,-9 16 0,11-22 0,0 0 0,0-1 0,0 1 0,0-1 0,-1 1 0,1-1 0,0 0 0,-1 0 0,0 0 0,0 0 0,1 0 0,-1-1 0,0 0 0,0 1 0,0-1 0,-1 0 0,1 0 0,0-1 0,0 1 0,0 0 0,-1-1 0,1 0 0,0 0 0,-5 0 0,3-1 0,-1 0 0,1-1 0,-1 1 0,1-1 0,0 0 0,0 0 0,0 0 0,0-1 0,0 0 0,0 0 0,0 0 0,1 0 0,0-1 0,0 0 0,0 0 0,-5-6 0,7 7 0,0 0 0,-1-1 0,1 1 0,1 0 0,-1-1 0,1 1 0,-1-1 0,1 0 0,0 1 0,0-1 0,0 0 0,1 0 0,0 0 0,-1 0 0,1 1 0,1-1 0,-1 0 0,0 0 0,1 0 0,0 0 0,0 1 0,0-1 0,0 0 0,4-5 0,-2 3 9,0 1-1,0 0 1,1 0-1,0 0 1,0 1 0,0-1-1,1 1 1,0 0-1,-1 0 1,1 0-1,1 1 1,-1 0-1,9-4 1,-11 5-74,1 1 1,0 0-1,-1 0 1,1 0-1,0 0 1,-1 0-1,1 1 0,0 0 1,0 0-1,0 0 1,-1 0-1,1 0 1,0 1-1,0 0 0,-1-1 1,1 2-1,0-1 1,-1 0-1,1 1 1,-1-1-1,0 1 1,6 4-1,2 3-6761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26.4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 24575,'0'4'0,"1"0"0,0 0 0,0 1 0,0-1 0,0 0 0,1 0 0,-1 0 0,1 0 0,0 0 0,3 3 0,2 4 0,1-1 0,10 12 0,-17-20 0,1 0 0,0-1 0,0 1 0,0 0 0,1-1 0,-1 1 0,0-1 0,0 1 0,1-1 0,-1 0 0,1 0 0,-1 0 0,6 1 0,-7-2 0,1 0 0,-1 0 0,0 0 0,0-1 0,1 1 0,-1 0 0,0 0 0,0-1 0,1 1 0,-1-1 0,0 1 0,0-1 0,0 1 0,0-1 0,0 0 0,0 1 0,0-1 0,0 0 0,0 0 0,0 0 0,0 0 0,0 0 0,-1 0 0,1 0 0,0 0 0,-1 0 0,1 0 0,-1 0 0,1-1 0,0-1 0,4-15 0,0-1 0,4-27 0,0-5 0,-9 49 0,1 1 0,-1-1 0,0 1 0,1-1 0,0 1 0,-1 0 0,1-1 0,0 1 0,-1 0 0,1-1 0,0 1 0,0 0 0,0 0 0,0 0 0,0 0 0,0 0 0,0 0 0,1 0 0,-1 0 0,0 0 0,3-1 0,-2 2 0,0-1 0,0 1 0,0 0 0,1-1 0,-1 1 0,0 0 0,0 1 0,0-1 0,0 0 0,1 1 0,-1-1 0,0 1 0,3 0 0,5 4 0,1 0 0,-1 1 0,0 0 0,12 10 0,11 12-37,-1 2-1,33 38 0,-27-28-1214,-26-26-5574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0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337 29 24575,'-26'-5'0,"-13"-3"0,-1 1 0,-42-1 0,77 8 0,0 0 0,1 1 0,-1-1 0,1 1 0,-1 1 0,1-1 0,-1 0 0,1 1 0,0 0 0,0 0 0,0 0 0,0 1 0,0-1 0,-5 6 0,-4 3 0,2 1 0,-18 21 0,25-28 0,2-2 0,-1 0 0,1 0 0,0 1 0,0-1 0,0 0 0,1 1 0,-1-1 0,1 1 0,0 0 0,-1-1 0,2 1 0,-1 0 0,0 5 0,1-7 0,0 0 0,0 1 0,1-1 0,-1 0 0,1 0 0,0 0 0,-1 1 0,1-1 0,0 0 0,0 0 0,0 0 0,1 0 0,-1 0 0,0-1 0,1 1 0,-1 0 0,1 0 0,0-1 0,-1 1 0,1-1 0,0 0 0,0 1 0,4 0 0,15 9 0,2-1 0,0-1 0,0-1 0,0-1 0,35 5 0,-54-11-91,0 0 0,0-1 0,0 0 0,0 0 0,0 0 0,0 0 0,-1-1 0,1 1 0,0-1 0,0 0 0,0 0 0,-1-1 0,1 1 0,3-3 0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1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1 118 24575,'13'33'0,"-9"-20"0,2 1 0,0-1 0,0 0 0,1 0 0,11 14 0,-17-26 0,-1-1 0,0 0 0,0 1 0,0-1 0,0 0 0,1 0 0,-1 1 0,0-1 0,0 0 0,1 0 0,-1 1 0,0-1 0,0 0 0,1 0 0,-1 0 0,0 1 0,1-1 0,-1 0 0,0 0 0,1 0 0,-1 0 0,0 0 0,1 0 0,-1 0 0,0 0 0,1 0 0,-1 0 0,0 0 0,1 0 0,-1 0 0,1 0 0,3-10 0,-5-16 0,-3 13 0,0 0 0,0 0 0,-2 0 0,1 1 0,-9-13 0,6 10 0,0-1 0,-7-20 0,15 34 0,-1 0 0,0-1 0,1 1 0,0-1 0,-1 1 0,1 0 0,0-1 0,0 1 0,1-1 0,-1 1 0,0 0 0,1-1 0,-1 1 0,1-1 0,1-2 0,-1 4 0,-1 0 0,1 0 0,0 0 0,0 0 0,0 0 0,-1 0 0,1 0 0,0 0 0,0 0 0,0 1 0,0-1 0,1 0 0,-1 1 0,0-1 0,0 0 0,0 1 0,0 0 0,1-1 0,-1 1 0,0 0 0,0-1 0,1 1 0,-1 0 0,0 0 0,1 0 0,-1 0 0,0 0 0,0 1 0,1-1 0,1 1 0,1 0-170,1 0-1,-1 1 0,1 0 1,-1 0-1,1 0 0,-1 0 1,6 5-1,0 1-6655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1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17 24575,'-1'0'0,"-23"0"0,-28 4 0,45-4 0,1 2 0,0-1 0,0 0 0,-1 1 0,1 0 0,1 1 0,-1-1 0,0 1 0,-8 6 0,12-8 0,0 1 0,1-1 0,-1 0 0,1 0 0,0 1 0,-1-1 0,1 1 0,0-1 0,0 1 0,0 0 0,0-1 0,0 1 0,0 0 0,1 0 0,-1 0 0,0 0 0,1-1 0,0 1 0,-1 4 0,1-3 0,1-1 0,-1 1 0,1-1 0,-1 1 0,1-1 0,0 1 0,0-1 0,0 0 0,0 1 0,0-1 0,1 0 0,-1 0 0,3 3 0,2 1 0,0 1 0,0-1 0,1-1 0,0 1 0,0-1 0,1 0 0,12 6 0,-10-6 0,1-1 0,0 0 0,0 0 0,0-1 0,0 0 0,0-1 0,1-1 0,-1 0 0,1 0 0,-1-1 0,1 0 0,-1-1 0,13-3 0,-21 4 0,-1-1 0,1 1 0,-1-1 0,0 0 0,1 0 0,-1 0 0,0 0 0,0-1 0,0 1 0,0 0 0,0-1 0,0 0 0,0 1 0,-1-1 0,1 0 0,0 0 0,-1 0 0,0 0 0,1 0 0,-1 0 0,1-3 0,-1 3 0,-1-1 0,1 0 0,-1 0 0,0 0 0,1 0 0,-1 1 0,-1-1 0,1 0 0,0 0 0,-1 0 0,1 1 0,-1-1 0,0 0 0,0 0 0,0 1 0,0-1 0,-4-4 0,1-1-68,-1 1 0,0 0-1,0 0 1,0 0 0,-1 1 0,0-1-1,-1 1 1,0 1 0,1-1 0,-2 1-1,1 1 1,0-1 0,-1 1 0,0 0-1,0 1 1,0 0 0,-1 0 0,1 1-1,-13-2 1,8 3-6758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2.1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10 24575,'-5'-9'0,"9"19"0,9 22 0,23 29 0,-6-13 0,-29-47 0,0 1 0,-1-1 0,1 0 0,0 0 0,-1 1 0,1-1 0,-1 0 0,1 1 0,-1-1 0,0 0 0,0 1 0,1-1 0,-1 0 0,0 1 0,0-1 0,0 1 0,-1-1 0,1 0 0,0 1 0,0-1 0,-1 1 0,0 1 0,0-2 0,0 1 0,0-1 0,-1 0 0,1 0 0,0 0 0,-1 0 0,1 0 0,-1 0 0,1 0 0,-1 0 0,1 0 0,-1-1 0,1 1 0,-1-1 0,-2 2 0,-6-1 0,1 0 0,0 0 0,-1-1 0,1 0 0,-14-1 0,17-1-59,1 1 0,0 0 0,-1-1 0,1 0 0,0 0 0,0-1 1,0 0-1,-8-6 0,6 5-776,-5-4-5991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2.6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16 24575,'-1'-2'0,"-1"1"0,0-1 0,0 1 0,0-1 0,0 1 0,0 0 0,0-1 0,0 1 0,0 0 0,-4 0 0,6 0 0,0 1 0,-1 0 0,1 0 0,0 0 0,0 0 0,-1 0 0,1 0 0,0 0 0,-1 0 0,1 0 0,0 0 0,0 0 0,-1 1 0,1-1 0,0 0 0,0 0 0,-1 0 0,1 0 0,0 0 0,0 0 0,-1 1 0,1-1 0,0 0 0,0 0 0,0 0 0,-1 1 0,1-1 0,0 0 0,0 0 0,0 1 0,-1-1 0,1 1 0,0 0 0,0 1 0,0-1 0,0 0 0,0 0 0,0 0 0,0 0 0,0 1 0,0-1 0,0 0 0,1 0 0,0 2 0,4 10 0,1-1 0,1 1 0,0-2 0,1 1 0,0-1 0,0 0 0,17 16 0,9 3 0,-25-23 0,-1 0 0,0 0 0,12 15 0,-19-21 0,0 0 0,0 0 0,-1 0 0,1 0 0,0 1 0,-1-1 0,1 0 0,-1 0 0,1 1 0,-1-1 0,1 0 0,-1 1 0,0-1 0,0 0 0,0 1 0,0-1 0,0 0 0,0 1 0,0-1 0,0 0 0,-1 3 0,0-2 0,0 0 0,0 0 0,0-1 0,0 1 0,-1 0 0,1-1 0,0 1 0,-1-1 0,1 0 0,-1 1 0,0-1 0,-3 2 0,-2 1 0,-1 0 0,0-1 0,0 0 0,0 0 0,-15 2 0,-68 8 0,77-10-1365,1-2-5461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2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24575,'17'-5'0,"9"-2"0,2 1 0,-1 0 0,-5 3-8191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3:33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14 24575,'-28'-3'0,"-11"0"0,-5 0 0,4 0 0,5 1 0,6 4 0,6 0 0,5 1 0,4 0-8191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0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964 382 24575,'3'0'0,"-2"0"0,-97-40 0,-41-18 0,-9-3-4534,12 6 4534,20 8 0,23 10-276,18 9 276,18 7-87,12 7 87,9 5 0,8 2 0,7 3-3294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2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3 24575,'-1'0'0,"1"0"0,0 0 0,0-1 0,0 1 0,0 0 0,0 0 0,-1 0 0,1 0 0,0 0 0,0-1 0,0 1 0,-1 0 0,1 0 0,0 0 0,0 0 0,0 0 0,-1 0 0,1 0 0,0 0 0,0 0 0,0-1 0,-1 1 0,1 0 0,0 0 0,0 0 0,-1 0 0,1 1 0,0-1 0,0 0 0,0 0 0,-1 0 0,1 0 0,0 0 0,0 0 0,-1 0 0,-3 9 0,4 12 0,3 2 0,1 0 0,1-1 0,1 1 0,12 27 0,-18-49 0,1 1 0,-1-1 0,1 0 0,0 0 0,-1 0 0,1 0 0,0 0 0,0 0 0,0 0 0,-1 0 0,1 0 0,0 0 0,0-1 0,0 1 0,1 0 0,0 0 0,-1-1 0,0 1 0,0-1 0,-1 0 0,1 0 0,0 0 0,0 0 0,0 0 0,0 0 0,-1 0 0,1 0 0,0 0 0,0-1 0,0 1 0,0 0 0,-1 0 0,1-1 0,0 1 0,1-1 0,1-1 0,-1 0 0,1-1 0,-1 1 0,0 0 0,1-1 0,-1 0 0,0 1 0,0-1 0,-1 0 0,1 0 0,1-3 0,2-8 0,0-1 0,3-20 0,4-13 0,-11 47 0,-1 0 0,0 0 0,0 0 0,1 0 0,-1 0 0,1 0 0,-1 0 0,1 0 0,-1 0 0,1 0 0,0 0 0,-1 1 0,1-1 0,0 0 0,0 0 0,0 1 0,-1-1 0,1 0 0,0 1 0,0-1 0,0 1 0,0-1 0,0 1 0,1-1 0,0 1 0,-1 0 0,1 0 0,0 1 0,-1-1 0,1 0 0,-1 0 0,1 1 0,0-1 0,-1 1 0,1 0 0,-1-1 0,0 1 0,1 0 0,1 1 0,6 5 0,-1 0 0,1 0 0,12 16 0,-17-18 0,1 0-86,4 6-127,1-1 0,-1 0-1,2-1 1,0 0 0,17 11 0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3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62 24575,'-3'-3'0,"-8"-8"0,-18-14 0,26 23 0,0 0 0,0 0 0,0 0 0,0 0 0,0 1 0,0-1 0,-1 1 0,1 0 0,-1 0 0,1 0 0,-1 0 0,-4 0 0,7 1 0,-1 0 0,1 0 0,0 1 0,-1-1 0,1 0 0,-1 1 0,1-1 0,0 1 0,0-1 0,-1 1 0,1 0 0,0 0 0,0-1 0,0 1 0,0 0 0,0 0 0,0 0 0,0 0 0,0 0 0,0 0 0,0 0 0,0 1 0,1-1 0,-1 0 0,1 0 0,-1 1 0,1-1 0,-1 0 0,1 1 0,-1-1 0,1 0 0,0 1 0,0-1 0,0 3 0,0 0 0,0 1 0,0-1 0,0 1 0,0-1 0,1 0 0,0 1 0,0-1 0,0 0 0,4 9 0,-1-6 0,0 0 0,1-1 0,0 1 0,0-1 0,1 0 0,0 0 0,0-1 0,0 0 0,1 0 0,11 7 0,-10-7 0,1-1 0,0 0 0,0 0 0,0-1 0,0 0 0,1 0 0,-1-1 0,17 1 0,-23-2 0,0-1 0,0 0 0,0 0 0,0 0 0,0-1 0,0 1 0,0 0 0,-1-1 0,1 0 0,0 0 0,0 0 0,-1 0 0,1 0 0,0-1 0,-1 1 0,1-1 0,-1 1 0,0-1 0,1 0 0,-1 0 0,0 0 0,0 0 0,0-1 0,-1 1 0,1 0 0,0-1 0,-1 1 0,0-1 0,1 0 0,-1 1 0,0-1 0,0 0 0,-1 0 0,1 0 0,-1 0 0,1 1 0,-1-1 0,0 0 0,0-3 0,0-2 0,0 1 0,0-1 0,-1 1 0,0 0 0,0 0 0,-1-1 0,0 1 0,-4-11 0,4 15 0,0 0 0,1 0 0,-1 0 0,0 0 0,0 1 0,0-1 0,-1 1 0,1 0 0,-1 0 0,1-1 0,-1 2 0,0-1 0,0 0 0,0 0 0,0 1 0,0 0 0,0 0 0,0-1 0,0 2 0,0-1 0,-6 0 0,1 0-143,0 1-1,0 0 1,0 0 0,1 1-1,-1 0 1,0 1-1,-10 3 1,16-5-75,-11 4-6608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5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 24575,'-50'3'0,"26"-2"0,-1 1 0,1 1 0,0 1 0,-30 9 0,50-12 0,0 1 0,1-1 0,-1 1 0,1 0 0,-1 0 0,1 0 0,0 0 0,0 0 0,-5 6 0,7-8 0,0 1 0,1 1 0,-1-1 0,1 0 0,-1 0 0,1 0 0,-1 0 0,1 0 0,-1 1 0,1-1 0,0 0 0,0 0 0,0 0 0,0 1 0,0-1 0,0 0 0,0 0 0,0 1 0,0-1 0,0 0 0,1 0 0,-1 0 0,0 1 0,1-1 0,-1 0 0,1 0 0,0 0 0,-1 0 0,1 0 0,0 0 0,-1 0 0,1 0 0,1 1 0,6 6 0,0 1 0,1-2 0,0 1 0,0-1 0,16 9 0,56 26 0,-68-36 0,17 7 0,35 9 0,-36-13 0,40 19 0,-68-28 0,1 1 0,-1 0 0,1 0 0,-1-1 0,0 1 0,0 0 0,1 0 0,-1 0 0,0 1 0,0-1 0,0 0 0,0 0 0,1 2 0,-2-3 0,0 1 0,0-1 0,0 0 0,0 1 0,0-1 0,0 0 0,0 1 0,0-1 0,0 0 0,0 0 0,0 1 0,0-1 0,0 0 0,0 1 0,0-1 0,0 0 0,0 1 0,0-1 0,0 0 0,0 0 0,-1 1 0,1-1 0,0 0 0,0 0 0,-1 1 0,-12 5 0,-4-3 0,-1-2 0,1 1 0,-1-2 0,-20-2 0,-4 0 0,29 2-116,-2 0 241,-24-2 0,36 1-240,0 1-1,0-1 1,-1 1 0,1-1-1,0 0 1,0-1 0,0 1 0,0 0-1,0-1 1,0 0 0,0 0-1,-5-4 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5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24575,'-3'0'0,"0"0"0,0 0 0,1 1 0,-1-1 0,0 1 0,0 0 0,1 0 0,-1 0 0,0 0 0,-4 3 0,7-4 0,-1 0 0,1 1 0,-1-1 0,1 0 0,0 1 0,-1-1 0,1 1 0,-1-1 0,1 0 0,0 1 0,0-1 0,-1 1 0,1-1 0,0 1 0,0-1 0,-1 1 0,1 0 0,0-1 0,0 1 0,0-1 0,0 1 0,0 0 0,0 0 0,1 1 0,-1-1 0,1 0 0,-1 0 0,1 0 0,-1 0 0,1 0 0,0 0 0,-1 0 0,1 0 0,0-1 0,0 1 0,0 0 0,-1 0 0,3 1 0,6 3 0,0 0 0,0-1 0,0 0 0,1 0 0,0-1 0,0 0 0,0-1 0,0 0 0,0 0 0,0-1 0,11 0 0,-14-2 0,0 1 0,0-1 0,0 0 0,0-1 0,0 0 0,-1 0 0,1 0 0,-1-1 0,1 0 0,-1 0 0,0 0 0,0-1 0,0 0 0,6-6 0,-12 10 0,1-1 0,-1 1 0,0 0 0,1-1 0,-1 1 0,1 0 0,-1 0 0,0-1 0,1 1 0,-1 0 0,1 0 0,-1-1 0,1 1 0,-1 0 0,1 0 0,-1 0 0,1 0 0,-1 0 0,1 0 0,-1 0 0,1 0 0,-1 0 0,1 0 0,-1 0 0,1 0 0,-1 0 0,1 0 0,-1 1 0,1-1 0,-1 0 0,1 0 0,-1 1 0,1-1 0,-1 0 0,0 0 0,1 1 0,-1-1 0,1 0 0,-1 1 0,0-1 0,1 1 0,-1-1 0,0 0 0,0 1 0,1-1 0,-1 1 0,0-1 0,0 1 0,0-1 0,1 1 0,-1 0 0,1 5 0,1-1 0,-1 1 0,1 11 0,-2-8 0,40 201 0,-20-111 0,-18-91 0,4 32 0,-6-38 0,0 0 0,0 0 0,0 0 0,0 0 0,0 0 0,-1 0 0,1 1 0,-1-1 0,1 0 0,-1 0 0,0 0 0,0 0 0,0-1 0,0 1 0,-1 2 0,1-3 0,-1 0 0,1 0 0,0 0 0,-1 0 0,1-1 0,-1 1 0,1 0 0,0-1 0,-1 1 0,0-1 0,1 0 0,-1 1 0,1-1 0,-1 0 0,1 0 0,-1 0 0,1 0 0,-1 0 0,0 0 0,1-1 0,-1 1 0,1-1 0,-1 1 0,-2-2 0,-4-1 0,0 0 0,-15-10 0,23 13 0,-21-12 30,1-2 0,1 0 0,-26-25 0,34 28-242,0-1 0,1 0 0,0 0-1,1-1 1,1 0 0,-10-20 0,11 17-6614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24575,'1'2'0,"0"0"0,0 1 0,0-1 0,1 1 0,-1-1 0,0 0 0,1 0 0,0 0 0,-1 0 0,5 3 0,0 2 0,3 4 0,1-1 0,0-1 0,0 0 0,1 0 0,0-1 0,23 13 0,-29-18 0,1 0 0,0 0 0,0 0 0,0-1 0,0 0 0,1 0 0,-1-1 0,1 0 0,-1 0 0,1 0 0,-1-1 0,1 0 0,-1 0 0,1-1 0,-1 0 0,11-2 0,-15 2 0,0 0 0,-1 0 0,1 0 0,0 0 0,0 0 0,-1 0 0,1 0 0,-1 0 0,1-1 0,-1 1 0,1-1 0,-1 1 0,0-1 0,0 1 0,0-1 0,0 0 0,0 1 0,0-1 0,0 0 0,-1 0 0,1 0 0,0 0 0,-1 0 0,0 0 0,1 0 0,-1 0 0,0 0 0,0 0 0,0-3 0,-1 0 0,0 0 0,0-1 0,0 1 0,0 0 0,-1 0 0,0 0 0,0 0 0,0 0 0,-6-8 0,4 8 0,3 7 0,6 11 0,-1-7 0,1 0 0,0-1 0,0 1 0,0-1 0,1 0 0,-1 0 0,1-1 0,9 6 0,-12-8 0,1-1 0,-1 1 0,0-1 0,0 0 0,1 0 0,-1 0 0,1 0 0,-1-1 0,0 0 0,1 1 0,-1-1 0,1 0 0,-1-1 0,1 1 0,-1-1 0,1 1 0,-1-1 0,1 0 0,-1 0 0,4-2 0,-1 0 0,-1-1 0,0 1 0,0-1 0,-1 0 0,1 0 0,-1-1 0,0 1 0,5-7 0,-4 5 0,1-1 0,-1 1 0,9-6 0,-12 11 0,0 0 0,-1 0 0,1 0 0,0 0 0,0 1 0,-1-1 0,1 0 0,0 1 0,0 0 0,0-1 0,0 1 0,0 0 0,0 0 0,0 0 0,-1 0 0,1 1 0,0-1 0,0 0 0,0 1 0,0-1 0,0 1 0,-1 0 0,1 0 0,0-1 0,-1 1 0,1 0 0,1 2 0,6 3 0,0 1 0,0 0 0,11 13 0,-9-10 0,2 3-682,17 22-1,-23-25-6143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24575,'13'13'0,"0"-1"0,1 0 0,1-2 0,0 1 0,18 8 0,-31-18 0,-1 0 0,1 0 0,0 0 0,0-1 0,0 1 0,0 0 0,0-1 0,0 1 0,0-1 0,0 0 0,0 0 0,1 0 0,-1 0 0,0 0 0,0 0 0,0-1 0,0 1 0,0 0 0,0-1 0,0 0 0,0 1 0,0-1 0,0 0 0,-1 0 0,1 0 0,0 0 0,0-1 0,-1 1 0,1 0 0,-1-1 0,1 1 0,1-4 0,3-3 0,-1 0 0,-1-1 0,1 0 0,-1 0 0,4-15 0,-4 14 0,-4 9 0,0 0 0,0 1 0,1-1 0,-1 0 0,0 1 0,1-1 0,-1 0 0,1 1 0,-1-1 0,1 0 0,-1 1 0,1-1 0,0 1 0,-1-1 0,1 1 0,0-1 0,-1 1 0,1 0 0,0-1 0,-1 1 0,1 0 0,0-1 0,0 1 0,-1 0 0,1 0 0,0 0 0,0 0 0,1 0 0,2 0 0,0 0 0,0 1 0,-1 0 0,8 2 0,7 1 0,-3-1-174,0 1 0,0 0 0,0 1 0,22 11 0,-30-13-321,5 3-6331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7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62 118 24575,'4'-12'0,"-1"-1"0,5-22 0,-7 32 0,-1 0 0,0 0 0,0 0 0,0 0 0,0 0 0,0 0 0,0 0 0,-1 0 0,0 0 0,0 0 0,1 0 0,-2 0 0,0-3 0,1 5 0,1 0 0,0 1 0,-1-1 0,1 0 0,-1 0 0,0 1 0,1-1 0,-1 0 0,0 1 0,1-1 0,-1 0 0,0 1 0,0-1 0,1 1 0,-1-1 0,0 1 0,0 0 0,0-1 0,0 1 0,0 0 0,0-1 0,0 1 0,0 0 0,1 0 0,-1 0 0,0 0 0,0 0 0,0 0 0,0 0 0,0 0 0,0 1 0,0-1 0,0 0 0,0 0 0,0 1 0,1-1 0,-1 1 0,0-1 0,0 1 0,0-1 0,-1 2 0,-1 0 0,1 0 0,-1 1 0,1-1 0,-1 1 0,1-1 0,0 1 0,0 0 0,0 0 0,0 0 0,-1 4 0,1-2 0,0 0 0,1 0 0,0 0 0,-1 0 0,2 0 0,-1 0 0,1 1 0,0-1 0,0 0 0,0 0 0,1 0 0,-1 1 0,1-1 0,1 0 0,-1 0 0,1 0 0,0 0 0,0-1 0,0 1 0,0 0 0,1-1 0,0 1 0,0-1 0,0 0 0,1 0 0,-1 0 0,1-1 0,0 1 0,0-1 0,0 0 0,7 4 0,-1-2 0,0 0 0,0-1 0,0 0 0,1 0 0,0-1 0,20 3 0,-12-4 0,-1-1 0,1-1 0,24-3 0,-40 3-105,1 0 0,-1-1 0,0 0 0,0 0 0,0 0 0,1 0 0,-1 0 0,0 0 0,-1-1 0,1 0 0,0 0 0,3-2 0,4-5-6721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7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24575,'10'27'0,"6"17"0,0 7 0,0 1 0,-1-3 0,-2-2 0,-1-5 0,0-3 0,0-2 0,1-4 0,-2-3 0,0-4 0,0-3 0,-1-4 0,-3-5-8191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8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232 129 24575,'-14'-4'0,"-1"1"0,0 0 0,0 1 0,0 1 0,0 0 0,0 1 0,0 1 0,0 0 0,-15 3 0,22-2 0,-23 4 0,30-6 0,-1 0 0,1 0 0,-1 0 0,1 0 0,0 0 0,-1 0 0,1 0 0,0-1 0,-1 1 0,1 0 0,0-1 0,-1 1 0,1-1 0,0 0 0,0 1 0,0-1 0,-3-1 0,4 1 0,0 1 0,0 0 0,-1 0 0,1 0 0,0-1 0,0 1 0,0 0 0,0-1 0,-1 1 0,1 0 0,0 0 0,0-1 0,0 1 0,0 0 0,0-1 0,0 1 0,0 0 0,-1-1 0,1 1 0,0 0 0,0 0 0,0-1 0,0 1 0,0 0 0,1-1 0,-1 1 0,0 0 0,0-1 0,0 1 0,0 0 0,0-1 0,11-6 0,13 2 0,-12 4 0,0 1 0,0 0 0,1 1 0,-2 0 0,1 0 0,0 2 0,0-1 0,0 2 0,-1-1 0,0 2 0,15 7 0,3 1 0,-1 3 0,0 0 0,32 26 0,-33-22 0,-19-15 0,-1 0 0,0 0 0,0 1 0,0 0 0,7 10 0,-23-29 0,-3-3 0,0 0 0,1-1 0,-14-31 0,18 31 0,-9-35 0,15 47 0,0 0 0,0 1 0,1-1 0,-1 0 0,1 0 0,0 0 0,1 0 0,-1 0 0,1 0 0,0 1 0,0-1 0,3-8 0,-2 11-114,-1-1 1,0 1-1,1 0 0,0 0 0,-1 0 1,1 0-1,0 1 0,0-1 0,0 0 1,0 1-1,5-3 0,3-1-6712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8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24575,'-2'3'0,"1"0"0,-1-1 0,1 1 0,0 0 0,0 0 0,0 0 0,0 0 0,0 0 0,1 0 0,-1 0 0,1 0 0,0 0 0,0 6 0,1-4 0,0 0 0,0 0 0,0 0 0,1 0 0,-1 0 0,1-1 0,5 9 0,-1-4 0,-1-1 0,1 0 0,1 0 0,0 0 0,0-1 0,1 0 0,15 11 0,-18-14 0,0-1 0,0 0 0,0 0 0,0-1 0,1 0 0,-1 0 0,7 2 0,-11-4 0,1 0 0,-1 0 0,0 1 0,1-1 0,-1 0 0,1-1 0,-1 1 0,0 0 0,1 0 0,-1 0 0,0-1 0,1 1 0,-1-1 0,0 1 0,1-1 0,-1 0 0,0 1 0,0-1 0,0 0 0,1 0 0,-1 0 0,0 0 0,0 0 0,-1 0 0,1 0 0,0 0 0,0 0 0,0 0 0,-1 0 0,1-1 0,0 1 0,-1 0 0,1-1 0,0-1 0,0-4 0,1 0 0,-1 1 0,0-1 0,0 0 0,-1 1 0,-1-14 0,1 17 0,0 0 0,0 0 0,-1 0 0,1 0 0,-1 0 0,0 0 0,0 0 0,0 0 0,0 0 0,-1 0 0,1 0 0,-1 1 0,0-1 0,1 1 0,-1-1 0,-4-3 0,5 6 0,1-1 0,0 1 0,-1 0 0,1 0 0,-1-1 0,1 1 0,-1 0 0,1 0 0,-1-1 0,1 1 0,-1 0 0,1 0 0,-1 0 0,1 0 0,-1 0 0,1 0 0,-1 0 0,0 0 0,1 0 0,-1 0 0,1 0 0,-1 0 0,1 0 0,-1 0 0,1 1 0,-1-1 0,1 0 0,-1 0 0,1 0 0,-1 1 0,1-1 0,0 0 0,-1 1 0,1-1 0,-1 0 0,1 1 0,0-1 0,-1 1 0,1-1 0,0 1 0,-1-1 0,1 1 0,0-1 0,0 0 0,0 1 0,-1 0 0,1-1 0,0 1 0,0-1 0,0 1 0,0 0 0,-1 4 0,-1 1 0,2-1 0,-2 10 0,2-14 0,0 36 0,1 0 0,1 0 0,10 47 0,32 110 0,-34-156 0,20 66 0,-30-103 0,0 0 0,1-1 0,-1 1 0,0 0 0,0 0 0,0 0 0,0 0 0,0 0 0,0 0 0,0 0 0,0 0 0,0 0 0,0 0 0,0 0 0,-1 0 0,1 0 0,0 0 0,-1 0 0,1-1 0,-1 3 0,0-3 0,0 0 0,1 0 0,-1 1 0,1-1 0,-1 0 0,0 0 0,1 0 0,-1 1 0,0-1 0,1 0 0,-1 0 0,0 0 0,1 0 0,-1 0 0,0 0 0,1 0 0,-1-1 0,0 1 0,1 0 0,-1 0 0,0-1 0,-6-2 0,1 0 0,0 0 0,-11-9 0,17 12 0,-68-56 120,59 48-417,0-1 0,0-1 0,1 0 0,-12-20 0,13 17-6529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29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 24575,'-1'0'0,"-86"27"0,75-23 0,0 1 0,1 1 0,0 0 0,0 0 0,-11 9 0,20-13 0,0-1 0,0 1 0,0 0 0,0 0 0,0 0 0,0 0 0,1 0 0,-1 1 0,1-1 0,-1 0 0,1 1 0,0-1 0,0 1 0,0-1 0,0 1 0,1 0 0,-1-1 0,1 1 0,-1 0 0,1-1 0,0 5 0,1-3 0,-1-1 0,1 1 0,0-1 0,1 1 0,-1-1 0,0 0 0,1 0 0,0 0 0,0 0 0,0 0 0,0 0 0,0 0 0,0-1 0,1 1 0,0-1 0,2 3 0,6 3 0,0 0 0,1-1 0,-1 0 0,21 8 0,53 13 0,-66-23-455,1-1 0,38 2 0,-41-5-6371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0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78 24575,'-1'0'0,"-21"2"0,-25 6 0,42-7 0,0 0 0,-1 1 0,1 0 0,0 0 0,1 0 0,-1 0 0,0 1 0,1 0 0,-1 0 0,-6 5 0,11-7 0,-1-1 0,1 1 0,-1-1 0,1 1 0,-1-1 0,1 1 0,0-1 0,-1 1 0,1-1 0,0 1 0,-1-1 0,1 1 0,0 0 0,0-1 0,-1 1 0,1-1 0,0 1 0,0 0 0,0-1 0,0 1 0,0 0 0,0-1 0,0 1 0,0 0 0,0-1 0,0 1 0,0 0 0,1 0 0,0 0 0,-1 0 0,1 0 0,0 0 0,0 0 0,0 0 0,0-1 0,0 1 0,0 0 0,0-1 0,0 1 0,0 0 0,1-1 0,1 1 0,4 1 0,0 0 0,0-1 0,15 1 0,-9-1 0,-4 0 0,0-1 0,0 0 0,0 0 0,0-1 0,0 0 0,0 0 0,16-6 0,-23 7 0,-1-1 0,1 0 0,-1 0 0,1 0 0,-1 0 0,0-1 0,1 1 0,-1 0 0,0 0 0,0-1 0,0 1 0,0-1 0,0 1 0,0-1 0,0 1 0,-1-1 0,1 0 0,-1 1 0,1-1 0,-1 0 0,1 1 0,-1-1 0,0 0 0,0 0 0,0 1 0,0-1 0,0 0 0,0 0 0,-1 1 0,1-1 0,0 0 0,-2-3 0,0 0 0,1 0 0,-1 0 0,0 0 0,-1 0 0,0 0 0,1 0 0,-1 1 0,-1-1 0,-5-5 0,5 6 11,-1 0 0,0 0 0,-1 1 0,1-1 0,-1 1 0,1 1-1,-1-1 1,0 1 0,0 0 0,-10-2 0,11 3-125,0 0 0,-1 0-1,1 1 1,0-1 0,-1 1 0,1 1-1,0-1 1,-1 1 0,1 0 0,0 0-1,0 0 1,-10 5 0,3 1-6712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0.4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24575,'1'2'0,"0"0"0,0 0 0,0 0 0,0 0 0,0 0 0,1 0 0,-1 0 0,1 0 0,-1 0 0,1 0 0,0-1 0,0 1 0,0-1 0,2 2 0,3 3 0,1 1 0,0 0 0,0-1 0,1 0 0,0 0 0,0-1 0,1 0 0,-1-1 0,1 0 0,0 0 0,0-1 0,0 0 0,12 1 0,-20-4 0,-1 0 0,1 1 0,-1-1 0,1 0 0,-1 0 0,1 0 0,-1 0 0,1-1 0,-1 1 0,1 0 0,-1-1 0,0 1 0,1-1 0,-1 1 0,1-1 0,-1 0 0,0 1 0,0-1 0,1 0 0,-1 0 0,0 0 0,0 0 0,0 0 0,0 0 0,0 0 0,0-1 0,0 1 0,0 0 0,-1-1 0,1 1 0,0 0 0,0-3 0,1-3 0,-1 0 0,0 0 0,0-1 0,-1 1 0,0-12 0,0 0 0,0 19 2,0-1-1,0 1 0,0 0 1,-1-1-1,1 1 1,0-1-1,0 1 0,0-1 1,0 1-1,0 0 1,1-1-1,-1 1 1,0-1-1,0 1 0,0 0 1,0-1-1,0 1 1,1-1-1,-1 1 0,0 0 1,0-1-1,0 1 1,1 0-1,-1-1 0,0 1 1,1 0-1,-1-1 1,0 1-1,1 0 0,-1 0 1,0 0-1,1-1 1,-1 1-1,0 0 0,1 0 1,-1 0-1,1 0 1,-1-1-1,0 1 0,1 0 1,-1 0-1,1 0 1,-1 0-1,1 0 0,-1 0 1,0 0-1,1 0 1,-1 0-1,1 1 0,-1-1 1,1 0-1,2 2-90,1-1 1,-1 1-1,0 0 0,0 0 0,2 3 0,1-1-816,6 5-5921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0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0 24575,'-5'4'0,"1"-1"0,0 1 0,-1 1 0,2-1 0,-1 0 0,0 1 0,1 0 0,0-1 0,0 1 0,0 1 0,1-1 0,-3 9 0,4-10 0,0 0 0,1 0 0,-1 0 0,1 0 0,0 0 0,0 0 0,1 0 0,-1 0 0,1 0 0,0 0 0,0 0 0,0 0 0,0 0 0,1-1 0,0 1 0,-1 0 0,2-1 0,3 6 0,5 5 0,0 0 0,17 15 0,9 9 0,-36-37 0,-1-1 0,1 0 0,-1 0 0,0 1 0,1-1 0,-1 1 0,0-1 0,0 0 0,1 1 0,-1-1 0,0 1 0,0-1 0,0 1 0,1-1 0,-1 0 0,0 1 0,0-1 0,0 1 0,0-1 0,0 1 0,0-1 0,0 1 0,0-1 0,0 1 0,0-1 0,0 1 0,0-1 0,-1 0 0,1 1 0,0-1 0,0 1 0,-1 0 0,0 0 0,0-1 0,0 1 0,0 0 0,0 0 0,0-1 0,0 1 0,0-1 0,0 1 0,0-1 0,-1 0 0,1 1 0,-1-1 0,-7 2 0,0-1 0,-13-1 0,21 0 0,-15 0 0,0-2 0,0 0 0,0-1 0,-25-8 0,30 7-1365,1 1-5461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1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 24575,'20'83'0,"32"115"0,-41-160 0,22 59 0,-26-80 0,0 0 0,2 0 0,15 23 0,-23-38 0,0 0 0,1-1 0,-1 1 0,0-1 0,1 1 0,-1-1 0,1 1 0,0-1 0,-1 0 0,1 0 0,0 0 0,0 0 0,0 0 0,0 0 0,0 0 0,0-1 0,0 1 0,4 0 0,-5-1 0,1 0 0,-1 0 0,1-1 0,-1 1 0,0 0 0,1-1 0,-1 1 0,1-1 0,-1 0 0,0 1 0,0-1 0,1 0 0,-1 0 0,0 0 0,0 1 0,0-1 0,0-1 0,0 1 0,0 0 0,0 0 0,0 0 0,0 0 0,-1-1 0,1 1 0,-1 0 0,1-1 0,0-1 0,1-4 0,0-1 0,0 1 0,-1 0 0,1-1 0,-1-14 0,-5-37 0,4 56 0,0 1 0,-1-1 0,1 1 0,-1-1 0,1 1 0,-1-1 0,0 1 0,0-1 0,-1 1 0,1 0 0,0 0 0,-1-1 0,1 1 0,-1 0 0,0 0 0,1 1 0,-1-1 0,0 0 0,0 1 0,-5-4 0,2 3 0,0 0 0,-1 0 0,1 0 0,-1 0 0,1 1 0,-1 0 0,0 0 0,-8 0 0,-89 2 0,66 1 0,-46-5 0,73 1 120,10 2-143,0 0 0,0 0 0,0 0 1,0 0-1,-1 0 0,1 0 0,0-1 0,0 1 0,0 0 1,0 0-1,0 0 0,0 0 0,0 0 0,-1 0 0,1 0 0,0 0 1,0 0-1,0 0 0,0-1 0,0 1 0,0 0 0,0 0 1,0 0-1,0 0 0,0 0 0,0 0 0,0-1 0,0 1 0,0 0 1,0 0-1,0 0 0,0 0 0,0 0 0,0 0 0,0-1 1,0 1-1,0 0 0,0 0 0,0 0 0,0 0 0,0 0 0,0 0 1,0-1-1,0 1 0,0 0 0,0 0 0,0 0 0,0 0 0,0 0 1,0 0-1,1 0 0,-1 0 0,0-1 0,0 1 0,0 0 1,0 0-1,0 0 0,0 0 0,0 0 0,1 0 0,-1 0 0,0 0 1,0 0-1,0 0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1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0 191 24575,'23'18'0,"-18"-13"0,1-1 0,0 1 0,0-1 0,0 0 0,11 5 0,-17-9 0,1 0 0,-1 0 0,0 0 0,0 0 0,0 1 0,0-1 0,1 0 0,-1 0 0,0 0 0,0 0 0,0 0 0,1 0 0,-1 0 0,0 0 0,0 0 0,0 0 0,1 0 0,-1 0 0,0 0 0,0 0 0,1 0 0,-1 0 0,0 0 0,0 0 0,0 0 0,0-1 0,1 1 0,-1 0 0,0 0 0,0 0 0,0 0 0,0 0 0,1 0 0,-1-1 0,-1-7 0,-9-11 0,9 18 0,-9-16 0,1 0 0,0-1 0,1 0 0,1 0 0,0-1 0,-5-28 0,11 45-57,1 0 0,0-1 1,-1 1-1,1 0 0,0 0 0,0 0 0,0 0 0,1 0 0,-1-1 0,0 1 0,1 0 1,-1 0-1,1 0 0,0 0 0,0 0 0,0 0 0,0 0 0,0 1 0,0-1 1,0 0-1,1 0 0,-1 1 0,3-3 0,5-2-6769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1 24575,'-28'-1'0,"-40"2"0,61 0 0,0 0 0,1 0 0,-1 1 0,0-1 0,1 1 0,-1 1 0,-8 4 0,13-6 0,0 0 0,0 0 0,1 0 0,-1 1 0,0-1 0,1 1 0,-1-1 0,1 1 0,-1 0 0,1-1 0,0 1 0,-1 0 0,1 0 0,0 0 0,0 0 0,1 0 0,-1 0 0,0 3 0,0-2 0,1 0 0,0 1 0,-1-1 0,2 0 0,-1 0 0,0 1 0,1-1 0,-1 0 0,1 0 0,0 0 0,2 5 0,-1-4 0,0 1 0,0-1 0,0 0 0,1 0 0,0 0 0,0 0 0,0 0 0,0 0 0,1-1 0,-1 0 0,1 1 0,0-1 0,0-1 0,0 1 0,0 0 0,7 2 0,-5-3 0,0-1 0,0 1 0,0-1 0,0-1 0,0 1 0,0-1 0,0 0 0,0 0 0,0-1 0,0 1 0,10-4 0,-13 3 0,0 0 0,0 0 0,0 0 0,-1-1 0,1 1 0,-1-1 0,1 0 0,-1 1 0,1-1 0,-1 0 0,0-1 0,0 1 0,0 0 0,0-1 0,0 1 0,-1-1 0,1 1 0,-1-1 0,0 0 0,1 1 0,-1-1 0,-1 0 0,1 0 0,1-6 0,-2-3 0,1 3 0,2 17 0,-1-2-124,0 1 0,1-1 0,0 1 0,0-1 0,0 0 0,0 0-1,1-1 1,0 1 0,1-1 0,6 7 0,-1-3-6702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24575,'2'23'0,"4"7"0,1 1 0,1-2 0,0-4 0,-2-5-8191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24575,'-2'3'0,"1"1"0,0 1 0,-1-1 0,1 0 0,1 0 0,-2 8 0,2-11 0,0-1 0,0 1 0,0 0 0,0 0 0,0 0 0,0 0 0,0 0 0,0 0 0,0 0 0,0 0 0,0 0 0,1 0 0,-1 0 0,0 0 0,1 0 0,-1 0 0,1-1 0,-1 1 0,1 0 0,-1 0 0,1 0 0,0-1 0,-1 1 0,1 0 0,0-1 0,-1 1 0,1-1 0,0 1 0,0-1 0,0 1 0,0-1 0,-1 1 0,1-1 0,0 0 0,1 1 0,-1-1 0,0 0 0,0 0 0,-1-1 0,1 1 0,0 0 0,0 0 0,-1 0 0,1-1 0,0 1 0,0 0 0,-1-1 0,1 1 0,0-1 0,-1 1 0,1-1 0,0 1 0,-1-1 0,2 0 0,10-16 0,-5 7 0,-5 9 0,-1-1 0,1 0 0,-1 1 0,1-1 0,0 1 0,0 0 0,-1-1 0,1 1 0,0 0 0,0 0 0,0 0 0,0 0 0,1 1 0,-1-1 0,0 1 0,0-1 0,3 0 0,-2 2 0,0-1 0,0 0 0,0 1 0,0 0 0,0-1 0,1 1 0,-1 0 0,-1 1 0,1-1 0,0 0 0,4 4 0,24 16 0,39 35 0,-52-39 0,2-1 0,0-1 0,1 0 0,0-2 0,29 14 0,-37-21-1365,-3-1-5461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3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24575,'47'70'0,"-3"2"0,-3 1 0,-4 2 0,29 81 0,-64-149-112,10 29 358,-12-34-346,1 0 0,-1 0 0,1 0 0,-1 0 0,0 0 0,0 0 0,0 0 0,0 0 1,0 0-1,-1 1 0,1-1 0,-1 0 0,1 0 0,-2 2 0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3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0 24575,'-30'0'0,"-12"0"0,-5 3 0,1 0 0,4 3 0,6 0 0,9-1-8191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6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24575,'0'1'0,"-1"0"0,0 0 0,1 0 0,-1 0 0,1 0 0,-1 0 0,1 0 0,-1 0 0,1 0 0,0 1 0,-1-1 0,1 0 0,0 0 0,0 0 0,0 1 0,0-1 0,0 0 0,0 0 0,0 0 0,1 0 0,-1 1 0,0-1 0,1 0 0,-1 0 0,0 0 0,1 0 0,0 0 0,0 2 0,3 4 0,1 0 0,0-1 0,6 8 0,-3-4 0,142 158 0,-81-95 0,-20-22 0,30 35 0,-65-69 0,0 1 0,-2 0 0,13 24 0,-22-35 24,0-1 0,-1 0 0,1 1 0,2 13 0,-5-18-98,1 0-1,-1 0 1,0 0 0,0 1 0,0-1-1,0 0 1,0 0 0,0 0 0,-1 1-1,1-1 1,-1 0 0,0 0 0,1 0-1,-1 0 1,0 0 0,0 0 0,0 0-1,-1 0 1,0 1 0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24575,'0'-3'0,"1"12"0,4 27 0,6-3 0,2 0 0,1-1 0,1-1 0,2 0 0,25 35 0,-9-14 0,-33-52-28,0 0 1,1 0-1,-1 0 0,0 0 0,0 0 0,0 0 0,0 0 0,0 0 0,1 0 1,-1 1-1,0-1 0,0 0 0,0 0 0,0 0 0,0 0 0,0 0 1,0 1-1,0-1 0,0 0 0,1 0 0,-1 0 0,0 0 0,0 1 1,0-1-1,0 0 0,0 0 0,0 0 0,0 0 0,0 1 0,0-1 1,0 0-1,0 0 0,0 0 0,0 0 0,-1 1 0,1-1 0,0 0 0,0 0 1,0 0-1,0 0 0,0 1 0,0-1 0,0 0 0,0 0 0,0 0 1,-1 0-1,1 0 0,0 1 0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8.2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0 140 24575,'5'-13'0,"4"-4"0,4-1 0,1 2 0,4 3 0,1 5 0,0 3 0,-1 0 0,-1 1 0,-1 2 0,0 0 0,-3-2 0,-2 0 0,-2-1 0,-5-4 0,-6 1 0,-6 2 0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8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24575,'10'0'0,"6"0"0,2 0 0,2 0 0,-1 0 0,-2 0 0,0 0 0,0 0 0,-2 0 0,0 0 0,0 0 0,-1 0 0,-2-3 0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8.8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24575,'3'8'0,"3"4"0,0 4 0,0 3 0,1 1 0,-1 0 0,2-1 0,-2-1 0,2-2 0,-1 0 0,1-1 0,2 0 0,1 0 0,-1-3-8191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39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89 212 24575,'33'63'0,"-4"-8"0,23 64 0,-48-106 0,-4-13 0,0 0 0,0 0 0,0 0 0,0 0 0,0 0 0,0 0 0,0-1 0,0 1 0,0 0 0,0 0 0,0 0 0,0 0 0,0 0 0,0 0 0,0 0 0,0 0 0,0 0 0,0 0 0,0 0 0,0 0 0,0 0 0,0 0 0,0 0 0,0-1 0,0 1 0,0 0 0,0 0 0,-1 0 0,1 0 0,0 0 0,0 0 0,0 0 0,0 0 0,0 0 0,0 0 0,0 0 0,0 0 0,0 0 0,0 0 0,0 0 0,0 0 0,0 0 0,0 0 0,0 0 0,-1 0 0,1 0 0,0 0 0,0 0 0,0 0 0,0 0 0,0 0 0,0 0 0,0 0 0,0 0 0,0 0 0,0 0 0,0 0 0,0 0 0,0 0 0,0 0 0,0 0 0,0 0 0,-1 0 0,1 1 0,0-1 0,0 0 0,0 0 0,0 0 0,-13-20 0,12 17 0,-66-97 0,43 67 0,1 0 0,2-2 0,-20-45 0,39 74 0,-1-1 0,1 1 0,0-1 0,1 0 0,-1 0 0,1 0 0,1 0 0,0 1 0,-1-1 0,3-12 0,-1 15 0,-1 1 0,1 0 0,0 0 0,0-1 0,1 1 0,-1 0 0,1 0 0,0 1 0,-1-1 0,1 0 0,0 0 0,1 1 0,-1-1 0,0 1 0,1 0 0,-1 0 0,1 0 0,0 0 0,0 0 0,-1 1 0,1-1 0,0 1 0,1-1 0,2 0 0,7-1 0,0 1 0,0 0 0,0 1 0,1 1 0,-1 0 0,0 0 0,0 2 0,16 2 0,-23-3 0,0 0 0,0 1 0,0 0 0,0 0 0,0 0 0,-1 1 0,1-1 0,-1 1 0,1 1 0,6 5 0,-10-7 0,0 0 0,0 0 0,0 0 0,0 1 0,0-1 0,-1 1 0,1 0 0,-1-1 0,0 1 0,1 0 0,-1 0 0,-1 0 0,1 0 0,0 0 0,-1 0 0,1 0 0,-1 0 0,0 0 0,0 0 0,0 0 0,-1 0 0,1 0 0,-2 4 0,2-3 0,-1-1 0,-1 1 0,1 0 0,0 0 0,-1-1 0,0 1 0,0-1 0,0 0 0,0 1 0,-5 4 0,0-1 0,-1 0 0,-15 10 0,5-4 0,16-12 0,1 0 0,-1 0 0,0 1 0,1-1 0,0 1 0,-1-1 0,1 1 0,0 0 0,0-1 0,0 1 0,0 0 0,0 0 0,0 0 0,0-1 0,0 1 0,1 0 0,-1 0 0,1 0 0,0 3 0,0-4 0,0 1 0,0-1 0,1 1 0,-1-1 0,0 0 0,1 1 0,0-1 0,-1 0 0,1 1 0,0-1 0,-1 0 0,1 0 0,0 1 0,0-1 0,0 0 0,0 0 0,0 0 0,1 0 0,-1 0 0,0-1 0,0 1 0,1 0 0,-1 0 0,0-1 0,1 1 0,2 0 0,29 9 0,1-1 0,57 6 0,-9-1 0,-68-11-1365,-2-2-5461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0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37 24575,'-7'-5'0,"1"0"0,-1 1 0,0-1 0,0 1 0,0 1 0,-12-5 0,17 7 0,0 1 0,1 0 0,-1-1 0,1 1 0,-1 0 0,1 0 0,-1 0 0,0 0 0,1 0 0,-1 0 0,0 0 0,1 1 0,-1-1 0,1 1 0,-1-1 0,-1 2 0,1-1 0,1 0 0,0 0 0,0 0 0,-1 1 0,1-1 0,0 0 0,0 1 0,0-1 0,0 1 0,1-1 0,-1 1 0,0-1 0,1 1 0,-1 0 0,1-1 0,-1 1 0,1 0 0,-1 3 0,1 2 0,-1 1 0,1 0 0,0 0 0,1 0 0,0-1 0,0 1 0,0 0 0,1-1 0,0 1 0,1-1 0,0 1 0,0-1 0,0 0 0,1 0 0,8 10 0,-2-4 0,1 0 0,1 0 0,0-1 0,0-1 0,1 0 0,17 11 0,-23-18 0,-4-2 0,-1-1 0,1 0 0,-1 1 0,0-1 0,0 1 0,0 0 0,0-1 0,0 1 0,0 0 0,0 0 0,-1 1 0,1-1 0,1 3 0,-3-5 0,0 1 0,0-1 0,0 1 0,-1-1 0,1 1 0,0-1 0,0 0 0,0 1 0,0-1 0,-1 1 0,1-1 0,0 0 0,-1 1 0,1-1 0,0 0 0,0 1 0,-1-1 0,1 0 0,-1 1 0,1-1 0,0 0 0,-1 0 0,1 1 0,-1-1 0,1 0 0,0 0 0,-1 0 0,1 0 0,-1 1 0,1-1 0,-1 0 0,1 0 0,-1 0 0,1 0 0,0 0 0,-1 0 0,0 0 0,-19-1 0,2-3 0,0-1 0,0 0 0,1-1 0,0-1 0,0 0 0,0-2 0,1 0 0,-21-15 0,28 16-1365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0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24575,'1'5'0,"-1"0"0,1-1 0,1 1 0,-1 0 0,0-1 0,1 1 0,0-1 0,0 0 0,1 0 0,-1 0 0,1 0 0,0 0 0,0 0 0,0-1 0,0 1 0,7 4 0,1 2 0,0-2 0,1 1 0,0-2 0,18 10 0,-18-12 0,-1 0 0,16 4 0,-24-8 0,1 0 0,0 0 0,-1-1 0,1 1 0,-1-1 0,1 0 0,0 0 0,-1 0 0,1 0 0,0-1 0,-1 1 0,5-3 0,-5 2 0,-1 0 0,0-1 0,0 1 0,0-1 0,0 1 0,-1-1 0,1 0 0,0 0 0,-1 0 0,1 0 0,-1 0 0,0 0 0,0-1 0,0 1 0,0 0 0,1-4 0,-1 3 0,0 0 0,0 0 0,0 0 0,-1 0 0,1 0 0,-1 0 0,0 0 0,0 0 0,0-1 0,0 1 0,0 0 0,-2-4 0,2 6 0,0 1 0,0 0 0,0 0 0,0 0 0,0 0 0,0 0 0,0-1 0,0 1 0,0 0 0,0 0 0,0 0 0,0 0 0,0 0 0,0 0 0,0-1 0,-1 1 0,1 0 0,0 0 0,0 0 0,0 0 0,0 0 0,0 0 0,0 0 0,0 0 0,-1 0 0,1-1 0,0 1 0,0 0 0,0 0 0,0 0 0,0 0 0,0 0 0,-1 0 0,1 0 0,0 0 0,0 0 0,0 0 0,0 0 0,0 0 0,-1 0 0,-2 6 0,-1 10 0,4 1 0,1 0 0,0 0 0,7 26 0,16 51 0,-13-56 0,-2-9 0,-5-17 0,-1 0 0,1 0 0,-2 1 0,2 15 0,-4-27 0,0 0 0,0 0 0,0 0 0,0 1 0,0-1 0,-1 0 0,1 0 0,0 0 0,0 0 0,-1 1 0,1-1 0,-1 0 0,1 0 0,-1 0 0,1 0 0,-1 0 0,0 0 0,0 0 0,1 0 0,-1-1 0,0 1 0,0 0 0,0 0 0,0-1 0,0 1 0,0 0 0,0-1 0,0 1 0,0-1 0,0 1 0,0-1 0,-1 0 0,1 1 0,0-1 0,0 0 0,0 0 0,0 0 0,-1 0 0,1 0 0,0 0 0,0 0 0,-3-1 0,-2 0 0,0 0 0,-1 0 0,1-1 0,0 0 0,0 0 0,-9-5 0,-15-9-682,-48-37-1,66 44-6143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1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24575,'51'57'0,"10"10"0,-58-65 0,5 6 0,1-1 0,13 10 0,-20-15 0,1-1 0,-1 0 0,0 1 0,1-1 0,-1 0 0,1 0 0,-1 0 0,1-1 0,0 1 0,-1-1 0,1 1 0,-1-1 0,1 0 0,0 0 0,-1 0 0,5-1 0,-6 1 0,0-1 0,1 1 0,-1-1 0,0 0 0,0 0 0,0 1 0,1-1 0,-1 0 0,0 0 0,0 0 0,0 0 0,0 0 0,-1 0 0,1 0 0,0-1 0,0 1 0,-1 0 0,1 0 0,0-1 0,-1 1 0,1 0 0,-1-1 0,0 1 0,0 0 0,1-3 0,0-5 0,-1 0 0,1 0 0,-2-10 0,1-1 0,-1 20 0,1-1 0,0 0 0,0 0 0,0 0 0,1 0 0,-1 0 0,0 0 0,0 1 0,0-1 0,1 0 0,-1 0 0,0 0 0,1 0 0,-1 1 0,1-1 0,-1 0 0,1 0 0,-1 1 0,2-2 0,-2 2 0,1 0 0,-1 0 0,1 0 0,-1 0 0,1 0 0,-1 0 0,1 0 0,-1 0 0,1 0 0,-1 0 0,1 0 0,0 0 0,-1 0 0,1 0 0,-1 0 0,1 1 0,-1-1 0,1 0 0,-1 0 0,0 0 0,1 1 0,-1-1 0,1 1 0,5 3 0,-1 1 0,1 0 0,7 11 0,-6-8 0,13 13 0,42 33 0,-56-50 0,0 0 0,0 0 0,0-1 0,0 0 0,1 0 0,9 3 0,-15-6 0,0 1 0,0-1 0,1 1 0,-1-1 0,0 0 0,1 0 0,-1 0 0,0 0 0,1 0 0,-1 0 0,0 0 0,1 0 0,-1 0 0,0 0 0,1-1 0,-1 1 0,0-1 0,1 1 0,-1-1 0,0 1 0,0-1 0,0 0 0,0 0 0,0 0 0,0 1 0,0-1 0,0 0 0,0 0 0,0 0 0,0 0 0,0-1 0,0 1 0,-1 0 0,1 0 0,-1 0 0,1-1 0,-1 1 0,1 0 0,0-3 0,0-5 0,0 0 0,0 0 0,-1 0 0,0 0 0,-1 0 0,0 0 0,0 0 0,-3-9 0,1-1 0,2 19 0,1-1 0,0 0 0,0 1 0,0-1 0,0 1 0,0-1 0,0 0 0,0 1 0,0-1 0,0 0 0,0 1 0,0-1 0,0 1 0,0-1 0,0 0 0,0 1 0,1-1 0,-1 1 0,0-1 0,0 0 0,1 1 0,-1-1 0,0 1 0,1-1 0,-1 1 0,1-1 0,-1 1 0,0 0 0,1-1 0,1 0 0,-1 1 0,0 0 0,1-1 0,-1 1 0,0 0 0,1 0 0,-1 0 0,0 0 0,1 1 0,-1-1 0,1 0 0,-1 0 0,0 1 0,2 0 0,6 3 0,-1 0 0,0 0 0,8 6 0,123 85 0,-86-62-1365,-39-24-5461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2.1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24575,'91'68'0,"29"24"0,-118-91 0,-1 1 0,0-1 0,1 0 0,-1 0 0,1 0 0,-1 0 0,1 0 0,0-1 0,-1 1 0,1 0 0,0-1 0,-1 1 0,1-1 0,3 1 0,-5-1 0,1 0 0,0-1 0,-1 1 0,1 0 0,-1 0 0,0 0 0,1 0 0,-1-1 0,1 1 0,-1 0 0,1 0 0,-1-1 0,1 1 0,-1 0 0,0-1 0,1 1 0,-1 0 0,0-1 0,1 1 0,-1-1 0,1 0 0,0-1 0,-1 1 0,1 0 0,-1-1 0,0 1 0,1-1 0,-1 1 0,0 0 0,0-1 0,0-1 0,-1-8 0,0 1 0,-1-1 0,0 1 0,-1-1 0,-6-14 0,0-3 0,5 18 0,3 8 0,0 1 0,0-1 0,1 1 0,-1-1 0,1 1 0,-1-1 0,1 1 0,0-1 0,-1 1 0,1-1 0,0-1 0,1 3 0,-1-1 0,0 1 0,1 0 0,-1 0 0,0 0 0,1 0 0,-1 0 0,0 0 0,1 0 0,-1 0 0,1 0 0,-1 0 0,0 0 0,1 0 0,-1 0 0,0 0 0,1 0 0,-1 0 0,0 0 0,1 1 0,-1-1 0,0 0 0,1 0 0,-1 0 0,0 1 0,1-1 0,-1 0 0,11 7 0,3 3 0,19 19 0,-22-19 0,0 0 0,25 16 0,-28-21 0,1-1 0,1 1 0,-1-2 0,11 4 0,-16-6 0,0 0 0,1 0 0,-1 0 0,1-1 0,-1 0 0,0 0 0,1 0 0,-1 0 0,1 0 0,-1-1 0,7-2 0,-5 0-1365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2.5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 24575,'8'-5'0,"2"1"0,-3 1 0,-6 1 0,-4 1 0,-5-2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2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121 162 24575,'-15'-8'0,"-1"0"0,2-1 0,-16-12 0,26 18 0,0 0 0,1-1 0,-1 1 0,1-1 0,-1 0 0,1 0 0,0 0 0,1 0 0,-1 0 0,1-1 0,-1 0 0,1 1 0,1-1 0,-1 0 0,0-5 0,1 8 0,1 1 0,0-1 0,0 1 0,0-1 0,0 0 0,1 1 0,-1-1 0,0 1 0,1-1 0,-1 1 0,1-1 0,-1 1 0,1-1 0,0 1 0,-1-1 0,1 1 0,0 0 0,0 0 0,0-1 0,0 1 0,0 0 0,1 0 0,-1 0 0,0 0 0,0 0 0,1 0 0,-1 0 0,1 1 0,-1-1 0,0 0 0,1 1 0,0-1 0,-1 1 0,3-1 0,1 0 0,-1 0 0,0 1 0,1-1 0,-1 1 0,0 0 0,1 0 0,-1 1 0,0-1 0,1 1 0,-1 0 0,7 2 0,0 2 24,-1 1 0,1 0 0,-1 0 0,15 12 0,-20-13-173,0-1 1,1 1-1,-2 1 1,1-1-1,-1 0 1,0 1-1,0 0 1,0 0-1,2 7 1,-2-3-6678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3.3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89 305 24575,'3'-17'0,"14"-100"0,-16 102 0,0 0 0,-2-1 0,1 1 0,-2 0 0,-5-25 0,6 35 0,-1 0 0,0 0 0,-1 0 0,1 0 0,-1 0 0,-5-7 0,7 11 0,0-1 0,0 1 0,0 0 0,0 0 0,0 0 0,0 1 0,0-1 0,0 0 0,0 0 0,-1 1 0,1-1 0,0 0 0,-3 0 0,3 1 0,1 0 0,-1 0 0,0 0 0,0 0 0,0 0 0,0 1 0,0-1 0,0 0 0,0 0 0,0 1 0,0-1 0,1 0 0,-1 1 0,0-1 0,0 1 0,0-1 0,1 1 0,-1-1 0,0 1 0,1 0 0,-1-1 0,-1 2 0,-2 4 0,0-1 0,1 1 0,0 0 0,0 0 0,0 0 0,0 0 0,1 1 0,-2 9 0,-1 6 0,-1 28 0,5-40 0,0 0 0,1 0 0,1 0 0,0 0 0,0 0 0,1-1 0,0 1 0,6 14 0,-6-18 0,1 1 0,0-1 0,0 0 0,1 0 0,0-1 0,0 1 0,0-1 0,1 0 0,-1 0 0,1 0 0,1-1 0,-1 1 0,7 3 0,-3-3 15,1 1 0,-1-2 0,1 1 0,0-1 0,1-1 0,-1 0 0,16 2 0,-18-4-139,-1 0 0,1-1 1,0 0-1,-1-1 0,1 1 0,-1-2 1,1 1-1,-1-1 0,1 0 0,-1 0 1,9-5-1,-5 2-6702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3.5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24575,'15'33'0,"8"18"0,2 5 0,-1 2 0,-1-3 0,-3-3 0,-2-2 0,-1-3 0,-5-3 0,0-6 0,-1-3 0,-2-5 0,1-5 0,-3-5 0,1-3 0,-1-4-8191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3.7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267 32 24575,'-23'-7'0,"-9"-3"0,-3 2 0,3 4 0,4 2 0,5 1 0,3 4 0,2 0 0,3 1 0,0-1 0,1 2 0,3 0-8191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4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149 396 24575,'14'10'0,"-13"-12"0,-4-7 0,-27-39 0,-11-20 0,25 34 0,-30-66 0,40 85 0,0-1 0,2-1 0,0 1 0,-3-25 0,7 39 0,0 0 0,0 0 0,0 0 0,0 0 0,0 0 0,0 0 0,0 0 0,1 1 0,-1-1 0,1 0 0,-1 0 0,1 0 0,0 1 0,0-1 0,0 0 0,1-1 0,-1 2 0,0 0 0,0 1 0,0-1 0,-1 1 0,1-1 0,0 1 0,0-1 0,0 1 0,0 0 0,0-1 0,0 1 0,0 0 0,0 0 0,1 0 0,-1 0 0,0 0 0,0 0 0,0 0 0,0 0 0,0 0 0,0 0 0,0 1 0,0-1 0,0 0 0,0 1 0,0-1 0,0 1 0,0-1 0,0 1 0,-1-1 0,2 2 0,21 17-1365,-12-8-5461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4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17 24575,'-1'-2'0,"0"0"0,0 1 0,0-1 0,-1 1 0,1 0 0,0-1 0,-1 1 0,1 0 0,-3-2 0,3 3 0,1 0 0,0 0 0,0 0 0,0 0 0,0 0 0,0 0 0,0 0 0,0 0 0,0 0 0,-1 0 0,1 0 0,0 0 0,0 0 0,0 0 0,0 0 0,0 0 0,0 0 0,-1 0 0,1 0 0,0 0 0,0 0 0,0 0 0,0 0 0,0 0 0,0 0 0,0 0 0,-1 0 0,1 0 0,0 1 0,0-1 0,0 0 0,0 0 0,0 0 0,0 0 0,0 0 0,0 0 0,0 0 0,0 0 0,0 0 0,0 1 0,-1-1 0,1 0 0,0 0 0,0 0 0,3 13 0,2 0 0,1 0 0,1 0 0,0 0 0,15 19 0,40 42 0,-60-72 0,0 0 0,0 0 0,0-1 0,0 1 0,0 0 0,1-1 0,-1 1 0,0-1 0,1 0 0,0 0 0,-1 0 0,6 1 0,-7-2 0,0 1 0,0-1 0,1 0 0,-1 0 0,0 0 0,1 0 0,-1 0 0,0-1 0,0 1 0,1 0 0,-1-1 0,0 1 0,0 0 0,0-1 0,1 0 0,-1 1 0,0-1 0,0 0 0,0 1 0,0-1 0,0 0 0,0 0 0,0 0 0,0 0 0,-1 0 0,1 0 0,0 0 0,1-2 0,1-5 0,0 0 0,0-1 0,-1 1 0,0 0 0,0-1 0,-1 0 0,0 1 0,0-1 0,-1 0 0,-1 1 0,1-1 0,-1 0 0,-1 1 0,1-1 0,-6-13 0,1 10 0,6 11 0,0 1 0,0 0 0,-1 0 0,1 0 0,0 0 0,0 0 0,0 0 0,0 0 0,0 0 0,-1 0 0,1 0 0,0 0 0,0 0 0,0 0 0,0 0 0,0 0 0,-1 0 0,1 0 0,0 0 0,0 0 0,0 0 0,0 0 0,0 0 0,-1 0 0,1 0 0,0 0 0,0 0 0,0 0 0,0 0 0,0 1 0,0-1 0,-1 0 0,1 0 0,0 0 0,0 0 0,0 0 0,0 0 0,0 0 0,0 1 0,0-1 0,0 0 0,-1 2 0,0 1 0,0-1 0,0 0 0,0 1 0,1-1 0,-1 0 0,1 1 0,0 2 0,-2 256 0,3-232 0,15 226 0,-4-78 0,-11-177 0,-1 6 0,0 1 0,0 0 0,-2 10 0,2-16 0,0 0 0,0 0 0,-1 0 0,1 0 0,0-1 0,-1 1 0,1 0 0,-1 0 0,1 0 0,-1 0 0,1-1 0,-1 1 0,1 0 0,-1-1 0,0 2 0,0-2 0,0 0 0,1 1 0,-1-1 0,1 0 0,-1 0 0,0 0 0,1 0 0,-1 0 0,0 0 0,1 0 0,-1 0 0,0 0 0,1 0 0,-1 0 0,1 0 0,-1-1 0,0 1 0,1 0 0,-1 0 0,1-1 0,-1 1 0,1 0 0,-1-1 0,1 1 0,-2-1 0,-2-3 0,-1 0 0,1 0 0,0 0 0,0-1 0,0 1 0,1-1 0,-1 0 0,1 0 0,-4-9 0,-19-53 0,22 55 0,-1-2 17,1 0 0,0 0 1,1-1-1,1 1 0,0-1 0,1-14 0,1 24-37,0 0 0,1 0 0,-1 0 0,1 0-1,1 0 1,-1 0 0,1 1 0,-1-1 0,4-5 0,-3 7-60,0 0-1,0 1 1,0-1 0,0 1 0,0 0-1,1-1 1,-1 1 0,1 0 0,-1 0-1,1 1 1,0-1 0,-1 0 0,1 1-1,0 0 1,6-2 0,4 0-6746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5.4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17 24575,'-16'-4'0,"-4"0"0,-22-3 0,37 6 0,-1 1 0,1 0 0,-1 0 0,0 0 0,1 1 0,-1 0 0,0 0 0,-8 3 0,12-3 0,0-1 0,1 1 0,-1 0 0,0 0 0,1 0 0,-1 0 0,1 0 0,-1 0 0,1 1 0,0-1 0,-1 0 0,1 1 0,0-1 0,0 1 0,0-1 0,0 1 0,0 0 0,-1 2 0,1-1 0,1 0 0,-1 0 0,1 0 0,0 0 0,-1 0 0,1 0 0,1 0 0,-1 0 0,0 0 0,2 5 0,1 2 0,0-1 0,1 1 0,0 0 0,1-1 0,9 15 0,-3-9 17,0 0 0,0-2 1,2 1-1,-1-1 0,2-1 0,21 15 0,-24-18-182,2-2 0,-1 0 0,1 0 0,0-1 0,1-1 0,-1 0 0,1-1 0,23 4 0,-22-6-6661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5.7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77 24575,'-4'2'0,"0"0"0,1 0 0,-1 0 0,1 1 0,0-1 0,0 1 0,0 0 0,0-1 0,0 1 0,-2 5 0,4-7 0,0 0 0,0 0 0,1 1 0,-1-1 0,1 0 0,-1 1 0,1-1 0,0 1 0,0-1 0,-1 1 0,1-1 0,0 0 0,0 1 0,0-1 0,1 1 0,-1-1 0,0 1 0,0-1 0,1 0 0,-1 1 0,1-1 0,-1 1 0,1-1 0,0 0 0,0 0 0,-1 1 0,1-1 0,0 0 0,0 0 0,0 0 0,2 1 0,3 4 0,0-2 0,1 1 0,-1-1 0,1 0 0,0 0 0,0-1 0,0 0 0,1 0 0,-1-1 0,1 0 0,-1 0 0,1-1 0,0 1 0,0-2 0,0 1 0,12-2 0,-18 1 0,0 0 0,0 0 0,0 0 0,-1-1 0,1 1 0,0-1 0,0 1 0,0-1 0,-1 1 0,1-1 0,0 0 0,-1 0 0,1 0 0,-1 0 0,1 0 0,-1 0 0,0 0 0,1-1 0,-1 1 0,0 0 0,0-1 0,0 1 0,0-1 0,0 1 0,0-1 0,0 0 0,0 1 0,-1-1 0,1 0 0,-1 1 0,1-1 0,-1 0 0,1 0 0,-1 0 0,0 1 0,0-1 0,0 0 0,0 0 0,-1-2 0,0-2 0,0 0 0,0 0 0,-1 1 0,0-1 0,0 0 0,0 0 0,-1 1 0,0 0 0,0-1 0,-7-7 0,5 6-80,0 1 0,-1 0-1,0 0 1,0 0 0,-1 1-1,0 0 1,1 0 0,-2 1-1,1 0 1,0 0 0,-1 0 0,0 1-1,0 1 1,0-1 0,0 1-1,-15-2 1,11 4-6746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6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 24575,'9'1'0,"0"1"0,0-1 0,0 1 0,-1 1 0,1 0 0,0 0 0,-1 1 0,13 7 0,-11-6 0,1 0 0,0 0 0,0-1 0,18 4 0,-25-7 0,0 0 0,0-1 0,0 1 0,0-1 0,0 0 0,0-1 0,0 1 0,0-1 0,0 0 0,8-2 0,-10 2 0,0 0 0,1-1 0,-1 1 0,0-1 0,1 1 0,-1-1 0,0 0 0,0 0 0,0 0 0,-1 0 0,1 0 0,0 0 0,-1 0 0,0-1 0,1 1 0,-1-1 0,1-2 0,-1 1 0,1 0 0,0 0 0,0 0 0,0 0 0,1 1 0,3-6 0,-5 8 0,-1 1 0,1-1 0,0 0 0,0 1 0,0-1 0,0 0 0,0 1 0,0-1 0,0 1 0,0-1 0,0 1 0,0 0 0,0-1 0,0 1 0,0 0 0,0 0 0,0 0 0,1-1 0,-1 1 0,0 0 0,0 1 0,0-1 0,0 0 0,0 0 0,0 0 0,0 1 0,0-1 0,0 1 0,0-1 0,2 2 0,4 2 16,0 1 0,-1 0 0,0 0 0,0 1 0,0 0-1,-1 0 1,6 8 0,-5-6-264,-1-2-1,1 1 0,1 0 0,-1-1 1,14 10-1,-10-11-6577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6.6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0 24575,'-2'2'0,"-1"1"0,0-1 0,0 0 0,1 1 0,0 0 0,-1 0 0,1-1 0,0 1 0,0 1 0,1-1 0,-1 0 0,0 0 0,1 1 0,0-1 0,0 1 0,-1 4 0,2-2 0,-1-1 0,1 1 0,1 0 0,-1-1 0,1 1 0,0-1 0,0 1 0,0-1 0,4 9 0,2 1 0,0 0 0,1-1 0,1 0 0,0-1 0,0 0 0,16 17 0,-16-22 0,-7-6 0,1 0 0,-1-1 0,0 1 0,0 1 0,-1-1 0,1 0 0,0 0 0,-1 1 0,1-1 0,-1 1 0,2 3 0,-3-6 0,0 1 0,0-1 0,-1 1 0,1-1 0,0 0 0,0 1 0,0-1 0,0 1 0,-1-1 0,1 1 0,0-1 0,-1 0 0,1 1 0,0-1 0,-1 1 0,1-1 0,0 0 0,-1 1 0,1-1 0,0 0 0,-1 0 0,1 1 0,-1-1 0,1 0 0,-1 0 0,1 0 0,-1 0 0,1 1 0,-1-1 0,1 0 0,-1 0 0,0 0 0,-20 1 0,19-1 0,-179 0 123,65-1-1611,102 1-5338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6.9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24575,'12'32'0,"8"19"0,1 8 0,4 2 0,-1 0 0,-2-3 0,-2-3 0,-2-6 0,-3-7 0,-3-5 0,-3-7 0,-1-3 0,-1-3 0,-2-4 0,-2-5-8191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7.1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369 127 24575,'-20'-20'0,"-9"-7"0,-3 2 0,3 4 0,3 7 0,3 5 0,4 4 0,-1 3 0,1 2 0,1 1 0,-1 0 0,0 0 0,1 0 0,0-1 0,2 1 0,0-3 0,1-2 0,2 1-8191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7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92 282 24575,'-2'-1'0,"0"1"0,0 0 0,0-1 0,0 0 0,0 0 0,0 0 0,0 1 0,1-2 0,-1 1 0,0 0 0,0 0 0,1 0 0,-1-1 0,-1-2 0,-19-22 0,17 19 0,0-1 0,1 0 0,0 0 0,0-1 0,1 1 0,0-1 0,0 0 0,-1-11 0,2 5 0,0 1 0,1-1 0,1 1 0,2-22 0,-2 33-37,0 0 0,1 1 1,-1-1-1,1 0 0,0 1 0,0-1 0,0 1 0,0-1 0,0 1 0,1-1 0,-1 1 0,1 0 1,0 0-1,-1 0 0,1 0 0,0 0 0,0 0 0,0 0 0,0 1 0,1-1 0,-1 1 0,0-1 1,1 1-1,-1 0 0,1 0 0,-1 0 0,1 0 0,0 0 0,-1 1 0,1-1 0,0 1 0,-1 0 1,1 0-1,0 0 0,0 0 0,2 0 0,8 3-6789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7.9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185 46 24575,'-14'-6'0,"-56"-23"0,63 26 0,0 1 0,0 0 0,-1 1 0,1-1 0,0 2 0,0-1 0,-14 1 0,20 0 0,0 0 0,-1 1 0,1-1 0,0 0 0,-1 1 0,1-1 0,0 1 0,0-1 0,0 1 0,-1-1 0,1 1 0,0 0 0,0 0 0,0-1 0,0 1 0,0 0 0,0 0 0,0 0 0,1 0 0,-2 2 0,1-1 0,0 0 0,0 1 0,0-1 0,1 0 0,-1 1 0,1-1 0,-1 0 0,1 1 0,0-1 0,1 4 0,0 4 0,0 0 0,2-1 0,-1 1 0,6 12 0,-6-17 0,1 1 0,0-1 0,0 1 0,0-1 0,1 0 0,0 0 0,0 0 0,0-1 0,1 0 0,-1 1 0,1-2 0,0 1 0,0 0 0,1-1 0,-1 0 0,1 0 0,-1-1 0,1 1 0,7 1 0,-11-4 0,-1 0 0,1 1 0,-1-1 0,1 0 0,-1 0 0,1 0 0,0 0 0,-1-1 0,1 1 0,-1 0 0,1-1 0,-1 1 0,1 0 0,-1-1 0,1 0 0,-1 1 0,0-1 0,1 0 0,-1 0 0,2-1 0,-1 0 0,0-1 0,0 1 0,0 0 0,-1-1 0,1 1 0,-1-1 0,1 0 0,-1 1 0,2-7 0,0-2 0,-1-1 0,0 0 0,-1 1 0,1-17 0,-3 11 0,1 11 0,0 0 0,0 1 0,0-1 0,3-11 0,-3 17 0,0 0 0,0-1 0,0 1 0,0 0 0,0-1 0,0 1 0,1 0 0,-1-1 0,0 1 0,0 0 0,0 0 0,0-1 0,1 1 0,-1 0 0,0 0 0,0-1 0,1 1 0,-1 0 0,0 0 0,0 0 0,1-1 0,-1 1 0,0 0 0,1 0 0,-1 0 0,0 0 0,1 0 0,-1 0 0,0 0 0,1 0 0,10 4 0,10 16 0,-20-18 0,104 124-1365,-93-113-5461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8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24575,'0'10'0,"3"3"0,0 2 0,3 2 0,0-1 0,1 0 0,0 0 0,-1-1 0,0 1 0,0-1 0,-1-1 0,-2 1 0,-2-3-8191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8.3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24575,'5'-7'0,"2"-1"0,-1 4 0,-1 6 0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8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44 24575,'-3'3'0,"0"0"0,1 1 0,0-1 0,0 1 0,0-1 0,0 1 0,0 0 0,1 0 0,-1-1 0,-1 9 0,3-10 0,0-1 0,-1 0 0,1 1 0,0-1 0,0 0 0,0 1 0,0-1 0,0 0 0,0 1 0,0-1 0,0 0 0,1 0 0,-1 1 0,1-1 0,-1 0 0,1 0 0,-1 1 0,1-1 0,-1 0 0,1 0 0,0 0 0,0 0 0,0 0 0,0 0 0,0 0 0,0 0 0,0 0 0,0 0 0,0-1 0,0 1 0,0 0 0,0-1 0,0 1 0,1-1 0,-1 1 0,3 0 0,-3-1 0,1 0 0,-1 0 0,1 0 0,0 0 0,-1 0 0,1 0 0,-1-1 0,1 1 0,-1 0 0,1-1 0,-1 0 0,1 1 0,-1-1 0,1 0 0,-1 1 0,0-1 0,1 0 0,-1 0 0,0 0 0,0 0 0,1 0 0,-1-1 0,0 1 0,0 0 0,-1 0 0,1-1 0,0 1 0,1-2 0,2-6 0,0 0 0,0 0 0,3-13 0,-3 10 0,-3 8 0,1 0 0,-1 0 0,1-1 0,0 1 0,0 0 0,0 0 0,4-5 0,-5 8 0,0 0 0,-1 0 0,1 1 0,0-1 0,0 0 0,0 1 0,0-1 0,0 1 0,0-1 0,0 1 0,0-1 0,0 1 0,0 0 0,0-1 0,1 1 0,-1 0 0,0 0 0,0 0 0,0 0 0,0 0 0,0 0 0,0 0 0,0 1 0,1-1 0,-1 0 0,0 0 0,0 1 0,0-1 0,0 1 0,0-1 0,1 2 0,8 4-57,-1 0 0,-1 1-1,1 0 1,-1 0 0,-1 1 0,1 0-1,10 17 1,-7-12-850,-3-2-5919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9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40 24575,'3'-5'0,"11"-17"0,-13 21 0,0 0 0,-1 0 0,1 0 0,0 0 0,0 1 0,0-1 0,0 0 0,0 0 0,0 1 0,0-1 0,0 0 0,0 1 0,0-1 0,1 1 0,1-1 0,-3 1 0,1 0 0,-1 0 0,1 0 0,-1 0 0,1 1 0,-1-1 0,0 0 0,1 0 0,-1 1 0,1-1 0,-1 0 0,1 1 0,-1-1 0,0 0 0,1 1 0,-1-1 0,0 0 0,1 1 0,-1-1 0,0 1 0,0-1 0,1 1 0,-1-1 0,0 0 0,0 1 0,0-1 0,0 1 0,0-1 0,0 1 0,1-1 0,-1 1 0,0 0 0,1 20 0,-1-19 0,-1 75 0,0-41 0,1 0 0,6 39 0,-4-56 0,2 0 0,0 0 0,0 0 0,2-1 0,0 0 0,1 0 0,19 33 0,-15-35 40,0 0 0,16 17 0,-21-28-205,-1 1 0,1-1 0,0 0 0,1 0 0,-1 0 0,1-1 0,0 0 0,8 3 0,-3-3-6661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49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214 17 24575,'-27'-5'0,"-15"0"0,-2 2 0,3 2 0,7-1 0,9 2-8191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4:50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24575,'5'7'0,"4"8"0,1 4 0,1 1 0,1 0 0,-1-2 0,-3-3-8191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24575,'243'299'-1050,"-21"16"-417,-149-209 1321,240 291-2444,35-28 0,168 91 1267,30-36 975,-149-119 172,-12 13-340,-334-274 648,187 182 2369,-230-218-2014,-1 1 1,-1 0-1,10 15 0,-9-8-3054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474 159 24575,'-23'-21'0,"-8"-7"0,-55-39 0,77 62 0,-1 0 0,1 1 0,-1 0 0,0 0 0,0 1 0,0 1 0,0-1 0,0 2 0,-15-2 0,1-1 0,21 3 0,1 0 0,-1 0 0,1 1 0,-1-1 0,1 1 0,-1 0 0,0-1 0,1 1 0,-1 0 0,1 1 0,-1-1 0,0 0 0,1 1 0,-1-1 0,1 1 0,-1 0 0,1 0 0,-1 0 0,1 0 0,0 1 0,-1-1 0,-1 2 0,-9 10 0,0-1 0,1 2 0,0 0 0,1 0 0,1 1 0,0 0 0,1 1 0,1 0 0,0 0 0,2 1 0,-8 23 0,11-27 0,0 0 0,1 0 0,1 1 0,0-1 0,0 0 0,2 0 0,-1 1 0,2-1 0,0 0 0,0 0 0,1 0 0,1 0 0,0 0 0,1-1 0,0 0 0,11 18 0,-6-11 0,2 0 0,1-1 0,0-1 0,1 0 0,1-1 0,0 0 0,2-1 0,-1-1 0,2-1 0,29 18 0,-27-19 0,0-2 0,35 14 0,-48-21 0,0-1 0,0 0 0,0-1 0,0 1 0,1-1 0,-1-1 0,0 1 0,1-1 0,-1 0 0,0-1 0,0 0 0,10-2 0,-14 2 0,0-1 0,0 1 0,0-1 0,0 0 0,0 0 0,-1 0 0,1 0 0,-1 0 0,1 0 0,-1-1 0,0 1 0,0-1 0,0 1 0,0-1 0,-1 0 0,1 0 0,-1 0 0,1 0 0,1-6 0,-1 0 0,1-1 0,-2 1 0,1 0 0,-1-1 0,-1-16 0,-2 4 0,2 21 0,0 0 0,0 0 0,-1 1 0,1-1 0,0 0 0,0 0 0,-1 1 0,1-1 0,0 0 0,-1 0 0,1 1 0,0-1 0,-1 0 0,1 1 0,-1-1 0,0 1 0,1-1 0,-1 1 0,1-1 0,-1 1 0,0-1 0,1 1 0,-2-1 0,1 1 0,1 0 0,-1 1 0,1-1 0,-1 0 0,0 0 0,1 1 0,-1-1 0,1 0 0,-1 1 0,1-1 0,-1 1 0,1-1 0,-1 1 0,1-1 0,0 1 0,-1-1 0,1 1 0,0-1 0,-1 1 0,1-1 0,0 1 0,0-1 0,-1 1 0,1 0 0,0-1 0,0 1 0,0 0 0,0-1 0,0 2 0,-4 21 0,4-21 0,-2 15 0,2 1 0,1 25 0,0-35 0,0 0 0,0 0 0,1 0 0,0 0 0,1 0 0,0 0 0,5 10 0,-8-17 0,1 0 0,-1 0 0,1 0 0,0 0 0,-1 0 0,1 0 0,0 0 0,0 0 0,0 0 0,-1-1 0,1 1 0,0 0 0,0-1 0,0 1 0,0-1 0,2 2 0,-2-2 0,0 0 0,0 0 0,-1 0 0,1 0 0,0 0 0,0 0 0,0 0 0,-1 0 0,1 0 0,0-1 0,0 1 0,-1 0 0,1 0 0,0-1 0,-1 1 0,1-1 0,0 1 0,-1 0 0,2-2 0,0 1 0,0-1 0,-1 0 0,1-1 0,0 1 0,-1 0 0,1 0 0,-1-1 0,0 1 0,0-1 0,1 1 0,-2-1 0,2-4 0,0-4 0,-1 0 0,-1-1 0,0 1 0,0 0 0,-1 0 0,0 0 0,-1 0 0,-6-20 0,-2 2 0,-27-54 0,35 77 0,-1 1 0,-1-1 0,1 1 0,-1 0 0,0 0 0,0 1 0,0-1 0,-1 1 0,-5-5 0,8 8 0,0 0 0,0-1 0,0 1 0,0 0 0,0 0 0,0 0 0,0 1 0,-1-1 0,1 0 0,0 1 0,0-1 0,-1 1 0,1 0 0,0 0 0,-1 0 0,1 0 0,0 0 0,-1 0 0,1 1 0,0-1 0,0 1 0,-1 0 0,1-1 0,0 1 0,0 0 0,0 0 0,-3 3 0,-17 13 45,16-12-398,0 0 1,-1-1-1,-8 6 1,3-5-6474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29 178 24575,'7'21'0,"-7"-20"0,1 0 0,-1 0 0,1 1 0,-1-1 0,1 0 0,0 0 0,-1 0 0,1-1 0,0 1 0,0 0 0,0 0 0,0 0 0,0 0 0,0-1 0,1 2 0,-2-2 0,0-1 0,0 1 0,0 0 0,1 0 0,-1 0 0,0 0 0,0-1 0,0 1 0,0 0 0,0 0 0,0 0 0,0-1 0,0 1 0,0 0 0,0 0 0,0 0 0,0-1 0,0 1 0,0 0 0,0 0 0,0 0 0,0 0 0,0-1 0,0 1 0,-1 0 0,1 0 0,0 0 0,0-1 0,0 1 0,0 0 0,0 0 0,0 0 0,0 0 0,-1 0 0,1 0 0,0-1 0,0 1 0,0 0 0,-1 0 0,-5-9 0,6 9 0,-1-1 0,1 1 0,0-1 0,-1 1 0,1-1 0,-1 1 0,1 0 0,-1-1 0,1 1 0,-1 0 0,0-1 0,1 1 0,-1 0 0,1 0 0,-1 0 0,0 0 0,1-1 0,-1 1 0,1 0 0,-1 0 0,0 0 0,1 0 0,-1 0 0,1 0 0,-1 1 0,-1-1 0,1 1 0,1-1 0,-1 1 0,0 0 0,1-1 0,-1 1 0,1 0 0,-1-1 0,1 1 0,-1 0 0,1 0 0,-1 0 0,1 0 0,0-1 0,-1 1 0,1 2 0,-1 1 0,0 0 0,1 0 0,-1 1 0,1-1 0,0 0 0,1 9 0,3-1 0,0 1 0,0-1 0,1 0 0,1 0 0,0-1 0,1 0 0,0 0 0,0 0 0,1-1 0,11 11 0,-19-21 0,0 0 0,0 0 0,0 0 0,0-1 0,0 1 0,0 0 0,0 0 0,0 0 0,0 0 0,0 0 0,0 0 0,0 0 0,0 0 0,0 0 0,0 0 0,0 0 0,0 0 0,0 0 0,0 0 0,0 0 0,1 0 0,-1 0 0,0 0 0,0 0 0,0 0 0,0 0 0,0 0 0,0 0 0,0 0 0,0 0 0,0 0 0,0 0 0,0 0 0,0 0 0,1 0 0,-1 0 0,0 0 0,0 0 0,0 0 0,0 0 0,0 0 0,0 0 0,0 0 0,0 0 0,0 0 0,0 0 0,0 0 0,0 0 0,0 0 0,0 0 0,0 0 0,0 0 0,1 0 0,-1 0 0,0 0 0,0 0 0,0 1 0,0-1 0,0 0 0,-3-11 0,-8-18 0,9 25 0,-11-30 0,-1-1 0,1 0 0,1-1 0,2-1 0,-6-42 0,15 75 0,1 0 0,0 0 0,0 0 0,0 0 0,1 0 0,-1 1 0,1-1 0,0 0 0,0 0 0,0 0 0,1 0 0,-1 1 0,1-1 0,2-4 0,-2 7 0,-1-1 0,0 0 0,1 1 0,-1-1 0,1 1 0,0 0 0,-1 0 0,1-1 0,0 1 0,0 0 0,0 0 0,0 1 0,0-1 0,0 0 0,0 1 0,0-1 0,0 1 0,0 0 0,0-1 0,0 1 0,0 0 0,0 0 0,1 0 0,-1 1 0,0-1 0,0 1 0,0-1 0,2 2 0,9 3-1365,-3 1-5461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27 24575,'-17'4'0,"0"0"0,-24 10 0,37-12 0,0 0 0,0-1 0,0 2 0,1-1 0,-1 0 0,0 1 0,1 0 0,0 0 0,-1 0 0,1 0 0,1 0 0,-1 1 0,0-1 0,1 1 0,-3 4 0,4-5 0,0-1 0,1 0 0,0 1 0,-1-1 0,1 0 0,0 1 0,0-1 0,0 1 0,1-1 0,-1 0 0,0 1 0,1-1 0,0 0 0,-1 0 0,1 1 0,0-1 0,0 0 0,0 0 0,1 0 0,-1 0 0,0 0 0,1 0 0,-1 0 0,3 2 0,5 5 0,0-1 0,1 0 0,12 9 0,-19-16 0,6 6 0,1-2 0,-1 1 0,2-1 0,-1 0 0,0-1 0,1-1 0,0 1 0,13 1 0,-21-5 0,1 1 0,0-1 0,0 0 0,0 0 0,0 0 0,0-1 0,0 1 0,0-1 0,0 0 0,0 0 0,5-3 0,-6 3 0,-1-1 0,1 1 0,-1-1 0,0 0 0,0 1 0,0-1 0,0 0 0,0-1 0,-1 1 0,1 0 0,0 0 0,-1-1 0,0 1 0,0-1 0,1 1 0,-1-1 0,-1 0 0,2-3 0,-1 1 0,-1 0 0,1 0 0,-1-1 0,0 1 0,0 0 0,-1 0 0,0 0 0,0 0 0,0 0 0,0 0 0,-1 0 0,0 0 0,0 0 0,-4-7 0,0 1 0,-1 1 0,1 1 0,-2-1 0,1 1 0,-12-11 0,14 16 14,0-1-1,0 1 0,-1 0 0,1 1 1,-1-1-1,0 1 0,0 0 1,-10-3-1,14 5-75,-1 0 0,0 1 0,1-1 0,-1 1 1,1 0-1,-1 0 0,0 0 0,1 0 0,-1 0 0,0 1 0,1-1 0,-1 1 1,0 0-1,1-1 0,-1 1 0,1 0 0,0 1 0,-1-1 0,1 0 0,0 1 1,0-1-1,0 1 0,-4 3 0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24575,'5'14'0,"1"0"0,1-1 0,0 0 0,1 0 0,0-1 0,1 0 0,1 0 0,0-1 0,0-1 0,22 18 0,-28-25 0,-1 0 0,1 0 0,1-1 0,-1 0 0,0 0 0,0 0 0,1 0 0,-1-1 0,1 1 0,0-1 0,-1-1 0,7 2 0,-8-2 0,0 0 0,0-1 0,0 1 0,0-1 0,0 1 0,0-1 0,-1 0 0,1 0 0,0 0 0,-1 0 0,1-1 0,0 1 0,-1-1 0,1 1 0,-1-1 0,0 0 0,0 0 0,0 0 0,0 0 0,4-5 0,-2 1 0,1-1 0,-1 0 0,-1 0 0,1 0 0,-1 0 0,-1 0 0,1-1 0,-1 1 0,0-1 0,-1 1 0,0-1 0,0 0 0,-1 0 0,1 1 0,-2-10 0,18 104 0,-15-77 0,0-4-170,0 1-1,0 0 0,1-1 1,0 0-1,0 1 0,1-1 1,4 6-1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4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66 208 24575,'16'114'0,"22"102"0,-34-205 0,-4-17 0,-3-19 0,-25-99 0,16 80 0,2 0 0,2-1 0,-3-68 0,11 103 0,1 1 0,-1-1 0,2 1 0,-1-1 0,2 1 0,-1 0 0,1 0 0,0 0 0,8-13 0,-10 19 0,1 0 0,0 0 0,0 1 0,-1-1 0,2 1 0,-1-1 0,0 1 0,0 0 0,1 0 0,-1 0 0,1 0 0,0 0 0,0 0 0,0 1 0,-1 0 0,1-1 0,0 1 0,1 0 0,-1 0 0,0 1 0,0-1 0,0 1 0,0-1 0,1 1 0,-1 0 0,0 1 0,0-1 0,0 0 0,1 1 0,-1-1 0,5 3 0,-3-1 0,1 0 0,-1 0 0,0 1 0,1-1 0,-1 1 0,0 1 0,-1-1 0,1 1 0,0-1 0,-1 1 0,0 1 0,0-1 0,0 0 0,-1 1 0,5 8 0,-6-10 0,0 1 0,-1-1 0,1 1 0,-1 0 0,0-1 0,0 1 0,0 0 0,-1 0 0,1-1 0,-1 1 0,0 0 0,0 0 0,-1 0 0,1 0 0,-1-1 0,1 1 0,-1 0 0,0 0 0,-1-1 0,1 1 0,-1-1 0,1 1 0,-1-1 0,-4 6 0,2-5 0,-1 1 0,1-1 0,-1 0 0,0 0 0,0 0 0,0-1 0,0 1 0,0-1 0,-1-1 0,0 1 0,1-1 0,-1 0 0,0 0 0,-10 1 0,-9 1 0,0-1 0,-29 0 0,54-3 0,-27 1-1365,4-1-5461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5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198 723 24575,'-8'-7'0,"-53"-42"0,54 43 0,-1 1 0,0 1 0,0 0 0,0 0 0,0 0 0,-12-3 0,18 7 0,0-1 0,0 1 0,0-1 0,0 1 0,0 0 0,0 0 0,0 0 0,0 0 0,1 0 0,-1 0 0,0 0 0,0 1 0,0-1 0,0 1 0,0-1 0,0 1 0,0 0 0,1 0 0,-1 0 0,0 0 0,1 0 0,-1 0 0,1 0 0,-1 1 0,1-1 0,-1 1 0,-1 1 0,2 0 0,0-1 0,-1 1 0,1-1 0,0 1 0,0 0 0,1 0 0,-1 0 0,0-1 0,1 1 0,0 0 0,0 0 0,0 0 0,0 0 0,0 0 0,0 0 0,1-1 0,-1 1 0,2 4 0,0-1 0,1-1 0,-1 1 0,1 0 0,0-1 0,1 0 0,-1 1 0,1-1 0,0-1 0,0 1 0,0-1 0,1 1 0,0-1 0,0 0 0,10 6 0,-12-9 0,0 1 0,1 0 0,-1-1 0,1 1 0,-1-1 0,1 0 0,-1 0 0,1 0 0,0-1 0,0 0 0,-1 1 0,1-1 0,0 0 0,0-1 0,-1 1 0,1-1 0,0 1 0,-1-1 0,1 0 0,-1-1 0,1 1 0,-1 0 0,1-1 0,-1 0 0,0 0 0,3-2 0,-2 0 0,0 1 0,0-1 0,-1 0 0,0 0 0,0 0 0,0-1 0,-1 1 0,1-1 0,-1 1 0,0-1 0,0 0 0,0 0 0,-1 0 0,1-7 0,1-7 0,-1-1 0,0-27 0,-2 38 0,-1-35 0,-2 0 0,-2 0 0,-2 1 0,-2 0 0,-16-49 0,-5 6 0,-59-118 0,89 203 0,-1 0 0,1 0 0,-1 0 0,1 0 0,-1 0 0,0 0 0,1 0 0,-1 0 0,0 1 0,1-1 0,-1 0 0,-1-1 0,1 2 0,1 0 0,0 0 0,0 0 0,0 1 0,-1-1 0,1 0 0,0 0 0,0 0 0,0 0 0,-1 0 0,1 0 0,0 1 0,0-1 0,0 0 0,0 0 0,0 0 0,-1 1 0,1-1 0,0 0 0,0 0 0,0 0 0,0 1 0,0-1 0,0 0 0,0 0 0,0 0 0,0 1 0,0-1 0,0 0 0,0 0 0,0 1 0,0-1 0,0 0 0,0 1 0,0 31 0,0-31 0,4 36 0,1-1 0,19 66 0,33 67 0,-44-138 0,1 1 0,1-2 0,2 0 0,0-1 0,39 46 0,-43-59 0,1-1 0,0-1 0,1-1 0,1 0 0,0 0 0,0-2 0,1 0 0,1-1 0,0-1 0,37 14 0,-51-22 0,0 0 0,1 0 0,-1 0 0,0-1 0,0 1 0,0-1 0,1 0 0,-1 0 0,0-1 0,0 1 0,0-1 0,0 0 0,1 0 0,-1 0 0,-1-1 0,1 1 0,6-4 0,-6 2 0,1 0 0,-1-1 0,0 1 0,0-1 0,0 0 0,-1 0 0,1 0 0,-1 0 0,0-1 0,0 1 0,0-1 0,-1 0 0,3-7 0,0-2 0,0 0 0,-1-1 0,0 1 0,-1-1 0,-1 0 0,-1 0 0,0 0 0,-1 0 0,0 0 0,-1 0 0,-1 0 0,0 1 0,-1-1 0,-9-26 0,11 40 0,1-1 0,-1 1 0,0-1 0,1 1 0,-1-1 0,0 1 0,0-1 0,0 1 0,0 0 0,0 0 0,0-1 0,0 1 0,-1 0 0,1 0 0,0 0 0,-1 0 0,1 0 0,-1 1 0,1-1 0,-1 0 0,1 1 0,-1-1 0,1 1 0,-1-1 0,0 1 0,1 0 0,-1-1 0,0 1 0,1 0 0,-3 1 0,2-1 0,-1 0 0,1 1 0,0 0 0,-1 0 0,1-1 0,0 1 0,0 1 0,0-1 0,0 0 0,0 0 0,0 1 0,0-1 0,0 1 0,0 0 0,1-1 0,-1 1 0,1 0 0,-1 0 0,1 0 0,-2 3 0,-3 10 0,1 0 0,0 1 0,1-1 0,1 1 0,0 0 0,1 0 0,1 0 0,0 0 0,3 29 0,-1-38 0,0-1 0,1 1 0,0-1 0,0 0 0,0 1 0,1-1 0,-1 0 0,1-1 0,1 1 0,-1 0 0,1-1 0,0 0 0,1 0 0,-1 0 0,1 0 0,0-1 0,0 0 0,0 0 0,0 0 0,1-1 0,0 1 0,0-1 0,-1-1 0,2 1 0,-1-1 0,0 0 0,0 0 0,1-1 0,-1 0 0,1 0 0,-1-1 0,1 1 0,0-2 0,-1 1 0,1-1 0,-1 1 0,9-3 0,1-3-1365,-1 0-5461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6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63 568 24575,'0'1'0,"1"-1"0,0 1 0,-1 0 0,1-1 0,0 1 0,-1-1 0,1 1 0,0-1 0,0 1 0,0-1 0,-1 0 0,1 1 0,0-1 0,0 0 0,0 0 0,0 0 0,0 1 0,0-1 0,0 0 0,0 0 0,-1 0 0,1 0 0,0-1 0,0 1 0,1 0 0,0-1 0,-1 0 0,1 0 0,0 0 0,-1 0 0,1 0 0,-1 0 0,1 0 0,-1-1 0,0 1 0,1-1 0,0-1 0,3-4 0,-1 0 0,-1 0 0,1 0 0,4-14 0,-5 6 0,0 0 0,0 0 0,-2 0 0,0 0 0,0-1 0,-2 1 0,-2-22 0,-26-105 0,17 99 0,-3 1 0,-35-73 0,38 95 0,12 20 0,0-1 0,0 1 0,0 0 0,-1 0 0,1-1 0,0 1 0,0 0 0,0 0 0,-1-1 0,1 1 0,0 0 0,0 0 0,0 0 0,-1-1 0,1 1 0,0 0 0,0 0 0,-1 0 0,1 0 0,0 0 0,-1 0 0,1 0 0,0-1 0,0 1 0,-1 0 0,1 0 0,0 0 0,-1 0 0,1 0 0,0 0 0,-1 0 0,1 0 0,0 1 0,0-1 0,-1 0 0,1 0 0,0 0 0,-1 0 0,1 0 0,0 0 0,0 0 0,-1 1 0,1-1 0,0 0 0,0 0 0,0 0 0,-1 1 0,1-1 0,0 0 0,0 0 0,0 1 0,0-1 0,-1 0 0,1 0 0,0 1 0,0-1 0,0 0 0,0 1 0,0-1 0,0 0 0,0 0 0,0 1 0,0-1 0,0 0 0,0 1 0,0-1 0,0 1 0,-2 13 0,0 0 0,1 0 0,1 1 0,1 14 0,0 0 0,1 12 0,1-1 0,2 0 0,2 0 0,1 0 0,2-1 0,2 0 0,1-1 0,2 0 0,2-1 0,41 65 0,-54-95-105,1 0 0,-1 0 0,1-1 0,1 0 0,-1 0 0,1 0 0,0-1 0,0 1 0,1-1 0,0-1 0,0 0 0,13 7 0,-7-7-6721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9 24575,'-10'-2'0,"1"0"0,-1 0 0,1 1 0,-1 0 0,0 1 0,0 0 0,-16 2 0,23-1 0,0-1 0,0 1 0,1 0 0,-1 0 0,0 0 0,1 0 0,-1 0 0,0 1 0,1-1 0,0 1 0,-1-1 0,1 1 0,0 0 0,0 0 0,0 0 0,0 0 0,0 1 0,0-1 0,1 0 0,-1 1 0,1-1 0,-1 1 0,1 0 0,0-1 0,0 1 0,0 0 0,1 0 0,-1-1 0,0 7 0,1 1 0,-1 0 0,2 1 0,-1-1 0,2 0 0,-1 0 0,1 0 0,1 0 0,0 0 0,0 0 0,1-1 0,5 11 0,-7-16 0,1 0 0,-1-1 0,1 1 0,0 0 0,0-1 0,0 0 0,1 1 0,-1-1 0,1-1 0,-1 1 0,8 4 0,-8-6 0,1 0 0,-1 1 0,1-1 0,-1-1 0,1 1 0,0 0 0,-1-1 0,1 0 0,-1 0 0,1 0 0,0 0 0,-1-1 0,1 1 0,0-1 0,-1 0 0,6-2 0,-7 3 0,0-1 0,1 0 0,-1-1 0,0 1 0,1 0 0,-1-1 0,0 1 0,0-1 0,0 0 0,-1 1 0,1-1 0,0 0 0,-1 0 0,1 0 0,1-3 0,-1 1 0,-1 0 0,1 0 0,-1 0 0,1 0 0,-1-1 0,0 1 0,-1 0 0,1-6 0,-1 0 0,0-1 0,0 1 0,-2-1 0,1 1 0,-1 0 0,-6-16 0,7 23 0,-10-24 0,11 26 0,-1-1 0,0 1 0,0-1 0,0 1 0,0 0 0,0-1 0,0 1 0,0 0 0,-1 0 0,1 0 0,0 0 0,-1 0 0,-2-2 0,4 3 0,-1 0 0,1 0 0,0 0 0,-1 0 0,1 0 0,0 0 0,-1 0 0,1 0 0,0 0 0,-1 0 0,1 0 0,-1 0 0,1 0 0,0 0 0,-1 0 0,1 0 0,0 0 0,-1 0 0,1 0 0,0 0 0,-1 1 0,1-1 0,0 0 0,0 0 0,-1 0 0,1 1 0,0-1 0,-1 1 0,-4 11 0,3 16 0,2-27 0,0 7 0,1-1 0,0 0 0,1 0 0,-1 0 0,1 0 0,1-1 0,-1 1 0,1 0 0,1-1 0,-1 0 0,1 0 0,0 0 0,0 0 0,1 0 0,0-1 0,0 0 0,0 0 0,11 8 0,-12-11 0,-1 0 0,1-1 0,0 1 0,0 0 0,0-1 0,0 0 0,0 0 0,0 0 0,8 0 0,41-2 0,-28 0 0,-15 0 0,0 0 0,-1 0 0,1-1 0,0 0 0,0-1 0,-1 0 0,0 0 0,1-1 0,9-6 0,-13 6 0,0 1 0,0-2 0,0 1 0,0 0 0,-1-1 0,0 0 0,0-1 0,0 1 0,-1-1 0,1 0 0,-1 0 0,-1 0 0,5-9 0,-11 20 0,0 0 0,1 1 0,-4 9 0,5-11 0,0 1 0,0 0 0,1-1 0,0 1 0,0 0 0,0-1 0,2 7 0,-2-10 0,0 0 0,0 0 0,0 0 0,0 0 0,1 0 0,-1-1 0,0 1 0,1 0 0,-1 0 0,1 0 0,-1-1 0,1 1 0,-1 0 0,1 0 0,0-1 0,-1 1 0,1 0 0,0-1 0,0 1 0,-1-1 0,1 1 0,0-1 0,0 0 0,0 1 0,-1-1 0,1 0 0,0 1 0,0-1 0,0 0 0,0 0 0,0 0 0,0 0 0,0 0 0,0 0 0,0 0 0,-1 0 0,1 0 0,0 0 0,0 0 0,0-1 0,0 1 0,0 0 0,0-1 0,0 0 0,2 0 0,0 0 0,0-1 0,0 0 0,0 1 0,-1-1 0,1 0 0,-1-1 0,1 1 0,-1 0 0,0-1 0,0 1 0,0-1 0,0 0 0,-1 1 0,1-1 0,1-5 0,3-5 0,-2-1 0,5-22 0,1 0 0,-8 32 0,-1-1 0,1 1 0,-1 0 0,1-1 0,4-5 0,-6 9 0,1 1 0,-1 0 0,0-1 0,0 1 0,1 0 0,-1-1 0,1 1 0,-1 0 0,0-1 0,1 1 0,-1 0 0,0 0 0,1-1 0,-1 1 0,1 0 0,-1 0 0,1 0 0,-1 0 0,1 0 0,-1 0 0,1-1 0,0 2 0,0-1 0,-1 0 0,1 1 0,0-1 0,-1 0 0,1 1 0,0-1 0,-1 1 0,1-1 0,-1 1 0,1-1 0,-1 1 0,1-1 0,-1 1 0,1 0 0,-1-1 0,1 1 0,-1 1 0,6 10 0,-1 1 0,0 0 0,-1 0 0,-1 0 0,3 19 0,1-1 0,10 60 0,-3 0 0,-4 1 0,-4 0 0,-7 101 0,1-184 0,-1-1 0,0 1 0,-1 0 0,0 0 0,0-1 0,-1 0 0,-5 14 0,7-20 0,0-1 0,0 1 0,0 0 0,0-1 0,0 1 0,0-1 0,-1 1 0,1-1 0,-1 1 0,1-1 0,-1 0 0,1 0 0,-1 0 0,1 0 0,-1 0 0,0 0 0,0 0 0,0 0 0,1-1 0,-1 1 0,0-1 0,0 1 0,0-1 0,0 0 0,0 0 0,0 0 0,0 0 0,0 0 0,0 0 0,0 0 0,0-1 0,0 1 0,0-1 0,1 1 0,-1-1 0,0 0 0,0 0 0,0 0 0,-2-1 0,-4-4 0,0 1 0,0-1 0,1 0 0,-1-1 0,1 0 0,0 0 0,1-1 0,-10-15 0,6 9 0,2-1 0,0-1 0,1 1 0,-7-22 0,7 16 40,1-1 0,-5-33 0,11 49-146,-1-1 0,1 1 0,0-1 0,0 0 0,0 1 0,1-1-1,0 1 1,1-1 0,-1 1 0,1 0 0,0-1 0,1 1 0,3-6 0,2-1-6720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24575,'0'-15'0,"3"-2"0,3 4 0,0 6 0,2 10 0,0 7 0,1 4 0,1 5 0,-1 2 0,-2-3-8191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09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24575,'17'-29'0,"-12"20"0,0 0 0,0 1 0,7-8 0,-9 13 0,0 0 0,0 0 0,0 1 0,0-1 0,0 1 0,1 0 0,-1 0 0,1 0 0,-1 0 0,1 1 0,4-2 0,14-2 0,-1 1 0,0 0 0,40 0 0,5 6 0,70 11 0,-79-6 0,90 11-1365,-123-16-5461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38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9848 133 24575,'22'-2'0,"53"-7"0,-73 8 0,-5 0 0,-10 0 0,-20 0 0,-30 2 0,-91-2 0,97-6 0,36 4 0,-31-2 0,-66 7 0,-82-4 0,140-5 0,35 4 0,-29-2 0,29 4 0,-26-5 0,26 2 0,-27 1 0,-675 3 0,699 1 0,-29 6 0,-22 0 0,-233-7 0,214-8 0,7 1 0,-36 7 0,-118-6 0,-206-4 0,293 11 0,126-1 0,-259 9 0,-56-1 0,215-10 0,-46-7 0,55 4 0,-1-2 0,13-1 0,-127 6 0,117 4 0,-837-2 0,854 7 0,8 1 0,-283-9 0,363 1 0,1-2 0,-17-3 0,15 2 0,-26-2 0,-9 4 0,-115-6 0,-143 0 0,192 8 0,34-2 0,-92 2 0,105 6 0,-24 1 0,-248-8 0,246-8 0,6 1 0,-53 8 0,-67-3 0,149-5 0,-14 0 0,-167 7 0,225 1 0,-31 5 0,-10 2 0,-29-7 0,-73 7 0,79-2 0,-102-5 0,84-2 0,85 0 0,0-1 0,-17-3 0,16 2 0,-23-1 0,26 1 0,13 3 0,0 0 0,0 0 0,0 0 0,0 0 0,0 0 0,0 0 0,0 0 0,0-1 0,0 1 0,0 0 0,0 0 0,0 0 0,0 0 0,0 0 0,0 0 0,0-1 0,0 1 0,0 0 0,0 0 0,0 0 0,0 0 0,0 0 0,0 0 0,0 0 0,1 0 0,-1-1 0,0 1 0,0 0 0,0 0 0,0 0 0,0 0 0,0 0 0,0 0 0,0 0 0,0 0 0,0 0 0,1 0 0,-1 0 0,0 0 0,0-1 0,0 1 0,0 0 0,0 0 0,0 0 0,0 0 0,1 0 0,21-7 0,19 0 0,1 2 0,0 2 0,45 3 0,127 16 0,-69-3 0,-54-7 0,469 18 0,-526-24 0,267 8 0,-179 0 0,126-10 0,-133-5 0,53-1 0,-59 9 0,87-2 0,-123-6 0,22-1 0,506 9 0,-474 6 0,-3 1 0,83-8 0,338 8 0,-248 8 0,198-10 0,-302-7 0,-59-7 0,-11 1 0,298 7 0,-278 8 0,-21-1 0,43 0 0,30 1 0,319-8 0,-333-9 0,-101 3 0,63-8 0,57-2 0,-63 9 0,-3-1 0,598 8 0,-352 1 0,-278 7 0,-40-1 0,-4-1 0,45 3 0,-80-9 0,-1 1 0,32 6 0,-20-2 0,1-2 0,68-4 0,-40 0 0,-44 1-227,-1 0-1,1 1 1,-1 1-1,0 1 1,23 7-1,-28-6-6598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39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24575,'7'-4'0,"0"1"0,0 0 0,1 0 0,-1 1 0,1 0 0,-1 0 0,1 1 0,9-1 0,-12 2 0,0 0 0,0 1 0,0-1 0,0 1 0,0 0 0,0 1 0,0-1 0,-1 1 0,1 0 0,-1 0 0,1 1 0,-1-1 0,8 7 0,18 17 0,-2 1 0,-1 2 0,41 55 0,-45-55 0,315 444-1757,-231-315 1441,359 545-2397,19 29-162,146 113 809,-434-603 2239,201 259 342,-394-496-434,90 130 1526,-77-108-747,-2 0 0,0 2 0,11 33 0,-23-55-675,-1 0-1,1 1 1,-1-1-1,-1 1 1,0 0-1,0 0 0,0 0 1,-1 10-1,-3-3-6124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0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25 24575,'7'10'0,"1"0"0,0-1 0,1 0 0,0 0 0,1-1 0,0 0 0,0-1 0,0 0 0,1-1 0,0 0 0,0 0 0,1-2 0,0 1 0,0-1 0,14 2 0,-25-5 0,-1-1 0,1 0 0,-1 0 0,1 0 0,-1 0 0,1 1 0,0-1 0,-1 0 0,1 0 0,-1 0 0,1 0 0,0-1 0,-1 1 0,1 0 0,-1 0 0,1 0 0,-1 0 0,1-1 0,-1 1 0,1 0 0,0-1 0,-1 1 0,0-1 0,0 1 0,0 0 0,0-1 0,0 1 0,0-1 0,0 1 0,0-1 0,0 1 0,0 0 0,0-1 0,-1 1 0,1 0 0,0-1 0,0 1 0,0 0 0,-1-1 0,1 1 0,0 0 0,0-1 0,-1 1 0,1-1 0,-22-17 0,-5 2 0,-1 1 0,-31-13 0,-62-17 0,120 45 0,-3-2 0,1 1 0,-1 0 0,1 0 0,-1 1 0,1-1 0,-7 1 0,9 0 0,1 0 0,0 0 0,-1 0 0,1 0 0,-1 0 0,1 0 0,0 0 0,-1 0 0,1 1 0,-1-1 0,1 0 0,0 0 0,-1 0 0,1 1 0,0-1 0,-1 0 0,1 0 0,0 1 0,-1-1 0,1 0 0,0 1 0,0-1 0,-1 0 0,1 1 0,0 0 0,0 0 0,0 0 0,0 0 0,0 0 0,0 0 0,0 0 0,0 0 0,0 0 0,0 0 0,1-1 0,-1 1 0,0 0 0,1 0 0,-1 0 0,0 0 0,2 0 0,24 37-39,-19-30 82,-1 1 0,11 18 0,-15-24-140,-1 0 0,0 0 0,0 0 0,0 0 0,0 0 0,0 1 0,-1-1 0,1 0 0,-1 0 0,0 0 0,0 1 0,0-1 0,-1 0 0,0 5 0,-2 1-6729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1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1 664 24575,'0'1'0,"0"-1"0,0 0 0,0 1 0,0-1 0,0 0 0,0 1 0,0-1 0,1 0 0,-1 0 0,0 1 0,0-1 0,0 0 0,0 1 0,1-1 0,-1 0 0,0 0 0,0 0 0,1 1 0,-1-1 0,0 0 0,1 0 0,-1 0 0,0 1 0,0-1 0,1 0 0,-1 0 0,0 0 0,1 0 0,-1 0 0,0 0 0,1 0 0,-1 0 0,0 0 0,1 0 0,-1 0 0,0 0 0,1 0 0,-1 0 0,0 0 0,1 0 0,-1 0 0,0 0 0,1-1 0,-1 1 0,0 0 0,1 0 0,-1-1 0,18-7 0,-18 8 0,13-6 0,-1-1 0,0-1 0,-1 0 0,0 0 0,0-1 0,-1 0 0,0-1 0,0 0 0,14-21 0,-17 20 0,0 0 0,-1-1 0,0 0 0,-1 0 0,0 0 0,0-1 0,-2 1 0,0-1 0,0 0 0,1-26 0,-4 20 0,-1 1 0,-1-1 0,-1 1 0,0-1 0,-1 1 0,-1 0 0,-1 0 0,-12-23 0,3 10 0,-2 0 0,-1 1 0,-34-43 0,19 31 0,31 44 0,1 6 0,0 8 0,2 23 0,2 0 0,2-1 0,1 1 0,2-1 0,21 62 0,-19-75 0,0-1 0,2 0 0,18 27 0,-22-39 0,2 1 0,-1-1 0,2-1 0,-1 0 0,2 0 0,23 17 0,-25-22 0,0-1 0,1-1 0,0 1 0,-1-2 0,1 1 0,0-1 0,1-1 0,-1 0 0,0-1 0,1 0 0,-1-1 0,1 0 0,20-3 0,-27 2 0,0 0 0,0 0 0,0-1 0,0 0 0,0 0 0,0 0 0,0 0 0,-1-1 0,1 0 0,-1 0 0,1 0 0,4-5 0,-6 5 0,-1 0 0,0 0 0,0 0 0,0 0 0,0 0 0,0-1 0,-1 1 0,1 0 0,-1-1 0,0 1 0,0-1 0,0 1 0,-1-1 0,1 0 0,-1 1 0,0-1 0,0 0 0,-1-6 0,0 2 0,-1-1 0,0 1 0,-1 0 0,1 0 0,-2 0 0,1 0 0,-1 0 0,0 1 0,-1-1 0,-8-9 0,9 11 0,0 1 0,-1 0 0,0 0 0,0 1 0,0 0 0,-1-1 0,1 2 0,-1-1 0,0 1 0,0 0 0,0 0 0,-1 0 0,-11-2 0,16 4 0,1 1 0,-1 0 0,1-1 0,-1 1 0,1 0 0,-1 0 0,1 0 0,-1 0 0,1 1 0,0-1 0,-1 0 0,1 1 0,-1-1 0,1 1 0,-1-1 0,1 1 0,0-1 0,0 1 0,-1 0 0,1 0 0,-2 2 0,1-1 0,1-1 0,-1 2 0,1-1 0,0 0 0,0 0 0,0 0 0,0 0 0,0 1 0,1-1 0,-1 0 0,0 1 0,1 2 0,-1 5 0,1-1 0,0 0 0,1 1 0,0-1 0,0 0 0,3 10 0,-1-9 0,1 0 0,0 1 0,1-1 0,0-1 0,1 1 0,0-1 0,0 0 0,1 0 0,0-1 0,1 0 0,0 0 0,17 13 0,-15-14 0,0 1 0,1-2 0,0 1 0,0-2 0,1 0 0,0 0 0,-1-1 0,2 0 0,-1-1 0,0 0 0,14 1 0,-22-4 0,-1 0 0,1-1 0,-1 1 0,1 0 0,0-1 0,-1 0 0,1 0 0,-1 0 0,0 0 0,1-1 0,-1 1 0,0-1 0,0 0 0,0 0 0,0 0 0,0 0 0,0-1 0,-1 1 0,1-1 0,-1 1 0,1-1 0,-1 0 0,0 0 0,0 0 0,-1 0 0,1 0 0,0-1 0,-1 1 0,0 0 0,0-1 0,0 1 0,0-1 0,-1 0 0,1 1 0,-1-1 0,0-5 0,-1-7-1365,-2 2-5461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2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24575,'12'25'0,"96"230"0,-56-136 0,-39-89 0,1 0 0,1-2 0,1 0 0,23 30 0,-38-57-3,0 0-1,0 0 0,-1 0 1,1 0-1,0 0 0,0 0 1,0-1-1,0 1 0,0 0 1,0 0-1,0-1 0,0 1 1,1-1-1,-1 1 0,0-1 1,0 1-1,0-1 0,1 0 1,-1 1-1,0-1 0,2 0 1,-2 0 14,0-1 0,1 1 0,-1 0 0,0-1 0,0 0 1,0 1-1,0-1 0,0 1 0,0-1 0,0 0 0,0 0 0,0 0 0,0 0 1,0 0-1,0 0 0,0 0 0,0-1 0,3-5-258,0 0-1,-1 0 0,0 0 1,-1-1-1,4-10 1,-3 5-6579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0 24575,'-27'0'0,"-15"0"0,-5 0 0,1 0 0,3 0 0,6 3 0,4 0 0,6 0 0,2 2 0,3 0 0,3 0 0,4-2-8191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120 232 24575,'2'25'0,"0"11"0,2 0 0,1-1 0,14 49 0,-18-79 0,1-1 0,0 1 0,1 0 0,-1-1 0,1 1 0,0-1 0,0 0 0,0 0 0,5 5 0,-7-8 0,0 0 0,0 0 0,0-1 0,0 1 0,0 0 0,0-1 0,0 1 0,0-1 0,0 1 0,0-1 0,1 0 0,-1 1 0,0-1 0,0 0 0,0 0 0,0 0 0,1 0 0,0 0 0,-1 0 0,1-1 0,-1 1 0,1-1 0,-1 0 0,0 1 0,0-1 0,1 0 0,-1 0 0,0 0 0,0 0 0,0 0 0,0 0 0,0 0 0,0 0 0,0 0 0,-1-1 0,1 1 0,1-2 0,0-1 0,0-1 0,-1 1 0,1-1 0,-1 0 0,0 1 0,0-1 0,-1 0 0,1 1 0,-1-1 0,0 0 0,0 0 0,-2-9 0,-2-5 0,-11-34 0,13 44 0,-8-18 0,-1 0 0,0 1 0,-31-49 0,15 35 0,-50-57 0,64 80 0,-10-8 0,26 28 0,0 1 0,-1-1 0,1 1 0,2 6 0,6 7 0,11 14 0,1-1 0,1 0 0,2-2 0,53 45 0,-72-68 0,1 0 0,0-1 0,0 0 0,0 0 0,0 0 0,1-1 0,0 0 0,-1-1 0,1 0 0,0-1 0,0 0 0,0 0 0,12-1 0,-17 0 0,-1 0 0,1 0 0,0-1 0,-1 1 0,1-1 0,-1 0 0,1 0 0,-1-1 0,1 1 0,-1-1 0,1 1 0,-1-1 0,0 0 0,0-1 0,0 1 0,0 0 0,-1-1 0,1 1 0,-1-1 0,1 0 0,-1 0 0,0 0 0,0 0 0,0-1 0,-1 1 0,1 0 0,-1-1 0,1 1 0,-1-1 0,0 1 0,-1-1 0,1 0 0,-1 1 0,1-6 0,-2-79 0,0 78 0,3 30 0,1 1 0,1 0 0,0-1 0,8 21 0,1-7 0,27 56 0,-39-88-43,10 19-398,0-1 1,18 24-1,-22-36-6385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3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24575,'69'119'0,"-4"-7"0,-55-95 0,-2 1 0,0 1 0,-1-1 0,0 1 0,-2 1 0,0-1 0,-2 1 0,0 0 0,0 23 0,-3-41 0,0 1 0,0-1 0,1 1 0,-1-1 0,0 1 0,1-1 0,1 4 0,-2-5 0,0-1 0,1 0 0,-1 1 0,0-1 0,0 1 0,1-1 0,-1 0 0,1 1 0,-1-1 0,0 0 0,1 0 0,-1 1 0,1-1 0,-1 0 0,1 0 0,-1 0 0,1 1 0,-1-1 0,0 0 0,1 0 0,-1 0 0,1 0 0,-1 0 0,1 0 0,-1 0 0,1 0 0,-1 0 0,1 0 0,-1 0 0,1 0 0,-1-1 0,1 1 0,-1 0 0,1 0 0,-1 0 0,1-1 0,-1 1 0,0 0 0,1 0 0,-1-1 0,1 1 0,-1 0 0,0-1 0,1 0 0,13-8-85,0 0 0,1 1-1,0 0 1,1 1 0,0 1-1,0 0 1,0 1 0,1 1-1,-1 1 1,1 0 0,0 1-1,0 1 1,0 0 0,0 1-1,24 4 1,-24 0-6741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4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24575,'0'1'0,"1"24"0,4 25 0,0-32 0,1 1 0,0-1 0,1-1 0,1 1 0,14 21 0,57 79 0,-73-110 0,33 41 0,18 28 0,-36-45-1365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4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16 24575,'-30'-2'0,"-15"-2"0,-2 1 0,4 1 0,7 0 0,7 1 0,6 0 0,4 1 0,4 0 0,3 2 0,2 2 0,0-1 0,1 2 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4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77 277 24575,'1'1'0,"4"5"0,1 0 0,-1 0 0,-1 1 0,1 0 0,-1 0 0,-1 0 0,5 11 0,-8-18 0,1 1 0,-1-1 0,0 0 0,0 0 0,0 0 0,0 0 0,0 0 0,0 0 0,0 1 0,0-1 0,0 0 0,0 0 0,0 0 0,0 0 0,0 0 0,0 1 0,0-1 0,0 0 0,0 0 0,0 0 0,0 0 0,0 0 0,0 1 0,0-1 0,0 0 0,-1 0 0,1 0 0,0 0 0,0 0 0,0 0 0,0 0 0,0 1 0,0-1 0,0 0 0,0 0 0,-1 0 0,1 0 0,0 0 0,-7-1 0,-5-7 0,3 1 0,1 0 0,0 0 0,1-1 0,0 0 0,0 0 0,1-1 0,0 0 0,0 0 0,1 0 0,0-1 0,1 0 0,0 0 0,0 0 0,1 0 0,1 0 0,-1-1 0,2 0 0,-1 1 0,2-1 0,0-12 0,0 13 0,0-2 0,0 0 0,1 0 0,3-19 0,-3 28 0,0 0 0,0 0 0,0 0 0,0 0 0,0 1 0,0-1 0,1 0 0,-1 1 0,1-1 0,0 1 0,0-1 0,0 1 0,0 0 0,0 0 0,0 0 0,1 0 0,-1 0 0,1 1 0,4-4 0,-4 5 8,0-1-1,-1 1 1,1-1-1,-1 1 1,1 0-1,0-1 1,-1 2-1,1-1 1,0 0-1,-1 0 1,1 1-1,-1-1 1,1 1-1,-1 0 1,3 1-1,5 2-502,-1 0 0,13 9 0,-7-3-6331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29 24575,'-21'-6'0,"-51"-12"0,62 17 0,0-1 0,0 1 0,-1 1 0,-19 0 0,29 0 0,-1 0 0,1 0 0,0 1 0,-1-1 0,1 0 0,-1 0 0,1 1 0,0-1 0,-1 1 0,1-1 0,0 1 0,-1 0 0,1-1 0,0 1 0,0 0 0,0 0 0,-1 0 0,1 0 0,0 0 0,0 0 0,0 0 0,1 0 0,-1 0 0,0 0 0,0 1 0,1-1 0,-1 0 0,0 1 0,1-1 0,-1 0 0,1 1 0,0-1 0,0 1 0,-1-1 0,1 0 0,0 1 0,0-1 0,0 1 0,0-1 0,1 1 0,-1-1 0,0 0 0,1 2 0,1 3 0,-1-1 0,1 1 0,1-1 0,-1 0 0,1 0 0,0 0 0,0 0 0,1-1 0,5 7 0,-1-2 0,1-2 0,0 1 0,1-1 0,-1 0 0,1-1 0,18 8 0,-20-10 0,0-1 0,0 0 0,0-1 0,1 0 0,-1 0 0,1-1 0,0 0 0,-1 0 0,15-1 0,-19-1 0,-1 0 0,0 1 0,1-1 0,-1 0 0,0-1 0,1 1 0,-1-1 0,0 1 0,0-1 0,0 0 0,-1 0 0,1 0 0,0 0 0,-1-1 0,1 1 0,-1-1 0,0 1 0,0-1 0,0 0 0,0 0 0,0 0 0,1-4 0,-1 4 0,-1-1 0,1 0 0,-1 0 0,0 0 0,0 0 0,0 0 0,-1 0 0,1 0 0,-1 0 0,0 0 0,0-1 0,-1 1 0,1 0 0,-1 0 0,0 0 0,0 0 0,0 0 0,-2-4 0,12 42 0,-2-20-195,0 0 0,0 0 0,2 0 0,-1-1 0,2-1 0,13 15 0,-11-14-6631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24575,'18'25'0,"8"11"0,-1 2 0,-1-6 0,-8-10 0,-6-13 0,-8-9 0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5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0,-3 2 0,-1 0 0,-3 0 0,-1-3-8191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24575,'6'9'0,"8"10"0,1-1 0,30 31 0,-43-48 0,-1 0 0,0 1 0,1-1 0,-1 0 0,0 0 0,1 0 0,-1-1 0,1 1 0,-1 0 0,1-1 0,0 1 0,-1-1 0,1 1 0,0-1 0,-1 1 0,1-1 0,0 0 0,0 0 0,3 0 0,-4-1 0,1 0 0,-1 1 0,1-1 0,-1 0 0,1 0 0,-1 0 0,1 0 0,-1 0 0,0 0 0,0-1 0,1 1 0,-1 0 0,0 0 0,0-1 0,0 1 0,-1-1 0,1 1 0,0-1 0,1-2 0,5-18 0,-6 16 0,1 0 0,0 0 0,1 1 0,-1-1 0,1 0 0,5-6 0,-8 11 0,1 0 0,0 0 0,0 0 0,0 0 0,0 1 0,0-1 0,0 0 0,1 0 0,-1 1 0,0-1 0,0 1 0,0-1 0,1 1 0,-1 0 0,0-1 0,1 1 0,-1 0 0,0 0 0,1 0 0,-1 0 0,0 0 0,0 0 0,1 0 0,-1 0 0,0 1 0,1-1 0,-1 1 0,0-1 0,0 1 0,1-1 0,-1 1 0,0-1 0,0 1 0,0 0 0,1 1 0,14 9 0,-2 0 0,0 1 0,24 26 0,13 11 0,-48-46-76,10 8-353,-1 0-1,19 20 0,-25-22-6396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6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24575,'10'20'0,"6"12"0,2 8 0,1 2 0,0 1 0,-1-1 0,-1-1 0,2-1 0,0-1 0,-1-2 0,-1-2 0,0-2 0,-4-4 0,-1-5 0,-3-3 0,-3-3 0,-2-5-8191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0 256 24575,'19'7'0,"-1"-1"0,1-1 0,0-1 0,0-1 0,35 2 0,-48-5 0,-1-1 0,1 0 0,-1-1 0,0 1 0,0-1 0,1 0 0,-1 0 0,0-1 0,0 0 0,-1 1 0,1-2 0,-1 1 0,7-6 0,-6 4 0,1 0 0,-1-1 0,0 0 0,0 0 0,-1 0 0,1-1 0,-1 1 0,-1-1 0,4-8 0,-4 2 0,0 1 0,-1 0 0,0 0 0,-1-1 0,0 1 0,-1-1 0,0 1 0,-1-1 0,-1 1 0,-6-23 0,-1 16 0,3 16 0,6 3 0,-1 0 0,1 0 0,0 1 0,-1-1 0,1 0 0,0 1 0,-1-1 0,1 0 0,0 1 0,0-1 0,-1 0 0,1 1 0,0-1 0,0 1 0,0-1 0,-1 1 0,1-1 0,0 0 0,0 1 0,0 0 0,-2 8 0,1 1 0,0-1 0,1 1 0,0-1 0,0 1 0,1-1 0,0 0 0,3 10 0,23 75 0,-26-92 0,10 31 0,22 44 0,-26-64 0,-1-1 0,2 0 0,0-1 0,0 0 0,1 0 0,16 15 0,-20-22 0,0-1 0,1 1 0,-1-1 0,1 0 0,0 0 0,0 0 0,0-1 0,0 0 0,1 0 0,-1-1 0,0 0 0,1 0 0,-1 0 0,1-1 0,-1 0 0,8-1 0,-9 1 0,0-1 0,-1 1 0,1-1 0,-1 0 0,1-1 0,-1 1 0,0-1 0,0 0 0,1 0 0,-1 0 0,-1-1 0,1 1 0,0-1 0,0 0 0,-1 0 0,0 0 0,0 0 0,1-1 0,-2 1 0,1-1 0,0 0 0,-1 0 0,3-6 0,-4 8 0,0-1 0,0 0 0,1 0 0,-1 0 0,1 1 0,2-4 0,-4 6 0,0 0 0,0 0 0,1 0 0,-1-1 0,0 1 0,0 0 0,1 0 0,-1 0 0,0 0 0,1-1 0,-1 1 0,0 0 0,0 0 0,1 0 0,-1 0 0,0 0 0,1 0 0,-1 0 0,0 0 0,0 0 0,1 0 0,-1 0 0,0 0 0,1 0 0,-1 0 0,1 0 0,0 1 0,-1-1 0,1 1 0,0 0 0,0-1 0,-1 1 0,1 0 0,-1-1 0,1 1 0,0 0 0,-1 0 0,0 0 0,1-1 0,0 3 0,7 14 0,-2-1 0,1-2 0,17 28 0,-22-39 0,0 0 0,1 0 0,-1 0 0,1 0 0,0 0 0,0-1 0,0 1 0,0-1 0,0 0 0,0 0 0,1 0 0,-1 0 0,1-1 0,-1 1 0,1-1 0,0 0 0,6 1 0,-9-1 3,0-1 0,0 0-1,0 0 1,0 0 0,0 0 0,0 0-1,0 0 1,0 0 0,0 0-1,0 0 1,0 0 0,0-1 0,0 1-1,0 0 1,0-1 0,0 1 0,0 0-1,0-1 1,-1 1 0,1-1-1,0 0 1,0 1 0,-1-1 0,1 0-1,0 1 1,-1-1 0,1 0-1,0 0 1,-1 0 0,1 1 0,-1-1-1,1 0 1,-1 0 0,0 0-1,1 0 1,-1 0 0,0 0 0,0 0-1,0 0 1,0 0 0,0 0 0,0 0-1,0-2 1,0 0-152,-1-1 1,1 0-1,-1 0 1,0 0-1,0 1 1,-1-1-1,1 0 1,-1 1-1,-3-7 1,-1 2-6678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7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24575,'7'12'0,"6"8"0,0 1 0,0 1 0,-2-1 0,0-2 0,-2-1 0,-3-5-8191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7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 24575,'-3'-3'0,"0"2"0,0 4 0,0 4 0,1 5 0,1 4 0,1 1 0,-1-2-8191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8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135 27 24575,'-4'-3'0,"0"-1"0,0 1 0,0 0 0,0 0 0,-1 0 0,-7-3 0,12 6 0,-1 0 0,0-1 0,1 1 0,-1 0 0,1 0 0,-1 0 0,0 0 0,1 0 0,-1-1 0,1 1 0,-1 0 0,0 1 0,1-1 0,-1 0 0,1 0 0,-1 0 0,0 0 0,1 0 0,-1 0 0,1 1 0,-1-1 0,1 0 0,-1 1 0,0-1 0,0 1 0,1 0 0,-1 1 0,1-1 0,-1 0 0,1 0 0,0 0 0,-1 0 0,1 0 0,0 1 0,0-1 0,0 0 0,0 0 0,0 0 0,0 1 0,0-1 0,0 0 0,1 0 0,-1 2 0,3 5 0,-1 1 0,1 0 0,0-1 0,1 0 0,0 0 0,0 0 0,7 10 0,43 51 0,-37-49 0,-2-5 0,7 6 0,-21-19 0,0-1 0,0 0 0,0 1 0,0-1 0,0 0 0,-1 1 0,1-1 0,0 1 0,-1-1 0,1 1 0,-1 0 0,1 2 0,-1-3 0,0 0 0,0 0 0,-1 0 0,1 0 0,0 0 0,-1 0 0,1 0 0,-1 0 0,1 0 0,-1-1 0,1 1 0,-1 0 0,0 0 0,1-1 0,-1 1 0,0 0 0,0-1 0,1 1 0,-1-1 0,0 1 0,0-1 0,0 1 0,0-1 0,0 1 0,0-1 0,-1 1 0,-28 6 0,26-6 0,-154 24-1365,137-22-5461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9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48 138 24575,'117'250'0,"-93"-198"0,-19-40 0,-3-7 0,0 0 0,1 0 0,-1 0 0,1 0 0,6 7 0,-9-12 0,0 1 0,0-1 0,0 0 0,0 0 0,0 0 0,0 0 0,0 0 0,0 0 0,0 1 0,0-1 0,0 0 0,0 0 0,0 0 0,0 0 0,0 0 0,0 0 0,0 0 0,1 0 0,-1 0 0,0 1 0,0-1 0,0 0 0,0 0 0,0 0 0,0 0 0,0 0 0,0 0 0,1 0 0,-1 0 0,0 0 0,0 0 0,0 0 0,0 0 0,0 0 0,0 0 0,1 0 0,-1 0 0,0 0 0,0 0 0,0 0 0,0 0 0,0 0 0,0 0 0,0 0 0,1 0 0,-1 0 0,0 0 0,0 0 0,0 0 0,-2-8 0,-6-11 0,-82-119 0,34 56 0,46 65 0,0 0 0,0-1 0,-11-32 0,19 43 0,-1 0 0,2 0 0,-1 0 0,1 0 0,0-1 0,0 1 0,1-1 0,0 1 0,0 0 0,1-1 0,0 1 0,0 0 0,3-10 0,-3 16 0,-1-1 0,1 0 0,0 0 0,0 1 0,0-1 0,0 1 0,0-1 0,1 1 0,-1-1 0,0 1 0,1 0 0,-1-1 0,0 1 0,1 0 0,0 0 0,-1 0 0,4-1 0,-2 1 0,0 0 0,1 0 0,-1 0 0,1 1 0,-1-1 0,1 1 0,-1 0 0,8 0 0,-2 1 0,-1 1 0,1 0 0,0 0 0,-1 1 0,1 0 0,13 7 0,-15-6 0,0 0 0,-1 1 0,1 0 0,-1 0 0,0 0 0,-1 1 0,1 0 0,-1 0 0,-1 0 0,7 10 0,-10-14 0,1 1 0,-1-1 0,0 0 0,0 1 0,0-1 0,0 1 0,-1-1 0,1 1 0,-1-1 0,1 1 0,-1-1 0,0 1 0,0 0 0,0-1 0,0 1 0,0 0 0,-1-1 0,1 1 0,-1-1 0,0 1 0,0-1 0,0 1 0,0-1 0,0 0 0,0 1 0,-1-1 0,1 0 0,-1 0 0,1 0 0,-1 0 0,0 0 0,0 0 0,0-1 0,-3 4 0,-1-2 7,1 0-1,0-1 1,0 1 0,-1-1-1,1 0 1,-1 0-1,0-1 1,0 0 0,0 0-1,-6 1 1,-10-1-266,-30-2-1,28 0-659,11 0-5907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49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243 211 24575,'-27'-19'0,"-1"0"0,0 1 0,-2 2 0,-43-18 0,70 33 0,0 0 0,-1 0 0,1 0 0,0 1 0,0-1 0,0 1 0,-1 0 0,1 0 0,0 0 0,-6 1 0,8-1 0,0 0 0,0 1 0,1-1 0,-1 0 0,0 1 0,0-1 0,0 1 0,0 0 0,1-1 0,-1 1 0,0 0 0,1-1 0,-1 1 0,0 0 0,1 0 0,-1 0 0,1-1 0,-1 1 0,1 0 0,0 0 0,-1 0 0,1 0 0,0 0 0,-1 0 0,1 0 0,0 0 0,0 0 0,0 0 0,0 0 0,0 0 0,0 0 0,0 0 0,0 0 0,1 0 0,-1 0 0,0 0 0,1 1 0,1 5 0,0-1 0,1 1 0,0-1 0,0 1 0,0-1 0,1 0 0,-1 0 0,2 0 0,-1 0 0,10 9 0,-6-7 0,0-1 0,1 0 0,0 0 0,0-1 0,0 0 0,15 6 0,-19-10 0,0 0 0,0 0 0,0-1 0,1 0 0,-1 0 0,1 0 0,-1 0 0,1-1 0,-1 0 0,1 0 0,8-2 0,-11 2 0,0-1 0,0 0 0,0 0 0,0 0 0,0 0 0,0-1 0,-1 1 0,1-1 0,0 1 0,-1-1 0,1 0 0,-1 0 0,0 0 0,1-1 0,-1 1 0,0 0 0,-1-1 0,1 1 0,0-1 0,-1 0 0,3-4 0,-1 0 0,-2 3 0,0 1 0,0 0 0,1 0 0,-1 0 0,1 0 0,0 0 0,2-2 0,-4 4 0,1 1 0,0-1 0,-1 1 0,1-1 0,0 1 0,0-1 0,-1 1 0,1 0 0,0 0 0,0-1 0,0 1 0,-1 0 0,1 0 0,0 0 0,0 0 0,0 0 0,0 0 0,-1 0 0,1 0 0,0 0 0,0 0 0,0 0 0,0 0 0,-1 1 0,1-1 0,0 0 0,0 1 0,-1-1 0,1 1 0,0-1 0,0 1 0,-1-1 0,1 1 0,0 0 0,5 4 0,0 0 0,-1 0 0,1 1 0,4 6 0,-8-9 0,1 1 0,-1-1 0,1 0 0,0 0 0,0 0 0,0 0 0,1 0 0,-1-1 0,1 1 0,-1-1 0,1 0 0,0 0 0,0-1 0,0 1 0,0-1 0,6 2 0,-5-3 0,0 1 0,0-1 0,1-1 0,-1 1 0,0-1 0,0 0 0,0 0 0,-1-1 0,1 1 0,0-1 0,0 0 0,-1 0 0,1-1 0,5-3 0,20-10 0,-27 15 0,0 0 0,0 0 0,0 0 0,0 1 0,0-1 0,-1 1 0,2-1 0,-1 1 0,0 0 0,0 1 0,0-1 0,0 0 0,0 1 0,-1-1 0,1 1 0,5 2 0,11 2 0,-19-5 0,0 0 0,1 0 0,-1 0 0,1 0 0,-1 0 0,0 0 0,1 0 0,-1 0 0,1 0 0,-1 0 0,0 0 0,1 0 0,-1-1 0,1 1 0,-1 0 0,0 0 0,1 0 0,-1-1 0,0 1 0,1 0 0,-1 0 0,0-1 0,0 1 0,1 0 0,-1-1 0,0 1 0,0 0 0,1-1 0,-1 1 0,0-1 0,0 1 0,0 0 0,0-1 0,1 1 0,-1-1 0,0 1 0,0 0 0,0-1 0,0 1 0,0-1 0,0 1 0,0-1 0,0 1 0,0 0 0,-1-1 0,1 1 0,0-1 0,-5-23 0,5 22 0,-7-20 0,-19-42 0,15 42 0,-10-35 0,20 53 20,1 1 0,-1-1 0,0 1 0,1-1 0,0-4 0,0 7-28,0 1-1,0 0 1,0-1-1,0 1 1,0 0 0,0-1-1,0 1 1,0 0 0,0-1-1,1 1 1,-1-1-1,0 1 1,0 0 0,0 0-1,0-1 1,1 1 0,-1 0-1,0-1 1,0 1-1,1 0 1,-1 0 0,0-1-1,1 1 1,0 0-56,-1 0 0,1 0-1,-1 0 1,1 0 0,0 0 0,-1 0 0,1 0-1,-1 0 1,1 1 0,-1-1 0,1 0 0,0 0-1,-1 1 1,1-1 0,-1 0 0,1 1 0,-1-1-1,1 0 1,0 2 0,7 5-6762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0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24575,'20'58'0,"18"77"0,-16-56 0,56 139 0,-73-207 0,0-1 0,1 0 0,0-1 0,0 1 0,11 10 0,-15-18 0,0 0 0,0 0 0,1 0 0,-1 0 0,0 0 0,1-1 0,0 1 0,-1-1 0,1 0 0,0 0 0,3 1 0,-4-1 0,0-1 0,0 0 0,0 0 0,0 0 0,0 0 0,0 0 0,-1 0 0,1-1 0,0 1 0,0-1 0,0 1 0,0-1 0,0 0 0,-1 0 0,1 1 0,0-1 0,-1-1 0,1 1 0,1-1 0,6-8-1365,-2 1-5461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24575,'-30'10'0,"-12"6"0,-3 0 0,6 0 0,8-2-8191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8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7527 164 24575,'-12'-6'0,"9"5"0,0 0 0,0 0 0,0-1 0,1 1 0,-1-1 0,0 0 0,1 0 0,-1 0 0,1 0 0,-5-5 0,5 5 0,1 0 0,-1 0 0,0 0 0,-1 0 0,1 0 0,0 0 0,-1 1 0,1-1 0,0 1 0,-1-1 0,0 1 0,-4-1 0,-38-8 0,23 6 0,-83-14 0,2 4 0,67 9 0,0 3 0,-67 2 0,38 1 0,23 0 0,-34-1 0,-80-9 0,82 3 0,-104 4 0,84 4 0,-883-2 0,857-8 0,9 1 0,-298 6 0,193 2 0,116 6 0,7 1 0,-297-7 0,186-2 0,77-7 0,8 1 0,-658 6 0,375 2 0,242 0 0,-173-3 0,224-5 0,-41 0 0,-603 7 0,738-1 0,1 0 0,-18-4 0,16 2 0,-24-2 0,-321 4 0,175 2 0,88-1-1365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5:59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24575,'0'-1'0,"0"1"0,0 0 0,0-1 0,-1 1 0,1 0 0,0-1 0,0 1 0,0 0 0,1-1 0,-1 1 0,0 0 0,0-1 0,0 1 0,0 0 0,0 0 0,0-1 0,0 1 0,0 0 0,1-1 0,-1 1 0,0 0 0,0 0 0,0-1 0,1 1 0,-1 0 0,0 0 0,0 0 0,1-1 0,-1 1 0,0 0 0,1 0 0,-1 0 0,0 0 0,0-1 0,1 1 0,0 0 0,0 0 0,0 1 0,0-1 0,0 0 0,0 0 0,0 1 0,0-1 0,0 1 0,0-1 0,0 1 0,1 0 0,20 20 0,34 48 0,3-3 0,72 62 0,-88-90 30,27 22-1425,-57-49-5431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0.7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10 24575,'58'9'0,"114"32"0,-104-22 0,-46-13 0,-18-5 0,-15-4 0,-220-64 0,212 61 0,15 4 0,-1 0 0,1 1 0,0-1 0,-1 1 0,0 1 0,1-1 0,-1 0 0,-8 1 0,12 1 0,0-1 0,0 0 0,0 1 0,0-1 0,0 1 0,0-1 0,0 1 0,1-1 0,-1 1 0,0 0 0,0-1 0,1 1 0,-1 0 0,0 0 0,1 0 0,-1-1 0,1 1 0,-1 0 0,1 0 0,-1 0 0,1 0 0,0 0 0,-1 0 0,1 0 0,0 0 0,0 0 0,0 0 0,0 0 0,0 0 0,0 0 0,0 0 0,0 0 0,0 0 0,1 2 0,0 3 0,0 1 0,0 0 0,5 10 0,26 60-1365,-29-65-5461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1.6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24 24575,'-35'-7'0,"9"1"0,0 2 0,-1 1 0,-34-1 0,56 5 0,1-1 0,0 1 0,0-1 0,-1 1 0,1 0 0,0 1 0,0-1 0,-5 3 0,8-3 0,0-1 0,0 1 0,0 0 0,0-1 0,0 1 0,0 0 0,1-1 0,-1 1 0,0 0 0,0 0 0,1 0 0,-1 0 0,0 0 0,1 0 0,-1 0 0,1 0 0,0 0 0,-1 0 0,1 0 0,0 0 0,-1 0 0,1 0 0,0 0 0,0 0 0,0 1 0,0-1 0,0 0 0,0 0 0,0 0 0,0 0 0,1 0 0,-1 0 0,0 0 0,1 0 0,-1 1 0,1 0 0,3 5 0,0 0 0,0-1 0,1 1 0,0-1 0,0 0 0,0 0 0,1-1 0,0 1 0,11 6 0,4 3 0,38 17 0,-34-19 0,8 3 0,0 2 0,50 36 0,-82-53 0,0-1 0,0 1 0,0 0 0,-1-1 0,1 1 0,0 0 0,0-1 0,-1 1 0,1 0 0,-1 0 0,1 0 0,-1 0 0,1 0 0,-1-1 0,1 1 0,-1 0 0,0 0 0,1 0 0,-1 0 0,0 0 0,0 0 0,0 2 0,0-2 0,-1 1 0,1-1 0,-1 0 0,1 0 0,-1 0 0,1 0 0,-1-1 0,0 1 0,1 0 0,-1 0 0,0 0 0,0 0 0,0-1 0,0 1 0,0 0 0,-2 0 0,-2 2 0,-1 0 0,0-1 0,0 0 0,0 0 0,0 0 0,-7 0 0,-11 1 0,1-2 0,-1 0 0,-29-4 0,52 3-44,-1 0 0,1 0 0,0 0 0,-1-1 0,1 1 0,0-1 0,-1 1 0,1-1 0,0 1 0,0-1 0,-1 0 0,1 1 0,0-1 0,0 0 0,0 0 0,0 0 0,0 0 0,0 0-1,0 0 1,0 0 0,0 0 0,1-1 0,-1 1 0,0 0 0,1 0 0,-1-1 0,1 1 0,-1 0 0,1-1 0,-1-2 0,0-7-6782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2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26 24575,'0'1'0,"0"0"0,-1-1 0,1 1 0,0 0 0,-1-1 0,1 1 0,0 0 0,0 0 0,0-1 0,0 1 0,0 0 0,0 0 0,0-1 0,0 1 0,0 0 0,0 0 0,0 0 0,0-1 0,0 1 0,1 0 0,-1-1 0,0 1 0,0 0 0,1 0 0,-1-1 0,1 1 0,-1-1 0,1 1 0,-1 0 0,1-1 0,-1 1 0,1-1 0,-1 1 0,2 0 0,21 18 0,-15-15 0,-1 0 0,1 0 0,0-1 0,0 0 0,0 0 0,0-1 0,1 0 0,-1 0 0,1-1 0,12 0 0,-18-1 0,0 0 0,0 0 0,0 0 0,0-1 0,0 1 0,0-1 0,0 0 0,0 0 0,0 0 0,0 0 0,0 0 0,0-1 0,0 1 0,-1-1 0,1 0 0,-1 0 0,1 0 0,-1 0 0,0 0 0,0-1 0,0 1 0,0-1 0,0 1 0,0-1 0,-1 0 0,1 1 0,-1-1 0,0 0 0,0 0 0,0 0 0,1-5 0,0-7 0,2-6 0,-4 21 0,0 0 0,0 0 0,0 0 0,0 0 0,0-1 0,0 1 0,0 0 0,0 0 0,0 0 0,0 0 0,1 0 0,-1 0 0,0-1 0,0 1 0,0 0 0,0 0 0,0 0 0,0 0 0,0 0 0,1 0 0,-1 0 0,0 0 0,0 0 0,0 0 0,0 0 0,0 0 0,1-1 0,-1 1 0,0 0 0,0 0 0,0 0 0,0 0 0,1 0 0,-1 0 0,0 1 0,0-1 0,0 0 0,0 0 0,1 0 0,5 5 0,3 11 0,-8-16 0,4 10-124,0 0 0,1-1 0,1 0 0,-1-1 0,1 1 0,1-1-1,0-1 1,0 1 0,0-1 0,10 6 0,-9-8-6702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2.7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24575,'18'35'0,"-4"-8"0,15 39 0,-19-37 0,25 64 0,-28-75 0,2 0 0,21 32 0,-30-49 0,1-1 0,-1 1 0,0-1 0,1 0 0,-1 1 0,1-1 0,-1 0 0,1 0 0,-1 1 0,0-1 0,1 0 0,-1 0 0,1 1 0,0-1 0,-1 0 0,1 0 0,-1 0 0,1 0 0,-1 0 0,1 0 0,-1 0 0,1 0 0,-1 0 0,1 0 0,-1 0 0,1 0 0,-1-1 0,1 1 0,-1 0 0,1 0 0,-1 0 0,1-1 0,-1 1 0,1 0 0,-1-1 0,1 1 0,-1 0 0,0-1 0,1 1 0,-1 0 0,1-1 0,-1 0 0,21-25 0,-12 16 0,-6 6 0,1 1 0,-1 0 0,1 0 0,0 0 0,0 0 0,1 1 0,-1-1 0,0 1 0,1 0 0,-1 1 0,1-1 0,0 1 0,0 0 0,-1 0 0,1 0 0,0 1 0,0 0 0,0 0 0,7 0 0,-8 1 0,0-1 0,0 1 0,0 0 0,0 0 0,0 1 0,0-1 0,0 1 0,-1 0 0,1 0 0,-1 0 0,1 0 0,-1 1 0,0-1 0,0 1 0,0 0 0,0 0 0,0 0 0,-1 0 0,1 0 0,-1 1 0,0-1 0,0 1 0,2 5 0,-2-5 0,-1 0 0,0 0 0,0 0 0,0 1 0,-1-1 0,1 0 0,-1 0 0,0 1 0,0-1 0,-1 0 0,1 0 0,-1 1 0,0-1 0,0 0 0,0 0 0,-1 0 0,1 0 0,-1 0 0,0 0 0,0-1 0,-1 1 0,1-1 0,-1 1 0,-5 4 0,4-3 0,-1-1 0,0 1 0,0-1 0,-1-1 0,1 1 0,-1-1 0,0 0 0,0 0 0,0-1 0,0 1 0,0-2 0,0 1 0,-1 0 0,1-1 0,-11 0 0,10 0-72,0-1 1,1 0-1,-1-1 0,0 1 0,1-1 0,-1 0 0,0-1 0,1 0 1,0 0-1,-1 0 0,1-1 0,0 0 0,0 0 0,0 0 0,1-1 1,-1 0-1,1 0 0,-9-9 0,4 2-6754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3.6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9 24575,'-6'-2'0,"0"0"0,-1 0 0,1 1 0,-1 0 0,0 1 0,1 0 0,-1 0 0,-7 1 0,11-1 0,0 1 0,1-1 0,0 1 0,-1 0 0,1 0 0,0 0 0,-1 1 0,1-1 0,0 0 0,0 1 0,0 0 0,0-1 0,0 1 0,0 0 0,1 0 0,-1 0 0,0 0 0,1 0 0,0 0 0,-1 1 0,1-1 0,0 0 0,-1 5 0,1-4 0,0 0 0,0 0 0,0-1 0,1 1 0,-1 0 0,1 0 0,0 0 0,0 0 0,0 0 0,0-1 0,0 1 0,0 0 0,1 0 0,0 0 0,-1 0 0,1-1 0,0 1 0,1 0 0,-1-1 0,2 4 0,1-1 0,0 0 0,1 0 0,0 0 0,0-1 0,0 1 0,0-1 0,9 5 0,38 19 0,1 2 0,-48-27 0,1 2 0,0-1 0,-1 0 0,0 1 0,0 0 0,5 7 0,-9-10 0,0-1 0,0 0 0,0 0 0,0 1 0,0-1 0,-1 1 0,1-1 0,0 0 0,-1 1 0,1-1 0,-1 1 0,0-1 0,1 1 0,-1 0 0,0-1 0,0 1 0,0-1 0,0 1 0,-1 1 0,1-2 0,-1 1 0,1-1 0,-1 0 0,0 0 0,0 1 0,1-1 0,-1 0 0,0 0 0,0 0 0,0 0 0,0 0 0,-1 0 0,1 0 0,0 0 0,0-1 0,-3 2 0,-2 0 0,0 1 0,0-1 0,0-1 0,0 1 0,-1-1 0,1-1 0,-11 1 0,-2-1 0,0-1 0,-21-3 0,32 2 0,0 0 0,0 0 0,0-1 0,0 1 0,1-2 0,-1 1 0,-8-7 0,13 9-58,-7-6-203,1 1-1,-1-1 1,1-1-1,-8-8 1,7 5-6565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3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24575,'7'20'0,"6"12"0,2 5 0,2 4 0,0 0 0,0-2 0,-1-2 0,0-3 0,0-2 0,-1-2 0,0-2 0,-3-5 0,-1-3 0,-2-5-8191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0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 4 24575,'-23'-3'0,"-9"3"0,-3 0 0,3 3 0,4 1 0,4 2 0,4 1 0,5 1 0,3-1 0,1-1 0,0 0 0,1 0-8191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3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24575,'0'5'0,"0"4"0,0 3 0,2 0 0,2 0 0,-1 1 0,2-3 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5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 24575,'5'-3'0,"2"3"0,-1 2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4.8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24575,'10'30'0,"6"15"0,2 5 0,2-1 0,-1-4 0,-2-5 0,0-3 0,0-7 0,-2-2 0,-3-4 0,0-4 0,-1-2 0,-1-2 0,-1-1 0,-1-1 0,0-2 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0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157 0 24575,'-10'0'0,"-6"0"0,-3 0 0,0 3 0,0 0 0,1 0 0,-2 0 0,1-1 0,3-1-8191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24575,'0'4'0,"0"3"0,0-1 0,0 0 0,0 0 0,1 0 0,3 11 0,-4-16 0,1 0 0,-1 1 0,1-1 0,-1 0 0,1 0 0,-1-1 0,1 1 0,0 0 0,0 0 0,-1 0 0,1 0 0,0-1 0,0 1 0,0 0 0,0 0 0,0-1 0,0 1 0,0-1 0,0 1 0,0-1 0,0 0 0,0 1 0,0-1 0,0 0 0,0 0 0,0 1 0,1-1 0,-1 0 0,0 0 0,0 0 0,0-1 0,0 1 0,0 0 0,0 0 0,0-1 0,1 1 0,-1 0 0,1-2 0,3 0 0,0 0 0,-1 0 0,1-1 0,-1 0 0,0 0 0,0 0 0,0 0 0,6-7 0,-6 6 0,0 0 0,0 0 0,1 0 0,-1 1 0,1 0 0,6-4 0,-9 7 0,-1-1 0,0 1 0,1 0 0,-1 0 0,0-1 0,1 1 0,-1 0 0,1 0 0,-1 0 0,0 0 0,1 1 0,-1-1 0,0 0 0,1 1 0,-1-1 0,0 0 0,1 1 0,-1 0 0,0-1 0,0 1 0,0 0 0,2 1 0,3 3 0,0 0 0,-1 0 0,6 7 0,4 4 0,19 12-1365,-25-20-5461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8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24575,'7'17'0,"0"0"0,7 32 0,-4-12 0,71 208 0,-32-106-1365,-44-125-5461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5.9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129 1 24575,'-10'0'0,"-6"0"0,-5 2 0,-2 1 0,1 3 0,2 0 0,3-1-8191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6.7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76 135 24575,'15'-14'0,"-8"8"0,-1 0 0,1-1 0,-1 1 0,0-1 0,-1-1 0,0 1 0,5-10 0,-9 15 0,-1 1 0,1 0 0,-1-1 0,0 1 0,1 0 0,-1-1 0,0 1 0,0 0 0,0-1 0,0 1 0,0-1 0,0 1 0,0 0 0,0-1 0,-1 1 0,1 0 0,0-1 0,-1 1 0,0 0 0,1-1 0,-2 0 0,1 0 0,-1 0 0,1 1 0,-1-1 0,1 0 0,-1 1 0,0 0 0,0-1 0,0 1 0,0 0 0,0 0 0,-4-2 0,1 2 0,1-1 0,-1 1 0,1 0 0,-1 0 0,1 1 0,-1-1 0,0 1 0,1 0 0,-1 0 0,0 1 0,1-1 0,-7 3 0,8-2 0,0 1 0,1-1 0,-1 1 0,0 0 0,1 0 0,-1 1 0,1-1 0,0 0 0,0 1 0,0-1 0,0 1 0,0 0 0,0 0 0,1-1 0,-1 1 0,1 0 0,0 0 0,0 1 0,0-1 0,0 5 0,-2 5 0,1 1 0,0-1 0,1 21 0,1-19 0,0-6 0,0 0 0,0 0 0,4 16 0,-4-22 0,1 0 0,0 0 0,0-1 0,0 1 0,0-1 0,1 1 0,-1-1 0,1 1 0,-1-1 0,1 0 0,0 0 0,0 0 0,0 0 0,0 0 0,0 0 0,4 2 0,5 2 0,0 0 0,0-1 0,1 0 0,23 6 0,52 7 0,-50-12 0,117 17-965,-145-22 565,5 0-6426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7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24575,'1'0'0,"1"0"0,-1 1 0,0-1 0,1 0 0,-1 1 0,1-1 0,-1 1 0,0 0 0,0-1 0,1 1 0,-1 0 0,0 0 0,0 0 0,0 0 0,0 0 0,2 2 0,14 21 0,-10-14 0,51 80 0,58 123 0,-104-190-455,-2 0 0,9 25 0,-15-33-6371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8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0 390 24575,'109'14'0,"-62"-7"0,-1-1 0,70-2 0,-110-5 0,1 1 0,-1-1 0,0 0 0,0 0 0,0-1 0,0 0 0,0 0 0,0 0 0,0-1 0,-1 0 0,1 0 0,-1 0 0,0-1 0,0 1 0,0-1 0,0-1 0,-1 1 0,0-1 0,0 1 0,0-1 0,0 0 0,-1-1 0,0 1 0,0-1 0,0 1 0,-1-1 0,1 0 0,-1 0 0,-1 0 0,1 0 0,-1 0 0,0 0 0,-1-1 0,0-11 0,0 5 0,-1 1 0,-1-1 0,0 0 0,-1 1 0,0 0 0,-10-22 0,-38-67 0,29 61 0,12 25 0,9 14 0,1 1 0,0 0 0,0 0 0,0 0 0,0-1 0,0 1 0,-1 0 0,1 0 0,0 0 0,0 0 0,0-1 0,-1 1 0,1 0 0,0 0 0,0 0 0,-1 0 0,1 0 0,0 0 0,0 0 0,0 0 0,-1 0 0,1 0 0,0 0 0,0 0 0,-1 0 0,1 0 0,0 0 0,0 0 0,-1 0 0,1 0 0,0 0 0,0 0 0,-1 0 0,1 0 0,0 0 0,0 0 0,-1 0 0,1 1 0,0-1 0,0 0 0,0 0 0,-1 0 0,1 0 0,0 0 0,0 1 0,0-1 0,0 0 0,0 0 0,-1 1 0,1-1 0,0 0 0,0 0 0,0 0 0,0 1 0,0-1 0,0 0 0,0 0 0,0 1 0,0-1 0,0 0 0,0 0 0,0 1 0,0-1 0,0 0 0,0 1 0,-1 8 0,1 0 0,0 0 0,0 0 0,1 0 0,0 0 0,1-1 0,3 11 0,-3-10 0,5 19 0,1 0 0,2 0 0,1-1 0,21 37 0,-12-29 0,1-1 0,46 53 0,-60-79 0,1 0 0,0 0 0,0-1 0,0 0 0,15 9 0,-20-14 0,1 0 0,-1 0 0,1-1 0,-1 1 0,1-1 0,0 1 0,0-1 0,0-1 0,0 1 0,0 0 0,0-1 0,0 0 0,0 0 0,0 0 0,0 0 0,0-1 0,0 0 0,4-1 0,-6 1 0,0 0 0,1 0 0,-1 0 0,0 0 0,0 0 0,-1 0 0,1-1 0,0 1 0,0-1 0,-1 0 0,1 1 0,0-1 0,-1 0 0,0 0 0,0 0 0,1 0 0,0-4 0,1-3 0,0 1 0,-1-1 0,2-13 0,-3 16 0,0 0 0,0-1 0,1 1 0,0 0 0,0 0 0,4-8 0,-6 13 0,1 0 0,0 1 0,-1-1 0,1 1 0,-1-1 0,1 1 0,0-1 0,-1 1 0,1-1 0,0 1 0,-1 0 0,1-1 0,0 1 0,0 0 0,-1 0 0,1-1 0,0 1 0,0 0 0,0 0 0,-1 0 0,1 0 0,0 0 0,0 0 0,0 0 0,-1 0 0,1 0 0,0 1 0,0-1 0,0 0 0,-1 0 0,1 1 0,0-1 0,-1 1 0,1-1 0,0 0 0,-1 1 0,1-1 0,1 2 0,2 1 0,1 1 0,-1 0 0,0 0 0,4 5 0,1 2 0,-1-1 0,1 0 0,16 15 0,-21-23 0,-1 1 0,1 0 0,0-1 0,-1 0 0,1 0 0,1 0 0,-1-1 0,0 1 0,0-1 0,0 0 0,9 1 0,-9-1 0,0-1 0,0 0 0,0 0 0,0 0 0,0 0 0,-1-1 0,1 0 0,0 1 0,0-1 0,-1-1 0,1 1 0,0 0 0,-1-1 0,0 0 0,1 0 0,-1 0 0,0 0 0,0-1 0,0 1 0,0-1 0,0 1 0,-1-1 0,1 0 0,-1 0 0,4-6 0,-5 7 0,0 1 0,0-1 0,0 0 0,1 1 0,-1 0 0,1-1 0,-1 1 0,1 0 0,-1-1 0,1 1 0,0 0 0,-1 0 0,1 1 0,0-1 0,0 0 0,0 0 0,0 1 0,3-1 0,-3 1 0,1 0 0,0 0 0,0 1 0,0-1 0,0 1 0,-1 0 0,1 0 0,0 0 0,-1 0 0,1 0 0,-1 1 0,5 1 0,-2 1-124,1 0 0,-1 0 0,0 0 0,0 1 0,-1-1 0,1 1-1,-1 0 1,0 1 0,0-1 0,3 6 0,-3 0-6702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8.2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24575,'0'-10'0,"0"0"0,0 3 0,0 5 0,0 7 0,0 6 0,0 5 0,0-1-8191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8.5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 13 24575,'-6'-13'0,"6"13"0,0 0 0,0 0 0,0 0 0,0 0 0,0 0 0,0 0 0,0 1 0,0-1 0,0 0 0,0 0 0,0 0 0,0 0 0,0 0 0,0 0 0,0 0 0,0 0 0,0 0 0,0 0 0,0 0 0,0 0 0,0 0 0,0 0 0,0 0 0,0 0 0,0 0 0,0 0 0,0 0 0,0 0 0,-1 0 0,1 0 0,0 0 0,0 0 0,0 0 0,0 0 0,0 0 0,0 0 0,0 0 0,0 0 0,0 0 0,0 0 0,0 0 0,0 0 0,0 0 0,0 0 0,0 0 0,0 0 0,0 0 0,0 0 0,0 0 0,0 0 0,0 0 0,-1 0 0,1 0 0,0 0 0,5 23 0,8 11 0,2 0 0,1-1 0,1-1 0,2-1 0,25 33 0,-42-62 0,-1 0 0,1 0 0,-1 0 0,0 0 0,0 0 0,0 0 0,0 0 0,0 0 0,0 0 0,0 0 0,0 3 0,-1-4 0,-1 0 0,1 0 0,0 0 0,-1 0 0,1 0 0,0 0 0,-1 0 0,1-1 0,-1 1 0,1 0 0,-1 0 0,0 0 0,1-1 0,-1 1 0,0 0 0,1-1 0,-1 1 0,0-1 0,0 1 0,0-1 0,0 1 0,1-1 0,-1 1 0,0-1 0,0 0 0,0 0 0,0 1 0,0-1 0,-1 0 0,-16 4 0,0-1 0,0 0 0,-24-1 0,-19 4 0,-27 9-1365,66-11-5461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09.8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76 133 24575,'2'18'0,"0"0"0,1 0 0,1 0 0,11 29 0,-11-33 0,9 22 0,3 0 0,0-1 0,2 0 0,38 52 0,-130-201 0,39 64 0,11 17 0,-34-62 0,52 84 0,1 0 0,0 0 0,1-1 0,1 0 0,0 0 0,0 0 0,1 0 0,1-1 0,0 1 0,0-14 0,1 24 0,0-1 0,1 1 0,-1-1 0,0 1 0,1-1 0,-1 1 0,1 0 0,0-1 0,0 1 0,0 0 0,0 0 0,0-1 0,1 1 0,-1 0 0,0 0 0,1 0 0,0 1 0,-1-1 0,1 0 0,0 1 0,0-1 0,0 1 0,0-1 0,0 1 0,0 0 0,4-1 0,-2 0 0,0 1 0,0 1 0,0-1 0,1 1 0,-1-1 0,0 1 0,0 1 0,0-1 0,1 0 0,-1 1 0,0 0 0,0 0 0,0 0 0,6 3 0,-3-1 0,-1 0 0,1 1 0,-1-1 0,0 1 0,0 0 0,0 1 0,-1-1 0,6 7 0,-10-10 0,1 1 0,-1 0 0,1 0 0,-1 0 0,0 0 0,1 0 0,-1 0 0,0 0 0,-1 1 0,1-1 0,0 0 0,-1 1 0,1-1 0,-1 0 0,1 1 0,-1-1 0,0 1 0,0-1 0,0 0 0,-1 1 0,1-1 0,-1 1 0,1-1 0,-1 0 0,0 1 0,1-1 0,-3 3 0,-1 1 13,1 0 0,-2 0-1,1 0 1,-1-1-1,1 0 1,-1 0 0,-1 0-1,-10 8 1,-4 0-654,-28 13-1,45-24 446,-6 2-6630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0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227 38 24575,'-36'-10'0,"9"3"0,1 0 0,-1 2 0,-43-3 0,68 8 0,0 0 0,1 0 0,-1 0 0,0 0 0,0 1 0,0-1 0,0 0 0,0 1 0,0-1 0,0 1 0,1 0 0,-1 0 0,0 0 0,1 0 0,-1 0 0,0 0 0,1 0 0,-2 2 0,2-2 0,0 0 0,1 0 0,-1 0 0,1 1 0,-1-1 0,1 0 0,-1 0 0,1 1 0,0-1 0,0 0 0,0 1 0,0-1 0,0 0 0,0 1 0,0-1 0,0 0 0,0 1 0,0-1 0,1 0 0,-1 0 0,1 1 0,-1-1 0,1 0 0,-1 0 0,1 0 0,1 2 0,2 3 0,0 0 0,1 0 0,0-1 0,0 1 0,1-1 0,-1-1 0,1 1 0,0-1 0,0 0 0,1 0 0,-1 0 0,1-1 0,0 0 0,0-1 0,8 3 0,-8-4 0,-1 1 0,0-1 0,1 0 0,-1-1 0,1 1 0,-1-1 0,13-2 0,-15 1 0,0 0 0,0 0 0,0 0 0,-1 0 0,1-1 0,-1 1 0,1-1 0,-1 0 0,0 0 0,0 0 0,1-1 0,-1 1 0,4-6 0,-5 5 0,1 0 0,-1-1 0,-1 1 0,1 0 0,0-1 0,-1 0 0,0 1 0,0-1 0,0 0 0,0 1 0,0-1 0,-1-6 0,2-4 0,-2 14 0,0 0 0,0 0 0,0 0 0,0 0 0,0-1 0,0 1 0,0 0 0,0 0 0,0 0 0,0 0 0,0 0 0,0 0 0,0 0 0,0 0 0,0 0 0,0 0 0,0 0 0,0 0 0,0-1 0,0 1 0,1 0 0,-1 0 0,0 0 0,0 0 0,0 0 0,0 0 0,0 0 0,0 0 0,0 0 0,0 0 0,0 0 0,0 0 0,0 0 0,0 0 0,0 0 0,0 0 0,0 0 0,1 0 0,-1 0 0,0 0 0,0 0 0,0 0 0,0 0 0,0 0 0,0 0 0,0 0 0,0 0 0,0 0 0,0 0 0,0 0 0,0 0 0,1 0 0,-1 0 0,0 0 0,0 0 0,0 0 0,0 0 0,0 0 0,0 0 0,5 6 0,2 9 0,-1-4 24,0 1 0,1-1 0,0-1 0,13 16 0,-15-21-173,0 0 1,0 0-1,0 0 1,1-1-1,0 1 1,0-2-1,0 1 1,0-1-1,12 5 1,-5-4-6678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0.6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1 133 24575,'10'8'0,"-3"-2"0,-1 0 0,1 0 0,1-1 0,-1-1 0,11 6 0,-18-10 0,0 0 0,0 0 0,0 0 0,1 1 0,-1-1 0,0 0 0,0 0 0,0 0 0,1 0 0,-1 0 0,0 0 0,0 0 0,1 0 0,-1 0 0,0 0 0,0 0 0,0 0 0,1 0 0,-1 0 0,0 0 0,0 0 0,1 0 0,-1 0 0,0 0 0,0 0 0,0 0 0,1-1 0,-1 1 0,0 0 0,0 0 0,0 0 0,0 0 0,1 0 0,-1-1 0,0 1 0,0 0 0,0-10 0,-11-17 0,9 22 0,-8-19 0,6 16 0,0 0 0,0-1 0,1 0 0,1 1 0,-1-1 0,1 0 0,0-13 0,2 21 0,0-1 0,0 1 0,0 0 0,0 0 0,0-1 0,1 1 0,-1 0 0,0 0 0,1 0 0,-1 0 0,1 0 0,0 0 0,-1 0 0,1 0 0,0 0 0,0 0 0,-1 0 0,1 0 0,0 0 0,0 0 0,0 1 0,0-1 0,0 0 0,0 1 0,0-1 0,0 1 0,1-1 0,-1 1 0,0-1 0,0 1 0,0 0 0,0-1 0,1 1 0,-1 0 0,0 0 0,0 0 0,1 0 0,-1 0 0,0 1 0,2-1 0,4 1 0,0 1 0,0-1 0,0 1 0,0 1 0,10 4 0,1 2-1365,-3-1-5461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0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24575,'5'12'0,"4"10"0,3 6 0,2 5 0,2 3 0,-1 0 0,1 1 0,0-1 0,-1 0 0,0-3 0,-2-1 0,-2-1 0,1-4 0,-2-3 0,-1-4 0,2-2 0,-2-5-8191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1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4 24575,'-22'-3'0,"-14"2"0,-4 2 0,1 2 0,6 1 0,7 0-8191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1.7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24575,'-1'1'0,"0"1"0,0-1 0,0 0 0,1 0 0,-1 0 0,0 1 0,1-1 0,-1 0 0,1 1 0,-1-1 0,1 0 0,0 1 0,-1-1 0,1 1 0,0-1 0,0 1 0,0-1 0,0 0 0,0 1 0,1-1 0,-1 1 0,0-1 0,1 1 0,-1-1 0,1 0 0,-1 1 0,1-1 0,-1 0 0,1 0 0,0 1 0,0-1 0,1 1 0,4 6 0,0-1 0,0 0 0,13 11 0,-14-14 0,15 14 0,29 20 0,-42-34 0,-1 0 0,0 0 0,1-1 0,0 0 0,0 0 0,0 0 0,0-1 0,0 0 0,15 2 0,-19-4 0,0 0 0,0 0 0,0 0 0,0-1 0,0 1 0,0-1 0,0 0 0,0 0 0,0 0 0,0 0 0,0 0 0,0-1 0,-1 1 0,1-1 0,0 0 0,-1 0 0,0 0 0,1 0 0,-1 0 0,0 0 0,0-1 0,0 1 0,0-1 0,2-3 0,-1-1 0,0 1 0,0-1 0,-1 1 0,0-1 0,0 0 0,0 0 0,-1 0 0,0 0 0,0-11 0,1 9 0,1 8 0,7 14 0,-6-6 0,18 22 0,45 48 0,-64-74-170,1 1-1,0-1 0,1 0 1,-1 0-1,0 0 0,1 0 1,5 2-1,2-1-6655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1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5 24575,'-4'-1'0,"-1"0"0,0 0 0,0 0 0,0 0 0,1 1 0,-1 0 0,-8 1 0,11-1 0,1 1 0,-1-1 0,1 0 0,0 1 0,-1 0 0,1-1 0,-1 1 0,1 0 0,0 0 0,0 0 0,-1 0 0,1 0 0,0 0 0,0 0 0,0 0 0,0 0 0,0 1 0,1-1 0,-1 0 0,0 0 0,0 1 0,1-1 0,-1 1 0,1-1 0,-1 1 0,1-1 0,-1 4 0,1 1 0,-1 0 0,1 0 0,1 0 0,-1 0 0,1 0 0,0 0 0,0 0 0,1 0 0,3 10 0,2 0 0,0 0 0,11 17 0,-10-20 0,1-1 0,1-1 0,15 16 0,-13-14 0,19 24 0,-30-37 0,0 1 0,-1 0 0,1 0 0,-1 0 0,1 0 0,-1 0 0,1 0 0,-1 0 0,1 0 0,-1 0 0,0 0 0,1 0 0,-1 0 0,0 0 0,0 0 0,0 0 0,0 1 0,0-1 0,0 0 0,0 0 0,-1 0 0,1 0 0,0 0 0,-1 1 0,0-1 0,0 1 0,0-1 0,0 0 0,0 0 0,0 0 0,0 0 0,-1 0 0,1 0 0,0 0 0,-1 0 0,1 0 0,-1-1 0,1 1 0,-3 0 0,-5 2 0,1-1 0,-1-1 0,0 1 0,-15-1 0,17-1-195,0 0 0,1 0 0,-1 0 0,0-1 0,0-1 0,-7-1 0,4-1-6631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24575,'3'13'0,"0"6"0,3 1 0,0-2 0,-1 0 0,1-4 0,0-2 0,-2-2-8191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24575,'2'7'0,"2"6"0,-1 2 0,-1 0-8191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2.9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 24575,'106'84'0,"-106"-83"0,1-1 0,-1 1 0,0-1 0,1 0 0,-1 1 0,1-1 0,-1 1 0,1-1 0,-1 0 0,1 1 0,0-1 0,-1 0 0,1 0 0,-1 0 0,1 1 0,0-1 0,-1 0 0,1 0 0,-1 0 0,1 0 0,0 0 0,-1 0 0,1 0 0,0 0 0,-1 0 0,1 0 0,-1-1 0,1 1 0,0 0 0,-1 0 0,1-1 0,-1 1 0,1 0 0,-1-1 0,1 1 0,-1 0 0,1-1 0,-1 1 0,1-1 0,-1 1 0,0 0 0,1-1 0,-1 1 0,1-1 0,-1 0 0,0 1 0,0-1 0,1 0 0,1-4 0,-1 0 0,1-1 0,-1 1 0,1-10 0,0 4 0,-1 3 0,1 0 0,0 0 0,0 0 0,7-15 0,-8 22 0,-1 0 0,1 0 0,0 0 0,-1 0 0,1 0 0,0 0 0,0 0 0,0 0 0,-1 0 0,1 0 0,0 0 0,1 0 0,-1 0 0,0 1 0,0-1 0,0 0 0,0 1 0,0-1 0,1 1 0,-1-1 0,0 1 0,0 0 0,1 0 0,-1-1 0,0 1 0,1 0 0,-1 0 0,0 0 0,1 0 0,-1 1 0,0-1 0,0 0 0,1 0 0,-1 1 0,0-1 0,0 1 0,1-1 0,-1 1 0,2 1 0,3 2 0,0 1 0,0 0 0,0 0 0,-1 0 0,0 0 0,0 1 0,8 11 0,16 19 0,24 18-1365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3.5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 24575,'6'-8'0,"-5"13"0,-4 20 0,2-20 0,0 5 0,1-1 0,0 1 0,0-1 0,1 1 0,0-1 0,0 1 0,1-1 0,0 0 0,1 0 0,0 0 0,1 0 0,0 0 0,0-1 0,0 1 0,12 14 0,-15-22 0,-1 0 0,1 0 0,0-1 0,-1 1 0,1 0 0,0 0 0,-1-1 0,1 1 0,0-1 0,0 1 0,0 0 0,0-1 0,-1 1 0,1-1 0,0 0 0,0 1 0,0-1 0,0 0 0,0 0 0,0 1 0,0-1 0,0 0 0,2 0 0,-2-1 0,0 1 0,0-1 0,1 1 0,-1-1 0,0 1 0,0-1 0,0 0 0,0 0 0,0 0 0,0 1 0,0-1 0,-1 0 0,1 0 0,0 0 0,1-2 0,1-2 0,-1 0 0,1-1 0,-1 1 0,0 0 0,0-1 0,-1 1 0,1-8 0,-1-18 0,-1 24 0,0 0 0,0 0 0,0 0 0,3-8 0,-3 15 0,0 0 0,-1 0 0,1 0 0,0-1 0,0 1 0,0 0 0,0 0 0,0 0 0,0 0 0,0-1 0,0 1 0,0 0 0,0 0 0,1 0 0,-1 0 0,0-1 0,0 1 0,0 0 0,0 0 0,0 0 0,0 0 0,0 0 0,0-1 0,0 1 0,0 0 0,1 0 0,-1 0 0,0 0 0,0 0 0,0 0 0,0 0 0,0 0 0,0-1 0,1 1 0,-1 0 0,0 0 0,0 0 0,0 0 0,0 0 0,1 0 0,-1 0 0,0 0 0,0 0 0,0 0 0,0 0 0,1 0 0,-1 0 0,0 0 0,0 0 0,0 0 0,5 10 0,2 16 0,49 295 0,-43-258 0,-3-16 0,-2 1 0,-2 1 0,0 50 0,-6-97 0,0 1 0,0-1 0,0 1 0,-1-1 0,1 1 0,-1-1 0,0 1 0,0-1 0,1 0 0,-1 1 0,-1-1 0,1 0 0,0 0 0,-1 0 0,-2 4 0,2-5 0,1 1 0,-1-1 0,0 0 0,0 0 0,1 0 0,-1 0 0,0-1 0,0 1 0,0 0 0,0-1 0,0 1 0,0-1 0,0 0 0,0 0 0,0 0 0,0 0 0,0 0 0,0 0 0,0 0 0,-3-1 0,-1-1 0,-1 1 0,1-1 0,0 0 0,0-1 0,0 1 0,1-1 0,-1 0 0,1-1 0,-1 1 0,1-1 0,0 0 0,0-1 0,-4-5 0,3 3 0,1 0 0,-1 0 0,2-1 0,-1 1 0,1-1 0,1 0 0,-1-1 0,-3-16 0,4 14 0,1-1 0,0 0 0,1 1 0,0-1 0,1 0 0,0 0 0,1 0 0,0 0 0,1 1 0,1-1 0,0 0 0,0 1 0,1 0 0,9-18 0,-7 18 30,1 0 0,1 0 0,9-11 0,-14 18-154,1 1 0,-1 0 1,1-1-1,-1 1 0,1 0 0,0 1 1,0-1-1,1 1 0,-1-1 0,0 1 1,9-2-1,-2 2-6702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4.2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20 24575,'-10'-5'0,"0"1"0,0 1 0,-12-2 0,19 4 0,0 0 0,0 1 0,-1 0 0,1-1 0,0 1 0,0 0 0,0 1 0,0-1 0,0 1 0,0-1 0,0 1 0,0 0 0,0 0 0,0 0 0,-3 2 0,5-2 0,0 0 0,0 0 0,0 0 0,0 0 0,0 0 0,0 0 0,0 0 0,0 0 0,1 0 0,-1 0 0,1 1 0,-1-1 0,1 0 0,-1 1 0,1-1 0,-1 0 0,1 1 0,0-1 0,0 0 0,0 1 0,0-1 0,0 0 0,0 1 0,0-1 0,0 0 0,1 1 0,0 1 0,0 4 0,2 0 0,-1 0 0,7 11 0,-8-14 0,10 16 0,0 0 0,1-1 0,18 21 0,48 49 0,-77-89 0,-1 1 0,1 0 0,0 0 0,0 0 0,0 0 0,-1 0 0,1 0 0,0 0 0,-1 0 0,1 0 0,-1 0 0,1 0 0,-1 0 0,0 0 0,1 0 0,-1 0 0,0 1 0,0-1 0,0 0 0,0 0 0,0 0 0,0 0 0,0 1 0,0-1 0,0 0 0,0 0 0,-1 0 0,1 0 0,-1 2 0,-1-1 0,1-1 0,0 1 0,-1-1 0,0 1 0,1-1 0,-1 0 0,0 1 0,1-1 0,-1 0 0,0 0 0,0-1 0,0 1 0,0 0 0,0 0 0,0-1 0,-3 1 0,-1 0 12,-1 0 0,0-1 0,0 0 0,0 0 0,0-1 0,0 0 0,0 0 0,0 0 0,-10-4 0,7 1-260,0 1 1,1-2-1,0 1 1,-1-1-1,-13-11 1,10 5-6579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4.8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24575,'0'3'0,"1"0"0,-1 1 0,1-1 0,0 0 0,0 0 0,0 0 0,0 0 0,0 0 0,1 0 0,0 0 0,-1 0 0,4 3 0,4 5 0,16 16 0,-9-11 0,-1 1 0,43 43 0,-52-54 0,1 0 0,0 0 0,1-1 0,-1-1 0,1 1 0,0-1 0,9 4 0,-15-8 0,0 1 0,-1-1 0,1 1 0,-1-1 0,1 0 0,0 0 0,-1 1 0,1-1 0,0 0 0,-1 0 0,1-1 0,0 1 0,-1 0 0,1-1 0,0 1 0,-1-1 0,1 1 0,-1-1 0,3-1 0,-2 0 0,0 1 0,0-1 0,0 0 0,0 0 0,-1 0 0,1 0 0,-1 0 0,1 0 0,-1 0 0,0-1 0,2-3 0,1-7 0,-1 1 0,0-1 0,-1 0 0,1-14 0,-3 21 0,2-92 0,-2 112 0,5 85 0,30 124 0,-29-200 0,16 84 0,-22-107 0,1 1 0,-1 0 0,0 0 0,0-1 0,0 1 0,0 0 0,0 0 0,0-1 0,0 1 0,0 0 0,0 0 0,0 0 0,0-1 0,0 1 0,-1 0 0,1 0 0,0-1 0,0 1 0,-1 0 0,1-1 0,-1 1 0,1 0 0,-1 0 0,0 0 0,0-1 0,0 0 0,1 0 0,-1 0 0,0 0 0,0 0 0,1 0 0,-1 0 0,0 0 0,1 0 0,-1 0 0,0 0 0,0 0 0,1-1 0,-1 1 0,0 0 0,1-1 0,-1 1 0,-1-1 0,-4-3 0,0 0 0,0-1 0,-8-7 0,-74-74-1365,73 69-5461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5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24575,'0'0'0,"0"0"0,0 0 0,0 0 0,0 0 0,0 0 0,0 0 0,0 0 0,0 0 0,0 0 0,0 0 0,0 0 0,0 0 0,0-1 0,0 1 0,0 0 0,0 0 0,0 0 0,0 0 0,1 0 0,-1 0 0,0 0 0,0 0 0,0 0 0,0 0 0,0 0 0,0 0 0,0 0 0,0 0 0,0 0 0,0 0 0,0 0 0,0 0 0,0-1 0,0 1 0,0 0 0,0 0 0,1 0 0,-1 0 0,0 0 0,0 0 0,0 0 0,0 0 0,0 0 0,0 0 0,0 0 0,0 0 0,0 0 0,0 0 0,0 0 0,0 1 0,0-1 0,1 0 0,-1 0 0,0 0 0,0 0 0,0 0 0,0 0 0,0 0 0,0 0 0,0 0 0,6 5 0,5 7 0,23 36 0,-24-32 0,0 0 0,2-1 0,-1-1 0,2 0 0,25 23 0,-36-36 0,1 1 0,-1 0 0,1-1 0,-1 0 0,1 0 0,0 1 0,-1-1 0,1-1 0,0 1 0,0 0 0,4 0 0,-6-1 0,0 0 0,0 0 0,0-1 0,0 1 0,0 0 0,0 0 0,0-1 0,0 1 0,0-1 0,0 1 0,0-1 0,0 1 0,0-1 0,0 1 0,0-1 0,-1 0 0,1 0 0,0 1 0,0-1 0,-1 0 0,1 0 0,-1 0 0,1 0 0,-1 0 0,1 0 0,-1 0 0,1 0 0,-1 0 0,0 0 0,1 0 0,-1 0 0,0 0 0,0-1 0,1-9 0,-1 1 0,0 0 0,0 0 0,-1 0 0,-1 0 0,1 0 0,-2 0 0,-5-17 0,-6-25 0,20 58 0,2 8 0,4 10 0,23 37 0,-28-51 0,0 0 0,1-1 0,0 0 0,0 0 0,1-1 0,11 8 0,-18-14 0,-1-1 0,1 0 0,0 0 0,0 0 0,-1 0 0,1 0 0,0 0 0,0-1 0,0 1 0,0 0 0,0-1 0,1 0 0,-1 1 0,0-1 0,0 0 0,0 0 0,3-1 0,-3 1 0,0-1 0,0 1 0,-1-1 0,1 0 0,0 0 0,-1 0 0,1 0 0,-1 0 0,1-1 0,-1 1 0,1 0 0,-1-1 0,0 1 0,1-1 0,0-2 0,3-5 0,0-1 0,-1 0 0,0 0 0,0-1 0,2-13 0,-4 14 0,0 4 0,-1 1 0,0 0 0,0 0 0,1 0 0,0 0 0,0 0 0,4-5 0,-5 9 0,0 0 0,-1 0 0,1 0 0,0 0 0,0 0 0,0 1 0,0-1 0,0 0 0,0 1 0,0-1 0,0 1 0,0-1 0,0 1 0,0-1 0,0 1 0,1 0 0,-1-1 0,0 1 0,0 0 0,0 0 0,1 0 0,-1 0 0,0 0 0,0 0 0,0 1 0,0-1 0,1 0 0,-1 0 0,0 1 0,0-1 0,0 1 0,0-1 0,0 1 0,1 0 0,6 3 0,-1 1 0,0 0 0,0 0 0,0 0 0,-1 1 0,0 0 0,10 11 0,34 54 0,-38-53 0,-3-3-1365,-1-2-5461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6.2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24575,'12'5'0,"0"1"0,0 1 0,-1 0 0,1 0 0,-2 1 0,1 0 0,-1 1 0,0 0 0,16 21 0,-11-12 0,-7-7 0,1-1 0,0 0 0,14 12 0,-22-21 0,-1-1 0,1 1 0,0-1 0,-1 1 0,1-1 0,0 1 0,0-1 0,-1 1 0,1-1 0,0 0 0,0 0 0,-1 1 0,1-1 0,0 0 0,0 0 0,0 0 0,0 0 0,-1 0 0,1 0 0,0 0 0,0 0 0,0 0 0,0 0 0,-1-1 0,2 1 0,0-1 0,-1 0 0,0 0 0,0 0 0,0 0 0,0 0 0,0 0 0,0 0 0,0 0 0,0-1 0,-1 1 0,1 0 0,0-1 0,0-1 0,2-4 0,-1 0 0,0 0 0,-1 0 0,2-13 0,-2 12 0,0 0 0,-1 1 0,0-1 0,-1 0 0,1 0 0,-1 1 0,-1-1 0,0 1 0,-3-10 0,8 26 0,-2-5 0,0 0 0,1 0 0,-1 0 0,1 0 0,0 0 0,0 0 0,0-1 0,0 1 0,0-1 0,6 7 0,-5-8 0,-1 0 0,1 0 0,0 0 0,0 0 0,-1 0 0,1-1 0,1 1 0,-1-1 0,0 0 0,0 0 0,0 0 0,0 0 0,1 0 0,-1-1 0,0 0 0,1 0 0,-1 0 0,1 0 0,-1 0 0,0 0 0,1-1 0,-1 0 0,0 0 0,0 0 0,7-2 0,-1-1 17,1 0 0,0 1 1,0 1-1,0 0 0,0 0 0,15 0 0,-21 2-42,0 0 0,1 0 0,-1 1-1,0 0 1,0-1 0,1 2 0,6 2 0,-8-3-61,-1 0 1,0 0-1,0 0 1,0 1-1,0-1 0,0 1 1,0 0-1,0-1 1,-1 1-1,1 0 0,-1 0 1,1 0-1,-1 0 1,2 4-1,1 3-6740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7.0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30 313 24575,'32'-23'0,"5"-3"0,-1-2 0,49-48 0,-83 74 0,1-1 0,-1 1 0,0-1 0,-1 1 0,1-1 0,0 0 0,-1 1 0,1-1 0,-1 0 0,0 0 0,0 0 0,0 0 0,0 0 0,-1-1 0,1 1 0,-1 0 0,0 0 0,0 0 0,0 0 0,0-1 0,0 1 0,-1 0 0,0 0 0,1 0 0,-3-4 0,1 2 0,0 1 0,-1-1 0,0 1 0,0 0 0,0 0 0,0 0 0,-1 0 0,1 0 0,-1 1 0,0-1 0,0 1 0,-1 0 0,1 0 0,-8-3 0,4 2 0,1 1 0,-1 1 0,1-1 0,-1 1 0,0 0 0,0 1 0,0 0 0,0 0 0,0 1 0,-15 1 0,20-1 0,-1 1 0,1-1 0,-1 1 0,1 0 0,-1 0 0,1 0 0,0 1 0,0-1 0,-1 1 0,1-1 0,0 1 0,0 0 0,1 1 0,-1-1 0,0 0 0,1 1 0,-1-1 0,1 1 0,0 0 0,0 0 0,0 0 0,0 0 0,1 0 0,-1 0 0,1 1 0,-2 4 0,1 0 0,1 0 0,0 0 0,0 0 0,1 0 0,0 0 0,1 0 0,-1 0 0,1 0 0,1-1 0,0 1 0,0 0 0,0 0 0,1-1 0,0 0 0,1 1 0,-1-1 0,1 0 0,7 8 0,-3-5 0,0 0 0,0 0 0,1-1 0,0 0 0,1 0 0,0-1 0,0-1 0,1 0 0,0 0 0,21 9 0,-29-15-47,0 0 0,0 0 0,0 0 0,0-1 0,0 1 0,1-1 0,-1 0 0,0 0 0,0 0-1,0 0 1,0 0 0,1-1 0,-1 0 0,0 1 0,0-1 0,0 0 0,0-1 0,0 1 0,-1 0 0,1-1 0,0 1 0,0-1-1,-1 0 1,1 0 0,-1 0 0,0 0 0,0-1 0,3-2 0,2-4-6779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7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24575,'31'34'0,"-1"1"0,-1 1 0,-2 2 0,-2 0 0,-2 2 0,-1 1 0,-2 0 0,-2 2 0,-2 0 0,14 58 0,-28-94-75,5 17-248,-1 0 1,-2 0-1,3 31 1,-7-42-6504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7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25 24575,'-20'-5'0,"-10"-2"0,-1 1 0,-1 1 0,3 4 0,3 2 0,1 1 0,3 0 0,0 0 0,1-1 0,1 0 0,5-1-8191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8.1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120 294 24575,'-15'-8'0,"1"-1"0,-20-18 0,30 23 0,0 0 0,-1-1 0,1 1 0,1-1 0,-1 0 0,1 0 0,0 0 0,0-1 0,0 1 0,-2-10 0,0 1 0,2-1 0,0 0 0,1-1 0,0 1 0,1 0 0,2-25 0,-1 38-34,1-1 0,-1 1 0,0-1 0,1 1 0,-1 0-1,1-1 1,0 1 0,0-1 0,0 1 0,0 0 0,0 0 0,1 0 0,-1 0-1,1 0 1,-1 0 0,1 0 0,0 0 0,0 0 0,-1 1 0,1-1-1,0 1 1,1-1 0,-1 1 0,0 0 0,0 0 0,1 0 0,-1 0 0,0 0-1,1 0 1,-1 1 0,1-1 0,-1 1 0,1 0 0,-1 0 0,1 0 0,-1 0-1,1 0 1,-1 0 0,5 2 0,6 1-6792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8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70 24575,'17'5'0,"0"1"0,-1 1 0,0 1 0,0 0 0,0 1 0,23 18 0,-11-4 0,0 2 0,27 33 0,-52-55 0,0 0 0,0 0 0,1-1 0,-1 1 0,1-1 0,4 3 0,-7-5 0,-1 1 0,1-1 0,-1 0 0,1 0 0,-1 1 0,1-1 0,0 0 0,-1 0 0,1 0 0,-1 0 0,1 0 0,-1 0 0,1 0 0,0 0 0,-1 0 0,1 0 0,-1 0 0,1 0 0,-1-1 0,1 1 0,0 0 0,0-1 0,-1 0 0,1 1 0,-1-1 0,1 0 0,-1 0 0,0 1 0,1-1 0,-1 0 0,0 0 0,0 0 0,1 1 0,-1-1 0,0 0 0,0 0 0,0 0 0,0 0 0,0 0 0,0 1 0,0-1 0,-1-1 0,-1-9 0,0 0 0,-1 1 0,0-1 0,-1 1 0,-8-16 0,-6-19 0,3-3 0,-10-29 0,25 77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 0 0,0 0 0,0 0 0,0 0 0,0 0 0,0 0 0,-1 0 0,0 8 0,1 10 0,7 35 0,2-1 0,20 64 0,-2-11 0,-14-49 0,32 167 0,-44-215 0,0 0 0,-1 0 0,0 1 0,0-1 0,0 0 0,-4 14 0,4-20 0,-1 0 0,0 0 0,1 0 0,-1 0 0,0 0 0,0-1 0,0 1 0,0 0 0,0-1 0,0 1 0,0-1 0,-1 1 0,1-1 0,-1 0 0,1 1 0,-1-1 0,1 0 0,-1 0 0,0 0 0,0 0 0,1 0 0,-1-1 0,0 1 0,0 0 0,0-1 0,0 0 0,0 1 0,0-1 0,0 0 0,1 0 0,-1 0 0,0 0 0,-3 0 0,0-1 0,0 0 0,1-1 0,-1 1 0,0-1 0,0 0 0,1 0 0,-1 0 0,1-1 0,0 1 0,0-1 0,0 0 0,-6-6 0,0-1 0,0 0 0,1 0 0,-10-15 0,11 14 0,1-1 0,0 0 0,1 0 0,1 0 0,0-1 0,-7-25 0,11 34 0,0 0 0,1 0 0,0-1 0,-1 1 0,1 0 0,1-1 0,-1 1 0,1 0 0,-1 0 0,1-1 0,2-4 0,-2 7 0,1-1 0,-1 0 0,1 1 0,0-1 0,0 1 0,0-1 0,0 1 0,0 0 0,0 0 0,0 0 0,1 0 0,-1 0 0,1 0 0,0 1 0,-1-1 0,1 1 0,4-2 0,0 1-341,0 0 0,1 1-1,11-2 1,0 1-6485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19.4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24575,'17'-3'0,"9"0"0,2 0 0,-1 0 0,-2 1 0,-2 4 0,0 0 0,-3 1 0,-2 2 0,-4 1-8191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20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76 24575,'16'-10'0,"0"2"0,1 0 0,0 1 0,20-6 0,8-3 0,-32 8 0,-13 8 0,0 0 0,0 0 0,0 0 0,0-1 0,0 1 0,0 0 0,-1 0 0,1 0 0,0-1 0,0 1 0,0 0 0,0 0 0,0 0 0,0 0 0,-1 0 0,1-1 0,0 1 0,0 0 0,0 0 0,0 0 0,-1 0 0,1 0 0,0 0 0,0 0 0,0 0 0,0-1 0,-1 1 0,1 0 0,0 0 0,0 0 0,0 0 0,-1 0 0,1 0 0,0 0 0,-1 0 0,-29-1 0,27 1 0,-14 1-128,-1 1-1,1 1 1,-27 7 0,30-6-724,-4 0-5974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3.6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809 45 24575,'-8'-5'0,"-1"1"0,0 0 0,0 0 0,0 1 0,-1 0 0,1 1 0,-1 0 0,-14-1 0,-8 3 0,-59 7 0,-5 2 0,7-2 0,-7 1 0,-24-9 0,144-2 0,134-9 0,23 4 0,46 1 0,-696 6 0,214 2 0,249-1 0,0 0 0,1 0 0,-1-1 0,1 0 0,-1 0 0,1 0 0,-8-4 0,13 5 0,0 1 0,0-1 0,0 0 0,0 0 0,0 0 0,-1 0 0,1 0 0,0 0 0,0-1 0,0 1 0,0 0 0,0 0 0,0 0 0,0 0 0,0 0 0,0 0 0,0 0 0,0 0 0,0 0 0,0 0 0,0 0 0,0 0 0,0 0 0,-1 0 0,1 0 0,0 0 0,0 0 0,0 0 0,0 0 0,0 0 0,0 0 0,0 0 0,0 0 0,0-1 0,0 1 0,0 0 0,0 0 0,0 0 0,0 0 0,0 0 0,0 0 0,0 0 0,0 0 0,0 0 0,0 0 0,0 0 0,0 0 0,0 0 0,0 0 0,0-1 0,0 1 0,0 0 0,0 0 0,0 0 0,0 0 0,0 0 0,0 0 0,1 0 0,-1 0 0,0 0 0,0 0 0,0 0 0,0 0 0,6-2 0,9 0 0,314 3 0,-70 13-1365,-231-13-5461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6.1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15 24575,'-2'-2'0,"-1"1"0,1-1 0,0 1 0,0-1 0,-1 1 0,1 0 0,-1 0 0,1 0 0,-1 0 0,1 1 0,-1-1 0,0 1 0,1-1 0,-1 1 0,0 0 0,-3 0 0,-5 1 0,-1 0 0,-15 4 0,20-4 0,-7 2 0,5-2 0,0 1 0,0 0 0,0 0 0,-14 7 0,21-8 0,-1 0 0,1 1 0,0-1 0,0 0 0,0 1 0,1 0 0,-1-1 0,0 1 0,0 0 0,1 0 0,-1 0 0,1 0 0,0 0 0,0 0 0,0 0 0,0 1 0,0-1 0,0 0 0,0 1 0,1-1 0,-1 0 0,0 4 0,0 4 0,0 1 0,1-1 0,0 0 0,1 0 0,3 16 0,-4-22 0,1-1 0,0 0 0,0 1 0,1-1 0,-1 0 0,1 0 0,-1 0 0,1 0 0,0 0 0,0 0 0,1-1 0,-1 1 0,0-1 0,1 1 0,0-1 0,-1 0 0,1 0 0,0 0 0,6 3 0,-1-2 0,-1-1 0,1 0 0,0 0 0,0 0 0,0-1 0,8 1 0,51-2 0,-35-1 0,-27 1-273,1-1 0,-1 1 0,1-1 0,10-3 0,-7 1-6553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6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0 24575,'1'6'0,"-1"-1"0,1 0 0,0 0 0,0 0 0,1 0 0,-1 0 0,5 7 0,19 33 0,-19-35 0,-4-6 0,2 1 0,-1 1 0,-1-1 0,1 0 0,-1 1 0,3 7 0,-5-12 0,0 0 0,1 0 0,-1 0 0,0 0 0,0 0 0,0 0 0,0 0 0,0 0 0,0 0 0,0 0 0,-1 0 0,1 0 0,0 0 0,0 0 0,-1 0 0,1 0 0,-1 0 0,1 0 0,-1-1 0,1 1 0,-1 0 0,1 0 0,-1 0 0,0-1 0,0 1 0,1 0 0,-1-1 0,0 1 0,0 0 0,0-1 0,1 1 0,-1-1 0,0 0 0,0 1 0,0-1 0,0 0 0,0 1 0,-2-1 0,-12 2 0,0 0 0,1-1 0,-1-1 0,-29-3 0,39 2 0,-9 0 0,0-1 0,1 0 0,-20-7 0,30 9 0,0-1 0,0 0 0,0-1 0,0 1 0,0 0 0,0-1 0,1 1 0,-1-1 0,1 0 0,-1 0 0,1 0 0,-1 0 0,1 0 0,0-1 0,0 1 0,0-1 0,0 0 0,1 1 0,-1-1 0,-2-5 0,4 6 0,0 1 0,0-1 0,-1 0 0,1 0 0,0 1 0,0-1 0,1 0 0,-1 1 0,0-1 0,0 0 0,1 1 0,-1-1 0,1 0 0,0 1 0,-1-1 0,2-1 0,0 0 0,0 0 0,1 0 0,-1 0 0,1 1 0,-1-1 0,1 1 0,4-3 0,2-1 0,0 0 0,1 1 0,-1 1 0,13-5 0,52-17-1365,-61 22-5461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7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24575,'3'0'0,"0"0"0,0 1 0,0 0 0,0 0 0,1 0 0,-1 0 0,0 0 0,0 0 0,-1 1 0,6 3 0,27 23 0,-23-19 0,-2-1 0,0 0 0,1-1 0,12 6 0,-20-11 0,1 0 0,-1-1 0,0 1 0,1-1 0,-1 0 0,1 0 0,0 0 0,-1-1 0,1 1 0,0-1 0,-1 0 0,1 0 0,0 0 0,-1-1 0,5 0 0,-6 1 0,-1-1 0,0 1 0,0-1 0,0 1 0,0-1 0,0 1 0,0-1 0,0 0 0,-1 0 0,1 1 0,0-1 0,0 0 0,0 0 0,-1 0 0,1 0 0,0 0 0,-1 0 0,1 0 0,0-1 0,3-22 0,0 1 0,-3 23 0,-1-1 0,0 1 0,1-1 0,-1 1 0,1-1 0,-1 1 0,1-1 0,-1 1 0,1-1 0,-1 1 0,1-1 0,-1 1 0,1 0 0,-1-1 0,1 1 0,0 0 0,-1 0 0,1-1 0,0 1 0,-1 0 0,1 0 0,0 0 0,-1 0 0,1 0 0,0 0 0,-1 0 0,1 0 0,0 0 0,-1 0 0,1 0 0,0 0 0,-1 1 0,1-1 0,1 1 0,24 11 0,-22-9 0,39 21 0,44 31 0,-78-47-1365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7.6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246 18 24575,'-24'-4'0,"-6"-1"0,-38-3 0,61 8 0,-1 0 0,0 0 0,0 1 0,0 0 0,0 0 0,0 1 0,1 0 0,-1 0 0,-13 7 0,18-8 0,1 0 0,0 1 0,0 0 0,0-1 0,0 1 0,0 0 0,0 0 0,0 0 0,1 0 0,-1 1 0,1-1 0,-1 0 0,1 1 0,0-1 0,0 1 0,0-1 0,0 1 0,1 0 0,-1-1 0,1 1 0,-1 0 0,1-1 0,0 1 0,0 3 0,0-2 0,1 1 0,-1-1 0,1 0 0,0 1 0,0-1 0,0 0 0,1 1 0,0-1 0,0 0 0,0 0 0,0 0 0,0-1 0,1 1 0,3 3 0,0 0 0,1-1 0,0 0 0,1-1 0,-1 0 0,1 0 0,1 0 0,-1-1 0,0 0 0,1-1 0,0 1 0,0-2 0,0 1 0,11 0 0,12 1 0,0-2 0,47-2 0,-58 0 0,-16 0-170,1 0-1,0-1 0,-1 1 1,1-1-1,-1-1 0,1 1 1,6-3-1,1-3-6655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8.1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4 24575,'-1'0'0,"-25"-3"0,-29 2 0,48 1 0,1 1 0,-1-1 0,1 1 0,-1 1 0,1-1 0,-1 1 0,1 0 0,0 1 0,-11 5 0,16-8 0,-1 1 0,1 0 0,0 0 0,0 0 0,0-1 0,0 1 0,0 0 0,0 0 0,0 1 0,0-1 0,1 0 0,-1 0 0,0 0 0,1 0 0,-1 1 0,1-1 0,-1 0 0,1 1 0,-1-1 0,1 0 0,0 1 0,0-1 0,0 2 0,0 0 0,0-1 0,1 1 0,-1-1 0,1 0 0,0 1 0,0-1 0,0 0 0,0 0 0,1 1 0,-1-1 0,0 0 0,3 2 0,1 2 0,0 0 0,1-1 0,0 1 0,0-1 0,1 0 0,0-1 0,7 5 0,-7-7 0,-1 1 0,0-1 0,1 0 0,-1-1 0,1 1 0,-1-1 0,1 0 0,-1-1 0,12 0 0,-15 0 0,1-1 0,0 1 0,0-1 0,-1 0 0,1 0 0,0 0 0,-1 0 0,1-1 0,-1 1 0,1-1 0,-1 0 0,0 0 0,0 0 0,0-1 0,0 1 0,0-1 0,4-4 0,15-34 0,-22 40 0,1 1 0,-1 0 0,0 0 0,0 0 0,0 0 0,0 0 0,1 0 0,-1-1 0,0 1 0,0 0 0,0 0 0,0 0 0,1 0 0,-1 0 0,0 0 0,0 0 0,0 0 0,1 0 0,-1 0 0,0 0 0,0 0 0,0 0 0,1 0 0,-1 0 0,0 0 0,0 0 0,0 0 0,1 0 0,-1 0 0,0 0 0,0 0 0,0 0 0,0 0 0,1 1 0,7 5 0,5 11 0,-13-17 0,9 12-341,0-1 0,0 0-1,16 14 1,-16-17-6485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8.3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24575,'254'485'0,"-230"-436"0,12 25 0,-35-73 12,-1 1 0,0-1 0,1 1 0,-1-1 0,0 1 0,1-1 0,-1 1 0,0-1 0,0 4 0,0-4-48,-1-1 0,1 0-1,0 1 1,0-1 0,0 0 0,0 1-1,-1-1 1,1 0 0,0 1 0,0-1 0,0 0-1,-1 1 1,1-1 0,0 0 0,-1 0-1,1 1 1,0-1 0,-1 0 0,1 0 0,0 1-1,-1-1 1,1 0 0,0 0 0,-1 0-1,1 0 1,0 0 0,-1 0 0,1 0 0,-1 0-1,1 1 1,0-1 0,-1-1 0,1 1 0,-1 0-1,1 0 1,0 0 0,-1 0 0,1 0-1,-1 0 1,1 0 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8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0 159 24575,'89'17'0,"45"6"0,-105-19 0,-1-2 0,50-2 0,-71-1 0,0 0 0,0 0 0,0-1 0,0 1 0,-1-2 0,1 1 0,-1-1 0,1 0 0,-1 0 0,0 0 0,0-1 0,5-4 0,-7 5 0,0-1 0,-1 1 0,0-1 0,1 0 0,-1 0 0,-1 0 0,1 0 0,-1 0 0,1-1 0,-1 1 0,0-1 0,-1 0 0,1 1 0,-1-1 0,0 0 0,0 0 0,0-8 0,-1 8 0,0 0 0,0 0 0,-1 0 0,1 0 0,-1 0 0,0 0 0,-1 0 0,1 0 0,-5-7 0,6 10 0,-1 0 0,0 0 0,-1 0 0,1 1 0,0-1 0,-1 1 0,1-1 0,0 1 0,-1-1 0,0 1 0,1 0 0,-1 0 0,0 0 0,0 0 0,0 0 0,1 0 0,-1 0 0,0 0 0,0 1 0,0-1 0,0 1 0,0 0 0,0-1 0,-1 1 0,1 0 0,-3 1 0,3-1 0,-1 0 0,1 0 0,-1 1 0,1 0 0,0-1 0,-1 1 0,1 0 0,0 0 0,0 0 0,0 1 0,0-1 0,0 0 0,0 1 0,0-1 0,0 1 0,-2 2 0,2-1 0,-1 0 0,1 1 0,0-1 0,0 1 0,0-1 0,1 1 0,-1 0 0,1-1 0,-1 6 0,0 0 0,1-1 0,0 1 0,1 0 0,0-1 0,0 1 0,1-1 0,0 1 0,3 13 0,-2-14 0,1 0 0,0-1 0,0 0 0,1 1 0,0-1 0,0 0 0,0-1 0,1 1 0,0-1 0,1 0 0,-1 0 0,1 0 0,0-1 0,8 6 0,-5-6 0,-1 0 0,1-1 0,0 1 0,0-2 0,0 1 0,0-1 0,1-1 0,-1 0 0,1 0 0,0-1 0,12 1 0,-8-2-120,31 0 373,-42 0-389,0-1 0,1 1 0,-1-1-1,0 0 1,0 0 0,0 0 0,0 0 0,0 0-1,0-1 1,5-2 0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9.0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24575,'6'11'0,"0"0"0,1-1 0,0 0 0,0 0 0,10 9 0,-13-14 0,1-1 0,-1 0 0,1 0 0,0 0 0,0-1 0,1 0 0,-1 0 0,1 0 0,-1 0 0,1-1 0,12 3 0,-16-5 0,0 0 0,0 1 0,0-1 0,0-1 0,0 1 0,0 0 0,0 0 0,0-1 0,0 0 0,0 1 0,0-1 0,0 0 0,0 0 0,0 0 0,-1 0 0,1 0 0,0 0 0,-1 0 0,3-2 0,3-4 0,-1 0 0,12-16 0,-13 17 0,0 0 0,0 0 0,8-7 0,-12 12 0,0 0 0,0 0 0,1 0 0,-1 0 0,0 0 0,1 0 0,-1 1 0,0-1 0,1 1 0,-1-1 0,1 1 0,-1-1 0,1 1 0,0 0 0,-1 0 0,1 0 0,-1 0 0,1 0 0,2 0 0,-2 1 0,0 0 0,-1 0 0,1-1 0,0 1 0,-1 1 0,1-1 0,0 0 0,-1 0 0,0 1 0,1-1 0,-1 0 0,0 1 0,1-1 0,-1 1 0,1 3 0,12 20-64,-8-14-196,0 0 0,1 0-1,0-1 1,10 12 0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9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1 24575,'-6'4'0,"1"0"0,0 0 0,1 1 0,-1 0 0,1 0 0,0 0 0,0 0 0,0 1 0,-4 8 0,7-11 0,0 0 0,0 0 0,0-1 0,0 1 0,1 0 0,-1 0 0,1 0 0,0 0 0,0 0 0,0 0 0,0 0 0,0 0 0,1 0 0,-1 0 0,1 0 0,0 0 0,-1 0 0,2-1 0,-1 1 0,0 0 0,0 0 0,4 4 0,-2-3 0,1 0 0,0 0 0,0 0 0,0 0 0,0 0 0,1-1 0,-1 0 0,1 0 0,0 0 0,0-1 0,0 1 0,9 2 0,-11-4 0,-1-1 0,0 1 0,1-1 0,-1 1 0,0-1 0,1 0 0,-1 0 0,1 0 0,-1 0 0,0 0 0,1-1 0,-1 1 0,0-1 0,1 1 0,-1-1 0,0 0 0,0 0 0,1 0 0,-1 0 0,0 0 0,0-1 0,0 1 0,0-1 0,-1 1 0,1-1 0,0 0 0,-1 1 0,1-1 0,-1 0 0,1 0 0,1-4 0,10-30 0,-2 6 0,-11 30 0,0 0 0,0 0 0,0 0 0,0-1 0,0 1 0,0 0 0,0 0 0,0 0 0,0 0 0,0 0 0,0 0 0,1-1 0,-1 1 0,0 0 0,0 0 0,0 0 0,0 0 0,0 0 0,1 0 0,-1 0 0,0 0 0,0 0 0,0 0 0,0 0 0,0 0 0,1-1 0,-1 1 0,0 0 0,0 0 0,0 0 0,0 0 0,1 1 0,-1-1 0,0 0 0,0 0 0,0 0 0,0 0 0,0 0 0,1 0 0,-1 0 0,0 0 0,0 0 0,0 0 0,0 0 0,8 9 0,4 11 0,-12-19 0,38 69 0,-33-62 0,1 1 0,0-1 0,1 0 0,0-1 0,13 12 0,-12-14-76,-5-9 266,-7-12-1669,-1 6-5347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49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24575,'6'33'0,"0"0"0,3 0 0,19 52 0,51 89 0,-31-74 0,-41-84 0,1 1 0,0 0 0,-1 1 0,4 19 0,-11-36 4,1 0 0,-1-1 0,0 1 0,0 0 0,0 0-1,0 0 1,1 0 0,-1-1 0,0 1 0,-1 0 0,1 0 0,0 0-1,0 0 1,0 0 0,0-1 0,-1 1 0,1 0 0,0 0 0,-1 0 0,1-1-1,-1 1 1,1 0 0,-1-1 0,1 1 0,-1 0 0,1-1 0,-1 1-1,0-1 1,1 1 0,-2 0 0,0 0-118,0 0 0,0-1-1,0 0 1,0 1 0,0-1 0,0 0-1,1 0 1,-1 0 0,0 0 0,0 0-1,0-1 1,-3 0 0,-7-2-6712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50.2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1 150 24575,'89'17'0,"-35"-6"0,79 6 0,-122-16 0,1-2 0,-1 0 0,0 0 0,1-1 0,-1 0 0,15-6 0,-8 1 0,0 0 0,32-19 0,-42 21 0,-1 0 0,1 0 0,-1-1 0,0 0 0,-1-1 0,8-8 0,-12 12 0,0 1 0,-1 0 0,1 0 0,0-1 0,-1 1 0,1-1 0,-1 1 0,0-1 0,0 0 0,0 0 0,0 1 0,-1-1 0,1 0 0,-1 0 0,0 0 0,0 0 0,0 0 0,0 1 0,0-1 0,0 0 0,-1 0 0,1 0 0,-2-4 0,1 6 0,0-1 0,0 0 0,-1 1 0,1-1 0,0 1 0,0 0 0,-1-1 0,1 1 0,-1 0 0,1 0 0,-1 0 0,1 0 0,-1 0 0,0 0 0,1 1 0,-1-1 0,0 0 0,0 1 0,0-1 0,1 1 0,-1 0 0,0 0 0,0-1 0,0 1 0,0 1 0,0-1 0,0 0 0,1 0 0,-5 1 0,3 0 0,-1 0 0,1 0 0,-1 0 0,1 1 0,0-1 0,-1 1 0,1-1 0,0 1 0,0 0 0,0 0 0,0 1 0,0-1 0,1 1 0,-5 4 0,6-5 0,-1 1 0,0 0 0,1 0 0,0 0 0,0 0 0,0 0 0,0 0 0,0 0 0,0 0 0,1 0 0,-1 0 0,1 0 0,0 0 0,0 0 0,1 6 0,0-4 0,0 0 0,1-1 0,0 1 0,-1-1 0,1 1 0,1-1 0,-1 1 0,1-1 0,3 5 0,4 2 0,0 0 0,1-1 0,0 0 0,1-1 0,21 14 0,-10-9 0,1 0 0,0-2 0,0-1 0,1 0 0,1-2 0,34 8 0,-22-9-1365,-23-5-5461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6:50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27 24575,'-3'-5'0,"2"-1"0,4-1 0,3 2 0,4 1 0,3 5 0,0 1 0,2 3 0,-2 3 0,-1 1 0,-2-2-8191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6.3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270 120 24575,'-4'-8'0,"-1"0"0,0 0 0,0 1 0,0 0 0,-1-1 0,0 2 0,-1-1 0,1 1 0,-1 0 0,0 0 0,-1 1 0,0 0 0,1 0 0,-2 1 0,1 0 0,0 0 0,-1 1 0,1 0 0,-1 1 0,0 0 0,0 0 0,0 1 0,0 0 0,-11 0 0,15 1 0,0 0 0,0 0 0,0 0 0,0 1 0,0 0 0,0 0 0,-8 2 0,11-2 0,1 0 0,-1 0 0,0 0 0,1 0 0,-1 1 0,1-1 0,-1 0 0,1 1 0,-1-1 0,1 1 0,0-1 0,0 1 0,0-1 0,0 1 0,0 0 0,0 0 0,1-1 0,-1 1 0,0 0 0,1 0 0,-1 0 0,1 3 0,-2 7 0,2 1 0,-1-1 0,2 1 0,0-1 0,0 1 0,1-1 0,4 14 0,30 84 0,-33-102 0,115 264 0,-66-159 0,-11-16 0,-36-81 0,0 0 0,-1 0 0,0 0 0,1 21 0,-5-36 0,0 0 0,0 0 0,0 0 0,0 0 0,0 0 0,0 1 0,0-1 0,0 0 0,0 0 0,-1 0 0,1 0 0,0 0 0,-1 0 0,1 0 0,-1 1 0,0-1 0,1-1 0,0 0 0,-1 0 0,1 0 0,0 0 0,-1 0 0,1 0 0,0 0 0,-1 1 0,1-1 0,0 0 0,-1 0 0,1 0 0,0 0 0,-1-1 0,1 1 0,0 0 0,-1 0 0,1 0 0,0 0 0,-1 0 0,1 0 0,0 0 0,-1-1 0,1 1 0,0 0 0,-1 0 0,1 0 0,0-1 0,-1 1 0,-2-3 0,-1-1 0,1 0 0,-1 1 0,1-1 0,-3-5 0,0-1-341,0-1 0,0 1-1,-4-15 1,5 9-6485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6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452 77 24575,'-30'-8'0,"-15"-2"0,-5-2 0,1 1 0,4 2 0,5 1 0,6 1 0,4 2 0,5 2 0,4 1 0,3 1 0,2 1 0,1 0 0,1 1 0,3 1 0,3 5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7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132 74 24575,'-7'-4'0,"-3"0"0,1 0 0,-1 0 0,0 1 0,0 1 0,0-1 0,0 1 0,0 1 0,-16-1 0,25 2 0,1 0 0,-1 0 0,0 0 0,0 0 0,0 0 0,0 1 0,1-1 0,-1 0 0,0 0 0,0 0 0,1 1 0,-1-1 0,0 1 0,0-1 0,1 0 0,-1 1 0,0-1 0,1 1 0,-1-1 0,0 1 0,1 0 0,-1-1 0,1 1 0,-1 0 0,1-1 0,-1 1 0,1 0 0,-1 0 0,1 1 0,0 0 0,0-1 0,0 1 0,0-1 0,0 1 0,1-1 0,-1 1 0,1-1 0,-1 1 0,1-1 0,-1 1 0,1-1 0,1 3 0,3 4 0,0 0 0,1 0 0,12 11 0,1 0 0,1 0 0,1-2 0,1 0 0,0-1 0,1-2 0,30 15 0,-49-27 0,1 0 0,0-1 0,0 1 0,0-1 0,0 0 0,0 0 0,1-1 0,6 1 0,-11-1 0,1 0 0,-1 0 0,1-1 0,-1 1 0,1 0 0,-1-1 0,1 1 0,-1-1 0,1 1 0,-1-1 0,0 0 0,1 1 0,-1-1 0,0 0 0,1 0 0,-1 0 0,0 0 0,0 0 0,0 0 0,0-1 0,0 1 0,0 0 0,0 0 0,-1-1 0,1 1 0,0 0 0,-1-1 0,1 1 0,-1-1 0,1 1 0,-1-3 0,1-2 0,-1 0 0,0 0 0,0 0 0,0 0 0,-1 0 0,0 1 0,0-1 0,-1 0 0,0 0 0,0 1 0,0-1 0,0 1 0,-4-6 0,-3-4 0,-1 0 0,0 0 0,-13-13 0,15 18 0,0 1 0,-1 0 0,0 0 0,-1 1 0,-11-7 0,18 13 0,0 0 0,0 0 0,0 1 0,0-1 0,0 1 0,-1 0 0,1 0 0,0 0 0,-1 0 0,1 0 0,-1 1 0,1 0 0,-1 0 0,1 0 0,-1 0 0,1 0 0,-1 1 0,1-1 0,-1 1 0,1 0 0,0 0 0,-6 3 0,-2 2-1365,1 0-5461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7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46 266 24575,'12'26'0,"10"17"0,-26-60 0,-5-14 0,-14-25 0,-8-23 0,28 69 0,0 0 0,1 0 0,0 0 0,1-1 0,-1-18 0,2 26 0,1 1 0,-1 0 0,0 0 0,1 0 0,-1-1 0,1 1 0,0 0 0,0 0 0,0 0 0,0 0 0,0 0 0,0 0 0,0 0 0,1 0 0,2-2 0,-1 1 0,0 0 0,1 1 0,-1 0 0,0 0 0,1 0 0,0 0 0,0 0 0,4-1 0,6-1 0,0 1 0,1 0 0,26-1 0,-19 4-273,1 0 0,0 1 0,0 1 0,29 7 0,-29-3-6553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8.2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49 24575,'0'-4'0,"1"1"0,-1-1 0,-1 0 0,1 0 0,0 0 0,-1 1 0,0-1 0,0 0 0,0 1 0,-1-1 0,-1-3 0,3 7 0,0 0 0,-1 0 0,1 0 0,0 0 0,0 1 0,-1-1 0,1 0 0,0 0 0,0 0 0,0 1 0,-1-1 0,1 0 0,0 0 0,0 1 0,0-1 0,0 0 0,0 1 0,0-1 0,-1 0 0,1 0 0,0 1 0,0-1 0,0 0 0,0 1 0,0-1 0,0 0 0,0 0 0,0 1 0,0-1 0,0 1 0,-1 13 0,0 22 0,2 0 0,1 0 0,9 43 0,0-26 0,25 76 0,-24-96 0,0-1 0,24 42 0,-30-63 0,0-1 0,1 0 0,0 0 0,1-1 0,0 0 0,0 0 0,1-1 0,0 0 0,0 0 0,16 9 0,-22-16 0,-1 1 0,1-1 0,0 0 0,0 0 0,0 0 0,0 0 0,0 0 0,0-1 0,0 1 0,0-1 0,5 0 0,-7 0 0,0 0 0,1 0 0,-1-1 0,1 1 0,-1-1 0,0 1 0,1-1 0,-1 1 0,0-1 0,0 0 0,0 0 0,1 0 0,-1 0 0,0 0 0,0 0 0,0 0 0,0 0 0,-1 0 0,1 0 0,0 0 0,0-1 0,-1 1 0,1 0 0,0 0 0,-1-1 0,1-1 0,3-14-1365,-2 1-5461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8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368 0 24575,'-30'0'0,"-12"0"0,-2 0 0,1 0 0,6 3 0,7 0 0,6 0 0,4 0 0,3-1 0,3 1 0,0 1 0,0 0 0,1-2 0,-1 0 0,2-1-8191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9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31 24575,'-2'4'0,"1"0"0,0 0 0,1 0 0,-1 1 0,1-1 0,0 0 0,0 1 0,0-1 0,0 0 0,1 1 0,0-1 0,0 0 0,0 0 0,0 0 0,1 0 0,0 0 0,-1 0 0,2 0 0,-1 0 0,0-1 0,1 1 0,-1-1 0,1 0 0,4 5 0,4 1 0,1 0 0,-1 0 0,1-1 0,0 0 0,1-2 0,0 1 0,0-1 0,1-1 0,-1 0 0,1-1 0,0-1 0,0 0 0,20 1 0,-31-3 0,-1-1 0,1 0 0,-1 0 0,1 0 0,0 0 0,-1-1 0,1 1 0,-1-1 0,1 1 0,-1-1 0,1 0 0,-1 0 0,1 0 0,-1 0 0,0-1 0,1 1 0,-1-1 0,0 1 0,0-1 0,0 0 0,0 0 0,-1 1 0,1-1 0,0-1 0,-1 1 0,1 0 0,-1 0 0,0 0 0,0-1 0,0 1 0,0-1 0,0 1 0,0-1 0,-1 1 0,1-1 0,-1 0 0,0 1 0,1-5 0,-1-2 0,1 0 0,-1-1 0,-1 1 0,0-1 0,0 1 0,-1-1 0,0 1 0,0 0 0,-1 0 0,0 0 0,-1 0 0,0 1 0,0-1 0,-6-7 0,9 15 0,0 0 0,0 0 0,0 0 0,0-1 0,0 2 0,0-1 0,0 0 0,0 0 0,0 0 0,0 0 0,0 1 0,-1-1 0,1 1 0,0-1 0,0 1 0,-1-1 0,-1 0 0,2 1 0,1 1 0,-1-1 0,0 0 0,0 0 0,1 0 0,-1 1 0,0-1 0,1 0 0,-1 1 0,0-1 0,1 0 0,-1 1 0,0-1 0,1 1 0,-1-1 0,1 1 0,-1-1 0,1 1 0,-1 0 0,1-1 0,0 1 0,-1-1 0,1 1 0,0 0 0,-1 0 0,1-1 0,0 1 0,0 0 0,0-1 0,-1 1 0,1 1 0,-2 10 0,1-1 0,0 1 0,0-1 0,1 1 0,1-1 0,1 15 0,18 69 0,-17-85 0,21 70 0,63 141 0,-9-27 0,-77-192 0,0 0 0,-1-1 0,1 1 0,-1 0 0,1 0 0,-1 0 0,0 0 0,0 0 0,0 0 0,0-1 0,0 1 0,0 0 0,-1 0 0,1 0 0,0 0 0,-2 3 0,1-4 0,0 0 0,1-1 0,-1 1 0,0 0 0,0 0 0,0-1 0,0 1 0,0 0 0,0-1 0,0 1 0,0-1 0,0 1 0,0-1 0,0 0 0,0 1 0,0-1 0,0 0 0,0 0 0,0 0 0,-1 0 0,1 0 0,0 0 0,0 0 0,0 0 0,0 0 0,0 0 0,0-1 0,0 1 0,0 0 0,-2-1 0,-3-2 0,-1 1 0,1-1 0,0 0 0,0-1 0,0 0 0,0 0 0,-5-5 0,-36-34 0,39 33-105,-1 0 0,2 0 0,-1-1 0,2 1 0,-1-2 0,1 1 0,1-1 0,0 0 0,1 0 0,0 0 0,1-1 0,-3-22 0,4 17-6721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29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142 221 24575,'-2'23'0,"-4"100"0,6-107 0,2 0 0,-1 0 0,2-1 0,0 1 0,10 26 0,-4-19 0,15 29 0,-21-45 0,1-1 0,0 0 0,1 1 0,-1-2 0,1 1 0,0 0 0,0-1 0,12 9 0,-17-14 0,0 0 0,1 1 0,-1-1 0,0 0 0,1 0 0,-1 1 0,1-1 0,-1 0 0,0 0 0,1 0 0,-1 0 0,1 1 0,-1-1 0,0 0 0,1 0 0,-1 0 0,1 0 0,-1 0 0,1 0 0,-1 0 0,0 0 0,1 0 0,-1 0 0,1-1 0,-1 1 0,1 0 0,-1 0 0,0 0 0,1 0 0,-1-1 0,1 1 0,-1 0 0,0 0 0,1-1 0,0 0 0,-1 0 0,1-1 0,0 1 0,-1 0 0,1 0 0,-1-1 0,0 1 0,1 0 0,-1-1 0,0 1 0,0-2 0,1-4 0,-1 0 0,0 0 0,-2-10 0,-4-6 0,-1 0 0,-13-30 0,3 8 0,-13-34 0,-21-64 0,46 126 0,1-1 0,0-1 0,2 1 0,0 0 0,1-1 0,2-18 0,-1 35 0,0-1 0,0 1 0,0-1 0,1 1 0,0-1 0,-1 1 0,1-1 0,0 1 0,0 0 0,0 0 0,0-1 0,1 1 0,-1 0 0,0 0 0,1 0 0,0 0 0,-1 0 0,1 1 0,0-1 0,0 0 0,0 1 0,0 0 0,4-3 0,-3 3 0,1 0 0,-1 0 0,1 0 0,-1 1 0,1-1 0,-1 1 0,1 0 0,-1 0 0,1 0 0,-1 0 0,1 1 0,-1 0 0,1-1 0,-1 1 0,1 0 0,3 2 0,2 2 0,0-1 0,0 1 0,0 1 0,-1 0 0,0 0 0,0 0 0,-1 1 0,1 1 0,-1-1 0,-1 1 0,9 12 0,-14-18 0,0 0 0,0 0 0,1 1 0,-2-1 0,1 0 0,0 0 0,0 0 0,-1 1 0,1-1 0,-1 0 0,0 1 0,1-1 0,-1 0 0,0 1 0,0-1 0,-1 0 0,1 1 0,-1-1 0,1 0 0,-1 0 0,1 1 0,-3 2 0,2-2 0,-1-1 0,0 1 0,0 0 0,0-1 0,0 1 0,-1-1 0,1 0 0,0 0 0,-1 0 0,0 0 0,0 0 0,1 0 0,-1-1 0,0 1 0,-5 1 0,-10 2 0,-1 0 0,1-1 0,-1-1 0,0-1 0,0 0 0,0-1 0,0-2 0,0 0 0,0 0 0,0-2 0,-23-6 0,31 5-1365,1 0-5461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0.0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73 217 24575,'8'-44'0,"-4"19"0,1 0 0,1 0 0,18-47 0,-23 71 0,-1 0 0,1 0 0,-1 0 0,1-1 0,-1 1 0,0 0 0,1 0 0,-1 0 0,0-1 0,0 1 0,0 0 0,0-1 0,0 1 0,0 0 0,0-2 0,-1 2 0,1 1 0,0 0 0,0 0 0,0-1 0,0 1 0,-1 0 0,1 0 0,0 0 0,0-1 0,0 1 0,-1 0 0,1 0 0,0 0 0,0 0 0,-1-1 0,1 1 0,0 0 0,0 0 0,-1 0 0,1 0 0,0 0 0,-1 0 0,1 0 0,0 0 0,-1 0 0,-12 4 0,5 1 0,-1 1 0,1 0 0,0 1 0,0-1 0,1 1 0,-12 14 0,15-15 0,-1-1 0,2 1 0,-1 0 0,0 0 0,1 0 0,0 1 0,1-1 0,0 1 0,0-1 0,-3 14 0,5-17 0,0 1 0,0 0 0,0 0 0,1 0 0,-1-1 0,1 1 0,0 0 0,0-1 0,0 1 0,0 0 0,1-1 0,2 5 0,-1-3 0,1 0 0,0 1 0,0-1 0,0 0 0,1-1 0,7 7 0,6 2 0,0-2 0,1 0 0,24 11 0,-37-19 0,11 4-151,1 0-1,1-1 0,-1 0 0,1-2 1,0 0-1,0-2 0,0 0 1,35-1-1,-41-1-6674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0.5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24575,'3'25'0,"3"14"0,0 2 0,2-1 0,3-4 0,-2-4 0,1-4 0,1-5 0,-1-4 0,-3-2 0,1-2 0,-2-3-8191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0.7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258 100 24575,'-27'-20'0,"-13"-7"0,-1 4 0,4 6 0,5 8 0,7 6 0,6 6 0,4 4 0,3 5 0,3-1-8191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1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16 24575,'-28'0'0,"-11"0"0,-2-3 0,4 0 0,5 0 0,6 0 0,5 2 0,4-1 0,1 2 0,4 0-8191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24575,'0'1'0,"4"101"0,-2-88 0,0-1 0,1 1 0,1-1 0,0 0 0,9 19 0,44 76 0,12 27 0,-63-123 15,-5-8 24,-5-12-1458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3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1 113 24575,'22'-15'0,"11"-5"0,2 1 0,-1 4 0,-2 4 0,-6 4 0,-3 3 0,-4 0 0,-2 1 0,-5-2 0,-6 0 0,-7 1 0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47 24575,'16'-7'0,"6"-3"0,3 0 0,-1 2 0,-1 3 0,-3 2 0,-2 1 0,-1 1 0,-1 1 0,-2 0 0,-2 3 0,-1 1 0,0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5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24575,'0'17'0,"0"9"0,2 5 0,2-1 0,1-2 0,4-2 0,-1-2 0,1-3 0,2-2 0,-1-2 0,0-2 0,-2 0 0,1-1 0,1 0 0,1-2 0,0-3-8191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7:36.6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45 251 24575,'23'73'0,"48"122"0,-70-193 0,0 2 0,1 0 0,-1-1 0,1 1 0,0 0 0,1-1 0,-1 1 0,1-1 0,-1 1 0,1-1 0,4 3 0,-7-6 0,0 0 0,0 0 0,0 0 0,1 0 0,-1 0 0,0 0 0,0 0 0,1 0 0,-1 0 0,0 0 0,0 0 0,1 0 0,-1 0 0,0 0 0,0 0 0,1 0 0,-1 0 0,0 0 0,0 0 0,1 0 0,-1 0 0,0 0 0,0 0 0,1-1 0,-1 1 0,0 0 0,0 0 0,0 0 0,1 0 0,-1-1 0,0 1 0,0 0 0,0 0 0,0 0 0,0-1 0,1 1 0,-1 0 0,0 0 0,0-1 0,0 1 0,0 0 0,0 0 0,0-1 0,0 1 0,0 0 0,0 0 0,0-1 0,0 1 0,0 0 0,0 0 0,0-1 0,0 1 0,0 0 0,0 0 0,0-1 0,-1 1 0,-1-19 0,2 18 0,-4-16 0,0 0 0,-1 0 0,-12-26 0,-30-48 0,27 54 0,-17-42 0,30 60 0,-18-50 0,23 62 0,1 0 0,-1 0 0,1 0 0,1 0 0,-1 0 0,1-1 0,2-12 0,-1 17 0,0 0 0,0-1 0,0 1 0,1 0 0,-1 0 0,1 0 0,0 0 0,0 0 0,0 0 0,0 1 0,1-1 0,-1 1 0,1-1 0,-1 1 0,1 0 0,0 0 0,0 0 0,0 0 0,0 1 0,0-1 0,0 1 0,7-2 0,5-2 0,-1 2 0,1 0 0,28-2 0,-27 4 0,-1 1 0,0 1 0,1 0 0,-1 1 0,0 1 0,0 0 0,0 2 0,0-1 0,-1 2 0,0 0 0,0 0 0,16 11 0,-28-16 0,0 0 0,-1 0 0,1 0 0,-1 0 0,1 0 0,-1 0 0,0 1 0,0-1 0,1 0 0,-1 1 0,0-1 0,0 1 0,0 0 0,0-1 0,-1 1 0,1-1 0,0 1 0,-1 0 0,1 2 0,-1-3 0,0 1 0,0 0 0,-1-1 0,1 0 0,0 1 0,-1-1 0,0 1 0,1-1 0,-1 1 0,0-1 0,1 0 0,-1 0 0,0 1 0,0-1 0,0 0 0,0 0 0,0 0 0,0 0 0,-1 0 0,1 0 0,0 0 0,0 0 0,-2 0 0,-13 8 0,-1-1 0,-31 11 0,-5 2 0,39-15 0,-23 13 0,35-18 0,0 0 0,0 0 0,0 1 0,1-1 0,-1 1 0,0-1 0,1 1 0,-1-1 0,1 1 0,0 0 0,0 0 0,-1 0 0,1 0 0,-1 4 0,2-5 0,0 0 0,0 1 0,0-1 0,0 1 0,0-1 0,0 1 0,0-1 0,1 1 0,-1-1 0,0 1 0,1-1 0,-1 0 0,1 1 0,0-1 0,0 0 0,-1 1 0,1-1 0,0 0 0,2 2 0,22 21 0,-20-20 0,10 8 0,1-1 0,0 0 0,1-1 0,0-1 0,30 11 0,97 26 0,-86-30 0,28 7 13,-48-15-702,73 29 0,-96-30-6137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9:0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3303 1 24575,'4'4'0,"2"4"0,-6-7 0,0 0 0,-1-1 0,1 1 0,-1-1 0,1 1 0,-1-1 0,1 1 0,-1-1 0,1 1 0,-1-1 0,0 0 0,1 1 0,-1-1 0,1 0 0,-1 1 0,0-1 0,1 0 0,-2 1 0,-6 1 0,0 1 0,1-1 0,-1-1 0,0 0 0,-13 1 0,-44-3 0,28 0 0,-294 1 0,307 1 0,-30 5 0,-19 2 0,-156-8 0,107 0 0,94-2 0,-29-4 0,-20-2 0,-401 8 0,232 1 0,218-2 0,-28-6 0,-22 0 0,-33-1 0,-11 1 0,-383 7 0,487 1 0,-33 6 0,41-5 0,-1 0 0,0 0 0,1-1 0,-1-1 0,0 0 0,0 0 0,1-1 0,-18-3 0,9 1 0,19 4 0,1-1 0,-1 0 0,0 0 0,0 0 0,0 0 0,1 0 0,-1 1 0,0-1 0,0 0 0,0 0 0,0 0 0,0 1 0,0-1 0,1 0 0,-1 0 0,0 0 0,0 1 0,0-1 0,0 0 0,0 0 0,0 1 0,0-1 0,0 0 0,0 0 0,0 0 0,0 1 0,0-1 0,0 0 0,0 0 0,0 1 0,0-1 0,0 0 0,0 0 0,-1 0 0,1 1 0,0-1 0,0 0 0,0 0 0,0 0 0,0 1 0,0-1 0,-1 0 0,1 0 0,0 0 0,0 0 0,0 0 0,-1 1 0,1-1 0,0 0 0,0 0 0,0 0 0,-1 0 0,1 0 0,0 0 0,0 0 0,-1 0 0,1 0 0,0 0 0,0 0 0,0 0 0,-1 0 0,1 0 0,2 2 0,0-1 0,0 1 0,1-1 0,-1 0 0,1 1 0,-1-1 0,1-1 0,0 1 0,-1 0 0,1-1 0,0 1 0,3-1 0,38 1 0,-30-1 0,125-2 0,268 3 0,-251 6 0,57 1 0,590-8 0,-380 0 0,-325-9 0,-6 1 0,-80 8 0,0 0 0,0 1 0,0 0 0,0 1 0,17 5 0,-28-7 0,0 1 0,0-1 0,0 0 0,0 1 0,0-1 0,0 0 0,0 1 0,0-1 0,0 1 0,0 0 0,0-1 0,0 1 0,0 0 0,1 1 0,-2-1 0,0-1 0,0 0 0,0 0 0,0 1 0,0-1 0,0 0 0,0 1 0,0-1 0,0 0 0,0 1 0,0-1 0,0 0 0,0 1 0,0-1 0,-1 0 0,1 1 0,0-1 0,0 0 0,0 0 0,0 1 0,-1-1 0,1 0 0,0 0 0,0 1 0,0-1 0,-1 0 0,1 0 0,0 0 0,0 1 0,-1-1 0,-2 2 0,-1 0 0,1-1 0,0 1 0,-1-1 0,1 0 0,-1 0 0,-3 1 0,-23 2 0,-1-1 0,-40-2 0,-63-9 0,15 0 0,-272 6 0,237 2 0,-282 23 0,193-6 0,135-11 0,-270 8 0,260-13 0,-150-3 0,176-6 0,-17-1 0,93 9 0,0 0 0,0 1 0,1 1 0,-29 7 0,31-4-1365,4 0-5461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9:25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4166 222 24575,'57'-14'0,"1"2"0,103-8 0,-90 14 0,70-2 0,-66 8 0,-1-4 0,1-4 0,128-29 0,-196 36 0,21-6 0,51-21 0,-79 28 0,0 0 0,0 0 0,1 0 0,-1 0 0,0 0 0,0 0 0,0 0 0,0 0 0,0 0 0,0 0 0,0 0 0,0 0 0,0 0 0,1 0 0,-1 0 0,0 0 0,0 0 0,0-1 0,0 1 0,0 0 0,0 0 0,0 0 0,0 0 0,0 0 0,0 0 0,0 0 0,0 0 0,0 0 0,0-1 0,0 1 0,0 0 0,0 0 0,0 0 0,0 0 0,0 0 0,0 0 0,0 0 0,0 0 0,0-1 0,0 1 0,0 0 0,0 0 0,0 0 0,0 0 0,0 0 0,0 0 0,0 0 0,0 0 0,0-1 0,-7-3 0,-8-1 0,-7 2 0,0 1 0,-32 0 0,-18-2 0,56 3 0,-327-33 0,269 29 0,-207-8 0,279 13 0,-282 9 0,0 13 0,195-16 0,-58 2 0,-559-8 0,405 23 0,153-7 0,71-8 0,-78 4 0,31-4 0,-18-1 0,-62-8 0,-154 2 0,106 21 0,-1-1 0,123-13 0,-61 0 0,-252-8 0,656-9 0,238-15 0,-279 18 0,420-15 0,-218 7 0,310-16 0,-538 24 0,139-3 0,63 19 0,181 45 0,-453-44 0,0-4 0,1-3 0,146-11 0,-187 3 0,189-13 0,-221 17 0,16 0 0,-1 1 0,0 0 0,27 7 0,-23-5 0,0 0 0,0-1 0,0-1 0,26-3 0,1 0 0,4 2 0,64 1 0,-115-1-151,0 0-1,0 1 0,0 0 0,-1-1 1,1 1-1,0 0 0,0 0 1,2 2-1,5 3-6674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29:31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4068 120 24575,'80'-49'0,"-31"18"0,-47 30 0,0 0 0,-1 0 0,1 0 0,-1-1 0,1 1 0,-1 0 0,3-4 0,-4 5 0,0 0 0,0 0 0,0 0 0,0-1 0,1 1 0,-1 0 0,0 0 0,0 0 0,0-1 0,0 1 0,0 0 0,0 0 0,0 0 0,0-1 0,0 1 0,0 0 0,0 0 0,0 0 0,0-1 0,0 1 0,0 0 0,0 0 0,-1 0 0,1-1 0,0 1 0,0 0 0,0 0 0,0-1 0,-11-3 0,-15 2 0,1 1 0,-30 3 0,7-1 0,-71 7 0,6-1 0,-174-16 0,-46 2 0,214 8 0,75 2 0,0 1 0,-81 19 0,-28 4 0,37-24 0,-9 2 0,-96 13 0,16 0 0,150-15 0,0-3 0,-90-9 0,59-2 0,-89 0 0,43 4 0,9 0 0,-54 15 0,5 0 0,-244-9 0,396 0 0,1 0 0,0-1 0,0-2 0,-27-6 0,12-2 0,-48-21 0,69 28 0,1 0 0,-2 1 0,1 0 0,0 1 0,-21-2 0,9 4 0,1 0 0,-32 4 0,38-1 0,-28 7 0,81-6 0,-24-2 0,9 2 0,38 9 0,-9-1 0,376 49 0,-196-31 0,117 8 0,-195-22 0,144 7 0,116-19 0,-233-4 0,546 1 0,-612-7 0,-8-1 0,51 9 0,76-2 0,-161-6 0,23-1 0,-40 8 0,-5 1 0,85-10 0,-59 0 120,-65 9-332,0 0 0,1 0 0,-1 1-1,0 0 1,0 1 0,9 2 0,-9 0-6614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5FE69-9F96-4C69-9221-133ABE28BF7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95154F-20C0-4D34-A0BB-7B4B290552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50567D-018D-424A-A19A-0BB842E750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9B035-3DE4-4C3F-A719-B3A0D6C635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9A553F-E138-4D64-9E34-69CD26E82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26C473-60A1-4812-8164-4252231EF2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3F125-8D77-46D3-8DB8-9D165506C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F0045A-2FC2-4B60-B6C6-F65373FE96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5035A4-70F2-4EDA-AB4D-EEB850517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230881-B542-40FB-965F-936830ACCC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5C5D4-5F54-48B1-9072-4FE746D485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729D8-8A4B-4C65-8485-D29174DFE2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19C5D-1C7F-44C9-8A24-99AD5B64A7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705089-3018-489B-AFAF-FD35CE7A82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A2AA59-4537-4DF0-873D-43E67F4131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2318DE-64C1-4FD5-8EA3-1101806253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F23B33-5779-4C36-973B-E7FE10D58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548A8F-DE47-49E4-9CA9-4D10E06AB3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F9266-86D5-4A6D-A8B4-E58763A40C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628C17-B12E-4038-89C0-55BD91482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E8FD-7236-4D17-B06F-4D3287ABE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03C961-5259-4722-8EA4-DE212FC79F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F48672-38C1-472E-A339-923CE9F825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0D09B1-4EBD-4B73-B800-01E18A8A2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6F1E7-0A58-1C23-B240-84D0909B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>
            <a:extLst>
              <a:ext uri="{FF2B5EF4-FFF2-40B4-BE49-F238E27FC236}">
                <a16:creationId xmlns:a16="http://schemas.microsoft.com/office/drawing/2014/main" id="{F05F91F3-1847-E093-DA6E-E601AE376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>
            <a:extLst>
              <a:ext uri="{FF2B5EF4-FFF2-40B4-BE49-F238E27FC236}">
                <a16:creationId xmlns:a16="http://schemas.microsoft.com/office/drawing/2014/main" id="{D0ABA338-7B76-C4B1-CA3F-4304942886B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>
            <a:extLst>
              <a:ext uri="{FF2B5EF4-FFF2-40B4-BE49-F238E27FC236}">
                <a16:creationId xmlns:a16="http://schemas.microsoft.com/office/drawing/2014/main" id="{3C9C92DD-AEA5-029E-59F9-7C6CD87C3A92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D279FB-1A58-4E15-8593-08ECC1934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27971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9A909-7B0A-4300-9354-BCD1EF58EA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AF6FDF-87AE-4BE6-8F2D-800210864F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C57E7-184D-49F6-851B-A4BDDD2235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761BF-D4E2-4BF2-A71C-3518E5E052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7F1EAC-54D7-4F50-AD03-E2FB0F524F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610A3-F1F1-4001-9FAA-D2744CA3B8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F1EF20-42D5-4566-A3E5-051B9757D9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6.xml"/><Relationship Id="rId21" Type="http://schemas.openxmlformats.org/officeDocument/2006/relationships/customXml" Target="../ink/ink9.xml"/><Relationship Id="rId42" Type="http://schemas.openxmlformats.org/officeDocument/2006/relationships/image" Target="../media/image22.png"/><Relationship Id="rId63" Type="http://schemas.openxmlformats.org/officeDocument/2006/relationships/customXml" Target="../ink/ink29.xml"/><Relationship Id="rId84" Type="http://schemas.openxmlformats.org/officeDocument/2006/relationships/image" Target="../media/image43.png"/><Relationship Id="rId138" Type="http://schemas.openxmlformats.org/officeDocument/2006/relationships/image" Target="../media/image70.png"/><Relationship Id="rId159" Type="http://schemas.openxmlformats.org/officeDocument/2006/relationships/customXml" Target="../ink/ink77.xml"/><Relationship Id="rId170" Type="http://schemas.openxmlformats.org/officeDocument/2006/relationships/image" Target="../media/image85.png"/><Relationship Id="rId107" Type="http://schemas.openxmlformats.org/officeDocument/2006/relationships/customXml" Target="../ink/ink51.xml"/><Relationship Id="rId11" Type="http://schemas.openxmlformats.org/officeDocument/2006/relationships/customXml" Target="../ink/ink4.xml"/><Relationship Id="rId32" Type="http://schemas.openxmlformats.org/officeDocument/2006/relationships/image" Target="../media/image17.png"/><Relationship Id="rId53" Type="http://schemas.openxmlformats.org/officeDocument/2006/relationships/customXml" Target="../ink/ink24.xml"/><Relationship Id="rId74" Type="http://schemas.openxmlformats.org/officeDocument/2006/relationships/image" Target="../media/image38.png"/><Relationship Id="rId128" Type="http://schemas.openxmlformats.org/officeDocument/2006/relationships/image" Target="../media/image65.png"/><Relationship Id="rId149" Type="http://schemas.openxmlformats.org/officeDocument/2006/relationships/customXml" Target="../ink/ink72.xml"/><Relationship Id="rId5" Type="http://schemas.openxmlformats.org/officeDocument/2006/relationships/customXml" Target="../ink/ink1.xml"/><Relationship Id="rId95" Type="http://schemas.openxmlformats.org/officeDocument/2006/relationships/customXml" Target="../ink/ink45.xml"/><Relationship Id="rId160" Type="http://schemas.openxmlformats.org/officeDocument/2006/relationships/image" Target="../media/image80.png"/><Relationship Id="rId22" Type="http://schemas.openxmlformats.org/officeDocument/2006/relationships/image" Target="../media/image12.png"/><Relationship Id="rId43" Type="http://schemas.openxmlformats.org/officeDocument/2006/relationships/customXml" Target="../ink/ink19.xml"/><Relationship Id="rId64" Type="http://schemas.openxmlformats.org/officeDocument/2006/relationships/image" Target="../media/image33.png"/><Relationship Id="rId118" Type="http://schemas.openxmlformats.org/officeDocument/2006/relationships/image" Target="../media/image60.png"/><Relationship Id="rId139" Type="http://schemas.openxmlformats.org/officeDocument/2006/relationships/customXml" Target="../ink/ink67.xml"/><Relationship Id="rId85" Type="http://schemas.openxmlformats.org/officeDocument/2006/relationships/customXml" Target="../ink/ink40.xml"/><Relationship Id="rId150" Type="http://schemas.openxmlformats.org/officeDocument/2006/relationships/image" Target="../media/image75.png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33" Type="http://schemas.openxmlformats.org/officeDocument/2006/relationships/customXml" Target="../ink/ink14.xml"/><Relationship Id="rId38" Type="http://schemas.openxmlformats.org/officeDocument/2006/relationships/image" Target="../media/image20.png"/><Relationship Id="rId59" Type="http://schemas.openxmlformats.org/officeDocument/2006/relationships/customXml" Target="../ink/ink27.xml"/><Relationship Id="rId103" Type="http://schemas.openxmlformats.org/officeDocument/2006/relationships/customXml" Target="../ink/ink49.xml"/><Relationship Id="rId108" Type="http://schemas.openxmlformats.org/officeDocument/2006/relationships/image" Target="../media/image55.png"/><Relationship Id="rId124" Type="http://schemas.openxmlformats.org/officeDocument/2006/relationships/image" Target="../media/image63.png"/><Relationship Id="rId129" Type="http://schemas.openxmlformats.org/officeDocument/2006/relationships/customXml" Target="../ink/ink62.xml"/><Relationship Id="rId54" Type="http://schemas.openxmlformats.org/officeDocument/2006/relationships/image" Target="../media/image28.png"/><Relationship Id="rId70" Type="http://schemas.openxmlformats.org/officeDocument/2006/relationships/image" Target="../media/image36.png"/><Relationship Id="rId75" Type="http://schemas.openxmlformats.org/officeDocument/2006/relationships/customXml" Target="../ink/ink35.xml"/><Relationship Id="rId91" Type="http://schemas.openxmlformats.org/officeDocument/2006/relationships/customXml" Target="../ink/ink43.xml"/><Relationship Id="rId96" Type="http://schemas.openxmlformats.org/officeDocument/2006/relationships/image" Target="../media/image49.png"/><Relationship Id="rId140" Type="http://schemas.openxmlformats.org/officeDocument/2006/relationships/image" Target="../media/image71.png"/><Relationship Id="rId145" Type="http://schemas.openxmlformats.org/officeDocument/2006/relationships/customXml" Target="../ink/ink70.xml"/><Relationship Id="rId161" Type="http://schemas.openxmlformats.org/officeDocument/2006/relationships/customXml" Target="../ink/ink78.xml"/><Relationship Id="rId16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23" Type="http://schemas.openxmlformats.org/officeDocument/2006/relationships/customXml" Target="../ink/ink10.xml"/><Relationship Id="rId49" Type="http://schemas.openxmlformats.org/officeDocument/2006/relationships/customXml" Target="../ink/ink22.xml"/><Relationship Id="rId114" Type="http://schemas.openxmlformats.org/officeDocument/2006/relationships/image" Target="../media/image58.png"/><Relationship Id="rId119" Type="http://schemas.openxmlformats.org/officeDocument/2006/relationships/customXml" Target="../ink/ink57.xml"/><Relationship Id="rId44" Type="http://schemas.openxmlformats.org/officeDocument/2006/relationships/image" Target="../media/image23.png"/><Relationship Id="rId60" Type="http://schemas.openxmlformats.org/officeDocument/2006/relationships/image" Target="../media/image31.png"/><Relationship Id="rId65" Type="http://schemas.openxmlformats.org/officeDocument/2006/relationships/customXml" Target="../ink/ink30.xml"/><Relationship Id="rId81" Type="http://schemas.openxmlformats.org/officeDocument/2006/relationships/customXml" Target="../ink/ink38.xml"/><Relationship Id="rId86" Type="http://schemas.openxmlformats.org/officeDocument/2006/relationships/image" Target="../media/image44.png"/><Relationship Id="rId130" Type="http://schemas.openxmlformats.org/officeDocument/2006/relationships/image" Target="../media/image66.png"/><Relationship Id="rId135" Type="http://schemas.openxmlformats.org/officeDocument/2006/relationships/customXml" Target="../ink/ink65.xml"/><Relationship Id="rId151" Type="http://schemas.openxmlformats.org/officeDocument/2006/relationships/customXml" Target="../ink/ink73.xml"/><Relationship Id="rId156" Type="http://schemas.openxmlformats.org/officeDocument/2006/relationships/image" Target="../media/image78.png"/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39" Type="http://schemas.openxmlformats.org/officeDocument/2006/relationships/customXml" Target="../ink/ink17.xml"/><Relationship Id="rId109" Type="http://schemas.openxmlformats.org/officeDocument/2006/relationships/customXml" Target="../ink/ink52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5.xml"/><Relationship Id="rId76" Type="http://schemas.openxmlformats.org/officeDocument/2006/relationships/image" Target="../media/image39.png"/><Relationship Id="rId97" Type="http://schemas.openxmlformats.org/officeDocument/2006/relationships/customXml" Target="../ink/ink46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125" Type="http://schemas.openxmlformats.org/officeDocument/2006/relationships/customXml" Target="../ink/ink60.xml"/><Relationship Id="rId141" Type="http://schemas.openxmlformats.org/officeDocument/2006/relationships/customXml" Target="../ink/ink68.xml"/><Relationship Id="rId146" Type="http://schemas.openxmlformats.org/officeDocument/2006/relationships/image" Target="../media/image73.png"/><Relationship Id="rId167" Type="http://schemas.openxmlformats.org/officeDocument/2006/relationships/customXml" Target="../ink/ink81.xml"/><Relationship Id="rId7" Type="http://schemas.openxmlformats.org/officeDocument/2006/relationships/customXml" Target="../ink/ink2.xml"/><Relationship Id="rId71" Type="http://schemas.openxmlformats.org/officeDocument/2006/relationships/customXml" Target="../ink/ink33.xml"/><Relationship Id="rId92" Type="http://schemas.openxmlformats.org/officeDocument/2006/relationships/image" Target="../media/image47.png"/><Relationship Id="rId162" Type="http://schemas.openxmlformats.org/officeDocument/2006/relationships/image" Target="../media/image81.png"/><Relationship Id="rId2" Type="http://schemas.openxmlformats.org/officeDocument/2006/relationships/notesSlide" Target="../notesSlides/notesSlide3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0.xml"/><Relationship Id="rId66" Type="http://schemas.openxmlformats.org/officeDocument/2006/relationships/image" Target="../media/image34.png"/><Relationship Id="rId87" Type="http://schemas.openxmlformats.org/officeDocument/2006/relationships/customXml" Target="../ink/ink41.xml"/><Relationship Id="rId110" Type="http://schemas.openxmlformats.org/officeDocument/2006/relationships/image" Target="../media/image56.png"/><Relationship Id="rId115" Type="http://schemas.openxmlformats.org/officeDocument/2006/relationships/customXml" Target="../ink/ink55.xml"/><Relationship Id="rId131" Type="http://schemas.openxmlformats.org/officeDocument/2006/relationships/customXml" Target="../ink/ink63.xml"/><Relationship Id="rId136" Type="http://schemas.openxmlformats.org/officeDocument/2006/relationships/image" Target="../media/image69.png"/><Relationship Id="rId157" Type="http://schemas.openxmlformats.org/officeDocument/2006/relationships/customXml" Target="../ink/ink76.xml"/><Relationship Id="rId61" Type="http://schemas.openxmlformats.org/officeDocument/2006/relationships/customXml" Target="../ink/ink28.xml"/><Relationship Id="rId82" Type="http://schemas.openxmlformats.org/officeDocument/2006/relationships/image" Target="../media/image42.png"/><Relationship Id="rId152" Type="http://schemas.openxmlformats.org/officeDocument/2006/relationships/image" Target="../media/image76.png"/><Relationship Id="rId19" Type="http://schemas.openxmlformats.org/officeDocument/2006/relationships/customXml" Target="../ink/ink8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5.xml"/><Relationship Id="rId56" Type="http://schemas.openxmlformats.org/officeDocument/2006/relationships/image" Target="../media/image29.png"/><Relationship Id="rId77" Type="http://schemas.openxmlformats.org/officeDocument/2006/relationships/customXml" Target="../ink/ink36.xml"/><Relationship Id="rId100" Type="http://schemas.openxmlformats.org/officeDocument/2006/relationships/image" Target="../media/image51.png"/><Relationship Id="rId105" Type="http://schemas.openxmlformats.org/officeDocument/2006/relationships/customXml" Target="../ink/ink50.xml"/><Relationship Id="rId126" Type="http://schemas.openxmlformats.org/officeDocument/2006/relationships/image" Target="../media/image64.png"/><Relationship Id="rId147" Type="http://schemas.openxmlformats.org/officeDocument/2006/relationships/customXml" Target="../ink/ink71.xml"/><Relationship Id="rId168" Type="http://schemas.openxmlformats.org/officeDocument/2006/relationships/image" Target="../media/image84.png"/><Relationship Id="rId8" Type="http://schemas.openxmlformats.org/officeDocument/2006/relationships/image" Target="../media/image5.png"/><Relationship Id="rId51" Type="http://schemas.openxmlformats.org/officeDocument/2006/relationships/customXml" Target="../ink/ink23.xml"/><Relationship Id="rId72" Type="http://schemas.openxmlformats.org/officeDocument/2006/relationships/image" Target="../media/image37.png"/><Relationship Id="rId93" Type="http://schemas.openxmlformats.org/officeDocument/2006/relationships/customXml" Target="../ink/ink44.xml"/><Relationship Id="rId98" Type="http://schemas.openxmlformats.org/officeDocument/2006/relationships/image" Target="../media/image50.png"/><Relationship Id="rId121" Type="http://schemas.openxmlformats.org/officeDocument/2006/relationships/customXml" Target="../ink/ink58.xml"/><Relationship Id="rId142" Type="http://schemas.openxmlformats.org/officeDocument/2006/relationships/image" Target="../media/image15.png"/><Relationship Id="rId163" Type="http://schemas.openxmlformats.org/officeDocument/2006/relationships/customXml" Target="../ink/ink79.xml"/><Relationship Id="rId3" Type="http://schemas.openxmlformats.org/officeDocument/2006/relationships/image" Target="../media/image2.png"/><Relationship Id="rId25" Type="http://schemas.openxmlformats.org/officeDocument/2006/relationships/customXml" Target="../ink/ink11.xml"/><Relationship Id="rId46" Type="http://schemas.openxmlformats.org/officeDocument/2006/relationships/image" Target="../media/image24.png"/><Relationship Id="rId67" Type="http://schemas.openxmlformats.org/officeDocument/2006/relationships/customXml" Target="../ink/ink31.xml"/><Relationship Id="rId116" Type="http://schemas.openxmlformats.org/officeDocument/2006/relationships/image" Target="../media/image59.png"/><Relationship Id="rId137" Type="http://schemas.openxmlformats.org/officeDocument/2006/relationships/customXml" Target="../ink/ink66.xml"/><Relationship Id="rId158" Type="http://schemas.openxmlformats.org/officeDocument/2006/relationships/image" Target="../media/image79.png"/><Relationship Id="rId20" Type="http://schemas.openxmlformats.org/officeDocument/2006/relationships/image" Target="../media/image11.png"/><Relationship Id="rId41" Type="http://schemas.openxmlformats.org/officeDocument/2006/relationships/customXml" Target="../ink/ink18.xml"/><Relationship Id="rId62" Type="http://schemas.openxmlformats.org/officeDocument/2006/relationships/image" Target="../media/image32.png"/><Relationship Id="rId83" Type="http://schemas.openxmlformats.org/officeDocument/2006/relationships/customXml" Target="../ink/ink39.xml"/><Relationship Id="rId88" Type="http://schemas.openxmlformats.org/officeDocument/2006/relationships/image" Target="../media/image45.png"/><Relationship Id="rId111" Type="http://schemas.openxmlformats.org/officeDocument/2006/relationships/customXml" Target="../ink/ink53.xml"/><Relationship Id="rId132" Type="http://schemas.openxmlformats.org/officeDocument/2006/relationships/image" Target="../media/image67.png"/><Relationship Id="rId153" Type="http://schemas.openxmlformats.org/officeDocument/2006/relationships/customXml" Target="../ink/ink74.xml"/><Relationship Id="rId15" Type="http://schemas.openxmlformats.org/officeDocument/2006/relationships/customXml" Target="../ink/ink6.xml"/><Relationship Id="rId36" Type="http://schemas.openxmlformats.org/officeDocument/2006/relationships/image" Target="../media/image19.png"/><Relationship Id="rId57" Type="http://schemas.openxmlformats.org/officeDocument/2006/relationships/customXml" Target="../ink/ink26.xml"/><Relationship Id="rId106" Type="http://schemas.openxmlformats.org/officeDocument/2006/relationships/image" Target="../media/image54.png"/><Relationship Id="rId127" Type="http://schemas.openxmlformats.org/officeDocument/2006/relationships/customXml" Target="../ink/ink61.xml"/><Relationship Id="rId10" Type="http://schemas.openxmlformats.org/officeDocument/2006/relationships/image" Target="../media/image6.png"/><Relationship Id="rId31" Type="http://schemas.openxmlformats.org/officeDocument/2006/relationships/customXml" Target="../ink/ink13.xml"/><Relationship Id="rId52" Type="http://schemas.openxmlformats.org/officeDocument/2006/relationships/image" Target="../media/image27.png"/><Relationship Id="rId73" Type="http://schemas.openxmlformats.org/officeDocument/2006/relationships/customXml" Target="../ink/ink34.xml"/><Relationship Id="rId78" Type="http://schemas.openxmlformats.org/officeDocument/2006/relationships/image" Target="../media/image40.png"/><Relationship Id="rId94" Type="http://schemas.openxmlformats.org/officeDocument/2006/relationships/image" Target="../media/image48.png"/><Relationship Id="rId99" Type="http://schemas.openxmlformats.org/officeDocument/2006/relationships/customXml" Target="../ink/ink47.xml"/><Relationship Id="rId101" Type="http://schemas.openxmlformats.org/officeDocument/2006/relationships/customXml" Target="../ink/ink48.xml"/><Relationship Id="rId122" Type="http://schemas.openxmlformats.org/officeDocument/2006/relationships/image" Target="../media/image62.png"/><Relationship Id="rId143" Type="http://schemas.openxmlformats.org/officeDocument/2006/relationships/customXml" Target="../ink/ink69.xml"/><Relationship Id="rId148" Type="http://schemas.openxmlformats.org/officeDocument/2006/relationships/image" Target="../media/image74.png"/><Relationship Id="rId164" Type="http://schemas.openxmlformats.org/officeDocument/2006/relationships/image" Target="../media/image82.png"/><Relationship Id="rId169" Type="http://schemas.openxmlformats.org/officeDocument/2006/relationships/customXml" Target="../ink/ink82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26" Type="http://schemas.openxmlformats.org/officeDocument/2006/relationships/image" Target="../media/image14.png"/><Relationship Id="rId47" Type="http://schemas.openxmlformats.org/officeDocument/2006/relationships/customXml" Target="../ink/ink21.xml"/><Relationship Id="rId68" Type="http://schemas.openxmlformats.org/officeDocument/2006/relationships/image" Target="../media/image35.png"/><Relationship Id="rId89" Type="http://schemas.openxmlformats.org/officeDocument/2006/relationships/customXml" Target="../ink/ink42.xml"/><Relationship Id="rId112" Type="http://schemas.openxmlformats.org/officeDocument/2006/relationships/image" Target="../media/image57.png"/><Relationship Id="rId133" Type="http://schemas.openxmlformats.org/officeDocument/2006/relationships/customXml" Target="../ink/ink64.xml"/><Relationship Id="rId154" Type="http://schemas.openxmlformats.org/officeDocument/2006/relationships/image" Target="../media/image77.png"/><Relationship Id="rId16" Type="http://schemas.openxmlformats.org/officeDocument/2006/relationships/image" Target="../media/image9.png"/><Relationship Id="rId37" Type="http://schemas.openxmlformats.org/officeDocument/2006/relationships/customXml" Target="../ink/ink16.xml"/><Relationship Id="rId58" Type="http://schemas.openxmlformats.org/officeDocument/2006/relationships/image" Target="../media/image30.png"/><Relationship Id="rId79" Type="http://schemas.openxmlformats.org/officeDocument/2006/relationships/customXml" Target="../ink/ink37.xml"/><Relationship Id="rId102" Type="http://schemas.openxmlformats.org/officeDocument/2006/relationships/image" Target="../media/image52.png"/><Relationship Id="rId123" Type="http://schemas.openxmlformats.org/officeDocument/2006/relationships/customXml" Target="../ink/ink59.xml"/><Relationship Id="rId144" Type="http://schemas.openxmlformats.org/officeDocument/2006/relationships/image" Target="../media/image72.png"/><Relationship Id="rId90" Type="http://schemas.openxmlformats.org/officeDocument/2006/relationships/image" Target="../media/image46.png"/><Relationship Id="rId165" Type="http://schemas.openxmlformats.org/officeDocument/2006/relationships/customXml" Target="../ink/ink80.xml"/><Relationship Id="rId27" Type="http://schemas.openxmlformats.org/officeDocument/2006/relationships/customXml" Target="../ink/ink12.xml"/><Relationship Id="rId48" Type="http://schemas.openxmlformats.org/officeDocument/2006/relationships/image" Target="../media/image25.png"/><Relationship Id="rId69" Type="http://schemas.openxmlformats.org/officeDocument/2006/relationships/customXml" Target="../ink/ink32.xml"/><Relationship Id="rId113" Type="http://schemas.openxmlformats.org/officeDocument/2006/relationships/customXml" Target="../ink/ink54.xml"/><Relationship Id="rId134" Type="http://schemas.openxmlformats.org/officeDocument/2006/relationships/image" Target="../media/image68.png"/><Relationship Id="rId80" Type="http://schemas.openxmlformats.org/officeDocument/2006/relationships/image" Target="../media/image41.png"/><Relationship Id="rId155" Type="http://schemas.openxmlformats.org/officeDocument/2006/relationships/customXml" Target="../ink/ink7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40.xml"/><Relationship Id="rId299" Type="http://schemas.openxmlformats.org/officeDocument/2006/relationships/customXml" Target="../ink/ink231.xml"/><Relationship Id="rId21" Type="http://schemas.openxmlformats.org/officeDocument/2006/relationships/customXml" Target="../ink/ink92.xml"/><Relationship Id="rId63" Type="http://schemas.openxmlformats.org/officeDocument/2006/relationships/customXml" Target="../ink/ink113.xml"/><Relationship Id="rId159" Type="http://schemas.openxmlformats.org/officeDocument/2006/relationships/customXml" Target="../ink/ink161.xml"/><Relationship Id="rId170" Type="http://schemas.openxmlformats.org/officeDocument/2006/relationships/image" Target="../media/image155.png"/><Relationship Id="rId226" Type="http://schemas.openxmlformats.org/officeDocument/2006/relationships/image" Target="../media/image183.png"/><Relationship Id="rId268" Type="http://schemas.openxmlformats.org/officeDocument/2006/relationships/image" Target="../media/image204.png"/><Relationship Id="rId32" Type="http://schemas.openxmlformats.org/officeDocument/2006/relationships/image" Target="../media/image86.png"/><Relationship Id="rId74" Type="http://schemas.openxmlformats.org/officeDocument/2006/relationships/image" Target="../media/image107.png"/><Relationship Id="rId128" Type="http://schemas.openxmlformats.org/officeDocument/2006/relationships/image" Target="../media/image134.png"/><Relationship Id="rId5" Type="http://schemas.openxmlformats.org/officeDocument/2006/relationships/customXml" Target="../ink/ink84.xml"/><Relationship Id="rId181" Type="http://schemas.openxmlformats.org/officeDocument/2006/relationships/customXml" Target="../ink/ink172.xml"/><Relationship Id="rId237" Type="http://schemas.openxmlformats.org/officeDocument/2006/relationships/customXml" Target="../ink/ink200.xml"/><Relationship Id="rId279" Type="http://schemas.openxmlformats.org/officeDocument/2006/relationships/customXml" Target="../ink/ink221.xml"/><Relationship Id="rId43" Type="http://schemas.openxmlformats.org/officeDocument/2006/relationships/customXml" Target="../ink/ink103.xml"/><Relationship Id="rId139" Type="http://schemas.openxmlformats.org/officeDocument/2006/relationships/customXml" Target="../ink/ink151.xml"/><Relationship Id="rId290" Type="http://schemas.openxmlformats.org/officeDocument/2006/relationships/image" Target="../media/image215.png"/><Relationship Id="rId85" Type="http://schemas.openxmlformats.org/officeDocument/2006/relationships/customXml" Target="../ink/ink124.xml"/><Relationship Id="rId150" Type="http://schemas.openxmlformats.org/officeDocument/2006/relationships/image" Target="../media/image145.png"/><Relationship Id="rId192" Type="http://schemas.openxmlformats.org/officeDocument/2006/relationships/image" Target="../media/image166.png"/><Relationship Id="rId206" Type="http://schemas.openxmlformats.org/officeDocument/2006/relationships/image" Target="../media/image173.png"/><Relationship Id="rId248" Type="http://schemas.openxmlformats.org/officeDocument/2006/relationships/image" Target="../media/image194.png"/><Relationship Id="rId12" Type="http://schemas.openxmlformats.org/officeDocument/2006/relationships/image" Target="../media/image7610.png"/><Relationship Id="rId108" Type="http://schemas.openxmlformats.org/officeDocument/2006/relationships/image" Target="../media/image124.png"/><Relationship Id="rId54" Type="http://schemas.openxmlformats.org/officeDocument/2006/relationships/image" Target="../media/image97.png"/><Relationship Id="rId75" Type="http://schemas.openxmlformats.org/officeDocument/2006/relationships/customXml" Target="../ink/ink119.xml"/><Relationship Id="rId96" Type="http://schemas.openxmlformats.org/officeDocument/2006/relationships/image" Target="../media/image118.png"/><Relationship Id="rId140" Type="http://schemas.openxmlformats.org/officeDocument/2006/relationships/image" Target="../media/image140.png"/><Relationship Id="rId161" Type="http://schemas.openxmlformats.org/officeDocument/2006/relationships/customXml" Target="../ink/ink162.xml"/><Relationship Id="rId182" Type="http://schemas.openxmlformats.org/officeDocument/2006/relationships/image" Target="../media/image161.png"/><Relationship Id="rId217" Type="http://schemas.openxmlformats.org/officeDocument/2006/relationships/customXml" Target="../ink/ink190.xml"/><Relationship Id="rId6" Type="http://schemas.openxmlformats.org/officeDocument/2006/relationships/image" Target="../media/image7310.png"/><Relationship Id="rId238" Type="http://schemas.openxmlformats.org/officeDocument/2006/relationships/image" Target="../media/image189.png"/><Relationship Id="rId259" Type="http://schemas.openxmlformats.org/officeDocument/2006/relationships/customXml" Target="../ink/ink211.xml"/><Relationship Id="rId23" Type="http://schemas.openxmlformats.org/officeDocument/2006/relationships/customXml" Target="../ink/ink93.xml"/><Relationship Id="rId119" Type="http://schemas.openxmlformats.org/officeDocument/2006/relationships/customXml" Target="../ink/ink141.xml"/><Relationship Id="rId270" Type="http://schemas.openxmlformats.org/officeDocument/2006/relationships/image" Target="../media/image205.png"/><Relationship Id="rId291" Type="http://schemas.openxmlformats.org/officeDocument/2006/relationships/customXml" Target="../ink/ink227.xml"/><Relationship Id="rId44" Type="http://schemas.openxmlformats.org/officeDocument/2006/relationships/image" Target="../media/image92.png"/><Relationship Id="rId65" Type="http://schemas.openxmlformats.org/officeDocument/2006/relationships/customXml" Target="../ink/ink114.xml"/><Relationship Id="rId86" Type="http://schemas.openxmlformats.org/officeDocument/2006/relationships/image" Target="../media/image113.png"/><Relationship Id="rId130" Type="http://schemas.openxmlformats.org/officeDocument/2006/relationships/image" Target="../media/image135.png"/><Relationship Id="rId151" Type="http://schemas.openxmlformats.org/officeDocument/2006/relationships/customXml" Target="../ink/ink157.xml"/><Relationship Id="rId172" Type="http://schemas.openxmlformats.org/officeDocument/2006/relationships/image" Target="../media/image156.png"/><Relationship Id="rId193" Type="http://schemas.openxmlformats.org/officeDocument/2006/relationships/customXml" Target="../ink/ink178.xml"/><Relationship Id="rId207" Type="http://schemas.openxmlformats.org/officeDocument/2006/relationships/customXml" Target="../ink/ink185.xml"/><Relationship Id="rId228" Type="http://schemas.openxmlformats.org/officeDocument/2006/relationships/image" Target="../media/image184.png"/><Relationship Id="rId249" Type="http://schemas.openxmlformats.org/officeDocument/2006/relationships/customXml" Target="../ink/ink206.xml"/><Relationship Id="rId13" Type="http://schemas.openxmlformats.org/officeDocument/2006/relationships/customXml" Target="../ink/ink88.xml"/><Relationship Id="rId109" Type="http://schemas.openxmlformats.org/officeDocument/2006/relationships/customXml" Target="../ink/ink136.xml"/><Relationship Id="rId260" Type="http://schemas.openxmlformats.org/officeDocument/2006/relationships/image" Target="../media/image200.png"/><Relationship Id="rId281" Type="http://schemas.openxmlformats.org/officeDocument/2006/relationships/customXml" Target="../ink/ink222.xml"/><Relationship Id="rId34" Type="http://schemas.openxmlformats.org/officeDocument/2006/relationships/image" Target="../media/image87.png"/><Relationship Id="rId55" Type="http://schemas.openxmlformats.org/officeDocument/2006/relationships/customXml" Target="../ink/ink109.xml"/><Relationship Id="rId76" Type="http://schemas.openxmlformats.org/officeDocument/2006/relationships/image" Target="../media/image108.png"/><Relationship Id="rId97" Type="http://schemas.openxmlformats.org/officeDocument/2006/relationships/customXml" Target="../ink/ink130.xml"/><Relationship Id="rId120" Type="http://schemas.openxmlformats.org/officeDocument/2006/relationships/image" Target="../media/image130.png"/><Relationship Id="rId141" Type="http://schemas.openxmlformats.org/officeDocument/2006/relationships/customXml" Target="../ink/ink152.xml"/><Relationship Id="rId7" Type="http://schemas.openxmlformats.org/officeDocument/2006/relationships/customXml" Target="../ink/ink85.xml"/><Relationship Id="rId162" Type="http://schemas.openxmlformats.org/officeDocument/2006/relationships/image" Target="../media/image151.png"/><Relationship Id="rId183" Type="http://schemas.openxmlformats.org/officeDocument/2006/relationships/customXml" Target="../ink/ink173.xml"/><Relationship Id="rId218" Type="http://schemas.openxmlformats.org/officeDocument/2006/relationships/image" Target="../media/image179.png"/><Relationship Id="rId239" Type="http://schemas.openxmlformats.org/officeDocument/2006/relationships/customXml" Target="../ink/ink201.xml"/><Relationship Id="rId250" Type="http://schemas.openxmlformats.org/officeDocument/2006/relationships/image" Target="../media/image195.png"/><Relationship Id="rId271" Type="http://schemas.openxmlformats.org/officeDocument/2006/relationships/customXml" Target="../ink/ink217.xml"/><Relationship Id="rId292" Type="http://schemas.openxmlformats.org/officeDocument/2006/relationships/image" Target="../media/image216.png"/><Relationship Id="rId24" Type="http://schemas.openxmlformats.org/officeDocument/2006/relationships/image" Target="../media/image8210.png"/><Relationship Id="rId45" Type="http://schemas.openxmlformats.org/officeDocument/2006/relationships/customXml" Target="../ink/ink104.xml"/><Relationship Id="rId66" Type="http://schemas.openxmlformats.org/officeDocument/2006/relationships/image" Target="../media/image103.png"/><Relationship Id="rId87" Type="http://schemas.openxmlformats.org/officeDocument/2006/relationships/customXml" Target="../ink/ink125.xml"/><Relationship Id="rId110" Type="http://schemas.openxmlformats.org/officeDocument/2006/relationships/image" Target="../media/image125.png"/><Relationship Id="rId131" Type="http://schemas.openxmlformats.org/officeDocument/2006/relationships/customXml" Target="../ink/ink147.xml"/><Relationship Id="rId152" Type="http://schemas.openxmlformats.org/officeDocument/2006/relationships/image" Target="../media/image146.png"/><Relationship Id="rId173" Type="http://schemas.openxmlformats.org/officeDocument/2006/relationships/customXml" Target="../ink/ink168.xml"/><Relationship Id="rId194" Type="http://schemas.openxmlformats.org/officeDocument/2006/relationships/image" Target="../media/image167.png"/><Relationship Id="rId208" Type="http://schemas.openxmlformats.org/officeDocument/2006/relationships/image" Target="../media/image174.png"/><Relationship Id="rId229" Type="http://schemas.openxmlformats.org/officeDocument/2006/relationships/customXml" Target="../ink/ink196.xml"/><Relationship Id="rId240" Type="http://schemas.openxmlformats.org/officeDocument/2006/relationships/image" Target="../media/image190.png"/><Relationship Id="rId261" Type="http://schemas.openxmlformats.org/officeDocument/2006/relationships/customXml" Target="../ink/ink212.xml"/><Relationship Id="rId14" Type="http://schemas.openxmlformats.org/officeDocument/2006/relationships/image" Target="../media/image7710.png"/><Relationship Id="rId35" Type="http://schemas.openxmlformats.org/officeDocument/2006/relationships/customXml" Target="../ink/ink99.xml"/><Relationship Id="rId56" Type="http://schemas.openxmlformats.org/officeDocument/2006/relationships/image" Target="../media/image98.png"/><Relationship Id="rId77" Type="http://schemas.openxmlformats.org/officeDocument/2006/relationships/customXml" Target="../ink/ink120.xml"/><Relationship Id="rId100" Type="http://schemas.openxmlformats.org/officeDocument/2006/relationships/image" Target="../media/image120.png"/><Relationship Id="rId282" Type="http://schemas.openxmlformats.org/officeDocument/2006/relationships/image" Target="../media/image211.png"/><Relationship Id="rId8" Type="http://schemas.openxmlformats.org/officeDocument/2006/relationships/image" Target="../media/image7410.png"/><Relationship Id="rId98" Type="http://schemas.openxmlformats.org/officeDocument/2006/relationships/image" Target="../media/image119.png"/><Relationship Id="rId121" Type="http://schemas.openxmlformats.org/officeDocument/2006/relationships/customXml" Target="../ink/ink142.xml"/><Relationship Id="rId142" Type="http://schemas.openxmlformats.org/officeDocument/2006/relationships/image" Target="../media/image141.png"/><Relationship Id="rId163" Type="http://schemas.openxmlformats.org/officeDocument/2006/relationships/customXml" Target="../ink/ink163.xml"/><Relationship Id="rId184" Type="http://schemas.openxmlformats.org/officeDocument/2006/relationships/image" Target="../media/image162.png"/><Relationship Id="rId219" Type="http://schemas.openxmlformats.org/officeDocument/2006/relationships/customXml" Target="../ink/ink191.xml"/><Relationship Id="rId230" Type="http://schemas.openxmlformats.org/officeDocument/2006/relationships/image" Target="../media/image185.png"/><Relationship Id="rId251" Type="http://schemas.openxmlformats.org/officeDocument/2006/relationships/customXml" Target="../ink/ink207.xml"/><Relationship Id="rId25" Type="http://schemas.openxmlformats.org/officeDocument/2006/relationships/customXml" Target="../ink/ink94.xml"/><Relationship Id="rId46" Type="http://schemas.openxmlformats.org/officeDocument/2006/relationships/image" Target="../media/image93.png"/><Relationship Id="rId67" Type="http://schemas.openxmlformats.org/officeDocument/2006/relationships/customXml" Target="../ink/ink115.xml"/><Relationship Id="rId272" Type="http://schemas.openxmlformats.org/officeDocument/2006/relationships/image" Target="../media/image206.png"/><Relationship Id="rId293" Type="http://schemas.openxmlformats.org/officeDocument/2006/relationships/customXml" Target="../ink/ink228.xml"/><Relationship Id="rId88" Type="http://schemas.openxmlformats.org/officeDocument/2006/relationships/image" Target="../media/image114.png"/><Relationship Id="rId111" Type="http://schemas.openxmlformats.org/officeDocument/2006/relationships/customXml" Target="../ink/ink137.xml"/><Relationship Id="rId132" Type="http://schemas.openxmlformats.org/officeDocument/2006/relationships/image" Target="../media/image136.png"/><Relationship Id="rId153" Type="http://schemas.openxmlformats.org/officeDocument/2006/relationships/customXml" Target="../ink/ink158.xml"/><Relationship Id="rId174" Type="http://schemas.openxmlformats.org/officeDocument/2006/relationships/image" Target="../media/image157.png"/><Relationship Id="rId195" Type="http://schemas.openxmlformats.org/officeDocument/2006/relationships/customXml" Target="../ink/ink179.xml"/><Relationship Id="rId209" Type="http://schemas.openxmlformats.org/officeDocument/2006/relationships/customXml" Target="../ink/ink186.xml"/><Relationship Id="rId220" Type="http://schemas.openxmlformats.org/officeDocument/2006/relationships/image" Target="../media/image180.png"/><Relationship Id="rId241" Type="http://schemas.openxmlformats.org/officeDocument/2006/relationships/customXml" Target="../ink/ink202.xml"/><Relationship Id="rId15" Type="http://schemas.openxmlformats.org/officeDocument/2006/relationships/customXml" Target="../ink/ink89.xml"/><Relationship Id="rId36" Type="http://schemas.openxmlformats.org/officeDocument/2006/relationships/image" Target="../media/image88.png"/><Relationship Id="rId57" Type="http://schemas.openxmlformats.org/officeDocument/2006/relationships/customXml" Target="../ink/ink110.xml"/><Relationship Id="rId262" Type="http://schemas.openxmlformats.org/officeDocument/2006/relationships/image" Target="../media/image201.png"/><Relationship Id="rId283" Type="http://schemas.openxmlformats.org/officeDocument/2006/relationships/customXml" Target="../ink/ink223.xml"/><Relationship Id="rId78" Type="http://schemas.openxmlformats.org/officeDocument/2006/relationships/image" Target="../media/image109.png"/><Relationship Id="rId99" Type="http://schemas.openxmlformats.org/officeDocument/2006/relationships/customXml" Target="../ink/ink131.xml"/><Relationship Id="rId101" Type="http://schemas.openxmlformats.org/officeDocument/2006/relationships/customXml" Target="../ink/ink132.xml"/><Relationship Id="rId122" Type="http://schemas.openxmlformats.org/officeDocument/2006/relationships/image" Target="../media/image131.png"/><Relationship Id="rId143" Type="http://schemas.openxmlformats.org/officeDocument/2006/relationships/customXml" Target="../ink/ink153.xml"/><Relationship Id="rId164" Type="http://schemas.openxmlformats.org/officeDocument/2006/relationships/image" Target="../media/image152.png"/><Relationship Id="rId185" Type="http://schemas.openxmlformats.org/officeDocument/2006/relationships/customXml" Target="../ink/ink174.xml"/><Relationship Id="rId9" Type="http://schemas.openxmlformats.org/officeDocument/2006/relationships/customXml" Target="../ink/ink86.xml"/><Relationship Id="rId210" Type="http://schemas.openxmlformats.org/officeDocument/2006/relationships/image" Target="../media/image175.png"/><Relationship Id="rId26" Type="http://schemas.openxmlformats.org/officeDocument/2006/relationships/image" Target="../media/image8310.png"/><Relationship Id="rId231" Type="http://schemas.openxmlformats.org/officeDocument/2006/relationships/customXml" Target="../ink/ink197.xml"/><Relationship Id="rId252" Type="http://schemas.openxmlformats.org/officeDocument/2006/relationships/image" Target="../media/image196.png"/><Relationship Id="rId273" Type="http://schemas.openxmlformats.org/officeDocument/2006/relationships/customXml" Target="../ink/ink218.xml"/><Relationship Id="rId294" Type="http://schemas.openxmlformats.org/officeDocument/2006/relationships/image" Target="../media/image217.png"/><Relationship Id="rId47" Type="http://schemas.openxmlformats.org/officeDocument/2006/relationships/customXml" Target="../ink/ink105.xml"/><Relationship Id="rId68" Type="http://schemas.openxmlformats.org/officeDocument/2006/relationships/image" Target="../media/image104.png"/><Relationship Id="rId89" Type="http://schemas.openxmlformats.org/officeDocument/2006/relationships/customXml" Target="../ink/ink126.xml"/><Relationship Id="rId112" Type="http://schemas.openxmlformats.org/officeDocument/2006/relationships/image" Target="../media/image126.png"/><Relationship Id="rId133" Type="http://schemas.openxmlformats.org/officeDocument/2006/relationships/customXml" Target="../ink/ink148.xml"/><Relationship Id="rId154" Type="http://schemas.openxmlformats.org/officeDocument/2006/relationships/image" Target="../media/image147.png"/><Relationship Id="rId175" Type="http://schemas.openxmlformats.org/officeDocument/2006/relationships/customXml" Target="../ink/ink169.xml"/><Relationship Id="rId196" Type="http://schemas.openxmlformats.org/officeDocument/2006/relationships/image" Target="../media/image168.png"/><Relationship Id="rId200" Type="http://schemas.openxmlformats.org/officeDocument/2006/relationships/image" Target="../media/image170.png"/><Relationship Id="rId16" Type="http://schemas.openxmlformats.org/officeDocument/2006/relationships/image" Target="../media/image7810.png"/><Relationship Id="rId221" Type="http://schemas.openxmlformats.org/officeDocument/2006/relationships/customXml" Target="../ink/ink192.xml"/><Relationship Id="rId242" Type="http://schemas.openxmlformats.org/officeDocument/2006/relationships/image" Target="../media/image191.png"/><Relationship Id="rId263" Type="http://schemas.openxmlformats.org/officeDocument/2006/relationships/customXml" Target="../ink/ink213.xml"/><Relationship Id="rId284" Type="http://schemas.openxmlformats.org/officeDocument/2006/relationships/image" Target="../media/image212.png"/><Relationship Id="rId37" Type="http://schemas.openxmlformats.org/officeDocument/2006/relationships/customXml" Target="../ink/ink100.xml"/><Relationship Id="rId58" Type="http://schemas.openxmlformats.org/officeDocument/2006/relationships/image" Target="../media/image99.png"/><Relationship Id="rId79" Type="http://schemas.openxmlformats.org/officeDocument/2006/relationships/customXml" Target="../ink/ink121.xml"/><Relationship Id="rId102" Type="http://schemas.openxmlformats.org/officeDocument/2006/relationships/image" Target="../media/image121.png"/><Relationship Id="rId123" Type="http://schemas.openxmlformats.org/officeDocument/2006/relationships/customXml" Target="../ink/ink143.xml"/><Relationship Id="rId144" Type="http://schemas.openxmlformats.org/officeDocument/2006/relationships/image" Target="../media/image142.png"/><Relationship Id="rId90" Type="http://schemas.openxmlformats.org/officeDocument/2006/relationships/image" Target="../media/image115.png"/><Relationship Id="rId165" Type="http://schemas.openxmlformats.org/officeDocument/2006/relationships/customXml" Target="../ink/ink164.xml"/><Relationship Id="rId186" Type="http://schemas.openxmlformats.org/officeDocument/2006/relationships/image" Target="../media/image163.png"/><Relationship Id="rId211" Type="http://schemas.openxmlformats.org/officeDocument/2006/relationships/customXml" Target="../ink/ink187.xml"/><Relationship Id="rId232" Type="http://schemas.openxmlformats.org/officeDocument/2006/relationships/image" Target="../media/image186.png"/><Relationship Id="rId253" Type="http://schemas.openxmlformats.org/officeDocument/2006/relationships/customXml" Target="../ink/ink208.xml"/><Relationship Id="rId274" Type="http://schemas.openxmlformats.org/officeDocument/2006/relationships/image" Target="../media/image207.png"/><Relationship Id="rId295" Type="http://schemas.openxmlformats.org/officeDocument/2006/relationships/customXml" Target="../ink/ink229.xml"/><Relationship Id="rId27" Type="http://schemas.openxmlformats.org/officeDocument/2006/relationships/customXml" Target="../ink/ink95.xml"/><Relationship Id="rId48" Type="http://schemas.openxmlformats.org/officeDocument/2006/relationships/image" Target="../media/image94.png"/><Relationship Id="rId69" Type="http://schemas.openxmlformats.org/officeDocument/2006/relationships/customXml" Target="../ink/ink116.xml"/><Relationship Id="rId113" Type="http://schemas.openxmlformats.org/officeDocument/2006/relationships/customXml" Target="../ink/ink138.xml"/><Relationship Id="rId134" Type="http://schemas.openxmlformats.org/officeDocument/2006/relationships/image" Target="../media/image137.png"/><Relationship Id="rId80" Type="http://schemas.openxmlformats.org/officeDocument/2006/relationships/image" Target="../media/image110.png"/><Relationship Id="rId155" Type="http://schemas.openxmlformats.org/officeDocument/2006/relationships/customXml" Target="../ink/ink159.xml"/><Relationship Id="rId176" Type="http://schemas.openxmlformats.org/officeDocument/2006/relationships/image" Target="../media/image158.png"/><Relationship Id="rId197" Type="http://schemas.openxmlformats.org/officeDocument/2006/relationships/customXml" Target="../ink/ink180.xml"/><Relationship Id="rId201" Type="http://schemas.openxmlformats.org/officeDocument/2006/relationships/customXml" Target="../ink/ink182.xml"/><Relationship Id="rId222" Type="http://schemas.openxmlformats.org/officeDocument/2006/relationships/image" Target="../media/image181.png"/><Relationship Id="rId243" Type="http://schemas.openxmlformats.org/officeDocument/2006/relationships/customXml" Target="../ink/ink203.xml"/><Relationship Id="rId264" Type="http://schemas.openxmlformats.org/officeDocument/2006/relationships/image" Target="../media/image202.png"/><Relationship Id="rId285" Type="http://schemas.openxmlformats.org/officeDocument/2006/relationships/customXml" Target="../ink/ink224.xml"/><Relationship Id="rId17" Type="http://schemas.openxmlformats.org/officeDocument/2006/relationships/customXml" Target="../ink/ink90.xml"/><Relationship Id="rId38" Type="http://schemas.openxmlformats.org/officeDocument/2006/relationships/image" Target="../media/image89.png"/><Relationship Id="rId59" Type="http://schemas.openxmlformats.org/officeDocument/2006/relationships/customXml" Target="../ink/ink111.xml"/><Relationship Id="rId103" Type="http://schemas.openxmlformats.org/officeDocument/2006/relationships/customXml" Target="../ink/ink133.xml"/><Relationship Id="rId124" Type="http://schemas.openxmlformats.org/officeDocument/2006/relationships/image" Target="../media/image132.png"/><Relationship Id="rId70" Type="http://schemas.openxmlformats.org/officeDocument/2006/relationships/image" Target="../media/image105.png"/><Relationship Id="rId91" Type="http://schemas.openxmlformats.org/officeDocument/2006/relationships/customXml" Target="../ink/ink127.xml"/><Relationship Id="rId145" Type="http://schemas.openxmlformats.org/officeDocument/2006/relationships/customXml" Target="../ink/ink154.xml"/><Relationship Id="rId166" Type="http://schemas.openxmlformats.org/officeDocument/2006/relationships/image" Target="../media/image153.png"/><Relationship Id="rId187" Type="http://schemas.openxmlformats.org/officeDocument/2006/relationships/customXml" Target="../ink/ink175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76.png"/><Relationship Id="rId233" Type="http://schemas.openxmlformats.org/officeDocument/2006/relationships/customXml" Target="../ink/ink198.xml"/><Relationship Id="rId254" Type="http://schemas.openxmlformats.org/officeDocument/2006/relationships/image" Target="../media/image197.png"/><Relationship Id="rId28" Type="http://schemas.openxmlformats.org/officeDocument/2006/relationships/image" Target="../media/image8410.png"/><Relationship Id="rId49" Type="http://schemas.openxmlformats.org/officeDocument/2006/relationships/customXml" Target="../ink/ink106.xml"/><Relationship Id="rId114" Type="http://schemas.openxmlformats.org/officeDocument/2006/relationships/image" Target="../media/image127.png"/><Relationship Id="rId275" Type="http://schemas.openxmlformats.org/officeDocument/2006/relationships/customXml" Target="../ink/ink219.xml"/><Relationship Id="rId296" Type="http://schemas.openxmlformats.org/officeDocument/2006/relationships/image" Target="../media/image218.png"/><Relationship Id="rId300" Type="http://schemas.openxmlformats.org/officeDocument/2006/relationships/image" Target="../media/image220.png"/><Relationship Id="rId60" Type="http://schemas.openxmlformats.org/officeDocument/2006/relationships/image" Target="../media/image100.png"/><Relationship Id="rId81" Type="http://schemas.openxmlformats.org/officeDocument/2006/relationships/customXml" Target="../ink/ink122.xml"/><Relationship Id="rId135" Type="http://schemas.openxmlformats.org/officeDocument/2006/relationships/customXml" Target="../ink/ink149.xml"/><Relationship Id="rId156" Type="http://schemas.openxmlformats.org/officeDocument/2006/relationships/image" Target="../media/image148.png"/><Relationship Id="rId177" Type="http://schemas.openxmlformats.org/officeDocument/2006/relationships/customXml" Target="../ink/ink170.xml"/><Relationship Id="rId198" Type="http://schemas.openxmlformats.org/officeDocument/2006/relationships/image" Target="../media/image169.png"/><Relationship Id="rId202" Type="http://schemas.openxmlformats.org/officeDocument/2006/relationships/image" Target="../media/image171.png"/><Relationship Id="rId223" Type="http://schemas.openxmlformats.org/officeDocument/2006/relationships/customXml" Target="../ink/ink193.xml"/><Relationship Id="rId244" Type="http://schemas.openxmlformats.org/officeDocument/2006/relationships/image" Target="../media/image192.png"/><Relationship Id="rId18" Type="http://schemas.openxmlformats.org/officeDocument/2006/relationships/image" Target="../media/image7910.png"/><Relationship Id="rId39" Type="http://schemas.openxmlformats.org/officeDocument/2006/relationships/customXml" Target="../ink/ink101.xml"/><Relationship Id="rId265" Type="http://schemas.openxmlformats.org/officeDocument/2006/relationships/customXml" Target="../ink/ink214.xml"/><Relationship Id="rId286" Type="http://schemas.openxmlformats.org/officeDocument/2006/relationships/image" Target="../media/image213.png"/><Relationship Id="rId50" Type="http://schemas.openxmlformats.org/officeDocument/2006/relationships/image" Target="../media/image95.png"/><Relationship Id="rId104" Type="http://schemas.openxmlformats.org/officeDocument/2006/relationships/image" Target="../media/image122.png"/><Relationship Id="rId125" Type="http://schemas.openxmlformats.org/officeDocument/2006/relationships/customXml" Target="../ink/ink144.xml"/><Relationship Id="rId146" Type="http://schemas.openxmlformats.org/officeDocument/2006/relationships/image" Target="../media/image143.png"/><Relationship Id="rId167" Type="http://schemas.openxmlformats.org/officeDocument/2006/relationships/customXml" Target="../ink/ink165.xml"/><Relationship Id="rId188" Type="http://schemas.openxmlformats.org/officeDocument/2006/relationships/image" Target="../media/image164.png"/><Relationship Id="rId71" Type="http://schemas.openxmlformats.org/officeDocument/2006/relationships/customXml" Target="../ink/ink117.xml"/><Relationship Id="rId92" Type="http://schemas.openxmlformats.org/officeDocument/2006/relationships/image" Target="../media/image116.png"/><Relationship Id="rId213" Type="http://schemas.openxmlformats.org/officeDocument/2006/relationships/customXml" Target="../ink/ink188.xml"/><Relationship Id="rId234" Type="http://schemas.openxmlformats.org/officeDocument/2006/relationships/image" Target="../media/image187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96.xml"/><Relationship Id="rId255" Type="http://schemas.openxmlformats.org/officeDocument/2006/relationships/customXml" Target="../ink/ink209.xml"/><Relationship Id="rId276" Type="http://schemas.openxmlformats.org/officeDocument/2006/relationships/image" Target="../media/image208.png"/><Relationship Id="rId297" Type="http://schemas.openxmlformats.org/officeDocument/2006/relationships/customXml" Target="../ink/ink230.xml"/><Relationship Id="rId40" Type="http://schemas.openxmlformats.org/officeDocument/2006/relationships/image" Target="../media/image90.png"/><Relationship Id="rId115" Type="http://schemas.openxmlformats.org/officeDocument/2006/relationships/customXml" Target="../ink/ink139.xml"/><Relationship Id="rId136" Type="http://schemas.openxmlformats.org/officeDocument/2006/relationships/image" Target="../media/image138.png"/><Relationship Id="rId157" Type="http://schemas.openxmlformats.org/officeDocument/2006/relationships/customXml" Target="../ink/ink160.xml"/><Relationship Id="rId178" Type="http://schemas.openxmlformats.org/officeDocument/2006/relationships/image" Target="../media/image159.png"/><Relationship Id="rId61" Type="http://schemas.openxmlformats.org/officeDocument/2006/relationships/customXml" Target="../ink/ink112.xml"/><Relationship Id="rId82" Type="http://schemas.openxmlformats.org/officeDocument/2006/relationships/image" Target="../media/image111.png"/><Relationship Id="rId199" Type="http://schemas.openxmlformats.org/officeDocument/2006/relationships/customXml" Target="../ink/ink181.xml"/><Relationship Id="rId203" Type="http://schemas.openxmlformats.org/officeDocument/2006/relationships/customXml" Target="../ink/ink183.xml"/><Relationship Id="rId19" Type="http://schemas.openxmlformats.org/officeDocument/2006/relationships/customXml" Target="../ink/ink91.xml"/><Relationship Id="rId224" Type="http://schemas.openxmlformats.org/officeDocument/2006/relationships/image" Target="../media/image182.png"/><Relationship Id="rId245" Type="http://schemas.openxmlformats.org/officeDocument/2006/relationships/customXml" Target="../ink/ink204.xml"/><Relationship Id="rId266" Type="http://schemas.openxmlformats.org/officeDocument/2006/relationships/image" Target="../media/image203.png"/><Relationship Id="rId287" Type="http://schemas.openxmlformats.org/officeDocument/2006/relationships/customXml" Target="../ink/ink225.xml"/><Relationship Id="rId30" Type="http://schemas.openxmlformats.org/officeDocument/2006/relationships/image" Target="../media/image8510.png"/><Relationship Id="rId105" Type="http://schemas.openxmlformats.org/officeDocument/2006/relationships/customXml" Target="../ink/ink134.xml"/><Relationship Id="rId126" Type="http://schemas.openxmlformats.org/officeDocument/2006/relationships/image" Target="../media/image133.png"/><Relationship Id="rId147" Type="http://schemas.openxmlformats.org/officeDocument/2006/relationships/customXml" Target="../ink/ink155.xml"/><Relationship Id="rId168" Type="http://schemas.openxmlformats.org/officeDocument/2006/relationships/image" Target="../media/image154.png"/><Relationship Id="rId51" Type="http://schemas.openxmlformats.org/officeDocument/2006/relationships/customXml" Target="../ink/ink107.xml"/><Relationship Id="rId72" Type="http://schemas.openxmlformats.org/officeDocument/2006/relationships/image" Target="../media/image106.png"/><Relationship Id="rId93" Type="http://schemas.openxmlformats.org/officeDocument/2006/relationships/customXml" Target="../ink/ink128.xml"/><Relationship Id="rId189" Type="http://schemas.openxmlformats.org/officeDocument/2006/relationships/customXml" Target="../ink/ink176.xml"/><Relationship Id="rId3" Type="http://schemas.openxmlformats.org/officeDocument/2006/relationships/customXml" Target="../ink/ink83.xml"/><Relationship Id="rId214" Type="http://schemas.openxmlformats.org/officeDocument/2006/relationships/image" Target="../media/image177.png"/><Relationship Id="rId235" Type="http://schemas.openxmlformats.org/officeDocument/2006/relationships/customXml" Target="../ink/ink199.xml"/><Relationship Id="rId256" Type="http://schemas.openxmlformats.org/officeDocument/2006/relationships/image" Target="../media/image198.png"/><Relationship Id="rId277" Type="http://schemas.openxmlformats.org/officeDocument/2006/relationships/customXml" Target="../ink/ink220.xml"/><Relationship Id="rId298" Type="http://schemas.openxmlformats.org/officeDocument/2006/relationships/image" Target="../media/image219.png"/><Relationship Id="rId116" Type="http://schemas.openxmlformats.org/officeDocument/2006/relationships/image" Target="../media/image128.png"/><Relationship Id="rId137" Type="http://schemas.openxmlformats.org/officeDocument/2006/relationships/customXml" Target="../ink/ink150.xml"/><Relationship Id="rId158" Type="http://schemas.openxmlformats.org/officeDocument/2006/relationships/image" Target="../media/image149.png"/><Relationship Id="rId20" Type="http://schemas.openxmlformats.org/officeDocument/2006/relationships/image" Target="../media/image8010.png"/><Relationship Id="rId41" Type="http://schemas.openxmlformats.org/officeDocument/2006/relationships/customXml" Target="../ink/ink102.xml"/><Relationship Id="rId62" Type="http://schemas.openxmlformats.org/officeDocument/2006/relationships/image" Target="../media/image101.png"/><Relationship Id="rId83" Type="http://schemas.openxmlformats.org/officeDocument/2006/relationships/customXml" Target="../ink/ink123.xml"/><Relationship Id="rId179" Type="http://schemas.openxmlformats.org/officeDocument/2006/relationships/customXml" Target="../ink/ink171.xml"/><Relationship Id="rId190" Type="http://schemas.openxmlformats.org/officeDocument/2006/relationships/image" Target="../media/image165.png"/><Relationship Id="rId204" Type="http://schemas.openxmlformats.org/officeDocument/2006/relationships/image" Target="../media/image172.png"/><Relationship Id="rId225" Type="http://schemas.openxmlformats.org/officeDocument/2006/relationships/customXml" Target="../ink/ink194.xml"/><Relationship Id="rId246" Type="http://schemas.openxmlformats.org/officeDocument/2006/relationships/image" Target="../media/image193.png"/><Relationship Id="rId267" Type="http://schemas.openxmlformats.org/officeDocument/2006/relationships/customXml" Target="../ink/ink215.xml"/><Relationship Id="rId288" Type="http://schemas.openxmlformats.org/officeDocument/2006/relationships/image" Target="../media/image214.png"/><Relationship Id="rId106" Type="http://schemas.openxmlformats.org/officeDocument/2006/relationships/image" Target="../media/image123.png"/><Relationship Id="rId127" Type="http://schemas.openxmlformats.org/officeDocument/2006/relationships/customXml" Target="../ink/ink145.xml"/><Relationship Id="rId10" Type="http://schemas.openxmlformats.org/officeDocument/2006/relationships/image" Target="../media/image7510.png"/><Relationship Id="rId31" Type="http://schemas.openxmlformats.org/officeDocument/2006/relationships/customXml" Target="../ink/ink97.xml"/><Relationship Id="rId52" Type="http://schemas.openxmlformats.org/officeDocument/2006/relationships/image" Target="../media/image96.png"/><Relationship Id="rId73" Type="http://schemas.openxmlformats.org/officeDocument/2006/relationships/customXml" Target="../ink/ink118.xml"/><Relationship Id="rId94" Type="http://schemas.openxmlformats.org/officeDocument/2006/relationships/image" Target="../media/image117.png"/><Relationship Id="rId148" Type="http://schemas.openxmlformats.org/officeDocument/2006/relationships/image" Target="../media/image144.png"/><Relationship Id="rId169" Type="http://schemas.openxmlformats.org/officeDocument/2006/relationships/customXml" Target="../ink/ink166.xml"/><Relationship Id="rId4" Type="http://schemas.openxmlformats.org/officeDocument/2006/relationships/image" Target="../media/image7210.png"/><Relationship Id="rId180" Type="http://schemas.openxmlformats.org/officeDocument/2006/relationships/image" Target="../media/image160.png"/><Relationship Id="rId215" Type="http://schemas.openxmlformats.org/officeDocument/2006/relationships/customXml" Target="../ink/ink189.xml"/><Relationship Id="rId236" Type="http://schemas.openxmlformats.org/officeDocument/2006/relationships/image" Target="../media/image188.png"/><Relationship Id="rId257" Type="http://schemas.openxmlformats.org/officeDocument/2006/relationships/customXml" Target="../ink/ink210.xml"/><Relationship Id="rId278" Type="http://schemas.openxmlformats.org/officeDocument/2006/relationships/image" Target="../media/image209.png"/><Relationship Id="rId42" Type="http://schemas.openxmlformats.org/officeDocument/2006/relationships/image" Target="../media/image91.png"/><Relationship Id="rId84" Type="http://schemas.openxmlformats.org/officeDocument/2006/relationships/image" Target="../media/image112.png"/><Relationship Id="rId138" Type="http://schemas.openxmlformats.org/officeDocument/2006/relationships/image" Target="../media/image139.png"/><Relationship Id="rId191" Type="http://schemas.openxmlformats.org/officeDocument/2006/relationships/customXml" Target="../ink/ink177.xml"/><Relationship Id="rId205" Type="http://schemas.openxmlformats.org/officeDocument/2006/relationships/customXml" Target="../ink/ink184.xml"/><Relationship Id="rId247" Type="http://schemas.openxmlformats.org/officeDocument/2006/relationships/customXml" Target="../ink/ink205.xml"/><Relationship Id="rId107" Type="http://schemas.openxmlformats.org/officeDocument/2006/relationships/customXml" Target="../ink/ink135.xml"/><Relationship Id="rId289" Type="http://schemas.openxmlformats.org/officeDocument/2006/relationships/customXml" Target="../ink/ink226.xml"/><Relationship Id="rId11" Type="http://schemas.openxmlformats.org/officeDocument/2006/relationships/customXml" Target="../ink/ink87.xml"/><Relationship Id="rId53" Type="http://schemas.openxmlformats.org/officeDocument/2006/relationships/customXml" Target="../ink/ink108.xml"/><Relationship Id="rId149" Type="http://schemas.openxmlformats.org/officeDocument/2006/relationships/customXml" Target="../ink/ink156.xml"/><Relationship Id="rId95" Type="http://schemas.openxmlformats.org/officeDocument/2006/relationships/customXml" Target="../ink/ink129.xml"/><Relationship Id="rId160" Type="http://schemas.openxmlformats.org/officeDocument/2006/relationships/image" Target="../media/image150.png"/><Relationship Id="rId216" Type="http://schemas.openxmlformats.org/officeDocument/2006/relationships/image" Target="../media/image178.png"/><Relationship Id="rId258" Type="http://schemas.openxmlformats.org/officeDocument/2006/relationships/image" Target="../media/image199.png"/><Relationship Id="rId22" Type="http://schemas.openxmlformats.org/officeDocument/2006/relationships/image" Target="../media/image8110.png"/><Relationship Id="rId64" Type="http://schemas.openxmlformats.org/officeDocument/2006/relationships/image" Target="../media/image102.png"/><Relationship Id="rId118" Type="http://schemas.openxmlformats.org/officeDocument/2006/relationships/image" Target="../media/image129.png"/><Relationship Id="rId171" Type="http://schemas.openxmlformats.org/officeDocument/2006/relationships/customXml" Target="../ink/ink167.xml"/><Relationship Id="rId227" Type="http://schemas.openxmlformats.org/officeDocument/2006/relationships/customXml" Target="../ink/ink195.xml"/><Relationship Id="rId269" Type="http://schemas.openxmlformats.org/officeDocument/2006/relationships/customXml" Target="../ink/ink216.xml"/><Relationship Id="rId33" Type="http://schemas.openxmlformats.org/officeDocument/2006/relationships/customXml" Target="../ink/ink98.xml"/><Relationship Id="rId129" Type="http://schemas.openxmlformats.org/officeDocument/2006/relationships/customXml" Target="../ink/ink146.xml"/><Relationship Id="rId280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9.png"/><Relationship Id="rId21" Type="http://schemas.openxmlformats.org/officeDocument/2006/relationships/image" Target="../media/image231.png"/><Relationship Id="rId42" Type="http://schemas.openxmlformats.org/officeDocument/2006/relationships/customXml" Target="../ink/ink250.xml"/><Relationship Id="rId47" Type="http://schemas.openxmlformats.org/officeDocument/2006/relationships/image" Target="../media/image244.png"/><Relationship Id="rId63" Type="http://schemas.openxmlformats.org/officeDocument/2006/relationships/image" Target="../media/image252.png"/><Relationship Id="rId68" Type="http://schemas.openxmlformats.org/officeDocument/2006/relationships/customXml" Target="../ink/ink263.xml"/><Relationship Id="rId84" Type="http://schemas.openxmlformats.org/officeDocument/2006/relationships/customXml" Target="../ink/ink271.xml"/><Relationship Id="rId89" Type="http://schemas.openxmlformats.org/officeDocument/2006/relationships/image" Target="../media/image265.png"/><Relationship Id="rId112" Type="http://schemas.openxmlformats.org/officeDocument/2006/relationships/customXml" Target="../ink/ink285.xml"/><Relationship Id="rId16" Type="http://schemas.openxmlformats.org/officeDocument/2006/relationships/customXml" Target="../ink/ink237.xml"/><Relationship Id="rId107" Type="http://schemas.openxmlformats.org/officeDocument/2006/relationships/image" Target="../media/image274.png"/><Relationship Id="rId11" Type="http://schemas.openxmlformats.org/officeDocument/2006/relationships/image" Target="../media/image226.png"/><Relationship Id="rId32" Type="http://schemas.openxmlformats.org/officeDocument/2006/relationships/customXml" Target="../ink/ink245.xml"/><Relationship Id="rId37" Type="http://schemas.openxmlformats.org/officeDocument/2006/relationships/image" Target="../media/image239.png"/><Relationship Id="rId53" Type="http://schemas.openxmlformats.org/officeDocument/2006/relationships/image" Target="../media/image247.png"/><Relationship Id="rId58" Type="http://schemas.openxmlformats.org/officeDocument/2006/relationships/customXml" Target="../ink/ink258.xml"/><Relationship Id="rId74" Type="http://schemas.openxmlformats.org/officeDocument/2006/relationships/customXml" Target="../ink/ink266.xml"/><Relationship Id="rId79" Type="http://schemas.openxmlformats.org/officeDocument/2006/relationships/image" Target="../media/image260.png"/><Relationship Id="rId102" Type="http://schemas.openxmlformats.org/officeDocument/2006/relationships/customXml" Target="../ink/ink280.xml"/><Relationship Id="rId123" Type="http://schemas.openxmlformats.org/officeDocument/2006/relationships/image" Target="../media/image282.png"/><Relationship Id="rId128" Type="http://schemas.openxmlformats.org/officeDocument/2006/relationships/customXml" Target="../ink/ink293.xml"/><Relationship Id="rId5" Type="http://schemas.openxmlformats.org/officeDocument/2006/relationships/image" Target="../media/image223.png"/><Relationship Id="rId90" Type="http://schemas.openxmlformats.org/officeDocument/2006/relationships/customXml" Target="../ink/ink274.xml"/><Relationship Id="rId95" Type="http://schemas.openxmlformats.org/officeDocument/2006/relationships/image" Target="../media/image268.png"/><Relationship Id="rId22" Type="http://schemas.openxmlformats.org/officeDocument/2006/relationships/customXml" Target="../ink/ink240.xml"/><Relationship Id="rId27" Type="http://schemas.openxmlformats.org/officeDocument/2006/relationships/image" Target="../media/image234.png"/><Relationship Id="rId43" Type="http://schemas.openxmlformats.org/officeDocument/2006/relationships/image" Target="../media/image242.png"/><Relationship Id="rId48" Type="http://schemas.openxmlformats.org/officeDocument/2006/relationships/customXml" Target="../ink/ink253.xml"/><Relationship Id="rId64" Type="http://schemas.openxmlformats.org/officeDocument/2006/relationships/customXml" Target="../ink/ink261.xml"/><Relationship Id="rId69" Type="http://schemas.openxmlformats.org/officeDocument/2006/relationships/image" Target="../media/image255.png"/><Relationship Id="rId113" Type="http://schemas.openxmlformats.org/officeDocument/2006/relationships/image" Target="../media/image277.png"/><Relationship Id="rId118" Type="http://schemas.openxmlformats.org/officeDocument/2006/relationships/customXml" Target="../ink/ink288.xml"/><Relationship Id="rId80" Type="http://schemas.openxmlformats.org/officeDocument/2006/relationships/customXml" Target="../ink/ink269.xml"/><Relationship Id="rId85" Type="http://schemas.openxmlformats.org/officeDocument/2006/relationships/image" Target="../media/image263.png"/><Relationship Id="rId12" Type="http://schemas.openxmlformats.org/officeDocument/2006/relationships/customXml" Target="../ink/ink235.xml"/><Relationship Id="rId17" Type="http://schemas.openxmlformats.org/officeDocument/2006/relationships/image" Target="../media/image229.png"/><Relationship Id="rId33" Type="http://schemas.openxmlformats.org/officeDocument/2006/relationships/image" Target="../media/image237.png"/><Relationship Id="rId38" Type="http://schemas.openxmlformats.org/officeDocument/2006/relationships/customXml" Target="../ink/ink248.xml"/><Relationship Id="rId59" Type="http://schemas.openxmlformats.org/officeDocument/2006/relationships/image" Target="../media/image250.png"/><Relationship Id="rId103" Type="http://schemas.openxmlformats.org/officeDocument/2006/relationships/image" Target="../media/image272.png"/><Relationship Id="rId108" Type="http://schemas.openxmlformats.org/officeDocument/2006/relationships/customXml" Target="../ink/ink283.xml"/><Relationship Id="rId124" Type="http://schemas.openxmlformats.org/officeDocument/2006/relationships/customXml" Target="../ink/ink291.xml"/><Relationship Id="rId129" Type="http://schemas.openxmlformats.org/officeDocument/2006/relationships/image" Target="../media/image285.png"/><Relationship Id="rId54" Type="http://schemas.openxmlformats.org/officeDocument/2006/relationships/customXml" Target="../ink/ink256.xml"/><Relationship Id="rId70" Type="http://schemas.openxmlformats.org/officeDocument/2006/relationships/customXml" Target="../ink/ink264.xml"/><Relationship Id="rId75" Type="http://schemas.openxmlformats.org/officeDocument/2006/relationships/image" Target="../media/image258.png"/><Relationship Id="rId91" Type="http://schemas.openxmlformats.org/officeDocument/2006/relationships/image" Target="../media/image266.png"/><Relationship Id="rId96" Type="http://schemas.openxmlformats.org/officeDocument/2006/relationships/customXml" Target="../ink/ink27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32.xml"/><Relationship Id="rId23" Type="http://schemas.openxmlformats.org/officeDocument/2006/relationships/image" Target="../media/image232.png"/><Relationship Id="rId28" Type="http://schemas.openxmlformats.org/officeDocument/2006/relationships/customXml" Target="../ink/ink243.xml"/><Relationship Id="rId49" Type="http://schemas.openxmlformats.org/officeDocument/2006/relationships/image" Target="../media/image245.png"/><Relationship Id="rId114" Type="http://schemas.openxmlformats.org/officeDocument/2006/relationships/customXml" Target="../ink/ink286.xml"/><Relationship Id="rId119" Type="http://schemas.openxmlformats.org/officeDocument/2006/relationships/image" Target="../media/image280.png"/><Relationship Id="rId44" Type="http://schemas.openxmlformats.org/officeDocument/2006/relationships/customXml" Target="../ink/ink251.xml"/><Relationship Id="rId60" Type="http://schemas.openxmlformats.org/officeDocument/2006/relationships/customXml" Target="../ink/ink259.xml"/><Relationship Id="rId65" Type="http://schemas.openxmlformats.org/officeDocument/2006/relationships/image" Target="../media/image253.png"/><Relationship Id="rId81" Type="http://schemas.openxmlformats.org/officeDocument/2006/relationships/image" Target="../media/image261.png"/><Relationship Id="rId86" Type="http://schemas.openxmlformats.org/officeDocument/2006/relationships/customXml" Target="../ink/ink272.xml"/><Relationship Id="rId130" Type="http://schemas.openxmlformats.org/officeDocument/2006/relationships/customXml" Target="../ink/ink294.xml"/><Relationship Id="rId13" Type="http://schemas.openxmlformats.org/officeDocument/2006/relationships/image" Target="../media/image227.png"/><Relationship Id="rId18" Type="http://schemas.openxmlformats.org/officeDocument/2006/relationships/customXml" Target="../ink/ink238.xml"/><Relationship Id="rId39" Type="http://schemas.openxmlformats.org/officeDocument/2006/relationships/image" Target="../media/image240.png"/><Relationship Id="rId109" Type="http://schemas.openxmlformats.org/officeDocument/2006/relationships/image" Target="../media/image275.png"/><Relationship Id="rId34" Type="http://schemas.openxmlformats.org/officeDocument/2006/relationships/customXml" Target="../ink/ink246.xml"/><Relationship Id="rId50" Type="http://schemas.openxmlformats.org/officeDocument/2006/relationships/customXml" Target="../ink/ink254.xml"/><Relationship Id="rId55" Type="http://schemas.openxmlformats.org/officeDocument/2006/relationships/image" Target="../media/image248.png"/><Relationship Id="rId76" Type="http://schemas.openxmlformats.org/officeDocument/2006/relationships/customXml" Target="../ink/ink267.xml"/><Relationship Id="rId97" Type="http://schemas.openxmlformats.org/officeDocument/2006/relationships/image" Target="../media/image269.png"/><Relationship Id="rId104" Type="http://schemas.openxmlformats.org/officeDocument/2006/relationships/customXml" Target="../ink/ink281.xml"/><Relationship Id="rId120" Type="http://schemas.openxmlformats.org/officeDocument/2006/relationships/customXml" Target="../ink/ink289.xml"/><Relationship Id="rId125" Type="http://schemas.openxmlformats.org/officeDocument/2006/relationships/image" Target="../media/image283.png"/><Relationship Id="rId7" Type="http://schemas.openxmlformats.org/officeDocument/2006/relationships/image" Target="../media/image224.png"/><Relationship Id="rId71" Type="http://schemas.openxmlformats.org/officeDocument/2006/relationships/image" Target="../media/image256.png"/><Relationship Id="rId92" Type="http://schemas.openxmlformats.org/officeDocument/2006/relationships/customXml" Target="../ink/ink275.xml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235.png"/><Relationship Id="rId24" Type="http://schemas.openxmlformats.org/officeDocument/2006/relationships/customXml" Target="../ink/ink241.xml"/><Relationship Id="rId40" Type="http://schemas.openxmlformats.org/officeDocument/2006/relationships/customXml" Target="../ink/ink249.xml"/><Relationship Id="rId45" Type="http://schemas.openxmlformats.org/officeDocument/2006/relationships/image" Target="../media/image243.png"/><Relationship Id="rId66" Type="http://schemas.openxmlformats.org/officeDocument/2006/relationships/customXml" Target="../ink/ink262.xml"/><Relationship Id="rId87" Type="http://schemas.openxmlformats.org/officeDocument/2006/relationships/image" Target="../media/image264.png"/><Relationship Id="rId110" Type="http://schemas.openxmlformats.org/officeDocument/2006/relationships/customXml" Target="../ink/ink284.xml"/><Relationship Id="rId115" Type="http://schemas.openxmlformats.org/officeDocument/2006/relationships/image" Target="../media/image278.png"/><Relationship Id="rId131" Type="http://schemas.openxmlformats.org/officeDocument/2006/relationships/image" Target="../media/image286.png"/><Relationship Id="rId61" Type="http://schemas.openxmlformats.org/officeDocument/2006/relationships/image" Target="../media/image251.png"/><Relationship Id="rId82" Type="http://schemas.openxmlformats.org/officeDocument/2006/relationships/customXml" Target="../ink/ink270.xml"/><Relationship Id="rId19" Type="http://schemas.openxmlformats.org/officeDocument/2006/relationships/image" Target="../media/image230.png"/><Relationship Id="rId14" Type="http://schemas.openxmlformats.org/officeDocument/2006/relationships/customXml" Target="../ink/ink236.xml"/><Relationship Id="rId30" Type="http://schemas.openxmlformats.org/officeDocument/2006/relationships/customXml" Target="../ink/ink244.xml"/><Relationship Id="rId35" Type="http://schemas.openxmlformats.org/officeDocument/2006/relationships/image" Target="../media/image238.png"/><Relationship Id="rId56" Type="http://schemas.openxmlformats.org/officeDocument/2006/relationships/customXml" Target="../ink/ink257.xml"/><Relationship Id="rId77" Type="http://schemas.openxmlformats.org/officeDocument/2006/relationships/image" Target="../media/image259.png"/><Relationship Id="rId100" Type="http://schemas.openxmlformats.org/officeDocument/2006/relationships/customXml" Target="../ink/ink279.xml"/><Relationship Id="rId105" Type="http://schemas.openxmlformats.org/officeDocument/2006/relationships/image" Target="../media/image273.png"/><Relationship Id="rId126" Type="http://schemas.openxmlformats.org/officeDocument/2006/relationships/customXml" Target="../ink/ink292.xml"/><Relationship Id="rId8" Type="http://schemas.openxmlformats.org/officeDocument/2006/relationships/customXml" Target="../ink/ink233.xml"/><Relationship Id="rId51" Type="http://schemas.openxmlformats.org/officeDocument/2006/relationships/image" Target="../media/image246.png"/><Relationship Id="rId72" Type="http://schemas.openxmlformats.org/officeDocument/2006/relationships/customXml" Target="../ink/ink265.xml"/><Relationship Id="rId93" Type="http://schemas.openxmlformats.org/officeDocument/2006/relationships/image" Target="../media/image267.png"/><Relationship Id="rId98" Type="http://schemas.openxmlformats.org/officeDocument/2006/relationships/customXml" Target="../ink/ink278.xml"/><Relationship Id="rId121" Type="http://schemas.openxmlformats.org/officeDocument/2006/relationships/image" Target="../media/image281.png"/><Relationship Id="rId3" Type="http://schemas.openxmlformats.org/officeDocument/2006/relationships/image" Target="../media/image221.png"/><Relationship Id="rId25" Type="http://schemas.openxmlformats.org/officeDocument/2006/relationships/image" Target="../media/image233.png"/><Relationship Id="rId46" Type="http://schemas.openxmlformats.org/officeDocument/2006/relationships/customXml" Target="../ink/ink252.xml"/><Relationship Id="rId67" Type="http://schemas.openxmlformats.org/officeDocument/2006/relationships/image" Target="../media/image254.png"/><Relationship Id="rId116" Type="http://schemas.openxmlformats.org/officeDocument/2006/relationships/customXml" Target="../ink/ink287.xml"/><Relationship Id="rId20" Type="http://schemas.openxmlformats.org/officeDocument/2006/relationships/customXml" Target="../ink/ink239.xml"/><Relationship Id="rId41" Type="http://schemas.openxmlformats.org/officeDocument/2006/relationships/image" Target="../media/image241.png"/><Relationship Id="rId62" Type="http://schemas.openxmlformats.org/officeDocument/2006/relationships/customXml" Target="../ink/ink260.xml"/><Relationship Id="rId83" Type="http://schemas.openxmlformats.org/officeDocument/2006/relationships/image" Target="../media/image262.png"/><Relationship Id="rId88" Type="http://schemas.openxmlformats.org/officeDocument/2006/relationships/customXml" Target="../ink/ink273.xml"/><Relationship Id="rId111" Type="http://schemas.openxmlformats.org/officeDocument/2006/relationships/image" Target="../media/image276.png"/><Relationship Id="rId15" Type="http://schemas.openxmlformats.org/officeDocument/2006/relationships/image" Target="../media/image228.png"/><Relationship Id="rId36" Type="http://schemas.openxmlformats.org/officeDocument/2006/relationships/customXml" Target="../ink/ink247.xml"/><Relationship Id="rId57" Type="http://schemas.openxmlformats.org/officeDocument/2006/relationships/image" Target="../media/image249.png"/><Relationship Id="rId106" Type="http://schemas.openxmlformats.org/officeDocument/2006/relationships/customXml" Target="../ink/ink282.xml"/><Relationship Id="rId127" Type="http://schemas.openxmlformats.org/officeDocument/2006/relationships/image" Target="../media/image284.png"/><Relationship Id="rId10" Type="http://schemas.openxmlformats.org/officeDocument/2006/relationships/customXml" Target="../ink/ink234.xml"/><Relationship Id="rId31" Type="http://schemas.openxmlformats.org/officeDocument/2006/relationships/image" Target="../media/image236.png"/><Relationship Id="rId52" Type="http://schemas.openxmlformats.org/officeDocument/2006/relationships/customXml" Target="../ink/ink255.xml"/><Relationship Id="rId73" Type="http://schemas.openxmlformats.org/officeDocument/2006/relationships/image" Target="../media/image257.png"/><Relationship Id="rId78" Type="http://schemas.openxmlformats.org/officeDocument/2006/relationships/customXml" Target="../ink/ink268.xml"/><Relationship Id="rId94" Type="http://schemas.openxmlformats.org/officeDocument/2006/relationships/customXml" Target="../ink/ink276.xml"/><Relationship Id="rId99" Type="http://schemas.openxmlformats.org/officeDocument/2006/relationships/image" Target="../media/image270.png"/><Relationship Id="rId101" Type="http://schemas.openxmlformats.org/officeDocument/2006/relationships/image" Target="../media/image271.png"/><Relationship Id="rId122" Type="http://schemas.openxmlformats.org/officeDocument/2006/relationships/customXml" Target="../ink/ink290.xml"/><Relationship Id="rId4" Type="http://schemas.openxmlformats.org/officeDocument/2006/relationships/image" Target="../media/image222.png"/><Relationship Id="rId9" Type="http://schemas.openxmlformats.org/officeDocument/2006/relationships/image" Target="../media/image225.png"/><Relationship Id="rId26" Type="http://schemas.openxmlformats.org/officeDocument/2006/relationships/customXml" Target="../ink/ink24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4.png"/><Relationship Id="rId671" Type="http://schemas.openxmlformats.org/officeDocument/2006/relationships/image" Target="../media/image621.png"/><Relationship Id="rId769" Type="http://schemas.openxmlformats.org/officeDocument/2006/relationships/customXml" Target="../ink/ink679.xml"/><Relationship Id="rId21" Type="http://schemas.openxmlformats.org/officeDocument/2006/relationships/image" Target="../media/image296.png"/><Relationship Id="rId324" Type="http://schemas.openxmlformats.org/officeDocument/2006/relationships/customXml" Target="../ink/ink456.xml"/><Relationship Id="rId531" Type="http://schemas.openxmlformats.org/officeDocument/2006/relationships/image" Target="../media/image551.png"/><Relationship Id="rId629" Type="http://schemas.openxmlformats.org/officeDocument/2006/relationships/image" Target="../media/image600.png"/><Relationship Id="rId170" Type="http://schemas.openxmlformats.org/officeDocument/2006/relationships/customXml" Target="../ink/ink379.xml"/><Relationship Id="rId836" Type="http://schemas.openxmlformats.org/officeDocument/2006/relationships/image" Target="../media/image703.png"/><Relationship Id="rId268" Type="http://schemas.openxmlformats.org/officeDocument/2006/relationships/customXml" Target="../ink/ink428.xml"/><Relationship Id="rId475" Type="http://schemas.openxmlformats.org/officeDocument/2006/relationships/image" Target="../media/image523.png"/><Relationship Id="rId682" Type="http://schemas.openxmlformats.org/officeDocument/2006/relationships/customXml" Target="../ink/ink635.xml"/><Relationship Id="rId32" Type="http://schemas.openxmlformats.org/officeDocument/2006/relationships/customXml" Target="../ink/ink310.xml"/><Relationship Id="rId128" Type="http://schemas.openxmlformats.org/officeDocument/2006/relationships/customXml" Target="../ink/ink358.xml"/><Relationship Id="rId335" Type="http://schemas.openxmlformats.org/officeDocument/2006/relationships/image" Target="../media/image453.png"/><Relationship Id="rId542" Type="http://schemas.openxmlformats.org/officeDocument/2006/relationships/customXml" Target="../ink/ink565.xml"/><Relationship Id="rId181" Type="http://schemas.openxmlformats.org/officeDocument/2006/relationships/image" Target="../media/image376.png"/><Relationship Id="rId402" Type="http://schemas.openxmlformats.org/officeDocument/2006/relationships/customXml" Target="../ink/ink495.xml"/><Relationship Id="rId847" Type="http://schemas.openxmlformats.org/officeDocument/2006/relationships/customXml" Target="../ink/ink718.xml"/><Relationship Id="rId279" Type="http://schemas.openxmlformats.org/officeDocument/2006/relationships/image" Target="../media/image425.png"/><Relationship Id="rId486" Type="http://schemas.openxmlformats.org/officeDocument/2006/relationships/customXml" Target="../ink/ink537.xml"/><Relationship Id="rId693" Type="http://schemas.openxmlformats.org/officeDocument/2006/relationships/image" Target="../media/image632.png"/><Relationship Id="rId707" Type="http://schemas.openxmlformats.org/officeDocument/2006/relationships/image" Target="../media/image639.png"/><Relationship Id="rId43" Type="http://schemas.openxmlformats.org/officeDocument/2006/relationships/image" Target="../media/image307.png"/><Relationship Id="rId139" Type="http://schemas.openxmlformats.org/officeDocument/2006/relationships/image" Target="../media/image355.png"/><Relationship Id="rId346" Type="http://schemas.openxmlformats.org/officeDocument/2006/relationships/customXml" Target="../ink/ink467.xml"/><Relationship Id="rId553" Type="http://schemas.openxmlformats.org/officeDocument/2006/relationships/image" Target="../media/image562.png"/><Relationship Id="rId760" Type="http://schemas.openxmlformats.org/officeDocument/2006/relationships/image" Target="../media/image665.png"/><Relationship Id="rId192" Type="http://schemas.openxmlformats.org/officeDocument/2006/relationships/customXml" Target="../ink/ink390.xml"/><Relationship Id="rId206" Type="http://schemas.openxmlformats.org/officeDocument/2006/relationships/customXml" Target="../ink/ink397.xml"/><Relationship Id="rId413" Type="http://schemas.openxmlformats.org/officeDocument/2006/relationships/image" Target="../media/image492.png"/><Relationship Id="rId858" Type="http://schemas.openxmlformats.org/officeDocument/2006/relationships/image" Target="../media/image714.png"/><Relationship Id="rId497" Type="http://schemas.openxmlformats.org/officeDocument/2006/relationships/image" Target="../media/image534.png"/><Relationship Id="rId620" Type="http://schemas.openxmlformats.org/officeDocument/2006/relationships/customXml" Target="../ink/ink604.xml"/><Relationship Id="rId718" Type="http://schemas.openxmlformats.org/officeDocument/2006/relationships/customXml" Target="../ink/ink653.xml"/><Relationship Id="rId357" Type="http://schemas.openxmlformats.org/officeDocument/2006/relationships/image" Target="../media/image464.png"/><Relationship Id="rId54" Type="http://schemas.openxmlformats.org/officeDocument/2006/relationships/customXml" Target="../ink/ink321.xml"/><Relationship Id="rId217" Type="http://schemas.openxmlformats.org/officeDocument/2006/relationships/image" Target="../media/image394.png"/><Relationship Id="rId564" Type="http://schemas.openxmlformats.org/officeDocument/2006/relationships/customXml" Target="../ink/ink576.xml"/><Relationship Id="rId771" Type="http://schemas.openxmlformats.org/officeDocument/2006/relationships/customXml" Target="../ink/ink680.xml"/><Relationship Id="rId869" Type="http://schemas.openxmlformats.org/officeDocument/2006/relationships/customXml" Target="../ink/ink729.xml"/><Relationship Id="rId424" Type="http://schemas.openxmlformats.org/officeDocument/2006/relationships/customXml" Target="../ink/ink506.xml"/><Relationship Id="rId631" Type="http://schemas.openxmlformats.org/officeDocument/2006/relationships/image" Target="../media/image601.png"/><Relationship Id="rId729" Type="http://schemas.openxmlformats.org/officeDocument/2006/relationships/customXml" Target="../ink/ink659.xml"/><Relationship Id="rId270" Type="http://schemas.openxmlformats.org/officeDocument/2006/relationships/customXml" Target="../ink/ink429.xml"/><Relationship Id="rId65" Type="http://schemas.openxmlformats.org/officeDocument/2006/relationships/image" Target="../media/image318.png"/><Relationship Id="rId130" Type="http://schemas.openxmlformats.org/officeDocument/2006/relationships/customXml" Target="../ink/ink359.xml"/><Relationship Id="rId368" Type="http://schemas.openxmlformats.org/officeDocument/2006/relationships/customXml" Target="../ink/ink478.xml"/><Relationship Id="rId575" Type="http://schemas.openxmlformats.org/officeDocument/2006/relationships/image" Target="../media/image573.png"/><Relationship Id="rId782" Type="http://schemas.openxmlformats.org/officeDocument/2006/relationships/image" Target="../media/image676.png"/><Relationship Id="rId228" Type="http://schemas.openxmlformats.org/officeDocument/2006/relationships/customXml" Target="../ink/ink408.xml"/><Relationship Id="rId435" Type="http://schemas.openxmlformats.org/officeDocument/2006/relationships/image" Target="../media/image503.png"/><Relationship Id="rId642" Type="http://schemas.openxmlformats.org/officeDocument/2006/relationships/customXml" Target="../ink/ink615.xml"/><Relationship Id="rId281" Type="http://schemas.openxmlformats.org/officeDocument/2006/relationships/image" Target="../media/image426.png"/><Relationship Id="rId502" Type="http://schemas.openxmlformats.org/officeDocument/2006/relationships/customXml" Target="../ink/ink545.xml"/><Relationship Id="rId76" Type="http://schemas.openxmlformats.org/officeDocument/2006/relationships/customXml" Target="../ink/ink332.xml"/><Relationship Id="rId141" Type="http://schemas.openxmlformats.org/officeDocument/2006/relationships/image" Target="../media/image356.png"/><Relationship Id="rId379" Type="http://schemas.openxmlformats.org/officeDocument/2006/relationships/image" Target="../media/image475.png"/><Relationship Id="rId586" Type="http://schemas.openxmlformats.org/officeDocument/2006/relationships/customXml" Target="../ink/ink587.xml"/><Relationship Id="rId793" Type="http://schemas.openxmlformats.org/officeDocument/2006/relationships/customXml" Target="../ink/ink691.xml"/><Relationship Id="rId807" Type="http://schemas.openxmlformats.org/officeDocument/2006/relationships/customXml" Target="../ink/ink698.xml"/><Relationship Id="rId7" Type="http://schemas.openxmlformats.org/officeDocument/2006/relationships/image" Target="../media/image289.png"/><Relationship Id="rId239" Type="http://schemas.openxmlformats.org/officeDocument/2006/relationships/image" Target="../media/image405.png"/><Relationship Id="rId446" Type="http://schemas.openxmlformats.org/officeDocument/2006/relationships/customXml" Target="../ink/ink517.xml"/><Relationship Id="rId653" Type="http://schemas.openxmlformats.org/officeDocument/2006/relationships/image" Target="../media/image612.png"/><Relationship Id="rId292" Type="http://schemas.openxmlformats.org/officeDocument/2006/relationships/customXml" Target="../ink/ink440.xml"/><Relationship Id="rId306" Type="http://schemas.openxmlformats.org/officeDocument/2006/relationships/customXml" Target="../ink/ink447.xml"/><Relationship Id="rId860" Type="http://schemas.openxmlformats.org/officeDocument/2006/relationships/image" Target="../media/image715.png"/><Relationship Id="rId87" Type="http://schemas.openxmlformats.org/officeDocument/2006/relationships/image" Target="../media/image329.png"/><Relationship Id="rId513" Type="http://schemas.openxmlformats.org/officeDocument/2006/relationships/image" Target="../media/image542.png"/><Relationship Id="rId597" Type="http://schemas.openxmlformats.org/officeDocument/2006/relationships/image" Target="../media/image584.png"/><Relationship Id="rId720" Type="http://schemas.openxmlformats.org/officeDocument/2006/relationships/customXml" Target="../ink/ink654.xml"/><Relationship Id="rId818" Type="http://schemas.openxmlformats.org/officeDocument/2006/relationships/image" Target="../media/image694.png"/><Relationship Id="rId152" Type="http://schemas.openxmlformats.org/officeDocument/2006/relationships/customXml" Target="../ink/ink370.xml"/><Relationship Id="rId457" Type="http://schemas.openxmlformats.org/officeDocument/2006/relationships/image" Target="../media/image514.png"/><Relationship Id="rId664" Type="http://schemas.openxmlformats.org/officeDocument/2006/relationships/customXml" Target="../ink/ink626.xml"/><Relationship Id="rId871" Type="http://schemas.openxmlformats.org/officeDocument/2006/relationships/customXml" Target="../ink/ink730.xml"/><Relationship Id="rId14" Type="http://schemas.openxmlformats.org/officeDocument/2006/relationships/customXml" Target="../ink/ink301.xml"/><Relationship Id="rId317" Type="http://schemas.openxmlformats.org/officeDocument/2006/relationships/image" Target="../media/image444.png"/><Relationship Id="rId524" Type="http://schemas.openxmlformats.org/officeDocument/2006/relationships/customXml" Target="../ink/ink556.xml"/><Relationship Id="rId731" Type="http://schemas.openxmlformats.org/officeDocument/2006/relationships/customXml" Target="../ink/ink660.xml"/><Relationship Id="rId98" Type="http://schemas.openxmlformats.org/officeDocument/2006/relationships/customXml" Target="../ink/ink343.xml"/><Relationship Id="rId163" Type="http://schemas.openxmlformats.org/officeDocument/2006/relationships/image" Target="../media/image367.png"/><Relationship Id="rId370" Type="http://schemas.openxmlformats.org/officeDocument/2006/relationships/customXml" Target="../ink/ink479.xml"/><Relationship Id="rId829" Type="http://schemas.openxmlformats.org/officeDocument/2006/relationships/customXml" Target="../ink/ink709.xml"/><Relationship Id="rId230" Type="http://schemas.openxmlformats.org/officeDocument/2006/relationships/customXml" Target="../ink/ink409.xml"/><Relationship Id="rId468" Type="http://schemas.openxmlformats.org/officeDocument/2006/relationships/customXml" Target="../ink/ink528.xml"/><Relationship Id="rId675" Type="http://schemas.openxmlformats.org/officeDocument/2006/relationships/image" Target="../media/image623.png"/><Relationship Id="rId25" Type="http://schemas.openxmlformats.org/officeDocument/2006/relationships/image" Target="../media/image298.png"/><Relationship Id="rId328" Type="http://schemas.openxmlformats.org/officeDocument/2006/relationships/customXml" Target="../ink/ink458.xml"/><Relationship Id="rId535" Type="http://schemas.openxmlformats.org/officeDocument/2006/relationships/image" Target="../media/image553.png"/><Relationship Id="rId742" Type="http://schemas.openxmlformats.org/officeDocument/2006/relationships/image" Target="../media/image656.png"/><Relationship Id="rId174" Type="http://schemas.openxmlformats.org/officeDocument/2006/relationships/customXml" Target="../ink/ink381.xml"/><Relationship Id="rId381" Type="http://schemas.openxmlformats.org/officeDocument/2006/relationships/image" Target="../media/image476.png"/><Relationship Id="rId602" Type="http://schemas.openxmlformats.org/officeDocument/2006/relationships/customXml" Target="../ink/ink595.xml"/><Relationship Id="rId241" Type="http://schemas.openxmlformats.org/officeDocument/2006/relationships/image" Target="../media/image406.png"/><Relationship Id="rId479" Type="http://schemas.openxmlformats.org/officeDocument/2006/relationships/image" Target="../media/image525.png"/><Relationship Id="rId686" Type="http://schemas.openxmlformats.org/officeDocument/2006/relationships/customXml" Target="../ink/ink637.xml"/><Relationship Id="rId36" Type="http://schemas.openxmlformats.org/officeDocument/2006/relationships/customXml" Target="../ink/ink312.xml"/><Relationship Id="rId339" Type="http://schemas.openxmlformats.org/officeDocument/2006/relationships/image" Target="../media/image455.png"/><Relationship Id="rId546" Type="http://schemas.openxmlformats.org/officeDocument/2006/relationships/customXml" Target="../ink/ink567.xml"/><Relationship Id="rId753" Type="http://schemas.openxmlformats.org/officeDocument/2006/relationships/customXml" Target="../ink/ink671.xml"/><Relationship Id="rId101" Type="http://schemas.openxmlformats.org/officeDocument/2006/relationships/image" Target="../media/image336.png"/><Relationship Id="rId185" Type="http://schemas.openxmlformats.org/officeDocument/2006/relationships/image" Target="../media/image378.png"/><Relationship Id="rId406" Type="http://schemas.openxmlformats.org/officeDocument/2006/relationships/customXml" Target="../ink/ink497.xml"/><Relationship Id="rId392" Type="http://schemas.openxmlformats.org/officeDocument/2006/relationships/customXml" Target="../ink/ink490.xml"/><Relationship Id="rId613" Type="http://schemas.openxmlformats.org/officeDocument/2006/relationships/image" Target="../media/image592.png"/><Relationship Id="rId697" Type="http://schemas.openxmlformats.org/officeDocument/2006/relationships/image" Target="../media/image634.png"/><Relationship Id="rId820" Type="http://schemas.openxmlformats.org/officeDocument/2006/relationships/image" Target="../media/image695.png"/><Relationship Id="rId252" Type="http://schemas.openxmlformats.org/officeDocument/2006/relationships/customXml" Target="../ink/ink420.xml"/><Relationship Id="rId47" Type="http://schemas.openxmlformats.org/officeDocument/2006/relationships/image" Target="../media/image309.png"/><Relationship Id="rId112" Type="http://schemas.openxmlformats.org/officeDocument/2006/relationships/customXml" Target="../ink/ink350.xml"/><Relationship Id="rId557" Type="http://schemas.openxmlformats.org/officeDocument/2006/relationships/image" Target="../media/image564.png"/><Relationship Id="rId764" Type="http://schemas.openxmlformats.org/officeDocument/2006/relationships/image" Target="../media/image667.png"/><Relationship Id="rId196" Type="http://schemas.openxmlformats.org/officeDocument/2006/relationships/customXml" Target="../ink/ink392.xml"/><Relationship Id="rId417" Type="http://schemas.openxmlformats.org/officeDocument/2006/relationships/image" Target="../media/image494.png"/><Relationship Id="rId624" Type="http://schemas.openxmlformats.org/officeDocument/2006/relationships/customXml" Target="../ink/ink606.xml"/><Relationship Id="rId831" Type="http://schemas.openxmlformats.org/officeDocument/2006/relationships/customXml" Target="../ink/ink710.xml"/><Relationship Id="rId263" Type="http://schemas.openxmlformats.org/officeDocument/2006/relationships/image" Target="../media/image417.png"/><Relationship Id="rId470" Type="http://schemas.openxmlformats.org/officeDocument/2006/relationships/customXml" Target="../ink/ink529.xml"/><Relationship Id="rId58" Type="http://schemas.openxmlformats.org/officeDocument/2006/relationships/customXml" Target="../ink/ink323.xml"/><Relationship Id="rId123" Type="http://schemas.openxmlformats.org/officeDocument/2006/relationships/image" Target="../media/image347.png"/><Relationship Id="rId330" Type="http://schemas.openxmlformats.org/officeDocument/2006/relationships/customXml" Target="../ink/ink459.xml"/><Relationship Id="rId568" Type="http://schemas.openxmlformats.org/officeDocument/2006/relationships/customXml" Target="../ink/ink578.xml"/><Relationship Id="rId775" Type="http://schemas.openxmlformats.org/officeDocument/2006/relationships/customXml" Target="../ink/ink682.xml"/><Relationship Id="rId428" Type="http://schemas.openxmlformats.org/officeDocument/2006/relationships/customXml" Target="../ink/ink508.xml"/><Relationship Id="rId635" Type="http://schemas.openxmlformats.org/officeDocument/2006/relationships/image" Target="../media/image603.png"/><Relationship Id="rId842" Type="http://schemas.openxmlformats.org/officeDocument/2006/relationships/image" Target="../media/image706.png"/><Relationship Id="rId274" Type="http://schemas.openxmlformats.org/officeDocument/2006/relationships/customXml" Target="../ink/ink431.xml"/><Relationship Id="rId481" Type="http://schemas.openxmlformats.org/officeDocument/2006/relationships/image" Target="../media/image526.png"/><Relationship Id="rId702" Type="http://schemas.openxmlformats.org/officeDocument/2006/relationships/customXml" Target="../ink/ink645.xml"/><Relationship Id="rId69" Type="http://schemas.openxmlformats.org/officeDocument/2006/relationships/image" Target="../media/image320.png"/><Relationship Id="rId134" Type="http://schemas.openxmlformats.org/officeDocument/2006/relationships/customXml" Target="../ink/ink361.xml"/><Relationship Id="rId579" Type="http://schemas.openxmlformats.org/officeDocument/2006/relationships/image" Target="../media/image575.png"/><Relationship Id="rId786" Type="http://schemas.openxmlformats.org/officeDocument/2006/relationships/image" Target="../media/image678.png"/><Relationship Id="rId341" Type="http://schemas.openxmlformats.org/officeDocument/2006/relationships/image" Target="../media/image456.png"/><Relationship Id="rId439" Type="http://schemas.openxmlformats.org/officeDocument/2006/relationships/image" Target="../media/image505.png"/><Relationship Id="rId646" Type="http://schemas.openxmlformats.org/officeDocument/2006/relationships/customXml" Target="../ink/ink617.xml"/><Relationship Id="rId201" Type="http://schemas.openxmlformats.org/officeDocument/2006/relationships/image" Target="../media/image386.png"/><Relationship Id="rId285" Type="http://schemas.openxmlformats.org/officeDocument/2006/relationships/image" Target="../media/image428.png"/><Relationship Id="rId506" Type="http://schemas.openxmlformats.org/officeDocument/2006/relationships/customXml" Target="../ink/ink547.xml"/><Relationship Id="rId853" Type="http://schemas.openxmlformats.org/officeDocument/2006/relationships/customXml" Target="../ink/ink721.xml"/><Relationship Id="rId492" Type="http://schemas.openxmlformats.org/officeDocument/2006/relationships/customXml" Target="../ink/ink540.xml"/><Relationship Id="rId713" Type="http://schemas.openxmlformats.org/officeDocument/2006/relationships/image" Target="../media/image642.png"/><Relationship Id="rId797" Type="http://schemas.openxmlformats.org/officeDocument/2006/relationships/customXml" Target="../ink/ink693.xml"/><Relationship Id="rId145" Type="http://schemas.openxmlformats.org/officeDocument/2006/relationships/image" Target="../media/image358.png"/><Relationship Id="rId352" Type="http://schemas.openxmlformats.org/officeDocument/2006/relationships/customXml" Target="../ink/ink470.xml"/><Relationship Id="rId212" Type="http://schemas.openxmlformats.org/officeDocument/2006/relationships/customXml" Target="../ink/ink400.xml"/><Relationship Id="rId657" Type="http://schemas.openxmlformats.org/officeDocument/2006/relationships/image" Target="../media/image614.png"/><Relationship Id="rId864" Type="http://schemas.openxmlformats.org/officeDocument/2006/relationships/image" Target="../media/image717.png"/><Relationship Id="rId296" Type="http://schemas.openxmlformats.org/officeDocument/2006/relationships/customXml" Target="../ink/ink442.xml"/><Relationship Id="rId517" Type="http://schemas.openxmlformats.org/officeDocument/2006/relationships/image" Target="../media/image544.png"/><Relationship Id="rId724" Type="http://schemas.openxmlformats.org/officeDocument/2006/relationships/customXml" Target="../ink/ink656.xml"/><Relationship Id="rId60" Type="http://schemas.openxmlformats.org/officeDocument/2006/relationships/customXml" Target="../ink/ink324.xml"/><Relationship Id="rId156" Type="http://schemas.openxmlformats.org/officeDocument/2006/relationships/customXml" Target="../ink/ink372.xml"/><Relationship Id="rId363" Type="http://schemas.openxmlformats.org/officeDocument/2006/relationships/image" Target="../media/image467.png"/><Relationship Id="rId570" Type="http://schemas.openxmlformats.org/officeDocument/2006/relationships/customXml" Target="../ink/ink579.xml"/><Relationship Id="rId223" Type="http://schemas.openxmlformats.org/officeDocument/2006/relationships/image" Target="../media/image397.png"/><Relationship Id="rId430" Type="http://schemas.openxmlformats.org/officeDocument/2006/relationships/customXml" Target="../ink/ink509.xml"/><Relationship Id="rId668" Type="http://schemas.openxmlformats.org/officeDocument/2006/relationships/customXml" Target="../ink/ink628.xml"/><Relationship Id="rId18" Type="http://schemas.openxmlformats.org/officeDocument/2006/relationships/customXml" Target="../ink/ink303.xml"/><Relationship Id="rId528" Type="http://schemas.openxmlformats.org/officeDocument/2006/relationships/customXml" Target="../ink/ink558.xml"/><Relationship Id="rId735" Type="http://schemas.openxmlformats.org/officeDocument/2006/relationships/customXml" Target="../ink/ink662.xml"/><Relationship Id="rId167" Type="http://schemas.openxmlformats.org/officeDocument/2006/relationships/image" Target="../media/image369.png"/><Relationship Id="rId374" Type="http://schemas.openxmlformats.org/officeDocument/2006/relationships/customXml" Target="../ink/ink481.xml"/><Relationship Id="rId581" Type="http://schemas.openxmlformats.org/officeDocument/2006/relationships/image" Target="../media/image576.png"/><Relationship Id="rId71" Type="http://schemas.openxmlformats.org/officeDocument/2006/relationships/image" Target="../media/image321.png"/><Relationship Id="rId234" Type="http://schemas.openxmlformats.org/officeDocument/2006/relationships/customXml" Target="../ink/ink411.xml"/><Relationship Id="rId679" Type="http://schemas.openxmlformats.org/officeDocument/2006/relationships/image" Target="../media/image625.png"/><Relationship Id="rId802" Type="http://schemas.openxmlformats.org/officeDocument/2006/relationships/image" Target="../media/image686.png"/><Relationship Id="rId2" Type="http://schemas.openxmlformats.org/officeDocument/2006/relationships/customXml" Target="../ink/ink295.xml"/><Relationship Id="rId29" Type="http://schemas.openxmlformats.org/officeDocument/2006/relationships/image" Target="../media/image300.png"/><Relationship Id="rId441" Type="http://schemas.openxmlformats.org/officeDocument/2006/relationships/image" Target="../media/image506.png"/><Relationship Id="rId539" Type="http://schemas.openxmlformats.org/officeDocument/2006/relationships/image" Target="../media/image555.png"/><Relationship Id="rId746" Type="http://schemas.openxmlformats.org/officeDocument/2006/relationships/image" Target="../media/image658.png"/><Relationship Id="rId178" Type="http://schemas.openxmlformats.org/officeDocument/2006/relationships/customXml" Target="../ink/ink383.xml"/><Relationship Id="rId301" Type="http://schemas.openxmlformats.org/officeDocument/2006/relationships/image" Target="../media/image436.png"/><Relationship Id="rId82" Type="http://schemas.openxmlformats.org/officeDocument/2006/relationships/customXml" Target="../ink/ink335.xml"/><Relationship Id="rId385" Type="http://schemas.openxmlformats.org/officeDocument/2006/relationships/image" Target="../media/image478.png"/><Relationship Id="rId592" Type="http://schemas.openxmlformats.org/officeDocument/2006/relationships/customXml" Target="../ink/ink590.xml"/><Relationship Id="rId606" Type="http://schemas.openxmlformats.org/officeDocument/2006/relationships/customXml" Target="../ink/ink597.xml"/><Relationship Id="rId813" Type="http://schemas.openxmlformats.org/officeDocument/2006/relationships/customXml" Target="../ink/ink701.xml"/><Relationship Id="rId245" Type="http://schemas.openxmlformats.org/officeDocument/2006/relationships/image" Target="../media/image408.png"/><Relationship Id="rId452" Type="http://schemas.openxmlformats.org/officeDocument/2006/relationships/customXml" Target="../ink/ink520.xml"/><Relationship Id="rId105" Type="http://schemas.openxmlformats.org/officeDocument/2006/relationships/image" Target="../media/image338.png"/><Relationship Id="rId312" Type="http://schemas.openxmlformats.org/officeDocument/2006/relationships/customXml" Target="../ink/ink450.xml"/><Relationship Id="rId757" Type="http://schemas.openxmlformats.org/officeDocument/2006/relationships/customXml" Target="../ink/ink673.xml"/><Relationship Id="rId93" Type="http://schemas.openxmlformats.org/officeDocument/2006/relationships/image" Target="../media/image332.png"/><Relationship Id="rId189" Type="http://schemas.openxmlformats.org/officeDocument/2006/relationships/image" Target="../media/image380.png"/><Relationship Id="rId396" Type="http://schemas.openxmlformats.org/officeDocument/2006/relationships/customXml" Target="../ink/ink492.xml"/><Relationship Id="rId617" Type="http://schemas.openxmlformats.org/officeDocument/2006/relationships/image" Target="../media/image594.png"/><Relationship Id="rId824" Type="http://schemas.openxmlformats.org/officeDocument/2006/relationships/image" Target="../media/image697.png"/><Relationship Id="rId256" Type="http://schemas.openxmlformats.org/officeDocument/2006/relationships/customXml" Target="../ink/ink422.xml"/><Relationship Id="rId463" Type="http://schemas.openxmlformats.org/officeDocument/2006/relationships/image" Target="../media/image517.png"/><Relationship Id="rId670" Type="http://schemas.openxmlformats.org/officeDocument/2006/relationships/customXml" Target="../ink/ink629.xml"/><Relationship Id="rId116" Type="http://schemas.openxmlformats.org/officeDocument/2006/relationships/customXml" Target="../ink/ink352.xml"/><Relationship Id="rId323" Type="http://schemas.openxmlformats.org/officeDocument/2006/relationships/image" Target="../media/image447.png"/><Relationship Id="rId530" Type="http://schemas.openxmlformats.org/officeDocument/2006/relationships/customXml" Target="../ink/ink559.xml"/><Relationship Id="rId768" Type="http://schemas.openxmlformats.org/officeDocument/2006/relationships/image" Target="../media/image669.png"/><Relationship Id="rId20" Type="http://schemas.openxmlformats.org/officeDocument/2006/relationships/customXml" Target="../ink/ink304.xml"/><Relationship Id="rId628" Type="http://schemas.openxmlformats.org/officeDocument/2006/relationships/customXml" Target="../ink/ink608.xml"/><Relationship Id="rId835" Type="http://schemas.openxmlformats.org/officeDocument/2006/relationships/customXml" Target="../ink/ink712.xml"/><Relationship Id="rId267" Type="http://schemas.openxmlformats.org/officeDocument/2006/relationships/image" Target="../media/image419.png"/><Relationship Id="rId474" Type="http://schemas.openxmlformats.org/officeDocument/2006/relationships/customXml" Target="../ink/ink531.xml"/><Relationship Id="rId127" Type="http://schemas.openxmlformats.org/officeDocument/2006/relationships/image" Target="../media/image349.png"/><Relationship Id="rId681" Type="http://schemas.openxmlformats.org/officeDocument/2006/relationships/image" Target="../media/image626.png"/><Relationship Id="rId779" Type="http://schemas.openxmlformats.org/officeDocument/2006/relationships/customXml" Target="../ink/ink684.xml"/><Relationship Id="rId31" Type="http://schemas.openxmlformats.org/officeDocument/2006/relationships/image" Target="../media/image301.png"/><Relationship Id="rId334" Type="http://schemas.openxmlformats.org/officeDocument/2006/relationships/customXml" Target="../ink/ink461.xml"/><Relationship Id="rId541" Type="http://schemas.openxmlformats.org/officeDocument/2006/relationships/image" Target="../media/image556.png"/><Relationship Id="rId639" Type="http://schemas.openxmlformats.org/officeDocument/2006/relationships/image" Target="../media/image605.png"/><Relationship Id="rId180" Type="http://schemas.openxmlformats.org/officeDocument/2006/relationships/customXml" Target="../ink/ink384.xml"/><Relationship Id="rId278" Type="http://schemas.openxmlformats.org/officeDocument/2006/relationships/customXml" Target="../ink/ink433.xml"/><Relationship Id="rId401" Type="http://schemas.openxmlformats.org/officeDocument/2006/relationships/image" Target="../media/image486.png"/><Relationship Id="rId846" Type="http://schemas.openxmlformats.org/officeDocument/2006/relationships/image" Target="../media/image708.png"/><Relationship Id="rId485" Type="http://schemas.openxmlformats.org/officeDocument/2006/relationships/image" Target="../media/image528.png"/><Relationship Id="rId692" Type="http://schemas.openxmlformats.org/officeDocument/2006/relationships/customXml" Target="../ink/ink640.xml"/><Relationship Id="rId706" Type="http://schemas.openxmlformats.org/officeDocument/2006/relationships/customXml" Target="../ink/ink647.xml"/><Relationship Id="rId42" Type="http://schemas.openxmlformats.org/officeDocument/2006/relationships/customXml" Target="../ink/ink315.xml"/><Relationship Id="rId138" Type="http://schemas.openxmlformats.org/officeDocument/2006/relationships/customXml" Target="../ink/ink363.xml"/><Relationship Id="rId345" Type="http://schemas.openxmlformats.org/officeDocument/2006/relationships/image" Target="../media/image458.png"/><Relationship Id="rId552" Type="http://schemas.openxmlformats.org/officeDocument/2006/relationships/customXml" Target="../ink/ink570.xml"/><Relationship Id="rId191" Type="http://schemas.openxmlformats.org/officeDocument/2006/relationships/image" Target="../media/image381.png"/><Relationship Id="rId205" Type="http://schemas.openxmlformats.org/officeDocument/2006/relationships/image" Target="../media/image388.png"/><Relationship Id="rId412" Type="http://schemas.openxmlformats.org/officeDocument/2006/relationships/customXml" Target="../ink/ink500.xml"/><Relationship Id="rId857" Type="http://schemas.openxmlformats.org/officeDocument/2006/relationships/customXml" Target="../ink/ink723.xml"/><Relationship Id="rId289" Type="http://schemas.openxmlformats.org/officeDocument/2006/relationships/image" Target="../media/image430.png"/><Relationship Id="rId496" Type="http://schemas.openxmlformats.org/officeDocument/2006/relationships/customXml" Target="../ink/ink542.xml"/><Relationship Id="rId717" Type="http://schemas.openxmlformats.org/officeDocument/2006/relationships/image" Target="../media/image644.png"/><Relationship Id="rId53" Type="http://schemas.openxmlformats.org/officeDocument/2006/relationships/image" Target="../media/image312.png"/><Relationship Id="rId149" Type="http://schemas.openxmlformats.org/officeDocument/2006/relationships/image" Target="../media/image360.png"/><Relationship Id="rId356" Type="http://schemas.openxmlformats.org/officeDocument/2006/relationships/customXml" Target="../ink/ink472.xml"/><Relationship Id="rId563" Type="http://schemas.openxmlformats.org/officeDocument/2006/relationships/image" Target="../media/image567.png"/><Relationship Id="rId770" Type="http://schemas.openxmlformats.org/officeDocument/2006/relationships/image" Target="../media/image670.png"/><Relationship Id="rId216" Type="http://schemas.openxmlformats.org/officeDocument/2006/relationships/customXml" Target="../ink/ink402.xml"/><Relationship Id="rId423" Type="http://schemas.openxmlformats.org/officeDocument/2006/relationships/image" Target="../media/image497.png"/><Relationship Id="rId868" Type="http://schemas.openxmlformats.org/officeDocument/2006/relationships/image" Target="../media/image719.png"/><Relationship Id="rId630" Type="http://schemas.openxmlformats.org/officeDocument/2006/relationships/customXml" Target="../ink/ink609.xml"/><Relationship Id="rId728" Type="http://schemas.openxmlformats.org/officeDocument/2006/relationships/customXml" Target="../ink/ink658.xml"/><Relationship Id="rId64" Type="http://schemas.openxmlformats.org/officeDocument/2006/relationships/customXml" Target="../ink/ink326.xml"/><Relationship Id="rId367" Type="http://schemas.openxmlformats.org/officeDocument/2006/relationships/image" Target="../media/image469.png"/><Relationship Id="rId574" Type="http://schemas.openxmlformats.org/officeDocument/2006/relationships/customXml" Target="../ink/ink581.xml"/><Relationship Id="rId227" Type="http://schemas.openxmlformats.org/officeDocument/2006/relationships/image" Target="../media/image399.png"/><Relationship Id="rId781" Type="http://schemas.openxmlformats.org/officeDocument/2006/relationships/customXml" Target="../ink/ink685.xml"/><Relationship Id="rId434" Type="http://schemas.openxmlformats.org/officeDocument/2006/relationships/customXml" Target="../ink/ink511.xml"/><Relationship Id="rId641" Type="http://schemas.openxmlformats.org/officeDocument/2006/relationships/image" Target="../media/image606.png"/><Relationship Id="rId739" Type="http://schemas.openxmlformats.org/officeDocument/2006/relationships/customXml" Target="../ink/ink664.xml"/><Relationship Id="rId280" Type="http://schemas.openxmlformats.org/officeDocument/2006/relationships/customXml" Target="../ink/ink434.xml"/><Relationship Id="rId501" Type="http://schemas.openxmlformats.org/officeDocument/2006/relationships/image" Target="../media/image536.png"/><Relationship Id="rId75" Type="http://schemas.openxmlformats.org/officeDocument/2006/relationships/image" Target="../media/image323.png"/><Relationship Id="rId140" Type="http://schemas.openxmlformats.org/officeDocument/2006/relationships/customXml" Target="../ink/ink364.xml"/><Relationship Id="rId378" Type="http://schemas.openxmlformats.org/officeDocument/2006/relationships/customXml" Target="../ink/ink483.xml"/><Relationship Id="rId585" Type="http://schemas.openxmlformats.org/officeDocument/2006/relationships/image" Target="../media/image578.png"/><Relationship Id="rId792" Type="http://schemas.openxmlformats.org/officeDocument/2006/relationships/image" Target="../media/image681.png"/><Relationship Id="rId806" Type="http://schemas.openxmlformats.org/officeDocument/2006/relationships/image" Target="../media/image688.png"/><Relationship Id="rId6" Type="http://schemas.openxmlformats.org/officeDocument/2006/relationships/customXml" Target="../ink/ink297.xml"/><Relationship Id="rId238" Type="http://schemas.openxmlformats.org/officeDocument/2006/relationships/customXml" Target="../ink/ink413.xml"/><Relationship Id="rId445" Type="http://schemas.openxmlformats.org/officeDocument/2006/relationships/image" Target="../media/image508.png"/><Relationship Id="rId652" Type="http://schemas.openxmlformats.org/officeDocument/2006/relationships/customXml" Target="../ink/ink620.xml"/><Relationship Id="rId291" Type="http://schemas.openxmlformats.org/officeDocument/2006/relationships/image" Target="../media/image431.png"/><Relationship Id="rId305" Type="http://schemas.openxmlformats.org/officeDocument/2006/relationships/image" Target="../media/image438.png"/><Relationship Id="rId512" Type="http://schemas.openxmlformats.org/officeDocument/2006/relationships/customXml" Target="../ink/ink550.xml"/><Relationship Id="rId86" Type="http://schemas.openxmlformats.org/officeDocument/2006/relationships/customXml" Target="../ink/ink337.xml"/><Relationship Id="rId151" Type="http://schemas.openxmlformats.org/officeDocument/2006/relationships/image" Target="../media/image361.png"/><Relationship Id="rId389" Type="http://schemas.openxmlformats.org/officeDocument/2006/relationships/image" Target="../media/image480.png"/><Relationship Id="rId596" Type="http://schemas.openxmlformats.org/officeDocument/2006/relationships/customXml" Target="../ink/ink592.xml"/><Relationship Id="rId817" Type="http://schemas.openxmlformats.org/officeDocument/2006/relationships/customXml" Target="../ink/ink703.xml"/><Relationship Id="rId249" Type="http://schemas.openxmlformats.org/officeDocument/2006/relationships/image" Target="../media/image410.png"/><Relationship Id="rId456" Type="http://schemas.openxmlformats.org/officeDocument/2006/relationships/customXml" Target="../ink/ink522.xml"/><Relationship Id="rId663" Type="http://schemas.openxmlformats.org/officeDocument/2006/relationships/image" Target="../media/image617.png"/><Relationship Id="rId870" Type="http://schemas.openxmlformats.org/officeDocument/2006/relationships/image" Target="../media/image720.png"/><Relationship Id="rId13" Type="http://schemas.openxmlformats.org/officeDocument/2006/relationships/image" Target="../media/image292.png"/><Relationship Id="rId109" Type="http://schemas.openxmlformats.org/officeDocument/2006/relationships/image" Target="../media/image340.png"/><Relationship Id="rId316" Type="http://schemas.openxmlformats.org/officeDocument/2006/relationships/customXml" Target="../ink/ink452.xml"/><Relationship Id="rId523" Type="http://schemas.openxmlformats.org/officeDocument/2006/relationships/image" Target="../media/image547.png"/><Relationship Id="rId97" Type="http://schemas.openxmlformats.org/officeDocument/2006/relationships/image" Target="../media/image334.png"/><Relationship Id="rId730" Type="http://schemas.openxmlformats.org/officeDocument/2006/relationships/image" Target="../media/image650.png"/><Relationship Id="rId828" Type="http://schemas.openxmlformats.org/officeDocument/2006/relationships/image" Target="../media/image699.png"/><Relationship Id="rId162" Type="http://schemas.openxmlformats.org/officeDocument/2006/relationships/customXml" Target="../ink/ink375.xml"/><Relationship Id="rId467" Type="http://schemas.openxmlformats.org/officeDocument/2006/relationships/image" Target="../media/image519.png"/><Relationship Id="rId674" Type="http://schemas.openxmlformats.org/officeDocument/2006/relationships/customXml" Target="../ink/ink631.xml"/><Relationship Id="rId24" Type="http://schemas.openxmlformats.org/officeDocument/2006/relationships/customXml" Target="../ink/ink306.xml"/><Relationship Id="rId327" Type="http://schemas.openxmlformats.org/officeDocument/2006/relationships/image" Target="../media/image449.png"/><Relationship Id="rId534" Type="http://schemas.openxmlformats.org/officeDocument/2006/relationships/customXml" Target="../ink/ink561.xml"/><Relationship Id="rId741" Type="http://schemas.openxmlformats.org/officeDocument/2006/relationships/customXml" Target="../ink/ink665.xml"/><Relationship Id="rId839" Type="http://schemas.openxmlformats.org/officeDocument/2006/relationships/customXml" Target="../ink/ink714.xml"/><Relationship Id="rId173" Type="http://schemas.openxmlformats.org/officeDocument/2006/relationships/image" Target="../media/image372.png"/><Relationship Id="rId380" Type="http://schemas.openxmlformats.org/officeDocument/2006/relationships/customXml" Target="../ink/ink484.xml"/><Relationship Id="rId601" Type="http://schemas.openxmlformats.org/officeDocument/2006/relationships/image" Target="../media/image586.png"/><Relationship Id="rId240" Type="http://schemas.openxmlformats.org/officeDocument/2006/relationships/customXml" Target="../ink/ink414.xml"/><Relationship Id="rId478" Type="http://schemas.openxmlformats.org/officeDocument/2006/relationships/customXml" Target="../ink/ink533.xml"/><Relationship Id="rId685" Type="http://schemas.openxmlformats.org/officeDocument/2006/relationships/image" Target="../media/image628.png"/><Relationship Id="rId35" Type="http://schemas.openxmlformats.org/officeDocument/2006/relationships/image" Target="../media/image303.png"/><Relationship Id="rId100" Type="http://schemas.openxmlformats.org/officeDocument/2006/relationships/customXml" Target="../ink/ink344.xml"/><Relationship Id="rId338" Type="http://schemas.openxmlformats.org/officeDocument/2006/relationships/customXml" Target="../ink/ink463.xml"/><Relationship Id="rId545" Type="http://schemas.openxmlformats.org/officeDocument/2006/relationships/image" Target="../media/image558.png"/><Relationship Id="rId752" Type="http://schemas.openxmlformats.org/officeDocument/2006/relationships/image" Target="../media/image661.png"/><Relationship Id="rId184" Type="http://schemas.openxmlformats.org/officeDocument/2006/relationships/customXml" Target="../ink/ink386.xml"/><Relationship Id="rId391" Type="http://schemas.openxmlformats.org/officeDocument/2006/relationships/image" Target="../media/image481.png"/><Relationship Id="rId405" Type="http://schemas.openxmlformats.org/officeDocument/2006/relationships/image" Target="../media/image488.png"/><Relationship Id="rId612" Type="http://schemas.openxmlformats.org/officeDocument/2006/relationships/customXml" Target="../ink/ink600.xml"/><Relationship Id="rId251" Type="http://schemas.openxmlformats.org/officeDocument/2006/relationships/image" Target="../media/image411.png"/><Relationship Id="rId489" Type="http://schemas.openxmlformats.org/officeDocument/2006/relationships/image" Target="../media/image530.png"/><Relationship Id="rId696" Type="http://schemas.openxmlformats.org/officeDocument/2006/relationships/customXml" Target="../ink/ink642.xml"/><Relationship Id="rId46" Type="http://schemas.openxmlformats.org/officeDocument/2006/relationships/customXml" Target="../ink/ink317.xml"/><Relationship Id="rId349" Type="http://schemas.openxmlformats.org/officeDocument/2006/relationships/image" Target="../media/image460.png"/><Relationship Id="rId556" Type="http://schemas.openxmlformats.org/officeDocument/2006/relationships/customXml" Target="../ink/ink572.xml"/><Relationship Id="rId763" Type="http://schemas.openxmlformats.org/officeDocument/2006/relationships/customXml" Target="../ink/ink676.xml"/><Relationship Id="rId88" Type="http://schemas.openxmlformats.org/officeDocument/2006/relationships/customXml" Target="../ink/ink338.xml"/><Relationship Id="rId111" Type="http://schemas.openxmlformats.org/officeDocument/2006/relationships/image" Target="../media/image341.png"/><Relationship Id="rId153" Type="http://schemas.openxmlformats.org/officeDocument/2006/relationships/image" Target="../media/image362.png"/><Relationship Id="rId195" Type="http://schemas.openxmlformats.org/officeDocument/2006/relationships/image" Target="../media/image383.png"/><Relationship Id="rId209" Type="http://schemas.openxmlformats.org/officeDocument/2006/relationships/image" Target="../media/image390.png"/><Relationship Id="rId360" Type="http://schemas.openxmlformats.org/officeDocument/2006/relationships/customXml" Target="../ink/ink474.xml"/><Relationship Id="rId416" Type="http://schemas.openxmlformats.org/officeDocument/2006/relationships/customXml" Target="../ink/ink502.xml"/><Relationship Id="rId598" Type="http://schemas.openxmlformats.org/officeDocument/2006/relationships/customXml" Target="../ink/ink593.xml"/><Relationship Id="rId819" Type="http://schemas.openxmlformats.org/officeDocument/2006/relationships/customXml" Target="../ink/ink704.xml"/><Relationship Id="rId220" Type="http://schemas.openxmlformats.org/officeDocument/2006/relationships/customXml" Target="../ink/ink404.xml"/><Relationship Id="rId458" Type="http://schemas.openxmlformats.org/officeDocument/2006/relationships/customXml" Target="../ink/ink523.xml"/><Relationship Id="rId623" Type="http://schemas.openxmlformats.org/officeDocument/2006/relationships/image" Target="../media/image597.png"/><Relationship Id="rId665" Type="http://schemas.openxmlformats.org/officeDocument/2006/relationships/image" Target="../media/image618.png"/><Relationship Id="rId830" Type="http://schemas.openxmlformats.org/officeDocument/2006/relationships/image" Target="../media/image700.png"/><Relationship Id="rId872" Type="http://schemas.openxmlformats.org/officeDocument/2006/relationships/image" Target="../media/image721.png"/><Relationship Id="rId15" Type="http://schemas.openxmlformats.org/officeDocument/2006/relationships/image" Target="../media/image293.png"/><Relationship Id="rId57" Type="http://schemas.openxmlformats.org/officeDocument/2006/relationships/image" Target="../media/image314.png"/><Relationship Id="rId262" Type="http://schemas.openxmlformats.org/officeDocument/2006/relationships/customXml" Target="../ink/ink425.xml"/><Relationship Id="rId318" Type="http://schemas.openxmlformats.org/officeDocument/2006/relationships/customXml" Target="../ink/ink453.xml"/><Relationship Id="rId525" Type="http://schemas.openxmlformats.org/officeDocument/2006/relationships/image" Target="../media/image548.png"/><Relationship Id="rId567" Type="http://schemas.openxmlformats.org/officeDocument/2006/relationships/image" Target="../media/image569.png"/><Relationship Id="rId732" Type="http://schemas.openxmlformats.org/officeDocument/2006/relationships/image" Target="../media/image651.png"/><Relationship Id="rId99" Type="http://schemas.openxmlformats.org/officeDocument/2006/relationships/image" Target="../media/image335.png"/><Relationship Id="rId122" Type="http://schemas.openxmlformats.org/officeDocument/2006/relationships/customXml" Target="../ink/ink355.xml"/><Relationship Id="rId164" Type="http://schemas.openxmlformats.org/officeDocument/2006/relationships/customXml" Target="../ink/ink376.xml"/><Relationship Id="rId371" Type="http://schemas.openxmlformats.org/officeDocument/2006/relationships/image" Target="../media/image471.png"/><Relationship Id="rId774" Type="http://schemas.openxmlformats.org/officeDocument/2006/relationships/image" Target="../media/image672.png"/><Relationship Id="rId427" Type="http://schemas.openxmlformats.org/officeDocument/2006/relationships/image" Target="../media/image499.png"/><Relationship Id="rId469" Type="http://schemas.openxmlformats.org/officeDocument/2006/relationships/image" Target="../media/image520.png"/><Relationship Id="rId634" Type="http://schemas.openxmlformats.org/officeDocument/2006/relationships/customXml" Target="../ink/ink611.xml"/><Relationship Id="rId676" Type="http://schemas.openxmlformats.org/officeDocument/2006/relationships/customXml" Target="../ink/ink632.xml"/><Relationship Id="rId841" Type="http://schemas.openxmlformats.org/officeDocument/2006/relationships/customXml" Target="../ink/ink715.xml"/><Relationship Id="rId26" Type="http://schemas.openxmlformats.org/officeDocument/2006/relationships/customXml" Target="../ink/ink307.xml"/><Relationship Id="rId231" Type="http://schemas.openxmlformats.org/officeDocument/2006/relationships/image" Target="../media/image401.png"/><Relationship Id="rId273" Type="http://schemas.openxmlformats.org/officeDocument/2006/relationships/image" Target="../media/image422.png"/><Relationship Id="rId329" Type="http://schemas.openxmlformats.org/officeDocument/2006/relationships/image" Target="../media/image450.png"/><Relationship Id="rId480" Type="http://schemas.openxmlformats.org/officeDocument/2006/relationships/customXml" Target="../ink/ink534.xml"/><Relationship Id="rId536" Type="http://schemas.openxmlformats.org/officeDocument/2006/relationships/customXml" Target="../ink/ink562.xml"/><Relationship Id="rId701" Type="http://schemas.openxmlformats.org/officeDocument/2006/relationships/image" Target="../media/image636.png"/><Relationship Id="rId68" Type="http://schemas.openxmlformats.org/officeDocument/2006/relationships/customXml" Target="../ink/ink328.xml"/><Relationship Id="rId133" Type="http://schemas.openxmlformats.org/officeDocument/2006/relationships/image" Target="../media/image352.png"/><Relationship Id="rId175" Type="http://schemas.openxmlformats.org/officeDocument/2006/relationships/image" Target="../media/image373.png"/><Relationship Id="rId340" Type="http://schemas.openxmlformats.org/officeDocument/2006/relationships/customXml" Target="../ink/ink464.xml"/><Relationship Id="rId578" Type="http://schemas.openxmlformats.org/officeDocument/2006/relationships/customXml" Target="../ink/ink583.xml"/><Relationship Id="rId743" Type="http://schemas.openxmlformats.org/officeDocument/2006/relationships/customXml" Target="../ink/ink666.xml"/><Relationship Id="rId785" Type="http://schemas.openxmlformats.org/officeDocument/2006/relationships/customXml" Target="../ink/ink687.xml"/><Relationship Id="rId200" Type="http://schemas.openxmlformats.org/officeDocument/2006/relationships/customXml" Target="../ink/ink394.xml"/><Relationship Id="rId382" Type="http://schemas.openxmlformats.org/officeDocument/2006/relationships/customXml" Target="../ink/ink485.xml"/><Relationship Id="rId438" Type="http://schemas.openxmlformats.org/officeDocument/2006/relationships/customXml" Target="../ink/ink513.xml"/><Relationship Id="rId603" Type="http://schemas.openxmlformats.org/officeDocument/2006/relationships/image" Target="../media/image587.png"/><Relationship Id="rId645" Type="http://schemas.openxmlformats.org/officeDocument/2006/relationships/image" Target="../media/image608.png"/><Relationship Id="rId687" Type="http://schemas.openxmlformats.org/officeDocument/2006/relationships/image" Target="../media/image629.png"/><Relationship Id="rId810" Type="http://schemas.openxmlformats.org/officeDocument/2006/relationships/image" Target="../media/image690.png"/><Relationship Id="rId852" Type="http://schemas.openxmlformats.org/officeDocument/2006/relationships/image" Target="../media/image711.png"/><Relationship Id="rId242" Type="http://schemas.openxmlformats.org/officeDocument/2006/relationships/customXml" Target="../ink/ink415.xml"/><Relationship Id="rId284" Type="http://schemas.openxmlformats.org/officeDocument/2006/relationships/customXml" Target="../ink/ink436.xml"/><Relationship Id="rId491" Type="http://schemas.openxmlformats.org/officeDocument/2006/relationships/image" Target="../media/image531.png"/><Relationship Id="rId505" Type="http://schemas.openxmlformats.org/officeDocument/2006/relationships/image" Target="../media/image538.png"/><Relationship Id="rId712" Type="http://schemas.openxmlformats.org/officeDocument/2006/relationships/customXml" Target="../ink/ink650.xml"/><Relationship Id="rId37" Type="http://schemas.openxmlformats.org/officeDocument/2006/relationships/image" Target="../media/image304.png"/><Relationship Id="rId79" Type="http://schemas.openxmlformats.org/officeDocument/2006/relationships/image" Target="../media/image325.png"/><Relationship Id="rId102" Type="http://schemas.openxmlformats.org/officeDocument/2006/relationships/customXml" Target="../ink/ink345.xml"/><Relationship Id="rId144" Type="http://schemas.openxmlformats.org/officeDocument/2006/relationships/customXml" Target="../ink/ink366.xml"/><Relationship Id="rId547" Type="http://schemas.openxmlformats.org/officeDocument/2006/relationships/image" Target="../media/image559.png"/><Relationship Id="rId589" Type="http://schemas.openxmlformats.org/officeDocument/2006/relationships/image" Target="../media/image580.png"/><Relationship Id="rId754" Type="http://schemas.openxmlformats.org/officeDocument/2006/relationships/image" Target="../media/image662.png"/><Relationship Id="rId796" Type="http://schemas.openxmlformats.org/officeDocument/2006/relationships/image" Target="../media/image683.png"/><Relationship Id="rId90" Type="http://schemas.openxmlformats.org/officeDocument/2006/relationships/customXml" Target="../ink/ink339.xml"/><Relationship Id="rId186" Type="http://schemas.openxmlformats.org/officeDocument/2006/relationships/customXml" Target="../ink/ink387.xml"/><Relationship Id="rId351" Type="http://schemas.openxmlformats.org/officeDocument/2006/relationships/image" Target="../media/image461.png"/><Relationship Id="rId393" Type="http://schemas.openxmlformats.org/officeDocument/2006/relationships/image" Target="../media/image482.png"/><Relationship Id="rId407" Type="http://schemas.openxmlformats.org/officeDocument/2006/relationships/image" Target="../media/image489.png"/><Relationship Id="rId449" Type="http://schemas.openxmlformats.org/officeDocument/2006/relationships/image" Target="../media/image510.png"/><Relationship Id="rId614" Type="http://schemas.openxmlformats.org/officeDocument/2006/relationships/customXml" Target="../ink/ink601.xml"/><Relationship Id="rId656" Type="http://schemas.openxmlformats.org/officeDocument/2006/relationships/customXml" Target="../ink/ink622.xml"/><Relationship Id="rId821" Type="http://schemas.openxmlformats.org/officeDocument/2006/relationships/customXml" Target="../ink/ink705.xml"/><Relationship Id="rId863" Type="http://schemas.openxmlformats.org/officeDocument/2006/relationships/customXml" Target="../ink/ink726.xml"/><Relationship Id="rId211" Type="http://schemas.openxmlformats.org/officeDocument/2006/relationships/image" Target="../media/image391.png"/><Relationship Id="rId253" Type="http://schemas.openxmlformats.org/officeDocument/2006/relationships/image" Target="../media/image412.png"/><Relationship Id="rId295" Type="http://schemas.openxmlformats.org/officeDocument/2006/relationships/image" Target="../media/image433.png"/><Relationship Id="rId309" Type="http://schemas.openxmlformats.org/officeDocument/2006/relationships/image" Target="../media/image440.png"/><Relationship Id="rId460" Type="http://schemas.openxmlformats.org/officeDocument/2006/relationships/customXml" Target="../ink/ink524.xml"/><Relationship Id="rId516" Type="http://schemas.openxmlformats.org/officeDocument/2006/relationships/customXml" Target="../ink/ink552.xml"/><Relationship Id="rId698" Type="http://schemas.openxmlformats.org/officeDocument/2006/relationships/customXml" Target="../ink/ink643.xml"/><Relationship Id="rId48" Type="http://schemas.openxmlformats.org/officeDocument/2006/relationships/customXml" Target="../ink/ink318.xml"/><Relationship Id="rId113" Type="http://schemas.openxmlformats.org/officeDocument/2006/relationships/image" Target="../media/image342.png"/><Relationship Id="rId320" Type="http://schemas.openxmlformats.org/officeDocument/2006/relationships/customXml" Target="../ink/ink454.xml"/><Relationship Id="rId558" Type="http://schemas.openxmlformats.org/officeDocument/2006/relationships/customXml" Target="../ink/ink573.xml"/><Relationship Id="rId723" Type="http://schemas.openxmlformats.org/officeDocument/2006/relationships/image" Target="../media/image647.png"/><Relationship Id="rId765" Type="http://schemas.openxmlformats.org/officeDocument/2006/relationships/customXml" Target="../ink/ink677.xml"/><Relationship Id="rId155" Type="http://schemas.openxmlformats.org/officeDocument/2006/relationships/image" Target="../media/image363.png"/><Relationship Id="rId197" Type="http://schemas.openxmlformats.org/officeDocument/2006/relationships/image" Target="../media/image384.png"/><Relationship Id="rId362" Type="http://schemas.openxmlformats.org/officeDocument/2006/relationships/customXml" Target="../ink/ink475.xml"/><Relationship Id="rId418" Type="http://schemas.openxmlformats.org/officeDocument/2006/relationships/customXml" Target="../ink/ink503.xml"/><Relationship Id="rId625" Type="http://schemas.openxmlformats.org/officeDocument/2006/relationships/image" Target="../media/image598.png"/><Relationship Id="rId832" Type="http://schemas.openxmlformats.org/officeDocument/2006/relationships/image" Target="../media/image701.png"/><Relationship Id="rId222" Type="http://schemas.openxmlformats.org/officeDocument/2006/relationships/customXml" Target="../ink/ink405.xml"/><Relationship Id="rId264" Type="http://schemas.openxmlformats.org/officeDocument/2006/relationships/customXml" Target="../ink/ink426.xml"/><Relationship Id="rId471" Type="http://schemas.openxmlformats.org/officeDocument/2006/relationships/image" Target="../media/image521.png"/><Relationship Id="rId667" Type="http://schemas.openxmlformats.org/officeDocument/2006/relationships/image" Target="../media/image619.png"/><Relationship Id="rId874" Type="http://schemas.openxmlformats.org/officeDocument/2006/relationships/image" Target="../media/image722.png"/><Relationship Id="rId17" Type="http://schemas.openxmlformats.org/officeDocument/2006/relationships/image" Target="../media/image294.png"/><Relationship Id="rId59" Type="http://schemas.openxmlformats.org/officeDocument/2006/relationships/image" Target="../media/image315.png"/><Relationship Id="rId124" Type="http://schemas.openxmlformats.org/officeDocument/2006/relationships/customXml" Target="../ink/ink356.xml"/><Relationship Id="rId527" Type="http://schemas.openxmlformats.org/officeDocument/2006/relationships/image" Target="../media/image549.png"/><Relationship Id="rId569" Type="http://schemas.openxmlformats.org/officeDocument/2006/relationships/image" Target="../media/image570.png"/><Relationship Id="rId734" Type="http://schemas.openxmlformats.org/officeDocument/2006/relationships/image" Target="../media/image652.png"/><Relationship Id="rId776" Type="http://schemas.openxmlformats.org/officeDocument/2006/relationships/image" Target="../media/image673.png"/><Relationship Id="rId70" Type="http://schemas.openxmlformats.org/officeDocument/2006/relationships/customXml" Target="../ink/ink329.xml"/><Relationship Id="rId166" Type="http://schemas.openxmlformats.org/officeDocument/2006/relationships/customXml" Target="../ink/ink377.xml"/><Relationship Id="rId331" Type="http://schemas.openxmlformats.org/officeDocument/2006/relationships/image" Target="../media/image451.png"/><Relationship Id="rId373" Type="http://schemas.openxmlformats.org/officeDocument/2006/relationships/image" Target="../media/image472.png"/><Relationship Id="rId429" Type="http://schemas.openxmlformats.org/officeDocument/2006/relationships/image" Target="../media/image500.png"/><Relationship Id="rId580" Type="http://schemas.openxmlformats.org/officeDocument/2006/relationships/customXml" Target="../ink/ink584.xml"/><Relationship Id="rId636" Type="http://schemas.openxmlformats.org/officeDocument/2006/relationships/customXml" Target="../ink/ink612.xml"/><Relationship Id="rId801" Type="http://schemas.openxmlformats.org/officeDocument/2006/relationships/customXml" Target="../ink/ink695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402.png"/><Relationship Id="rId440" Type="http://schemas.openxmlformats.org/officeDocument/2006/relationships/customXml" Target="../ink/ink514.xml"/><Relationship Id="rId678" Type="http://schemas.openxmlformats.org/officeDocument/2006/relationships/customXml" Target="../ink/ink633.xml"/><Relationship Id="rId843" Type="http://schemas.openxmlformats.org/officeDocument/2006/relationships/customXml" Target="../ink/ink716.xml"/><Relationship Id="rId28" Type="http://schemas.openxmlformats.org/officeDocument/2006/relationships/customXml" Target="../ink/ink308.xml"/><Relationship Id="rId275" Type="http://schemas.openxmlformats.org/officeDocument/2006/relationships/image" Target="../media/image423.png"/><Relationship Id="rId300" Type="http://schemas.openxmlformats.org/officeDocument/2006/relationships/customXml" Target="../ink/ink444.xml"/><Relationship Id="rId482" Type="http://schemas.openxmlformats.org/officeDocument/2006/relationships/customXml" Target="../ink/ink535.xml"/><Relationship Id="rId538" Type="http://schemas.openxmlformats.org/officeDocument/2006/relationships/customXml" Target="../ink/ink563.xml"/><Relationship Id="rId703" Type="http://schemas.openxmlformats.org/officeDocument/2006/relationships/image" Target="../media/image637.png"/><Relationship Id="rId745" Type="http://schemas.openxmlformats.org/officeDocument/2006/relationships/customXml" Target="../ink/ink667.xml"/><Relationship Id="rId81" Type="http://schemas.openxmlformats.org/officeDocument/2006/relationships/image" Target="../media/image326.png"/><Relationship Id="rId135" Type="http://schemas.openxmlformats.org/officeDocument/2006/relationships/image" Target="../media/image353.png"/><Relationship Id="rId177" Type="http://schemas.openxmlformats.org/officeDocument/2006/relationships/image" Target="../media/image374.png"/><Relationship Id="rId342" Type="http://schemas.openxmlformats.org/officeDocument/2006/relationships/customXml" Target="../ink/ink465.xml"/><Relationship Id="rId384" Type="http://schemas.openxmlformats.org/officeDocument/2006/relationships/customXml" Target="../ink/ink486.xml"/><Relationship Id="rId591" Type="http://schemas.openxmlformats.org/officeDocument/2006/relationships/image" Target="../media/image581.png"/><Relationship Id="rId605" Type="http://schemas.openxmlformats.org/officeDocument/2006/relationships/image" Target="../media/image588.png"/><Relationship Id="rId787" Type="http://schemas.openxmlformats.org/officeDocument/2006/relationships/customXml" Target="../ink/ink688.xml"/><Relationship Id="rId812" Type="http://schemas.openxmlformats.org/officeDocument/2006/relationships/image" Target="../media/image691.png"/><Relationship Id="rId202" Type="http://schemas.openxmlformats.org/officeDocument/2006/relationships/customXml" Target="../ink/ink395.xml"/><Relationship Id="rId244" Type="http://schemas.openxmlformats.org/officeDocument/2006/relationships/customXml" Target="../ink/ink416.xml"/><Relationship Id="rId647" Type="http://schemas.openxmlformats.org/officeDocument/2006/relationships/image" Target="../media/image609.png"/><Relationship Id="rId689" Type="http://schemas.openxmlformats.org/officeDocument/2006/relationships/image" Target="../media/image630.png"/><Relationship Id="rId854" Type="http://schemas.openxmlformats.org/officeDocument/2006/relationships/image" Target="../media/image712.png"/><Relationship Id="rId39" Type="http://schemas.openxmlformats.org/officeDocument/2006/relationships/image" Target="../media/image305.png"/><Relationship Id="rId286" Type="http://schemas.openxmlformats.org/officeDocument/2006/relationships/customXml" Target="../ink/ink437.xml"/><Relationship Id="rId451" Type="http://schemas.openxmlformats.org/officeDocument/2006/relationships/image" Target="../media/image511.png"/><Relationship Id="rId493" Type="http://schemas.openxmlformats.org/officeDocument/2006/relationships/image" Target="../media/image532.png"/><Relationship Id="rId507" Type="http://schemas.openxmlformats.org/officeDocument/2006/relationships/image" Target="../media/image539.png"/><Relationship Id="rId549" Type="http://schemas.openxmlformats.org/officeDocument/2006/relationships/image" Target="../media/image560.png"/><Relationship Id="rId714" Type="http://schemas.openxmlformats.org/officeDocument/2006/relationships/customXml" Target="../ink/ink651.xml"/><Relationship Id="rId756" Type="http://schemas.openxmlformats.org/officeDocument/2006/relationships/image" Target="../media/image663.png"/><Relationship Id="rId50" Type="http://schemas.openxmlformats.org/officeDocument/2006/relationships/customXml" Target="../ink/ink319.xml"/><Relationship Id="rId104" Type="http://schemas.openxmlformats.org/officeDocument/2006/relationships/customXml" Target="../ink/ink346.xml"/><Relationship Id="rId146" Type="http://schemas.openxmlformats.org/officeDocument/2006/relationships/customXml" Target="../ink/ink367.xml"/><Relationship Id="rId188" Type="http://schemas.openxmlformats.org/officeDocument/2006/relationships/customXml" Target="../ink/ink388.xml"/><Relationship Id="rId311" Type="http://schemas.openxmlformats.org/officeDocument/2006/relationships/image" Target="../media/image441.png"/><Relationship Id="rId353" Type="http://schemas.openxmlformats.org/officeDocument/2006/relationships/image" Target="../media/image462.png"/><Relationship Id="rId395" Type="http://schemas.openxmlformats.org/officeDocument/2006/relationships/image" Target="../media/image483.png"/><Relationship Id="rId409" Type="http://schemas.openxmlformats.org/officeDocument/2006/relationships/image" Target="../media/image490.png"/><Relationship Id="rId560" Type="http://schemas.openxmlformats.org/officeDocument/2006/relationships/customXml" Target="../ink/ink574.xml"/><Relationship Id="rId798" Type="http://schemas.openxmlformats.org/officeDocument/2006/relationships/image" Target="../media/image684.png"/><Relationship Id="rId92" Type="http://schemas.openxmlformats.org/officeDocument/2006/relationships/customXml" Target="../ink/ink340.xml"/><Relationship Id="rId213" Type="http://schemas.openxmlformats.org/officeDocument/2006/relationships/image" Target="../media/image392.png"/><Relationship Id="rId420" Type="http://schemas.openxmlformats.org/officeDocument/2006/relationships/customXml" Target="../ink/ink504.xml"/><Relationship Id="rId616" Type="http://schemas.openxmlformats.org/officeDocument/2006/relationships/customXml" Target="../ink/ink602.xml"/><Relationship Id="rId658" Type="http://schemas.openxmlformats.org/officeDocument/2006/relationships/customXml" Target="../ink/ink623.xml"/><Relationship Id="rId823" Type="http://schemas.openxmlformats.org/officeDocument/2006/relationships/customXml" Target="../ink/ink706.xml"/><Relationship Id="rId865" Type="http://schemas.openxmlformats.org/officeDocument/2006/relationships/customXml" Target="../ink/ink727.xml"/><Relationship Id="rId255" Type="http://schemas.openxmlformats.org/officeDocument/2006/relationships/image" Target="../media/image413.png"/><Relationship Id="rId297" Type="http://schemas.openxmlformats.org/officeDocument/2006/relationships/image" Target="../media/image434.png"/><Relationship Id="rId462" Type="http://schemas.openxmlformats.org/officeDocument/2006/relationships/customXml" Target="../ink/ink525.xml"/><Relationship Id="rId518" Type="http://schemas.openxmlformats.org/officeDocument/2006/relationships/customXml" Target="../ink/ink553.xml"/><Relationship Id="rId725" Type="http://schemas.openxmlformats.org/officeDocument/2006/relationships/image" Target="../media/image648.png"/><Relationship Id="rId115" Type="http://schemas.openxmlformats.org/officeDocument/2006/relationships/image" Target="../media/image343.png"/><Relationship Id="rId157" Type="http://schemas.openxmlformats.org/officeDocument/2006/relationships/image" Target="../media/image364.png"/><Relationship Id="rId322" Type="http://schemas.openxmlformats.org/officeDocument/2006/relationships/customXml" Target="../ink/ink455.xml"/><Relationship Id="rId364" Type="http://schemas.openxmlformats.org/officeDocument/2006/relationships/customXml" Target="../ink/ink476.xml"/><Relationship Id="rId767" Type="http://schemas.openxmlformats.org/officeDocument/2006/relationships/customXml" Target="../ink/ink678.xml"/><Relationship Id="rId61" Type="http://schemas.openxmlformats.org/officeDocument/2006/relationships/image" Target="../media/image316.png"/><Relationship Id="rId199" Type="http://schemas.openxmlformats.org/officeDocument/2006/relationships/image" Target="../media/image385.png"/><Relationship Id="rId571" Type="http://schemas.openxmlformats.org/officeDocument/2006/relationships/image" Target="../media/image571.png"/><Relationship Id="rId627" Type="http://schemas.openxmlformats.org/officeDocument/2006/relationships/image" Target="../media/image599.png"/><Relationship Id="rId669" Type="http://schemas.openxmlformats.org/officeDocument/2006/relationships/image" Target="../media/image620.png"/><Relationship Id="rId834" Type="http://schemas.openxmlformats.org/officeDocument/2006/relationships/image" Target="../media/image702.png"/><Relationship Id="rId19" Type="http://schemas.openxmlformats.org/officeDocument/2006/relationships/image" Target="../media/image295.png"/><Relationship Id="rId224" Type="http://schemas.openxmlformats.org/officeDocument/2006/relationships/customXml" Target="../ink/ink406.xml"/><Relationship Id="rId266" Type="http://schemas.openxmlformats.org/officeDocument/2006/relationships/customXml" Target="../ink/ink427.xml"/><Relationship Id="rId431" Type="http://schemas.openxmlformats.org/officeDocument/2006/relationships/image" Target="../media/image501.png"/><Relationship Id="rId473" Type="http://schemas.openxmlformats.org/officeDocument/2006/relationships/image" Target="../media/image522.png"/><Relationship Id="rId529" Type="http://schemas.openxmlformats.org/officeDocument/2006/relationships/image" Target="../media/image550.png"/><Relationship Id="rId680" Type="http://schemas.openxmlformats.org/officeDocument/2006/relationships/customXml" Target="../ink/ink634.xml"/><Relationship Id="rId736" Type="http://schemas.openxmlformats.org/officeDocument/2006/relationships/image" Target="../media/image653.png"/><Relationship Id="rId30" Type="http://schemas.openxmlformats.org/officeDocument/2006/relationships/customXml" Target="../ink/ink309.xml"/><Relationship Id="rId126" Type="http://schemas.openxmlformats.org/officeDocument/2006/relationships/customXml" Target="../ink/ink357.xml"/><Relationship Id="rId168" Type="http://schemas.openxmlformats.org/officeDocument/2006/relationships/customXml" Target="../ink/ink378.xml"/><Relationship Id="rId333" Type="http://schemas.openxmlformats.org/officeDocument/2006/relationships/image" Target="../media/image452.png"/><Relationship Id="rId540" Type="http://schemas.openxmlformats.org/officeDocument/2006/relationships/customXml" Target="../ink/ink564.xml"/><Relationship Id="rId778" Type="http://schemas.openxmlformats.org/officeDocument/2006/relationships/image" Target="../media/image674.png"/><Relationship Id="rId72" Type="http://schemas.openxmlformats.org/officeDocument/2006/relationships/customXml" Target="../ink/ink330.xml"/><Relationship Id="rId375" Type="http://schemas.openxmlformats.org/officeDocument/2006/relationships/image" Target="../media/image473.png"/><Relationship Id="rId582" Type="http://schemas.openxmlformats.org/officeDocument/2006/relationships/customXml" Target="../ink/ink585.xml"/><Relationship Id="rId638" Type="http://schemas.openxmlformats.org/officeDocument/2006/relationships/customXml" Target="../ink/ink613.xml"/><Relationship Id="rId803" Type="http://schemas.openxmlformats.org/officeDocument/2006/relationships/customXml" Target="../ink/ink696.xml"/><Relationship Id="rId845" Type="http://schemas.openxmlformats.org/officeDocument/2006/relationships/customXml" Target="../ink/ink717.xml"/><Relationship Id="rId3" Type="http://schemas.openxmlformats.org/officeDocument/2006/relationships/image" Target="../media/image287.png"/><Relationship Id="rId235" Type="http://schemas.openxmlformats.org/officeDocument/2006/relationships/image" Target="../media/image403.png"/><Relationship Id="rId277" Type="http://schemas.openxmlformats.org/officeDocument/2006/relationships/image" Target="../media/image424.png"/><Relationship Id="rId400" Type="http://schemas.openxmlformats.org/officeDocument/2006/relationships/customXml" Target="../ink/ink494.xml"/><Relationship Id="rId442" Type="http://schemas.openxmlformats.org/officeDocument/2006/relationships/customXml" Target="../ink/ink515.xml"/><Relationship Id="rId484" Type="http://schemas.openxmlformats.org/officeDocument/2006/relationships/customXml" Target="../ink/ink536.xml"/><Relationship Id="rId705" Type="http://schemas.openxmlformats.org/officeDocument/2006/relationships/image" Target="../media/image638.png"/><Relationship Id="rId137" Type="http://schemas.openxmlformats.org/officeDocument/2006/relationships/image" Target="../media/image354.png"/><Relationship Id="rId302" Type="http://schemas.openxmlformats.org/officeDocument/2006/relationships/customXml" Target="../ink/ink445.xml"/><Relationship Id="rId344" Type="http://schemas.openxmlformats.org/officeDocument/2006/relationships/customXml" Target="../ink/ink466.xml"/><Relationship Id="rId691" Type="http://schemas.openxmlformats.org/officeDocument/2006/relationships/image" Target="../media/image631.png"/><Relationship Id="rId747" Type="http://schemas.openxmlformats.org/officeDocument/2006/relationships/customXml" Target="../ink/ink668.xml"/><Relationship Id="rId789" Type="http://schemas.openxmlformats.org/officeDocument/2006/relationships/customXml" Target="../ink/ink689.xml"/><Relationship Id="rId41" Type="http://schemas.openxmlformats.org/officeDocument/2006/relationships/image" Target="../media/image306.png"/><Relationship Id="rId83" Type="http://schemas.openxmlformats.org/officeDocument/2006/relationships/image" Target="../media/image327.png"/><Relationship Id="rId179" Type="http://schemas.openxmlformats.org/officeDocument/2006/relationships/image" Target="../media/image375.png"/><Relationship Id="rId386" Type="http://schemas.openxmlformats.org/officeDocument/2006/relationships/customXml" Target="../ink/ink487.xml"/><Relationship Id="rId551" Type="http://schemas.openxmlformats.org/officeDocument/2006/relationships/image" Target="../media/image561.png"/><Relationship Id="rId593" Type="http://schemas.openxmlformats.org/officeDocument/2006/relationships/image" Target="../media/image582.png"/><Relationship Id="rId607" Type="http://schemas.openxmlformats.org/officeDocument/2006/relationships/image" Target="../media/image589.png"/><Relationship Id="rId649" Type="http://schemas.openxmlformats.org/officeDocument/2006/relationships/image" Target="../media/image610.png"/><Relationship Id="rId814" Type="http://schemas.openxmlformats.org/officeDocument/2006/relationships/image" Target="../media/image692.png"/><Relationship Id="rId856" Type="http://schemas.openxmlformats.org/officeDocument/2006/relationships/image" Target="../media/image713.png"/><Relationship Id="rId190" Type="http://schemas.openxmlformats.org/officeDocument/2006/relationships/customXml" Target="../ink/ink389.xml"/><Relationship Id="rId204" Type="http://schemas.openxmlformats.org/officeDocument/2006/relationships/customXml" Target="../ink/ink396.xml"/><Relationship Id="rId246" Type="http://schemas.openxmlformats.org/officeDocument/2006/relationships/customXml" Target="../ink/ink417.xml"/><Relationship Id="rId288" Type="http://schemas.openxmlformats.org/officeDocument/2006/relationships/customXml" Target="../ink/ink438.xml"/><Relationship Id="rId411" Type="http://schemas.openxmlformats.org/officeDocument/2006/relationships/image" Target="../media/image491.png"/><Relationship Id="rId453" Type="http://schemas.openxmlformats.org/officeDocument/2006/relationships/image" Target="../media/image512.png"/><Relationship Id="rId509" Type="http://schemas.openxmlformats.org/officeDocument/2006/relationships/image" Target="../media/image540.png"/><Relationship Id="rId660" Type="http://schemas.openxmlformats.org/officeDocument/2006/relationships/customXml" Target="../ink/ink624.xml"/><Relationship Id="rId106" Type="http://schemas.openxmlformats.org/officeDocument/2006/relationships/customXml" Target="../ink/ink347.xml"/><Relationship Id="rId313" Type="http://schemas.openxmlformats.org/officeDocument/2006/relationships/image" Target="../media/image442.png"/><Relationship Id="rId495" Type="http://schemas.openxmlformats.org/officeDocument/2006/relationships/image" Target="../media/image533.png"/><Relationship Id="rId716" Type="http://schemas.openxmlformats.org/officeDocument/2006/relationships/customXml" Target="../ink/ink652.xml"/><Relationship Id="rId758" Type="http://schemas.openxmlformats.org/officeDocument/2006/relationships/image" Target="../media/image664.png"/><Relationship Id="rId10" Type="http://schemas.openxmlformats.org/officeDocument/2006/relationships/customXml" Target="../ink/ink299.xml"/><Relationship Id="rId52" Type="http://schemas.openxmlformats.org/officeDocument/2006/relationships/customXml" Target="../ink/ink320.xml"/><Relationship Id="rId94" Type="http://schemas.openxmlformats.org/officeDocument/2006/relationships/customXml" Target="../ink/ink341.xml"/><Relationship Id="rId148" Type="http://schemas.openxmlformats.org/officeDocument/2006/relationships/customXml" Target="../ink/ink368.xml"/><Relationship Id="rId355" Type="http://schemas.openxmlformats.org/officeDocument/2006/relationships/image" Target="../media/image463.png"/><Relationship Id="rId397" Type="http://schemas.openxmlformats.org/officeDocument/2006/relationships/image" Target="../media/image484.png"/><Relationship Id="rId520" Type="http://schemas.openxmlformats.org/officeDocument/2006/relationships/customXml" Target="../ink/ink554.xml"/><Relationship Id="rId562" Type="http://schemas.openxmlformats.org/officeDocument/2006/relationships/customXml" Target="../ink/ink575.xml"/><Relationship Id="rId618" Type="http://schemas.openxmlformats.org/officeDocument/2006/relationships/customXml" Target="../ink/ink603.xml"/><Relationship Id="rId825" Type="http://schemas.openxmlformats.org/officeDocument/2006/relationships/customXml" Target="../ink/ink707.xml"/><Relationship Id="rId215" Type="http://schemas.openxmlformats.org/officeDocument/2006/relationships/image" Target="../media/image393.png"/><Relationship Id="rId257" Type="http://schemas.openxmlformats.org/officeDocument/2006/relationships/image" Target="../media/image414.png"/><Relationship Id="rId422" Type="http://schemas.openxmlformats.org/officeDocument/2006/relationships/customXml" Target="../ink/ink505.xml"/><Relationship Id="rId464" Type="http://schemas.openxmlformats.org/officeDocument/2006/relationships/customXml" Target="../ink/ink526.xml"/><Relationship Id="rId867" Type="http://schemas.openxmlformats.org/officeDocument/2006/relationships/customXml" Target="../ink/ink728.xml"/><Relationship Id="rId299" Type="http://schemas.openxmlformats.org/officeDocument/2006/relationships/image" Target="../media/image435.png"/><Relationship Id="rId727" Type="http://schemas.openxmlformats.org/officeDocument/2006/relationships/image" Target="../media/image649.png"/><Relationship Id="rId63" Type="http://schemas.openxmlformats.org/officeDocument/2006/relationships/image" Target="../media/image317.png"/><Relationship Id="rId159" Type="http://schemas.openxmlformats.org/officeDocument/2006/relationships/image" Target="../media/image365.png"/><Relationship Id="rId366" Type="http://schemas.openxmlformats.org/officeDocument/2006/relationships/customXml" Target="../ink/ink477.xml"/><Relationship Id="rId573" Type="http://schemas.openxmlformats.org/officeDocument/2006/relationships/image" Target="../media/image572.png"/><Relationship Id="rId780" Type="http://schemas.openxmlformats.org/officeDocument/2006/relationships/image" Target="../media/image675.png"/><Relationship Id="rId226" Type="http://schemas.openxmlformats.org/officeDocument/2006/relationships/customXml" Target="../ink/ink407.xml"/><Relationship Id="rId433" Type="http://schemas.openxmlformats.org/officeDocument/2006/relationships/image" Target="../media/image502.png"/><Relationship Id="rId640" Type="http://schemas.openxmlformats.org/officeDocument/2006/relationships/customXml" Target="../ink/ink614.xml"/><Relationship Id="rId738" Type="http://schemas.openxmlformats.org/officeDocument/2006/relationships/image" Target="../media/image654.png"/><Relationship Id="rId74" Type="http://schemas.openxmlformats.org/officeDocument/2006/relationships/customXml" Target="../ink/ink331.xml"/><Relationship Id="rId377" Type="http://schemas.openxmlformats.org/officeDocument/2006/relationships/image" Target="../media/image474.png"/><Relationship Id="rId500" Type="http://schemas.openxmlformats.org/officeDocument/2006/relationships/customXml" Target="../ink/ink544.xml"/><Relationship Id="rId584" Type="http://schemas.openxmlformats.org/officeDocument/2006/relationships/customXml" Target="../ink/ink586.xml"/><Relationship Id="rId805" Type="http://schemas.openxmlformats.org/officeDocument/2006/relationships/customXml" Target="../ink/ink697.xml"/><Relationship Id="rId5" Type="http://schemas.openxmlformats.org/officeDocument/2006/relationships/image" Target="../media/image288.png"/><Relationship Id="rId237" Type="http://schemas.openxmlformats.org/officeDocument/2006/relationships/image" Target="../media/image404.png"/><Relationship Id="rId791" Type="http://schemas.openxmlformats.org/officeDocument/2006/relationships/customXml" Target="../ink/ink690.xml"/><Relationship Id="rId444" Type="http://schemas.openxmlformats.org/officeDocument/2006/relationships/customXml" Target="../ink/ink516.xml"/><Relationship Id="rId651" Type="http://schemas.openxmlformats.org/officeDocument/2006/relationships/image" Target="../media/image611.png"/><Relationship Id="rId749" Type="http://schemas.openxmlformats.org/officeDocument/2006/relationships/customXml" Target="../ink/ink669.xml"/><Relationship Id="rId290" Type="http://schemas.openxmlformats.org/officeDocument/2006/relationships/customXml" Target="../ink/ink439.xml"/><Relationship Id="rId304" Type="http://schemas.openxmlformats.org/officeDocument/2006/relationships/customXml" Target="../ink/ink446.xml"/><Relationship Id="rId388" Type="http://schemas.openxmlformats.org/officeDocument/2006/relationships/customXml" Target="../ink/ink488.xml"/><Relationship Id="rId511" Type="http://schemas.openxmlformats.org/officeDocument/2006/relationships/image" Target="../media/image541.png"/><Relationship Id="rId609" Type="http://schemas.openxmlformats.org/officeDocument/2006/relationships/image" Target="../media/image590.png"/><Relationship Id="rId85" Type="http://schemas.openxmlformats.org/officeDocument/2006/relationships/image" Target="../media/image328.png"/><Relationship Id="rId150" Type="http://schemas.openxmlformats.org/officeDocument/2006/relationships/customXml" Target="../ink/ink369.xml"/><Relationship Id="rId595" Type="http://schemas.openxmlformats.org/officeDocument/2006/relationships/image" Target="../media/image583.png"/><Relationship Id="rId816" Type="http://schemas.openxmlformats.org/officeDocument/2006/relationships/image" Target="../media/image693.png"/><Relationship Id="rId248" Type="http://schemas.openxmlformats.org/officeDocument/2006/relationships/customXml" Target="../ink/ink418.xml"/><Relationship Id="rId455" Type="http://schemas.openxmlformats.org/officeDocument/2006/relationships/image" Target="../media/image513.png"/><Relationship Id="rId662" Type="http://schemas.openxmlformats.org/officeDocument/2006/relationships/customXml" Target="../ink/ink625.xml"/><Relationship Id="rId12" Type="http://schemas.openxmlformats.org/officeDocument/2006/relationships/customXml" Target="../ink/ink300.xml"/><Relationship Id="rId108" Type="http://schemas.openxmlformats.org/officeDocument/2006/relationships/customXml" Target="../ink/ink348.xml"/><Relationship Id="rId315" Type="http://schemas.openxmlformats.org/officeDocument/2006/relationships/image" Target="../media/image443.png"/><Relationship Id="rId522" Type="http://schemas.openxmlformats.org/officeDocument/2006/relationships/customXml" Target="../ink/ink555.xml"/><Relationship Id="rId96" Type="http://schemas.openxmlformats.org/officeDocument/2006/relationships/customXml" Target="../ink/ink342.xml"/><Relationship Id="rId161" Type="http://schemas.openxmlformats.org/officeDocument/2006/relationships/image" Target="../media/image366.png"/><Relationship Id="rId399" Type="http://schemas.openxmlformats.org/officeDocument/2006/relationships/image" Target="../media/image485.png"/><Relationship Id="rId827" Type="http://schemas.openxmlformats.org/officeDocument/2006/relationships/customXml" Target="../ink/ink708.xml"/><Relationship Id="rId259" Type="http://schemas.openxmlformats.org/officeDocument/2006/relationships/image" Target="../media/image415.png"/><Relationship Id="rId466" Type="http://schemas.openxmlformats.org/officeDocument/2006/relationships/customXml" Target="../ink/ink527.xml"/><Relationship Id="rId673" Type="http://schemas.openxmlformats.org/officeDocument/2006/relationships/image" Target="../media/image622.png"/><Relationship Id="rId23" Type="http://schemas.openxmlformats.org/officeDocument/2006/relationships/image" Target="../media/image297.png"/><Relationship Id="rId119" Type="http://schemas.openxmlformats.org/officeDocument/2006/relationships/image" Target="../media/image345.png"/><Relationship Id="rId326" Type="http://schemas.openxmlformats.org/officeDocument/2006/relationships/customXml" Target="../ink/ink457.xml"/><Relationship Id="rId533" Type="http://schemas.openxmlformats.org/officeDocument/2006/relationships/image" Target="../media/image552.png"/><Relationship Id="rId740" Type="http://schemas.openxmlformats.org/officeDocument/2006/relationships/image" Target="../media/image655.png"/><Relationship Id="rId838" Type="http://schemas.openxmlformats.org/officeDocument/2006/relationships/image" Target="../media/image704.png"/><Relationship Id="rId172" Type="http://schemas.openxmlformats.org/officeDocument/2006/relationships/customXml" Target="../ink/ink380.xml"/><Relationship Id="rId477" Type="http://schemas.openxmlformats.org/officeDocument/2006/relationships/image" Target="../media/image524.png"/><Relationship Id="rId600" Type="http://schemas.openxmlformats.org/officeDocument/2006/relationships/customXml" Target="../ink/ink594.xml"/><Relationship Id="rId684" Type="http://schemas.openxmlformats.org/officeDocument/2006/relationships/customXml" Target="../ink/ink636.xml"/><Relationship Id="rId337" Type="http://schemas.openxmlformats.org/officeDocument/2006/relationships/image" Target="../media/image454.png"/><Relationship Id="rId34" Type="http://schemas.openxmlformats.org/officeDocument/2006/relationships/customXml" Target="../ink/ink311.xml"/><Relationship Id="rId544" Type="http://schemas.openxmlformats.org/officeDocument/2006/relationships/customXml" Target="../ink/ink566.xml"/><Relationship Id="rId751" Type="http://schemas.openxmlformats.org/officeDocument/2006/relationships/customXml" Target="../ink/ink670.xml"/><Relationship Id="rId849" Type="http://schemas.openxmlformats.org/officeDocument/2006/relationships/customXml" Target="../ink/ink719.xml"/><Relationship Id="rId183" Type="http://schemas.openxmlformats.org/officeDocument/2006/relationships/image" Target="../media/image377.png"/><Relationship Id="rId390" Type="http://schemas.openxmlformats.org/officeDocument/2006/relationships/customXml" Target="../ink/ink489.xml"/><Relationship Id="rId404" Type="http://schemas.openxmlformats.org/officeDocument/2006/relationships/customXml" Target="../ink/ink496.xml"/><Relationship Id="rId611" Type="http://schemas.openxmlformats.org/officeDocument/2006/relationships/image" Target="../media/image591.png"/><Relationship Id="rId250" Type="http://schemas.openxmlformats.org/officeDocument/2006/relationships/customXml" Target="../ink/ink419.xml"/><Relationship Id="rId488" Type="http://schemas.openxmlformats.org/officeDocument/2006/relationships/customXml" Target="../ink/ink538.xml"/><Relationship Id="rId695" Type="http://schemas.openxmlformats.org/officeDocument/2006/relationships/image" Target="../media/image633.png"/><Relationship Id="rId709" Type="http://schemas.openxmlformats.org/officeDocument/2006/relationships/image" Target="../media/image640.png"/><Relationship Id="rId45" Type="http://schemas.openxmlformats.org/officeDocument/2006/relationships/image" Target="../media/image308.png"/><Relationship Id="rId110" Type="http://schemas.openxmlformats.org/officeDocument/2006/relationships/customXml" Target="../ink/ink349.xml"/><Relationship Id="rId348" Type="http://schemas.openxmlformats.org/officeDocument/2006/relationships/customXml" Target="../ink/ink468.xml"/><Relationship Id="rId555" Type="http://schemas.openxmlformats.org/officeDocument/2006/relationships/image" Target="../media/image563.png"/><Relationship Id="rId762" Type="http://schemas.openxmlformats.org/officeDocument/2006/relationships/image" Target="../media/image666.png"/><Relationship Id="rId194" Type="http://schemas.openxmlformats.org/officeDocument/2006/relationships/customXml" Target="../ink/ink391.xml"/><Relationship Id="rId208" Type="http://schemas.openxmlformats.org/officeDocument/2006/relationships/customXml" Target="../ink/ink398.xml"/><Relationship Id="rId415" Type="http://schemas.openxmlformats.org/officeDocument/2006/relationships/image" Target="../media/image493.png"/><Relationship Id="rId622" Type="http://schemas.openxmlformats.org/officeDocument/2006/relationships/customXml" Target="../ink/ink605.xml"/><Relationship Id="rId261" Type="http://schemas.openxmlformats.org/officeDocument/2006/relationships/image" Target="../media/image416.png"/><Relationship Id="rId499" Type="http://schemas.openxmlformats.org/officeDocument/2006/relationships/image" Target="../media/image535.png"/><Relationship Id="rId56" Type="http://schemas.openxmlformats.org/officeDocument/2006/relationships/customXml" Target="../ink/ink322.xml"/><Relationship Id="rId359" Type="http://schemas.openxmlformats.org/officeDocument/2006/relationships/image" Target="../media/image465.png"/><Relationship Id="rId566" Type="http://schemas.openxmlformats.org/officeDocument/2006/relationships/customXml" Target="../ink/ink577.xml"/><Relationship Id="rId773" Type="http://schemas.openxmlformats.org/officeDocument/2006/relationships/customXml" Target="../ink/ink681.xml"/><Relationship Id="rId121" Type="http://schemas.openxmlformats.org/officeDocument/2006/relationships/image" Target="../media/image346.png"/><Relationship Id="rId219" Type="http://schemas.openxmlformats.org/officeDocument/2006/relationships/image" Target="../media/image395.png"/><Relationship Id="rId426" Type="http://schemas.openxmlformats.org/officeDocument/2006/relationships/customXml" Target="../ink/ink507.xml"/><Relationship Id="rId633" Type="http://schemas.openxmlformats.org/officeDocument/2006/relationships/image" Target="../media/image602.png"/><Relationship Id="rId840" Type="http://schemas.openxmlformats.org/officeDocument/2006/relationships/image" Target="../media/image705.png"/><Relationship Id="rId67" Type="http://schemas.openxmlformats.org/officeDocument/2006/relationships/image" Target="../media/image319.png"/><Relationship Id="rId272" Type="http://schemas.openxmlformats.org/officeDocument/2006/relationships/customXml" Target="../ink/ink430.xml"/><Relationship Id="rId577" Type="http://schemas.openxmlformats.org/officeDocument/2006/relationships/image" Target="../media/image574.png"/><Relationship Id="rId700" Type="http://schemas.openxmlformats.org/officeDocument/2006/relationships/customXml" Target="../ink/ink644.xml"/><Relationship Id="rId132" Type="http://schemas.openxmlformats.org/officeDocument/2006/relationships/customXml" Target="../ink/ink360.xml"/><Relationship Id="rId784" Type="http://schemas.openxmlformats.org/officeDocument/2006/relationships/image" Target="../media/image677.png"/><Relationship Id="rId437" Type="http://schemas.openxmlformats.org/officeDocument/2006/relationships/image" Target="../media/image504.png"/><Relationship Id="rId644" Type="http://schemas.openxmlformats.org/officeDocument/2006/relationships/customXml" Target="../ink/ink616.xml"/><Relationship Id="rId851" Type="http://schemas.openxmlformats.org/officeDocument/2006/relationships/customXml" Target="../ink/ink720.xml"/><Relationship Id="rId283" Type="http://schemas.openxmlformats.org/officeDocument/2006/relationships/image" Target="../media/image427.png"/><Relationship Id="rId490" Type="http://schemas.openxmlformats.org/officeDocument/2006/relationships/customXml" Target="../ink/ink539.xml"/><Relationship Id="rId504" Type="http://schemas.openxmlformats.org/officeDocument/2006/relationships/customXml" Target="../ink/ink546.xml"/><Relationship Id="rId711" Type="http://schemas.openxmlformats.org/officeDocument/2006/relationships/image" Target="../media/image641.png"/><Relationship Id="rId78" Type="http://schemas.openxmlformats.org/officeDocument/2006/relationships/customXml" Target="../ink/ink333.xml"/><Relationship Id="rId143" Type="http://schemas.openxmlformats.org/officeDocument/2006/relationships/image" Target="../media/image357.png"/><Relationship Id="rId350" Type="http://schemas.openxmlformats.org/officeDocument/2006/relationships/customXml" Target="../ink/ink469.xml"/><Relationship Id="rId588" Type="http://schemas.openxmlformats.org/officeDocument/2006/relationships/customXml" Target="../ink/ink588.xml"/><Relationship Id="rId795" Type="http://schemas.openxmlformats.org/officeDocument/2006/relationships/customXml" Target="../ink/ink692.xml"/><Relationship Id="rId809" Type="http://schemas.openxmlformats.org/officeDocument/2006/relationships/customXml" Target="../ink/ink699.xml"/><Relationship Id="rId9" Type="http://schemas.openxmlformats.org/officeDocument/2006/relationships/image" Target="../media/image290.png"/><Relationship Id="rId210" Type="http://schemas.openxmlformats.org/officeDocument/2006/relationships/customXml" Target="../ink/ink399.xml"/><Relationship Id="rId448" Type="http://schemas.openxmlformats.org/officeDocument/2006/relationships/customXml" Target="../ink/ink518.xml"/><Relationship Id="rId655" Type="http://schemas.openxmlformats.org/officeDocument/2006/relationships/image" Target="../media/image613.png"/><Relationship Id="rId862" Type="http://schemas.openxmlformats.org/officeDocument/2006/relationships/image" Target="../media/image716.png"/><Relationship Id="rId294" Type="http://schemas.openxmlformats.org/officeDocument/2006/relationships/customXml" Target="../ink/ink441.xml"/><Relationship Id="rId308" Type="http://schemas.openxmlformats.org/officeDocument/2006/relationships/customXml" Target="../ink/ink448.xml"/><Relationship Id="rId515" Type="http://schemas.openxmlformats.org/officeDocument/2006/relationships/image" Target="../media/image543.png"/><Relationship Id="rId722" Type="http://schemas.openxmlformats.org/officeDocument/2006/relationships/customXml" Target="../ink/ink655.xml"/><Relationship Id="rId89" Type="http://schemas.openxmlformats.org/officeDocument/2006/relationships/image" Target="../media/image330.png"/><Relationship Id="rId154" Type="http://schemas.openxmlformats.org/officeDocument/2006/relationships/customXml" Target="../ink/ink371.xml"/><Relationship Id="rId361" Type="http://schemas.openxmlformats.org/officeDocument/2006/relationships/image" Target="../media/image466.png"/><Relationship Id="rId599" Type="http://schemas.openxmlformats.org/officeDocument/2006/relationships/image" Target="../media/image585.png"/><Relationship Id="rId459" Type="http://schemas.openxmlformats.org/officeDocument/2006/relationships/image" Target="../media/image515.png"/><Relationship Id="rId666" Type="http://schemas.openxmlformats.org/officeDocument/2006/relationships/customXml" Target="../ink/ink627.xml"/><Relationship Id="rId873" Type="http://schemas.openxmlformats.org/officeDocument/2006/relationships/customXml" Target="../ink/ink731.xml"/><Relationship Id="rId16" Type="http://schemas.openxmlformats.org/officeDocument/2006/relationships/customXml" Target="../ink/ink302.xml"/><Relationship Id="rId221" Type="http://schemas.openxmlformats.org/officeDocument/2006/relationships/image" Target="../media/image396.png"/><Relationship Id="rId319" Type="http://schemas.openxmlformats.org/officeDocument/2006/relationships/image" Target="../media/image445.png"/><Relationship Id="rId526" Type="http://schemas.openxmlformats.org/officeDocument/2006/relationships/customXml" Target="../ink/ink557.xml"/><Relationship Id="rId733" Type="http://schemas.openxmlformats.org/officeDocument/2006/relationships/customXml" Target="../ink/ink661.xml"/><Relationship Id="rId165" Type="http://schemas.openxmlformats.org/officeDocument/2006/relationships/image" Target="../media/image368.png"/><Relationship Id="rId372" Type="http://schemas.openxmlformats.org/officeDocument/2006/relationships/customXml" Target="../ink/ink480.xml"/><Relationship Id="rId677" Type="http://schemas.openxmlformats.org/officeDocument/2006/relationships/image" Target="../media/image624.png"/><Relationship Id="rId800" Type="http://schemas.openxmlformats.org/officeDocument/2006/relationships/image" Target="../media/image685.png"/><Relationship Id="rId232" Type="http://schemas.openxmlformats.org/officeDocument/2006/relationships/customXml" Target="../ink/ink410.xml"/><Relationship Id="rId27" Type="http://schemas.openxmlformats.org/officeDocument/2006/relationships/image" Target="../media/image299.png"/><Relationship Id="rId537" Type="http://schemas.openxmlformats.org/officeDocument/2006/relationships/image" Target="../media/image554.png"/><Relationship Id="rId744" Type="http://schemas.openxmlformats.org/officeDocument/2006/relationships/image" Target="../media/image657.png"/><Relationship Id="rId80" Type="http://schemas.openxmlformats.org/officeDocument/2006/relationships/customXml" Target="../ink/ink334.xml"/><Relationship Id="rId176" Type="http://schemas.openxmlformats.org/officeDocument/2006/relationships/customXml" Target="../ink/ink382.xml"/><Relationship Id="rId383" Type="http://schemas.openxmlformats.org/officeDocument/2006/relationships/image" Target="../media/image477.png"/><Relationship Id="rId590" Type="http://schemas.openxmlformats.org/officeDocument/2006/relationships/customXml" Target="../ink/ink589.xml"/><Relationship Id="rId604" Type="http://schemas.openxmlformats.org/officeDocument/2006/relationships/customXml" Target="../ink/ink596.xml"/><Relationship Id="rId811" Type="http://schemas.openxmlformats.org/officeDocument/2006/relationships/customXml" Target="../ink/ink700.xml"/><Relationship Id="rId243" Type="http://schemas.openxmlformats.org/officeDocument/2006/relationships/image" Target="../media/image407.png"/><Relationship Id="rId450" Type="http://schemas.openxmlformats.org/officeDocument/2006/relationships/customXml" Target="../ink/ink519.xml"/><Relationship Id="rId688" Type="http://schemas.openxmlformats.org/officeDocument/2006/relationships/customXml" Target="../ink/ink638.xml"/><Relationship Id="rId38" Type="http://schemas.openxmlformats.org/officeDocument/2006/relationships/customXml" Target="../ink/ink313.xml"/><Relationship Id="rId103" Type="http://schemas.openxmlformats.org/officeDocument/2006/relationships/image" Target="../media/image337.png"/><Relationship Id="rId310" Type="http://schemas.openxmlformats.org/officeDocument/2006/relationships/customXml" Target="../ink/ink449.xml"/><Relationship Id="rId548" Type="http://schemas.openxmlformats.org/officeDocument/2006/relationships/customXml" Target="../ink/ink568.xml"/><Relationship Id="rId755" Type="http://schemas.openxmlformats.org/officeDocument/2006/relationships/customXml" Target="../ink/ink672.xml"/><Relationship Id="rId91" Type="http://schemas.openxmlformats.org/officeDocument/2006/relationships/image" Target="../media/image331.png"/><Relationship Id="rId187" Type="http://schemas.openxmlformats.org/officeDocument/2006/relationships/image" Target="../media/image379.png"/><Relationship Id="rId394" Type="http://schemas.openxmlformats.org/officeDocument/2006/relationships/customXml" Target="../ink/ink491.xml"/><Relationship Id="rId408" Type="http://schemas.openxmlformats.org/officeDocument/2006/relationships/customXml" Target="../ink/ink498.xml"/><Relationship Id="rId615" Type="http://schemas.openxmlformats.org/officeDocument/2006/relationships/image" Target="../media/image593.png"/><Relationship Id="rId822" Type="http://schemas.openxmlformats.org/officeDocument/2006/relationships/image" Target="../media/image696.png"/><Relationship Id="rId254" Type="http://schemas.openxmlformats.org/officeDocument/2006/relationships/customXml" Target="../ink/ink421.xml"/><Relationship Id="rId699" Type="http://schemas.openxmlformats.org/officeDocument/2006/relationships/image" Target="../media/image635.png"/><Relationship Id="rId49" Type="http://schemas.openxmlformats.org/officeDocument/2006/relationships/image" Target="../media/image310.png"/><Relationship Id="rId114" Type="http://schemas.openxmlformats.org/officeDocument/2006/relationships/customXml" Target="../ink/ink351.xml"/><Relationship Id="rId461" Type="http://schemas.openxmlformats.org/officeDocument/2006/relationships/image" Target="../media/image516.png"/><Relationship Id="rId559" Type="http://schemas.openxmlformats.org/officeDocument/2006/relationships/image" Target="../media/image565.png"/><Relationship Id="rId766" Type="http://schemas.openxmlformats.org/officeDocument/2006/relationships/image" Target="../media/image668.png"/><Relationship Id="rId198" Type="http://schemas.openxmlformats.org/officeDocument/2006/relationships/customXml" Target="../ink/ink393.xml"/><Relationship Id="rId321" Type="http://schemas.openxmlformats.org/officeDocument/2006/relationships/image" Target="../media/image446.png"/><Relationship Id="rId419" Type="http://schemas.openxmlformats.org/officeDocument/2006/relationships/image" Target="../media/image495.png"/><Relationship Id="rId626" Type="http://schemas.openxmlformats.org/officeDocument/2006/relationships/customXml" Target="../ink/ink607.xml"/><Relationship Id="rId833" Type="http://schemas.openxmlformats.org/officeDocument/2006/relationships/customXml" Target="../ink/ink711.xml"/><Relationship Id="rId265" Type="http://schemas.openxmlformats.org/officeDocument/2006/relationships/image" Target="../media/image418.png"/><Relationship Id="rId472" Type="http://schemas.openxmlformats.org/officeDocument/2006/relationships/customXml" Target="../ink/ink530.xml"/><Relationship Id="rId125" Type="http://schemas.openxmlformats.org/officeDocument/2006/relationships/image" Target="../media/image348.png"/><Relationship Id="rId332" Type="http://schemas.openxmlformats.org/officeDocument/2006/relationships/customXml" Target="../ink/ink460.xml"/><Relationship Id="rId777" Type="http://schemas.openxmlformats.org/officeDocument/2006/relationships/customXml" Target="../ink/ink683.xml"/><Relationship Id="rId637" Type="http://schemas.openxmlformats.org/officeDocument/2006/relationships/image" Target="../media/image604.png"/><Relationship Id="rId844" Type="http://schemas.openxmlformats.org/officeDocument/2006/relationships/image" Target="../media/image707.png"/><Relationship Id="rId276" Type="http://schemas.openxmlformats.org/officeDocument/2006/relationships/customXml" Target="../ink/ink432.xml"/><Relationship Id="rId483" Type="http://schemas.openxmlformats.org/officeDocument/2006/relationships/image" Target="../media/image527.png"/><Relationship Id="rId690" Type="http://schemas.openxmlformats.org/officeDocument/2006/relationships/customXml" Target="../ink/ink639.xml"/><Relationship Id="rId704" Type="http://schemas.openxmlformats.org/officeDocument/2006/relationships/customXml" Target="../ink/ink646.xml"/><Relationship Id="rId40" Type="http://schemas.openxmlformats.org/officeDocument/2006/relationships/customXml" Target="../ink/ink314.xml"/><Relationship Id="rId136" Type="http://schemas.openxmlformats.org/officeDocument/2006/relationships/customXml" Target="../ink/ink362.xml"/><Relationship Id="rId343" Type="http://schemas.openxmlformats.org/officeDocument/2006/relationships/image" Target="../media/image457.png"/><Relationship Id="rId550" Type="http://schemas.openxmlformats.org/officeDocument/2006/relationships/customXml" Target="../ink/ink569.xml"/><Relationship Id="rId788" Type="http://schemas.openxmlformats.org/officeDocument/2006/relationships/image" Target="../media/image679.png"/><Relationship Id="rId203" Type="http://schemas.openxmlformats.org/officeDocument/2006/relationships/image" Target="../media/image387.png"/><Relationship Id="rId648" Type="http://schemas.openxmlformats.org/officeDocument/2006/relationships/customXml" Target="../ink/ink618.xml"/><Relationship Id="rId855" Type="http://schemas.openxmlformats.org/officeDocument/2006/relationships/customXml" Target="../ink/ink722.xml"/><Relationship Id="rId287" Type="http://schemas.openxmlformats.org/officeDocument/2006/relationships/image" Target="../media/image429.png"/><Relationship Id="rId410" Type="http://schemas.openxmlformats.org/officeDocument/2006/relationships/customXml" Target="../ink/ink499.xml"/><Relationship Id="rId494" Type="http://schemas.openxmlformats.org/officeDocument/2006/relationships/customXml" Target="../ink/ink541.xml"/><Relationship Id="rId508" Type="http://schemas.openxmlformats.org/officeDocument/2006/relationships/customXml" Target="../ink/ink548.xml"/><Relationship Id="rId715" Type="http://schemas.openxmlformats.org/officeDocument/2006/relationships/image" Target="../media/image643.png"/><Relationship Id="rId147" Type="http://schemas.openxmlformats.org/officeDocument/2006/relationships/image" Target="../media/image359.png"/><Relationship Id="rId354" Type="http://schemas.openxmlformats.org/officeDocument/2006/relationships/customXml" Target="../ink/ink471.xml"/><Relationship Id="rId799" Type="http://schemas.openxmlformats.org/officeDocument/2006/relationships/customXml" Target="../ink/ink694.xml"/><Relationship Id="rId51" Type="http://schemas.openxmlformats.org/officeDocument/2006/relationships/image" Target="../media/image311.png"/><Relationship Id="rId561" Type="http://schemas.openxmlformats.org/officeDocument/2006/relationships/image" Target="../media/image566.png"/><Relationship Id="rId659" Type="http://schemas.openxmlformats.org/officeDocument/2006/relationships/image" Target="../media/image615.png"/><Relationship Id="rId866" Type="http://schemas.openxmlformats.org/officeDocument/2006/relationships/image" Target="../media/image718.png"/><Relationship Id="rId214" Type="http://schemas.openxmlformats.org/officeDocument/2006/relationships/customXml" Target="../ink/ink401.xml"/><Relationship Id="rId298" Type="http://schemas.openxmlformats.org/officeDocument/2006/relationships/customXml" Target="../ink/ink443.xml"/><Relationship Id="rId421" Type="http://schemas.openxmlformats.org/officeDocument/2006/relationships/image" Target="../media/image496.png"/><Relationship Id="rId519" Type="http://schemas.openxmlformats.org/officeDocument/2006/relationships/image" Target="../media/image545.png"/><Relationship Id="rId158" Type="http://schemas.openxmlformats.org/officeDocument/2006/relationships/customXml" Target="../ink/ink373.xml"/><Relationship Id="rId726" Type="http://schemas.openxmlformats.org/officeDocument/2006/relationships/customXml" Target="../ink/ink657.xml"/><Relationship Id="rId62" Type="http://schemas.openxmlformats.org/officeDocument/2006/relationships/customXml" Target="../ink/ink325.xml"/><Relationship Id="rId365" Type="http://schemas.openxmlformats.org/officeDocument/2006/relationships/image" Target="../media/image468.png"/><Relationship Id="rId572" Type="http://schemas.openxmlformats.org/officeDocument/2006/relationships/customXml" Target="../ink/ink580.xml"/><Relationship Id="rId225" Type="http://schemas.openxmlformats.org/officeDocument/2006/relationships/image" Target="../media/image398.png"/><Relationship Id="rId432" Type="http://schemas.openxmlformats.org/officeDocument/2006/relationships/customXml" Target="../ink/ink510.xml"/><Relationship Id="rId737" Type="http://schemas.openxmlformats.org/officeDocument/2006/relationships/customXml" Target="../ink/ink663.xml"/><Relationship Id="rId73" Type="http://schemas.openxmlformats.org/officeDocument/2006/relationships/image" Target="../media/image322.png"/><Relationship Id="rId169" Type="http://schemas.openxmlformats.org/officeDocument/2006/relationships/image" Target="../media/image370.png"/><Relationship Id="rId376" Type="http://schemas.openxmlformats.org/officeDocument/2006/relationships/customXml" Target="../ink/ink482.xml"/><Relationship Id="rId583" Type="http://schemas.openxmlformats.org/officeDocument/2006/relationships/image" Target="../media/image577.png"/><Relationship Id="rId790" Type="http://schemas.openxmlformats.org/officeDocument/2006/relationships/image" Target="../media/image680.png"/><Relationship Id="rId804" Type="http://schemas.openxmlformats.org/officeDocument/2006/relationships/image" Target="../media/image687.png"/><Relationship Id="rId4" Type="http://schemas.openxmlformats.org/officeDocument/2006/relationships/customXml" Target="../ink/ink296.xml"/><Relationship Id="rId236" Type="http://schemas.openxmlformats.org/officeDocument/2006/relationships/customXml" Target="../ink/ink412.xml"/><Relationship Id="rId443" Type="http://schemas.openxmlformats.org/officeDocument/2006/relationships/image" Target="../media/image507.png"/><Relationship Id="rId650" Type="http://schemas.openxmlformats.org/officeDocument/2006/relationships/customXml" Target="../ink/ink619.xml"/><Relationship Id="rId303" Type="http://schemas.openxmlformats.org/officeDocument/2006/relationships/image" Target="../media/image437.png"/><Relationship Id="rId748" Type="http://schemas.openxmlformats.org/officeDocument/2006/relationships/image" Target="../media/image659.png"/><Relationship Id="rId84" Type="http://schemas.openxmlformats.org/officeDocument/2006/relationships/customXml" Target="../ink/ink336.xml"/><Relationship Id="rId387" Type="http://schemas.openxmlformats.org/officeDocument/2006/relationships/image" Target="../media/image479.png"/><Relationship Id="rId510" Type="http://schemas.openxmlformats.org/officeDocument/2006/relationships/customXml" Target="../ink/ink549.xml"/><Relationship Id="rId594" Type="http://schemas.openxmlformats.org/officeDocument/2006/relationships/customXml" Target="../ink/ink591.xml"/><Relationship Id="rId608" Type="http://schemas.openxmlformats.org/officeDocument/2006/relationships/customXml" Target="../ink/ink598.xml"/><Relationship Id="rId815" Type="http://schemas.openxmlformats.org/officeDocument/2006/relationships/customXml" Target="../ink/ink702.xml"/><Relationship Id="rId247" Type="http://schemas.openxmlformats.org/officeDocument/2006/relationships/image" Target="../media/image409.png"/><Relationship Id="rId107" Type="http://schemas.openxmlformats.org/officeDocument/2006/relationships/image" Target="../media/image339.png"/><Relationship Id="rId454" Type="http://schemas.openxmlformats.org/officeDocument/2006/relationships/customXml" Target="../ink/ink521.xml"/><Relationship Id="rId661" Type="http://schemas.openxmlformats.org/officeDocument/2006/relationships/image" Target="../media/image616.png"/><Relationship Id="rId759" Type="http://schemas.openxmlformats.org/officeDocument/2006/relationships/customXml" Target="../ink/ink674.xml"/><Relationship Id="rId11" Type="http://schemas.openxmlformats.org/officeDocument/2006/relationships/image" Target="../media/image291.png"/><Relationship Id="rId314" Type="http://schemas.openxmlformats.org/officeDocument/2006/relationships/customXml" Target="../ink/ink451.xml"/><Relationship Id="rId398" Type="http://schemas.openxmlformats.org/officeDocument/2006/relationships/customXml" Target="../ink/ink493.xml"/><Relationship Id="rId521" Type="http://schemas.openxmlformats.org/officeDocument/2006/relationships/image" Target="../media/image546.png"/><Relationship Id="rId619" Type="http://schemas.openxmlformats.org/officeDocument/2006/relationships/image" Target="../media/image595.png"/><Relationship Id="rId95" Type="http://schemas.openxmlformats.org/officeDocument/2006/relationships/image" Target="../media/image333.png"/><Relationship Id="rId160" Type="http://schemas.openxmlformats.org/officeDocument/2006/relationships/customXml" Target="../ink/ink374.xml"/><Relationship Id="rId826" Type="http://schemas.openxmlformats.org/officeDocument/2006/relationships/image" Target="../media/image698.png"/><Relationship Id="rId258" Type="http://schemas.openxmlformats.org/officeDocument/2006/relationships/customXml" Target="../ink/ink423.xml"/><Relationship Id="rId465" Type="http://schemas.openxmlformats.org/officeDocument/2006/relationships/image" Target="../media/image518.png"/><Relationship Id="rId672" Type="http://schemas.openxmlformats.org/officeDocument/2006/relationships/customXml" Target="../ink/ink630.xml"/><Relationship Id="rId22" Type="http://schemas.openxmlformats.org/officeDocument/2006/relationships/customXml" Target="../ink/ink305.xml"/><Relationship Id="rId118" Type="http://schemas.openxmlformats.org/officeDocument/2006/relationships/customXml" Target="../ink/ink353.xml"/><Relationship Id="rId325" Type="http://schemas.openxmlformats.org/officeDocument/2006/relationships/image" Target="../media/image448.png"/><Relationship Id="rId532" Type="http://schemas.openxmlformats.org/officeDocument/2006/relationships/customXml" Target="../ink/ink560.xml"/><Relationship Id="rId171" Type="http://schemas.openxmlformats.org/officeDocument/2006/relationships/image" Target="../media/image371.png"/><Relationship Id="rId837" Type="http://schemas.openxmlformats.org/officeDocument/2006/relationships/customXml" Target="../ink/ink713.xml"/><Relationship Id="rId269" Type="http://schemas.openxmlformats.org/officeDocument/2006/relationships/image" Target="../media/image420.png"/><Relationship Id="rId476" Type="http://schemas.openxmlformats.org/officeDocument/2006/relationships/customXml" Target="../ink/ink532.xml"/><Relationship Id="rId683" Type="http://schemas.openxmlformats.org/officeDocument/2006/relationships/image" Target="../media/image627.png"/><Relationship Id="rId33" Type="http://schemas.openxmlformats.org/officeDocument/2006/relationships/image" Target="../media/image302.png"/><Relationship Id="rId129" Type="http://schemas.openxmlformats.org/officeDocument/2006/relationships/image" Target="../media/image350.png"/><Relationship Id="rId336" Type="http://schemas.openxmlformats.org/officeDocument/2006/relationships/customXml" Target="../ink/ink462.xml"/><Relationship Id="rId543" Type="http://schemas.openxmlformats.org/officeDocument/2006/relationships/image" Target="../media/image557.png"/><Relationship Id="rId182" Type="http://schemas.openxmlformats.org/officeDocument/2006/relationships/customXml" Target="../ink/ink385.xml"/><Relationship Id="rId403" Type="http://schemas.openxmlformats.org/officeDocument/2006/relationships/image" Target="../media/image487.png"/><Relationship Id="rId750" Type="http://schemas.openxmlformats.org/officeDocument/2006/relationships/image" Target="../media/image660.png"/><Relationship Id="rId848" Type="http://schemas.openxmlformats.org/officeDocument/2006/relationships/image" Target="../media/image709.png"/><Relationship Id="rId487" Type="http://schemas.openxmlformats.org/officeDocument/2006/relationships/image" Target="../media/image529.png"/><Relationship Id="rId610" Type="http://schemas.openxmlformats.org/officeDocument/2006/relationships/customXml" Target="../ink/ink599.xml"/><Relationship Id="rId694" Type="http://schemas.openxmlformats.org/officeDocument/2006/relationships/customXml" Target="../ink/ink641.xml"/><Relationship Id="rId708" Type="http://schemas.openxmlformats.org/officeDocument/2006/relationships/customXml" Target="../ink/ink648.xml"/><Relationship Id="rId347" Type="http://schemas.openxmlformats.org/officeDocument/2006/relationships/image" Target="../media/image459.png"/><Relationship Id="rId44" Type="http://schemas.openxmlformats.org/officeDocument/2006/relationships/customXml" Target="../ink/ink316.xml"/><Relationship Id="rId554" Type="http://schemas.openxmlformats.org/officeDocument/2006/relationships/customXml" Target="../ink/ink571.xml"/><Relationship Id="rId761" Type="http://schemas.openxmlformats.org/officeDocument/2006/relationships/customXml" Target="../ink/ink675.xml"/><Relationship Id="rId859" Type="http://schemas.openxmlformats.org/officeDocument/2006/relationships/customXml" Target="../ink/ink724.xml"/><Relationship Id="rId193" Type="http://schemas.openxmlformats.org/officeDocument/2006/relationships/image" Target="../media/image382.png"/><Relationship Id="rId207" Type="http://schemas.openxmlformats.org/officeDocument/2006/relationships/image" Target="../media/image389.png"/><Relationship Id="rId414" Type="http://schemas.openxmlformats.org/officeDocument/2006/relationships/customXml" Target="../ink/ink501.xml"/><Relationship Id="rId498" Type="http://schemas.openxmlformats.org/officeDocument/2006/relationships/customXml" Target="../ink/ink543.xml"/><Relationship Id="rId621" Type="http://schemas.openxmlformats.org/officeDocument/2006/relationships/image" Target="../media/image596.png"/><Relationship Id="rId260" Type="http://schemas.openxmlformats.org/officeDocument/2006/relationships/customXml" Target="../ink/ink424.xml"/><Relationship Id="rId719" Type="http://schemas.openxmlformats.org/officeDocument/2006/relationships/image" Target="../media/image645.png"/><Relationship Id="rId55" Type="http://schemas.openxmlformats.org/officeDocument/2006/relationships/image" Target="../media/image313.png"/><Relationship Id="rId120" Type="http://schemas.openxmlformats.org/officeDocument/2006/relationships/customXml" Target="../ink/ink354.xml"/><Relationship Id="rId358" Type="http://schemas.openxmlformats.org/officeDocument/2006/relationships/customXml" Target="../ink/ink473.xml"/><Relationship Id="rId565" Type="http://schemas.openxmlformats.org/officeDocument/2006/relationships/image" Target="../media/image568.png"/><Relationship Id="rId772" Type="http://schemas.openxmlformats.org/officeDocument/2006/relationships/image" Target="../media/image671.png"/><Relationship Id="rId218" Type="http://schemas.openxmlformats.org/officeDocument/2006/relationships/customXml" Target="../ink/ink403.xml"/><Relationship Id="rId425" Type="http://schemas.openxmlformats.org/officeDocument/2006/relationships/image" Target="../media/image498.png"/><Relationship Id="rId632" Type="http://schemas.openxmlformats.org/officeDocument/2006/relationships/customXml" Target="../ink/ink610.xml"/><Relationship Id="rId271" Type="http://schemas.openxmlformats.org/officeDocument/2006/relationships/image" Target="../media/image421.png"/><Relationship Id="rId66" Type="http://schemas.openxmlformats.org/officeDocument/2006/relationships/customXml" Target="../ink/ink327.xml"/><Relationship Id="rId131" Type="http://schemas.openxmlformats.org/officeDocument/2006/relationships/image" Target="../media/image351.png"/><Relationship Id="rId369" Type="http://schemas.openxmlformats.org/officeDocument/2006/relationships/image" Target="../media/image470.png"/><Relationship Id="rId576" Type="http://schemas.openxmlformats.org/officeDocument/2006/relationships/customXml" Target="../ink/ink582.xml"/><Relationship Id="rId783" Type="http://schemas.openxmlformats.org/officeDocument/2006/relationships/customXml" Target="../ink/ink686.xml"/><Relationship Id="rId229" Type="http://schemas.openxmlformats.org/officeDocument/2006/relationships/image" Target="../media/image400.png"/><Relationship Id="rId436" Type="http://schemas.openxmlformats.org/officeDocument/2006/relationships/customXml" Target="../ink/ink512.xml"/><Relationship Id="rId643" Type="http://schemas.openxmlformats.org/officeDocument/2006/relationships/image" Target="../media/image607.png"/><Relationship Id="rId850" Type="http://schemas.openxmlformats.org/officeDocument/2006/relationships/image" Target="../media/image710.png"/><Relationship Id="rId77" Type="http://schemas.openxmlformats.org/officeDocument/2006/relationships/image" Target="../media/image324.png"/><Relationship Id="rId282" Type="http://schemas.openxmlformats.org/officeDocument/2006/relationships/customXml" Target="../ink/ink435.xml"/><Relationship Id="rId503" Type="http://schemas.openxmlformats.org/officeDocument/2006/relationships/image" Target="../media/image537.png"/><Relationship Id="rId587" Type="http://schemas.openxmlformats.org/officeDocument/2006/relationships/image" Target="../media/image579.png"/><Relationship Id="rId710" Type="http://schemas.openxmlformats.org/officeDocument/2006/relationships/customXml" Target="../ink/ink649.xml"/><Relationship Id="rId808" Type="http://schemas.openxmlformats.org/officeDocument/2006/relationships/image" Target="../media/image689.png"/><Relationship Id="rId8" Type="http://schemas.openxmlformats.org/officeDocument/2006/relationships/customXml" Target="../ink/ink298.xml"/><Relationship Id="rId142" Type="http://schemas.openxmlformats.org/officeDocument/2006/relationships/customXml" Target="../ink/ink365.xml"/><Relationship Id="rId447" Type="http://schemas.openxmlformats.org/officeDocument/2006/relationships/image" Target="../media/image509.png"/><Relationship Id="rId794" Type="http://schemas.openxmlformats.org/officeDocument/2006/relationships/image" Target="../media/image682.png"/><Relationship Id="rId654" Type="http://schemas.openxmlformats.org/officeDocument/2006/relationships/customXml" Target="../ink/ink621.xml"/><Relationship Id="rId861" Type="http://schemas.openxmlformats.org/officeDocument/2006/relationships/customXml" Target="../ink/ink725.xml"/><Relationship Id="rId293" Type="http://schemas.openxmlformats.org/officeDocument/2006/relationships/image" Target="../media/image432.png"/><Relationship Id="rId307" Type="http://schemas.openxmlformats.org/officeDocument/2006/relationships/image" Target="../media/image439.png"/><Relationship Id="rId514" Type="http://schemas.openxmlformats.org/officeDocument/2006/relationships/customXml" Target="../ink/ink551.xml"/><Relationship Id="rId721" Type="http://schemas.openxmlformats.org/officeDocument/2006/relationships/image" Target="../media/image64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3.xml"/><Relationship Id="rId21" Type="http://schemas.openxmlformats.org/officeDocument/2006/relationships/image" Target="../media/image732.png"/><Relationship Id="rId42" Type="http://schemas.openxmlformats.org/officeDocument/2006/relationships/customXml" Target="../ink/ink751.xml"/><Relationship Id="rId47" Type="http://schemas.openxmlformats.org/officeDocument/2006/relationships/image" Target="../media/image745.png"/><Relationship Id="rId63" Type="http://schemas.openxmlformats.org/officeDocument/2006/relationships/image" Target="../media/image753.png"/><Relationship Id="rId68" Type="http://schemas.openxmlformats.org/officeDocument/2006/relationships/customXml" Target="../ink/ink764.xml"/><Relationship Id="rId7" Type="http://schemas.openxmlformats.org/officeDocument/2006/relationships/image" Target="../media/image725.png"/><Relationship Id="rId71" Type="http://schemas.openxmlformats.org/officeDocument/2006/relationships/image" Target="../media/image757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738.xml"/><Relationship Id="rId29" Type="http://schemas.openxmlformats.org/officeDocument/2006/relationships/image" Target="../media/image736.png"/><Relationship Id="rId11" Type="http://schemas.openxmlformats.org/officeDocument/2006/relationships/image" Target="../media/image727.png"/><Relationship Id="rId24" Type="http://schemas.openxmlformats.org/officeDocument/2006/relationships/customXml" Target="../ink/ink742.xml"/><Relationship Id="rId32" Type="http://schemas.openxmlformats.org/officeDocument/2006/relationships/customXml" Target="../ink/ink746.xml"/><Relationship Id="rId37" Type="http://schemas.openxmlformats.org/officeDocument/2006/relationships/image" Target="../media/image740.png"/><Relationship Id="rId40" Type="http://schemas.openxmlformats.org/officeDocument/2006/relationships/customXml" Target="../ink/ink750.xml"/><Relationship Id="rId45" Type="http://schemas.openxmlformats.org/officeDocument/2006/relationships/image" Target="../media/image744.png"/><Relationship Id="rId53" Type="http://schemas.openxmlformats.org/officeDocument/2006/relationships/image" Target="../media/image748.png"/><Relationship Id="rId58" Type="http://schemas.openxmlformats.org/officeDocument/2006/relationships/customXml" Target="../ink/ink759.xml"/><Relationship Id="rId66" Type="http://schemas.openxmlformats.org/officeDocument/2006/relationships/customXml" Target="../ink/ink763.xml"/><Relationship Id="rId5" Type="http://schemas.openxmlformats.org/officeDocument/2006/relationships/image" Target="../media/image724.png"/><Relationship Id="rId61" Type="http://schemas.openxmlformats.org/officeDocument/2006/relationships/image" Target="../media/image752.png"/><Relationship Id="rId19" Type="http://schemas.openxmlformats.org/officeDocument/2006/relationships/image" Target="../media/image731.png"/><Relationship Id="rId14" Type="http://schemas.openxmlformats.org/officeDocument/2006/relationships/customXml" Target="../ink/ink737.xml"/><Relationship Id="rId22" Type="http://schemas.openxmlformats.org/officeDocument/2006/relationships/customXml" Target="../ink/ink741.xml"/><Relationship Id="rId27" Type="http://schemas.openxmlformats.org/officeDocument/2006/relationships/image" Target="../media/image735.png"/><Relationship Id="rId30" Type="http://schemas.openxmlformats.org/officeDocument/2006/relationships/customXml" Target="../ink/ink745.xml"/><Relationship Id="rId35" Type="http://schemas.openxmlformats.org/officeDocument/2006/relationships/image" Target="../media/image739.png"/><Relationship Id="rId43" Type="http://schemas.openxmlformats.org/officeDocument/2006/relationships/image" Target="../media/image743.png"/><Relationship Id="rId48" Type="http://schemas.openxmlformats.org/officeDocument/2006/relationships/customXml" Target="../ink/ink754.xml"/><Relationship Id="rId56" Type="http://schemas.openxmlformats.org/officeDocument/2006/relationships/customXml" Target="../ink/ink758.xml"/><Relationship Id="rId64" Type="http://schemas.openxmlformats.org/officeDocument/2006/relationships/customXml" Target="../ink/ink762.xml"/><Relationship Id="rId69" Type="http://schemas.openxmlformats.org/officeDocument/2006/relationships/image" Target="../media/image756.png"/><Relationship Id="rId8" Type="http://schemas.openxmlformats.org/officeDocument/2006/relationships/customXml" Target="../ink/ink734.xml"/><Relationship Id="rId51" Type="http://schemas.openxmlformats.org/officeDocument/2006/relationships/image" Target="../media/image747.png"/><Relationship Id="rId3" Type="http://schemas.openxmlformats.org/officeDocument/2006/relationships/image" Target="../media/image723.png"/><Relationship Id="rId12" Type="http://schemas.openxmlformats.org/officeDocument/2006/relationships/customXml" Target="../ink/ink736.xml"/><Relationship Id="rId17" Type="http://schemas.openxmlformats.org/officeDocument/2006/relationships/image" Target="../media/image730.png"/><Relationship Id="rId25" Type="http://schemas.openxmlformats.org/officeDocument/2006/relationships/image" Target="../media/image734.png"/><Relationship Id="rId33" Type="http://schemas.openxmlformats.org/officeDocument/2006/relationships/image" Target="../media/image738.png"/><Relationship Id="rId38" Type="http://schemas.openxmlformats.org/officeDocument/2006/relationships/customXml" Target="../ink/ink749.xml"/><Relationship Id="rId46" Type="http://schemas.openxmlformats.org/officeDocument/2006/relationships/customXml" Target="../ink/ink753.xml"/><Relationship Id="rId59" Type="http://schemas.openxmlformats.org/officeDocument/2006/relationships/image" Target="../media/image751.png"/><Relationship Id="rId67" Type="http://schemas.openxmlformats.org/officeDocument/2006/relationships/image" Target="../media/image755.png"/><Relationship Id="rId20" Type="http://schemas.openxmlformats.org/officeDocument/2006/relationships/customXml" Target="../ink/ink740.xml"/><Relationship Id="rId41" Type="http://schemas.openxmlformats.org/officeDocument/2006/relationships/image" Target="../media/image742.png"/><Relationship Id="rId54" Type="http://schemas.openxmlformats.org/officeDocument/2006/relationships/customXml" Target="../ink/ink757.xml"/><Relationship Id="rId62" Type="http://schemas.openxmlformats.org/officeDocument/2006/relationships/customXml" Target="../ink/ink761.xml"/><Relationship Id="rId70" Type="http://schemas.openxmlformats.org/officeDocument/2006/relationships/customXml" Target="../ink/ink76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33.xml"/><Relationship Id="rId15" Type="http://schemas.openxmlformats.org/officeDocument/2006/relationships/image" Target="../media/image729.png"/><Relationship Id="rId23" Type="http://schemas.openxmlformats.org/officeDocument/2006/relationships/image" Target="../media/image733.png"/><Relationship Id="rId28" Type="http://schemas.openxmlformats.org/officeDocument/2006/relationships/customXml" Target="../ink/ink744.xml"/><Relationship Id="rId36" Type="http://schemas.openxmlformats.org/officeDocument/2006/relationships/customXml" Target="../ink/ink748.xml"/><Relationship Id="rId49" Type="http://schemas.openxmlformats.org/officeDocument/2006/relationships/image" Target="../media/image746.png"/><Relationship Id="rId57" Type="http://schemas.openxmlformats.org/officeDocument/2006/relationships/image" Target="../media/image750.png"/><Relationship Id="rId10" Type="http://schemas.openxmlformats.org/officeDocument/2006/relationships/customXml" Target="../ink/ink735.xml"/><Relationship Id="rId31" Type="http://schemas.openxmlformats.org/officeDocument/2006/relationships/image" Target="../media/image737.png"/><Relationship Id="rId44" Type="http://schemas.openxmlformats.org/officeDocument/2006/relationships/customXml" Target="../ink/ink752.xml"/><Relationship Id="rId52" Type="http://schemas.openxmlformats.org/officeDocument/2006/relationships/customXml" Target="../ink/ink756.xml"/><Relationship Id="rId60" Type="http://schemas.openxmlformats.org/officeDocument/2006/relationships/customXml" Target="../ink/ink760.xml"/><Relationship Id="rId65" Type="http://schemas.openxmlformats.org/officeDocument/2006/relationships/image" Target="../media/image754.png"/><Relationship Id="rId4" Type="http://schemas.openxmlformats.org/officeDocument/2006/relationships/customXml" Target="../ink/ink732.xml"/><Relationship Id="rId9" Type="http://schemas.openxmlformats.org/officeDocument/2006/relationships/image" Target="../media/image726.png"/><Relationship Id="rId13" Type="http://schemas.openxmlformats.org/officeDocument/2006/relationships/image" Target="../media/image728.png"/><Relationship Id="rId18" Type="http://schemas.openxmlformats.org/officeDocument/2006/relationships/customXml" Target="../ink/ink739.xml"/><Relationship Id="rId39" Type="http://schemas.openxmlformats.org/officeDocument/2006/relationships/image" Target="../media/image741.png"/><Relationship Id="rId34" Type="http://schemas.openxmlformats.org/officeDocument/2006/relationships/customXml" Target="../ink/ink747.xml"/><Relationship Id="rId50" Type="http://schemas.openxmlformats.org/officeDocument/2006/relationships/customXml" Target="../ink/ink755.xml"/><Relationship Id="rId55" Type="http://schemas.openxmlformats.org/officeDocument/2006/relationships/image" Target="../media/image749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69.png"/><Relationship Id="rId117" Type="http://schemas.openxmlformats.org/officeDocument/2006/relationships/customXml" Target="../ink/ink823.xml"/><Relationship Id="rId21" Type="http://schemas.openxmlformats.org/officeDocument/2006/relationships/customXml" Target="../ink/ink775.xml"/><Relationship Id="rId42" Type="http://schemas.openxmlformats.org/officeDocument/2006/relationships/image" Target="../media/image777.png"/><Relationship Id="rId47" Type="http://schemas.openxmlformats.org/officeDocument/2006/relationships/customXml" Target="../ink/ink788.xml"/><Relationship Id="rId63" Type="http://schemas.openxmlformats.org/officeDocument/2006/relationships/customXml" Target="../ink/ink796.xml"/><Relationship Id="rId68" Type="http://schemas.openxmlformats.org/officeDocument/2006/relationships/image" Target="../media/image790.png"/><Relationship Id="rId84" Type="http://schemas.openxmlformats.org/officeDocument/2006/relationships/image" Target="../media/image798.png"/><Relationship Id="rId89" Type="http://schemas.openxmlformats.org/officeDocument/2006/relationships/customXml" Target="../ink/ink809.xml"/><Relationship Id="rId112" Type="http://schemas.openxmlformats.org/officeDocument/2006/relationships/image" Target="../media/image812.png"/><Relationship Id="rId16" Type="http://schemas.openxmlformats.org/officeDocument/2006/relationships/image" Target="../media/image764.png"/><Relationship Id="rId107" Type="http://schemas.openxmlformats.org/officeDocument/2006/relationships/customXml" Target="../ink/ink818.xml"/><Relationship Id="rId11" Type="http://schemas.openxmlformats.org/officeDocument/2006/relationships/customXml" Target="../ink/ink770.xml"/><Relationship Id="rId32" Type="http://schemas.openxmlformats.org/officeDocument/2006/relationships/image" Target="../media/image772.png"/><Relationship Id="rId37" Type="http://schemas.openxmlformats.org/officeDocument/2006/relationships/customXml" Target="../ink/ink783.xml"/><Relationship Id="rId53" Type="http://schemas.openxmlformats.org/officeDocument/2006/relationships/customXml" Target="../ink/ink791.xml"/><Relationship Id="rId58" Type="http://schemas.openxmlformats.org/officeDocument/2006/relationships/image" Target="../media/image785.png"/><Relationship Id="rId74" Type="http://schemas.openxmlformats.org/officeDocument/2006/relationships/image" Target="../media/image793.png"/><Relationship Id="rId79" Type="http://schemas.openxmlformats.org/officeDocument/2006/relationships/customXml" Target="../ink/ink804.xml"/><Relationship Id="rId102" Type="http://schemas.openxmlformats.org/officeDocument/2006/relationships/image" Target="../media/image807.png"/><Relationship Id="rId5" Type="http://schemas.openxmlformats.org/officeDocument/2006/relationships/customXml" Target="../ink/ink767.xml"/><Relationship Id="rId90" Type="http://schemas.openxmlformats.org/officeDocument/2006/relationships/image" Target="../media/image801.png"/><Relationship Id="rId95" Type="http://schemas.openxmlformats.org/officeDocument/2006/relationships/customXml" Target="../ink/ink812.xml"/><Relationship Id="rId22" Type="http://schemas.openxmlformats.org/officeDocument/2006/relationships/image" Target="../media/image767.png"/><Relationship Id="rId27" Type="http://schemas.openxmlformats.org/officeDocument/2006/relationships/customXml" Target="../ink/ink778.xml"/><Relationship Id="rId43" Type="http://schemas.openxmlformats.org/officeDocument/2006/relationships/customXml" Target="../ink/ink786.xml"/><Relationship Id="rId48" Type="http://schemas.openxmlformats.org/officeDocument/2006/relationships/image" Target="../media/image780.png"/><Relationship Id="rId64" Type="http://schemas.openxmlformats.org/officeDocument/2006/relationships/image" Target="../media/image788.png"/><Relationship Id="rId69" Type="http://schemas.openxmlformats.org/officeDocument/2006/relationships/customXml" Target="../ink/ink799.xml"/><Relationship Id="rId113" Type="http://schemas.openxmlformats.org/officeDocument/2006/relationships/customXml" Target="../ink/ink821.xml"/><Relationship Id="rId118" Type="http://schemas.openxmlformats.org/officeDocument/2006/relationships/image" Target="../media/image815.png"/><Relationship Id="rId80" Type="http://schemas.openxmlformats.org/officeDocument/2006/relationships/image" Target="../media/image796.png"/><Relationship Id="rId85" Type="http://schemas.openxmlformats.org/officeDocument/2006/relationships/customXml" Target="../ink/ink807.xml"/><Relationship Id="rId12" Type="http://schemas.openxmlformats.org/officeDocument/2006/relationships/image" Target="../media/image762.png"/><Relationship Id="rId17" Type="http://schemas.openxmlformats.org/officeDocument/2006/relationships/customXml" Target="../ink/ink773.xml"/><Relationship Id="rId33" Type="http://schemas.openxmlformats.org/officeDocument/2006/relationships/customXml" Target="../ink/ink781.xml"/><Relationship Id="rId38" Type="http://schemas.openxmlformats.org/officeDocument/2006/relationships/image" Target="../media/image775.png"/><Relationship Id="rId59" Type="http://schemas.openxmlformats.org/officeDocument/2006/relationships/customXml" Target="../ink/ink794.xml"/><Relationship Id="rId103" Type="http://schemas.openxmlformats.org/officeDocument/2006/relationships/customXml" Target="../ink/ink816.xml"/><Relationship Id="rId108" Type="http://schemas.openxmlformats.org/officeDocument/2006/relationships/image" Target="../media/image810.png"/><Relationship Id="rId54" Type="http://schemas.openxmlformats.org/officeDocument/2006/relationships/image" Target="../media/image783.png"/><Relationship Id="rId70" Type="http://schemas.openxmlformats.org/officeDocument/2006/relationships/image" Target="../media/image791.png"/><Relationship Id="rId75" Type="http://schemas.openxmlformats.org/officeDocument/2006/relationships/customXml" Target="../ink/ink802.xml"/><Relationship Id="rId91" Type="http://schemas.openxmlformats.org/officeDocument/2006/relationships/customXml" Target="../ink/ink810.xml"/><Relationship Id="rId96" Type="http://schemas.openxmlformats.org/officeDocument/2006/relationships/image" Target="../media/image8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9.png"/><Relationship Id="rId23" Type="http://schemas.openxmlformats.org/officeDocument/2006/relationships/customXml" Target="../ink/ink776.xml"/><Relationship Id="rId28" Type="http://schemas.openxmlformats.org/officeDocument/2006/relationships/image" Target="../media/image770.png"/><Relationship Id="rId49" Type="http://schemas.openxmlformats.org/officeDocument/2006/relationships/customXml" Target="../ink/ink789.xml"/><Relationship Id="rId114" Type="http://schemas.openxmlformats.org/officeDocument/2006/relationships/image" Target="../media/image813.png"/><Relationship Id="rId119" Type="http://schemas.openxmlformats.org/officeDocument/2006/relationships/customXml" Target="../ink/ink824.xml"/><Relationship Id="rId44" Type="http://schemas.openxmlformats.org/officeDocument/2006/relationships/image" Target="../media/image778.png"/><Relationship Id="rId60" Type="http://schemas.openxmlformats.org/officeDocument/2006/relationships/image" Target="../media/image786.png"/><Relationship Id="rId65" Type="http://schemas.openxmlformats.org/officeDocument/2006/relationships/customXml" Target="../ink/ink797.xml"/><Relationship Id="rId81" Type="http://schemas.openxmlformats.org/officeDocument/2006/relationships/customXml" Target="../ink/ink805.xml"/><Relationship Id="rId86" Type="http://schemas.openxmlformats.org/officeDocument/2006/relationships/image" Target="../media/image799.png"/><Relationship Id="rId4" Type="http://schemas.openxmlformats.org/officeDocument/2006/relationships/image" Target="../media/image758.png"/><Relationship Id="rId9" Type="http://schemas.openxmlformats.org/officeDocument/2006/relationships/customXml" Target="../ink/ink769.xml"/><Relationship Id="rId13" Type="http://schemas.openxmlformats.org/officeDocument/2006/relationships/customXml" Target="../ink/ink771.xml"/><Relationship Id="rId18" Type="http://schemas.openxmlformats.org/officeDocument/2006/relationships/image" Target="../media/image765.png"/><Relationship Id="rId39" Type="http://schemas.openxmlformats.org/officeDocument/2006/relationships/customXml" Target="../ink/ink784.xml"/><Relationship Id="rId109" Type="http://schemas.openxmlformats.org/officeDocument/2006/relationships/customXml" Target="../ink/ink819.xml"/><Relationship Id="rId34" Type="http://schemas.openxmlformats.org/officeDocument/2006/relationships/image" Target="../media/image773.png"/><Relationship Id="rId50" Type="http://schemas.openxmlformats.org/officeDocument/2006/relationships/image" Target="../media/image781.png"/><Relationship Id="rId55" Type="http://schemas.openxmlformats.org/officeDocument/2006/relationships/customXml" Target="../ink/ink792.xml"/><Relationship Id="rId76" Type="http://schemas.openxmlformats.org/officeDocument/2006/relationships/image" Target="../media/image794.png"/><Relationship Id="rId97" Type="http://schemas.openxmlformats.org/officeDocument/2006/relationships/customXml" Target="../ink/ink813.xml"/><Relationship Id="rId104" Type="http://schemas.openxmlformats.org/officeDocument/2006/relationships/image" Target="../media/image808.png"/><Relationship Id="rId120" Type="http://schemas.openxmlformats.org/officeDocument/2006/relationships/image" Target="../media/image816.png"/><Relationship Id="rId7" Type="http://schemas.openxmlformats.org/officeDocument/2006/relationships/customXml" Target="../ink/ink768.xml"/><Relationship Id="rId71" Type="http://schemas.openxmlformats.org/officeDocument/2006/relationships/customXml" Target="../ink/ink800.xml"/><Relationship Id="rId92" Type="http://schemas.openxmlformats.org/officeDocument/2006/relationships/image" Target="../media/image802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779.xml"/><Relationship Id="rId24" Type="http://schemas.openxmlformats.org/officeDocument/2006/relationships/image" Target="../media/image768.png"/><Relationship Id="rId40" Type="http://schemas.openxmlformats.org/officeDocument/2006/relationships/image" Target="../media/image776.png"/><Relationship Id="rId45" Type="http://schemas.openxmlformats.org/officeDocument/2006/relationships/customXml" Target="../ink/ink787.xml"/><Relationship Id="rId66" Type="http://schemas.openxmlformats.org/officeDocument/2006/relationships/image" Target="../media/image789.png"/><Relationship Id="rId87" Type="http://schemas.openxmlformats.org/officeDocument/2006/relationships/customXml" Target="../ink/ink808.xml"/><Relationship Id="rId110" Type="http://schemas.openxmlformats.org/officeDocument/2006/relationships/image" Target="../media/image811.png"/><Relationship Id="rId115" Type="http://schemas.openxmlformats.org/officeDocument/2006/relationships/customXml" Target="../ink/ink822.xml"/><Relationship Id="rId61" Type="http://schemas.openxmlformats.org/officeDocument/2006/relationships/customXml" Target="../ink/ink795.xml"/><Relationship Id="rId82" Type="http://schemas.openxmlformats.org/officeDocument/2006/relationships/image" Target="../media/image797.png"/><Relationship Id="rId19" Type="http://schemas.openxmlformats.org/officeDocument/2006/relationships/customXml" Target="../ink/ink774.xml"/><Relationship Id="rId14" Type="http://schemas.openxmlformats.org/officeDocument/2006/relationships/image" Target="../media/image763.png"/><Relationship Id="rId30" Type="http://schemas.openxmlformats.org/officeDocument/2006/relationships/image" Target="../media/image771.png"/><Relationship Id="rId35" Type="http://schemas.openxmlformats.org/officeDocument/2006/relationships/customXml" Target="../ink/ink782.xml"/><Relationship Id="rId56" Type="http://schemas.openxmlformats.org/officeDocument/2006/relationships/image" Target="../media/image784.png"/><Relationship Id="rId77" Type="http://schemas.openxmlformats.org/officeDocument/2006/relationships/customXml" Target="../ink/ink803.xml"/><Relationship Id="rId100" Type="http://schemas.openxmlformats.org/officeDocument/2006/relationships/image" Target="../media/image806.png"/><Relationship Id="rId105" Type="http://schemas.openxmlformats.org/officeDocument/2006/relationships/customXml" Target="../ink/ink817.xml"/><Relationship Id="rId8" Type="http://schemas.openxmlformats.org/officeDocument/2006/relationships/image" Target="../media/image760.png"/><Relationship Id="rId51" Type="http://schemas.openxmlformats.org/officeDocument/2006/relationships/customXml" Target="../ink/ink790.xml"/><Relationship Id="rId72" Type="http://schemas.openxmlformats.org/officeDocument/2006/relationships/image" Target="../media/image792.png"/><Relationship Id="rId93" Type="http://schemas.openxmlformats.org/officeDocument/2006/relationships/customXml" Target="../ink/ink811.xml"/><Relationship Id="rId98" Type="http://schemas.openxmlformats.org/officeDocument/2006/relationships/image" Target="../media/image805.png"/><Relationship Id="rId121" Type="http://schemas.openxmlformats.org/officeDocument/2006/relationships/customXml" Target="../ink/ink825.xml"/><Relationship Id="rId3" Type="http://schemas.openxmlformats.org/officeDocument/2006/relationships/customXml" Target="../ink/ink766.xml"/><Relationship Id="rId25" Type="http://schemas.openxmlformats.org/officeDocument/2006/relationships/customXml" Target="../ink/ink777.xml"/><Relationship Id="rId46" Type="http://schemas.openxmlformats.org/officeDocument/2006/relationships/image" Target="../media/image779.png"/><Relationship Id="rId67" Type="http://schemas.openxmlformats.org/officeDocument/2006/relationships/customXml" Target="../ink/ink798.xml"/><Relationship Id="rId116" Type="http://schemas.openxmlformats.org/officeDocument/2006/relationships/image" Target="../media/image814.png"/><Relationship Id="rId20" Type="http://schemas.openxmlformats.org/officeDocument/2006/relationships/image" Target="../media/image766.png"/><Relationship Id="rId41" Type="http://schemas.openxmlformats.org/officeDocument/2006/relationships/customXml" Target="../ink/ink785.xml"/><Relationship Id="rId62" Type="http://schemas.openxmlformats.org/officeDocument/2006/relationships/image" Target="../media/image787.png"/><Relationship Id="rId83" Type="http://schemas.openxmlformats.org/officeDocument/2006/relationships/customXml" Target="../ink/ink806.xml"/><Relationship Id="rId88" Type="http://schemas.openxmlformats.org/officeDocument/2006/relationships/image" Target="../media/image800.png"/><Relationship Id="rId111" Type="http://schemas.openxmlformats.org/officeDocument/2006/relationships/customXml" Target="../ink/ink820.xml"/><Relationship Id="rId15" Type="http://schemas.openxmlformats.org/officeDocument/2006/relationships/customXml" Target="../ink/ink772.xml"/><Relationship Id="rId36" Type="http://schemas.openxmlformats.org/officeDocument/2006/relationships/image" Target="../media/image774.png"/><Relationship Id="rId57" Type="http://schemas.openxmlformats.org/officeDocument/2006/relationships/customXml" Target="../ink/ink793.xml"/><Relationship Id="rId106" Type="http://schemas.openxmlformats.org/officeDocument/2006/relationships/image" Target="../media/image809.png"/><Relationship Id="rId10" Type="http://schemas.openxmlformats.org/officeDocument/2006/relationships/image" Target="../media/image761.png"/><Relationship Id="rId31" Type="http://schemas.openxmlformats.org/officeDocument/2006/relationships/customXml" Target="../ink/ink780.xml"/><Relationship Id="rId52" Type="http://schemas.openxmlformats.org/officeDocument/2006/relationships/image" Target="../media/image782.png"/><Relationship Id="rId73" Type="http://schemas.openxmlformats.org/officeDocument/2006/relationships/customXml" Target="../ink/ink801.xml"/><Relationship Id="rId78" Type="http://schemas.openxmlformats.org/officeDocument/2006/relationships/image" Target="../media/image795.png"/><Relationship Id="rId94" Type="http://schemas.openxmlformats.org/officeDocument/2006/relationships/image" Target="../media/image803.png"/><Relationship Id="rId99" Type="http://schemas.openxmlformats.org/officeDocument/2006/relationships/customXml" Target="../ink/ink814.xml"/><Relationship Id="rId101" Type="http://schemas.openxmlformats.org/officeDocument/2006/relationships/customXml" Target="../ink/ink815.xml"/><Relationship Id="rId122" Type="http://schemas.openxmlformats.org/officeDocument/2006/relationships/image" Target="../media/image817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5.png"/><Relationship Id="rId21" Type="http://schemas.openxmlformats.org/officeDocument/2006/relationships/image" Target="../media/image827.png"/><Relationship Id="rId42" Type="http://schemas.openxmlformats.org/officeDocument/2006/relationships/customXml" Target="../ink/ink845.xml"/><Relationship Id="rId63" Type="http://schemas.openxmlformats.org/officeDocument/2006/relationships/image" Target="../media/image848.png"/><Relationship Id="rId84" Type="http://schemas.openxmlformats.org/officeDocument/2006/relationships/customXml" Target="../ink/ink866.xml"/><Relationship Id="rId138" Type="http://schemas.openxmlformats.org/officeDocument/2006/relationships/customXml" Target="../ink/ink893.xml"/><Relationship Id="rId159" Type="http://schemas.openxmlformats.org/officeDocument/2006/relationships/image" Target="../media/image896.png"/><Relationship Id="rId170" Type="http://schemas.openxmlformats.org/officeDocument/2006/relationships/customXml" Target="../ink/ink909.xml"/><Relationship Id="rId191" Type="http://schemas.openxmlformats.org/officeDocument/2006/relationships/image" Target="../media/image912.png"/><Relationship Id="rId205" Type="http://schemas.openxmlformats.org/officeDocument/2006/relationships/image" Target="../media/image919.png"/><Relationship Id="rId226" Type="http://schemas.openxmlformats.org/officeDocument/2006/relationships/customXml" Target="../ink/ink937.xml"/><Relationship Id="rId107" Type="http://schemas.openxmlformats.org/officeDocument/2006/relationships/image" Target="../media/image870.png"/><Relationship Id="rId11" Type="http://schemas.openxmlformats.org/officeDocument/2006/relationships/image" Target="../media/image822.png"/><Relationship Id="rId32" Type="http://schemas.openxmlformats.org/officeDocument/2006/relationships/customXml" Target="../ink/ink840.xml"/><Relationship Id="rId53" Type="http://schemas.openxmlformats.org/officeDocument/2006/relationships/image" Target="../media/image843.png"/><Relationship Id="rId74" Type="http://schemas.openxmlformats.org/officeDocument/2006/relationships/customXml" Target="../ink/ink861.xml"/><Relationship Id="rId128" Type="http://schemas.openxmlformats.org/officeDocument/2006/relationships/customXml" Target="../ink/ink888.xml"/><Relationship Id="rId149" Type="http://schemas.openxmlformats.org/officeDocument/2006/relationships/image" Target="../media/image891.png"/><Relationship Id="rId5" Type="http://schemas.openxmlformats.org/officeDocument/2006/relationships/image" Target="../media/image819.png"/><Relationship Id="rId95" Type="http://schemas.openxmlformats.org/officeDocument/2006/relationships/image" Target="../media/image864.png"/><Relationship Id="rId160" Type="http://schemas.openxmlformats.org/officeDocument/2006/relationships/customXml" Target="../ink/ink904.xml"/><Relationship Id="rId181" Type="http://schemas.openxmlformats.org/officeDocument/2006/relationships/image" Target="../media/image907.png"/><Relationship Id="rId216" Type="http://schemas.openxmlformats.org/officeDocument/2006/relationships/customXml" Target="../ink/ink932.xml"/><Relationship Id="rId22" Type="http://schemas.openxmlformats.org/officeDocument/2006/relationships/customXml" Target="../ink/ink835.xml"/><Relationship Id="rId43" Type="http://schemas.openxmlformats.org/officeDocument/2006/relationships/image" Target="../media/image838.png"/><Relationship Id="rId64" Type="http://schemas.openxmlformats.org/officeDocument/2006/relationships/customXml" Target="../ink/ink856.xml"/><Relationship Id="rId118" Type="http://schemas.openxmlformats.org/officeDocument/2006/relationships/customXml" Target="../ink/ink883.xml"/><Relationship Id="rId139" Type="http://schemas.openxmlformats.org/officeDocument/2006/relationships/image" Target="../media/image886.png"/><Relationship Id="rId85" Type="http://schemas.openxmlformats.org/officeDocument/2006/relationships/image" Target="../media/image859.png"/><Relationship Id="rId150" Type="http://schemas.openxmlformats.org/officeDocument/2006/relationships/customXml" Target="../ink/ink899.xml"/><Relationship Id="rId171" Type="http://schemas.openxmlformats.org/officeDocument/2006/relationships/image" Target="../media/image902.png"/><Relationship Id="rId192" Type="http://schemas.openxmlformats.org/officeDocument/2006/relationships/customXml" Target="../ink/ink920.xml"/><Relationship Id="rId206" Type="http://schemas.openxmlformats.org/officeDocument/2006/relationships/customXml" Target="../ink/ink927.xml"/><Relationship Id="rId227" Type="http://schemas.openxmlformats.org/officeDocument/2006/relationships/image" Target="../media/image930.png"/><Relationship Id="rId12" Type="http://schemas.openxmlformats.org/officeDocument/2006/relationships/customXml" Target="../ink/ink830.xml"/><Relationship Id="rId33" Type="http://schemas.openxmlformats.org/officeDocument/2006/relationships/image" Target="../media/image833.png"/><Relationship Id="rId108" Type="http://schemas.openxmlformats.org/officeDocument/2006/relationships/customXml" Target="../ink/ink878.xml"/><Relationship Id="rId129" Type="http://schemas.openxmlformats.org/officeDocument/2006/relationships/image" Target="../media/image881.png"/><Relationship Id="rId54" Type="http://schemas.openxmlformats.org/officeDocument/2006/relationships/customXml" Target="../ink/ink851.xml"/><Relationship Id="rId75" Type="http://schemas.openxmlformats.org/officeDocument/2006/relationships/image" Target="../media/image854.png"/><Relationship Id="rId96" Type="http://schemas.openxmlformats.org/officeDocument/2006/relationships/customXml" Target="../ink/ink872.xml"/><Relationship Id="rId140" Type="http://schemas.openxmlformats.org/officeDocument/2006/relationships/customXml" Target="../ink/ink894.xml"/><Relationship Id="rId161" Type="http://schemas.openxmlformats.org/officeDocument/2006/relationships/image" Target="../media/image897.png"/><Relationship Id="rId182" Type="http://schemas.openxmlformats.org/officeDocument/2006/relationships/customXml" Target="../ink/ink915.xml"/><Relationship Id="rId217" Type="http://schemas.openxmlformats.org/officeDocument/2006/relationships/image" Target="../media/image925.png"/><Relationship Id="rId6" Type="http://schemas.openxmlformats.org/officeDocument/2006/relationships/customXml" Target="../ink/ink827.xml"/><Relationship Id="rId23" Type="http://schemas.openxmlformats.org/officeDocument/2006/relationships/image" Target="../media/image828.png"/><Relationship Id="rId119" Type="http://schemas.openxmlformats.org/officeDocument/2006/relationships/image" Target="../media/image876.png"/><Relationship Id="rId44" Type="http://schemas.openxmlformats.org/officeDocument/2006/relationships/customXml" Target="../ink/ink846.xml"/><Relationship Id="rId65" Type="http://schemas.openxmlformats.org/officeDocument/2006/relationships/image" Target="../media/image849.png"/><Relationship Id="rId86" Type="http://schemas.openxmlformats.org/officeDocument/2006/relationships/customXml" Target="../ink/ink867.xml"/><Relationship Id="rId130" Type="http://schemas.openxmlformats.org/officeDocument/2006/relationships/customXml" Target="../ink/ink889.xml"/><Relationship Id="rId151" Type="http://schemas.openxmlformats.org/officeDocument/2006/relationships/image" Target="../media/image892.png"/><Relationship Id="rId172" Type="http://schemas.openxmlformats.org/officeDocument/2006/relationships/customXml" Target="../ink/ink910.xml"/><Relationship Id="rId193" Type="http://schemas.openxmlformats.org/officeDocument/2006/relationships/image" Target="../media/image913.png"/><Relationship Id="rId207" Type="http://schemas.openxmlformats.org/officeDocument/2006/relationships/image" Target="../media/image920.png"/><Relationship Id="rId228" Type="http://schemas.openxmlformats.org/officeDocument/2006/relationships/customXml" Target="../ink/ink938.xml"/><Relationship Id="rId13" Type="http://schemas.openxmlformats.org/officeDocument/2006/relationships/image" Target="../media/image823.png"/><Relationship Id="rId109" Type="http://schemas.openxmlformats.org/officeDocument/2006/relationships/image" Target="../media/image871.png"/><Relationship Id="rId34" Type="http://schemas.openxmlformats.org/officeDocument/2006/relationships/customXml" Target="../ink/ink841.xml"/><Relationship Id="rId55" Type="http://schemas.openxmlformats.org/officeDocument/2006/relationships/image" Target="../media/image844.png"/><Relationship Id="rId76" Type="http://schemas.openxmlformats.org/officeDocument/2006/relationships/customXml" Target="../ink/ink862.xml"/><Relationship Id="rId97" Type="http://schemas.openxmlformats.org/officeDocument/2006/relationships/image" Target="../media/image865.png"/><Relationship Id="rId120" Type="http://schemas.openxmlformats.org/officeDocument/2006/relationships/customXml" Target="../ink/ink884.xml"/><Relationship Id="rId141" Type="http://schemas.openxmlformats.org/officeDocument/2006/relationships/image" Target="../media/image887.png"/><Relationship Id="rId7" Type="http://schemas.openxmlformats.org/officeDocument/2006/relationships/image" Target="../media/image820.png"/><Relationship Id="rId162" Type="http://schemas.openxmlformats.org/officeDocument/2006/relationships/customXml" Target="../ink/ink905.xml"/><Relationship Id="rId183" Type="http://schemas.openxmlformats.org/officeDocument/2006/relationships/image" Target="../media/image908.png"/><Relationship Id="rId218" Type="http://schemas.openxmlformats.org/officeDocument/2006/relationships/customXml" Target="../ink/ink933.xml"/><Relationship Id="rId24" Type="http://schemas.openxmlformats.org/officeDocument/2006/relationships/customXml" Target="../ink/ink836.xml"/><Relationship Id="rId45" Type="http://schemas.openxmlformats.org/officeDocument/2006/relationships/image" Target="../media/image839.png"/><Relationship Id="rId66" Type="http://schemas.openxmlformats.org/officeDocument/2006/relationships/customXml" Target="../ink/ink857.xml"/><Relationship Id="rId87" Type="http://schemas.openxmlformats.org/officeDocument/2006/relationships/image" Target="../media/image860.png"/><Relationship Id="rId110" Type="http://schemas.openxmlformats.org/officeDocument/2006/relationships/customXml" Target="../ink/ink879.xml"/><Relationship Id="rId131" Type="http://schemas.openxmlformats.org/officeDocument/2006/relationships/image" Target="../media/image882.png"/><Relationship Id="rId152" Type="http://schemas.openxmlformats.org/officeDocument/2006/relationships/customXml" Target="../ink/ink900.xml"/><Relationship Id="rId173" Type="http://schemas.openxmlformats.org/officeDocument/2006/relationships/image" Target="../media/image903.png"/><Relationship Id="rId194" Type="http://schemas.openxmlformats.org/officeDocument/2006/relationships/customXml" Target="../ink/ink921.xml"/><Relationship Id="rId208" Type="http://schemas.openxmlformats.org/officeDocument/2006/relationships/customXml" Target="../ink/ink928.xml"/><Relationship Id="rId229" Type="http://schemas.openxmlformats.org/officeDocument/2006/relationships/image" Target="../media/image931.png"/><Relationship Id="rId14" Type="http://schemas.openxmlformats.org/officeDocument/2006/relationships/customXml" Target="../ink/ink831.xml"/><Relationship Id="rId35" Type="http://schemas.openxmlformats.org/officeDocument/2006/relationships/image" Target="../media/image834.png"/><Relationship Id="rId56" Type="http://schemas.openxmlformats.org/officeDocument/2006/relationships/customXml" Target="../ink/ink852.xml"/><Relationship Id="rId77" Type="http://schemas.openxmlformats.org/officeDocument/2006/relationships/image" Target="../media/image855.png"/><Relationship Id="rId100" Type="http://schemas.openxmlformats.org/officeDocument/2006/relationships/customXml" Target="../ink/ink874.xml"/><Relationship Id="rId8" Type="http://schemas.openxmlformats.org/officeDocument/2006/relationships/customXml" Target="../ink/ink828.xml"/><Relationship Id="rId98" Type="http://schemas.openxmlformats.org/officeDocument/2006/relationships/customXml" Target="../ink/ink873.xml"/><Relationship Id="rId121" Type="http://schemas.openxmlformats.org/officeDocument/2006/relationships/image" Target="../media/image877.png"/><Relationship Id="rId142" Type="http://schemas.openxmlformats.org/officeDocument/2006/relationships/customXml" Target="../ink/ink895.xml"/><Relationship Id="rId163" Type="http://schemas.openxmlformats.org/officeDocument/2006/relationships/image" Target="../media/image898.png"/><Relationship Id="rId184" Type="http://schemas.openxmlformats.org/officeDocument/2006/relationships/customXml" Target="../ink/ink916.xml"/><Relationship Id="rId219" Type="http://schemas.openxmlformats.org/officeDocument/2006/relationships/image" Target="../media/image926.png"/><Relationship Id="rId230" Type="http://schemas.openxmlformats.org/officeDocument/2006/relationships/customXml" Target="../ink/ink939.xml"/><Relationship Id="rId25" Type="http://schemas.openxmlformats.org/officeDocument/2006/relationships/image" Target="../media/image829.png"/><Relationship Id="rId46" Type="http://schemas.openxmlformats.org/officeDocument/2006/relationships/customXml" Target="../ink/ink847.xml"/><Relationship Id="rId67" Type="http://schemas.openxmlformats.org/officeDocument/2006/relationships/image" Target="../media/image850.png"/><Relationship Id="rId20" Type="http://schemas.openxmlformats.org/officeDocument/2006/relationships/customXml" Target="../ink/ink834.xml"/><Relationship Id="rId41" Type="http://schemas.openxmlformats.org/officeDocument/2006/relationships/image" Target="../media/image837.png"/><Relationship Id="rId62" Type="http://schemas.openxmlformats.org/officeDocument/2006/relationships/customXml" Target="../ink/ink855.xml"/><Relationship Id="rId83" Type="http://schemas.openxmlformats.org/officeDocument/2006/relationships/image" Target="../media/image858.png"/><Relationship Id="rId88" Type="http://schemas.openxmlformats.org/officeDocument/2006/relationships/customXml" Target="../ink/ink868.xml"/><Relationship Id="rId111" Type="http://schemas.openxmlformats.org/officeDocument/2006/relationships/image" Target="../media/image872.png"/><Relationship Id="rId132" Type="http://schemas.openxmlformats.org/officeDocument/2006/relationships/customXml" Target="../ink/ink890.xml"/><Relationship Id="rId153" Type="http://schemas.openxmlformats.org/officeDocument/2006/relationships/image" Target="../media/image893.png"/><Relationship Id="rId174" Type="http://schemas.openxmlformats.org/officeDocument/2006/relationships/customXml" Target="../ink/ink911.xml"/><Relationship Id="rId179" Type="http://schemas.openxmlformats.org/officeDocument/2006/relationships/image" Target="../media/image906.png"/><Relationship Id="rId195" Type="http://schemas.openxmlformats.org/officeDocument/2006/relationships/image" Target="../media/image914.png"/><Relationship Id="rId209" Type="http://schemas.openxmlformats.org/officeDocument/2006/relationships/image" Target="../media/image921.png"/><Relationship Id="rId190" Type="http://schemas.openxmlformats.org/officeDocument/2006/relationships/customXml" Target="../ink/ink919.xml"/><Relationship Id="rId204" Type="http://schemas.openxmlformats.org/officeDocument/2006/relationships/customXml" Target="../ink/ink926.xml"/><Relationship Id="rId220" Type="http://schemas.openxmlformats.org/officeDocument/2006/relationships/customXml" Target="../ink/ink934.xml"/><Relationship Id="rId225" Type="http://schemas.openxmlformats.org/officeDocument/2006/relationships/image" Target="../media/image929.png"/><Relationship Id="rId15" Type="http://schemas.openxmlformats.org/officeDocument/2006/relationships/image" Target="../media/image824.png"/><Relationship Id="rId36" Type="http://schemas.openxmlformats.org/officeDocument/2006/relationships/customXml" Target="../ink/ink842.xml"/><Relationship Id="rId57" Type="http://schemas.openxmlformats.org/officeDocument/2006/relationships/image" Target="../media/image845.png"/><Relationship Id="rId106" Type="http://schemas.openxmlformats.org/officeDocument/2006/relationships/customXml" Target="../ink/ink877.xml"/><Relationship Id="rId127" Type="http://schemas.openxmlformats.org/officeDocument/2006/relationships/image" Target="../media/image880.png"/><Relationship Id="rId10" Type="http://schemas.openxmlformats.org/officeDocument/2006/relationships/customXml" Target="../ink/ink829.xml"/><Relationship Id="rId31" Type="http://schemas.openxmlformats.org/officeDocument/2006/relationships/image" Target="../media/image832.png"/><Relationship Id="rId52" Type="http://schemas.openxmlformats.org/officeDocument/2006/relationships/customXml" Target="../ink/ink850.xml"/><Relationship Id="rId73" Type="http://schemas.openxmlformats.org/officeDocument/2006/relationships/image" Target="../media/image853.png"/><Relationship Id="rId78" Type="http://schemas.openxmlformats.org/officeDocument/2006/relationships/customXml" Target="../ink/ink863.xml"/><Relationship Id="rId94" Type="http://schemas.openxmlformats.org/officeDocument/2006/relationships/customXml" Target="../ink/ink871.xml"/><Relationship Id="rId99" Type="http://schemas.openxmlformats.org/officeDocument/2006/relationships/image" Target="../media/image866.png"/><Relationship Id="rId101" Type="http://schemas.openxmlformats.org/officeDocument/2006/relationships/image" Target="../media/image867.png"/><Relationship Id="rId122" Type="http://schemas.openxmlformats.org/officeDocument/2006/relationships/customXml" Target="../ink/ink885.xml"/><Relationship Id="rId143" Type="http://schemas.openxmlformats.org/officeDocument/2006/relationships/image" Target="../media/image888.png"/><Relationship Id="rId148" Type="http://schemas.openxmlformats.org/officeDocument/2006/relationships/customXml" Target="../ink/ink898.xml"/><Relationship Id="rId164" Type="http://schemas.openxmlformats.org/officeDocument/2006/relationships/customXml" Target="../ink/ink906.xml"/><Relationship Id="rId169" Type="http://schemas.openxmlformats.org/officeDocument/2006/relationships/image" Target="../media/image901.png"/><Relationship Id="rId185" Type="http://schemas.openxmlformats.org/officeDocument/2006/relationships/image" Target="../media/image909.png"/><Relationship Id="rId4" Type="http://schemas.openxmlformats.org/officeDocument/2006/relationships/customXml" Target="../ink/ink826.xml"/><Relationship Id="rId9" Type="http://schemas.openxmlformats.org/officeDocument/2006/relationships/image" Target="../media/image821.png"/><Relationship Id="rId180" Type="http://schemas.openxmlformats.org/officeDocument/2006/relationships/customXml" Target="../ink/ink914.xml"/><Relationship Id="rId210" Type="http://schemas.openxmlformats.org/officeDocument/2006/relationships/customXml" Target="../ink/ink929.xml"/><Relationship Id="rId215" Type="http://schemas.openxmlformats.org/officeDocument/2006/relationships/image" Target="../media/image924.png"/><Relationship Id="rId26" Type="http://schemas.openxmlformats.org/officeDocument/2006/relationships/customXml" Target="../ink/ink837.xml"/><Relationship Id="rId231" Type="http://schemas.openxmlformats.org/officeDocument/2006/relationships/image" Target="../media/image932.png"/><Relationship Id="rId47" Type="http://schemas.openxmlformats.org/officeDocument/2006/relationships/image" Target="../media/image840.png"/><Relationship Id="rId68" Type="http://schemas.openxmlformats.org/officeDocument/2006/relationships/customXml" Target="../ink/ink858.xml"/><Relationship Id="rId89" Type="http://schemas.openxmlformats.org/officeDocument/2006/relationships/image" Target="../media/image861.png"/><Relationship Id="rId112" Type="http://schemas.openxmlformats.org/officeDocument/2006/relationships/customXml" Target="../ink/ink880.xml"/><Relationship Id="rId133" Type="http://schemas.openxmlformats.org/officeDocument/2006/relationships/image" Target="../media/image883.png"/><Relationship Id="rId154" Type="http://schemas.openxmlformats.org/officeDocument/2006/relationships/customXml" Target="../ink/ink901.xml"/><Relationship Id="rId175" Type="http://schemas.openxmlformats.org/officeDocument/2006/relationships/image" Target="../media/image904.png"/><Relationship Id="rId196" Type="http://schemas.openxmlformats.org/officeDocument/2006/relationships/customXml" Target="../ink/ink922.xml"/><Relationship Id="rId200" Type="http://schemas.openxmlformats.org/officeDocument/2006/relationships/customXml" Target="../ink/ink924.xml"/><Relationship Id="rId16" Type="http://schemas.openxmlformats.org/officeDocument/2006/relationships/customXml" Target="../ink/ink832.xml"/><Relationship Id="rId221" Type="http://schemas.openxmlformats.org/officeDocument/2006/relationships/image" Target="../media/image927.png"/><Relationship Id="rId37" Type="http://schemas.openxmlformats.org/officeDocument/2006/relationships/image" Target="../media/image835.png"/><Relationship Id="rId58" Type="http://schemas.openxmlformats.org/officeDocument/2006/relationships/customXml" Target="../ink/ink853.xml"/><Relationship Id="rId79" Type="http://schemas.openxmlformats.org/officeDocument/2006/relationships/image" Target="../media/image856.png"/><Relationship Id="rId102" Type="http://schemas.openxmlformats.org/officeDocument/2006/relationships/customXml" Target="../ink/ink875.xml"/><Relationship Id="rId123" Type="http://schemas.openxmlformats.org/officeDocument/2006/relationships/image" Target="../media/image878.png"/><Relationship Id="rId144" Type="http://schemas.openxmlformats.org/officeDocument/2006/relationships/customXml" Target="../ink/ink896.xml"/><Relationship Id="rId90" Type="http://schemas.openxmlformats.org/officeDocument/2006/relationships/customXml" Target="../ink/ink869.xml"/><Relationship Id="rId165" Type="http://schemas.openxmlformats.org/officeDocument/2006/relationships/image" Target="../media/image899.png"/><Relationship Id="rId186" Type="http://schemas.openxmlformats.org/officeDocument/2006/relationships/customXml" Target="../ink/ink917.xml"/><Relationship Id="rId211" Type="http://schemas.openxmlformats.org/officeDocument/2006/relationships/image" Target="../media/image922.png"/><Relationship Id="rId232" Type="http://schemas.openxmlformats.org/officeDocument/2006/relationships/customXml" Target="../ink/ink940.xml"/><Relationship Id="rId27" Type="http://schemas.openxmlformats.org/officeDocument/2006/relationships/image" Target="../media/image830.png"/><Relationship Id="rId48" Type="http://schemas.openxmlformats.org/officeDocument/2006/relationships/customXml" Target="../ink/ink848.xml"/><Relationship Id="rId69" Type="http://schemas.openxmlformats.org/officeDocument/2006/relationships/image" Target="../media/image851.png"/><Relationship Id="rId113" Type="http://schemas.openxmlformats.org/officeDocument/2006/relationships/image" Target="../media/image873.png"/><Relationship Id="rId134" Type="http://schemas.openxmlformats.org/officeDocument/2006/relationships/customXml" Target="../ink/ink891.xml"/><Relationship Id="rId80" Type="http://schemas.openxmlformats.org/officeDocument/2006/relationships/customXml" Target="../ink/ink864.xml"/><Relationship Id="rId155" Type="http://schemas.openxmlformats.org/officeDocument/2006/relationships/image" Target="../media/image894.png"/><Relationship Id="rId176" Type="http://schemas.openxmlformats.org/officeDocument/2006/relationships/customXml" Target="../ink/ink912.xml"/><Relationship Id="rId197" Type="http://schemas.openxmlformats.org/officeDocument/2006/relationships/image" Target="../media/image915.png"/><Relationship Id="rId201" Type="http://schemas.openxmlformats.org/officeDocument/2006/relationships/image" Target="../media/image917.png"/><Relationship Id="rId222" Type="http://schemas.openxmlformats.org/officeDocument/2006/relationships/customXml" Target="../ink/ink935.xml"/><Relationship Id="rId17" Type="http://schemas.openxmlformats.org/officeDocument/2006/relationships/image" Target="../media/image825.png"/><Relationship Id="rId38" Type="http://schemas.openxmlformats.org/officeDocument/2006/relationships/customXml" Target="../ink/ink843.xml"/><Relationship Id="rId59" Type="http://schemas.openxmlformats.org/officeDocument/2006/relationships/image" Target="../media/image846.png"/><Relationship Id="rId103" Type="http://schemas.openxmlformats.org/officeDocument/2006/relationships/image" Target="../media/image868.png"/><Relationship Id="rId124" Type="http://schemas.openxmlformats.org/officeDocument/2006/relationships/customXml" Target="../ink/ink886.xml"/><Relationship Id="rId70" Type="http://schemas.openxmlformats.org/officeDocument/2006/relationships/customXml" Target="../ink/ink859.xml"/><Relationship Id="rId91" Type="http://schemas.openxmlformats.org/officeDocument/2006/relationships/image" Target="../media/image862.png"/><Relationship Id="rId145" Type="http://schemas.openxmlformats.org/officeDocument/2006/relationships/image" Target="../media/image889.png"/><Relationship Id="rId166" Type="http://schemas.openxmlformats.org/officeDocument/2006/relationships/customXml" Target="../ink/ink907.xml"/><Relationship Id="rId187" Type="http://schemas.openxmlformats.org/officeDocument/2006/relationships/image" Target="../media/image910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930.xml"/><Relationship Id="rId233" Type="http://schemas.openxmlformats.org/officeDocument/2006/relationships/image" Target="../media/image933.png"/><Relationship Id="rId28" Type="http://schemas.openxmlformats.org/officeDocument/2006/relationships/customXml" Target="../ink/ink838.xml"/><Relationship Id="rId49" Type="http://schemas.openxmlformats.org/officeDocument/2006/relationships/image" Target="../media/image841.png"/><Relationship Id="rId114" Type="http://schemas.openxmlformats.org/officeDocument/2006/relationships/customXml" Target="../ink/ink881.xml"/><Relationship Id="rId60" Type="http://schemas.openxmlformats.org/officeDocument/2006/relationships/customXml" Target="../ink/ink854.xml"/><Relationship Id="rId81" Type="http://schemas.openxmlformats.org/officeDocument/2006/relationships/image" Target="../media/image857.png"/><Relationship Id="rId135" Type="http://schemas.openxmlformats.org/officeDocument/2006/relationships/image" Target="../media/image884.png"/><Relationship Id="rId156" Type="http://schemas.openxmlformats.org/officeDocument/2006/relationships/customXml" Target="../ink/ink902.xml"/><Relationship Id="rId177" Type="http://schemas.openxmlformats.org/officeDocument/2006/relationships/image" Target="../media/image905.png"/><Relationship Id="rId198" Type="http://schemas.openxmlformats.org/officeDocument/2006/relationships/customXml" Target="../ink/ink923.xml"/><Relationship Id="rId202" Type="http://schemas.openxmlformats.org/officeDocument/2006/relationships/customXml" Target="../ink/ink925.xml"/><Relationship Id="rId223" Type="http://schemas.openxmlformats.org/officeDocument/2006/relationships/image" Target="../media/image928.png"/><Relationship Id="rId18" Type="http://schemas.openxmlformats.org/officeDocument/2006/relationships/customXml" Target="../ink/ink833.xml"/><Relationship Id="rId39" Type="http://schemas.openxmlformats.org/officeDocument/2006/relationships/image" Target="../media/image836.png"/><Relationship Id="rId50" Type="http://schemas.openxmlformats.org/officeDocument/2006/relationships/customXml" Target="../ink/ink849.xml"/><Relationship Id="rId104" Type="http://schemas.openxmlformats.org/officeDocument/2006/relationships/customXml" Target="../ink/ink876.xml"/><Relationship Id="rId125" Type="http://schemas.openxmlformats.org/officeDocument/2006/relationships/image" Target="../media/image879.png"/><Relationship Id="rId146" Type="http://schemas.openxmlformats.org/officeDocument/2006/relationships/customXml" Target="../ink/ink897.xml"/><Relationship Id="rId167" Type="http://schemas.openxmlformats.org/officeDocument/2006/relationships/image" Target="../media/image900.png"/><Relationship Id="rId188" Type="http://schemas.openxmlformats.org/officeDocument/2006/relationships/customXml" Target="../ink/ink918.xml"/><Relationship Id="rId71" Type="http://schemas.openxmlformats.org/officeDocument/2006/relationships/image" Target="../media/image852.png"/><Relationship Id="rId92" Type="http://schemas.openxmlformats.org/officeDocument/2006/relationships/customXml" Target="../ink/ink870.xml"/><Relationship Id="rId213" Type="http://schemas.openxmlformats.org/officeDocument/2006/relationships/image" Target="../media/image923.png"/><Relationship Id="rId234" Type="http://schemas.openxmlformats.org/officeDocument/2006/relationships/customXml" Target="../ink/ink941.xml"/><Relationship Id="rId2" Type="http://schemas.openxmlformats.org/officeDocument/2006/relationships/notesSlide" Target="../notesSlides/notesSlide8.xml"/><Relationship Id="rId29" Type="http://schemas.openxmlformats.org/officeDocument/2006/relationships/image" Target="../media/image831.png"/><Relationship Id="rId40" Type="http://schemas.openxmlformats.org/officeDocument/2006/relationships/customXml" Target="../ink/ink844.xml"/><Relationship Id="rId115" Type="http://schemas.openxmlformats.org/officeDocument/2006/relationships/image" Target="../media/image874.png"/><Relationship Id="rId136" Type="http://schemas.openxmlformats.org/officeDocument/2006/relationships/customXml" Target="../ink/ink892.xml"/><Relationship Id="rId157" Type="http://schemas.openxmlformats.org/officeDocument/2006/relationships/image" Target="../media/image895.png"/><Relationship Id="rId178" Type="http://schemas.openxmlformats.org/officeDocument/2006/relationships/customXml" Target="../ink/ink913.xml"/><Relationship Id="rId61" Type="http://schemas.openxmlformats.org/officeDocument/2006/relationships/image" Target="../media/image847.png"/><Relationship Id="rId82" Type="http://schemas.openxmlformats.org/officeDocument/2006/relationships/customXml" Target="../ink/ink865.xml"/><Relationship Id="rId199" Type="http://schemas.openxmlformats.org/officeDocument/2006/relationships/image" Target="../media/image916.png"/><Relationship Id="rId203" Type="http://schemas.openxmlformats.org/officeDocument/2006/relationships/image" Target="../media/image918.png"/><Relationship Id="rId19" Type="http://schemas.openxmlformats.org/officeDocument/2006/relationships/image" Target="../media/image826.png"/><Relationship Id="rId224" Type="http://schemas.openxmlformats.org/officeDocument/2006/relationships/customXml" Target="../ink/ink936.xml"/><Relationship Id="rId30" Type="http://schemas.openxmlformats.org/officeDocument/2006/relationships/customXml" Target="../ink/ink839.xml"/><Relationship Id="rId105" Type="http://schemas.openxmlformats.org/officeDocument/2006/relationships/image" Target="../media/image869.png"/><Relationship Id="rId126" Type="http://schemas.openxmlformats.org/officeDocument/2006/relationships/customXml" Target="../ink/ink887.xml"/><Relationship Id="rId147" Type="http://schemas.openxmlformats.org/officeDocument/2006/relationships/image" Target="../media/image890.png"/><Relationship Id="rId168" Type="http://schemas.openxmlformats.org/officeDocument/2006/relationships/customXml" Target="../ink/ink908.xml"/><Relationship Id="rId51" Type="http://schemas.openxmlformats.org/officeDocument/2006/relationships/image" Target="../media/image842.png"/><Relationship Id="rId72" Type="http://schemas.openxmlformats.org/officeDocument/2006/relationships/customXml" Target="../ink/ink860.xml"/><Relationship Id="rId93" Type="http://schemas.openxmlformats.org/officeDocument/2006/relationships/image" Target="../media/image863.png"/><Relationship Id="rId189" Type="http://schemas.openxmlformats.org/officeDocument/2006/relationships/image" Target="../media/image911.png"/><Relationship Id="rId3" Type="http://schemas.openxmlformats.org/officeDocument/2006/relationships/image" Target="../media/image818.png"/><Relationship Id="rId214" Type="http://schemas.openxmlformats.org/officeDocument/2006/relationships/customXml" Target="../ink/ink931.xml"/><Relationship Id="rId235" Type="http://schemas.openxmlformats.org/officeDocument/2006/relationships/image" Target="../media/image934.png"/><Relationship Id="rId116" Type="http://schemas.openxmlformats.org/officeDocument/2006/relationships/customXml" Target="../ink/ink882.xml"/><Relationship Id="rId137" Type="http://schemas.openxmlformats.org/officeDocument/2006/relationships/image" Target="../media/image885.png"/><Relationship Id="rId158" Type="http://schemas.openxmlformats.org/officeDocument/2006/relationships/customXml" Target="../ink/ink903.xml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44.png"/><Relationship Id="rId170" Type="http://schemas.openxmlformats.org/officeDocument/2006/relationships/image" Target="../media/image1017.png"/><Relationship Id="rId268" Type="http://schemas.openxmlformats.org/officeDocument/2006/relationships/customXml" Target="../ink/ink1076.xml"/><Relationship Id="rId475" Type="http://schemas.openxmlformats.org/officeDocument/2006/relationships/image" Target="../media/image1166.png"/><Relationship Id="rId682" Type="http://schemas.openxmlformats.org/officeDocument/2006/relationships/customXml" Target="../ink/ink1283.xml"/><Relationship Id="rId128" Type="http://schemas.openxmlformats.org/officeDocument/2006/relationships/image" Target="../media/image996.png"/><Relationship Id="rId335" Type="http://schemas.openxmlformats.org/officeDocument/2006/relationships/image" Target="../media/image1097.png"/><Relationship Id="rId542" Type="http://schemas.openxmlformats.org/officeDocument/2006/relationships/customXml" Target="../ink/ink1213.xml"/><Relationship Id="rId987" Type="http://schemas.openxmlformats.org/officeDocument/2006/relationships/image" Target="../media/image1421.png"/><Relationship Id="rId1172" Type="http://schemas.openxmlformats.org/officeDocument/2006/relationships/customXml" Target="../ink/ink1528.xml"/><Relationship Id="rId402" Type="http://schemas.openxmlformats.org/officeDocument/2006/relationships/customXml" Target="../ink/ink1143.xml"/><Relationship Id="rId847" Type="http://schemas.openxmlformats.org/officeDocument/2006/relationships/image" Target="../media/image1351.png"/><Relationship Id="rId1032" Type="http://schemas.openxmlformats.org/officeDocument/2006/relationships/customXml" Target="../ink/ink1458.xml"/><Relationship Id="rId707" Type="http://schemas.openxmlformats.org/officeDocument/2006/relationships/image" Target="../media/image1281.png"/><Relationship Id="rId914" Type="http://schemas.openxmlformats.org/officeDocument/2006/relationships/customXml" Target="../ink/ink1399.xml"/><Relationship Id="rId43" Type="http://schemas.openxmlformats.org/officeDocument/2006/relationships/image" Target="../media/image341.png"/><Relationship Id="rId192" Type="http://schemas.openxmlformats.org/officeDocument/2006/relationships/image" Target="../media/image1028.png"/><Relationship Id="rId497" Type="http://schemas.openxmlformats.org/officeDocument/2006/relationships/image" Target="../media/image1177.png"/><Relationship Id="rId357" Type="http://schemas.openxmlformats.org/officeDocument/2006/relationships/image" Target="../media/image1107.png"/><Relationship Id="rId217" Type="http://schemas.openxmlformats.org/officeDocument/2006/relationships/customXml" Target="../ink/ink1050.xml"/><Relationship Id="rId564" Type="http://schemas.openxmlformats.org/officeDocument/2006/relationships/customXml" Target="../ink/ink1224.xml"/><Relationship Id="rId771" Type="http://schemas.openxmlformats.org/officeDocument/2006/relationships/image" Target="../media/image1313.png"/><Relationship Id="rId869" Type="http://schemas.openxmlformats.org/officeDocument/2006/relationships/image" Target="../media/image1362.png"/><Relationship Id="rId424" Type="http://schemas.openxmlformats.org/officeDocument/2006/relationships/customXml" Target="../ink/ink1154.xml"/><Relationship Id="rId631" Type="http://schemas.openxmlformats.org/officeDocument/2006/relationships/image" Target="../media/image1243.png"/><Relationship Id="rId729" Type="http://schemas.openxmlformats.org/officeDocument/2006/relationships/image" Target="../media/image1292.png"/><Relationship Id="rId1054" Type="http://schemas.openxmlformats.org/officeDocument/2006/relationships/customXml" Target="../ink/ink1469.xml"/><Relationship Id="rId936" Type="http://schemas.openxmlformats.org/officeDocument/2006/relationships/customXml" Target="../ink/ink1410.xml"/><Relationship Id="rId1121" Type="http://schemas.openxmlformats.org/officeDocument/2006/relationships/image" Target="../media/image1488.png"/><Relationship Id="rId65" Type="http://schemas.openxmlformats.org/officeDocument/2006/relationships/image" Target="../media/image965.png"/><Relationship Id="rId281" Type="http://schemas.openxmlformats.org/officeDocument/2006/relationships/image" Target="../media/image1071.png"/><Relationship Id="rId141" Type="http://schemas.openxmlformats.org/officeDocument/2006/relationships/customXml" Target="../ink/ink1012.xml"/><Relationship Id="rId379" Type="http://schemas.openxmlformats.org/officeDocument/2006/relationships/image" Target="../media/image1118.png"/><Relationship Id="rId586" Type="http://schemas.openxmlformats.org/officeDocument/2006/relationships/customXml" Target="../ink/ink1235.xml"/><Relationship Id="rId793" Type="http://schemas.openxmlformats.org/officeDocument/2006/relationships/image" Target="../media/image1324.png"/><Relationship Id="rId7" Type="http://schemas.openxmlformats.org/officeDocument/2006/relationships/image" Target="../media/image937.png"/><Relationship Id="rId239" Type="http://schemas.openxmlformats.org/officeDocument/2006/relationships/customXml" Target="../ink/ink1061.xml"/><Relationship Id="rId446" Type="http://schemas.openxmlformats.org/officeDocument/2006/relationships/customXml" Target="../ink/ink1165.xml"/><Relationship Id="rId653" Type="http://schemas.openxmlformats.org/officeDocument/2006/relationships/image" Target="../media/image1254.png"/><Relationship Id="rId1076" Type="http://schemas.openxmlformats.org/officeDocument/2006/relationships/customXml" Target="../ink/ink1480.xml"/><Relationship Id="rId306" Type="http://schemas.openxmlformats.org/officeDocument/2006/relationships/customXml" Target="../ink/ink1095.xml"/><Relationship Id="rId860" Type="http://schemas.openxmlformats.org/officeDocument/2006/relationships/customXml" Target="../ink/ink1372.xml"/><Relationship Id="rId958" Type="http://schemas.openxmlformats.org/officeDocument/2006/relationships/customXml" Target="../ink/ink1421.xml"/><Relationship Id="rId1143" Type="http://schemas.openxmlformats.org/officeDocument/2006/relationships/image" Target="../media/image1499.png"/><Relationship Id="rId87" Type="http://schemas.openxmlformats.org/officeDocument/2006/relationships/image" Target="../media/image976.png"/><Relationship Id="rId513" Type="http://schemas.openxmlformats.org/officeDocument/2006/relationships/image" Target="../media/image1185.png"/><Relationship Id="rId720" Type="http://schemas.openxmlformats.org/officeDocument/2006/relationships/customXml" Target="../ink/ink1302.xml"/><Relationship Id="rId818" Type="http://schemas.openxmlformats.org/officeDocument/2006/relationships/customXml" Target="../ink/ink1351.xml"/><Relationship Id="rId1003" Type="http://schemas.openxmlformats.org/officeDocument/2006/relationships/image" Target="../media/image1429.png"/><Relationship Id="rId14" Type="http://schemas.openxmlformats.org/officeDocument/2006/relationships/customXml" Target="../ink/ink948.xml"/><Relationship Id="rId163" Type="http://schemas.openxmlformats.org/officeDocument/2006/relationships/customXml" Target="../ink/ink1023.xml"/><Relationship Id="rId370" Type="http://schemas.openxmlformats.org/officeDocument/2006/relationships/customXml" Target="../ink/ink1127.xml"/><Relationship Id="rId230" Type="http://schemas.openxmlformats.org/officeDocument/2006/relationships/image" Target="../media/image1047.png"/><Relationship Id="rId468" Type="http://schemas.openxmlformats.org/officeDocument/2006/relationships/customXml" Target="../ink/ink1176.xml"/><Relationship Id="rId675" Type="http://schemas.openxmlformats.org/officeDocument/2006/relationships/image" Target="../media/image1265.png"/><Relationship Id="rId882" Type="http://schemas.openxmlformats.org/officeDocument/2006/relationships/customXml" Target="../ink/ink1383.xml"/><Relationship Id="rId1098" Type="http://schemas.openxmlformats.org/officeDocument/2006/relationships/customXml" Target="../ink/ink1491.xml"/><Relationship Id="rId328" Type="http://schemas.openxmlformats.org/officeDocument/2006/relationships/customXml" Target="../ink/ink1106.xml"/><Relationship Id="rId535" Type="http://schemas.openxmlformats.org/officeDocument/2006/relationships/image" Target="../media/image1196.png"/><Relationship Id="rId742" Type="http://schemas.openxmlformats.org/officeDocument/2006/relationships/customXml" Target="../ink/ink1313.xml"/><Relationship Id="rId1165" Type="http://schemas.openxmlformats.org/officeDocument/2006/relationships/image" Target="../media/image1510.png"/><Relationship Id="rId602" Type="http://schemas.openxmlformats.org/officeDocument/2006/relationships/customXml" Target="../ink/ink1243.xml"/><Relationship Id="rId1025" Type="http://schemas.openxmlformats.org/officeDocument/2006/relationships/image" Target="../media/image1440.png"/><Relationship Id="rId907" Type="http://schemas.openxmlformats.org/officeDocument/2006/relationships/image" Target="../media/image1381.png"/><Relationship Id="rId36" Type="http://schemas.openxmlformats.org/officeDocument/2006/relationships/customXml" Target="../ink/ink959.xml"/><Relationship Id="rId185" Type="http://schemas.openxmlformats.org/officeDocument/2006/relationships/customXml" Target="../ink/ink1034.xml"/><Relationship Id="rId392" Type="http://schemas.openxmlformats.org/officeDocument/2006/relationships/customXml" Target="../ink/ink1138.xml"/><Relationship Id="rId697" Type="http://schemas.openxmlformats.org/officeDocument/2006/relationships/image" Target="../media/image1276.png"/><Relationship Id="rId252" Type="http://schemas.openxmlformats.org/officeDocument/2006/relationships/image" Target="../media/image1057.png"/><Relationship Id="rId1187" Type="http://schemas.openxmlformats.org/officeDocument/2006/relationships/image" Target="../media/image1521.png"/><Relationship Id="rId112" Type="http://schemas.openxmlformats.org/officeDocument/2006/relationships/image" Target="../media/image988.png"/><Relationship Id="rId557" Type="http://schemas.openxmlformats.org/officeDocument/2006/relationships/image" Target="../media/image1207.png"/><Relationship Id="rId764" Type="http://schemas.openxmlformats.org/officeDocument/2006/relationships/customXml" Target="../ink/ink1324.xml"/><Relationship Id="rId971" Type="http://schemas.openxmlformats.org/officeDocument/2006/relationships/image" Target="../media/image1413.png"/><Relationship Id="rId417" Type="http://schemas.openxmlformats.org/officeDocument/2006/relationships/image" Target="../media/image1137.png"/><Relationship Id="rId624" Type="http://schemas.openxmlformats.org/officeDocument/2006/relationships/customXml" Target="../ink/ink1254.xml"/><Relationship Id="rId831" Type="http://schemas.openxmlformats.org/officeDocument/2006/relationships/image" Target="../media/image1343.png"/><Relationship Id="rId1047" Type="http://schemas.openxmlformats.org/officeDocument/2006/relationships/image" Target="../media/image1451.png"/><Relationship Id="rId929" Type="http://schemas.openxmlformats.org/officeDocument/2006/relationships/image" Target="../media/image1392.png"/><Relationship Id="rId1114" Type="http://schemas.openxmlformats.org/officeDocument/2006/relationships/customXml" Target="../ink/ink1499.xml"/><Relationship Id="rId58" Type="http://schemas.openxmlformats.org/officeDocument/2006/relationships/customXml" Target="../ink/ink970.xml"/><Relationship Id="rId274" Type="http://schemas.openxmlformats.org/officeDocument/2006/relationships/customXml" Target="../ink/ink1079.xml"/><Relationship Id="rId481" Type="http://schemas.openxmlformats.org/officeDocument/2006/relationships/image" Target="../media/image1169.png"/><Relationship Id="rId134" Type="http://schemas.openxmlformats.org/officeDocument/2006/relationships/image" Target="../media/image999.png"/><Relationship Id="rId579" Type="http://schemas.openxmlformats.org/officeDocument/2006/relationships/image" Target="../media/image1218.png"/><Relationship Id="rId786" Type="http://schemas.openxmlformats.org/officeDocument/2006/relationships/customXml" Target="../ink/ink1335.xml"/><Relationship Id="rId993" Type="http://schemas.openxmlformats.org/officeDocument/2006/relationships/image" Target="../media/image1424.png"/><Relationship Id="rId341" Type="http://schemas.openxmlformats.org/officeDocument/2006/relationships/image" Target="../media/image1099.png"/><Relationship Id="rId439" Type="http://schemas.openxmlformats.org/officeDocument/2006/relationships/image" Target="../media/image1148.png"/><Relationship Id="rId646" Type="http://schemas.openxmlformats.org/officeDocument/2006/relationships/customXml" Target="../ink/ink1265.xml"/><Relationship Id="rId1069" Type="http://schemas.openxmlformats.org/officeDocument/2006/relationships/image" Target="../media/image1462.png"/><Relationship Id="rId201" Type="http://schemas.openxmlformats.org/officeDocument/2006/relationships/customXml" Target="../ink/ink1042.xml"/><Relationship Id="rId506" Type="http://schemas.openxmlformats.org/officeDocument/2006/relationships/customXml" Target="../ink/ink1195.xml"/><Relationship Id="rId853" Type="http://schemas.openxmlformats.org/officeDocument/2006/relationships/image" Target="../media/image1354.png"/><Relationship Id="rId1136" Type="http://schemas.openxmlformats.org/officeDocument/2006/relationships/customXml" Target="../ink/ink1510.xml"/><Relationship Id="rId492" Type="http://schemas.openxmlformats.org/officeDocument/2006/relationships/customXml" Target="../ink/ink1188.xml"/><Relationship Id="rId713" Type="http://schemas.openxmlformats.org/officeDocument/2006/relationships/image" Target="../media/image1284.png"/><Relationship Id="rId797" Type="http://schemas.openxmlformats.org/officeDocument/2006/relationships/image" Target="../media/image1326.png"/><Relationship Id="rId920" Type="http://schemas.openxmlformats.org/officeDocument/2006/relationships/customXml" Target="../ink/ink1402.xml"/><Relationship Id="rId145" Type="http://schemas.openxmlformats.org/officeDocument/2006/relationships/customXml" Target="../ink/ink1014.xml"/><Relationship Id="rId352" Type="http://schemas.openxmlformats.org/officeDocument/2006/relationships/customXml" Target="../ink/ink1118.xml"/><Relationship Id="rId212" Type="http://schemas.openxmlformats.org/officeDocument/2006/relationships/image" Target="../media/image1038.png"/><Relationship Id="rId657" Type="http://schemas.openxmlformats.org/officeDocument/2006/relationships/image" Target="../media/image1256.png"/><Relationship Id="rId864" Type="http://schemas.openxmlformats.org/officeDocument/2006/relationships/customXml" Target="../ink/ink1374.xml"/><Relationship Id="rId296" Type="http://schemas.openxmlformats.org/officeDocument/2006/relationships/customXml" Target="../ink/ink1090.xml"/><Relationship Id="rId517" Type="http://schemas.openxmlformats.org/officeDocument/2006/relationships/image" Target="../media/image1187.png"/><Relationship Id="rId724" Type="http://schemas.openxmlformats.org/officeDocument/2006/relationships/customXml" Target="../ink/ink1304.xml"/><Relationship Id="rId931" Type="http://schemas.openxmlformats.org/officeDocument/2006/relationships/image" Target="../media/image1393.png"/><Relationship Id="rId1147" Type="http://schemas.openxmlformats.org/officeDocument/2006/relationships/image" Target="../media/image1501.png"/><Relationship Id="rId60" Type="http://schemas.openxmlformats.org/officeDocument/2006/relationships/customXml" Target="../ink/ink971.xml"/><Relationship Id="rId156" Type="http://schemas.openxmlformats.org/officeDocument/2006/relationships/image" Target="../media/image1010.png"/><Relationship Id="rId363" Type="http://schemas.openxmlformats.org/officeDocument/2006/relationships/image" Target="../media/image1110.png"/><Relationship Id="rId570" Type="http://schemas.openxmlformats.org/officeDocument/2006/relationships/customXml" Target="../ink/ink1227.xml"/><Relationship Id="rId1007" Type="http://schemas.openxmlformats.org/officeDocument/2006/relationships/image" Target="../media/image1431.png"/><Relationship Id="rId223" Type="http://schemas.openxmlformats.org/officeDocument/2006/relationships/customXml" Target="../ink/ink1053.xml"/><Relationship Id="rId430" Type="http://schemas.openxmlformats.org/officeDocument/2006/relationships/customXml" Target="../ink/ink1157.xml"/><Relationship Id="rId668" Type="http://schemas.openxmlformats.org/officeDocument/2006/relationships/customXml" Target="../ink/ink1276.xml"/><Relationship Id="rId875" Type="http://schemas.openxmlformats.org/officeDocument/2006/relationships/image" Target="../media/image1365.png"/><Relationship Id="rId1060" Type="http://schemas.openxmlformats.org/officeDocument/2006/relationships/customXml" Target="../ink/ink1472.xml"/><Relationship Id="rId18" Type="http://schemas.openxmlformats.org/officeDocument/2006/relationships/customXml" Target="../ink/ink950.xml"/><Relationship Id="rId528" Type="http://schemas.openxmlformats.org/officeDocument/2006/relationships/customXml" Target="../ink/ink1206.xml"/><Relationship Id="rId735" Type="http://schemas.openxmlformats.org/officeDocument/2006/relationships/image" Target="../media/image1295.png"/><Relationship Id="rId942" Type="http://schemas.openxmlformats.org/officeDocument/2006/relationships/customXml" Target="../ink/ink1413.xml"/><Relationship Id="rId1158" Type="http://schemas.openxmlformats.org/officeDocument/2006/relationships/customXml" Target="../ink/ink1521.xml"/><Relationship Id="rId167" Type="http://schemas.openxmlformats.org/officeDocument/2006/relationships/customXml" Target="../ink/ink1025.xml"/><Relationship Id="rId374" Type="http://schemas.openxmlformats.org/officeDocument/2006/relationships/customXml" Target="../ink/ink1129.xml"/><Relationship Id="rId581" Type="http://schemas.openxmlformats.org/officeDocument/2006/relationships/image" Target="../media/image1219.png"/><Relationship Id="rId1018" Type="http://schemas.openxmlformats.org/officeDocument/2006/relationships/customXml" Target="../ink/ink1451.xml"/><Relationship Id="rId71" Type="http://schemas.openxmlformats.org/officeDocument/2006/relationships/image" Target="../media/image968.png"/><Relationship Id="rId234" Type="http://schemas.openxmlformats.org/officeDocument/2006/relationships/image" Target="../media/image1049.png"/><Relationship Id="rId679" Type="http://schemas.openxmlformats.org/officeDocument/2006/relationships/image" Target="../media/image1267.png"/><Relationship Id="rId802" Type="http://schemas.openxmlformats.org/officeDocument/2006/relationships/customXml" Target="../ink/ink1343.xml"/><Relationship Id="rId886" Type="http://schemas.openxmlformats.org/officeDocument/2006/relationships/customXml" Target="../ink/ink1385.xml"/><Relationship Id="rId2" Type="http://schemas.openxmlformats.org/officeDocument/2006/relationships/customXml" Target="../ink/ink942.xml"/><Relationship Id="rId29" Type="http://schemas.openxmlformats.org/officeDocument/2006/relationships/image" Target="../media/image948.png"/><Relationship Id="rId441" Type="http://schemas.openxmlformats.org/officeDocument/2006/relationships/image" Target="../media/image1149.png"/><Relationship Id="rId539" Type="http://schemas.openxmlformats.org/officeDocument/2006/relationships/image" Target="../media/image1198.png"/><Relationship Id="rId746" Type="http://schemas.openxmlformats.org/officeDocument/2006/relationships/customXml" Target="../ink/ink1315.xml"/><Relationship Id="rId1071" Type="http://schemas.openxmlformats.org/officeDocument/2006/relationships/image" Target="../media/image1463.png"/><Relationship Id="rId1169" Type="http://schemas.openxmlformats.org/officeDocument/2006/relationships/image" Target="../media/image1512.png"/><Relationship Id="rId178" Type="http://schemas.openxmlformats.org/officeDocument/2006/relationships/image" Target="../media/image1021.png"/><Relationship Id="rId301" Type="http://schemas.openxmlformats.org/officeDocument/2006/relationships/image" Target="../media/image1081.png"/><Relationship Id="rId953" Type="http://schemas.openxmlformats.org/officeDocument/2006/relationships/image" Target="../media/image1404.png"/><Relationship Id="rId1029" Type="http://schemas.openxmlformats.org/officeDocument/2006/relationships/image" Target="../media/image1442.png"/><Relationship Id="rId82" Type="http://schemas.openxmlformats.org/officeDocument/2006/relationships/customXml" Target="../ink/ink982.xml"/><Relationship Id="rId385" Type="http://schemas.openxmlformats.org/officeDocument/2006/relationships/image" Target="../media/image1121.png"/><Relationship Id="rId592" Type="http://schemas.openxmlformats.org/officeDocument/2006/relationships/customXml" Target="../ink/ink1238.xml"/><Relationship Id="rId606" Type="http://schemas.openxmlformats.org/officeDocument/2006/relationships/customXml" Target="../ink/ink1245.xml"/><Relationship Id="rId813" Type="http://schemas.openxmlformats.org/officeDocument/2006/relationships/image" Target="../media/image1334.png"/><Relationship Id="rId245" Type="http://schemas.openxmlformats.org/officeDocument/2006/relationships/customXml" Target="../ink/ink1064.xml"/><Relationship Id="rId452" Type="http://schemas.openxmlformats.org/officeDocument/2006/relationships/customXml" Target="../ink/ink1168.xml"/><Relationship Id="rId897" Type="http://schemas.openxmlformats.org/officeDocument/2006/relationships/image" Target="../media/image1376.png"/><Relationship Id="rId1082" Type="http://schemas.openxmlformats.org/officeDocument/2006/relationships/customXml" Target="../ink/ink1483.xml"/><Relationship Id="rId105" Type="http://schemas.openxmlformats.org/officeDocument/2006/relationships/customXml" Target="../ink/ink994.xml"/><Relationship Id="rId312" Type="http://schemas.openxmlformats.org/officeDocument/2006/relationships/customXml" Target="../ink/ink1098.xml"/><Relationship Id="rId757" Type="http://schemas.openxmlformats.org/officeDocument/2006/relationships/image" Target="../media/image1306.png"/><Relationship Id="rId964" Type="http://schemas.openxmlformats.org/officeDocument/2006/relationships/customXml" Target="../ink/ink1424.xml"/><Relationship Id="rId93" Type="http://schemas.openxmlformats.org/officeDocument/2006/relationships/image" Target="../media/image979.png"/><Relationship Id="rId189" Type="http://schemas.openxmlformats.org/officeDocument/2006/relationships/customXml" Target="../ink/ink1036.xml"/><Relationship Id="rId396" Type="http://schemas.openxmlformats.org/officeDocument/2006/relationships/customXml" Target="../ink/ink1140.xml"/><Relationship Id="rId617" Type="http://schemas.openxmlformats.org/officeDocument/2006/relationships/image" Target="../media/image1236.png"/><Relationship Id="rId824" Type="http://schemas.openxmlformats.org/officeDocument/2006/relationships/customXml" Target="../ink/ink1354.xml"/><Relationship Id="rId256" Type="http://schemas.openxmlformats.org/officeDocument/2006/relationships/image" Target="../media/image1059.png"/><Relationship Id="rId463" Type="http://schemas.openxmlformats.org/officeDocument/2006/relationships/image" Target="../media/image1160.png"/><Relationship Id="rId670" Type="http://schemas.openxmlformats.org/officeDocument/2006/relationships/customXml" Target="../ink/ink1277.xml"/><Relationship Id="rId1093" Type="http://schemas.openxmlformats.org/officeDocument/2006/relationships/image" Target="../media/image1474.png"/><Relationship Id="rId1107" Type="http://schemas.openxmlformats.org/officeDocument/2006/relationships/image" Target="../media/image1481.png"/><Relationship Id="rId116" Type="http://schemas.openxmlformats.org/officeDocument/2006/relationships/image" Target="../media/image990.png"/><Relationship Id="rId323" Type="http://schemas.openxmlformats.org/officeDocument/2006/relationships/image" Target="../media/image1091.png"/><Relationship Id="rId530" Type="http://schemas.openxmlformats.org/officeDocument/2006/relationships/customXml" Target="../ink/ink1207.xml"/><Relationship Id="rId768" Type="http://schemas.openxmlformats.org/officeDocument/2006/relationships/customXml" Target="../ink/ink1326.xml"/><Relationship Id="rId975" Type="http://schemas.openxmlformats.org/officeDocument/2006/relationships/image" Target="../media/image1415.png"/><Relationship Id="rId1160" Type="http://schemas.openxmlformats.org/officeDocument/2006/relationships/customXml" Target="../ink/ink1522.xml"/><Relationship Id="rId20" Type="http://schemas.openxmlformats.org/officeDocument/2006/relationships/customXml" Target="../ink/ink951.xml"/><Relationship Id="rId628" Type="http://schemas.openxmlformats.org/officeDocument/2006/relationships/customXml" Target="../ink/ink1256.xml"/><Relationship Id="rId835" Type="http://schemas.openxmlformats.org/officeDocument/2006/relationships/image" Target="../media/image1345.png"/><Relationship Id="rId267" Type="http://schemas.openxmlformats.org/officeDocument/2006/relationships/customXml" Target="../ink/ink1075.xml"/><Relationship Id="rId474" Type="http://schemas.openxmlformats.org/officeDocument/2006/relationships/customXml" Target="../ink/ink1179.xml"/><Relationship Id="rId1020" Type="http://schemas.openxmlformats.org/officeDocument/2006/relationships/customXml" Target="../ink/ink1452.xml"/><Relationship Id="rId1118" Type="http://schemas.openxmlformats.org/officeDocument/2006/relationships/customXml" Target="../ink/ink1501.xml"/><Relationship Id="rId127" Type="http://schemas.openxmlformats.org/officeDocument/2006/relationships/customXml" Target="../ink/ink1005.xml"/><Relationship Id="rId681" Type="http://schemas.openxmlformats.org/officeDocument/2006/relationships/image" Target="../media/image1268.png"/><Relationship Id="rId779" Type="http://schemas.openxmlformats.org/officeDocument/2006/relationships/image" Target="../media/image1317.png"/><Relationship Id="rId902" Type="http://schemas.openxmlformats.org/officeDocument/2006/relationships/customXml" Target="../ink/ink1393.xml"/><Relationship Id="rId986" Type="http://schemas.openxmlformats.org/officeDocument/2006/relationships/customXml" Target="../ink/ink1435.xml"/><Relationship Id="rId31" Type="http://schemas.openxmlformats.org/officeDocument/2006/relationships/image" Target="../media/image949.png"/><Relationship Id="rId334" Type="http://schemas.openxmlformats.org/officeDocument/2006/relationships/customXml" Target="../ink/ink1109.xml"/><Relationship Id="rId541" Type="http://schemas.openxmlformats.org/officeDocument/2006/relationships/image" Target="../media/image1199.png"/><Relationship Id="rId639" Type="http://schemas.openxmlformats.org/officeDocument/2006/relationships/image" Target="../media/image1247.png"/><Relationship Id="rId1171" Type="http://schemas.openxmlformats.org/officeDocument/2006/relationships/image" Target="../media/image1513.png"/><Relationship Id="rId180" Type="http://schemas.openxmlformats.org/officeDocument/2006/relationships/image" Target="../media/image1022.png"/><Relationship Id="rId278" Type="http://schemas.openxmlformats.org/officeDocument/2006/relationships/customXml" Target="../ink/ink1081.xml"/><Relationship Id="rId401" Type="http://schemas.openxmlformats.org/officeDocument/2006/relationships/image" Target="../media/image1129.png"/><Relationship Id="rId846" Type="http://schemas.openxmlformats.org/officeDocument/2006/relationships/customXml" Target="../ink/ink1365.xml"/><Relationship Id="rId1031" Type="http://schemas.openxmlformats.org/officeDocument/2006/relationships/image" Target="../media/image1443.png"/><Relationship Id="rId1129" Type="http://schemas.openxmlformats.org/officeDocument/2006/relationships/image" Target="../media/image1492.png"/><Relationship Id="rId485" Type="http://schemas.openxmlformats.org/officeDocument/2006/relationships/image" Target="../media/image1171.png"/><Relationship Id="rId692" Type="http://schemas.openxmlformats.org/officeDocument/2006/relationships/customXml" Target="../ink/ink1288.xml"/><Relationship Id="rId706" Type="http://schemas.openxmlformats.org/officeDocument/2006/relationships/customXml" Target="../ink/ink1295.xml"/><Relationship Id="rId913" Type="http://schemas.openxmlformats.org/officeDocument/2006/relationships/image" Target="../media/image1384.png"/><Relationship Id="rId42" Type="http://schemas.openxmlformats.org/officeDocument/2006/relationships/customXml" Target="../ink/ink962.xml"/><Relationship Id="rId138" Type="http://schemas.openxmlformats.org/officeDocument/2006/relationships/image" Target="../media/image1001.png"/><Relationship Id="rId345" Type="http://schemas.openxmlformats.org/officeDocument/2006/relationships/image" Target="../media/image1101.png"/><Relationship Id="rId552" Type="http://schemas.openxmlformats.org/officeDocument/2006/relationships/customXml" Target="../ink/ink1218.xml"/><Relationship Id="rId997" Type="http://schemas.openxmlformats.org/officeDocument/2006/relationships/image" Target="../media/image1426.png"/><Relationship Id="rId1182" Type="http://schemas.openxmlformats.org/officeDocument/2006/relationships/customXml" Target="../ink/ink1533.xml"/><Relationship Id="rId191" Type="http://schemas.openxmlformats.org/officeDocument/2006/relationships/customXml" Target="../ink/ink1037.xml"/><Relationship Id="rId205" Type="http://schemas.openxmlformats.org/officeDocument/2006/relationships/customXml" Target="../ink/ink1044.xml"/><Relationship Id="rId412" Type="http://schemas.openxmlformats.org/officeDocument/2006/relationships/customXml" Target="../ink/ink1148.xml"/><Relationship Id="rId857" Type="http://schemas.openxmlformats.org/officeDocument/2006/relationships/image" Target="../media/image1356.png"/><Relationship Id="rId1042" Type="http://schemas.openxmlformats.org/officeDocument/2006/relationships/customXml" Target="../ink/ink1463.xml"/><Relationship Id="rId289" Type="http://schemas.openxmlformats.org/officeDocument/2006/relationships/image" Target="../media/image1075.png"/><Relationship Id="rId496" Type="http://schemas.openxmlformats.org/officeDocument/2006/relationships/customXml" Target="../ink/ink1190.xml"/><Relationship Id="rId717" Type="http://schemas.openxmlformats.org/officeDocument/2006/relationships/image" Target="../media/image1286.png"/><Relationship Id="rId924" Type="http://schemas.openxmlformats.org/officeDocument/2006/relationships/customXml" Target="../ink/ink1404.xml"/><Relationship Id="rId53" Type="http://schemas.openxmlformats.org/officeDocument/2006/relationships/image" Target="../media/image959.png"/><Relationship Id="rId149" Type="http://schemas.openxmlformats.org/officeDocument/2006/relationships/customXml" Target="../ink/ink1016.xml"/><Relationship Id="rId356" Type="http://schemas.openxmlformats.org/officeDocument/2006/relationships/customXml" Target="../ink/ink1120.xml"/><Relationship Id="rId563" Type="http://schemas.openxmlformats.org/officeDocument/2006/relationships/image" Target="../media/image1210.png"/><Relationship Id="rId770" Type="http://schemas.openxmlformats.org/officeDocument/2006/relationships/customXml" Target="../ink/ink1327.xml"/><Relationship Id="rId216" Type="http://schemas.openxmlformats.org/officeDocument/2006/relationships/image" Target="../media/image1040.png"/><Relationship Id="rId423" Type="http://schemas.openxmlformats.org/officeDocument/2006/relationships/image" Target="../media/image1140.png"/><Relationship Id="rId868" Type="http://schemas.openxmlformats.org/officeDocument/2006/relationships/customXml" Target="../ink/ink1376.xml"/><Relationship Id="rId1053" Type="http://schemas.openxmlformats.org/officeDocument/2006/relationships/image" Target="../media/image1454.png"/><Relationship Id="rId630" Type="http://schemas.openxmlformats.org/officeDocument/2006/relationships/customXml" Target="../ink/ink1257.xml"/><Relationship Id="rId728" Type="http://schemas.openxmlformats.org/officeDocument/2006/relationships/customXml" Target="../ink/ink1306.xml"/><Relationship Id="rId935" Type="http://schemas.openxmlformats.org/officeDocument/2006/relationships/image" Target="../media/image1395.png"/><Relationship Id="rId64" Type="http://schemas.openxmlformats.org/officeDocument/2006/relationships/customXml" Target="../ink/ink973.xml"/><Relationship Id="rId367" Type="http://schemas.openxmlformats.org/officeDocument/2006/relationships/image" Target="../media/image1112.png"/><Relationship Id="rId574" Type="http://schemas.openxmlformats.org/officeDocument/2006/relationships/customXml" Target="../ink/ink1229.xml"/><Relationship Id="rId1120" Type="http://schemas.openxmlformats.org/officeDocument/2006/relationships/customXml" Target="../ink/ink1502.xml"/><Relationship Id="rId227" Type="http://schemas.openxmlformats.org/officeDocument/2006/relationships/customXml" Target="../ink/ink1055.xml"/><Relationship Id="rId781" Type="http://schemas.openxmlformats.org/officeDocument/2006/relationships/image" Target="../media/image1318.png"/><Relationship Id="rId879" Type="http://schemas.openxmlformats.org/officeDocument/2006/relationships/image" Target="../media/image1367.png"/><Relationship Id="rId434" Type="http://schemas.openxmlformats.org/officeDocument/2006/relationships/customXml" Target="../ink/ink1159.xml"/><Relationship Id="rId641" Type="http://schemas.openxmlformats.org/officeDocument/2006/relationships/image" Target="../media/image1248.png"/><Relationship Id="rId739" Type="http://schemas.openxmlformats.org/officeDocument/2006/relationships/image" Target="../media/image1297.png"/><Relationship Id="rId1064" Type="http://schemas.openxmlformats.org/officeDocument/2006/relationships/customXml" Target="../ink/ink1474.xml"/><Relationship Id="rId280" Type="http://schemas.openxmlformats.org/officeDocument/2006/relationships/customXml" Target="../ink/ink1082.xml"/><Relationship Id="rId501" Type="http://schemas.openxmlformats.org/officeDocument/2006/relationships/image" Target="../media/image1179.png"/><Relationship Id="rId946" Type="http://schemas.openxmlformats.org/officeDocument/2006/relationships/customXml" Target="../ink/ink1415.xml"/><Relationship Id="rId1131" Type="http://schemas.openxmlformats.org/officeDocument/2006/relationships/image" Target="../media/image1493.png"/><Relationship Id="rId75" Type="http://schemas.openxmlformats.org/officeDocument/2006/relationships/image" Target="../media/image970.png"/><Relationship Id="rId140" Type="http://schemas.openxmlformats.org/officeDocument/2006/relationships/image" Target="../media/image1002.png"/><Relationship Id="rId378" Type="http://schemas.openxmlformats.org/officeDocument/2006/relationships/customXml" Target="../ink/ink1131.xml"/><Relationship Id="rId585" Type="http://schemas.openxmlformats.org/officeDocument/2006/relationships/image" Target="../media/image1220.png"/><Relationship Id="rId792" Type="http://schemas.openxmlformats.org/officeDocument/2006/relationships/customXml" Target="../ink/ink1338.xml"/><Relationship Id="rId806" Type="http://schemas.openxmlformats.org/officeDocument/2006/relationships/customXml" Target="../ink/ink1345.xml"/><Relationship Id="rId6" Type="http://schemas.openxmlformats.org/officeDocument/2006/relationships/customXml" Target="../ink/ink944.xml"/><Relationship Id="rId238" Type="http://schemas.openxmlformats.org/officeDocument/2006/relationships/image" Target="../media/image1051.png"/><Relationship Id="rId445" Type="http://schemas.openxmlformats.org/officeDocument/2006/relationships/image" Target="../media/image1151.png"/><Relationship Id="rId652" Type="http://schemas.openxmlformats.org/officeDocument/2006/relationships/customXml" Target="../ink/ink1268.xml"/><Relationship Id="rId1075" Type="http://schemas.openxmlformats.org/officeDocument/2006/relationships/image" Target="../media/image1465.png"/><Relationship Id="rId291" Type="http://schemas.openxmlformats.org/officeDocument/2006/relationships/image" Target="../media/image1076.png"/><Relationship Id="rId305" Type="http://schemas.openxmlformats.org/officeDocument/2006/relationships/image" Target="../media/image1083.png"/><Relationship Id="rId512" Type="http://schemas.openxmlformats.org/officeDocument/2006/relationships/customXml" Target="../ink/ink1198.xml"/><Relationship Id="rId957" Type="http://schemas.openxmlformats.org/officeDocument/2006/relationships/image" Target="../media/image1406.png"/><Relationship Id="rId1142" Type="http://schemas.openxmlformats.org/officeDocument/2006/relationships/customXml" Target="../ink/ink1513.xml"/><Relationship Id="rId86" Type="http://schemas.openxmlformats.org/officeDocument/2006/relationships/customXml" Target="../ink/ink984.xml"/><Relationship Id="rId151" Type="http://schemas.openxmlformats.org/officeDocument/2006/relationships/customXml" Target="../ink/ink1017.xml"/><Relationship Id="rId389" Type="http://schemas.openxmlformats.org/officeDocument/2006/relationships/image" Target="../media/image1123.png"/><Relationship Id="rId596" Type="http://schemas.openxmlformats.org/officeDocument/2006/relationships/customXml" Target="../ink/ink1240.xml"/><Relationship Id="rId817" Type="http://schemas.openxmlformats.org/officeDocument/2006/relationships/image" Target="../media/image1336.png"/><Relationship Id="rId1002" Type="http://schemas.openxmlformats.org/officeDocument/2006/relationships/customXml" Target="../ink/ink1443.xml"/><Relationship Id="rId249" Type="http://schemas.openxmlformats.org/officeDocument/2006/relationships/customXml" Target="../ink/ink1066.xml"/><Relationship Id="rId456" Type="http://schemas.openxmlformats.org/officeDocument/2006/relationships/customXml" Target="../ink/ink1170.xml"/><Relationship Id="rId663" Type="http://schemas.openxmlformats.org/officeDocument/2006/relationships/image" Target="../media/image1259.png"/><Relationship Id="rId870" Type="http://schemas.openxmlformats.org/officeDocument/2006/relationships/customXml" Target="../ink/ink1377.xml"/><Relationship Id="rId1086" Type="http://schemas.openxmlformats.org/officeDocument/2006/relationships/customXml" Target="../ink/ink1485.xml"/><Relationship Id="rId13" Type="http://schemas.openxmlformats.org/officeDocument/2006/relationships/image" Target="../media/image940.png"/><Relationship Id="rId109" Type="http://schemas.openxmlformats.org/officeDocument/2006/relationships/customXml" Target="../ink/ink996.xml"/><Relationship Id="rId316" Type="http://schemas.openxmlformats.org/officeDocument/2006/relationships/customXml" Target="../ink/ink1100.xml"/><Relationship Id="rId523" Type="http://schemas.openxmlformats.org/officeDocument/2006/relationships/image" Target="../media/image1190.png"/><Relationship Id="rId968" Type="http://schemas.openxmlformats.org/officeDocument/2006/relationships/customXml" Target="../ink/ink1426.xml"/><Relationship Id="rId1153" Type="http://schemas.openxmlformats.org/officeDocument/2006/relationships/image" Target="../media/image1504.png"/><Relationship Id="rId97" Type="http://schemas.openxmlformats.org/officeDocument/2006/relationships/image" Target="../media/image981.png"/><Relationship Id="rId730" Type="http://schemas.openxmlformats.org/officeDocument/2006/relationships/customXml" Target="../ink/ink1307.xml"/><Relationship Id="rId828" Type="http://schemas.openxmlformats.org/officeDocument/2006/relationships/customXml" Target="../ink/ink1356.xml"/><Relationship Id="rId1013" Type="http://schemas.openxmlformats.org/officeDocument/2006/relationships/image" Target="../media/image1434.png"/><Relationship Id="rId162" Type="http://schemas.openxmlformats.org/officeDocument/2006/relationships/image" Target="../media/image1013.png"/><Relationship Id="rId467" Type="http://schemas.openxmlformats.org/officeDocument/2006/relationships/image" Target="../media/image1162.png"/><Relationship Id="rId1097" Type="http://schemas.openxmlformats.org/officeDocument/2006/relationships/image" Target="../media/image1476.png"/><Relationship Id="rId674" Type="http://schemas.openxmlformats.org/officeDocument/2006/relationships/customXml" Target="../ink/ink1279.xml"/><Relationship Id="rId881" Type="http://schemas.openxmlformats.org/officeDocument/2006/relationships/image" Target="../media/image1368.png"/><Relationship Id="rId979" Type="http://schemas.openxmlformats.org/officeDocument/2006/relationships/image" Target="../media/image1417.png"/><Relationship Id="rId24" Type="http://schemas.openxmlformats.org/officeDocument/2006/relationships/customXml" Target="../ink/ink953.xml"/><Relationship Id="rId327" Type="http://schemas.openxmlformats.org/officeDocument/2006/relationships/image" Target="../media/image1093.png"/><Relationship Id="rId534" Type="http://schemas.openxmlformats.org/officeDocument/2006/relationships/customXml" Target="../ink/ink1209.xml"/><Relationship Id="rId741" Type="http://schemas.openxmlformats.org/officeDocument/2006/relationships/image" Target="../media/image1298.png"/><Relationship Id="rId839" Type="http://schemas.openxmlformats.org/officeDocument/2006/relationships/image" Target="../media/image1347.png"/><Relationship Id="rId1164" Type="http://schemas.openxmlformats.org/officeDocument/2006/relationships/customXml" Target="../ink/ink1524.xml"/><Relationship Id="rId173" Type="http://schemas.openxmlformats.org/officeDocument/2006/relationships/customXml" Target="../ink/ink1028.xml"/><Relationship Id="rId380" Type="http://schemas.openxmlformats.org/officeDocument/2006/relationships/customXml" Target="../ink/ink1132.xml"/><Relationship Id="rId601" Type="http://schemas.openxmlformats.org/officeDocument/2006/relationships/image" Target="../media/image1228.png"/><Relationship Id="rId1024" Type="http://schemas.openxmlformats.org/officeDocument/2006/relationships/customXml" Target="../ink/ink1454.xml"/><Relationship Id="rId240" Type="http://schemas.openxmlformats.org/officeDocument/2006/relationships/image" Target="../media/image1052.png"/><Relationship Id="rId478" Type="http://schemas.openxmlformats.org/officeDocument/2006/relationships/customXml" Target="../ink/ink1181.xml"/><Relationship Id="rId685" Type="http://schemas.openxmlformats.org/officeDocument/2006/relationships/image" Target="../media/image1270.png"/><Relationship Id="rId892" Type="http://schemas.openxmlformats.org/officeDocument/2006/relationships/customXml" Target="../ink/ink1388.xml"/><Relationship Id="rId906" Type="http://schemas.openxmlformats.org/officeDocument/2006/relationships/customXml" Target="../ink/ink1395.xml"/><Relationship Id="rId35" Type="http://schemas.openxmlformats.org/officeDocument/2006/relationships/image" Target="../media/image951.png"/><Relationship Id="rId100" Type="http://schemas.openxmlformats.org/officeDocument/2006/relationships/customXml" Target="../ink/ink991.xml"/><Relationship Id="rId338" Type="http://schemas.openxmlformats.org/officeDocument/2006/relationships/customXml" Target="../ink/ink1111.xml"/><Relationship Id="rId545" Type="http://schemas.openxmlformats.org/officeDocument/2006/relationships/image" Target="../media/image1201.png"/><Relationship Id="rId752" Type="http://schemas.openxmlformats.org/officeDocument/2006/relationships/customXml" Target="../ink/ink1318.xml"/><Relationship Id="rId1175" Type="http://schemas.openxmlformats.org/officeDocument/2006/relationships/image" Target="../media/image1515.png"/><Relationship Id="rId184" Type="http://schemas.openxmlformats.org/officeDocument/2006/relationships/image" Target="../media/image1024.png"/><Relationship Id="rId391" Type="http://schemas.openxmlformats.org/officeDocument/2006/relationships/image" Target="../media/image1124.png"/><Relationship Id="rId405" Type="http://schemas.openxmlformats.org/officeDocument/2006/relationships/image" Target="../media/image1131.png"/><Relationship Id="rId612" Type="http://schemas.openxmlformats.org/officeDocument/2006/relationships/customXml" Target="../ink/ink1248.xml"/><Relationship Id="rId1035" Type="http://schemas.openxmlformats.org/officeDocument/2006/relationships/image" Target="../media/image1445.png"/><Relationship Id="rId251" Type="http://schemas.openxmlformats.org/officeDocument/2006/relationships/customXml" Target="../ink/ink1067.xml"/><Relationship Id="rId489" Type="http://schemas.openxmlformats.org/officeDocument/2006/relationships/image" Target="../media/image1173.png"/><Relationship Id="rId696" Type="http://schemas.openxmlformats.org/officeDocument/2006/relationships/customXml" Target="../ink/ink1290.xml"/><Relationship Id="rId917" Type="http://schemas.openxmlformats.org/officeDocument/2006/relationships/image" Target="../media/image1386.png"/><Relationship Id="rId1102" Type="http://schemas.openxmlformats.org/officeDocument/2006/relationships/customXml" Target="../ink/ink1493.xml"/><Relationship Id="rId46" Type="http://schemas.openxmlformats.org/officeDocument/2006/relationships/customXml" Target="../ink/ink964.xml"/><Relationship Id="rId349" Type="http://schemas.openxmlformats.org/officeDocument/2006/relationships/image" Target="../media/image1103.png"/><Relationship Id="rId556" Type="http://schemas.openxmlformats.org/officeDocument/2006/relationships/customXml" Target="../ink/ink1220.xml"/><Relationship Id="rId763" Type="http://schemas.openxmlformats.org/officeDocument/2006/relationships/image" Target="../media/image1309.png"/><Relationship Id="rId1186" Type="http://schemas.openxmlformats.org/officeDocument/2006/relationships/customXml" Target="../ink/ink1535.xml"/><Relationship Id="rId111" Type="http://schemas.openxmlformats.org/officeDocument/2006/relationships/customXml" Target="../ink/ink997.xml"/><Relationship Id="rId195" Type="http://schemas.openxmlformats.org/officeDocument/2006/relationships/customXml" Target="../ink/ink1039.xml"/><Relationship Id="rId209" Type="http://schemas.openxmlformats.org/officeDocument/2006/relationships/customXml" Target="../ink/ink1046.xml"/><Relationship Id="rId416" Type="http://schemas.openxmlformats.org/officeDocument/2006/relationships/customXml" Target="../ink/ink1150.xml"/><Relationship Id="rId970" Type="http://schemas.openxmlformats.org/officeDocument/2006/relationships/customXml" Target="../ink/ink1427.xml"/><Relationship Id="rId1046" Type="http://schemas.openxmlformats.org/officeDocument/2006/relationships/customXml" Target="../ink/ink1465.xml"/><Relationship Id="rId623" Type="http://schemas.openxmlformats.org/officeDocument/2006/relationships/image" Target="../media/image1239.png"/><Relationship Id="rId830" Type="http://schemas.openxmlformats.org/officeDocument/2006/relationships/customXml" Target="../ink/ink1357.xml"/><Relationship Id="rId928" Type="http://schemas.openxmlformats.org/officeDocument/2006/relationships/customXml" Target="../ink/ink1406.xml"/><Relationship Id="rId57" Type="http://schemas.openxmlformats.org/officeDocument/2006/relationships/image" Target="../media/image961.png"/><Relationship Id="rId262" Type="http://schemas.openxmlformats.org/officeDocument/2006/relationships/image" Target="../media/image1062.png"/><Relationship Id="rId567" Type="http://schemas.openxmlformats.org/officeDocument/2006/relationships/image" Target="../media/image1212.png"/><Relationship Id="rId1113" Type="http://schemas.openxmlformats.org/officeDocument/2006/relationships/image" Target="../media/image1484.png"/><Relationship Id="rId122" Type="http://schemas.openxmlformats.org/officeDocument/2006/relationships/image" Target="../media/image993.png"/><Relationship Id="rId774" Type="http://schemas.openxmlformats.org/officeDocument/2006/relationships/customXml" Target="../ink/ink1329.xml"/><Relationship Id="rId981" Type="http://schemas.openxmlformats.org/officeDocument/2006/relationships/image" Target="../media/image1418.png"/><Relationship Id="rId1057" Type="http://schemas.openxmlformats.org/officeDocument/2006/relationships/image" Target="../media/image1456.png"/><Relationship Id="rId427" Type="http://schemas.openxmlformats.org/officeDocument/2006/relationships/image" Target="../media/image1142.png"/><Relationship Id="rId634" Type="http://schemas.openxmlformats.org/officeDocument/2006/relationships/customXml" Target="../ink/ink1259.xml"/><Relationship Id="rId841" Type="http://schemas.openxmlformats.org/officeDocument/2006/relationships/image" Target="../media/image1348.png"/><Relationship Id="rId273" Type="http://schemas.openxmlformats.org/officeDocument/2006/relationships/image" Target="../media/image1067.png"/><Relationship Id="rId480" Type="http://schemas.openxmlformats.org/officeDocument/2006/relationships/customXml" Target="../ink/ink1182.xml"/><Relationship Id="rId701" Type="http://schemas.openxmlformats.org/officeDocument/2006/relationships/image" Target="../media/image1278.png"/><Relationship Id="rId939" Type="http://schemas.openxmlformats.org/officeDocument/2006/relationships/image" Target="../media/image1397.png"/><Relationship Id="rId1124" Type="http://schemas.openxmlformats.org/officeDocument/2006/relationships/customXml" Target="../ink/ink1504.xml"/><Relationship Id="rId68" Type="http://schemas.openxmlformats.org/officeDocument/2006/relationships/customXml" Target="../ink/ink975.xml"/><Relationship Id="rId133" Type="http://schemas.openxmlformats.org/officeDocument/2006/relationships/customXml" Target="../ink/ink1008.xml"/><Relationship Id="rId340" Type="http://schemas.openxmlformats.org/officeDocument/2006/relationships/customXml" Target="../ink/ink1112.xml"/><Relationship Id="rId578" Type="http://schemas.openxmlformats.org/officeDocument/2006/relationships/customXml" Target="../ink/ink1231.xml"/><Relationship Id="rId785" Type="http://schemas.openxmlformats.org/officeDocument/2006/relationships/image" Target="../media/image1320.png"/><Relationship Id="rId992" Type="http://schemas.openxmlformats.org/officeDocument/2006/relationships/customXml" Target="../ink/ink1438.xml"/><Relationship Id="rId200" Type="http://schemas.openxmlformats.org/officeDocument/2006/relationships/image" Target="../media/image1032.png"/><Relationship Id="rId438" Type="http://schemas.openxmlformats.org/officeDocument/2006/relationships/customXml" Target="../ink/ink1161.xml"/><Relationship Id="rId645" Type="http://schemas.openxmlformats.org/officeDocument/2006/relationships/image" Target="../media/image1250.png"/><Relationship Id="rId852" Type="http://schemas.openxmlformats.org/officeDocument/2006/relationships/customXml" Target="../ink/ink1368.xml"/><Relationship Id="rId1068" Type="http://schemas.openxmlformats.org/officeDocument/2006/relationships/customXml" Target="../ink/ink1476.xml"/><Relationship Id="rId284" Type="http://schemas.openxmlformats.org/officeDocument/2006/relationships/customXml" Target="../ink/ink1084.xml"/><Relationship Id="rId491" Type="http://schemas.openxmlformats.org/officeDocument/2006/relationships/image" Target="../media/image1174.png"/><Relationship Id="rId505" Type="http://schemas.openxmlformats.org/officeDocument/2006/relationships/image" Target="../media/image1181.png"/><Relationship Id="rId712" Type="http://schemas.openxmlformats.org/officeDocument/2006/relationships/customXml" Target="../ink/ink1298.xml"/><Relationship Id="rId1135" Type="http://schemas.openxmlformats.org/officeDocument/2006/relationships/image" Target="../media/image1495.png"/><Relationship Id="rId79" Type="http://schemas.openxmlformats.org/officeDocument/2006/relationships/image" Target="../media/image972.png"/><Relationship Id="rId144" Type="http://schemas.openxmlformats.org/officeDocument/2006/relationships/image" Target="../media/image1004.png"/><Relationship Id="rId589" Type="http://schemas.openxmlformats.org/officeDocument/2006/relationships/image" Target="../media/image1222.png"/><Relationship Id="rId796" Type="http://schemas.openxmlformats.org/officeDocument/2006/relationships/customXml" Target="../ink/ink1340.xml"/><Relationship Id="rId351" Type="http://schemas.openxmlformats.org/officeDocument/2006/relationships/image" Target="../media/image1104.png"/><Relationship Id="rId449" Type="http://schemas.openxmlformats.org/officeDocument/2006/relationships/image" Target="../media/image1153.png"/><Relationship Id="rId656" Type="http://schemas.openxmlformats.org/officeDocument/2006/relationships/customXml" Target="../ink/ink1270.xml"/><Relationship Id="rId863" Type="http://schemas.openxmlformats.org/officeDocument/2006/relationships/image" Target="../media/image1359.png"/><Relationship Id="rId1079" Type="http://schemas.openxmlformats.org/officeDocument/2006/relationships/image" Target="../media/image1467.png"/><Relationship Id="rId211" Type="http://schemas.openxmlformats.org/officeDocument/2006/relationships/customXml" Target="../ink/ink1047.xml"/><Relationship Id="rId295" Type="http://schemas.openxmlformats.org/officeDocument/2006/relationships/image" Target="../media/image1078.png"/><Relationship Id="rId309" Type="http://schemas.openxmlformats.org/officeDocument/2006/relationships/image" Target="../media/image1085.png"/><Relationship Id="rId516" Type="http://schemas.openxmlformats.org/officeDocument/2006/relationships/customXml" Target="../ink/ink1200.xml"/><Relationship Id="rId1146" Type="http://schemas.openxmlformats.org/officeDocument/2006/relationships/customXml" Target="../ink/ink1515.xml"/><Relationship Id="rId723" Type="http://schemas.openxmlformats.org/officeDocument/2006/relationships/image" Target="../media/image1289.png"/><Relationship Id="rId930" Type="http://schemas.openxmlformats.org/officeDocument/2006/relationships/customXml" Target="../ink/ink1407.xml"/><Relationship Id="rId1006" Type="http://schemas.openxmlformats.org/officeDocument/2006/relationships/customXml" Target="../ink/ink1445.xml"/><Relationship Id="rId155" Type="http://schemas.openxmlformats.org/officeDocument/2006/relationships/customXml" Target="../ink/ink1019.xml"/><Relationship Id="rId362" Type="http://schemas.openxmlformats.org/officeDocument/2006/relationships/customXml" Target="../ink/ink1123.xml"/><Relationship Id="rId222" Type="http://schemas.openxmlformats.org/officeDocument/2006/relationships/image" Target="../media/image1043.png"/><Relationship Id="rId667" Type="http://schemas.openxmlformats.org/officeDocument/2006/relationships/image" Target="../media/image1261.png"/><Relationship Id="rId874" Type="http://schemas.openxmlformats.org/officeDocument/2006/relationships/customXml" Target="../ink/ink1379.xml"/><Relationship Id="rId17" Type="http://schemas.openxmlformats.org/officeDocument/2006/relationships/image" Target="../media/image942.png"/><Relationship Id="rId527" Type="http://schemas.openxmlformats.org/officeDocument/2006/relationships/image" Target="../media/image1192.png"/><Relationship Id="rId734" Type="http://schemas.openxmlformats.org/officeDocument/2006/relationships/customXml" Target="../ink/ink1309.xml"/><Relationship Id="rId941" Type="http://schemas.openxmlformats.org/officeDocument/2006/relationships/image" Target="../media/image1398.png"/><Relationship Id="rId1157" Type="http://schemas.openxmlformats.org/officeDocument/2006/relationships/image" Target="../media/image1506.png"/><Relationship Id="rId70" Type="http://schemas.openxmlformats.org/officeDocument/2006/relationships/customXml" Target="../ink/ink976.xml"/><Relationship Id="rId166" Type="http://schemas.openxmlformats.org/officeDocument/2006/relationships/image" Target="../media/image1015.png"/><Relationship Id="rId373" Type="http://schemas.openxmlformats.org/officeDocument/2006/relationships/image" Target="../media/image1115.png"/><Relationship Id="rId580" Type="http://schemas.openxmlformats.org/officeDocument/2006/relationships/customXml" Target="../ink/ink1232.xml"/><Relationship Id="rId801" Type="http://schemas.openxmlformats.org/officeDocument/2006/relationships/image" Target="../media/image1328.png"/><Relationship Id="rId1017" Type="http://schemas.openxmlformats.org/officeDocument/2006/relationships/image" Target="../media/image1436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058.xml"/><Relationship Id="rId440" Type="http://schemas.openxmlformats.org/officeDocument/2006/relationships/customXml" Target="../ink/ink1162.xml"/><Relationship Id="rId678" Type="http://schemas.openxmlformats.org/officeDocument/2006/relationships/customXml" Target="../ink/ink1281.xml"/><Relationship Id="rId885" Type="http://schemas.openxmlformats.org/officeDocument/2006/relationships/image" Target="../media/image1370.png"/><Relationship Id="rId1070" Type="http://schemas.openxmlformats.org/officeDocument/2006/relationships/customXml" Target="../ink/ink1477.xml"/><Relationship Id="rId28" Type="http://schemas.openxmlformats.org/officeDocument/2006/relationships/customXml" Target="../ink/ink955.xml"/><Relationship Id="rId300" Type="http://schemas.openxmlformats.org/officeDocument/2006/relationships/customXml" Target="../ink/ink1092.xml"/><Relationship Id="rId538" Type="http://schemas.openxmlformats.org/officeDocument/2006/relationships/customXml" Target="../ink/ink1211.xml"/><Relationship Id="rId745" Type="http://schemas.openxmlformats.org/officeDocument/2006/relationships/image" Target="../media/image1300.png"/><Relationship Id="rId952" Type="http://schemas.openxmlformats.org/officeDocument/2006/relationships/customXml" Target="../ink/ink1418.xml"/><Relationship Id="rId1168" Type="http://schemas.openxmlformats.org/officeDocument/2006/relationships/customXml" Target="../ink/ink1526.xml"/><Relationship Id="rId81" Type="http://schemas.openxmlformats.org/officeDocument/2006/relationships/image" Target="../media/image973.png"/><Relationship Id="rId177" Type="http://schemas.openxmlformats.org/officeDocument/2006/relationships/customXml" Target="../ink/ink1030.xml"/><Relationship Id="rId384" Type="http://schemas.openxmlformats.org/officeDocument/2006/relationships/customXml" Target="../ink/ink1134.xml"/><Relationship Id="rId591" Type="http://schemas.openxmlformats.org/officeDocument/2006/relationships/image" Target="../media/image1223.png"/><Relationship Id="rId605" Type="http://schemas.openxmlformats.org/officeDocument/2006/relationships/image" Target="../media/image1230.png"/><Relationship Id="rId812" Type="http://schemas.openxmlformats.org/officeDocument/2006/relationships/customXml" Target="../ink/ink1348.xml"/><Relationship Id="rId1028" Type="http://schemas.openxmlformats.org/officeDocument/2006/relationships/customXml" Target="../ink/ink1456.xml"/><Relationship Id="rId244" Type="http://schemas.openxmlformats.org/officeDocument/2006/relationships/image" Target="../media/image1054.png"/><Relationship Id="rId689" Type="http://schemas.openxmlformats.org/officeDocument/2006/relationships/image" Target="../media/image1272.png"/><Relationship Id="rId896" Type="http://schemas.openxmlformats.org/officeDocument/2006/relationships/customXml" Target="../ink/ink1390.xml"/><Relationship Id="rId1081" Type="http://schemas.openxmlformats.org/officeDocument/2006/relationships/image" Target="../media/image1468.png"/><Relationship Id="rId39" Type="http://schemas.openxmlformats.org/officeDocument/2006/relationships/image" Target="../media/image953.png"/><Relationship Id="rId451" Type="http://schemas.openxmlformats.org/officeDocument/2006/relationships/image" Target="../media/image1154.png"/><Relationship Id="rId549" Type="http://schemas.openxmlformats.org/officeDocument/2006/relationships/image" Target="../media/image1203.png"/><Relationship Id="rId756" Type="http://schemas.openxmlformats.org/officeDocument/2006/relationships/customXml" Target="../ink/ink1320.xml"/><Relationship Id="rId1179" Type="http://schemas.openxmlformats.org/officeDocument/2006/relationships/image" Target="../media/image1517.png"/><Relationship Id="rId104" Type="http://schemas.openxmlformats.org/officeDocument/2006/relationships/image" Target="../media/image984.png"/><Relationship Id="rId188" Type="http://schemas.openxmlformats.org/officeDocument/2006/relationships/image" Target="../media/image1026.png"/><Relationship Id="rId311" Type="http://schemas.openxmlformats.org/officeDocument/2006/relationships/image" Target="../media/image1086.png"/><Relationship Id="rId395" Type="http://schemas.openxmlformats.org/officeDocument/2006/relationships/image" Target="../media/image1126.png"/><Relationship Id="rId409" Type="http://schemas.openxmlformats.org/officeDocument/2006/relationships/image" Target="../media/image1133.png"/><Relationship Id="rId963" Type="http://schemas.openxmlformats.org/officeDocument/2006/relationships/image" Target="../media/image1409.png"/><Relationship Id="rId1039" Type="http://schemas.openxmlformats.org/officeDocument/2006/relationships/image" Target="../media/image1447.png"/><Relationship Id="rId92" Type="http://schemas.openxmlformats.org/officeDocument/2006/relationships/customXml" Target="../ink/ink987.xml"/><Relationship Id="rId616" Type="http://schemas.openxmlformats.org/officeDocument/2006/relationships/customXml" Target="../ink/ink1250.xml"/><Relationship Id="rId823" Type="http://schemas.openxmlformats.org/officeDocument/2006/relationships/image" Target="../media/image1339.png"/><Relationship Id="rId255" Type="http://schemas.openxmlformats.org/officeDocument/2006/relationships/customXml" Target="../ink/ink1069.xml"/><Relationship Id="rId462" Type="http://schemas.openxmlformats.org/officeDocument/2006/relationships/customXml" Target="../ink/ink1173.xml"/><Relationship Id="rId1092" Type="http://schemas.openxmlformats.org/officeDocument/2006/relationships/customXml" Target="../ink/ink1488.xml"/><Relationship Id="rId1106" Type="http://schemas.openxmlformats.org/officeDocument/2006/relationships/customXml" Target="../ink/ink1495.xml"/><Relationship Id="rId115" Type="http://schemas.openxmlformats.org/officeDocument/2006/relationships/customXml" Target="../ink/ink999.xml"/><Relationship Id="rId322" Type="http://schemas.openxmlformats.org/officeDocument/2006/relationships/customXml" Target="../ink/ink1103.xml"/><Relationship Id="rId767" Type="http://schemas.openxmlformats.org/officeDocument/2006/relationships/image" Target="../media/image1311.png"/><Relationship Id="rId974" Type="http://schemas.openxmlformats.org/officeDocument/2006/relationships/customXml" Target="../ink/ink1429.xml"/><Relationship Id="rId199" Type="http://schemas.openxmlformats.org/officeDocument/2006/relationships/customXml" Target="../ink/ink1041.xml"/><Relationship Id="rId627" Type="http://schemas.openxmlformats.org/officeDocument/2006/relationships/image" Target="../media/image1241.png"/><Relationship Id="rId834" Type="http://schemas.openxmlformats.org/officeDocument/2006/relationships/customXml" Target="../ink/ink1359.xml"/><Relationship Id="rId266" Type="http://schemas.openxmlformats.org/officeDocument/2006/relationships/image" Target="../media/image1064.png"/><Relationship Id="rId473" Type="http://schemas.openxmlformats.org/officeDocument/2006/relationships/image" Target="../media/image1165.png"/><Relationship Id="rId680" Type="http://schemas.openxmlformats.org/officeDocument/2006/relationships/customXml" Target="../ink/ink1282.xml"/><Relationship Id="rId901" Type="http://schemas.openxmlformats.org/officeDocument/2006/relationships/image" Target="../media/image1378.png"/><Relationship Id="rId1117" Type="http://schemas.openxmlformats.org/officeDocument/2006/relationships/image" Target="../media/image1486.png"/><Relationship Id="rId30" Type="http://schemas.openxmlformats.org/officeDocument/2006/relationships/customXml" Target="../ink/ink956.xml"/><Relationship Id="rId126" Type="http://schemas.openxmlformats.org/officeDocument/2006/relationships/image" Target="../media/image995.png"/><Relationship Id="rId333" Type="http://schemas.openxmlformats.org/officeDocument/2006/relationships/image" Target="../media/image1096.png"/><Relationship Id="rId540" Type="http://schemas.openxmlformats.org/officeDocument/2006/relationships/customXml" Target="../ink/ink1212.xml"/><Relationship Id="rId778" Type="http://schemas.openxmlformats.org/officeDocument/2006/relationships/customXml" Target="../ink/ink1331.xml"/><Relationship Id="rId985" Type="http://schemas.openxmlformats.org/officeDocument/2006/relationships/image" Target="../media/image1420.png"/><Relationship Id="rId1170" Type="http://schemas.openxmlformats.org/officeDocument/2006/relationships/customXml" Target="../ink/ink1527.xml"/><Relationship Id="rId638" Type="http://schemas.openxmlformats.org/officeDocument/2006/relationships/customXml" Target="../ink/ink1261.xml"/><Relationship Id="rId845" Type="http://schemas.openxmlformats.org/officeDocument/2006/relationships/image" Target="../media/image1350.png"/><Relationship Id="rId1030" Type="http://schemas.openxmlformats.org/officeDocument/2006/relationships/customXml" Target="../ink/ink1457.xml"/><Relationship Id="rId277" Type="http://schemas.openxmlformats.org/officeDocument/2006/relationships/image" Target="../media/image1069.png"/><Relationship Id="rId400" Type="http://schemas.openxmlformats.org/officeDocument/2006/relationships/customXml" Target="../ink/ink1142.xml"/><Relationship Id="rId484" Type="http://schemas.openxmlformats.org/officeDocument/2006/relationships/customXml" Target="../ink/ink1184.xml"/><Relationship Id="rId705" Type="http://schemas.openxmlformats.org/officeDocument/2006/relationships/image" Target="../media/image1280.png"/><Relationship Id="rId1128" Type="http://schemas.openxmlformats.org/officeDocument/2006/relationships/customXml" Target="../ink/ink1506.xml"/><Relationship Id="rId137" Type="http://schemas.openxmlformats.org/officeDocument/2006/relationships/customXml" Target="../ink/ink1010.xml"/><Relationship Id="rId344" Type="http://schemas.openxmlformats.org/officeDocument/2006/relationships/customXml" Target="../ink/ink1114.xml"/><Relationship Id="rId691" Type="http://schemas.openxmlformats.org/officeDocument/2006/relationships/image" Target="../media/image1273.png"/><Relationship Id="rId789" Type="http://schemas.openxmlformats.org/officeDocument/2006/relationships/image" Target="../media/image1322.png"/><Relationship Id="rId912" Type="http://schemas.openxmlformats.org/officeDocument/2006/relationships/customXml" Target="../ink/ink1398.xml"/><Relationship Id="rId996" Type="http://schemas.openxmlformats.org/officeDocument/2006/relationships/customXml" Target="../ink/ink1440.xml"/><Relationship Id="rId41" Type="http://schemas.openxmlformats.org/officeDocument/2006/relationships/image" Target="../media/image954.png"/><Relationship Id="rId551" Type="http://schemas.openxmlformats.org/officeDocument/2006/relationships/image" Target="../media/image1204.png"/><Relationship Id="rId649" Type="http://schemas.openxmlformats.org/officeDocument/2006/relationships/image" Target="../media/image1252.png"/><Relationship Id="rId856" Type="http://schemas.openxmlformats.org/officeDocument/2006/relationships/customXml" Target="../ink/ink1370.xml"/><Relationship Id="rId1181" Type="http://schemas.openxmlformats.org/officeDocument/2006/relationships/image" Target="../media/image1518.png"/><Relationship Id="rId190" Type="http://schemas.openxmlformats.org/officeDocument/2006/relationships/image" Target="../media/image1027.png"/><Relationship Id="rId204" Type="http://schemas.openxmlformats.org/officeDocument/2006/relationships/image" Target="../media/image1034.png"/><Relationship Id="rId288" Type="http://schemas.openxmlformats.org/officeDocument/2006/relationships/customXml" Target="../ink/ink1086.xml"/><Relationship Id="rId411" Type="http://schemas.openxmlformats.org/officeDocument/2006/relationships/image" Target="../media/image1134.png"/><Relationship Id="rId509" Type="http://schemas.openxmlformats.org/officeDocument/2006/relationships/image" Target="../media/image1183.png"/><Relationship Id="rId1041" Type="http://schemas.openxmlformats.org/officeDocument/2006/relationships/image" Target="../media/image1448.png"/><Relationship Id="rId1139" Type="http://schemas.openxmlformats.org/officeDocument/2006/relationships/image" Target="../media/image1497.png"/><Relationship Id="rId495" Type="http://schemas.openxmlformats.org/officeDocument/2006/relationships/image" Target="../media/image1176.png"/><Relationship Id="rId716" Type="http://schemas.openxmlformats.org/officeDocument/2006/relationships/customXml" Target="../ink/ink1300.xml"/><Relationship Id="rId923" Type="http://schemas.openxmlformats.org/officeDocument/2006/relationships/image" Target="../media/image1389.png"/><Relationship Id="rId52" Type="http://schemas.openxmlformats.org/officeDocument/2006/relationships/customXml" Target="../ink/ink967.xml"/><Relationship Id="rId148" Type="http://schemas.openxmlformats.org/officeDocument/2006/relationships/image" Target="../media/image1006.png"/><Relationship Id="rId355" Type="http://schemas.openxmlformats.org/officeDocument/2006/relationships/image" Target="../media/image1106.png"/><Relationship Id="rId562" Type="http://schemas.openxmlformats.org/officeDocument/2006/relationships/customXml" Target="../ink/ink1223.xml"/><Relationship Id="rId215" Type="http://schemas.openxmlformats.org/officeDocument/2006/relationships/customXml" Target="../ink/ink1049.xml"/><Relationship Id="rId422" Type="http://schemas.openxmlformats.org/officeDocument/2006/relationships/customXml" Target="../ink/ink1153.xml"/><Relationship Id="rId867" Type="http://schemas.openxmlformats.org/officeDocument/2006/relationships/image" Target="../media/image1361.png"/><Relationship Id="rId1052" Type="http://schemas.openxmlformats.org/officeDocument/2006/relationships/customXml" Target="../ink/ink1468.xml"/><Relationship Id="rId299" Type="http://schemas.openxmlformats.org/officeDocument/2006/relationships/image" Target="../media/image1080.png"/><Relationship Id="rId727" Type="http://schemas.openxmlformats.org/officeDocument/2006/relationships/image" Target="../media/image1291.png"/><Relationship Id="rId934" Type="http://schemas.openxmlformats.org/officeDocument/2006/relationships/customXml" Target="../ink/ink1409.xml"/><Relationship Id="rId63" Type="http://schemas.openxmlformats.org/officeDocument/2006/relationships/image" Target="../media/image964.png"/><Relationship Id="rId159" Type="http://schemas.openxmlformats.org/officeDocument/2006/relationships/customXml" Target="../ink/ink1021.xml"/><Relationship Id="rId366" Type="http://schemas.openxmlformats.org/officeDocument/2006/relationships/customXml" Target="../ink/ink1125.xml"/><Relationship Id="rId573" Type="http://schemas.openxmlformats.org/officeDocument/2006/relationships/image" Target="../media/image1215.png"/><Relationship Id="rId780" Type="http://schemas.openxmlformats.org/officeDocument/2006/relationships/customXml" Target="../ink/ink1332.xml"/><Relationship Id="rId226" Type="http://schemas.openxmlformats.org/officeDocument/2006/relationships/image" Target="../media/image1045.png"/><Relationship Id="rId433" Type="http://schemas.openxmlformats.org/officeDocument/2006/relationships/image" Target="../media/image1145.png"/><Relationship Id="rId878" Type="http://schemas.openxmlformats.org/officeDocument/2006/relationships/customXml" Target="../ink/ink1381.xml"/><Relationship Id="rId1063" Type="http://schemas.openxmlformats.org/officeDocument/2006/relationships/image" Target="../media/image1459.png"/><Relationship Id="rId640" Type="http://schemas.openxmlformats.org/officeDocument/2006/relationships/customXml" Target="../ink/ink1262.xml"/><Relationship Id="rId738" Type="http://schemas.openxmlformats.org/officeDocument/2006/relationships/customXml" Target="../ink/ink1311.xml"/><Relationship Id="rId945" Type="http://schemas.openxmlformats.org/officeDocument/2006/relationships/image" Target="../media/image1400.png"/><Relationship Id="rId74" Type="http://schemas.openxmlformats.org/officeDocument/2006/relationships/customXml" Target="../ink/ink978.xml"/><Relationship Id="rId377" Type="http://schemas.openxmlformats.org/officeDocument/2006/relationships/image" Target="../media/image1117.png"/><Relationship Id="rId500" Type="http://schemas.openxmlformats.org/officeDocument/2006/relationships/customXml" Target="../ink/ink1192.xml"/><Relationship Id="rId584" Type="http://schemas.openxmlformats.org/officeDocument/2006/relationships/customXml" Target="../ink/ink1234.xml"/><Relationship Id="rId805" Type="http://schemas.openxmlformats.org/officeDocument/2006/relationships/image" Target="../media/image1330.png"/><Relationship Id="rId1130" Type="http://schemas.openxmlformats.org/officeDocument/2006/relationships/customXml" Target="../ink/ink1507.xml"/><Relationship Id="rId5" Type="http://schemas.openxmlformats.org/officeDocument/2006/relationships/image" Target="../media/image936.png"/><Relationship Id="rId237" Type="http://schemas.openxmlformats.org/officeDocument/2006/relationships/customXml" Target="../ink/ink1060.xml"/><Relationship Id="rId791" Type="http://schemas.openxmlformats.org/officeDocument/2006/relationships/image" Target="../media/image1323.png"/><Relationship Id="rId889" Type="http://schemas.openxmlformats.org/officeDocument/2006/relationships/image" Target="../media/image1372.png"/><Relationship Id="rId1074" Type="http://schemas.openxmlformats.org/officeDocument/2006/relationships/customXml" Target="../ink/ink1479.xml"/><Relationship Id="rId444" Type="http://schemas.openxmlformats.org/officeDocument/2006/relationships/customXml" Target="../ink/ink1164.xml"/><Relationship Id="rId651" Type="http://schemas.openxmlformats.org/officeDocument/2006/relationships/image" Target="../media/image1253.png"/><Relationship Id="rId749" Type="http://schemas.openxmlformats.org/officeDocument/2006/relationships/image" Target="../media/image1302.png"/><Relationship Id="rId290" Type="http://schemas.openxmlformats.org/officeDocument/2006/relationships/customXml" Target="../ink/ink1087.xml"/><Relationship Id="rId304" Type="http://schemas.openxmlformats.org/officeDocument/2006/relationships/customXml" Target="../ink/ink1094.xml"/><Relationship Id="rId388" Type="http://schemas.openxmlformats.org/officeDocument/2006/relationships/customXml" Target="../ink/ink1136.xml"/><Relationship Id="rId511" Type="http://schemas.openxmlformats.org/officeDocument/2006/relationships/image" Target="../media/image1184.png"/><Relationship Id="rId609" Type="http://schemas.openxmlformats.org/officeDocument/2006/relationships/image" Target="../media/image1232.png"/><Relationship Id="rId956" Type="http://schemas.openxmlformats.org/officeDocument/2006/relationships/customXml" Target="../ink/ink1420.xml"/><Relationship Id="rId1141" Type="http://schemas.openxmlformats.org/officeDocument/2006/relationships/image" Target="../media/image1498.png"/><Relationship Id="rId85" Type="http://schemas.openxmlformats.org/officeDocument/2006/relationships/image" Target="../media/image975.png"/><Relationship Id="rId150" Type="http://schemas.openxmlformats.org/officeDocument/2006/relationships/image" Target="../media/image1007.png"/><Relationship Id="rId595" Type="http://schemas.openxmlformats.org/officeDocument/2006/relationships/image" Target="../media/image1225.png"/><Relationship Id="rId816" Type="http://schemas.openxmlformats.org/officeDocument/2006/relationships/customXml" Target="../ink/ink1350.xml"/><Relationship Id="rId1001" Type="http://schemas.openxmlformats.org/officeDocument/2006/relationships/image" Target="../media/image1428.png"/><Relationship Id="rId248" Type="http://schemas.openxmlformats.org/officeDocument/2006/relationships/image" Target="../media/image626.png"/><Relationship Id="rId455" Type="http://schemas.openxmlformats.org/officeDocument/2006/relationships/image" Target="../media/image1156.png"/><Relationship Id="rId662" Type="http://schemas.openxmlformats.org/officeDocument/2006/relationships/customXml" Target="../ink/ink1273.xml"/><Relationship Id="rId1085" Type="http://schemas.openxmlformats.org/officeDocument/2006/relationships/image" Target="../media/image1470.png"/><Relationship Id="rId12" Type="http://schemas.openxmlformats.org/officeDocument/2006/relationships/customXml" Target="../ink/ink947.xml"/><Relationship Id="rId108" Type="http://schemas.openxmlformats.org/officeDocument/2006/relationships/image" Target="../media/image986.png"/><Relationship Id="rId315" Type="http://schemas.openxmlformats.org/officeDocument/2006/relationships/image" Target="../media/image1088.png"/><Relationship Id="rId522" Type="http://schemas.openxmlformats.org/officeDocument/2006/relationships/customXml" Target="../ink/ink1203.xml"/><Relationship Id="rId967" Type="http://schemas.openxmlformats.org/officeDocument/2006/relationships/image" Target="../media/image1411.png"/><Relationship Id="rId1152" Type="http://schemas.openxmlformats.org/officeDocument/2006/relationships/customXml" Target="../ink/ink1518.xml"/><Relationship Id="rId96" Type="http://schemas.openxmlformats.org/officeDocument/2006/relationships/customXml" Target="../ink/ink989.xml"/><Relationship Id="rId161" Type="http://schemas.openxmlformats.org/officeDocument/2006/relationships/customXml" Target="../ink/ink1022.xml"/><Relationship Id="rId399" Type="http://schemas.openxmlformats.org/officeDocument/2006/relationships/image" Target="../media/image1128.png"/><Relationship Id="rId827" Type="http://schemas.openxmlformats.org/officeDocument/2006/relationships/image" Target="../media/image1341.png"/><Relationship Id="rId1012" Type="http://schemas.openxmlformats.org/officeDocument/2006/relationships/customXml" Target="../ink/ink1448.xml"/><Relationship Id="rId259" Type="http://schemas.openxmlformats.org/officeDocument/2006/relationships/customXml" Target="../ink/ink1071.xml"/><Relationship Id="rId466" Type="http://schemas.openxmlformats.org/officeDocument/2006/relationships/customXml" Target="../ink/ink1175.xml"/><Relationship Id="rId673" Type="http://schemas.openxmlformats.org/officeDocument/2006/relationships/image" Target="../media/image1264.png"/><Relationship Id="rId880" Type="http://schemas.openxmlformats.org/officeDocument/2006/relationships/customXml" Target="../ink/ink1382.xml"/><Relationship Id="rId1096" Type="http://schemas.openxmlformats.org/officeDocument/2006/relationships/customXml" Target="../ink/ink1490.xml"/><Relationship Id="rId23" Type="http://schemas.openxmlformats.org/officeDocument/2006/relationships/image" Target="../media/image945.png"/><Relationship Id="rId119" Type="http://schemas.openxmlformats.org/officeDocument/2006/relationships/customXml" Target="../ink/ink1001.xml"/><Relationship Id="rId326" Type="http://schemas.openxmlformats.org/officeDocument/2006/relationships/customXml" Target="../ink/ink1105.xml"/><Relationship Id="rId533" Type="http://schemas.openxmlformats.org/officeDocument/2006/relationships/image" Target="../media/image1195.png"/><Relationship Id="rId978" Type="http://schemas.openxmlformats.org/officeDocument/2006/relationships/customXml" Target="../ink/ink1431.xml"/><Relationship Id="rId1163" Type="http://schemas.openxmlformats.org/officeDocument/2006/relationships/image" Target="../media/image1509.png"/><Relationship Id="rId740" Type="http://schemas.openxmlformats.org/officeDocument/2006/relationships/customXml" Target="../ink/ink1312.xml"/><Relationship Id="rId838" Type="http://schemas.openxmlformats.org/officeDocument/2006/relationships/customXml" Target="../ink/ink1361.xml"/><Relationship Id="rId1023" Type="http://schemas.openxmlformats.org/officeDocument/2006/relationships/image" Target="../media/image1439.png"/><Relationship Id="rId172" Type="http://schemas.openxmlformats.org/officeDocument/2006/relationships/image" Target="../media/image1018.png"/><Relationship Id="rId477" Type="http://schemas.openxmlformats.org/officeDocument/2006/relationships/image" Target="../media/image1167.png"/><Relationship Id="rId600" Type="http://schemas.openxmlformats.org/officeDocument/2006/relationships/customXml" Target="../ink/ink1242.xml"/><Relationship Id="rId684" Type="http://schemas.openxmlformats.org/officeDocument/2006/relationships/customXml" Target="../ink/ink1284.xml"/><Relationship Id="rId337" Type="http://schemas.openxmlformats.org/officeDocument/2006/relationships/image" Target="../media/image1098.png"/><Relationship Id="rId891" Type="http://schemas.openxmlformats.org/officeDocument/2006/relationships/image" Target="../media/image1373.png"/><Relationship Id="rId905" Type="http://schemas.openxmlformats.org/officeDocument/2006/relationships/image" Target="../media/image1380.png"/><Relationship Id="rId989" Type="http://schemas.openxmlformats.org/officeDocument/2006/relationships/image" Target="../media/image1422.png"/><Relationship Id="rId34" Type="http://schemas.openxmlformats.org/officeDocument/2006/relationships/customXml" Target="../ink/ink958.xml"/><Relationship Id="rId544" Type="http://schemas.openxmlformats.org/officeDocument/2006/relationships/customXml" Target="../ink/ink1214.xml"/><Relationship Id="rId751" Type="http://schemas.openxmlformats.org/officeDocument/2006/relationships/image" Target="../media/image1303.png"/><Relationship Id="rId849" Type="http://schemas.openxmlformats.org/officeDocument/2006/relationships/image" Target="../media/image1352.png"/><Relationship Id="rId1174" Type="http://schemas.openxmlformats.org/officeDocument/2006/relationships/customXml" Target="../ink/ink1529.xml"/><Relationship Id="rId183" Type="http://schemas.openxmlformats.org/officeDocument/2006/relationships/customXml" Target="../ink/ink1033.xml"/><Relationship Id="rId390" Type="http://schemas.openxmlformats.org/officeDocument/2006/relationships/customXml" Target="../ink/ink1137.xml"/><Relationship Id="rId404" Type="http://schemas.openxmlformats.org/officeDocument/2006/relationships/customXml" Target="../ink/ink1144.xml"/><Relationship Id="rId611" Type="http://schemas.openxmlformats.org/officeDocument/2006/relationships/image" Target="../media/image1233.png"/><Relationship Id="rId1034" Type="http://schemas.openxmlformats.org/officeDocument/2006/relationships/customXml" Target="../ink/ink1459.xml"/><Relationship Id="rId250" Type="http://schemas.openxmlformats.org/officeDocument/2006/relationships/image" Target="../media/image1056.png"/><Relationship Id="rId488" Type="http://schemas.openxmlformats.org/officeDocument/2006/relationships/customXml" Target="../ink/ink1186.xml"/><Relationship Id="rId695" Type="http://schemas.openxmlformats.org/officeDocument/2006/relationships/image" Target="../media/image1275.png"/><Relationship Id="rId709" Type="http://schemas.openxmlformats.org/officeDocument/2006/relationships/image" Target="../media/image1282.png"/><Relationship Id="rId916" Type="http://schemas.openxmlformats.org/officeDocument/2006/relationships/customXml" Target="../ink/ink1400.xml"/><Relationship Id="rId1101" Type="http://schemas.openxmlformats.org/officeDocument/2006/relationships/image" Target="../media/image1478.png"/><Relationship Id="rId45" Type="http://schemas.openxmlformats.org/officeDocument/2006/relationships/image" Target="../media/image955.png"/><Relationship Id="rId110" Type="http://schemas.openxmlformats.org/officeDocument/2006/relationships/image" Target="../media/image987.png"/><Relationship Id="rId348" Type="http://schemas.openxmlformats.org/officeDocument/2006/relationships/customXml" Target="../ink/ink1116.xml"/><Relationship Id="rId555" Type="http://schemas.openxmlformats.org/officeDocument/2006/relationships/image" Target="../media/image1206.png"/><Relationship Id="rId762" Type="http://schemas.openxmlformats.org/officeDocument/2006/relationships/customXml" Target="../ink/ink1323.xml"/><Relationship Id="rId1185" Type="http://schemas.openxmlformats.org/officeDocument/2006/relationships/image" Target="../media/image1520.png"/><Relationship Id="rId194" Type="http://schemas.openxmlformats.org/officeDocument/2006/relationships/image" Target="../media/image1029.png"/><Relationship Id="rId208" Type="http://schemas.openxmlformats.org/officeDocument/2006/relationships/image" Target="../media/image1036.png"/><Relationship Id="rId415" Type="http://schemas.openxmlformats.org/officeDocument/2006/relationships/image" Target="../media/image1136.png"/><Relationship Id="rId622" Type="http://schemas.openxmlformats.org/officeDocument/2006/relationships/customXml" Target="../ink/ink1253.xml"/><Relationship Id="rId1045" Type="http://schemas.openxmlformats.org/officeDocument/2006/relationships/image" Target="../media/image1450.png"/><Relationship Id="rId261" Type="http://schemas.openxmlformats.org/officeDocument/2006/relationships/customXml" Target="../ink/ink1072.xml"/><Relationship Id="rId499" Type="http://schemas.openxmlformats.org/officeDocument/2006/relationships/image" Target="../media/image1178.png"/><Relationship Id="rId927" Type="http://schemas.openxmlformats.org/officeDocument/2006/relationships/image" Target="../media/image1391.png"/><Relationship Id="rId1112" Type="http://schemas.openxmlformats.org/officeDocument/2006/relationships/customXml" Target="../ink/ink1498.xml"/><Relationship Id="rId56" Type="http://schemas.openxmlformats.org/officeDocument/2006/relationships/customXml" Target="../ink/ink969.xml"/><Relationship Id="rId359" Type="http://schemas.openxmlformats.org/officeDocument/2006/relationships/image" Target="../media/image1108.png"/><Relationship Id="rId566" Type="http://schemas.openxmlformats.org/officeDocument/2006/relationships/customXml" Target="../ink/ink1225.xml"/><Relationship Id="rId773" Type="http://schemas.openxmlformats.org/officeDocument/2006/relationships/image" Target="../media/image1314.png"/><Relationship Id="rId121" Type="http://schemas.openxmlformats.org/officeDocument/2006/relationships/customXml" Target="../ink/ink1002.xml"/><Relationship Id="rId219" Type="http://schemas.openxmlformats.org/officeDocument/2006/relationships/customXml" Target="../ink/ink1051.xml"/><Relationship Id="rId426" Type="http://schemas.openxmlformats.org/officeDocument/2006/relationships/customXml" Target="../ink/ink1155.xml"/><Relationship Id="rId633" Type="http://schemas.openxmlformats.org/officeDocument/2006/relationships/image" Target="../media/image1244.png"/><Relationship Id="rId980" Type="http://schemas.openxmlformats.org/officeDocument/2006/relationships/customXml" Target="../ink/ink1432.xml"/><Relationship Id="rId1056" Type="http://schemas.openxmlformats.org/officeDocument/2006/relationships/customXml" Target="../ink/ink1470.xml"/><Relationship Id="rId840" Type="http://schemas.openxmlformats.org/officeDocument/2006/relationships/customXml" Target="../ink/ink1362.xml"/><Relationship Id="rId938" Type="http://schemas.openxmlformats.org/officeDocument/2006/relationships/customXml" Target="../ink/ink1411.xml"/><Relationship Id="rId67" Type="http://schemas.openxmlformats.org/officeDocument/2006/relationships/image" Target="../media/image966.png"/><Relationship Id="rId272" Type="http://schemas.openxmlformats.org/officeDocument/2006/relationships/customXml" Target="../ink/ink1078.xml"/><Relationship Id="rId577" Type="http://schemas.openxmlformats.org/officeDocument/2006/relationships/image" Target="../media/image1217.png"/><Relationship Id="rId700" Type="http://schemas.openxmlformats.org/officeDocument/2006/relationships/customXml" Target="../ink/ink1292.xml"/><Relationship Id="rId1123" Type="http://schemas.openxmlformats.org/officeDocument/2006/relationships/image" Target="../media/image1489.png"/><Relationship Id="rId132" Type="http://schemas.openxmlformats.org/officeDocument/2006/relationships/image" Target="../media/image998.png"/><Relationship Id="rId784" Type="http://schemas.openxmlformats.org/officeDocument/2006/relationships/customXml" Target="../ink/ink1334.xml"/><Relationship Id="rId991" Type="http://schemas.openxmlformats.org/officeDocument/2006/relationships/image" Target="../media/image1423.png"/><Relationship Id="rId1067" Type="http://schemas.openxmlformats.org/officeDocument/2006/relationships/image" Target="../media/image1461.png"/><Relationship Id="rId437" Type="http://schemas.openxmlformats.org/officeDocument/2006/relationships/image" Target="../media/image1147.png"/><Relationship Id="rId644" Type="http://schemas.openxmlformats.org/officeDocument/2006/relationships/customXml" Target="../ink/ink1264.xml"/><Relationship Id="rId851" Type="http://schemas.openxmlformats.org/officeDocument/2006/relationships/image" Target="../media/image1353.png"/><Relationship Id="rId283" Type="http://schemas.openxmlformats.org/officeDocument/2006/relationships/image" Target="../media/image1072.png"/><Relationship Id="rId490" Type="http://schemas.openxmlformats.org/officeDocument/2006/relationships/customXml" Target="../ink/ink1187.xml"/><Relationship Id="rId504" Type="http://schemas.openxmlformats.org/officeDocument/2006/relationships/customXml" Target="../ink/ink1194.xml"/><Relationship Id="rId711" Type="http://schemas.openxmlformats.org/officeDocument/2006/relationships/image" Target="../media/image1283.png"/><Relationship Id="rId949" Type="http://schemas.openxmlformats.org/officeDocument/2006/relationships/image" Target="../media/image1402.png"/><Relationship Id="rId1134" Type="http://schemas.openxmlformats.org/officeDocument/2006/relationships/customXml" Target="../ink/ink1509.xml"/><Relationship Id="rId78" Type="http://schemas.openxmlformats.org/officeDocument/2006/relationships/customXml" Target="../ink/ink980.xml"/><Relationship Id="rId143" Type="http://schemas.openxmlformats.org/officeDocument/2006/relationships/customXml" Target="../ink/ink1013.xml"/><Relationship Id="rId350" Type="http://schemas.openxmlformats.org/officeDocument/2006/relationships/customXml" Target="../ink/ink1117.xml"/><Relationship Id="rId588" Type="http://schemas.openxmlformats.org/officeDocument/2006/relationships/customXml" Target="../ink/ink1236.xml"/><Relationship Id="rId795" Type="http://schemas.openxmlformats.org/officeDocument/2006/relationships/image" Target="../media/image1325.png"/><Relationship Id="rId809" Type="http://schemas.openxmlformats.org/officeDocument/2006/relationships/image" Target="../media/image1332.png"/><Relationship Id="rId9" Type="http://schemas.openxmlformats.org/officeDocument/2006/relationships/image" Target="../media/image938.png"/><Relationship Id="rId210" Type="http://schemas.openxmlformats.org/officeDocument/2006/relationships/image" Target="../media/image1037.png"/><Relationship Id="rId448" Type="http://schemas.openxmlformats.org/officeDocument/2006/relationships/customXml" Target="../ink/ink1166.xml"/><Relationship Id="rId655" Type="http://schemas.openxmlformats.org/officeDocument/2006/relationships/image" Target="../media/image1255.png"/><Relationship Id="rId862" Type="http://schemas.openxmlformats.org/officeDocument/2006/relationships/customXml" Target="../ink/ink1373.xml"/><Relationship Id="rId1078" Type="http://schemas.openxmlformats.org/officeDocument/2006/relationships/customXml" Target="../ink/ink1481.xml"/><Relationship Id="rId294" Type="http://schemas.openxmlformats.org/officeDocument/2006/relationships/customXml" Target="../ink/ink1089.xml"/><Relationship Id="rId308" Type="http://schemas.openxmlformats.org/officeDocument/2006/relationships/customXml" Target="../ink/ink1096.xml"/><Relationship Id="rId515" Type="http://schemas.openxmlformats.org/officeDocument/2006/relationships/image" Target="../media/image1186.png"/><Relationship Id="rId722" Type="http://schemas.openxmlformats.org/officeDocument/2006/relationships/customXml" Target="../ink/ink1303.xml"/><Relationship Id="rId1145" Type="http://schemas.openxmlformats.org/officeDocument/2006/relationships/image" Target="../media/image1500.png"/><Relationship Id="rId89" Type="http://schemas.openxmlformats.org/officeDocument/2006/relationships/image" Target="../media/image977.png"/><Relationship Id="rId154" Type="http://schemas.openxmlformats.org/officeDocument/2006/relationships/image" Target="../media/image1009.png"/><Relationship Id="rId361" Type="http://schemas.openxmlformats.org/officeDocument/2006/relationships/image" Target="../media/image1109.png"/><Relationship Id="rId599" Type="http://schemas.openxmlformats.org/officeDocument/2006/relationships/image" Target="../media/image1227.png"/><Relationship Id="rId1005" Type="http://schemas.openxmlformats.org/officeDocument/2006/relationships/image" Target="../media/image1430.png"/><Relationship Id="rId459" Type="http://schemas.openxmlformats.org/officeDocument/2006/relationships/image" Target="../media/image1158.png"/><Relationship Id="rId666" Type="http://schemas.openxmlformats.org/officeDocument/2006/relationships/customXml" Target="../ink/ink1275.xml"/><Relationship Id="rId873" Type="http://schemas.openxmlformats.org/officeDocument/2006/relationships/image" Target="../media/image1364.png"/><Relationship Id="rId1089" Type="http://schemas.openxmlformats.org/officeDocument/2006/relationships/image" Target="../media/image1472.png"/><Relationship Id="rId16" Type="http://schemas.openxmlformats.org/officeDocument/2006/relationships/customXml" Target="../ink/ink949.xml"/><Relationship Id="rId221" Type="http://schemas.openxmlformats.org/officeDocument/2006/relationships/customXml" Target="../ink/ink1052.xml"/><Relationship Id="rId319" Type="http://schemas.openxmlformats.org/officeDocument/2006/relationships/image" Target="../media/image1090.png"/><Relationship Id="rId526" Type="http://schemas.openxmlformats.org/officeDocument/2006/relationships/customXml" Target="../ink/ink1205.xml"/><Relationship Id="rId1156" Type="http://schemas.openxmlformats.org/officeDocument/2006/relationships/customXml" Target="../ink/ink1520.xml"/><Relationship Id="rId733" Type="http://schemas.openxmlformats.org/officeDocument/2006/relationships/image" Target="../media/image1294.png"/><Relationship Id="rId940" Type="http://schemas.openxmlformats.org/officeDocument/2006/relationships/customXml" Target="../ink/ink1412.xml"/><Relationship Id="rId1016" Type="http://schemas.openxmlformats.org/officeDocument/2006/relationships/customXml" Target="../ink/ink1450.xml"/><Relationship Id="rId165" Type="http://schemas.openxmlformats.org/officeDocument/2006/relationships/customXml" Target="../ink/ink1024.xml"/><Relationship Id="rId372" Type="http://schemas.openxmlformats.org/officeDocument/2006/relationships/customXml" Target="../ink/ink1128.xml"/><Relationship Id="rId677" Type="http://schemas.openxmlformats.org/officeDocument/2006/relationships/image" Target="../media/image1266.png"/><Relationship Id="rId800" Type="http://schemas.openxmlformats.org/officeDocument/2006/relationships/customXml" Target="../ink/ink1342.xml"/><Relationship Id="rId232" Type="http://schemas.openxmlformats.org/officeDocument/2006/relationships/image" Target="../media/image1048.png"/><Relationship Id="rId884" Type="http://schemas.openxmlformats.org/officeDocument/2006/relationships/customXml" Target="../ink/ink1384.xml"/><Relationship Id="rId27" Type="http://schemas.openxmlformats.org/officeDocument/2006/relationships/image" Target="../media/image947.png"/><Relationship Id="rId537" Type="http://schemas.openxmlformats.org/officeDocument/2006/relationships/image" Target="../media/image1197.png"/><Relationship Id="rId744" Type="http://schemas.openxmlformats.org/officeDocument/2006/relationships/customXml" Target="../ink/ink1314.xml"/><Relationship Id="rId951" Type="http://schemas.openxmlformats.org/officeDocument/2006/relationships/image" Target="../media/image1403.png"/><Relationship Id="rId1167" Type="http://schemas.openxmlformats.org/officeDocument/2006/relationships/image" Target="../media/image1511.png"/><Relationship Id="rId80" Type="http://schemas.openxmlformats.org/officeDocument/2006/relationships/customXml" Target="../ink/ink981.xml"/><Relationship Id="rId176" Type="http://schemas.openxmlformats.org/officeDocument/2006/relationships/image" Target="../media/image1020.png"/><Relationship Id="rId383" Type="http://schemas.openxmlformats.org/officeDocument/2006/relationships/image" Target="../media/image1120.png"/><Relationship Id="rId590" Type="http://schemas.openxmlformats.org/officeDocument/2006/relationships/customXml" Target="../ink/ink1237.xml"/><Relationship Id="rId604" Type="http://schemas.openxmlformats.org/officeDocument/2006/relationships/customXml" Target="../ink/ink1244.xml"/><Relationship Id="rId811" Type="http://schemas.openxmlformats.org/officeDocument/2006/relationships/image" Target="../media/image1333.png"/><Relationship Id="rId1027" Type="http://schemas.openxmlformats.org/officeDocument/2006/relationships/image" Target="../media/image1441.png"/><Relationship Id="rId243" Type="http://schemas.openxmlformats.org/officeDocument/2006/relationships/customXml" Target="../ink/ink1063.xml"/><Relationship Id="rId450" Type="http://schemas.openxmlformats.org/officeDocument/2006/relationships/customXml" Target="../ink/ink1167.xml"/><Relationship Id="rId688" Type="http://schemas.openxmlformats.org/officeDocument/2006/relationships/customXml" Target="../ink/ink1286.xml"/><Relationship Id="rId895" Type="http://schemas.openxmlformats.org/officeDocument/2006/relationships/image" Target="../media/image1375.png"/><Relationship Id="rId909" Type="http://schemas.openxmlformats.org/officeDocument/2006/relationships/image" Target="../media/image1382.png"/><Relationship Id="rId1080" Type="http://schemas.openxmlformats.org/officeDocument/2006/relationships/customXml" Target="../ink/ink1482.xml"/><Relationship Id="rId38" Type="http://schemas.openxmlformats.org/officeDocument/2006/relationships/customXml" Target="../ink/ink960.xml"/><Relationship Id="rId103" Type="http://schemas.openxmlformats.org/officeDocument/2006/relationships/customXml" Target="../ink/ink993.xml"/><Relationship Id="rId310" Type="http://schemas.openxmlformats.org/officeDocument/2006/relationships/customXml" Target="../ink/ink1097.xml"/><Relationship Id="rId548" Type="http://schemas.openxmlformats.org/officeDocument/2006/relationships/customXml" Target="../ink/ink1216.xml"/><Relationship Id="rId755" Type="http://schemas.openxmlformats.org/officeDocument/2006/relationships/image" Target="../media/image1305.png"/><Relationship Id="rId962" Type="http://schemas.openxmlformats.org/officeDocument/2006/relationships/customXml" Target="../ink/ink1423.xml"/><Relationship Id="rId1178" Type="http://schemas.openxmlformats.org/officeDocument/2006/relationships/customXml" Target="../ink/ink1531.xml"/><Relationship Id="rId91" Type="http://schemas.openxmlformats.org/officeDocument/2006/relationships/image" Target="../media/image978.png"/><Relationship Id="rId187" Type="http://schemas.openxmlformats.org/officeDocument/2006/relationships/customXml" Target="../ink/ink1035.xml"/><Relationship Id="rId394" Type="http://schemas.openxmlformats.org/officeDocument/2006/relationships/customXml" Target="../ink/ink1139.xml"/><Relationship Id="rId408" Type="http://schemas.openxmlformats.org/officeDocument/2006/relationships/customXml" Target="../ink/ink1146.xml"/><Relationship Id="rId615" Type="http://schemas.openxmlformats.org/officeDocument/2006/relationships/image" Target="../media/image1235.png"/><Relationship Id="rId822" Type="http://schemas.openxmlformats.org/officeDocument/2006/relationships/customXml" Target="../ink/ink1353.xml"/><Relationship Id="rId1038" Type="http://schemas.openxmlformats.org/officeDocument/2006/relationships/customXml" Target="../ink/ink1461.xml"/><Relationship Id="rId254" Type="http://schemas.openxmlformats.org/officeDocument/2006/relationships/image" Target="../media/image1058.png"/><Relationship Id="rId699" Type="http://schemas.openxmlformats.org/officeDocument/2006/relationships/image" Target="../media/image1277.png"/><Relationship Id="rId1091" Type="http://schemas.openxmlformats.org/officeDocument/2006/relationships/image" Target="../media/image1473.png"/><Relationship Id="rId1105" Type="http://schemas.openxmlformats.org/officeDocument/2006/relationships/image" Target="../media/image1480.png"/><Relationship Id="rId49" Type="http://schemas.openxmlformats.org/officeDocument/2006/relationships/image" Target="../media/image957.png"/><Relationship Id="rId114" Type="http://schemas.openxmlformats.org/officeDocument/2006/relationships/image" Target="../media/image989.png"/><Relationship Id="rId461" Type="http://schemas.openxmlformats.org/officeDocument/2006/relationships/image" Target="../media/image1159.png"/><Relationship Id="rId559" Type="http://schemas.openxmlformats.org/officeDocument/2006/relationships/image" Target="../media/image1208.png"/><Relationship Id="rId766" Type="http://schemas.openxmlformats.org/officeDocument/2006/relationships/customXml" Target="../ink/ink1325.xml"/><Relationship Id="rId1189" Type="http://schemas.openxmlformats.org/officeDocument/2006/relationships/image" Target="../media/image1522.png"/><Relationship Id="rId198" Type="http://schemas.openxmlformats.org/officeDocument/2006/relationships/image" Target="../media/image1031.png"/><Relationship Id="rId321" Type="http://schemas.openxmlformats.org/officeDocument/2006/relationships/image" Target="../media/image427.png"/><Relationship Id="rId419" Type="http://schemas.openxmlformats.org/officeDocument/2006/relationships/image" Target="../media/image1138.png"/><Relationship Id="rId626" Type="http://schemas.openxmlformats.org/officeDocument/2006/relationships/customXml" Target="../ink/ink1255.xml"/><Relationship Id="rId973" Type="http://schemas.openxmlformats.org/officeDocument/2006/relationships/image" Target="../media/image1414.png"/><Relationship Id="rId1049" Type="http://schemas.openxmlformats.org/officeDocument/2006/relationships/image" Target="../media/image1452.png"/><Relationship Id="rId833" Type="http://schemas.openxmlformats.org/officeDocument/2006/relationships/image" Target="../media/image1344.png"/><Relationship Id="rId1116" Type="http://schemas.openxmlformats.org/officeDocument/2006/relationships/customXml" Target="../ink/ink1500.xml"/><Relationship Id="rId265" Type="http://schemas.openxmlformats.org/officeDocument/2006/relationships/customXml" Target="../ink/ink1074.xml"/><Relationship Id="rId472" Type="http://schemas.openxmlformats.org/officeDocument/2006/relationships/customXml" Target="../ink/ink1178.xml"/><Relationship Id="rId900" Type="http://schemas.openxmlformats.org/officeDocument/2006/relationships/customXml" Target="../ink/ink1392.xml"/><Relationship Id="rId125" Type="http://schemas.openxmlformats.org/officeDocument/2006/relationships/customXml" Target="../ink/ink1004.xml"/><Relationship Id="rId332" Type="http://schemas.openxmlformats.org/officeDocument/2006/relationships/customXml" Target="../ink/ink1108.xml"/><Relationship Id="rId777" Type="http://schemas.openxmlformats.org/officeDocument/2006/relationships/image" Target="../media/image1316.png"/><Relationship Id="rId984" Type="http://schemas.openxmlformats.org/officeDocument/2006/relationships/customXml" Target="../ink/ink1434.xml"/><Relationship Id="rId637" Type="http://schemas.openxmlformats.org/officeDocument/2006/relationships/image" Target="../media/image1246.png"/><Relationship Id="rId844" Type="http://schemas.openxmlformats.org/officeDocument/2006/relationships/customXml" Target="../ink/ink1364.xml"/><Relationship Id="rId276" Type="http://schemas.openxmlformats.org/officeDocument/2006/relationships/customXml" Target="../ink/ink1080.xml"/><Relationship Id="rId483" Type="http://schemas.openxmlformats.org/officeDocument/2006/relationships/image" Target="../media/image1170.png"/><Relationship Id="rId690" Type="http://schemas.openxmlformats.org/officeDocument/2006/relationships/customXml" Target="../ink/ink1287.xml"/><Relationship Id="rId704" Type="http://schemas.openxmlformats.org/officeDocument/2006/relationships/customXml" Target="../ink/ink1294.xml"/><Relationship Id="rId911" Type="http://schemas.openxmlformats.org/officeDocument/2006/relationships/image" Target="../media/image1383.png"/><Relationship Id="rId1127" Type="http://schemas.openxmlformats.org/officeDocument/2006/relationships/image" Target="../media/image1491.png"/><Relationship Id="rId40" Type="http://schemas.openxmlformats.org/officeDocument/2006/relationships/customXml" Target="../ink/ink961.xml"/><Relationship Id="rId136" Type="http://schemas.openxmlformats.org/officeDocument/2006/relationships/image" Target="../media/image1000.png"/><Relationship Id="rId343" Type="http://schemas.openxmlformats.org/officeDocument/2006/relationships/image" Target="../media/image1100.png"/><Relationship Id="rId550" Type="http://schemas.openxmlformats.org/officeDocument/2006/relationships/customXml" Target="../ink/ink1217.xml"/><Relationship Id="rId788" Type="http://schemas.openxmlformats.org/officeDocument/2006/relationships/customXml" Target="../ink/ink1336.xml"/><Relationship Id="rId995" Type="http://schemas.openxmlformats.org/officeDocument/2006/relationships/image" Target="../media/image1425.png"/><Relationship Id="rId1180" Type="http://schemas.openxmlformats.org/officeDocument/2006/relationships/customXml" Target="../ink/ink1532.xml"/><Relationship Id="rId203" Type="http://schemas.openxmlformats.org/officeDocument/2006/relationships/customXml" Target="../ink/ink1043.xml"/><Relationship Id="rId648" Type="http://schemas.openxmlformats.org/officeDocument/2006/relationships/customXml" Target="../ink/ink1266.xml"/><Relationship Id="rId855" Type="http://schemas.openxmlformats.org/officeDocument/2006/relationships/image" Target="../media/image1355.png"/><Relationship Id="rId1040" Type="http://schemas.openxmlformats.org/officeDocument/2006/relationships/customXml" Target="../ink/ink1462.xml"/><Relationship Id="rId287" Type="http://schemas.openxmlformats.org/officeDocument/2006/relationships/image" Target="../media/image1074.png"/><Relationship Id="rId410" Type="http://schemas.openxmlformats.org/officeDocument/2006/relationships/customXml" Target="../ink/ink1147.xml"/><Relationship Id="rId494" Type="http://schemas.openxmlformats.org/officeDocument/2006/relationships/customXml" Target="../ink/ink1189.xml"/><Relationship Id="rId508" Type="http://schemas.openxmlformats.org/officeDocument/2006/relationships/customXml" Target="../ink/ink1196.xml"/><Relationship Id="rId715" Type="http://schemas.openxmlformats.org/officeDocument/2006/relationships/image" Target="../media/image1285.png"/><Relationship Id="rId922" Type="http://schemas.openxmlformats.org/officeDocument/2006/relationships/customXml" Target="../ink/ink1403.xml"/><Relationship Id="rId1138" Type="http://schemas.openxmlformats.org/officeDocument/2006/relationships/customXml" Target="../ink/ink1511.xml"/><Relationship Id="rId147" Type="http://schemas.openxmlformats.org/officeDocument/2006/relationships/customXml" Target="../ink/ink1015.xml"/><Relationship Id="rId354" Type="http://schemas.openxmlformats.org/officeDocument/2006/relationships/customXml" Target="../ink/ink1119.xml"/><Relationship Id="rId799" Type="http://schemas.openxmlformats.org/officeDocument/2006/relationships/image" Target="../media/image1327.png"/><Relationship Id="rId51" Type="http://schemas.openxmlformats.org/officeDocument/2006/relationships/image" Target="../media/image958.png"/><Relationship Id="rId561" Type="http://schemas.openxmlformats.org/officeDocument/2006/relationships/image" Target="../media/image1209.png"/><Relationship Id="rId659" Type="http://schemas.openxmlformats.org/officeDocument/2006/relationships/image" Target="../media/image1257.png"/><Relationship Id="rId866" Type="http://schemas.openxmlformats.org/officeDocument/2006/relationships/customXml" Target="../ink/ink1375.xml"/><Relationship Id="rId214" Type="http://schemas.openxmlformats.org/officeDocument/2006/relationships/image" Target="../media/image1039.png"/><Relationship Id="rId298" Type="http://schemas.openxmlformats.org/officeDocument/2006/relationships/customXml" Target="../ink/ink1091.xml"/><Relationship Id="rId421" Type="http://schemas.openxmlformats.org/officeDocument/2006/relationships/image" Target="../media/image1139.png"/><Relationship Id="rId519" Type="http://schemas.openxmlformats.org/officeDocument/2006/relationships/image" Target="../media/image1188.png"/><Relationship Id="rId1051" Type="http://schemas.openxmlformats.org/officeDocument/2006/relationships/image" Target="../media/image1453.png"/><Relationship Id="rId1149" Type="http://schemas.openxmlformats.org/officeDocument/2006/relationships/image" Target="../media/image1502.png"/><Relationship Id="rId158" Type="http://schemas.openxmlformats.org/officeDocument/2006/relationships/image" Target="../media/image1011.png"/><Relationship Id="rId726" Type="http://schemas.openxmlformats.org/officeDocument/2006/relationships/customXml" Target="../ink/ink1305.xml"/><Relationship Id="rId933" Type="http://schemas.openxmlformats.org/officeDocument/2006/relationships/image" Target="../media/image1394.png"/><Relationship Id="rId1009" Type="http://schemas.openxmlformats.org/officeDocument/2006/relationships/image" Target="../media/image1432.png"/><Relationship Id="rId62" Type="http://schemas.openxmlformats.org/officeDocument/2006/relationships/customXml" Target="../ink/ink972.xml"/><Relationship Id="rId365" Type="http://schemas.openxmlformats.org/officeDocument/2006/relationships/image" Target="../media/image1111.png"/><Relationship Id="rId572" Type="http://schemas.openxmlformats.org/officeDocument/2006/relationships/customXml" Target="../ink/ink1228.xml"/><Relationship Id="rId225" Type="http://schemas.openxmlformats.org/officeDocument/2006/relationships/customXml" Target="../ink/ink1054.xml"/><Relationship Id="rId432" Type="http://schemas.openxmlformats.org/officeDocument/2006/relationships/customXml" Target="../ink/ink1158.xml"/><Relationship Id="rId877" Type="http://schemas.openxmlformats.org/officeDocument/2006/relationships/image" Target="../media/image1366.png"/><Relationship Id="rId1062" Type="http://schemas.openxmlformats.org/officeDocument/2006/relationships/customXml" Target="../ink/ink1473.xml"/><Relationship Id="rId737" Type="http://schemas.openxmlformats.org/officeDocument/2006/relationships/image" Target="../media/image1296.png"/><Relationship Id="rId944" Type="http://schemas.openxmlformats.org/officeDocument/2006/relationships/customXml" Target="../ink/ink1414.xml"/><Relationship Id="rId73" Type="http://schemas.openxmlformats.org/officeDocument/2006/relationships/image" Target="../media/image969.png"/><Relationship Id="rId169" Type="http://schemas.openxmlformats.org/officeDocument/2006/relationships/customXml" Target="../ink/ink1026.xml"/><Relationship Id="rId376" Type="http://schemas.openxmlformats.org/officeDocument/2006/relationships/customXml" Target="../ink/ink1130.xml"/><Relationship Id="rId583" Type="http://schemas.openxmlformats.org/officeDocument/2006/relationships/image" Target="../media/image838.png"/><Relationship Id="rId790" Type="http://schemas.openxmlformats.org/officeDocument/2006/relationships/customXml" Target="../ink/ink1337.xml"/><Relationship Id="rId804" Type="http://schemas.openxmlformats.org/officeDocument/2006/relationships/customXml" Target="../ink/ink1344.xml"/><Relationship Id="rId4" Type="http://schemas.openxmlformats.org/officeDocument/2006/relationships/customXml" Target="../ink/ink943.xml"/><Relationship Id="rId236" Type="http://schemas.openxmlformats.org/officeDocument/2006/relationships/image" Target="../media/image1050.png"/><Relationship Id="rId443" Type="http://schemas.openxmlformats.org/officeDocument/2006/relationships/image" Target="../media/image1150.png"/><Relationship Id="rId650" Type="http://schemas.openxmlformats.org/officeDocument/2006/relationships/customXml" Target="../ink/ink1267.xml"/><Relationship Id="rId888" Type="http://schemas.openxmlformats.org/officeDocument/2006/relationships/customXml" Target="../ink/ink1386.xml"/><Relationship Id="rId1073" Type="http://schemas.openxmlformats.org/officeDocument/2006/relationships/image" Target="../media/image1464.png"/><Relationship Id="rId303" Type="http://schemas.openxmlformats.org/officeDocument/2006/relationships/image" Target="../media/image1082.png"/><Relationship Id="rId748" Type="http://schemas.openxmlformats.org/officeDocument/2006/relationships/customXml" Target="../ink/ink1316.xml"/><Relationship Id="rId955" Type="http://schemas.openxmlformats.org/officeDocument/2006/relationships/image" Target="../media/image1405.png"/><Relationship Id="rId1140" Type="http://schemas.openxmlformats.org/officeDocument/2006/relationships/customXml" Target="../ink/ink1512.xml"/><Relationship Id="rId84" Type="http://schemas.openxmlformats.org/officeDocument/2006/relationships/customXml" Target="../ink/ink983.xml"/><Relationship Id="rId387" Type="http://schemas.openxmlformats.org/officeDocument/2006/relationships/image" Target="../media/image1122.png"/><Relationship Id="rId510" Type="http://schemas.openxmlformats.org/officeDocument/2006/relationships/customXml" Target="../ink/ink1197.xml"/><Relationship Id="rId594" Type="http://schemas.openxmlformats.org/officeDocument/2006/relationships/customXml" Target="../ink/ink1239.xml"/><Relationship Id="rId608" Type="http://schemas.openxmlformats.org/officeDocument/2006/relationships/customXml" Target="../ink/ink1246.xml"/><Relationship Id="rId815" Type="http://schemas.openxmlformats.org/officeDocument/2006/relationships/image" Target="../media/image1335.png"/><Relationship Id="rId247" Type="http://schemas.openxmlformats.org/officeDocument/2006/relationships/customXml" Target="../ink/ink1065.xml"/><Relationship Id="rId899" Type="http://schemas.openxmlformats.org/officeDocument/2006/relationships/image" Target="../media/image1377.png"/><Relationship Id="rId1000" Type="http://schemas.openxmlformats.org/officeDocument/2006/relationships/customXml" Target="../ink/ink1442.xml"/><Relationship Id="rId1084" Type="http://schemas.openxmlformats.org/officeDocument/2006/relationships/customXml" Target="../ink/ink1484.xml"/><Relationship Id="rId107" Type="http://schemas.openxmlformats.org/officeDocument/2006/relationships/customXml" Target="../ink/ink995.xml"/><Relationship Id="rId454" Type="http://schemas.openxmlformats.org/officeDocument/2006/relationships/customXml" Target="../ink/ink1169.xml"/><Relationship Id="rId661" Type="http://schemas.openxmlformats.org/officeDocument/2006/relationships/image" Target="../media/image1258.png"/><Relationship Id="rId759" Type="http://schemas.openxmlformats.org/officeDocument/2006/relationships/image" Target="../media/image1307.png"/><Relationship Id="rId966" Type="http://schemas.openxmlformats.org/officeDocument/2006/relationships/customXml" Target="../ink/ink1425.xml"/><Relationship Id="rId11" Type="http://schemas.openxmlformats.org/officeDocument/2006/relationships/image" Target="../media/image939.png"/><Relationship Id="rId314" Type="http://schemas.openxmlformats.org/officeDocument/2006/relationships/customXml" Target="../ink/ink1099.xml"/><Relationship Id="rId398" Type="http://schemas.openxmlformats.org/officeDocument/2006/relationships/customXml" Target="../ink/ink1141.xml"/><Relationship Id="rId521" Type="http://schemas.openxmlformats.org/officeDocument/2006/relationships/image" Target="../media/image1189.png"/><Relationship Id="rId619" Type="http://schemas.openxmlformats.org/officeDocument/2006/relationships/image" Target="../media/image1237.png"/><Relationship Id="rId1151" Type="http://schemas.openxmlformats.org/officeDocument/2006/relationships/image" Target="../media/image1503.png"/><Relationship Id="rId95" Type="http://schemas.openxmlformats.org/officeDocument/2006/relationships/image" Target="../media/image980.png"/><Relationship Id="rId160" Type="http://schemas.openxmlformats.org/officeDocument/2006/relationships/image" Target="../media/image1012.png"/><Relationship Id="rId826" Type="http://schemas.openxmlformats.org/officeDocument/2006/relationships/customXml" Target="../ink/ink1355.xml"/><Relationship Id="rId1011" Type="http://schemas.openxmlformats.org/officeDocument/2006/relationships/image" Target="../media/image1433.png"/><Relationship Id="rId1109" Type="http://schemas.openxmlformats.org/officeDocument/2006/relationships/image" Target="../media/image1482.png"/><Relationship Id="rId258" Type="http://schemas.openxmlformats.org/officeDocument/2006/relationships/image" Target="../media/image1060.png"/><Relationship Id="rId465" Type="http://schemas.openxmlformats.org/officeDocument/2006/relationships/image" Target="../media/image1161.png"/><Relationship Id="rId672" Type="http://schemas.openxmlformats.org/officeDocument/2006/relationships/customXml" Target="../ink/ink1278.xml"/><Relationship Id="rId1095" Type="http://schemas.openxmlformats.org/officeDocument/2006/relationships/image" Target="../media/image1475.png"/><Relationship Id="rId22" Type="http://schemas.openxmlformats.org/officeDocument/2006/relationships/customXml" Target="../ink/ink952.xml"/><Relationship Id="rId118" Type="http://schemas.openxmlformats.org/officeDocument/2006/relationships/image" Target="../media/image991.png"/><Relationship Id="rId325" Type="http://schemas.openxmlformats.org/officeDocument/2006/relationships/image" Target="../media/image1092.png"/><Relationship Id="rId532" Type="http://schemas.openxmlformats.org/officeDocument/2006/relationships/customXml" Target="../ink/ink1208.xml"/><Relationship Id="rId977" Type="http://schemas.openxmlformats.org/officeDocument/2006/relationships/image" Target="../media/image1416.png"/><Relationship Id="rId1162" Type="http://schemas.openxmlformats.org/officeDocument/2006/relationships/customXml" Target="../ink/ink1523.xml"/><Relationship Id="rId171" Type="http://schemas.openxmlformats.org/officeDocument/2006/relationships/customXml" Target="../ink/ink1027.xml"/><Relationship Id="rId837" Type="http://schemas.openxmlformats.org/officeDocument/2006/relationships/image" Target="../media/image1346.png"/><Relationship Id="rId1022" Type="http://schemas.openxmlformats.org/officeDocument/2006/relationships/customXml" Target="../ink/ink1453.xml"/><Relationship Id="rId269" Type="http://schemas.openxmlformats.org/officeDocument/2006/relationships/image" Target="../media/image1065.png"/><Relationship Id="rId476" Type="http://schemas.openxmlformats.org/officeDocument/2006/relationships/customXml" Target="../ink/ink1180.xml"/><Relationship Id="rId683" Type="http://schemas.openxmlformats.org/officeDocument/2006/relationships/image" Target="../media/image1269.png"/><Relationship Id="rId890" Type="http://schemas.openxmlformats.org/officeDocument/2006/relationships/customXml" Target="../ink/ink1387.xml"/><Relationship Id="rId904" Type="http://schemas.openxmlformats.org/officeDocument/2006/relationships/customXml" Target="../ink/ink1394.xml"/><Relationship Id="rId33" Type="http://schemas.openxmlformats.org/officeDocument/2006/relationships/image" Target="../media/image950.png"/><Relationship Id="rId129" Type="http://schemas.openxmlformats.org/officeDocument/2006/relationships/customXml" Target="../ink/ink1006.xml"/><Relationship Id="rId336" Type="http://schemas.openxmlformats.org/officeDocument/2006/relationships/customXml" Target="../ink/ink1110.xml"/><Relationship Id="rId543" Type="http://schemas.openxmlformats.org/officeDocument/2006/relationships/image" Target="../media/image1200.png"/><Relationship Id="rId988" Type="http://schemas.openxmlformats.org/officeDocument/2006/relationships/customXml" Target="../ink/ink1436.xml"/><Relationship Id="rId1173" Type="http://schemas.openxmlformats.org/officeDocument/2006/relationships/image" Target="../media/image1514.png"/><Relationship Id="rId182" Type="http://schemas.openxmlformats.org/officeDocument/2006/relationships/image" Target="../media/image1023.png"/><Relationship Id="rId403" Type="http://schemas.openxmlformats.org/officeDocument/2006/relationships/image" Target="../media/image1130.png"/><Relationship Id="rId750" Type="http://schemas.openxmlformats.org/officeDocument/2006/relationships/customXml" Target="../ink/ink1317.xml"/><Relationship Id="rId848" Type="http://schemas.openxmlformats.org/officeDocument/2006/relationships/customXml" Target="../ink/ink1366.xml"/><Relationship Id="rId1033" Type="http://schemas.openxmlformats.org/officeDocument/2006/relationships/image" Target="../media/image1444.png"/><Relationship Id="rId487" Type="http://schemas.openxmlformats.org/officeDocument/2006/relationships/image" Target="../media/image1172.png"/><Relationship Id="rId610" Type="http://schemas.openxmlformats.org/officeDocument/2006/relationships/customXml" Target="../ink/ink1247.xml"/><Relationship Id="rId694" Type="http://schemas.openxmlformats.org/officeDocument/2006/relationships/customXml" Target="../ink/ink1289.xml"/><Relationship Id="rId708" Type="http://schemas.openxmlformats.org/officeDocument/2006/relationships/customXml" Target="../ink/ink1296.xml"/><Relationship Id="rId915" Type="http://schemas.openxmlformats.org/officeDocument/2006/relationships/image" Target="../media/image1385.png"/><Relationship Id="rId347" Type="http://schemas.openxmlformats.org/officeDocument/2006/relationships/image" Target="../media/image1102.png"/><Relationship Id="rId999" Type="http://schemas.openxmlformats.org/officeDocument/2006/relationships/image" Target="../media/image1427.png"/><Relationship Id="rId1100" Type="http://schemas.openxmlformats.org/officeDocument/2006/relationships/customXml" Target="../ink/ink1492.xml"/><Relationship Id="rId1184" Type="http://schemas.openxmlformats.org/officeDocument/2006/relationships/customXml" Target="../ink/ink1534.xml"/><Relationship Id="rId44" Type="http://schemas.openxmlformats.org/officeDocument/2006/relationships/customXml" Target="../ink/ink963.xml"/><Relationship Id="rId554" Type="http://schemas.openxmlformats.org/officeDocument/2006/relationships/customXml" Target="../ink/ink1219.xml"/><Relationship Id="rId761" Type="http://schemas.openxmlformats.org/officeDocument/2006/relationships/image" Target="../media/image1308.png"/><Relationship Id="rId859" Type="http://schemas.openxmlformats.org/officeDocument/2006/relationships/image" Target="../media/image1357.png"/><Relationship Id="rId193" Type="http://schemas.openxmlformats.org/officeDocument/2006/relationships/customXml" Target="../ink/ink1038.xml"/><Relationship Id="rId207" Type="http://schemas.openxmlformats.org/officeDocument/2006/relationships/customXml" Target="../ink/ink1045.xml"/><Relationship Id="rId414" Type="http://schemas.openxmlformats.org/officeDocument/2006/relationships/customXml" Target="../ink/ink1149.xml"/><Relationship Id="rId498" Type="http://schemas.openxmlformats.org/officeDocument/2006/relationships/customXml" Target="../ink/ink1191.xml"/><Relationship Id="rId621" Type="http://schemas.openxmlformats.org/officeDocument/2006/relationships/image" Target="../media/image1238.png"/><Relationship Id="rId1044" Type="http://schemas.openxmlformats.org/officeDocument/2006/relationships/customXml" Target="../ink/ink1464.xml"/><Relationship Id="rId260" Type="http://schemas.openxmlformats.org/officeDocument/2006/relationships/image" Target="../media/image1061.png"/><Relationship Id="rId719" Type="http://schemas.openxmlformats.org/officeDocument/2006/relationships/image" Target="../media/image1287.png"/><Relationship Id="rId926" Type="http://schemas.openxmlformats.org/officeDocument/2006/relationships/customXml" Target="../ink/ink1405.xml"/><Relationship Id="rId1111" Type="http://schemas.openxmlformats.org/officeDocument/2006/relationships/image" Target="../media/image1483.png"/><Relationship Id="rId55" Type="http://schemas.openxmlformats.org/officeDocument/2006/relationships/image" Target="../media/image960.png"/><Relationship Id="rId120" Type="http://schemas.openxmlformats.org/officeDocument/2006/relationships/image" Target="../media/image992.png"/><Relationship Id="rId358" Type="http://schemas.openxmlformats.org/officeDocument/2006/relationships/customXml" Target="../ink/ink1121.xml"/><Relationship Id="rId565" Type="http://schemas.openxmlformats.org/officeDocument/2006/relationships/image" Target="../media/image1211.png"/><Relationship Id="rId772" Type="http://schemas.openxmlformats.org/officeDocument/2006/relationships/customXml" Target="../ink/ink1328.xml"/><Relationship Id="rId218" Type="http://schemas.openxmlformats.org/officeDocument/2006/relationships/image" Target="../media/image1041.png"/><Relationship Id="rId425" Type="http://schemas.openxmlformats.org/officeDocument/2006/relationships/image" Target="../media/image1141.png"/><Relationship Id="rId632" Type="http://schemas.openxmlformats.org/officeDocument/2006/relationships/customXml" Target="../ink/ink1258.xml"/><Relationship Id="rId1055" Type="http://schemas.openxmlformats.org/officeDocument/2006/relationships/image" Target="../media/image1455.png"/><Relationship Id="rId271" Type="http://schemas.openxmlformats.org/officeDocument/2006/relationships/image" Target="../media/image1066.png"/><Relationship Id="rId937" Type="http://schemas.openxmlformats.org/officeDocument/2006/relationships/image" Target="../media/image1396.png"/><Relationship Id="rId1122" Type="http://schemas.openxmlformats.org/officeDocument/2006/relationships/customXml" Target="../ink/ink1503.xml"/><Relationship Id="rId66" Type="http://schemas.openxmlformats.org/officeDocument/2006/relationships/customXml" Target="../ink/ink974.xml"/><Relationship Id="rId131" Type="http://schemas.openxmlformats.org/officeDocument/2006/relationships/customXml" Target="../ink/ink1007.xml"/><Relationship Id="rId369" Type="http://schemas.openxmlformats.org/officeDocument/2006/relationships/image" Target="../media/image1113.png"/><Relationship Id="rId576" Type="http://schemas.openxmlformats.org/officeDocument/2006/relationships/customXml" Target="../ink/ink1230.xml"/><Relationship Id="rId783" Type="http://schemas.openxmlformats.org/officeDocument/2006/relationships/image" Target="../media/image1319.png"/><Relationship Id="rId990" Type="http://schemas.openxmlformats.org/officeDocument/2006/relationships/customXml" Target="../ink/ink1437.xml"/><Relationship Id="rId229" Type="http://schemas.openxmlformats.org/officeDocument/2006/relationships/customXml" Target="../ink/ink1056.xml"/><Relationship Id="rId436" Type="http://schemas.openxmlformats.org/officeDocument/2006/relationships/customXml" Target="../ink/ink1160.xml"/><Relationship Id="rId643" Type="http://schemas.openxmlformats.org/officeDocument/2006/relationships/image" Target="../media/image1249.png"/><Relationship Id="rId1066" Type="http://schemas.openxmlformats.org/officeDocument/2006/relationships/customXml" Target="../ink/ink1475.xml"/><Relationship Id="rId850" Type="http://schemas.openxmlformats.org/officeDocument/2006/relationships/customXml" Target="../ink/ink1367.xml"/><Relationship Id="rId948" Type="http://schemas.openxmlformats.org/officeDocument/2006/relationships/customXml" Target="../ink/ink1416.xml"/><Relationship Id="rId1133" Type="http://schemas.openxmlformats.org/officeDocument/2006/relationships/image" Target="../media/image1494.png"/><Relationship Id="rId77" Type="http://schemas.openxmlformats.org/officeDocument/2006/relationships/image" Target="../media/image971.png"/><Relationship Id="rId282" Type="http://schemas.openxmlformats.org/officeDocument/2006/relationships/customXml" Target="../ink/ink1083.xml"/><Relationship Id="rId503" Type="http://schemas.openxmlformats.org/officeDocument/2006/relationships/image" Target="../media/image1180.png"/><Relationship Id="rId587" Type="http://schemas.openxmlformats.org/officeDocument/2006/relationships/image" Target="../media/image1221.png"/><Relationship Id="rId710" Type="http://schemas.openxmlformats.org/officeDocument/2006/relationships/customXml" Target="../ink/ink1297.xml"/><Relationship Id="rId808" Type="http://schemas.openxmlformats.org/officeDocument/2006/relationships/customXml" Target="../ink/ink1346.xml"/><Relationship Id="rId8" Type="http://schemas.openxmlformats.org/officeDocument/2006/relationships/customXml" Target="../ink/ink945.xml"/><Relationship Id="rId142" Type="http://schemas.openxmlformats.org/officeDocument/2006/relationships/image" Target="../media/image1003.png"/><Relationship Id="rId447" Type="http://schemas.openxmlformats.org/officeDocument/2006/relationships/image" Target="../media/image1152.png"/><Relationship Id="rId794" Type="http://schemas.openxmlformats.org/officeDocument/2006/relationships/customXml" Target="../ink/ink1339.xml"/><Relationship Id="rId1077" Type="http://schemas.openxmlformats.org/officeDocument/2006/relationships/image" Target="../media/image1466.png"/><Relationship Id="rId654" Type="http://schemas.openxmlformats.org/officeDocument/2006/relationships/customXml" Target="../ink/ink1269.xml"/><Relationship Id="rId861" Type="http://schemas.openxmlformats.org/officeDocument/2006/relationships/image" Target="../media/image1358.png"/><Relationship Id="rId959" Type="http://schemas.openxmlformats.org/officeDocument/2006/relationships/image" Target="../media/image1407.png"/><Relationship Id="rId293" Type="http://schemas.openxmlformats.org/officeDocument/2006/relationships/image" Target="../media/image1077.png"/><Relationship Id="rId307" Type="http://schemas.openxmlformats.org/officeDocument/2006/relationships/image" Target="../media/image1084.png"/><Relationship Id="rId514" Type="http://schemas.openxmlformats.org/officeDocument/2006/relationships/customXml" Target="../ink/ink1199.xml"/><Relationship Id="rId721" Type="http://schemas.openxmlformats.org/officeDocument/2006/relationships/image" Target="../media/image1288.png"/><Relationship Id="rId1144" Type="http://schemas.openxmlformats.org/officeDocument/2006/relationships/customXml" Target="../ink/ink1514.xml"/><Relationship Id="rId88" Type="http://schemas.openxmlformats.org/officeDocument/2006/relationships/customXml" Target="../ink/ink985.xml"/><Relationship Id="rId153" Type="http://schemas.openxmlformats.org/officeDocument/2006/relationships/customXml" Target="../ink/ink1018.xml"/><Relationship Id="rId360" Type="http://schemas.openxmlformats.org/officeDocument/2006/relationships/customXml" Target="../ink/ink1122.xml"/><Relationship Id="rId598" Type="http://schemas.openxmlformats.org/officeDocument/2006/relationships/customXml" Target="../ink/ink1241.xml"/><Relationship Id="rId819" Type="http://schemas.openxmlformats.org/officeDocument/2006/relationships/image" Target="../media/image1337.png"/><Relationship Id="rId1004" Type="http://schemas.openxmlformats.org/officeDocument/2006/relationships/customXml" Target="../ink/ink1444.xml"/><Relationship Id="rId220" Type="http://schemas.openxmlformats.org/officeDocument/2006/relationships/image" Target="../media/image1042.png"/><Relationship Id="rId458" Type="http://schemas.openxmlformats.org/officeDocument/2006/relationships/customXml" Target="../ink/ink1171.xml"/><Relationship Id="rId665" Type="http://schemas.openxmlformats.org/officeDocument/2006/relationships/image" Target="../media/image1260.png"/><Relationship Id="rId872" Type="http://schemas.openxmlformats.org/officeDocument/2006/relationships/customXml" Target="../ink/ink1378.xml"/><Relationship Id="rId1088" Type="http://schemas.openxmlformats.org/officeDocument/2006/relationships/customXml" Target="../ink/ink1486.xml"/><Relationship Id="rId15" Type="http://schemas.openxmlformats.org/officeDocument/2006/relationships/image" Target="../media/image941.png"/><Relationship Id="rId318" Type="http://schemas.openxmlformats.org/officeDocument/2006/relationships/customXml" Target="../ink/ink1101.xml"/><Relationship Id="rId525" Type="http://schemas.openxmlformats.org/officeDocument/2006/relationships/image" Target="../media/image1191.png"/><Relationship Id="rId732" Type="http://schemas.openxmlformats.org/officeDocument/2006/relationships/customXml" Target="../ink/ink1308.xml"/><Relationship Id="rId1155" Type="http://schemas.openxmlformats.org/officeDocument/2006/relationships/image" Target="../media/image1505.png"/><Relationship Id="rId99" Type="http://schemas.openxmlformats.org/officeDocument/2006/relationships/image" Target="../media/image982.png"/><Relationship Id="rId164" Type="http://schemas.openxmlformats.org/officeDocument/2006/relationships/image" Target="../media/image1014.png"/><Relationship Id="rId371" Type="http://schemas.openxmlformats.org/officeDocument/2006/relationships/image" Target="../media/image1114.png"/><Relationship Id="rId1015" Type="http://schemas.openxmlformats.org/officeDocument/2006/relationships/image" Target="../media/image1435.png"/><Relationship Id="rId469" Type="http://schemas.openxmlformats.org/officeDocument/2006/relationships/image" Target="../media/image1163.png"/><Relationship Id="rId676" Type="http://schemas.openxmlformats.org/officeDocument/2006/relationships/customXml" Target="../ink/ink1280.xml"/><Relationship Id="rId883" Type="http://schemas.openxmlformats.org/officeDocument/2006/relationships/image" Target="../media/image1369.png"/><Relationship Id="rId1099" Type="http://schemas.openxmlformats.org/officeDocument/2006/relationships/image" Target="../media/image1477.png"/><Relationship Id="rId26" Type="http://schemas.openxmlformats.org/officeDocument/2006/relationships/customXml" Target="../ink/ink954.xml"/><Relationship Id="rId231" Type="http://schemas.openxmlformats.org/officeDocument/2006/relationships/customXml" Target="../ink/ink1057.xml"/><Relationship Id="rId329" Type="http://schemas.openxmlformats.org/officeDocument/2006/relationships/image" Target="../media/image1094.png"/><Relationship Id="rId536" Type="http://schemas.openxmlformats.org/officeDocument/2006/relationships/customXml" Target="../ink/ink1210.xml"/><Relationship Id="rId1166" Type="http://schemas.openxmlformats.org/officeDocument/2006/relationships/customXml" Target="../ink/ink1525.xml"/><Relationship Id="rId175" Type="http://schemas.openxmlformats.org/officeDocument/2006/relationships/customXml" Target="../ink/ink1029.xml"/><Relationship Id="rId743" Type="http://schemas.openxmlformats.org/officeDocument/2006/relationships/image" Target="../media/image1299.png"/><Relationship Id="rId950" Type="http://schemas.openxmlformats.org/officeDocument/2006/relationships/customXml" Target="../ink/ink1417.xml"/><Relationship Id="rId1026" Type="http://schemas.openxmlformats.org/officeDocument/2006/relationships/customXml" Target="../ink/ink1455.xml"/><Relationship Id="rId382" Type="http://schemas.openxmlformats.org/officeDocument/2006/relationships/customXml" Target="../ink/ink1133.xml"/><Relationship Id="rId603" Type="http://schemas.openxmlformats.org/officeDocument/2006/relationships/image" Target="../media/image1229.png"/><Relationship Id="rId687" Type="http://schemas.openxmlformats.org/officeDocument/2006/relationships/image" Target="../media/image1271.png"/><Relationship Id="rId810" Type="http://schemas.openxmlformats.org/officeDocument/2006/relationships/customXml" Target="../ink/ink1347.xml"/><Relationship Id="rId908" Type="http://schemas.openxmlformats.org/officeDocument/2006/relationships/customXml" Target="../ink/ink1396.xml"/><Relationship Id="rId242" Type="http://schemas.openxmlformats.org/officeDocument/2006/relationships/image" Target="../media/image1053.png"/><Relationship Id="rId894" Type="http://schemas.openxmlformats.org/officeDocument/2006/relationships/customXml" Target="../ink/ink1389.xml"/><Relationship Id="rId1177" Type="http://schemas.openxmlformats.org/officeDocument/2006/relationships/image" Target="../media/image1516.png"/><Relationship Id="rId37" Type="http://schemas.openxmlformats.org/officeDocument/2006/relationships/image" Target="../media/image952.png"/><Relationship Id="rId102" Type="http://schemas.openxmlformats.org/officeDocument/2006/relationships/image" Target="../media/image983.png"/><Relationship Id="rId547" Type="http://schemas.openxmlformats.org/officeDocument/2006/relationships/image" Target="../media/image1202.png"/><Relationship Id="rId754" Type="http://schemas.openxmlformats.org/officeDocument/2006/relationships/customXml" Target="../ink/ink1319.xml"/><Relationship Id="rId961" Type="http://schemas.openxmlformats.org/officeDocument/2006/relationships/image" Target="../media/image1408.png"/><Relationship Id="rId90" Type="http://schemas.openxmlformats.org/officeDocument/2006/relationships/customXml" Target="../ink/ink986.xml"/><Relationship Id="rId186" Type="http://schemas.openxmlformats.org/officeDocument/2006/relationships/image" Target="../media/image1025.png"/><Relationship Id="rId393" Type="http://schemas.openxmlformats.org/officeDocument/2006/relationships/image" Target="../media/image1125.png"/><Relationship Id="rId407" Type="http://schemas.openxmlformats.org/officeDocument/2006/relationships/image" Target="../media/image1132.png"/><Relationship Id="rId614" Type="http://schemas.openxmlformats.org/officeDocument/2006/relationships/customXml" Target="../ink/ink1249.xml"/><Relationship Id="rId821" Type="http://schemas.openxmlformats.org/officeDocument/2006/relationships/image" Target="../media/image1338.png"/><Relationship Id="rId1037" Type="http://schemas.openxmlformats.org/officeDocument/2006/relationships/image" Target="../media/image1446.png"/><Relationship Id="rId253" Type="http://schemas.openxmlformats.org/officeDocument/2006/relationships/customXml" Target="../ink/ink1068.xml"/><Relationship Id="rId460" Type="http://schemas.openxmlformats.org/officeDocument/2006/relationships/customXml" Target="../ink/ink1172.xml"/><Relationship Id="rId698" Type="http://schemas.openxmlformats.org/officeDocument/2006/relationships/customXml" Target="../ink/ink1291.xml"/><Relationship Id="rId919" Type="http://schemas.openxmlformats.org/officeDocument/2006/relationships/image" Target="../media/image1387.png"/><Relationship Id="rId1090" Type="http://schemas.openxmlformats.org/officeDocument/2006/relationships/customXml" Target="../ink/ink1487.xml"/><Relationship Id="rId1104" Type="http://schemas.openxmlformats.org/officeDocument/2006/relationships/customXml" Target="../ink/ink1494.xml"/><Relationship Id="rId48" Type="http://schemas.openxmlformats.org/officeDocument/2006/relationships/customXml" Target="../ink/ink965.xml"/><Relationship Id="rId113" Type="http://schemas.openxmlformats.org/officeDocument/2006/relationships/customXml" Target="../ink/ink998.xml"/><Relationship Id="rId320" Type="http://schemas.openxmlformats.org/officeDocument/2006/relationships/customXml" Target="../ink/ink1102.xml"/><Relationship Id="rId558" Type="http://schemas.openxmlformats.org/officeDocument/2006/relationships/customXml" Target="../ink/ink1221.xml"/><Relationship Id="rId765" Type="http://schemas.openxmlformats.org/officeDocument/2006/relationships/image" Target="../media/image1310.png"/><Relationship Id="rId972" Type="http://schemas.openxmlformats.org/officeDocument/2006/relationships/customXml" Target="../ink/ink1428.xml"/><Relationship Id="rId1188" Type="http://schemas.openxmlformats.org/officeDocument/2006/relationships/customXml" Target="../ink/ink1536.xml"/><Relationship Id="rId197" Type="http://schemas.openxmlformats.org/officeDocument/2006/relationships/customXml" Target="../ink/ink1040.xml"/><Relationship Id="rId418" Type="http://schemas.openxmlformats.org/officeDocument/2006/relationships/customXml" Target="../ink/ink1151.xml"/><Relationship Id="rId625" Type="http://schemas.openxmlformats.org/officeDocument/2006/relationships/image" Target="../media/image1240.png"/><Relationship Id="rId832" Type="http://schemas.openxmlformats.org/officeDocument/2006/relationships/customXml" Target="../ink/ink1358.xml"/><Relationship Id="rId1048" Type="http://schemas.openxmlformats.org/officeDocument/2006/relationships/customXml" Target="../ink/ink1466.xml"/><Relationship Id="rId264" Type="http://schemas.openxmlformats.org/officeDocument/2006/relationships/image" Target="../media/image1063.png"/><Relationship Id="rId471" Type="http://schemas.openxmlformats.org/officeDocument/2006/relationships/image" Target="../media/image1164.png"/><Relationship Id="rId1115" Type="http://schemas.openxmlformats.org/officeDocument/2006/relationships/image" Target="../media/image1485.png"/><Relationship Id="rId59" Type="http://schemas.openxmlformats.org/officeDocument/2006/relationships/image" Target="../media/image962.png"/><Relationship Id="rId124" Type="http://schemas.openxmlformats.org/officeDocument/2006/relationships/image" Target="../media/image994.png"/><Relationship Id="rId569" Type="http://schemas.openxmlformats.org/officeDocument/2006/relationships/image" Target="../media/image1213.png"/><Relationship Id="rId776" Type="http://schemas.openxmlformats.org/officeDocument/2006/relationships/customXml" Target="../ink/ink1330.xml"/><Relationship Id="rId983" Type="http://schemas.openxmlformats.org/officeDocument/2006/relationships/image" Target="../media/image1419.png"/><Relationship Id="rId331" Type="http://schemas.openxmlformats.org/officeDocument/2006/relationships/image" Target="../media/image1095.png"/><Relationship Id="rId429" Type="http://schemas.openxmlformats.org/officeDocument/2006/relationships/image" Target="../media/image1143.png"/><Relationship Id="rId636" Type="http://schemas.openxmlformats.org/officeDocument/2006/relationships/customXml" Target="../ink/ink1260.xml"/><Relationship Id="rId1059" Type="http://schemas.openxmlformats.org/officeDocument/2006/relationships/image" Target="../media/image1457.png"/><Relationship Id="rId843" Type="http://schemas.openxmlformats.org/officeDocument/2006/relationships/image" Target="../media/image1349.png"/><Relationship Id="rId1126" Type="http://schemas.openxmlformats.org/officeDocument/2006/relationships/customXml" Target="../ink/ink1505.xml"/><Relationship Id="rId275" Type="http://schemas.openxmlformats.org/officeDocument/2006/relationships/image" Target="../media/image1068.png"/><Relationship Id="rId482" Type="http://schemas.openxmlformats.org/officeDocument/2006/relationships/customXml" Target="../ink/ink1183.xml"/><Relationship Id="rId703" Type="http://schemas.openxmlformats.org/officeDocument/2006/relationships/image" Target="../media/image1279.png"/><Relationship Id="rId910" Type="http://schemas.openxmlformats.org/officeDocument/2006/relationships/customXml" Target="../ink/ink1397.xml"/><Relationship Id="rId135" Type="http://schemas.openxmlformats.org/officeDocument/2006/relationships/customXml" Target="../ink/ink1009.xml"/><Relationship Id="rId342" Type="http://schemas.openxmlformats.org/officeDocument/2006/relationships/customXml" Target="../ink/ink1113.xml"/><Relationship Id="rId787" Type="http://schemas.openxmlformats.org/officeDocument/2006/relationships/image" Target="../media/image1321.png"/><Relationship Id="rId994" Type="http://schemas.openxmlformats.org/officeDocument/2006/relationships/customXml" Target="../ink/ink1439.xml"/><Relationship Id="rId202" Type="http://schemas.openxmlformats.org/officeDocument/2006/relationships/image" Target="../media/image1033.png"/><Relationship Id="rId647" Type="http://schemas.openxmlformats.org/officeDocument/2006/relationships/image" Target="../media/image1251.png"/><Relationship Id="rId854" Type="http://schemas.openxmlformats.org/officeDocument/2006/relationships/customXml" Target="../ink/ink1369.xml"/><Relationship Id="rId286" Type="http://schemas.openxmlformats.org/officeDocument/2006/relationships/customXml" Target="../ink/ink1085.xml"/><Relationship Id="rId493" Type="http://schemas.openxmlformats.org/officeDocument/2006/relationships/image" Target="../media/image1175.png"/><Relationship Id="rId507" Type="http://schemas.openxmlformats.org/officeDocument/2006/relationships/image" Target="../media/image1182.png"/><Relationship Id="rId714" Type="http://schemas.openxmlformats.org/officeDocument/2006/relationships/customXml" Target="../ink/ink1299.xml"/><Relationship Id="rId921" Type="http://schemas.openxmlformats.org/officeDocument/2006/relationships/image" Target="../media/image1388.png"/><Relationship Id="rId1137" Type="http://schemas.openxmlformats.org/officeDocument/2006/relationships/image" Target="../media/image1496.png"/><Relationship Id="rId50" Type="http://schemas.openxmlformats.org/officeDocument/2006/relationships/customXml" Target="../ink/ink966.xml"/><Relationship Id="rId146" Type="http://schemas.openxmlformats.org/officeDocument/2006/relationships/image" Target="../media/image1005.png"/><Relationship Id="rId353" Type="http://schemas.openxmlformats.org/officeDocument/2006/relationships/image" Target="../media/image1105.png"/><Relationship Id="rId560" Type="http://schemas.openxmlformats.org/officeDocument/2006/relationships/customXml" Target="../ink/ink1222.xml"/><Relationship Id="rId798" Type="http://schemas.openxmlformats.org/officeDocument/2006/relationships/customXml" Target="../ink/ink1341.xml"/><Relationship Id="rId213" Type="http://schemas.openxmlformats.org/officeDocument/2006/relationships/customXml" Target="../ink/ink1048.xml"/><Relationship Id="rId420" Type="http://schemas.openxmlformats.org/officeDocument/2006/relationships/customXml" Target="../ink/ink1152.xml"/><Relationship Id="rId658" Type="http://schemas.openxmlformats.org/officeDocument/2006/relationships/customXml" Target="../ink/ink1271.xml"/><Relationship Id="rId865" Type="http://schemas.openxmlformats.org/officeDocument/2006/relationships/image" Target="../media/image1360.png"/><Relationship Id="rId1050" Type="http://schemas.openxmlformats.org/officeDocument/2006/relationships/customXml" Target="../ink/ink1467.xml"/><Relationship Id="rId297" Type="http://schemas.openxmlformats.org/officeDocument/2006/relationships/image" Target="../media/image1079.png"/><Relationship Id="rId518" Type="http://schemas.openxmlformats.org/officeDocument/2006/relationships/customXml" Target="../ink/ink1201.xml"/><Relationship Id="rId725" Type="http://schemas.openxmlformats.org/officeDocument/2006/relationships/image" Target="../media/image1290.png"/><Relationship Id="rId932" Type="http://schemas.openxmlformats.org/officeDocument/2006/relationships/customXml" Target="../ink/ink1408.xml"/><Relationship Id="rId1148" Type="http://schemas.openxmlformats.org/officeDocument/2006/relationships/customXml" Target="../ink/ink1516.xml"/><Relationship Id="rId157" Type="http://schemas.openxmlformats.org/officeDocument/2006/relationships/customXml" Target="../ink/ink1020.xml"/><Relationship Id="rId364" Type="http://schemas.openxmlformats.org/officeDocument/2006/relationships/customXml" Target="../ink/ink1124.xml"/><Relationship Id="rId1008" Type="http://schemas.openxmlformats.org/officeDocument/2006/relationships/customXml" Target="../ink/ink1446.xml"/><Relationship Id="rId61" Type="http://schemas.openxmlformats.org/officeDocument/2006/relationships/image" Target="../media/image963.png"/><Relationship Id="rId571" Type="http://schemas.openxmlformats.org/officeDocument/2006/relationships/image" Target="../media/image1214.png"/><Relationship Id="rId669" Type="http://schemas.openxmlformats.org/officeDocument/2006/relationships/image" Target="../media/image1262.png"/><Relationship Id="rId876" Type="http://schemas.openxmlformats.org/officeDocument/2006/relationships/customXml" Target="../ink/ink1380.xml"/><Relationship Id="rId19" Type="http://schemas.openxmlformats.org/officeDocument/2006/relationships/image" Target="../media/image943.png"/><Relationship Id="rId224" Type="http://schemas.openxmlformats.org/officeDocument/2006/relationships/image" Target="../media/image1044.png"/><Relationship Id="rId431" Type="http://schemas.openxmlformats.org/officeDocument/2006/relationships/image" Target="../media/image1144.png"/><Relationship Id="rId529" Type="http://schemas.openxmlformats.org/officeDocument/2006/relationships/image" Target="../media/image1193.png"/><Relationship Id="rId736" Type="http://schemas.openxmlformats.org/officeDocument/2006/relationships/customXml" Target="../ink/ink1310.xml"/><Relationship Id="rId1061" Type="http://schemas.openxmlformats.org/officeDocument/2006/relationships/image" Target="../media/image1458.png"/><Relationship Id="rId1159" Type="http://schemas.openxmlformats.org/officeDocument/2006/relationships/image" Target="../media/image1507.png"/><Relationship Id="rId168" Type="http://schemas.openxmlformats.org/officeDocument/2006/relationships/image" Target="../media/image1016.png"/><Relationship Id="rId943" Type="http://schemas.openxmlformats.org/officeDocument/2006/relationships/image" Target="../media/image1399.png"/><Relationship Id="rId1019" Type="http://schemas.openxmlformats.org/officeDocument/2006/relationships/image" Target="../media/image1437.png"/><Relationship Id="rId72" Type="http://schemas.openxmlformats.org/officeDocument/2006/relationships/customXml" Target="../ink/ink977.xml"/><Relationship Id="rId375" Type="http://schemas.openxmlformats.org/officeDocument/2006/relationships/image" Target="../media/image1116.png"/><Relationship Id="rId582" Type="http://schemas.openxmlformats.org/officeDocument/2006/relationships/customXml" Target="../ink/ink1233.xml"/><Relationship Id="rId803" Type="http://schemas.openxmlformats.org/officeDocument/2006/relationships/image" Target="../media/image1329.png"/><Relationship Id="rId3" Type="http://schemas.openxmlformats.org/officeDocument/2006/relationships/image" Target="../media/image935.png"/><Relationship Id="rId235" Type="http://schemas.openxmlformats.org/officeDocument/2006/relationships/customXml" Target="../ink/ink1059.xml"/><Relationship Id="rId442" Type="http://schemas.openxmlformats.org/officeDocument/2006/relationships/customXml" Target="../ink/ink1163.xml"/><Relationship Id="rId887" Type="http://schemas.openxmlformats.org/officeDocument/2006/relationships/image" Target="../media/image1371.png"/><Relationship Id="rId1072" Type="http://schemas.openxmlformats.org/officeDocument/2006/relationships/customXml" Target="../ink/ink1478.xml"/><Relationship Id="rId302" Type="http://schemas.openxmlformats.org/officeDocument/2006/relationships/customXml" Target="../ink/ink1093.xml"/><Relationship Id="rId747" Type="http://schemas.openxmlformats.org/officeDocument/2006/relationships/image" Target="../media/image1301.png"/><Relationship Id="rId954" Type="http://schemas.openxmlformats.org/officeDocument/2006/relationships/customXml" Target="../ink/ink1419.xml"/><Relationship Id="rId83" Type="http://schemas.openxmlformats.org/officeDocument/2006/relationships/image" Target="../media/image974.png"/><Relationship Id="rId179" Type="http://schemas.openxmlformats.org/officeDocument/2006/relationships/customXml" Target="../ink/ink1031.xml"/><Relationship Id="rId386" Type="http://schemas.openxmlformats.org/officeDocument/2006/relationships/customXml" Target="../ink/ink1135.xml"/><Relationship Id="rId593" Type="http://schemas.openxmlformats.org/officeDocument/2006/relationships/image" Target="../media/image1224.png"/><Relationship Id="rId607" Type="http://schemas.openxmlformats.org/officeDocument/2006/relationships/image" Target="../media/image1231.png"/><Relationship Id="rId814" Type="http://schemas.openxmlformats.org/officeDocument/2006/relationships/customXml" Target="../ink/ink1349.xml"/><Relationship Id="rId246" Type="http://schemas.openxmlformats.org/officeDocument/2006/relationships/image" Target="../media/image1055.png"/><Relationship Id="rId453" Type="http://schemas.openxmlformats.org/officeDocument/2006/relationships/image" Target="../media/image1155.png"/><Relationship Id="rId660" Type="http://schemas.openxmlformats.org/officeDocument/2006/relationships/customXml" Target="../ink/ink1272.xml"/><Relationship Id="rId898" Type="http://schemas.openxmlformats.org/officeDocument/2006/relationships/customXml" Target="../ink/ink1391.xml"/><Relationship Id="rId1083" Type="http://schemas.openxmlformats.org/officeDocument/2006/relationships/image" Target="../media/image1469.png"/><Relationship Id="rId106" Type="http://schemas.openxmlformats.org/officeDocument/2006/relationships/image" Target="../media/image985.png"/><Relationship Id="rId313" Type="http://schemas.openxmlformats.org/officeDocument/2006/relationships/image" Target="../media/image1087.png"/><Relationship Id="rId758" Type="http://schemas.openxmlformats.org/officeDocument/2006/relationships/customXml" Target="../ink/ink1321.xml"/><Relationship Id="rId965" Type="http://schemas.openxmlformats.org/officeDocument/2006/relationships/image" Target="../media/image1410.png"/><Relationship Id="rId1150" Type="http://schemas.openxmlformats.org/officeDocument/2006/relationships/customXml" Target="../ink/ink1517.xml"/><Relationship Id="rId10" Type="http://schemas.openxmlformats.org/officeDocument/2006/relationships/customXml" Target="../ink/ink946.xml"/><Relationship Id="rId94" Type="http://schemas.openxmlformats.org/officeDocument/2006/relationships/customXml" Target="../ink/ink988.xml"/><Relationship Id="rId397" Type="http://schemas.openxmlformats.org/officeDocument/2006/relationships/image" Target="../media/image1127.png"/><Relationship Id="rId520" Type="http://schemas.openxmlformats.org/officeDocument/2006/relationships/customXml" Target="../ink/ink1202.xml"/><Relationship Id="rId618" Type="http://schemas.openxmlformats.org/officeDocument/2006/relationships/customXml" Target="../ink/ink1251.xml"/><Relationship Id="rId825" Type="http://schemas.openxmlformats.org/officeDocument/2006/relationships/image" Target="../media/image1340.png"/><Relationship Id="rId257" Type="http://schemas.openxmlformats.org/officeDocument/2006/relationships/customXml" Target="../ink/ink1070.xml"/><Relationship Id="rId464" Type="http://schemas.openxmlformats.org/officeDocument/2006/relationships/customXml" Target="../ink/ink1174.xml"/><Relationship Id="rId1010" Type="http://schemas.openxmlformats.org/officeDocument/2006/relationships/customXml" Target="../ink/ink1447.xml"/><Relationship Id="rId1094" Type="http://schemas.openxmlformats.org/officeDocument/2006/relationships/customXml" Target="../ink/ink1489.xml"/><Relationship Id="rId1108" Type="http://schemas.openxmlformats.org/officeDocument/2006/relationships/customXml" Target="../ink/ink1496.xml"/><Relationship Id="rId117" Type="http://schemas.openxmlformats.org/officeDocument/2006/relationships/customXml" Target="../ink/ink1000.xml"/><Relationship Id="rId671" Type="http://schemas.openxmlformats.org/officeDocument/2006/relationships/image" Target="../media/image1263.png"/><Relationship Id="rId769" Type="http://schemas.openxmlformats.org/officeDocument/2006/relationships/image" Target="../media/image1312.png"/><Relationship Id="rId976" Type="http://schemas.openxmlformats.org/officeDocument/2006/relationships/customXml" Target="../ink/ink1430.xml"/><Relationship Id="rId324" Type="http://schemas.openxmlformats.org/officeDocument/2006/relationships/customXml" Target="../ink/ink1104.xml"/><Relationship Id="rId531" Type="http://schemas.openxmlformats.org/officeDocument/2006/relationships/image" Target="../media/image1194.png"/><Relationship Id="rId629" Type="http://schemas.openxmlformats.org/officeDocument/2006/relationships/image" Target="../media/image1242.png"/><Relationship Id="rId1161" Type="http://schemas.openxmlformats.org/officeDocument/2006/relationships/image" Target="../media/image1508.png"/><Relationship Id="rId836" Type="http://schemas.openxmlformats.org/officeDocument/2006/relationships/customXml" Target="../ink/ink1360.xml"/><Relationship Id="rId1021" Type="http://schemas.openxmlformats.org/officeDocument/2006/relationships/image" Target="../media/image1438.png"/><Relationship Id="rId1119" Type="http://schemas.openxmlformats.org/officeDocument/2006/relationships/image" Target="../media/image1487.png"/><Relationship Id="rId903" Type="http://schemas.openxmlformats.org/officeDocument/2006/relationships/image" Target="../media/image1379.png"/><Relationship Id="rId32" Type="http://schemas.openxmlformats.org/officeDocument/2006/relationships/customXml" Target="../ink/ink957.xml"/><Relationship Id="rId181" Type="http://schemas.openxmlformats.org/officeDocument/2006/relationships/customXml" Target="../ink/ink1032.xml"/><Relationship Id="rId279" Type="http://schemas.openxmlformats.org/officeDocument/2006/relationships/image" Target="../media/image1070.png"/><Relationship Id="rId486" Type="http://schemas.openxmlformats.org/officeDocument/2006/relationships/customXml" Target="../ink/ink1185.xml"/><Relationship Id="rId693" Type="http://schemas.openxmlformats.org/officeDocument/2006/relationships/image" Target="../media/image1274.png"/><Relationship Id="rId139" Type="http://schemas.openxmlformats.org/officeDocument/2006/relationships/customXml" Target="../ink/ink1011.xml"/><Relationship Id="rId346" Type="http://schemas.openxmlformats.org/officeDocument/2006/relationships/customXml" Target="../ink/ink1115.xml"/><Relationship Id="rId553" Type="http://schemas.openxmlformats.org/officeDocument/2006/relationships/image" Target="../media/image1205.png"/><Relationship Id="rId760" Type="http://schemas.openxmlformats.org/officeDocument/2006/relationships/customXml" Target="../ink/ink1322.xml"/><Relationship Id="rId998" Type="http://schemas.openxmlformats.org/officeDocument/2006/relationships/customXml" Target="../ink/ink1441.xml"/><Relationship Id="rId1183" Type="http://schemas.openxmlformats.org/officeDocument/2006/relationships/image" Target="../media/image1519.png"/><Relationship Id="rId206" Type="http://schemas.openxmlformats.org/officeDocument/2006/relationships/image" Target="../media/image1035.png"/><Relationship Id="rId413" Type="http://schemas.openxmlformats.org/officeDocument/2006/relationships/image" Target="../media/image1135.png"/><Relationship Id="rId858" Type="http://schemas.openxmlformats.org/officeDocument/2006/relationships/customXml" Target="../ink/ink1371.xml"/><Relationship Id="rId1043" Type="http://schemas.openxmlformats.org/officeDocument/2006/relationships/image" Target="../media/image1449.png"/><Relationship Id="rId620" Type="http://schemas.openxmlformats.org/officeDocument/2006/relationships/customXml" Target="../ink/ink1252.xml"/><Relationship Id="rId718" Type="http://schemas.openxmlformats.org/officeDocument/2006/relationships/customXml" Target="../ink/ink1301.xml"/><Relationship Id="rId925" Type="http://schemas.openxmlformats.org/officeDocument/2006/relationships/image" Target="../media/image1390.png"/><Relationship Id="rId1110" Type="http://schemas.openxmlformats.org/officeDocument/2006/relationships/customXml" Target="../ink/ink1497.xml"/><Relationship Id="rId54" Type="http://schemas.openxmlformats.org/officeDocument/2006/relationships/customXml" Target="../ink/ink968.xml"/><Relationship Id="rId270" Type="http://schemas.openxmlformats.org/officeDocument/2006/relationships/customXml" Target="../ink/ink1077.xml"/><Relationship Id="rId130" Type="http://schemas.openxmlformats.org/officeDocument/2006/relationships/image" Target="../media/image997.png"/><Relationship Id="rId368" Type="http://schemas.openxmlformats.org/officeDocument/2006/relationships/customXml" Target="../ink/ink1126.xml"/><Relationship Id="rId575" Type="http://schemas.openxmlformats.org/officeDocument/2006/relationships/image" Target="../media/image1216.png"/><Relationship Id="rId782" Type="http://schemas.openxmlformats.org/officeDocument/2006/relationships/customXml" Target="../ink/ink1333.xml"/><Relationship Id="rId228" Type="http://schemas.openxmlformats.org/officeDocument/2006/relationships/image" Target="../media/image1046.png"/><Relationship Id="rId435" Type="http://schemas.openxmlformats.org/officeDocument/2006/relationships/image" Target="../media/image1146.png"/><Relationship Id="rId642" Type="http://schemas.openxmlformats.org/officeDocument/2006/relationships/customXml" Target="../ink/ink1263.xml"/><Relationship Id="rId1065" Type="http://schemas.openxmlformats.org/officeDocument/2006/relationships/image" Target="../media/image1460.png"/><Relationship Id="rId502" Type="http://schemas.openxmlformats.org/officeDocument/2006/relationships/customXml" Target="../ink/ink1193.xml"/><Relationship Id="rId947" Type="http://schemas.openxmlformats.org/officeDocument/2006/relationships/image" Target="../media/image1401.png"/><Relationship Id="rId1132" Type="http://schemas.openxmlformats.org/officeDocument/2006/relationships/customXml" Target="../ink/ink1508.xml"/><Relationship Id="rId76" Type="http://schemas.openxmlformats.org/officeDocument/2006/relationships/customXml" Target="../ink/ink979.xml"/><Relationship Id="rId807" Type="http://schemas.openxmlformats.org/officeDocument/2006/relationships/image" Target="../media/image1331.png"/><Relationship Id="rId292" Type="http://schemas.openxmlformats.org/officeDocument/2006/relationships/customXml" Target="../ink/ink1088.xml"/><Relationship Id="rId597" Type="http://schemas.openxmlformats.org/officeDocument/2006/relationships/image" Target="../media/image1226.png"/><Relationship Id="rId152" Type="http://schemas.openxmlformats.org/officeDocument/2006/relationships/image" Target="../media/image1008.png"/><Relationship Id="rId457" Type="http://schemas.openxmlformats.org/officeDocument/2006/relationships/image" Target="../media/image1157.png"/><Relationship Id="rId1087" Type="http://schemas.openxmlformats.org/officeDocument/2006/relationships/image" Target="../media/image1471.png"/><Relationship Id="rId664" Type="http://schemas.openxmlformats.org/officeDocument/2006/relationships/customXml" Target="../ink/ink1274.xml"/><Relationship Id="rId871" Type="http://schemas.openxmlformats.org/officeDocument/2006/relationships/image" Target="../media/image1363.png"/><Relationship Id="rId969" Type="http://schemas.openxmlformats.org/officeDocument/2006/relationships/image" Target="../media/image1412.png"/><Relationship Id="rId317" Type="http://schemas.openxmlformats.org/officeDocument/2006/relationships/image" Target="../media/image1089.png"/><Relationship Id="rId524" Type="http://schemas.openxmlformats.org/officeDocument/2006/relationships/customXml" Target="../ink/ink1204.xml"/><Relationship Id="rId731" Type="http://schemas.openxmlformats.org/officeDocument/2006/relationships/image" Target="../media/image1293.png"/><Relationship Id="rId1154" Type="http://schemas.openxmlformats.org/officeDocument/2006/relationships/customXml" Target="../ink/ink1519.xml"/><Relationship Id="rId98" Type="http://schemas.openxmlformats.org/officeDocument/2006/relationships/customXml" Target="../ink/ink990.xml"/><Relationship Id="rId829" Type="http://schemas.openxmlformats.org/officeDocument/2006/relationships/image" Target="../media/image1342.png"/><Relationship Id="rId1014" Type="http://schemas.openxmlformats.org/officeDocument/2006/relationships/customXml" Target="../ink/ink1449.xml"/><Relationship Id="rId25" Type="http://schemas.openxmlformats.org/officeDocument/2006/relationships/image" Target="../media/image946.png"/><Relationship Id="rId174" Type="http://schemas.openxmlformats.org/officeDocument/2006/relationships/image" Target="../media/image1019.png"/><Relationship Id="rId381" Type="http://schemas.openxmlformats.org/officeDocument/2006/relationships/image" Target="../media/image1119.png"/><Relationship Id="rId241" Type="http://schemas.openxmlformats.org/officeDocument/2006/relationships/customXml" Target="../ink/ink1062.xml"/><Relationship Id="rId479" Type="http://schemas.openxmlformats.org/officeDocument/2006/relationships/image" Target="../media/image1168.png"/><Relationship Id="rId686" Type="http://schemas.openxmlformats.org/officeDocument/2006/relationships/customXml" Target="../ink/ink1285.xml"/><Relationship Id="rId893" Type="http://schemas.openxmlformats.org/officeDocument/2006/relationships/image" Target="../media/image1374.png"/><Relationship Id="rId339" Type="http://schemas.openxmlformats.org/officeDocument/2006/relationships/image" Target="../media/image523.png"/><Relationship Id="rId546" Type="http://schemas.openxmlformats.org/officeDocument/2006/relationships/customXml" Target="../ink/ink1215.xml"/><Relationship Id="rId753" Type="http://schemas.openxmlformats.org/officeDocument/2006/relationships/image" Target="../media/image1304.png"/><Relationship Id="rId1176" Type="http://schemas.openxmlformats.org/officeDocument/2006/relationships/customXml" Target="../ink/ink1530.xml"/><Relationship Id="rId101" Type="http://schemas.openxmlformats.org/officeDocument/2006/relationships/customXml" Target="../ink/ink992.xml"/><Relationship Id="rId406" Type="http://schemas.openxmlformats.org/officeDocument/2006/relationships/customXml" Target="../ink/ink1145.xml"/><Relationship Id="rId960" Type="http://schemas.openxmlformats.org/officeDocument/2006/relationships/customXml" Target="../ink/ink1422.xml"/><Relationship Id="rId1036" Type="http://schemas.openxmlformats.org/officeDocument/2006/relationships/customXml" Target="../ink/ink1460.xml"/><Relationship Id="rId613" Type="http://schemas.openxmlformats.org/officeDocument/2006/relationships/image" Target="../media/image1234.png"/><Relationship Id="rId820" Type="http://schemas.openxmlformats.org/officeDocument/2006/relationships/customXml" Target="../ink/ink1352.xml"/><Relationship Id="rId918" Type="http://schemas.openxmlformats.org/officeDocument/2006/relationships/customXml" Target="../ink/ink1401.xml"/><Relationship Id="rId1103" Type="http://schemas.openxmlformats.org/officeDocument/2006/relationships/image" Target="../media/image1479.png"/><Relationship Id="rId47" Type="http://schemas.openxmlformats.org/officeDocument/2006/relationships/image" Target="../media/image956.png"/><Relationship Id="rId196" Type="http://schemas.openxmlformats.org/officeDocument/2006/relationships/image" Target="../media/image1030.png"/><Relationship Id="rId263" Type="http://schemas.openxmlformats.org/officeDocument/2006/relationships/customXml" Target="../ink/ink1073.xml"/><Relationship Id="rId470" Type="http://schemas.openxmlformats.org/officeDocument/2006/relationships/customXml" Target="../ink/ink1177.xml"/><Relationship Id="rId123" Type="http://schemas.openxmlformats.org/officeDocument/2006/relationships/customXml" Target="../ink/ink1003.xml"/><Relationship Id="rId330" Type="http://schemas.openxmlformats.org/officeDocument/2006/relationships/customXml" Target="../ink/ink1107.xml"/><Relationship Id="rId568" Type="http://schemas.openxmlformats.org/officeDocument/2006/relationships/customXml" Target="../ink/ink1226.xml"/><Relationship Id="rId775" Type="http://schemas.openxmlformats.org/officeDocument/2006/relationships/image" Target="../media/image1315.png"/><Relationship Id="rId982" Type="http://schemas.openxmlformats.org/officeDocument/2006/relationships/customXml" Target="../ink/ink1433.xml"/><Relationship Id="rId428" Type="http://schemas.openxmlformats.org/officeDocument/2006/relationships/customXml" Target="../ink/ink1156.xml"/><Relationship Id="rId635" Type="http://schemas.openxmlformats.org/officeDocument/2006/relationships/image" Target="../media/image1245.png"/><Relationship Id="rId842" Type="http://schemas.openxmlformats.org/officeDocument/2006/relationships/customXml" Target="../ink/ink1363.xml"/><Relationship Id="rId1058" Type="http://schemas.openxmlformats.org/officeDocument/2006/relationships/customXml" Target="../ink/ink1471.xml"/><Relationship Id="rId702" Type="http://schemas.openxmlformats.org/officeDocument/2006/relationships/customXml" Target="../ink/ink1293.xml"/><Relationship Id="rId1125" Type="http://schemas.openxmlformats.org/officeDocument/2006/relationships/image" Target="../media/image1490.png"/><Relationship Id="rId69" Type="http://schemas.openxmlformats.org/officeDocument/2006/relationships/image" Target="../media/image967.png"/><Relationship Id="rId285" Type="http://schemas.openxmlformats.org/officeDocument/2006/relationships/image" Target="../media/image1073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48.xml"/><Relationship Id="rId117" Type="http://schemas.openxmlformats.org/officeDocument/2006/relationships/image" Target="../media/image1580.png"/><Relationship Id="rId21" Type="http://schemas.openxmlformats.org/officeDocument/2006/relationships/image" Target="../media/image1532.png"/><Relationship Id="rId42" Type="http://schemas.openxmlformats.org/officeDocument/2006/relationships/customXml" Target="../ink/ink1556.xml"/><Relationship Id="rId47" Type="http://schemas.openxmlformats.org/officeDocument/2006/relationships/image" Target="../media/image1545.png"/><Relationship Id="rId63" Type="http://schemas.openxmlformats.org/officeDocument/2006/relationships/image" Target="../media/image1553.png"/><Relationship Id="rId68" Type="http://schemas.openxmlformats.org/officeDocument/2006/relationships/customXml" Target="../ink/ink1569.xml"/><Relationship Id="rId84" Type="http://schemas.openxmlformats.org/officeDocument/2006/relationships/customXml" Target="../ink/ink1577.xml"/><Relationship Id="rId89" Type="http://schemas.openxmlformats.org/officeDocument/2006/relationships/image" Target="../media/image1566.png"/><Relationship Id="rId112" Type="http://schemas.openxmlformats.org/officeDocument/2006/relationships/customXml" Target="../ink/ink1591.xml"/><Relationship Id="rId16" Type="http://schemas.openxmlformats.org/officeDocument/2006/relationships/customXml" Target="../ink/ink1543.xml"/><Relationship Id="rId107" Type="http://schemas.openxmlformats.org/officeDocument/2006/relationships/image" Target="../media/image1575.png"/><Relationship Id="rId11" Type="http://schemas.openxmlformats.org/officeDocument/2006/relationships/image" Target="../media/image1527.png"/><Relationship Id="rId32" Type="http://schemas.openxmlformats.org/officeDocument/2006/relationships/customXml" Target="../ink/ink1551.xml"/><Relationship Id="rId37" Type="http://schemas.openxmlformats.org/officeDocument/2006/relationships/image" Target="../media/image1540.png"/><Relationship Id="rId53" Type="http://schemas.openxmlformats.org/officeDocument/2006/relationships/image" Target="../media/image1548.png"/><Relationship Id="rId58" Type="http://schemas.openxmlformats.org/officeDocument/2006/relationships/customXml" Target="../ink/ink1564.xml"/><Relationship Id="rId74" Type="http://schemas.openxmlformats.org/officeDocument/2006/relationships/customXml" Target="../ink/ink1572.xml"/><Relationship Id="rId79" Type="http://schemas.openxmlformats.org/officeDocument/2006/relationships/image" Target="../media/image1561.png"/><Relationship Id="rId102" Type="http://schemas.openxmlformats.org/officeDocument/2006/relationships/customXml" Target="../ink/ink1586.xml"/><Relationship Id="rId123" Type="http://schemas.openxmlformats.org/officeDocument/2006/relationships/image" Target="../media/image1583.png"/><Relationship Id="rId5" Type="http://schemas.openxmlformats.org/officeDocument/2006/relationships/image" Target="../media/image1524.png"/><Relationship Id="rId90" Type="http://schemas.openxmlformats.org/officeDocument/2006/relationships/customXml" Target="../ink/ink1580.xml"/><Relationship Id="rId95" Type="http://schemas.openxmlformats.org/officeDocument/2006/relationships/image" Target="../media/image1569.png"/><Relationship Id="rId22" Type="http://schemas.openxmlformats.org/officeDocument/2006/relationships/customXml" Target="../ink/ink1546.xml"/><Relationship Id="rId27" Type="http://schemas.openxmlformats.org/officeDocument/2006/relationships/image" Target="../media/image1535.png"/><Relationship Id="rId43" Type="http://schemas.openxmlformats.org/officeDocument/2006/relationships/image" Target="../media/image1543.png"/><Relationship Id="rId48" Type="http://schemas.openxmlformats.org/officeDocument/2006/relationships/customXml" Target="../ink/ink1559.xml"/><Relationship Id="rId64" Type="http://schemas.openxmlformats.org/officeDocument/2006/relationships/customXml" Target="../ink/ink1567.xml"/><Relationship Id="rId69" Type="http://schemas.openxmlformats.org/officeDocument/2006/relationships/image" Target="../media/image1556.png"/><Relationship Id="rId113" Type="http://schemas.openxmlformats.org/officeDocument/2006/relationships/image" Target="../media/image1578.png"/><Relationship Id="rId118" Type="http://schemas.openxmlformats.org/officeDocument/2006/relationships/customXml" Target="../ink/ink1594.xml"/><Relationship Id="rId80" Type="http://schemas.openxmlformats.org/officeDocument/2006/relationships/customXml" Target="../ink/ink1575.xml"/><Relationship Id="rId85" Type="http://schemas.openxmlformats.org/officeDocument/2006/relationships/image" Target="../media/image1564.png"/><Relationship Id="rId12" Type="http://schemas.openxmlformats.org/officeDocument/2006/relationships/customXml" Target="../ink/ink1541.xml"/><Relationship Id="rId17" Type="http://schemas.openxmlformats.org/officeDocument/2006/relationships/image" Target="../media/image1530.png"/><Relationship Id="rId33" Type="http://schemas.openxmlformats.org/officeDocument/2006/relationships/image" Target="../media/image1538.png"/><Relationship Id="rId38" Type="http://schemas.openxmlformats.org/officeDocument/2006/relationships/customXml" Target="../ink/ink1554.xml"/><Relationship Id="rId59" Type="http://schemas.openxmlformats.org/officeDocument/2006/relationships/image" Target="../media/image1551.png"/><Relationship Id="rId103" Type="http://schemas.openxmlformats.org/officeDocument/2006/relationships/image" Target="../media/image1573.png"/><Relationship Id="rId108" Type="http://schemas.openxmlformats.org/officeDocument/2006/relationships/customXml" Target="../ink/ink1589.xml"/><Relationship Id="rId124" Type="http://schemas.openxmlformats.org/officeDocument/2006/relationships/customXml" Target="../ink/ink1597.xml"/><Relationship Id="rId54" Type="http://schemas.openxmlformats.org/officeDocument/2006/relationships/customXml" Target="../ink/ink1562.xml"/><Relationship Id="rId70" Type="http://schemas.openxmlformats.org/officeDocument/2006/relationships/customXml" Target="../ink/ink1570.xml"/><Relationship Id="rId75" Type="http://schemas.openxmlformats.org/officeDocument/2006/relationships/image" Target="../media/image1559.png"/><Relationship Id="rId91" Type="http://schemas.openxmlformats.org/officeDocument/2006/relationships/image" Target="../media/image1567.png"/><Relationship Id="rId96" Type="http://schemas.openxmlformats.org/officeDocument/2006/relationships/customXml" Target="../ink/ink158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38.xml"/><Relationship Id="rId23" Type="http://schemas.openxmlformats.org/officeDocument/2006/relationships/image" Target="../media/image1533.png"/><Relationship Id="rId28" Type="http://schemas.openxmlformats.org/officeDocument/2006/relationships/customXml" Target="../ink/ink1549.xml"/><Relationship Id="rId49" Type="http://schemas.openxmlformats.org/officeDocument/2006/relationships/image" Target="../media/image1546.png"/><Relationship Id="rId114" Type="http://schemas.openxmlformats.org/officeDocument/2006/relationships/customXml" Target="../ink/ink1592.xml"/><Relationship Id="rId119" Type="http://schemas.openxmlformats.org/officeDocument/2006/relationships/image" Target="../media/image1581.png"/><Relationship Id="rId44" Type="http://schemas.openxmlformats.org/officeDocument/2006/relationships/customXml" Target="../ink/ink1557.xml"/><Relationship Id="rId60" Type="http://schemas.openxmlformats.org/officeDocument/2006/relationships/customXml" Target="../ink/ink1565.xml"/><Relationship Id="rId65" Type="http://schemas.openxmlformats.org/officeDocument/2006/relationships/image" Target="../media/image1554.png"/><Relationship Id="rId81" Type="http://schemas.openxmlformats.org/officeDocument/2006/relationships/image" Target="../media/image1562.png"/><Relationship Id="rId86" Type="http://schemas.openxmlformats.org/officeDocument/2006/relationships/customXml" Target="../ink/ink1578.xml"/><Relationship Id="rId13" Type="http://schemas.openxmlformats.org/officeDocument/2006/relationships/image" Target="../media/image1528.png"/><Relationship Id="rId18" Type="http://schemas.openxmlformats.org/officeDocument/2006/relationships/customXml" Target="../ink/ink1544.xml"/><Relationship Id="rId39" Type="http://schemas.openxmlformats.org/officeDocument/2006/relationships/image" Target="../media/image1541.png"/><Relationship Id="rId109" Type="http://schemas.openxmlformats.org/officeDocument/2006/relationships/image" Target="../media/image1576.png"/><Relationship Id="rId34" Type="http://schemas.openxmlformats.org/officeDocument/2006/relationships/customXml" Target="../ink/ink1552.xml"/><Relationship Id="rId50" Type="http://schemas.openxmlformats.org/officeDocument/2006/relationships/customXml" Target="../ink/ink1560.xml"/><Relationship Id="rId55" Type="http://schemas.openxmlformats.org/officeDocument/2006/relationships/image" Target="../media/image1549.png"/><Relationship Id="rId76" Type="http://schemas.openxmlformats.org/officeDocument/2006/relationships/customXml" Target="../ink/ink1573.xml"/><Relationship Id="rId97" Type="http://schemas.openxmlformats.org/officeDocument/2006/relationships/image" Target="../media/image1570.png"/><Relationship Id="rId104" Type="http://schemas.openxmlformats.org/officeDocument/2006/relationships/customXml" Target="../ink/ink1587.xml"/><Relationship Id="rId120" Type="http://schemas.openxmlformats.org/officeDocument/2006/relationships/customXml" Target="../ink/ink1595.xml"/><Relationship Id="rId125" Type="http://schemas.openxmlformats.org/officeDocument/2006/relationships/image" Target="../media/image1584.png"/><Relationship Id="rId7" Type="http://schemas.openxmlformats.org/officeDocument/2006/relationships/image" Target="../media/image1525.png"/><Relationship Id="rId71" Type="http://schemas.openxmlformats.org/officeDocument/2006/relationships/image" Target="../media/image1557.png"/><Relationship Id="rId92" Type="http://schemas.openxmlformats.org/officeDocument/2006/relationships/customXml" Target="../ink/ink1581.xml"/><Relationship Id="rId2" Type="http://schemas.openxmlformats.org/officeDocument/2006/relationships/notesSlide" Target="../notesSlides/notesSlide9.xml"/><Relationship Id="rId29" Type="http://schemas.openxmlformats.org/officeDocument/2006/relationships/image" Target="../media/image1536.png"/><Relationship Id="rId24" Type="http://schemas.openxmlformats.org/officeDocument/2006/relationships/customXml" Target="../ink/ink1547.xml"/><Relationship Id="rId40" Type="http://schemas.openxmlformats.org/officeDocument/2006/relationships/customXml" Target="../ink/ink1555.xml"/><Relationship Id="rId45" Type="http://schemas.openxmlformats.org/officeDocument/2006/relationships/image" Target="../media/image1544.png"/><Relationship Id="rId66" Type="http://schemas.openxmlformats.org/officeDocument/2006/relationships/customXml" Target="../ink/ink1568.xml"/><Relationship Id="rId87" Type="http://schemas.openxmlformats.org/officeDocument/2006/relationships/image" Target="../media/image1565.png"/><Relationship Id="rId110" Type="http://schemas.openxmlformats.org/officeDocument/2006/relationships/customXml" Target="../ink/ink1590.xml"/><Relationship Id="rId115" Type="http://schemas.openxmlformats.org/officeDocument/2006/relationships/image" Target="../media/image1579.png"/><Relationship Id="rId61" Type="http://schemas.openxmlformats.org/officeDocument/2006/relationships/image" Target="../media/image1552.png"/><Relationship Id="rId82" Type="http://schemas.openxmlformats.org/officeDocument/2006/relationships/customXml" Target="../ink/ink1576.xml"/><Relationship Id="rId19" Type="http://schemas.openxmlformats.org/officeDocument/2006/relationships/image" Target="../media/image1531.png"/><Relationship Id="rId14" Type="http://schemas.openxmlformats.org/officeDocument/2006/relationships/customXml" Target="../ink/ink1542.xml"/><Relationship Id="rId30" Type="http://schemas.openxmlformats.org/officeDocument/2006/relationships/customXml" Target="../ink/ink1550.xml"/><Relationship Id="rId35" Type="http://schemas.openxmlformats.org/officeDocument/2006/relationships/image" Target="../media/image1539.png"/><Relationship Id="rId56" Type="http://schemas.openxmlformats.org/officeDocument/2006/relationships/customXml" Target="../ink/ink1563.xml"/><Relationship Id="rId77" Type="http://schemas.openxmlformats.org/officeDocument/2006/relationships/image" Target="../media/image1560.png"/><Relationship Id="rId100" Type="http://schemas.openxmlformats.org/officeDocument/2006/relationships/customXml" Target="../ink/ink1585.xml"/><Relationship Id="rId105" Type="http://schemas.openxmlformats.org/officeDocument/2006/relationships/image" Target="../media/image1574.png"/><Relationship Id="rId8" Type="http://schemas.openxmlformats.org/officeDocument/2006/relationships/customXml" Target="../ink/ink1539.xml"/><Relationship Id="rId51" Type="http://schemas.openxmlformats.org/officeDocument/2006/relationships/image" Target="../media/image1547.png"/><Relationship Id="rId72" Type="http://schemas.openxmlformats.org/officeDocument/2006/relationships/customXml" Target="../ink/ink1571.xml"/><Relationship Id="rId93" Type="http://schemas.openxmlformats.org/officeDocument/2006/relationships/image" Target="../media/image1568.png"/><Relationship Id="rId98" Type="http://schemas.openxmlformats.org/officeDocument/2006/relationships/customXml" Target="../ink/ink1584.xml"/><Relationship Id="rId121" Type="http://schemas.openxmlformats.org/officeDocument/2006/relationships/image" Target="../media/image1582.png"/><Relationship Id="rId3" Type="http://schemas.openxmlformats.org/officeDocument/2006/relationships/image" Target="../media/image1523.png"/><Relationship Id="rId25" Type="http://schemas.openxmlformats.org/officeDocument/2006/relationships/image" Target="../media/image1534.png"/><Relationship Id="rId46" Type="http://schemas.openxmlformats.org/officeDocument/2006/relationships/customXml" Target="../ink/ink1558.xml"/><Relationship Id="rId67" Type="http://schemas.openxmlformats.org/officeDocument/2006/relationships/image" Target="../media/image1555.png"/><Relationship Id="rId116" Type="http://schemas.openxmlformats.org/officeDocument/2006/relationships/customXml" Target="../ink/ink1593.xml"/><Relationship Id="rId20" Type="http://schemas.openxmlformats.org/officeDocument/2006/relationships/customXml" Target="../ink/ink1545.xml"/><Relationship Id="rId41" Type="http://schemas.openxmlformats.org/officeDocument/2006/relationships/image" Target="../media/image1542.png"/><Relationship Id="rId62" Type="http://schemas.openxmlformats.org/officeDocument/2006/relationships/customXml" Target="../ink/ink1566.xml"/><Relationship Id="rId83" Type="http://schemas.openxmlformats.org/officeDocument/2006/relationships/image" Target="../media/image1563.png"/><Relationship Id="rId88" Type="http://schemas.openxmlformats.org/officeDocument/2006/relationships/customXml" Target="../ink/ink1579.xml"/><Relationship Id="rId111" Type="http://schemas.openxmlformats.org/officeDocument/2006/relationships/image" Target="../media/image1577.png"/><Relationship Id="rId15" Type="http://schemas.openxmlformats.org/officeDocument/2006/relationships/image" Target="../media/image1529.png"/><Relationship Id="rId36" Type="http://schemas.openxmlformats.org/officeDocument/2006/relationships/customXml" Target="../ink/ink1553.xml"/><Relationship Id="rId57" Type="http://schemas.openxmlformats.org/officeDocument/2006/relationships/image" Target="../media/image1550.png"/><Relationship Id="rId106" Type="http://schemas.openxmlformats.org/officeDocument/2006/relationships/customXml" Target="../ink/ink1588.xml"/><Relationship Id="rId10" Type="http://schemas.openxmlformats.org/officeDocument/2006/relationships/customXml" Target="../ink/ink1540.xml"/><Relationship Id="rId31" Type="http://schemas.openxmlformats.org/officeDocument/2006/relationships/image" Target="../media/image1537.png"/><Relationship Id="rId52" Type="http://schemas.openxmlformats.org/officeDocument/2006/relationships/customXml" Target="../ink/ink1561.xml"/><Relationship Id="rId73" Type="http://schemas.openxmlformats.org/officeDocument/2006/relationships/image" Target="../media/image1558.png"/><Relationship Id="rId78" Type="http://schemas.openxmlformats.org/officeDocument/2006/relationships/customXml" Target="../ink/ink1574.xml"/><Relationship Id="rId94" Type="http://schemas.openxmlformats.org/officeDocument/2006/relationships/customXml" Target="../ink/ink1582.xml"/><Relationship Id="rId99" Type="http://schemas.openxmlformats.org/officeDocument/2006/relationships/image" Target="../media/image1571.png"/><Relationship Id="rId101" Type="http://schemas.openxmlformats.org/officeDocument/2006/relationships/image" Target="../media/image1572.png"/><Relationship Id="rId122" Type="http://schemas.openxmlformats.org/officeDocument/2006/relationships/customXml" Target="../ink/ink1596.xml"/><Relationship Id="rId4" Type="http://schemas.openxmlformats.org/officeDocument/2006/relationships/customXml" Target="../ink/ink1537.xml"/><Relationship Id="rId9" Type="http://schemas.openxmlformats.org/officeDocument/2006/relationships/image" Target="../media/image152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02.xml"/><Relationship Id="rId18" Type="http://schemas.openxmlformats.org/officeDocument/2006/relationships/image" Target="../media/image1593.png"/><Relationship Id="rId26" Type="http://schemas.openxmlformats.org/officeDocument/2006/relationships/image" Target="../media/image1597.png"/><Relationship Id="rId3" Type="http://schemas.openxmlformats.org/officeDocument/2006/relationships/image" Target="../media/image1585.png"/><Relationship Id="rId21" Type="http://schemas.openxmlformats.org/officeDocument/2006/relationships/customXml" Target="../ink/ink1606.xml"/><Relationship Id="rId34" Type="http://schemas.openxmlformats.org/officeDocument/2006/relationships/image" Target="../media/image1601.png"/><Relationship Id="rId7" Type="http://schemas.openxmlformats.org/officeDocument/2006/relationships/customXml" Target="../ink/ink1599.xml"/><Relationship Id="rId12" Type="http://schemas.openxmlformats.org/officeDocument/2006/relationships/image" Target="../media/image1590.png"/><Relationship Id="rId17" Type="http://schemas.openxmlformats.org/officeDocument/2006/relationships/customXml" Target="../ink/ink1604.xml"/><Relationship Id="rId25" Type="http://schemas.openxmlformats.org/officeDocument/2006/relationships/customXml" Target="../ink/ink1608.xml"/><Relationship Id="rId33" Type="http://schemas.openxmlformats.org/officeDocument/2006/relationships/customXml" Target="../ink/ink1612.xml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92.png"/><Relationship Id="rId20" Type="http://schemas.openxmlformats.org/officeDocument/2006/relationships/image" Target="../media/image1594.png"/><Relationship Id="rId29" Type="http://schemas.openxmlformats.org/officeDocument/2006/relationships/customXml" Target="../ink/ink16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7.png"/><Relationship Id="rId11" Type="http://schemas.openxmlformats.org/officeDocument/2006/relationships/customXml" Target="../ink/ink1601.xml"/><Relationship Id="rId24" Type="http://schemas.openxmlformats.org/officeDocument/2006/relationships/image" Target="../media/image1596.png"/><Relationship Id="rId32" Type="http://schemas.openxmlformats.org/officeDocument/2006/relationships/image" Target="../media/image1600.png"/><Relationship Id="rId5" Type="http://schemas.openxmlformats.org/officeDocument/2006/relationships/customXml" Target="../ink/ink1598.xml"/><Relationship Id="rId15" Type="http://schemas.openxmlformats.org/officeDocument/2006/relationships/customXml" Target="../ink/ink1603.xml"/><Relationship Id="rId23" Type="http://schemas.openxmlformats.org/officeDocument/2006/relationships/customXml" Target="../ink/ink1607.xml"/><Relationship Id="rId28" Type="http://schemas.openxmlformats.org/officeDocument/2006/relationships/image" Target="../media/image1598.png"/><Relationship Id="rId36" Type="http://schemas.openxmlformats.org/officeDocument/2006/relationships/image" Target="../media/image1602.png"/><Relationship Id="rId10" Type="http://schemas.openxmlformats.org/officeDocument/2006/relationships/image" Target="../media/image1589.png"/><Relationship Id="rId19" Type="http://schemas.openxmlformats.org/officeDocument/2006/relationships/customXml" Target="../ink/ink1605.xml"/><Relationship Id="rId31" Type="http://schemas.openxmlformats.org/officeDocument/2006/relationships/customXml" Target="../ink/ink1611.xml"/><Relationship Id="rId4" Type="http://schemas.openxmlformats.org/officeDocument/2006/relationships/image" Target="../media/image1586.png"/><Relationship Id="rId9" Type="http://schemas.openxmlformats.org/officeDocument/2006/relationships/customXml" Target="../ink/ink1600.xml"/><Relationship Id="rId14" Type="http://schemas.openxmlformats.org/officeDocument/2006/relationships/image" Target="../media/image1591.png"/><Relationship Id="rId22" Type="http://schemas.openxmlformats.org/officeDocument/2006/relationships/image" Target="../media/image1595.png"/><Relationship Id="rId27" Type="http://schemas.openxmlformats.org/officeDocument/2006/relationships/customXml" Target="../ink/ink1609.xml"/><Relationship Id="rId30" Type="http://schemas.openxmlformats.org/officeDocument/2006/relationships/image" Target="../media/image1599.png"/><Relationship Id="rId35" Type="http://schemas.openxmlformats.org/officeDocument/2006/relationships/customXml" Target="../ink/ink1613.xml"/><Relationship Id="rId8" Type="http://schemas.openxmlformats.org/officeDocument/2006/relationships/image" Target="../media/image158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18.xml"/><Relationship Id="rId18" Type="http://schemas.openxmlformats.org/officeDocument/2006/relationships/image" Target="../media/image1611.png"/><Relationship Id="rId26" Type="http://schemas.openxmlformats.org/officeDocument/2006/relationships/image" Target="../media/image1615.png"/><Relationship Id="rId39" Type="http://schemas.openxmlformats.org/officeDocument/2006/relationships/customXml" Target="../ink/ink1631.xml"/><Relationship Id="rId21" Type="http://schemas.openxmlformats.org/officeDocument/2006/relationships/customXml" Target="../ink/ink1622.xml"/><Relationship Id="rId34" Type="http://schemas.openxmlformats.org/officeDocument/2006/relationships/image" Target="../media/image1619.png"/><Relationship Id="rId42" Type="http://schemas.openxmlformats.org/officeDocument/2006/relationships/image" Target="../media/image1623.png"/><Relationship Id="rId47" Type="http://schemas.openxmlformats.org/officeDocument/2006/relationships/customXml" Target="../ink/ink1635.xml"/><Relationship Id="rId50" Type="http://schemas.openxmlformats.org/officeDocument/2006/relationships/image" Target="../media/image1627.png"/><Relationship Id="rId7" Type="http://schemas.openxmlformats.org/officeDocument/2006/relationships/customXml" Target="../ink/ink1615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610.png"/><Relationship Id="rId29" Type="http://schemas.openxmlformats.org/officeDocument/2006/relationships/customXml" Target="../ink/ink1626.xml"/><Relationship Id="rId11" Type="http://schemas.openxmlformats.org/officeDocument/2006/relationships/customXml" Target="../ink/ink1617.xml"/><Relationship Id="rId24" Type="http://schemas.openxmlformats.org/officeDocument/2006/relationships/image" Target="../media/image1614.png"/><Relationship Id="rId32" Type="http://schemas.openxmlformats.org/officeDocument/2006/relationships/image" Target="../media/image1618.png"/><Relationship Id="rId37" Type="http://schemas.openxmlformats.org/officeDocument/2006/relationships/customXml" Target="../ink/ink1630.xml"/><Relationship Id="rId40" Type="http://schemas.openxmlformats.org/officeDocument/2006/relationships/image" Target="../media/image1622.png"/><Relationship Id="rId45" Type="http://schemas.openxmlformats.org/officeDocument/2006/relationships/customXml" Target="../ink/ink1634.xml"/><Relationship Id="rId5" Type="http://schemas.openxmlformats.org/officeDocument/2006/relationships/customXml" Target="../ink/ink1614.xml"/><Relationship Id="rId15" Type="http://schemas.openxmlformats.org/officeDocument/2006/relationships/customXml" Target="../ink/ink1619.xml"/><Relationship Id="rId23" Type="http://schemas.openxmlformats.org/officeDocument/2006/relationships/customXml" Target="../ink/ink1623.xml"/><Relationship Id="rId28" Type="http://schemas.openxmlformats.org/officeDocument/2006/relationships/image" Target="../media/image1616.png"/><Relationship Id="rId36" Type="http://schemas.openxmlformats.org/officeDocument/2006/relationships/image" Target="../media/image1620.png"/><Relationship Id="rId49" Type="http://schemas.openxmlformats.org/officeDocument/2006/relationships/customXml" Target="../ink/ink1636.xml"/><Relationship Id="rId10" Type="http://schemas.openxmlformats.org/officeDocument/2006/relationships/image" Target="../media/image1607.png"/><Relationship Id="rId19" Type="http://schemas.openxmlformats.org/officeDocument/2006/relationships/customXml" Target="../ink/ink1621.xml"/><Relationship Id="rId31" Type="http://schemas.openxmlformats.org/officeDocument/2006/relationships/customXml" Target="../ink/ink1627.xml"/><Relationship Id="rId44" Type="http://schemas.openxmlformats.org/officeDocument/2006/relationships/image" Target="../media/image1624.png"/><Relationship Id="rId4" Type="http://schemas.openxmlformats.org/officeDocument/2006/relationships/image" Target="../media/image1604.png"/><Relationship Id="rId9" Type="http://schemas.openxmlformats.org/officeDocument/2006/relationships/customXml" Target="../ink/ink1616.xml"/><Relationship Id="rId14" Type="http://schemas.openxmlformats.org/officeDocument/2006/relationships/image" Target="../media/image1609.png"/><Relationship Id="rId22" Type="http://schemas.openxmlformats.org/officeDocument/2006/relationships/image" Target="../media/image1613.png"/><Relationship Id="rId27" Type="http://schemas.openxmlformats.org/officeDocument/2006/relationships/customXml" Target="../ink/ink1625.xml"/><Relationship Id="rId30" Type="http://schemas.openxmlformats.org/officeDocument/2006/relationships/image" Target="../media/image1617.png"/><Relationship Id="rId35" Type="http://schemas.openxmlformats.org/officeDocument/2006/relationships/customXml" Target="../ink/ink1629.xml"/><Relationship Id="rId43" Type="http://schemas.openxmlformats.org/officeDocument/2006/relationships/customXml" Target="../ink/ink1633.xml"/><Relationship Id="rId48" Type="http://schemas.openxmlformats.org/officeDocument/2006/relationships/image" Target="../media/image1626.png"/><Relationship Id="rId8" Type="http://schemas.openxmlformats.org/officeDocument/2006/relationships/image" Target="../media/image1606.png"/><Relationship Id="rId3" Type="http://schemas.openxmlformats.org/officeDocument/2006/relationships/image" Target="../media/image1603.png"/><Relationship Id="rId12" Type="http://schemas.openxmlformats.org/officeDocument/2006/relationships/image" Target="../media/image1608.png"/><Relationship Id="rId17" Type="http://schemas.openxmlformats.org/officeDocument/2006/relationships/customXml" Target="../ink/ink1620.xml"/><Relationship Id="rId25" Type="http://schemas.openxmlformats.org/officeDocument/2006/relationships/customXml" Target="../ink/ink1624.xml"/><Relationship Id="rId33" Type="http://schemas.openxmlformats.org/officeDocument/2006/relationships/customXml" Target="../ink/ink1628.xml"/><Relationship Id="rId38" Type="http://schemas.openxmlformats.org/officeDocument/2006/relationships/image" Target="../media/image1621.png"/><Relationship Id="rId46" Type="http://schemas.openxmlformats.org/officeDocument/2006/relationships/image" Target="../media/image1625.png"/><Relationship Id="rId20" Type="http://schemas.openxmlformats.org/officeDocument/2006/relationships/image" Target="../media/image1612.png"/><Relationship Id="rId41" Type="http://schemas.openxmlformats.org/officeDocument/2006/relationships/customXml" Target="../ink/ink16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41.xml"/><Relationship Id="rId18" Type="http://schemas.openxmlformats.org/officeDocument/2006/relationships/image" Target="../media/image1636.png"/><Relationship Id="rId26" Type="http://schemas.openxmlformats.org/officeDocument/2006/relationships/image" Target="../media/image1640.png"/><Relationship Id="rId39" Type="http://schemas.openxmlformats.org/officeDocument/2006/relationships/customXml" Target="../ink/ink1654.xml"/><Relationship Id="rId21" Type="http://schemas.openxmlformats.org/officeDocument/2006/relationships/customXml" Target="../ink/ink1645.xml"/><Relationship Id="rId34" Type="http://schemas.openxmlformats.org/officeDocument/2006/relationships/image" Target="../media/image1644.png"/><Relationship Id="rId42" Type="http://schemas.openxmlformats.org/officeDocument/2006/relationships/image" Target="../media/image1648.png"/><Relationship Id="rId47" Type="http://schemas.openxmlformats.org/officeDocument/2006/relationships/customXml" Target="../ink/ink1658.xml"/><Relationship Id="rId50" Type="http://schemas.openxmlformats.org/officeDocument/2006/relationships/image" Target="../media/image1652.png"/><Relationship Id="rId7" Type="http://schemas.openxmlformats.org/officeDocument/2006/relationships/customXml" Target="../ink/ink1638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635.png"/><Relationship Id="rId29" Type="http://schemas.openxmlformats.org/officeDocument/2006/relationships/customXml" Target="../ink/ink1649.xml"/><Relationship Id="rId11" Type="http://schemas.openxmlformats.org/officeDocument/2006/relationships/customXml" Target="../ink/ink1640.xml"/><Relationship Id="rId24" Type="http://schemas.openxmlformats.org/officeDocument/2006/relationships/image" Target="../media/image1639.png"/><Relationship Id="rId32" Type="http://schemas.openxmlformats.org/officeDocument/2006/relationships/image" Target="../media/image1643.png"/><Relationship Id="rId37" Type="http://schemas.openxmlformats.org/officeDocument/2006/relationships/customXml" Target="../ink/ink1653.xml"/><Relationship Id="rId40" Type="http://schemas.openxmlformats.org/officeDocument/2006/relationships/image" Target="../media/image1647.png"/><Relationship Id="rId45" Type="http://schemas.openxmlformats.org/officeDocument/2006/relationships/customXml" Target="../ink/ink1657.xml"/><Relationship Id="rId5" Type="http://schemas.openxmlformats.org/officeDocument/2006/relationships/customXml" Target="../ink/ink1637.xml"/><Relationship Id="rId15" Type="http://schemas.openxmlformats.org/officeDocument/2006/relationships/customXml" Target="../ink/ink1642.xml"/><Relationship Id="rId23" Type="http://schemas.openxmlformats.org/officeDocument/2006/relationships/customXml" Target="../ink/ink1646.xml"/><Relationship Id="rId28" Type="http://schemas.openxmlformats.org/officeDocument/2006/relationships/image" Target="../media/image1641.png"/><Relationship Id="rId36" Type="http://schemas.openxmlformats.org/officeDocument/2006/relationships/image" Target="../media/image1645.png"/><Relationship Id="rId49" Type="http://schemas.openxmlformats.org/officeDocument/2006/relationships/customXml" Target="../ink/ink1659.xml"/><Relationship Id="rId10" Type="http://schemas.openxmlformats.org/officeDocument/2006/relationships/image" Target="../media/image1632.png"/><Relationship Id="rId19" Type="http://schemas.openxmlformats.org/officeDocument/2006/relationships/customXml" Target="../ink/ink1644.xml"/><Relationship Id="rId31" Type="http://schemas.openxmlformats.org/officeDocument/2006/relationships/customXml" Target="../ink/ink1650.xml"/><Relationship Id="rId44" Type="http://schemas.openxmlformats.org/officeDocument/2006/relationships/image" Target="../media/image1649.png"/><Relationship Id="rId52" Type="http://schemas.openxmlformats.org/officeDocument/2006/relationships/image" Target="../media/image1653.png"/><Relationship Id="rId4" Type="http://schemas.openxmlformats.org/officeDocument/2006/relationships/image" Target="../media/image1629.png"/><Relationship Id="rId9" Type="http://schemas.openxmlformats.org/officeDocument/2006/relationships/customXml" Target="../ink/ink1639.xml"/><Relationship Id="rId14" Type="http://schemas.openxmlformats.org/officeDocument/2006/relationships/image" Target="../media/image1634.png"/><Relationship Id="rId22" Type="http://schemas.openxmlformats.org/officeDocument/2006/relationships/image" Target="../media/image1638.png"/><Relationship Id="rId27" Type="http://schemas.openxmlformats.org/officeDocument/2006/relationships/customXml" Target="../ink/ink1648.xml"/><Relationship Id="rId30" Type="http://schemas.openxmlformats.org/officeDocument/2006/relationships/image" Target="../media/image1642.png"/><Relationship Id="rId35" Type="http://schemas.openxmlformats.org/officeDocument/2006/relationships/customXml" Target="../ink/ink1652.xml"/><Relationship Id="rId43" Type="http://schemas.openxmlformats.org/officeDocument/2006/relationships/customXml" Target="../ink/ink1656.xml"/><Relationship Id="rId48" Type="http://schemas.openxmlformats.org/officeDocument/2006/relationships/image" Target="../media/image1651.png"/><Relationship Id="rId8" Type="http://schemas.openxmlformats.org/officeDocument/2006/relationships/image" Target="../media/image1631.png"/><Relationship Id="rId51" Type="http://schemas.openxmlformats.org/officeDocument/2006/relationships/customXml" Target="../ink/ink1660.xml"/><Relationship Id="rId3" Type="http://schemas.openxmlformats.org/officeDocument/2006/relationships/image" Target="../media/image1628.png"/><Relationship Id="rId12" Type="http://schemas.openxmlformats.org/officeDocument/2006/relationships/image" Target="../media/image1633.png"/><Relationship Id="rId17" Type="http://schemas.openxmlformats.org/officeDocument/2006/relationships/customXml" Target="../ink/ink1643.xml"/><Relationship Id="rId25" Type="http://schemas.openxmlformats.org/officeDocument/2006/relationships/customXml" Target="../ink/ink1647.xml"/><Relationship Id="rId33" Type="http://schemas.openxmlformats.org/officeDocument/2006/relationships/customXml" Target="../ink/ink1651.xml"/><Relationship Id="rId38" Type="http://schemas.openxmlformats.org/officeDocument/2006/relationships/image" Target="../media/image1646.png"/><Relationship Id="rId46" Type="http://schemas.openxmlformats.org/officeDocument/2006/relationships/image" Target="../media/image1650.png"/><Relationship Id="rId20" Type="http://schemas.openxmlformats.org/officeDocument/2006/relationships/image" Target="../media/image1637.png"/><Relationship Id="rId41" Type="http://schemas.openxmlformats.org/officeDocument/2006/relationships/customXml" Target="../ink/ink16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0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718.xml"/><Relationship Id="rId21" Type="http://schemas.openxmlformats.org/officeDocument/2006/relationships/customXml" Target="../ink/ink1670.xml"/><Relationship Id="rId42" Type="http://schemas.openxmlformats.org/officeDocument/2006/relationships/image" Target="../media/image1673.png"/><Relationship Id="rId63" Type="http://schemas.openxmlformats.org/officeDocument/2006/relationships/customXml" Target="../ink/ink1691.xml"/><Relationship Id="rId84" Type="http://schemas.openxmlformats.org/officeDocument/2006/relationships/image" Target="../media/image1694.png"/><Relationship Id="rId138" Type="http://schemas.openxmlformats.org/officeDocument/2006/relationships/image" Target="../media/image1721.png"/><Relationship Id="rId159" Type="http://schemas.openxmlformats.org/officeDocument/2006/relationships/customXml" Target="../ink/ink1739.xml"/><Relationship Id="rId170" Type="http://schemas.openxmlformats.org/officeDocument/2006/relationships/image" Target="../media/image1737.png"/><Relationship Id="rId191" Type="http://schemas.openxmlformats.org/officeDocument/2006/relationships/customXml" Target="../ink/ink1755.xml"/><Relationship Id="rId205" Type="http://schemas.openxmlformats.org/officeDocument/2006/relationships/customXml" Target="../ink/ink1762.xml"/><Relationship Id="rId107" Type="http://schemas.openxmlformats.org/officeDocument/2006/relationships/customXml" Target="../ink/ink1713.xml"/><Relationship Id="rId11" Type="http://schemas.openxmlformats.org/officeDocument/2006/relationships/customXml" Target="../ink/ink1665.xml"/><Relationship Id="rId32" Type="http://schemas.openxmlformats.org/officeDocument/2006/relationships/image" Target="../media/image1668.png"/><Relationship Id="rId53" Type="http://schemas.openxmlformats.org/officeDocument/2006/relationships/customXml" Target="../ink/ink1686.xml"/><Relationship Id="rId74" Type="http://schemas.openxmlformats.org/officeDocument/2006/relationships/image" Target="../media/image1689.png"/><Relationship Id="rId128" Type="http://schemas.openxmlformats.org/officeDocument/2006/relationships/image" Target="../media/image1716.png"/><Relationship Id="rId149" Type="http://schemas.openxmlformats.org/officeDocument/2006/relationships/customXml" Target="../ink/ink1734.xml"/><Relationship Id="rId5" Type="http://schemas.openxmlformats.org/officeDocument/2006/relationships/customXml" Target="../ink/ink1662.xml"/><Relationship Id="rId95" Type="http://schemas.openxmlformats.org/officeDocument/2006/relationships/customXml" Target="../ink/ink1707.xml"/><Relationship Id="rId160" Type="http://schemas.openxmlformats.org/officeDocument/2006/relationships/image" Target="../media/image1732.png"/><Relationship Id="rId181" Type="http://schemas.openxmlformats.org/officeDocument/2006/relationships/customXml" Target="../ink/ink1750.xml"/><Relationship Id="rId22" Type="http://schemas.openxmlformats.org/officeDocument/2006/relationships/image" Target="../media/image1663.png"/><Relationship Id="rId43" Type="http://schemas.openxmlformats.org/officeDocument/2006/relationships/customXml" Target="../ink/ink1681.xml"/><Relationship Id="rId64" Type="http://schemas.openxmlformats.org/officeDocument/2006/relationships/image" Target="../media/image1684.png"/><Relationship Id="rId118" Type="http://schemas.openxmlformats.org/officeDocument/2006/relationships/image" Target="../media/image1711.png"/><Relationship Id="rId139" Type="http://schemas.openxmlformats.org/officeDocument/2006/relationships/customXml" Target="../ink/ink1729.xml"/><Relationship Id="rId85" Type="http://schemas.openxmlformats.org/officeDocument/2006/relationships/customXml" Target="../ink/ink1702.xml"/><Relationship Id="rId150" Type="http://schemas.openxmlformats.org/officeDocument/2006/relationships/image" Target="../media/image1727.png"/><Relationship Id="rId171" Type="http://schemas.openxmlformats.org/officeDocument/2006/relationships/customXml" Target="../ink/ink1745.xml"/><Relationship Id="rId192" Type="http://schemas.openxmlformats.org/officeDocument/2006/relationships/image" Target="../media/image1748.png"/><Relationship Id="rId206" Type="http://schemas.openxmlformats.org/officeDocument/2006/relationships/image" Target="../media/image1755.png"/><Relationship Id="rId12" Type="http://schemas.openxmlformats.org/officeDocument/2006/relationships/image" Target="../media/image1658.png"/><Relationship Id="rId33" Type="http://schemas.openxmlformats.org/officeDocument/2006/relationships/customXml" Target="../ink/ink1676.xml"/><Relationship Id="rId108" Type="http://schemas.openxmlformats.org/officeDocument/2006/relationships/image" Target="../media/image1706.png"/><Relationship Id="rId129" Type="http://schemas.openxmlformats.org/officeDocument/2006/relationships/customXml" Target="../ink/ink1724.xml"/><Relationship Id="rId54" Type="http://schemas.openxmlformats.org/officeDocument/2006/relationships/image" Target="../media/image1679.png"/><Relationship Id="rId75" Type="http://schemas.openxmlformats.org/officeDocument/2006/relationships/customXml" Target="../ink/ink1697.xml"/><Relationship Id="rId96" Type="http://schemas.openxmlformats.org/officeDocument/2006/relationships/image" Target="../media/image1700.png"/><Relationship Id="rId140" Type="http://schemas.openxmlformats.org/officeDocument/2006/relationships/image" Target="../media/image1722.png"/><Relationship Id="rId161" Type="http://schemas.openxmlformats.org/officeDocument/2006/relationships/customXml" Target="../ink/ink1740.xml"/><Relationship Id="rId182" Type="http://schemas.openxmlformats.org/officeDocument/2006/relationships/image" Target="../media/image1743.png"/><Relationship Id="rId6" Type="http://schemas.openxmlformats.org/officeDocument/2006/relationships/image" Target="../media/image1655.png"/><Relationship Id="rId23" Type="http://schemas.openxmlformats.org/officeDocument/2006/relationships/customXml" Target="../ink/ink1671.xml"/><Relationship Id="rId119" Type="http://schemas.openxmlformats.org/officeDocument/2006/relationships/customXml" Target="../ink/ink1719.xml"/><Relationship Id="rId44" Type="http://schemas.openxmlformats.org/officeDocument/2006/relationships/image" Target="../media/image1674.png"/><Relationship Id="rId65" Type="http://schemas.openxmlformats.org/officeDocument/2006/relationships/customXml" Target="../ink/ink1692.xml"/><Relationship Id="rId86" Type="http://schemas.openxmlformats.org/officeDocument/2006/relationships/image" Target="../media/image1695.png"/><Relationship Id="rId130" Type="http://schemas.openxmlformats.org/officeDocument/2006/relationships/image" Target="../media/image1717.png"/><Relationship Id="rId151" Type="http://schemas.openxmlformats.org/officeDocument/2006/relationships/customXml" Target="../ink/ink1735.xml"/><Relationship Id="rId172" Type="http://schemas.openxmlformats.org/officeDocument/2006/relationships/image" Target="../media/image1738.png"/><Relationship Id="rId193" Type="http://schemas.openxmlformats.org/officeDocument/2006/relationships/customXml" Target="../ink/ink1756.xml"/><Relationship Id="rId207" Type="http://schemas.openxmlformats.org/officeDocument/2006/relationships/customXml" Target="../ink/ink1763.xml"/><Relationship Id="rId13" Type="http://schemas.openxmlformats.org/officeDocument/2006/relationships/customXml" Target="../ink/ink1666.xml"/><Relationship Id="rId109" Type="http://schemas.openxmlformats.org/officeDocument/2006/relationships/customXml" Target="../ink/ink1714.xml"/><Relationship Id="rId34" Type="http://schemas.openxmlformats.org/officeDocument/2006/relationships/image" Target="../media/image1669.png"/><Relationship Id="rId55" Type="http://schemas.openxmlformats.org/officeDocument/2006/relationships/customXml" Target="../ink/ink1687.xml"/><Relationship Id="rId76" Type="http://schemas.openxmlformats.org/officeDocument/2006/relationships/image" Target="../media/image1690.png"/><Relationship Id="rId97" Type="http://schemas.openxmlformats.org/officeDocument/2006/relationships/customXml" Target="../ink/ink1708.xml"/><Relationship Id="rId120" Type="http://schemas.openxmlformats.org/officeDocument/2006/relationships/image" Target="../media/image1712.png"/><Relationship Id="rId141" Type="http://schemas.openxmlformats.org/officeDocument/2006/relationships/customXml" Target="../ink/ink1730.xml"/><Relationship Id="rId7" Type="http://schemas.openxmlformats.org/officeDocument/2006/relationships/customXml" Target="../ink/ink1663.xml"/><Relationship Id="rId162" Type="http://schemas.openxmlformats.org/officeDocument/2006/relationships/image" Target="../media/image1733.png"/><Relationship Id="rId183" Type="http://schemas.openxmlformats.org/officeDocument/2006/relationships/customXml" Target="../ink/ink1751.xml"/><Relationship Id="rId24" Type="http://schemas.openxmlformats.org/officeDocument/2006/relationships/image" Target="../media/image1664.png"/><Relationship Id="rId40" Type="http://schemas.openxmlformats.org/officeDocument/2006/relationships/image" Target="../media/image1672.png"/><Relationship Id="rId45" Type="http://schemas.openxmlformats.org/officeDocument/2006/relationships/customXml" Target="../ink/ink1682.xml"/><Relationship Id="rId66" Type="http://schemas.openxmlformats.org/officeDocument/2006/relationships/image" Target="../media/image1685.png"/><Relationship Id="rId87" Type="http://schemas.openxmlformats.org/officeDocument/2006/relationships/customXml" Target="../ink/ink1703.xml"/><Relationship Id="rId110" Type="http://schemas.openxmlformats.org/officeDocument/2006/relationships/image" Target="../media/image1707.png"/><Relationship Id="rId115" Type="http://schemas.openxmlformats.org/officeDocument/2006/relationships/customXml" Target="../ink/ink1717.xml"/><Relationship Id="rId131" Type="http://schemas.openxmlformats.org/officeDocument/2006/relationships/customXml" Target="../ink/ink1725.xml"/><Relationship Id="rId136" Type="http://schemas.openxmlformats.org/officeDocument/2006/relationships/image" Target="../media/image1720.png"/><Relationship Id="rId157" Type="http://schemas.openxmlformats.org/officeDocument/2006/relationships/customXml" Target="../ink/ink1738.xml"/><Relationship Id="rId178" Type="http://schemas.openxmlformats.org/officeDocument/2006/relationships/image" Target="../media/image1741.png"/><Relationship Id="rId61" Type="http://schemas.openxmlformats.org/officeDocument/2006/relationships/customXml" Target="../ink/ink1690.xml"/><Relationship Id="rId82" Type="http://schemas.openxmlformats.org/officeDocument/2006/relationships/image" Target="../media/image1693.png"/><Relationship Id="rId152" Type="http://schemas.openxmlformats.org/officeDocument/2006/relationships/image" Target="../media/image1728.png"/><Relationship Id="rId173" Type="http://schemas.openxmlformats.org/officeDocument/2006/relationships/customXml" Target="../ink/ink1746.xml"/><Relationship Id="rId194" Type="http://schemas.openxmlformats.org/officeDocument/2006/relationships/image" Target="../media/image1749.png"/><Relationship Id="rId199" Type="http://schemas.openxmlformats.org/officeDocument/2006/relationships/customXml" Target="../ink/ink1759.xml"/><Relationship Id="rId203" Type="http://schemas.openxmlformats.org/officeDocument/2006/relationships/customXml" Target="../ink/ink1761.xml"/><Relationship Id="rId208" Type="http://schemas.openxmlformats.org/officeDocument/2006/relationships/image" Target="../media/image1756.png"/><Relationship Id="rId19" Type="http://schemas.openxmlformats.org/officeDocument/2006/relationships/customXml" Target="../ink/ink1669.xml"/><Relationship Id="rId14" Type="http://schemas.openxmlformats.org/officeDocument/2006/relationships/image" Target="../media/image1659.png"/><Relationship Id="rId30" Type="http://schemas.openxmlformats.org/officeDocument/2006/relationships/image" Target="../media/image1667.png"/><Relationship Id="rId35" Type="http://schemas.openxmlformats.org/officeDocument/2006/relationships/customXml" Target="../ink/ink1677.xml"/><Relationship Id="rId56" Type="http://schemas.openxmlformats.org/officeDocument/2006/relationships/image" Target="../media/image1680.png"/><Relationship Id="rId77" Type="http://schemas.openxmlformats.org/officeDocument/2006/relationships/customXml" Target="../ink/ink1698.xml"/><Relationship Id="rId100" Type="http://schemas.openxmlformats.org/officeDocument/2006/relationships/image" Target="../media/image1702.png"/><Relationship Id="rId105" Type="http://schemas.openxmlformats.org/officeDocument/2006/relationships/customXml" Target="../ink/ink1712.xml"/><Relationship Id="rId126" Type="http://schemas.openxmlformats.org/officeDocument/2006/relationships/image" Target="../media/image1715.png"/><Relationship Id="rId147" Type="http://schemas.openxmlformats.org/officeDocument/2006/relationships/customXml" Target="../ink/ink1733.xml"/><Relationship Id="rId168" Type="http://schemas.openxmlformats.org/officeDocument/2006/relationships/image" Target="../media/image1736.png"/><Relationship Id="rId8" Type="http://schemas.openxmlformats.org/officeDocument/2006/relationships/image" Target="../media/image1656.png"/><Relationship Id="rId51" Type="http://schemas.openxmlformats.org/officeDocument/2006/relationships/customXml" Target="../ink/ink1685.xml"/><Relationship Id="rId72" Type="http://schemas.openxmlformats.org/officeDocument/2006/relationships/image" Target="../media/image1688.png"/><Relationship Id="rId93" Type="http://schemas.openxmlformats.org/officeDocument/2006/relationships/customXml" Target="../ink/ink1706.xml"/><Relationship Id="rId98" Type="http://schemas.openxmlformats.org/officeDocument/2006/relationships/image" Target="../media/image1701.png"/><Relationship Id="rId121" Type="http://schemas.openxmlformats.org/officeDocument/2006/relationships/customXml" Target="../ink/ink1720.xml"/><Relationship Id="rId142" Type="http://schemas.openxmlformats.org/officeDocument/2006/relationships/image" Target="../media/image1723.png"/><Relationship Id="rId163" Type="http://schemas.openxmlformats.org/officeDocument/2006/relationships/customXml" Target="../ink/ink1741.xml"/><Relationship Id="rId184" Type="http://schemas.openxmlformats.org/officeDocument/2006/relationships/image" Target="../media/image1744.png"/><Relationship Id="rId189" Type="http://schemas.openxmlformats.org/officeDocument/2006/relationships/customXml" Target="../ink/ink1754.xml"/><Relationship Id="rId3" Type="http://schemas.openxmlformats.org/officeDocument/2006/relationships/customXml" Target="../ink/ink1661.xml"/><Relationship Id="rId25" Type="http://schemas.openxmlformats.org/officeDocument/2006/relationships/customXml" Target="../ink/ink1672.xml"/><Relationship Id="rId46" Type="http://schemas.openxmlformats.org/officeDocument/2006/relationships/image" Target="../media/image1675.png"/><Relationship Id="rId67" Type="http://schemas.openxmlformats.org/officeDocument/2006/relationships/customXml" Target="../ink/ink1693.xml"/><Relationship Id="rId116" Type="http://schemas.openxmlformats.org/officeDocument/2006/relationships/image" Target="../media/image1710.png"/><Relationship Id="rId137" Type="http://schemas.openxmlformats.org/officeDocument/2006/relationships/customXml" Target="../ink/ink1728.xml"/><Relationship Id="rId158" Type="http://schemas.openxmlformats.org/officeDocument/2006/relationships/image" Target="../media/image1731.png"/><Relationship Id="rId20" Type="http://schemas.openxmlformats.org/officeDocument/2006/relationships/image" Target="../media/image1662.png"/><Relationship Id="rId41" Type="http://schemas.openxmlformats.org/officeDocument/2006/relationships/customXml" Target="../ink/ink1680.xml"/><Relationship Id="rId62" Type="http://schemas.openxmlformats.org/officeDocument/2006/relationships/image" Target="../media/image1683.png"/><Relationship Id="rId83" Type="http://schemas.openxmlformats.org/officeDocument/2006/relationships/customXml" Target="../ink/ink1701.xml"/><Relationship Id="rId88" Type="http://schemas.openxmlformats.org/officeDocument/2006/relationships/image" Target="../media/image1696.png"/><Relationship Id="rId111" Type="http://schemas.openxmlformats.org/officeDocument/2006/relationships/customXml" Target="../ink/ink1715.xml"/><Relationship Id="rId132" Type="http://schemas.openxmlformats.org/officeDocument/2006/relationships/image" Target="../media/image1718.png"/><Relationship Id="rId153" Type="http://schemas.openxmlformats.org/officeDocument/2006/relationships/customXml" Target="../ink/ink1736.xml"/><Relationship Id="rId174" Type="http://schemas.openxmlformats.org/officeDocument/2006/relationships/image" Target="../media/image1739.png"/><Relationship Id="rId179" Type="http://schemas.openxmlformats.org/officeDocument/2006/relationships/customXml" Target="../ink/ink1749.xml"/><Relationship Id="rId195" Type="http://schemas.openxmlformats.org/officeDocument/2006/relationships/customXml" Target="../ink/ink1757.xml"/><Relationship Id="rId190" Type="http://schemas.openxmlformats.org/officeDocument/2006/relationships/image" Target="../media/image1747.png"/><Relationship Id="rId204" Type="http://schemas.openxmlformats.org/officeDocument/2006/relationships/image" Target="../media/image1754.png"/><Relationship Id="rId15" Type="http://schemas.openxmlformats.org/officeDocument/2006/relationships/customXml" Target="../ink/ink1667.xml"/><Relationship Id="rId36" Type="http://schemas.openxmlformats.org/officeDocument/2006/relationships/image" Target="../media/image1670.png"/><Relationship Id="rId57" Type="http://schemas.openxmlformats.org/officeDocument/2006/relationships/customXml" Target="../ink/ink1688.xml"/><Relationship Id="rId106" Type="http://schemas.openxmlformats.org/officeDocument/2006/relationships/image" Target="../media/image1705.png"/><Relationship Id="rId127" Type="http://schemas.openxmlformats.org/officeDocument/2006/relationships/customXml" Target="../ink/ink1723.xml"/><Relationship Id="rId10" Type="http://schemas.openxmlformats.org/officeDocument/2006/relationships/image" Target="../media/image1657.png"/><Relationship Id="rId31" Type="http://schemas.openxmlformats.org/officeDocument/2006/relationships/customXml" Target="../ink/ink1675.xml"/><Relationship Id="rId52" Type="http://schemas.openxmlformats.org/officeDocument/2006/relationships/image" Target="../media/image1678.png"/><Relationship Id="rId73" Type="http://schemas.openxmlformats.org/officeDocument/2006/relationships/customXml" Target="../ink/ink1696.xml"/><Relationship Id="rId78" Type="http://schemas.openxmlformats.org/officeDocument/2006/relationships/image" Target="../media/image1691.png"/><Relationship Id="rId94" Type="http://schemas.openxmlformats.org/officeDocument/2006/relationships/image" Target="../media/image1699.png"/><Relationship Id="rId99" Type="http://schemas.openxmlformats.org/officeDocument/2006/relationships/customXml" Target="../ink/ink1709.xml"/><Relationship Id="rId101" Type="http://schemas.openxmlformats.org/officeDocument/2006/relationships/customXml" Target="../ink/ink1710.xml"/><Relationship Id="rId122" Type="http://schemas.openxmlformats.org/officeDocument/2006/relationships/image" Target="../media/image1713.png"/><Relationship Id="rId143" Type="http://schemas.openxmlformats.org/officeDocument/2006/relationships/customXml" Target="../ink/ink1731.xml"/><Relationship Id="rId148" Type="http://schemas.openxmlformats.org/officeDocument/2006/relationships/image" Target="../media/image1726.png"/><Relationship Id="rId164" Type="http://schemas.openxmlformats.org/officeDocument/2006/relationships/image" Target="../media/image1734.png"/><Relationship Id="rId169" Type="http://schemas.openxmlformats.org/officeDocument/2006/relationships/customXml" Target="../ink/ink1744.xml"/><Relationship Id="rId185" Type="http://schemas.openxmlformats.org/officeDocument/2006/relationships/customXml" Target="../ink/ink1752.xml"/><Relationship Id="rId4" Type="http://schemas.openxmlformats.org/officeDocument/2006/relationships/image" Target="../media/image1654.png"/><Relationship Id="rId9" Type="http://schemas.openxmlformats.org/officeDocument/2006/relationships/customXml" Target="../ink/ink1664.xml"/><Relationship Id="rId180" Type="http://schemas.openxmlformats.org/officeDocument/2006/relationships/image" Target="../media/image1742.png"/><Relationship Id="rId26" Type="http://schemas.openxmlformats.org/officeDocument/2006/relationships/image" Target="../media/image1665.png"/><Relationship Id="rId47" Type="http://schemas.openxmlformats.org/officeDocument/2006/relationships/customXml" Target="../ink/ink1683.xml"/><Relationship Id="rId68" Type="http://schemas.openxmlformats.org/officeDocument/2006/relationships/image" Target="../media/image1686.png"/><Relationship Id="rId89" Type="http://schemas.openxmlformats.org/officeDocument/2006/relationships/customXml" Target="../ink/ink1704.xml"/><Relationship Id="rId112" Type="http://schemas.openxmlformats.org/officeDocument/2006/relationships/image" Target="../media/image1708.png"/><Relationship Id="rId133" Type="http://schemas.openxmlformats.org/officeDocument/2006/relationships/customXml" Target="../ink/ink1726.xml"/><Relationship Id="rId154" Type="http://schemas.openxmlformats.org/officeDocument/2006/relationships/image" Target="../media/image1729.png"/><Relationship Id="rId175" Type="http://schemas.openxmlformats.org/officeDocument/2006/relationships/customXml" Target="../ink/ink1747.xml"/><Relationship Id="rId196" Type="http://schemas.openxmlformats.org/officeDocument/2006/relationships/image" Target="../media/image1750.png"/><Relationship Id="rId200" Type="http://schemas.openxmlformats.org/officeDocument/2006/relationships/image" Target="../media/image1752.png"/><Relationship Id="rId16" Type="http://schemas.openxmlformats.org/officeDocument/2006/relationships/image" Target="../media/image1660.png"/><Relationship Id="rId37" Type="http://schemas.openxmlformats.org/officeDocument/2006/relationships/customXml" Target="../ink/ink1678.xml"/><Relationship Id="rId58" Type="http://schemas.openxmlformats.org/officeDocument/2006/relationships/image" Target="../media/image1681.png"/><Relationship Id="rId79" Type="http://schemas.openxmlformats.org/officeDocument/2006/relationships/customXml" Target="../ink/ink1699.xml"/><Relationship Id="rId102" Type="http://schemas.openxmlformats.org/officeDocument/2006/relationships/image" Target="../media/image1703.png"/><Relationship Id="rId123" Type="http://schemas.openxmlformats.org/officeDocument/2006/relationships/customXml" Target="../ink/ink1721.xml"/><Relationship Id="rId144" Type="http://schemas.openxmlformats.org/officeDocument/2006/relationships/image" Target="../media/image1724.png"/><Relationship Id="rId90" Type="http://schemas.openxmlformats.org/officeDocument/2006/relationships/image" Target="../media/image1697.png"/><Relationship Id="rId165" Type="http://schemas.openxmlformats.org/officeDocument/2006/relationships/customXml" Target="../ink/ink1742.xml"/><Relationship Id="rId186" Type="http://schemas.openxmlformats.org/officeDocument/2006/relationships/image" Target="../media/image1745.png"/><Relationship Id="rId27" Type="http://schemas.openxmlformats.org/officeDocument/2006/relationships/customXml" Target="../ink/ink1673.xml"/><Relationship Id="rId48" Type="http://schemas.openxmlformats.org/officeDocument/2006/relationships/image" Target="../media/image1676.png"/><Relationship Id="rId69" Type="http://schemas.openxmlformats.org/officeDocument/2006/relationships/customXml" Target="../ink/ink1694.xml"/><Relationship Id="rId113" Type="http://schemas.openxmlformats.org/officeDocument/2006/relationships/customXml" Target="../ink/ink1716.xml"/><Relationship Id="rId134" Type="http://schemas.openxmlformats.org/officeDocument/2006/relationships/image" Target="../media/image1719.png"/><Relationship Id="rId80" Type="http://schemas.openxmlformats.org/officeDocument/2006/relationships/image" Target="../media/image1692.png"/><Relationship Id="rId155" Type="http://schemas.openxmlformats.org/officeDocument/2006/relationships/customXml" Target="../ink/ink1737.xml"/><Relationship Id="rId176" Type="http://schemas.openxmlformats.org/officeDocument/2006/relationships/image" Target="../media/image1740.png"/><Relationship Id="rId197" Type="http://schemas.openxmlformats.org/officeDocument/2006/relationships/customXml" Target="../ink/ink1758.xml"/><Relationship Id="rId201" Type="http://schemas.openxmlformats.org/officeDocument/2006/relationships/customXml" Target="../ink/ink1760.xml"/><Relationship Id="rId17" Type="http://schemas.openxmlformats.org/officeDocument/2006/relationships/customXml" Target="../ink/ink1668.xml"/><Relationship Id="rId38" Type="http://schemas.openxmlformats.org/officeDocument/2006/relationships/image" Target="../media/image1671.png"/><Relationship Id="rId59" Type="http://schemas.openxmlformats.org/officeDocument/2006/relationships/customXml" Target="../ink/ink1689.xml"/><Relationship Id="rId103" Type="http://schemas.openxmlformats.org/officeDocument/2006/relationships/customXml" Target="../ink/ink1711.xml"/><Relationship Id="rId124" Type="http://schemas.openxmlformats.org/officeDocument/2006/relationships/image" Target="../media/image1714.png"/><Relationship Id="rId70" Type="http://schemas.openxmlformats.org/officeDocument/2006/relationships/image" Target="../media/image1687.png"/><Relationship Id="rId91" Type="http://schemas.openxmlformats.org/officeDocument/2006/relationships/customXml" Target="../ink/ink1705.xml"/><Relationship Id="rId145" Type="http://schemas.openxmlformats.org/officeDocument/2006/relationships/customXml" Target="../ink/ink1732.xml"/><Relationship Id="rId166" Type="http://schemas.openxmlformats.org/officeDocument/2006/relationships/image" Target="../media/image1735.png"/><Relationship Id="rId187" Type="http://schemas.openxmlformats.org/officeDocument/2006/relationships/customXml" Target="../ink/ink1753.xml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1666.png"/><Relationship Id="rId49" Type="http://schemas.openxmlformats.org/officeDocument/2006/relationships/customXml" Target="../ink/ink1684.xml"/><Relationship Id="rId114" Type="http://schemas.openxmlformats.org/officeDocument/2006/relationships/image" Target="../media/image1709.png"/><Relationship Id="rId60" Type="http://schemas.openxmlformats.org/officeDocument/2006/relationships/image" Target="../media/image1682.png"/><Relationship Id="rId81" Type="http://schemas.openxmlformats.org/officeDocument/2006/relationships/customXml" Target="../ink/ink1700.xml"/><Relationship Id="rId135" Type="http://schemas.openxmlformats.org/officeDocument/2006/relationships/customXml" Target="../ink/ink1727.xml"/><Relationship Id="rId156" Type="http://schemas.openxmlformats.org/officeDocument/2006/relationships/image" Target="../media/image1730.png"/><Relationship Id="rId177" Type="http://schemas.openxmlformats.org/officeDocument/2006/relationships/customXml" Target="../ink/ink1748.xml"/><Relationship Id="rId198" Type="http://schemas.openxmlformats.org/officeDocument/2006/relationships/image" Target="../media/image1751.png"/><Relationship Id="rId202" Type="http://schemas.openxmlformats.org/officeDocument/2006/relationships/image" Target="../media/image1753.png"/><Relationship Id="rId18" Type="http://schemas.openxmlformats.org/officeDocument/2006/relationships/image" Target="../media/image1661.png"/><Relationship Id="rId39" Type="http://schemas.openxmlformats.org/officeDocument/2006/relationships/customXml" Target="../ink/ink1679.xml"/><Relationship Id="rId50" Type="http://schemas.openxmlformats.org/officeDocument/2006/relationships/image" Target="../media/image1677.png"/><Relationship Id="rId104" Type="http://schemas.openxmlformats.org/officeDocument/2006/relationships/image" Target="../media/image1704.png"/><Relationship Id="rId125" Type="http://schemas.openxmlformats.org/officeDocument/2006/relationships/customXml" Target="../ink/ink1722.xml"/><Relationship Id="rId146" Type="http://schemas.openxmlformats.org/officeDocument/2006/relationships/image" Target="../media/image1725.png"/><Relationship Id="rId167" Type="http://schemas.openxmlformats.org/officeDocument/2006/relationships/customXml" Target="../ink/ink1743.xml"/><Relationship Id="rId188" Type="http://schemas.openxmlformats.org/officeDocument/2006/relationships/image" Target="../media/image1746.png"/><Relationship Id="rId71" Type="http://schemas.openxmlformats.org/officeDocument/2006/relationships/customXml" Target="../ink/ink1695.xml"/><Relationship Id="rId92" Type="http://schemas.openxmlformats.org/officeDocument/2006/relationships/image" Target="../media/image1698.png"/><Relationship Id="rId2" Type="http://schemas.openxmlformats.org/officeDocument/2006/relationships/notesSlide" Target="../notesSlides/notesSlide13.xml"/><Relationship Id="rId29" Type="http://schemas.openxmlformats.org/officeDocument/2006/relationships/customXml" Target="../ink/ink1674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20.xml"/><Relationship Id="rId21" Type="http://schemas.openxmlformats.org/officeDocument/2006/relationships/customXml" Target="../ink/ink1772.xml"/><Relationship Id="rId324" Type="http://schemas.openxmlformats.org/officeDocument/2006/relationships/image" Target="../media/image1917.png"/><Relationship Id="rId531" Type="http://schemas.openxmlformats.org/officeDocument/2006/relationships/customXml" Target="../ink/ink2027.xml"/><Relationship Id="rId629" Type="http://schemas.openxmlformats.org/officeDocument/2006/relationships/image" Target="../media/image2068.png"/><Relationship Id="rId170" Type="http://schemas.openxmlformats.org/officeDocument/2006/relationships/image" Target="../media/image1841.png"/><Relationship Id="rId268" Type="http://schemas.openxmlformats.org/officeDocument/2006/relationships/image" Target="../media/image1890.png"/><Relationship Id="rId475" Type="http://schemas.openxmlformats.org/officeDocument/2006/relationships/customXml" Target="../ink/ink1999.xml"/><Relationship Id="rId32" Type="http://schemas.openxmlformats.org/officeDocument/2006/relationships/image" Target="../media/image1772.png"/><Relationship Id="rId128" Type="http://schemas.openxmlformats.org/officeDocument/2006/relationships/image" Target="../media/image1820.png"/><Relationship Id="rId335" Type="http://schemas.openxmlformats.org/officeDocument/2006/relationships/customXml" Target="../ink/ink1929.xml"/><Relationship Id="rId542" Type="http://schemas.openxmlformats.org/officeDocument/2006/relationships/image" Target="../media/image2026.png"/><Relationship Id="rId181" Type="http://schemas.openxmlformats.org/officeDocument/2006/relationships/customXml" Target="../ink/ink1852.xml"/><Relationship Id="rId402" Type="http://schemas.openxmlformats.org/officeDocument/2006/relationships/image" Target="../media/image1956.png"/><Relationship Id="rId279" Type="http://schemas.openxmlformats.org/officeDocument/2006/relationships/customXml" Target="../ink/ink1901.xml"/><Relationship Id="rId486" Type="http://schemas.openxmlformats.org/officeDocument/2006/relationships/image" Target="../media/image1998.png"/><Relationship Id="rId43" Type="http://schemas.openxmlformats.org/officeDocument/2006/relationships/customXml" Target="../ink/ink1783.xml"/><Relationship Id="rId139" Type="http://schemas.openxmlformats.org/officeDocument/2006/relationships/customXml" Target="../ink/ink1831.xml"/><Relationship Id="rId346" Type="http://schemas.openxmlformats.org/officeDocument/2006/relationships/image" Target="../media/image1928.png"/><Relationship Id="rId553" Type="http://schemas.openxmlformats.org/officeDocument/2006/relationships/image" Target="../media/image2031.png"/><Relationship Id="rId192" Type="http://schemas.openxmlformats.org/officeDocument/2006/relationships/image" Target="../media/image1852.png"/><Relationship Id="rId206" Type="http://schemas.openxmlformats.org/officeDocument/2006/relationships/image" Target="../media/image1859.png"/><Relationship Id="rId413" Type="http://schemas.openxmlformats.org/officeDocument/2006/relationships/customXml" Target="../ink/ink1968.xml"/><Relationship Id="rId497" Type="http://schemas.openxmlformats.org/officeDocument/2006/relationships/customXml" Target="../ink/ink2010.xml"/><Relationship Id="rId620" Type="http://schemas.openxmlformats.org/officeDocument/2006/relationships/customXml" Target="../ink/ink2073.xml"/><Relationship Id="rId357" Type="http://schemas.openxmlformats.org/officeDocument/2006/relationships/customXml" Target="../ink/ink1940.xml"/><Relationship Id="rId54" Type="http://schemas.openxmlformats.org/officeDocument/2006/relationships/image" Target="../media/image1783.png"/><Relationship Id="rId217" Type="http://schemas.openxmlformats.org/officeDocument/2006/relationships/customXml" Target="../ink/ink1870.xml"/><Relationship Id="rId564" Type="http://schemas.openxmlformats.org/officeDocument/2006/relationships/image" Target="../media/image2036.png"/><Relationship Id="rId424" Type="http://schemas.openxmlformats.org/officeDocument/2006/relationships/image" Target="../media/image1967.png"/><Relationship Id="rId631" Type="http://schemas.openxmlformats.org/officeDocument/2006/relationships/image" Target="../media/image2069.png"/><Relationship Id="rId270" Type="http://schemas.openxmlformats.org/officeDocument/2006/relationships/image" Target="../media/image1891.png"/><Relationship Id="rId65" Type="http://schemas.openxmlformats.org/officeDocument/2006/relationships/customXml" Target="../ink/ink1794.xml"/><Relationship Id="rId130" Type="http://schemas.openxmlformats.org/officeDocument/2006/relationships/image" Target="../media/image1821.png"/><Relationship Id="rId368" Type="http://schemas.openxmlformats.org/officeDocument/2006/relationships/image" Target="../media/image1939.png"/><Relationship Id="rId575" Type="http://schemas.openxmlformats.org/officeDocument/2006/relationships/customXml" Target="../ink/ink2050.xml"/><Relationship Id="rId228" Type="http://schemas.openxmlformats.org/officeDocument/2006/relationships/image" Target="../media/image1870.png"/><Relationship Id="rId435" Type="http://schemas.openxmlformats.org/officeDocument/2006/relationships/customXml" Target="../ink/ink1979.xml"/><Relationship Id="rId642" Type="http://schemas.openxmlformats.org/officeDocument/2006/relationships/customXml" Target="../ink/ink2084.xml"/><Relationship Id="rId281" Type="http://schemas.openxmlformats.org/officeDocument/2006/relationships/customXml" Target="../ink/ink1902.xml"/><Relationship Id="rId502" Type="http://schemas.openxmlformats.org/officeDocument/2006/relationships/image" Target="../media/image2006.png"/><Relationship Id="rId76" Type="http://schemas.openxmlformats.org/officeDocument/2006/relationships/image" Target="../media/image1794.png"/><Relationship Id="rId141" Type="http://schemas.openxmlformats.org/officeDocument/2006/relationships/customXml" Target="../ink/ink1832.xml"/><Relationship Id="rId379" Type="http://schemas.openxmlformats.org/officeDocument/2006/relationships/customXml" Target="../ink/ink1951.xml"/><Relationship Id="rId586" Type="http://schemas.openxmlformats.org/officeDocument/2006/relationships/image" Target="../media/image2047.png"/><Relationship Id="rId7" Type="http://schemas.openxmlformats.org/officeDocument/2006/relationships/customXml" Target="../ink/ink1765.xml"/><Relationship Id="rId239" Type="http://schemas.openxmlformats.org/officeDocument/2006/relationships/customXml" Target="../ink/ink1881.xml"/><Relationship Id="rId446" Type="http://schemas.openxmlformats.org/officeDocument/2006/relationships/image" Target="../media/image1978.png"/><Relationship Id="rId653" Type="http://schemas.openxmlformats.org/officeDocument/2006/relationships/image" Target="../media/image2080.png"/><Relationship Id="rId292" Type="http://schemas.openxmlformats.org/officeDocument/2006/relationships/image" Target="../media/image1902.png"/><Relationship Id="rId306" Type="http://schemas.openxmlformats.org/officeDocument/2006/relationships/image" Target="../media/image1909.png"/><Relationship Id="rId87" Type="http://schemas.openxmlformats.org/officeDocument/2006/relationships/customXml" Target="../ink/ink1805.xml"/><Relationship Id="rId513" Type="http://schemas.openxmlformats.org/officeDocument/2006/relationships/customXml" Target="../ink/ink2018.xml"/><Relationship Id="rId597" Type="http://schemas.openxmlformats.org/officeDocument/2006/relationships/customXml" Target="../ink/ink2061.xml"/><Relationship Id="rId152" Type="http://schemas.openxmlformats.org/officeDocument/2006/relationships/image" Target="../media/image1832.png"/><Relationship Id="rId457" Type="http://schemas.openxmlformats.org/officeDocument/2006/relationships/customXml" Target="../ink/ink1990.xml"/><Relationship Id="rId14" Type="http://schemas.openxmlformats.org/officeDocument/2006/relationships/image" Target="../media/image1763.png"/><Relationship Id="rId317" Type="http://schemas.openxmlformats.org/officeDocument/2006/relationships/customXml" Target="../ink/ink1920.xml"/><Relationship Id="rId524" Type="http://schemas.openxmlformats.org/officeDocument/2006/relationships/image" Target="../media/image2017.png"/><Relationship Id="rId98" Type="http://schemas.openxmlformats.org/officeDocument/2006/relationships/image" Target="../media/image1805.png"/><Relationship Id="rId163" Type="http://schemas.openxmlformats.org/officeDocument/2006/relationships/customXml" Target="../ink/ink1843.xml"/><Relationship Id="rId370" Type="http://schemas.openxmlformats.org/officeDocument/2006/relationships/image" Target="../media/image1940.png"/><Relationship Id="rId230" Type="http://schemas.openxmlformats.org/officeDocument/2006/relationships/image" Target="../media/image1871.png"/><Relationship Id="rId468" Type="http://schemas.openxmlformats.org/officeDocument/2006/relationships/image" Target="../media/image1989.png"/><Relationship Id="rId25" Type="http://schemas.openxmlformats.org/officeDocument/2006/relationships/customXml" Target="../ink/ink1774.xml"/><Relationship Id="rId328" Type="http://schemas.openxmlformats.org/officeDocument/2006/relationships/image" Target="../media/image1919.png"/><Relationship Id="rId535" Type="http://schemas.openxmlformats.org/officeDocument/2006/relationships/customXml" Target="../ink/ink2029.xml"/><Relationship Id="rId174" Type="http://schemas.openxmlformats.org/officeDocument/2006/relationships/image" Target="../media/image1843.png"/><Relationship Id="rId381" Type="http://schemas.openxmlformats.org/officeDocument/2006/relationships/customXml" Target="../ink/ink1952.xml"/><Relationship Id="rId602" Type="http://schemas.openxmlformats.org/officeDocument/2006/relationships/image" Target="../media/image2055.png"/><Relationship Id="rId241" Type="http://schemas.openxmlformats.org/officeDocument/2006/relationships/customXml" Target="../ink/ink1882.xml"/><Relationship Id="rId479" Type="http://schemas.openxmlformats.org/officeDocument/2006/relationships/customXml" Target="../ink/ink2001.xml"/><Relationship Id="rId36" Type="http://schemas.openxmlformats.org/officeDocument/2006/relationships/image" Target="../media/image1774.png"/><Relationship Id="rId339" Type="http://schemas.openxmlformats.org/officeDocument/2006/relationships/customXml" Target="../ink/ink1931.xml"/><Relationship Id="rId546" Type="http://schemas.openxmlformats.org/officeDocument/2006/relationships/customXml" Target="../ink/ink2035.xml"/><Relationship Id="rId101" Type="http://schemas.openxmlformats.org/officeDocument/2006/relationships/customXml" Target="../ink/ink1812.xml"/><Relationship Id="rId185" Type="http://schemas.openxmlformats.org/officeDocument/2006/relationships/customXml" Target="../ink/ink1854.xml"/><Relationship Id="rId406" Type="http://schemas.openxmlformats.org/officeDocument/2006/relationships/image" Target="../media/image1958.png"/><Relationship Id="rId392" Type="http://schemas.openxmlformats.org/officeDocument/2006/relationships/image" Target="../media/image1951.png"/><Relationship Id="rId613" Type="http://schemas.openxmlformats.org/officeDocument/2006/relationships/image" Target="../media/image2060.png"/><Relationship Id="rId252" Type="http://schemas.openxmlformats.org/officeDocument/2006/relationships/image" Target="../media/image1882.png"/><Relationship Id="rId47" Type="http://schemas.openxmlformats.org/officeDocument/2006/relationships/customXml" Target="../ink/ink1785.xml"/><Relationship Id="rId112" Type="http://schemas.openxmlformats.org/officeDocument/2006/relationships/image" Target="../media/image1812.png"/><Relationship Id="rId557" Type="http://schemas.openxmlformats.org/officeDocument/2006/relationships/image" Target="../media/image2033.png"/><Relationship Id="rId196" Type="http://schemas.openxmlformats.org/officeDocument/2006/relationships/image" Target="../media/image1854.png"/><Relationship Id="rId417" Type="http://schemas.openxmlformats.org/officeDocument/2006/relationships/customXml" Target="../ink/ink1970.xml"/><Relationship Id="rId624" Type="http://schemas.openxmlformats.org/officeDocument/2006/relationships/customXml" Target="../ink/ink2075.xml"/><Relationship Id="rId263" Type="http://schemas.openxmlformats.org/officeDocument/2006/relationships/customXml" Target="../ink/ink1893.xml"/><Relationship Id="rId470" Type="http://schemas.openxmlformats.org/officeDocument/2006/relationships/image" Target="../media/image1990.png"/><Relationship Id="rId58" Type="http://schemas.openxmlformats.org/officeDocument/2006/relationships/image" Target="../media/image1785.png"/><Relationship Id="rId123" Type="http://schemas.openxmlformats.org/officeDocument/2006/relationships/customXml" Target="../ink/ink1823.xml"/><Relationship Id="rId330" Type="http://schemas.openxmlformats.org/officeDocument/2006/relationships/image" Target="../media/image1920.png"/><Relationship Id="rId568" Type="http://schemas.openxmlformats.org/officeDocument/2006/relationships/image" Target="../media/image2038.png"/><Relationship Id="rId428" Type="http://schemas.openxmlformats.org/officeDocument/2006/relationships/image" Target="../media/image1969.png"/><Relationship Id="rId635" Type="http://schemas.openxmlformats.org/officeDocument/2006/relationships/image" Target="../media/image2071.png"/><Relationship Id="rId232" Type="http://schemas.openxmlformats.org/officeDocument/2006/relationships/image" Target="../media/image1872.png"/><Relationship Id="rId274" Type="http://schemas.openxmlformats.org/officeDocument/2006/relationships/image" Target="../media/image1893.png"/><Relationship Id="rId481" Type="http://schemas.openxmlformats.org/officeDocument/2006/relationships/customXml" Target="../ink/ink2002.xml"/><Relationship Id="rId27" Type="http://schemas.openxmlformats.org/officeDocument/2006/relationships/customXml" Target="../ink/ink1775.xml"/><Relationship Id="rId69" Type="http://schemas.openxmlformats.org/officeDocument/2006/relationships/customXml" Target="../ink/ink1796.xml"/><Relationship Id="rId134" Type="http://schemas.openxmlformats.org/officeDocument/2006/relationships/image" Target="../media/image1823.png"/><Relationship Id="rId537" Type="http://schemas.openxmlformats.org/officeDocument/2006/relationships/customXml" Target="../ink/ink2030.xml"/><Relationship Id="rId579" Type="http://schemas.openxmlformats.org/officeDocument/2006/relationships/customXml" Target="../ink/ink2052.xml"/><Relationship Id="rId80" Type="http://schemas.openxmlformats.org/officeDocument/2006/relationships/image" Target="../media/image1796.png"/><Relationship Id="rId176" Type="http://schemas.openxmlformats.org/officeDocument/2006/relationships/image" Target="../media/image1844.png"/><Relationship Id="rId341" Type="http://schemas.openxmlformats.org/officeDocument/2006/relationships/customXml" Target="../ink/ink1932.xml"/><Relationship Id="rId383" Type="http://schemas.openxmlformats.org/officeDocument/2006/relationships/customXml" Target="../ink/ink1953.xml"/><Relationship Id="rId439" Type="http://schemas.openxmlformats.org/officeDocument/2006/relationships/customXml" Target="../ink/ink1981.xml"/><Relationship Id="rId590" Type="http://schemas.openxmlformats.org/officeDocument/2006/relationships/image" Target="../media/image2049.png"/><Relationship Id="rId604" Type="http://schemas.openxmlformats.org/officeDocument/2006/relationships/image" Target="../media/image2056.png"/><Relationship Id="rId646" Type="http://schemas.openxmlformats.org/officeDocument/2006/relationships/customXml" Target="../ink/ink2086.xml"/><Relationship Id="rId201" Type="http://schemas.openxmlformats.org/officeDocument/2006/relationships/customXml" Target="../ink/ink1862.xml"/><Relationship Id="rId243" Type="http://schemas.openxmlformats.org/officeDocument/2006/relationships/customXml" Target="../ink/ink1883.xml"/><Relationship Id="rId285" Type="http://schemas.openxmlformats.org/officeDocument/2006/relationships/customXml" Target="../ink/ink1904.xml"/><Relationship Id="rId450" Type="http://schemas.openxmlformats.org/officeDocument/2006/relationships/image" Target="../media/image1980.png"/><Relationship Id="rId506" Type="http://schemas.openxmlformats.org/officeDocument/2006/relationships/image" Target="../media/image2008.png"/><Relationship Id="rId38" Type="http://schemas.openxmlformats.org/officeDocument/2006/relationships/image" Target="../media/image1775.png"/><Relationship Id="rId103" Type="http://schemas.openxmlformats.org/officeDocument/2006/relationships/customXml" Target="../ink/ink1813.xml"/><Relationship Id="rId310" Type="http://schemas.openxmlformats.org/officeDocument/2006/relationships/image" Target="../media/image1911.png"/><Relationship Id="rId492" Type="http://schemas.openxmlformats.org/officeDocument/2006/relationships/image" Target="../media/image2001.png"/><Relationship Id="rId548" Type="http://schemas.openxmlformats.org/officeDocument/2006/relationships/customXml" Target="../ink/ink2036.xml"/><Relationship Id="rId91" Type="http://schemas.openxmlformats.org/officeDocument/2006/relationships/customXml" Target="../ink/ink1807.xml"/><Relationship Id="rId145" Type="http://schemas.openxmlformats.org/officeDocument/2006/relationships/customXml" Target="../ink/ink1834.xml"/><Relationship Id="rId187" Type="http://schemas.openxmlformats.org/officeDocument/2006/relationships/customXml" Target="../ink/ink1855.xml"/><Relationship Id="rId352" Type="http://schemas.openxmlformats.org/officeDocument/2006/relationships/image" Target="../media/image1931.png"/><Relationship Id="rId394" Type="http://schemas.openxmlformats.org/officeDocument/2006/relationships/image" Target="../media/image1952.png"/><Relationship Id="rId408" Type="http://schemas.openxmlformats.org/officeDocument/2006/relationships/image" Target="../media/image1959.png"/><Relationship Id="rId615" Type="http://schemas.openxmlformats.org/officeDocument/2006/relationships/image" Target="../media/image2061.png"/><Relationship Id="rId212" Type="http://schemas.openxmlformats.org/officeDocument/2006/relationships/image" Target="../media/image1862.png"/><Relationship Id="rId254" Type="http://schemas.openxmlformats.org/officeDocument/2006/relationships/image" Target="../media/image1883.png"/><Relationship Id="rId657" Type="http://schemas.openxmlformats.org/officeDocument/2006/relationships/image" Target="../media/image2082.png"/><Relationship Id="rId49" Type="http://schemas.openxmlformats.org/officeDocument/2006/relationships/customXml" Target="../ink/ink1786.xml"/><Relationship Id="rId114" Type="http://schemas.openxmlformats.org/officeDocument/2006/relationships/image" Target="../media/image1813.png"/><Relationship Id="rId296" Type="http://schemas.openxmlformats.org/officeDocument/2006/relationships/image" Target="../media/image1904.png"/><Relationship Id="rId461" Type="http://schemas.openxmlformats.org/officeDocument/2006/relationships/customXml" Target="../ink/ink1992.xml"/><Relationship Id="rId517" Type="http://schemas.openxmlformats.org/officeDocument/2006/relationships/customXml" Target="../ink/ink2020.xml"/><Relationship Id="rId559" Type="http://schemas.openxmlformats.org/officeDocument/2006/relationships/image" Target="../media/image2034.png"/><Relationship Id="rId60" Type="http://schemas.openxmlformats.org/officeDocument/2006/relationships/image" Target="../media/image1786.png"/><Relationship Id="rId156" Type="http://schemas.openxmlformats.org/officeDocument/2006/relationships/image" Target="../media/image1834.png"/><Relationship Id="rId198" Type="http://schemas.openxmlformats.org/officeDocument/2006/relationships/image" Target="../media/image1855.png"/><Relationship Id="rId321" Type="http://schemas.openxmlformats.org/officeDocument/2006/relationships/customXml" Target="../ink/ink1922.xml"/><Relationship Id="rId363" Type="http://schemas.openxmlformats.org/officeDocument/2006/relationships/customXml" Target="../ink/ink1943.xml"/><Relationship Id="rId419" Type="http://schemas.openxmlformats.org/officeDocument/2006/relationships/customXml" Target="../ink/ink1971.xml"/><Relationship Id="rId570" Type="http://schemas.openxmlformats.org/officeDocument/2006/relationships/image" Target="../media/image2039.png"/><Relationship Id="rId626" Type="http://schemas.openxmlformats.org/officeDocument/2006/relationships/customXml" Target="../ink/ink2076.xml"/><Relationship Id="rId223" Type="http://schemas.openxmlformats.org/officeDocument/2006/relationships/customXml" Target="../ink/ink1873.xml"/><Relationship Id="rId430" Type="http://schemas.openxmlformats.org/officeDocument/2006/relationships/image" Target="../media/image1970.png"/><Relationship Id="rId18" Type="http://schemas.openxmlformats.org/officeDocument/2006/relationships/image" Target="../media/image1765.png"/><Relationship Id="rId265" Type="http://schemas.openxmlformats.org/officeDocument/2006/relationships/customXml" Target="../ink/ink1894.xml"/><Relationship Id="rId472" Type="http://schemas.openxmlformats.org/officeDocument/2006/relationships/image" Target="../media/image1991.png"/><Relationship Id="rId528" Type="http://schemas.openxmlformats.org/officeDocument/2006/relationships/image" Target="../media/image2019.png"/><Relationship Id="rId125" Type="http://schemas.openxmlformats.org/officeDocument/2006/relationships/customXml" Target="../ink/ink1824.xml"/><Relationship Id="rId167" Type="http://schemas.openxmlformats.org/officeDocument/2006/relationships/customXml" Target="../ink/ink1845.xml"/><Relationship Id="rId332" Type="http://schemas.openxmlformats.org/officeDocument/2006/relationships/image" Target="../media/image1921.png"/><Relationship Id="rId374" Type="http://schemas.openxmlformats.org/officeDocument/2006/relationships/image" Target="../media/image1942.png"/><Relationship Id="rId581" Type="http://schemas.openxmlformats.org/officeDocument/2006/relationships/customXml" Target="../ink/ink2053.xml"/><Relationship Id="rId71" Type="http://schemas.openxmlformats.org/officeDocument/2006/relationships/customXml" Target="../ink/ink1797.xml"/><Relationship Id="rId234" Type="http://schemas.openxmlformats.org/officeDocument/2006/relationships/image" Target="../media/image1873.png"/><Relationship Id="rId637" Type="http://schemas.openxmlformats.org/officeDocument/2006/relationships/image" Target="../media/image2072.png"/><Relationship Id="rId2" Type="http://schemas.openxmlformats.org/officeDocument/2006/relationships/notesSlide" Target="../notesSlides/notesSlide14.xml"/><Relationship Id="rId29" Type="http://schemas.openxmlformats.org/officeDocument/2006/relationships/customXml" Target="../ink/ink1776.xml"/><Relationship Id="rId276" Type="http://schemas.openxmlformats.org/officeDocument/2006/relationships/image" Target="../media/image1894.png"/><Relationship Id="rId441" Type="http://schemas.openxmlformats.org/officeDocument/2006/relationships/customXml" Target="../ink/ink1982.xml"/><Relationship Id="rId483" Type="http://schemas.openxmlformats.org/officeDocument/2006/relationships/customXml" Target="../ink/ink2003.xml"/><Relationship Id="rId539" Type="http://schemas.openxmlformats.org/officeDocument/2006/relationships/customXml" Target="../ink/ink2031.xml"/><Relationship Id="rId40" Type="http://schemas.openxmlformats.org/officeDocument/2006/relationships/image" Target="../media/image1776.png"/><Relationship Id="rId136" Type="http://schemas.openxmlformats.org/officeDocument/2006/relationships/image" Target="../media/image1824.png"/><Relationship Id="rId178" Type="http://schemas.openxmlformats.org/officeDocument/2006/relationships/image" Target="../media/image1845.png"/><Relationship Id="rId301" Type="http://schemas.openxmlformats.org/officeDocument/2006/relationships/customXml" Target="../ink/ink1912.xml"/><Relationship Id="rId343" Type="http://schemas.openxmlformats.org/officeDocument/2006/relationships/customXml" Target="../ink/ink1933.xml"/><Relationship Id="rId550" Type="http://schemas.openxmlformats.org/officeDocument/2006/relationships/customXml" Target="../ink/ink2037.xml"/><Relationship Id="rId82" Type="http://schemas.openxmlformats.org/officeDocument/2006/relationships/image" Target="../media/image1797.png"/><Relationship Id="rId203" Type="http://schemas.openxmlformats.org/officeDocument/2006/relationships/customXml" Target="../ink/ink1863.xml"/><Relationship Id="rId385" Type="http://schemas.openxmlformats.org/officeDocument/2006/relationships/customXml" Target="../ink/ink1954.xml"/><Relationship Id="rId592" Type="http://schemas.openxmlformats.org/officeDocument/2006/relationships/image" Target="../media/image2050.png"/><Relationship Id="rId606" Type="http://schemas.openxmlformats.org/officeDocument/2006/relationships/image" Target="../media/image2057.png"/><Relationship Id="rId648" Type="http://schemas.openxmlformats.org/officeDocument/2006/relationships/customXml" Target="../ink/ink2087.xml"/><Relationship Id="rId245" Type="http://schemas.openxmlformats.org/officeDocument/2006/relationships/customXml" Target="../ink/ink1884.xml"/><Relationship Id="rId287" Type="http://schemas.openxmlformats.org/officeDocument/2006/relationships/customXml" Target="../ink/ink1905.xml"/><Relationship Id="rId410" Type="http://schemas.openxmlformats.org/officeDocument/2006/relationships/image" Target="../media/image1960.png"/><Relationship Id="rId452" Type="http://schemas.openxmlformats.org/officeDocument/2006/relationships/image" Target="../media/image1981.png"/><Relationship Id="rId494" Type="http://schemas.openxmlformats.org/officeDocument/2006/relationships/image" Target="../media/image2002.png"/><Relationship Id="rId508" Type="http://schemas.openxmlformats.org/officeDocument/2006/relationships/image" Target="../media/image2009.png"/><Relationship Id="rId105" Type="http://schemas.openxmlformats.org/officeDocument/2006/relationships/customXml" Target="../ink/ink1814.xml"/><Relationship Id="rId147" Type="http://schemas.openxmlformats.org/officeDocument/2006/relationships/customXml" Target="../ink/ink1835.xml"/><Relationship Id="rId312" Type="http://schemas.openxmlformats.org/officeDocument/2006/relationships/image" Target="../media/image1912.png"/><Relationship Id="rId354" Type="http://schemas.openxmlformats.org/officeDocument/2006/relationships/image" Target="../media/image1932.png"/><Relationship Id="rId51" Type="http://schemas.openxmlformats.org/officeDocument/2006/relationships/customXml" Target="../ink/ink1787.xml"/><Relationship Id="rId93" Type="http://schemas.openxmlformats.org/officeDocument/2006/relationships/customXml" Target="../ink/ink1808.xml"/><Relationship Id="rId189" Type="http://schemas.openxmlformats.org/officeDocument/2006/relationships/customXml" Target="../ink/ink1856.xml"/><Relationship Id="rId396" Type="http://schemas.openxmlformats.org/officeDocument/2006/relationships/image" Target="../media/image1953.png"/><Relationship Id="rId561" Type="http://schemas.openxmlformats.org/officeDocument/2006/relationships/image" Target="../media/image2035.png"/><Relationship Id="rId617" Type="http://schemas.openxmlformats.org/officeDocument/2006/relationships/image" Target="../media/image2062.png"/><Relationship Id="rId659" Type="http://schemas.openxmlformats.org/officeDocument/2006/relationships/image" Target="../media/image2083.png"/><Relationship Id="rId214" Type="http://schemas.openxmlformats.org/officeDocument/2006/relationships/image" Target="../media/image1863.png"/><Relationship Id="rId256" Type="http://schemas.openxmlformats.org/officeDocument/2006/relationships/image" Target="../media/image1884.png"/><Relationship Id="rId298" Type="http://schemas.openxmlformats.org/officeDocument/2006/relationships/image" Target="../media/image1905.png"/><Relationship Id="rId421" Type="http://schemas.openxmlformats.org/officeDocument/2006/relationships/customXml" Target="../ink/ink1972.xml"/><Relationship Id="rId463" Type="http://schemas.openxmlformats.org/officeDocument/2006/relationships/customXml" Target="../ink/ink1993.xml"/><Relationship Id="rId519" Type="http://schemas.openxmlformats.org/officeDocument/2006/relationships/customXml" Target="../ink/ink2021.xml"/><Relationship Id="rId116" Type="http://schemas.openxmlformats.org/officeDocument/2006/relationships/image" Target="../media/image1814.png"/><Relationship Id="rId158" Type="http://schemas.openxmlformats.org/officeDocument/2006/relationships/image" Target="../media/image1835.png"/><Relationship Id="rId323" Type="http://schemas.openxmlformats.org/officeDocument/2006/relationships/customXml" Target="../ink/ink1923.xml"/><Relationship Id="rId530" Type="http://schemas.openxmlformats.org/officeDocument/2006/relationships/image" Target="../media/image2020.png"/><Relationship Id="rId20" Type="http://schemas.openxmlformats.org/officeDocument/2006/relationships/image" Target="../media/image1766.png"/><Relationship Id="rId62" Type="http://schemas.openxmlformats.org/officeDocument/2006/relationships/image" Target="../media/image1787.png"/><Relationship Id="rId365" Type="http://schemas.openxmlformats.org/officeDocument/2006/relationships/customXml" Target="../ink/ink1944.xml"/><Relationship Id="rId572" Type="http://schemas.openxmlformats.org/officeDocument/2006/relationships/image" Target="../media/image2040.png"/><Relationship Id="rId628" Type="http://schemas.openxmlformats.org/officeDocument/2006/relationships/customXml" Target="../ink/ink2077.xml"/><Relationship Id="rId225" Type="http://schemas.openxmlformats.org/officeDocument/2006/relationships/customXml" Target="../ink/ink1874.xml"/><Relationship Id="rId267" Type="http://schemas.openxmlformats.org/officeDocument/2006/relationships/customXml" Target="../ink/ink1895.xml"/><Relationship Id="rId432" Type="http://schemas.openxmlformats.org/officeDocument/2006/relationships/image" Target="../media/image1971.png"/><Relationship Id="rId474" Type="http://schemas.openxmlformats.org/officeDocument/2006/relationships/image" Target="../media/image1992.png"/><Relationship Id="rId127" Type="http://schemas.openxmlformats.org/officeDocument/2006/relationships/customXml" Target="../ink/ink1825.xml"/><Relationship Id="rId31" Type="http://schemas.openxmlformats.org/officeDocument/2006/relationships/customXml" Target="../ink/ink1777.xml"/><Relationship Id="rId73" Type="http://schemas.openxmlformats.org/officeDocument/2006/relationships/customXml" Target="../ink/ink1798.xml"/><Relationship Id="rId169" Type="http://schemas.openxmlformats.org/officeDocument/2006/relationships/customXml" Target="../ink/ink1846.xml"/><Relationship Id="rId334" Type="http://schemas.openxmlformats.org/officeDocument/2006/relationships/image" Target="../media/image1922.png"/><Relationship Id="rId376" Type="http://schemas.openxmlformats.org/officeDocument/2006/relationships/image" Target="../media/image1943.png"/><Relationship Id="rId541" Type="http://schemas.openxmlformats.org/officeDocument/2006/relationships/customXml" Target="../ink/ink2032.xml"/><Relationship Id="rId583" Type="http://schemas.openxmlformats.org/officeDocument/2006/relationships/customXml" Target="../ink/ink2054.xml"/><Relationship Id="rId639" Type="http://schemas.openxmlformats.org/officeDocument/2006/relationships/image" Target="../media/image2073.png"/><Relationship Id="rId4" Type="http://schemas.openxmlformats.org/officeDocument/2006/relationships/image" Target="../media/image1758.png"/><Relationship Id="rId180" Type="http://schemas.openxmlformats.org/officeDocument/2006/relationships/image" Target="../media/image1846.png"/><Relationship Id="rId236" Type="http://schemas.openxmlformats.org/officeDocument/2006/relationships/image" Target="../media/image1874.png"/><Relationship Id="rId278" Type="http://schemas.openxmlformats.org/officeDocument/2006/relationships/image" Target="../media/image1895.png"/><Relationship Id="rId401" Type="http://schemas.openxmlformats.org/officeDocument/2006/relationships/customXml" Target="../ink/ink1962.xml"/><Relationship Id="rId443" Type="http://schemas.openxmlformats.org/officeDocument/2006/relationships/customXml" Target="../ink/ink1983.xml"/><Relationship Id="rId650" Type="http://schemas.openxmlformats.org/officeDocument/2006/relationships/customXml" Target="../ink/ink2088.xml"/><Relationship Id="rId303" Type="http://schemas.openxmlformats.org/officeDocument/2006/relationships/customXml" Target="../ink/ink1913.xml"/><Relationship Id="rId485" Type="http://schemas.openxmlformats.org/officeDocument/2006/relationships/customXml" Target="../ink/ink2004.xml"/><Relationship Id="rId42" Type="http://schemas.openxmlformats.org/officeDocument/2006/relationships/image" Target="../media/image1777.png"/><Relationship Id="rId84" Type="http://schemas.openxmlformats.org/officeDocument/2006/relationships/image" Target="../media/image1798.png"/><Relationship Id="rId138" Type="http://schemas.openxmlformats.org/officeDocument/2006/relationships/image" Target="../media/image1825.png"/><Relationship Id="rId345" Type="http://schemas.openxmlformats.org/officeDocument/2006/relationships/customXml" Target="../ink/ink1934.xml"/><Relationship Id="rId387" Type="http://schemas.openxmlformats.org/officeDocument/2006/relationships/customXml" Target="../ink/ink1955.xml"/><Relationship Id="rId510" Type="http://schemas.openxmlformats.org/officeDocument/2006/relationships/image" Target="../media/image2010.png"/><Relationship Id="rId552" Type="http://schemas.openxmlformats.org/officeDocument/2006/relationships/customXml" Target="../ink/ink2038.xml"/><Relationship Id="rId594" Type="http://schemas.openxmlformats.org/officeDocument/2006/relationships/image" Target="../media/image2051.png"/><Relationship Id="rId608" Type="http://schemas.openxmlformats.org/officeDocument/2006/relationships/image" Target="../media/image2058.png"/><Relationship Id="rId191" Type="http://schemas.openxmlformats.org/officeDocument/2006/relationships/customXml" Target="../ink/ink1857.xml"/><Relationship Id="rId205" Type="http://schemas.openxmlformats.org/officeDocument/2006/relationships/customXml" Target="../ink/ink1864.xml"/><Relationship Id="rId247" Type="http://schemas.openxmlformats.org/officeDocument/2006/relationships/customXml" Target="../ink/ink1885.xml"/><Relationship Id="rId412" Type="http://schemas.openxmlformats.org/officeDocument/2006/relationships/image" Target="../media/image1961.png"/><Relationship Id="rId107" Type="http://schemas.openxmlformats.org/officeDocument/2006/relationships/customXml" Target="../ink/ink1815.xml"/><Relationship Id="rId289" Type="http://schemas.openxmlformats.org/officeDocument/2006/relationships/customXml" Target="../ink/ink1906.xml"/><Relationship Id="rId454" Type="http://schemas.openxmlformats.org/officeDocument/2006/relationships/image" Target="../media/image1982.png"/><Relationship Id="rId496" Type="http://schemas.openxmlformats.org/officeDocument/2006/relationships/image" Target="../media/image2003.png"/><Relationship Id="rId661" Type="http://schemas.openxmlformats.org/officeDocument/2006/relationships/image" Target="../media/image2084.png"/><Relationship Id="rId11" Type="http://schemas.openxmlformats.org/officeDocument/2006/relationships/customXml" Target="../ink/ink1767.xml"/><Relationship Id="rId53" Type="http://schemas.openxmlformats.org/officeDocument/2006/relationships/customXml" Target="../ink/ink1788.xml"/><Relationship Id="rId149" Type="http://schemas.openxmlformats.org/officeDocument/2006/relationships/customXml" Target="../ink/ink1836.xml"/><Relationship Id="rId314" Type="http://schemas.openxmlformats.org/officeDocument/2006/relationships/image" Target="../media/image1913.png"/><Relationship Id="rId356" Type="http://schemas.openxmlformats.org/officeDocument/2006/relationships/image" Target="../media/image1933.png"/><Relationship Id="rId398" Type="http://schemas.openxmlformats.org/officeDocument/2006/relationships/image" Target="../media/image1954.png"/><Relationship Id="rId521" Type="http://schemas.openxmlformats.org/officeDocument/2006/relationships/customXml" Target="../ink/ink2022.xml"/><Relationship Id="rId563" Type="http://schemas.openxmlformats.org/officeDocument/2006/relationships/customXml" Target="../ink/ink2044.xml"/><Relationship Id="rId619" Type="http://schemas.openxmlformats.org/officeDocument/2006/relationships/image" Target="../media/image2063.png"/><Relationship Id="rId95" Type="http://schemas.openxmlformats.org/officeDocument/2006/relationships/customXml" Target="../ink/ink1809.xml"/><Relationship Id="rId160" Type="http://schemas.openxmlformats.org/officeDocument/2006/relationships/image" Target="../media/image1836.png"/><Relationship Id="rId216" Type="http://schemas.openxmlformats.org/officeDocument/2006/relationships/image" Target="../media/image1864.png"/><Relationship Id="rId423" Type="http://schemas.openxmlformats.org/officeDocument/2006/relationships/customXml" Target="../ink/ink1973.xml"/><Relationship Id="rId258" Type="http://schemas.openxmlformats.org/officeDocument/2006/relationships/image" Target="../media/image1885.png"/><Relationship Id="rId465" Type="http://schemas.openxmlformats.org/officeDocument/2006/relationships/customXml" Target="../ink/ink1994.xml"/><Relationship Id="rId630" Type="http://schemas.openxmlformats.org/officeDocument/2006/relationships/customXml" Target="../ink/ink2078.xml"/><Relationship Id="rId22" Type="http://schemas.openxmlformats.org/officeDocument/2006/relationships/image" Target="../media/image1767.png"/><Relationship Id="rId64" Type="http://schemas.openxmlformats.org/officeDocument/2006/relationships/image" Target="../media/image1788.png"/><Relationship Id="rId118" Type="http://schemas.openxmlformats.org/officeDocument/2006/relationships/image" Target="../media/image1815.png"/><Relationship Id="rId325" Type="http://schemas.openxmlformats.org/officeDocument/2006/relationships/customXml" Target="../ink/ink1924.xml"/><Relationship Id="rId367" Type="http://schemas.openxmlformats.org/officeDocument/2006/relationships/customXml" Target="../ink/ink1945.xml"/><Relationship Id="rId532" Type="http://schemas.openxmlformats.org/officeDocument/2006/relationships/image" Target="../media/image2021.png"/><Relationship Id="rId574" Type="http://schemas.openxmlformats.org/officeDocument/2006/relationships/image" Target="../media/image2041.png"/><Relationship Id="rId171" Type="http://schemas.openxmlformats.org/officeDocument/2006/relationships/customXml" Target="../ink/ink1847.xml"/><Relationship Id="rId227" Type="http://schemas.openxmlformats.org/officeDocument/2006/relationships/customXml" Target="../ink/ink1875.xml"/><Relationship Id="rId269" Type="http://schemas.openxmlformats.org/officeDocument/2006/relationships/customXml" Target="../ink/ink1896.xml"/><Relationship Id="rId434" Type="http://schemas.openxmlformats.org/officeDocument/2006/relationships/image" Target="../media/image1972.png"/><Relationship Id="rId476" Type="http://schemas.openxmlformats.org/officeDocument/2006/relationships/image" Target="../media/image1993.png"/><Relationship Id="rId641" Type="http://schemas.openxmlformats.org/officeDocument/2006/relationships/image" Target="../media/image2074.png"/><Relationship Id="rId33" Type="http://schemas.openxmlformats.org/officeDocument/2006/relationships/customXml" Target="../ink/ink1778.xml"/><Relationship Id="rId129" Type="http://schemas.openxmlformats.org/officeDocument/2006/relationships/customXml" Target="../ink/ink1826.xml"/><Relationship Id="rId280" Type="http://schemas.openxmlformats.org/officeDocument/2006/relationships/image" Target="../media/image1896.png"/><Relationship Id="rId336" Type="http://schemas.openxmlformats.org/officeDocument/2006/relationships/image" Target="../media/image1923.png"/><Relationship Id="rId501" Type="http://schemas.openxmlformats.org/officeDocument/2006/relationships/customXml" Target="../ink/ink2012.xml"/><Relationship Id="rId543" Type="http://schemas.openxmlformats.org/officeDocument/2006/relationships/customXml" Target="../ink/ink2033.xml"/><Relationship Id="rId75" Type="http://schemas.openxmlformats.org/officeDocument/2006/relationships/customXml" Target="../ink/ink1799.xml"/><Relationship Id="rId140" Type="http://schemas.openxmlformats.org/officeDocument/2006/relationships/image" Target="../media/image1826.png"/><Relationship Id="rId182" Type="http://schemas.openxmlformats.org/officeDocument/2006/relationships/image" Target="../media/image1847.png"/><Relationship Id="rId378" Type="http://schemas.openxmlformats.org/officeDocument/2006/relationships/image" Target="../media/image1944.png"/><Relationship Id="rId403" Type="http://schemas.openxmlformats.org/officeDocument/2006/relationships/customXml" Target="../ink/ink1963.xml"/><Relationship Id="rId585" Type="http://schemas.openxmlformats.org/officeDocument/2006/relationships/customXml" Target="../ink/ink2055.xml"/><Relationship Id="rId6" Type="http://schemas.openxmlformats.org/officeDocument/2006/relationships/image" Target="../media/image1759.png"/><Relationship Id="rId238" Type="http://schemas.openxmlformats.org/officeDocument/2006/relationships/image" Target="../media/image1875.png"/><Relationship Id="rId445" Type="http://schemas.openxmlformats.org/officeDocument/2006/relationships/customXml" Target="../ink/ink1984.xml"/><Relationship Id="rId487" Type="http://schemas.openxmlformats.org/officeDocument/2006/relationships/customXml" Target="../ink/ink2005.xml"/><Relationship Id="rId610" Type="http://schemas.openxmlformats.org/officeDocument/2006/relationships/customXml" Target="../ink/ink2068.xml"/><Relationship Id="rId652" Type="http://schemas.openxmlformats.org/officeDocument/2006/relationships/customXml" Target="../ink/ink2089.xml"/><Relationship Id="rId291" Type="http://schemas.openxmlformats.org/officeDocument/2006/relationships/customXml" Target="../ink/ink1907.xml"/><Relationship Id="rId305" Type="http://schemas.openxmlformats.org/officeDocument/2006/relationships/customXml" Target="../ink/ink1914.xml"/><Relationship Id="rId347" Type="http://schemas.openxmlformats.org/officeDocument/2006/relationships/customXml" Target="../ink/ink1935.xml"/><Relationship Id="rId512" Type="http://schemas.openxmlformats.org/officeDocument/2006/relationships/image" Target="../media/image2011.png"/><Relationship Id="rId44" Type="http://schemas.openxmlformats.org/officeDocument/2006/relationships/image" Target="../media/image1778.png"/><Relationship Id="rId86" Type="http://schemas.openxmlformats.org/officeDocument/2006/relationships/image" Target="../media/image1799.png"/><Relationship Id="rId151" Type="http://schemas.openxmlformats.org/officeDocument/2006/relationships/customXml" Target="../ink/ink1837.xml"/><Relationship Id="rId389" Type="http://schemas.openxmlformats.org/officeDocument/2006/relationships/customXml" Target="../ink/ink1956.xml"/><Relationship Id="rId554" Type="http://schemas.openxmlformats.org/officeDocument/2006/relationships/customXml" Target="../ink/ink2039.xml"/><Relationship Id="rId596" Type="http://schemas.openxmlformats.org/officeDocument/2006/relationships/image" Target="../media/image2052.png"/><Relationship Id="rId193" Type="http://schemas.openxmlformats.org/officeDocument/2006/relationships/customXml" Target="../ink/ink1858.xml"/><Relationship Id="rId207" Type="http://schemas.openxmlformats.org/officeDocument/2006/relationships/customXml" Target="../ink/ink1865.xml"/><Relationship Id="rId249" Type="http://schemas.openxmlformats.org/officeDocument/2006/relationships/customXml" Target="../ink/ink1886.xml"/><Relationship Id="rId414" Type="http://schemas.openxmlformats.org/officeDocument/2006/relationships/image" Target="../media/image1962.png"/><Relationship Id="rId456" Type="http://schemas.openxmlformats.org/officeDocument/2006/relationships/image" Target="../media/image1983.png"/><Relationship Id="rId498" Type="http://schemas.openxmlformats.org/officeDocument/2006/relationships/image" Target="../media/image2004.png"/><Relationship Id="rId621" Type="http://schemas.openxmlformats.org/officeDocument/2006/relationships/image" Target="../media/image2064.png"/><Relationship Id="rId13" Type="http://schemas.openxmlformats.org/officeDocument/2006/relationships/customXml" Target="../ink/ink1768.xml"/><Relationship Id="rId109" Type="http://schemas.openxmlformats.org/officeDocument/2006/relationships/customXml" Target="../ink/ink1816.xml"/><Relationship Id="rId260" Type="http://schemas.openxmlformats.org/officeDocument/2006/relationships/image" Target="../media/image1886.png"/><Relationship Id="rId316" Type="http://schemas.openxmlformats.org/officeDocument/2006/relationships/image" Target="../media/image1679.png"/><Relationship Id="rId523" Type="http://schemas.openxmlformats.org/officeDocument/2006/relationships/customXml" Target="../ink/ink2023.xml"/><Relationship Id="rId55" Type="http://schemas.openxmlformats.org/officeDocument/2006/relationships/customXml" Target="../ink/ink1789.xml"/><Relationship Id="rId97" Type="http://schemas.openxmlformats.org/officeDocument/2006/relationships/customXml" Target="../ink/ink1810.xml"/><Relationship Id="rId120" Type="http://schemas.openxmlformats.org/officeDocument/2006/relationships/image" Target="../media/image1816.png"/><Relationship Id="rId358" Type="http://schemas.openxmlformats.org/officeDocument/2006/relationships/image" Target="../media/image1934.png"/><Relationship Id="rId565" Type="http://schemas.openxmlformats.org/officeDocument/2006/relationships/customXml" Target="../ink/ink2045.xml"/><Relationship Id="rId162" Type="http://schemas.openxmlformats.org/officeDocument/2006/relationships/image" Target="../media/image1837.png"/><Relationship Id="rId218" Type="http://schemas.openxmlformats.org/officeDocument/2006/relationships/image" Target="../media/image1865.png"/><Relationship Id="rId425" Type="http://schemas.openxmlformats.org/officeDocument/2006/relationships/customXml" Target="../ink/ink1974.xml"/><Relationship Id="rId467" Type="http://schemas.openxmlformats.org/officeDocument/2006/relationships/customXml" Target="../ink/ink1995.xml"/><Relationship Id="rId632" Type="http://schemas.openxmlformats.org/officeDocument/2006/relationships/customXml" Target="../ink/ink2079.xml"/><Relationship Id="rId271" Type="http://schemas.openxmlformats.org/officeDocument/2006/relationships/customXml" Target="../ink/ink1897.xml"/><Relationship Id="rId24" Type="http://schemas.openxmlformats.org/officeDocument/2006/relationships/image" Target="../media/image1768.png"/><Relationship Id="rId66" Type="http://schemas.openxmlformats.org/officeDocument/2006/relationships/image" Target="../media/image1789.png"/><Relationship Id="rId131" Type="http://schemas.openxmlformats.org/officeDocument/2006/relationships/customXml" Target="../ink/ink1827.xml"/><Relationship Id="rId327" Type="http://schemas.openxmlformats.org/officeDocument/2006/relationships/customXml" Target="../ink/ink1925.xml"/><Relationship Id="rId369" Type="http://schemas.openxmlformats.org/officeDocument/2006/relationships/customXml" Target="../ink/ink1946.xml"/><Relationship Id="rId534" Type="http://schemas.openxmlformats.org/officeDocument/2006/relationships/image" Target="../media/image2022.png"/><Relationship Id="rId576" Type="http://schemas.openxmlformats.org/officeDocument/2006/relationships/image" Target="../media/image2042.png"/><Relationship Id="rId173" Type="http://schemas.openxmlformats.org/officeDocument/2006/relationships/customXml" Target="../ink/ink1848.xml"/><Relationship Id="rId229" Type="http://schemas.openxmlformats.org/officeDocument/2006/relationships/customXml" Target="../ink/ink1876.xml"/><Relationship Id="rId380" Type="http://schemas.openxmlformats.org/officeDocument/2006/relationships/image" Target="../media/image1945.png"/><Relationship Id="rId436" Type="http://schemas.openxmlformats.org/officeDocument/2006/relationships/image" Target="../media/image1973.png"/><Relationship Id="rId601" Type="http://schemas.openxmlformats.org/officeDocument/2006/relationships/customXml" Target="../ink/ink2063.xml"/><Relationship Id="rId643" Type="http://schemas.openxmlformats.org/officeDocument/2006/relationships/image" Target="../media/image2075.png"/><Relationship Id="rId240" Type="http://schemas.openxmlformats.org/officeDocument/2006/relationships/image" Target="../media/image1876.png"/><Relationship Id="rId478" Type="http://schemas.openxmlformats.org/officeDocument/2006/relationships/image" Target="../media/image1994.png"/><Relationship Id="rId35" Type="http://schemas.openxmlformats.org/officeDocument/2006/relationships/customXml" Target="../ink/ink1779.xml"/><Relationship Id="rId77" Type="http://schemas.openxmlformats.org/officeDocument/2006/relationships/customXml" Target="../ink/ink1800.xml"/><Relationship Id="rId100" Type="http://schemas.openxmlformats.org/officeDocument/2006/relationships/image" Target="../media/image1806.png"/><Relationship Id="rId282" Type="http://schemas.openxmlformats.org/officeDocument/2006/relationships/image" Target="../media/image1897.png"/><Relationship Id="rId338" Type="http://schemas.openxmlformats.org/officeDocument/2006/relationships/image" Target="../media/image1924.png"/><Relationship Id="rId503" Type="http://schemas.openxmlformats.org/officeDocument/2006/relationships/customXml" Target="../ink/ink2013.xml"/><Relationship Id="rId545" Type="http://schemas.openxmlformats.org/officeDocument/2006/relationships/image" Target="../media/image2027.png"/><Relationship Id="rId587" Type="http://schemas.openxmlformats.org/officeDocument/2006/relationships/customXml" Target="../ink/ink2056.xml"/><Relationship Id="rId8" Type="http://schemas.openxmlformats.org/officeDocument/2006/relationships/image" Target="../media/image1760.png"/><Relationship Id="rId142" Type="http://schemas.openxmlformats.org/officeDocument/2006/relationships/image" Target="../media/image1827.png"/><Relationship Id="rId184" Type="http://schemas.openxmlformats.org/officeDocument/2006/relationships/image" Target="../media/image1848.png"/><Relationship Id="rId391" Type="http://schemas.openxmlformats.org/officeDocument/2006/relationships/customXml" Target="../ink/ink1957.xml"/><Relationship Id="rId405" Type="http://schemas.openxmlformats.org/officeDocument/2006/relationships/customXml" Target="../ink/ink1964.xml"/><Relationship Id="rId447" Type="http://schemas.openxmlformats.org/officeDocument/2006/relationships/customXml" Target="../ink/ink1985.xml"/><Relationship Id="rId612" Type="http://schemas.openxmlformats.org/officeDocument/2006/relationships/customXml" Target="../ink/ink2069.xml"/><Relationship Id="rId251" Type="http://schemas.openxmlformats.org/officeDocument/2006/relationships/customXml" Target="../ink/ink1887.xml"/><Relationship Id="rId489" Type="http://schemas.openxmlformats.org/officeDocument/2006/relationships/customXml" Target="../ink/ink2006.xml"/><Relationship Id="rId654" Type="http://schemas.openxmlformats.org/officeDocument/2006/relationships/customXml" Target="../ink/ink2090.xml"/><Relationship Id="rId46" Type="http://schemas.openxmlformats.org/officeDocument/2006/relationships/image" Target="../media/image1779.png"/><Relationship Id="rId293" Type="http://schemas.openxmlformats.org/officeDocument/2006/relationships/customXml" Target="../ink/ink1908.xml"/><Relationship Id="rId307" Type="http://schemas.openxmlformats.org/officeDocument/2006/relationships/customXml" Target="../ink/ink1915.xml"/><Relationship Id="rId349" Type="http://schemas.openxmlformats.org/officeDocument/2006/relationships/customXml" Target="../ink/ink1936.xml"/><Relationship Id="rId514" Type="http://schemas.openxmlformats.org/officeDocument/2006/relationships/image" Target="../media/image2012.png"/><Relationship Id="rId556" Type="http://schemas.openxmlformats.org/officeDocument/2006/relationships/customXml" Target="../ink/ink2040.xml"/><Relationship Id="rId88" Type="http://schemas.openxmlformats.org/officeDocument/2006/relationships/image" Target="../media/image1800.png"/><Relationship Id="rId111" Type="http://schemas.openxmlformats.org/officeDocument/2006/relationships/customXml" Target="../ink/ink1817.xml"/><Relationship Id="rId153" Type="http://schemas.openxmlformats.org/officeDocument/2006/relationships/customXml" Target="../ink/ink1838.xml"/><Relationship Id="rId195" Type="http://schemas.openxmlformats.org/officeDocument/2006/relationships/customXml" Target="../ink/ink1859.xml"/><Relationship Id="rId209" Type="http://schemas.openxmlformats.org/officeDocument/2006/relationships/customXml" Target="../ink/ink1866.xml"/><Relationship Id="rId360" Type="http://schemas.openxmlformats.org/officeDocument/2006/relationships/image" Target="../media/image1935.png"/><Relationship Id="rId416" Type="http://schemas.openxmlformats.org/officeDocument/2006/relationships/image" Target="../media/image1963.png"/><Relationship Id="rId598" Type="http://schemas.openxmlformats.org/officeDocument/2006/relationships/image" Target="../media/image2053.png"/><Relationship Id="rId220" Type="http://schemas.openxmlformats.org/officeDocument/2006/relationships/image" Target="../media/image1866.png"/><Relationship Id="rId458" Type="http://schemas.openxmlformats.org/officeDocument/2006/relationships/image" Target="../media/image1984.png"/><Relationship Id="rId623" Type="http://schemas.openxmlformats.org/officeDocument/2006/relationships/image" Target="../media/image2065.png"/><Relationship Id="rId15" Type="http://schemas.openxmlformats.org/officeDocument/2006/relationships/customXml" Target="../ink/ink1769.xml"/><Relationship Id="rId57" Type="http://schemas.openxmlformats.org/officeDocument/2006/relationships/customXml" Target="../ink/ink1790.xml"/><Relationship Id="rId262" Type="http://schemas.openxmlformats.org/officeDocument/2006/relationships/image" Target="../media/image1887.png"/><Relationship Id="rId318" Type="http://schemas.openxmlformats.org/officeDocument/2006/relationships/image" Target="../media/image1914.png"/><Relationship Id="rId525" Type="http://schemas.openxmlformats.org/officeDocument/2006/relationships/customXml" Target="../ink/ink2024.xml"/><Relationship Id="rId567" Type="http://schemas.openxmlformats.org/officeDocument/2006/relationships/customXml" Target="../ink/ink2046.xml"/><Relationship Id="rId99" Type="http://schemas.openxmlformats.org/officeDocument/2006/relationships/customXml" Target="../ink/ink1811.xml"/><Relationship Id="rId122" Type="http://schemas.openxmlformats.org/officeDocument/2006/relationships/image" Target="../media/image1817.png"/><Relationship Id="rId164" Type="http://schemas.openxmlformats.org/officeDocument/2006/relationships/image" Target="../media/image1838.png"/><Relationship Id="rId371" Type="http://schemas.openxmlformats.org/officeDocument/2006/relationships/customXml" Target="../ink/ink1947.xml"/><Relationship Id="rId427" Type="http://schemas.openxmlformats.org/officeDocument/2006/relationships/customXml" Target="../ink/ink1975.xml"/><Relationship Id="rId469" Type="http://schemas.openxmlformats.org/officeDocument/2006/relationships/customXml" Target="../ink/ink1996.xml"/><Relationship Id="rId634" Type="http://schemas.openxmlformats.org/officeDocument/2006/relationships/customXml" Target="../ink/ink2080.xml"/><Relationship Id="rId26" Type="http://schemas.openxmlformats.org/officeDocument/2006/relationships/image" Target="../media/image1769.png"/><Relationship Id="rId231" Type="http://schemas.openxmlformats.org/officeDocument/2006/relationships/customXml" Target="../ink/ink1877.xml"/><Relationship Id="rId273" Type="http://schemas.openxmlformats.org/officeDocument/2006/relationships/customXml" Target="../ink/ink1898.xml"/><Relationship Id="rId329" Type="http://schemas.openxmlformats.org/officeDocument/2006/relationships/customXml" Target="../ink/ink1926.xml"/><Relationship Id="rId480" Type="http://schemas.openxmlformats.org/officeDocument/2006/relationships/image" Target="../media/image1995.png"/><Relationship Id="rId536" Type="http://schemas.openxmlformats.org/officeDocument/2006/relationships/image" Target="../media/image2023.png"/><Relationship Id="rId68" Type="http://schemas.openxmlformats.org/officeDocument/2006/relationships/image" Target="../media/image1790.png"/><Relationship Id="rId133" Type="http://schemas.openxmlformats.org/officeDocument/2006/relationships/customXml" Target="../ink/ink1828.xml"/><Relationship Id="rId175" Type="http://schemas.openxmlformats.org/officeDocument/2006/relationships/customXml" Target="../ink/ink1849.xml"/><Relationship Id="rId340" Type="http://schemas.openxmlformats.org/officeDocument/2006/relationships/image" Target="../media/image1925.png"/><Relationship Id="rId578" Type="http://schemas.openxmlformats.org/officeDocument/2006/relationships/image" Target="../media/image2043.png"/><Relationship Id="rId200" Type="http://schemas.openxmlformats.org/officeDocument/2006/relationships/image" Target="../media/image1856.png"/><Relationship Id="rId382" Type="http://schemas.openxmlformats.org/officeDocument/2006/relationships/image" Target="../media/image1946.png"/><Relationship Id="rId438" Type="http://schemas.openxmlformats.org/officeDocument/2006/relationships/image" Target="../media/image1974.png"/><Relationship Id="rId603" Type="http://schemas.openxmlformats.org/officeDocument/2006/relationships/customXml" Target="../ink/ink2064.xml"/><Relationship Id="rId645" Type="http://schemas.openxmlformats.org/officeDocument/2006/relationships/image" Target="../media/image2076.png"/><Relationship Id="rId242" Type="http://schemas.openxmlformats.org/officeDocument/2006/relationships/image" Target="../media/image1877.png"/><Relationship Id="rId284" Type="http://schemas.openxmlformats.org/officeDocument/2006/relationships/image" Target="../media/image1898.png"/><Relationship Id="rId491" Type="http://schemas.openxmlformats.org/officeDocument/2006/relationships/customXml" Target="../ink/ink2007.xml"/><Relationship Id="rId505" Type="http://schemas.openxmlformats.org/officeDocument/2006/relationships/customXml" Target="../ink/ink2014.xml"/><Relationship Id="rId37" Type="http://schemas.openxmlformats.org/officeDocument/2006/relationships/customXml" Target="../ink/ink1780.xml"/><Relationship Id="rId79" Type="http://schemas.openxmlformats.org/officeDocument/2006/relationships/customXml" Target="../ink/ink1801.xml"/><Relationship Id="rId102" Type="http://schemas.openxmlformats.org/officeDocument/2006/relationships/image" Target="../media/image1807.png"/><Relationship Id="rId144" Type="http://schemas.openxmlformats.org/officeDocument/2006/relationships/image" Target="../media/image1828.png"/><Relationship Id="rId547" Type="http://schemas.openxmlformats.org/officeDocument/2006/relationships/image" Target="../media/image2028.png"/><Relationship Id="rId589" Type="http://schemas.openxmlformats.org/officeDocument/2006/relationships/customXml" Target="../ink/ink2057.xml"/><Relationship Id="rId90" Type="http://schemas.openxmlformats.org/officeDocument/2006/relationships/image" Target="../media/image1801.png"/><Relationship Id="rId186" Type="http://schemas.openxmlformats.org/officeDocument/2006/relationships/image" Target="../media/image1849.png"/><Relationship Id="rId351" Type="http://schemas.openxmlformats.org/officeDocument/2006/relationships/customXml" Target="../ink/ink1937.xml"/><Relationship Id="rId393" Type="http://schemas.openxmlformats.org/officeDocument/2006/relationships/customXml" Target="../ink/ink1958.xml"/><Relationship Id="rId407" Type="http://schemas.openxmlformats.org/officeDocument/2006/relationships/customXml" Target="../ink/ink1965.xml"/><Relationship Id="rId449" Type="http://schemas.openxmlformats.org/officeDocument/2006/relationships/customXml" Target="../ink/ink1986.xml"/><Relationship Id="rId614" Type="http://schemas.openxmlformats.org/officeDocument/2006/relationships/customXml" Target="../ink/ink2070.xml"/><Relationship Id="rId656" Type="http://schemas.openxmlformats.org/officeDocument/2006/relationships/customXml" Target="../ink/ink2091.xml"/><Relationship Id="rId211" Type="http://schemas.openxmlformats.org/officeDocument/2006/relationships/customXml" Target="../ink/ink1867.xml"/><Relationship Id="rId253" Type="http://schemas.openxmlformats.org/officeDocument/2006/relationships/customXml" Target="../ink/ink1888.xml"/><Relationship Id="rId295" Type="http://schemas.openxmlformats.org/officeDocument/2006/relationships/customXml" Target="../ink/ink1909.xml"/><Relationship Id="rId309" Type="http://schemas.openxmlformats.org/officeDocument/2006/relationships/customXml" Target="../ink/ink1916.xml"/><Relationship Id="rId460" Type="http://schemas.openxmlformats.org/officeDocument/2006/relationships/image" Target="../media/image1985.png"/><Relationship Id="rId516" Type="http://schemas.openxmlformats.org/officeDocument/2006/relationships/image" Target="../media/image2013.png"/><Relationship Id="rId48" Type="http://schemas.openxmlformats.org/officeDocument/2006/relationships/image" Target="../media/image1780.png"/><Relationship Id="rId113" Type="http://schemas.openxmlformats.org/officeDocument/2006/relationships/customXml" Target="../ink/ink1818.xml"/><Relationship Id="rId320" Type="http://schemas.openxmlformats.org/officeDocument/2006/relationships/image" Target="../media/image1915.png"/><Relationship Id="rId558" Type="http://schemas.openxmlformats.org/officeDocument/2006/relationships/customXml" Target="../ink/ink2041.xml"/><Relationship Id="rId155" Type="http://schemas.openxmlformats.org/officeDocument/2006/relationships/customXml" Target="../ink/ink1839.xml"/><Relationship Id="rId197" Type="http://schemas.openxmlformats.org/officeDocument/2006/relationships/customXml" Target="../ink/ink1860.xml"/><Relationship Id="rId362" Type="http://schemas.openxmlformats.org/officeDocument/2006/relationships/image" Target="../media/image1936.png"/><Relationship Id="rId418" Type="http://schemas.openxmlformats.org/officeDocument/2006/relationships/image" Target="../media/image1964.png"/><Relationship Id="rId625" Type="http://schemas.openxmlformats.org/officeDocument/2006/relationships/image" Target="../media/image2066.png"/><Relationship Id="rId222" Type="http://schemas.openxmlformats.org/officeDocument/2006/relationships/image" Target="../media/image1867.png"/><Relationship Id="rId264" Type="http://schemas.openxmlformats.org/officeDocument/2006/relationships/image" Target="../media/image1888.png"/><Relationship Id="rId471" Type="http://schemas.openxmlformats.org/officeDocument/2006/relationships/customXml" Target="../ink/ink1997.xml"/><Relationship Id="rId17" Type="http://schemas.openxmlformats.org/officeDocument/2006/relationships/customXml" Target="../ink/ink1770.xml"/><Relationship Id="rId59" Type="http://schemas.openxmlformats.org/officeDocument/2006/relationships/customXml" Target="../ink/ink1791.xml"/><Relationship Id="rId124" Type="http://schemas.openxmlformats.org/officeDocument/2006/relationships/image" Target="../media/image1818.png"/><Relationship Id="rId527" Type="http://schemas.openxmlformats.org/officeDocument/2006/relationships/customXml" Target="../ink/ink2025.xml"/><Relationship Id="rId569" Type="http://schemas.openxmlformats.org/officeDocument/2006/relationships/customXml" Target="../ink/ink2047.xml"/><Relationship Id="rId70" Type="http://schemas.openxmlformats.org/officeDocument/2006/relationships/image" Target="../media/image1791.png"/><Relationship Id="rId166" Type="http://schemas.openxmlformats.org/officeDocument/2006/relationships/image" Target="../media/image1839.png"/><Relationship Id="rId331" Type="http://schemas.openxmlformats.org/officeDocument/2006/relationships/customXml" Target="../ink/ink1927.xml"/><Relationship Id="rId373" Type="http://schemas.openxmlformats.org/officeDocument/2006/relationships/customXml" Target="../ink/ink1948.xml"/><Relationship Id="rId429" Type="http://schemas.openxmlformats.org/officeDocument/2006/relationships/customXml" Target="../ink/ink1976.xml"/><Relationship Id="rId580" Type="http://schemas.openxmlformats.org/officeDocument/2006/relationships/image" Target="../media/image2044.png"/><Relationship Id="rId636" Type="http://schemas.openxmlformats.org/officeDocument/2006/relationships/customXml" Target="../ink/ink2081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878.xml"/><Relationship Id="rId440" Type="http://schemas.openxmlformats.org/officeDocument/2006/relationships/image" Target="../media/image1975.png"/><Relationship Id="rId28" Type="http://schemas.openxmlformats.org/officeDocument/2006/relationships/image" Target="../media/image1770.png"/><Relationship Id="rId275" Type="http://schemas.openxmlformats.org/officeDocument/2006/relationships/customXml" Target="../ink/ink1899.xml"/><Relationship Id="rId300" Type="http://schemas.openxmlformats.org/officeDocument/2006/relationships/image" Target="../media/image1906.png"/><Relationship Id="rId482" Type="http://schemas.openxmlformats.org/officeDocument/2006/relationships/image" Target="../media/image1996.png"/><Relationship Id="rId538" Type="http://schemas.openxmlformats.org/officeDocument/2006/relationships/image" Target="../media/image2024.png"/><Relationship Id="rId81" Type="http://schemas.openxmlformats.org/officeDocument/2006/relationships/customXml" Target="../ink/ink1802.xml"/><Relationship Id="rId135" Type="http://schemas.openxmlformats.org/officeDocument/2006/relationships/customXml" Target="../ink/ink1829.xml"/><Relationship Id="rId177" Type="http://schemas.openxmlformats.org/officeDocument/2006/relationships/customXml" Target="../ink/ink1850.xml"/><Relationship Id="rId342" Type="http://schemas.openxmlformats.org/officeDocument/2006/relationships/image" Target="../media/image1926.png"/><Relationship Id="rId384" Type="http://schemas.openxmlformats.org/officeDocument/2006/relationships/image" Target="../media/image1947.png"/><Relationship Id="rId591" Type="http://schemas.openxmlformats.org/officeDocument/2006/relationships/customXml" Target="../ink/ink2058.xml"/><Relationship Id="rId605" Type="http://schemas.openxmlformats.org/officeDocument/2006/relationships/customXml" Target="../ink/ink2065.xml"/><Relationship Id="rId202" Type="http://schemas.openxmlformats.org/officeDocument/2006/relationships/image" Target="../media/image1857.png"/><Relationship Id="rId244" Type="http://schemas.openxmlformats.org/officeDocument/2006/relationships/image" Target="../media/image1878.png"/><Relationship Id="rId647" Type="http://schemas.openxmlformats.org/officeDocument/2006/relationships/image" Target="../media/image2077.png"/><Relationship Id="rId39" Type="http://schemas.openxmlformats.org/officeDocument/2006/relationships/customXml" Target="../ink/ink1781.xml"/><Relationship Id="rId286" Type="http://schemas.openxmlformats.org/officeDocument/2006/relationships/image" Target="../media/image1899.png"/><Relationship Id="rId451" Type="http://schemas.openxmlformats.org/officeDocument/2006/relationships/customXml" Target="../ink/ink1987.xml"/><Relationship Id="rId493" Type="http://schemas.openxmlformats.org/officeDocument/2006/relationships/customXml" Target="../ink/ink2008.xml"/><Relationship Id="rId507" Type="http://schemas.openxmlformats.org/officeDocument/2006/relationships/customXml" Target="../ink/ink2015.xml"/><Relationship Id="rId549" Type="http://schemas.openxmlformats.org/officeDocument/2006/relationships/image" Target="../media/image2029.png"/><Relationship Id="rId50" Type="http://schemas.openxmlformats.org/officeDocument/2006/relationships/image" Target="../media/image1781.png"/><Relationship Id="rId104" Type="http://schemas.openxmlformats.org/officeDocument/2006/relationships/image" Target="../media/image1808.png"/><Relationship Id="rId146" Type="http://schemas.openxmlformats.org/officeDocument/2006/relationships/image" Target="../media/image1829.png"/><Relationship Id="rId188" Type="http://schemas.openxmlformats.org/officeDocument/2006/relationships/image" Target="../media/image1850.png"/><Relationship Id="rId311" Type="http://schemas.openxmlformats.org/officeDocument/2006/relationships/customXml" Target="../ink/ink1917.xml"/><Relationship Id="rId353" Type="http://schemas.openxmlformats.org/officeDocument/2006/relationships/customXml" Target="../ink/ink1938.xml"/><Relationship Id="rId395" Type="http://schemas.openxmlformats.org/officeDocument/2006/relationships/customXml" Target="../ink/ink1959.xml"/><Relationship Id="rId409" Type="http://schemas.openxmlformats.org/officeDocument/2006/relationships/customXml" Target="../ink/ink1966.xml"/><Relationship Id="rId560" Type="http://schemas.openxmlformats.org/officeDocument/2006/relationships/customXml" Target="../ink/ink2042.xml"/><Relationship Id="rId92" Type="http://schemas.openxmlformats.org/officeDocument/2006/relationships/image" Target="../media/image1802.png"/><Relationship Id="rId213" Type="http://schemas.openxmlformats.org/officeDocument/2006/relationships/customXml" Target="../ink/ink1868.xml"/><Relationship Id="rId420" Type="http://schemas.openxmlformats.org/officeDocument/2006/relationships/image" Target="../media/image1965.png"/><Relationship Id="rId616" Type="http://schemas.openxmlformats.org/officeDocument/2006/relationships/customXml" Target="../ink/ink2071.xml"/><Relationship Id="rId658" Type="http://schemas.openxmlformats.org/officeDocument/2006/relationships/customXml" Target="../ink/ink2092.xml"/><Relationship Id="rId255" Type="http://schemas.openxmlformats.org/officeDocument/2006/relationships/customXml" Target="../ink/ink1889.xml"/><Relationship Id="rId297" Type="http://schemas.openxmlformats.org/officeDocument/2006/relationships/customXml" Target="../ink/ink1910.xml"/><Relationship Id="rId462" Type="http://schemas.openxmlformats.org/officeDocument/2006/relationships/image" Target="../media/image1986.png"/><Relationship Id="rId518" Type="http://schemas.openxmlformats.org/officeDocument/2006/relationships/image" Target="../media/image2014.png"/><Relationship Id="rId115" Type="http://schemas.openxmlformats.org/officeDocument/2006/relationships/customXml" Target="../ink/ink1819.xml"/><Relationship Id="rId157" Type="http://schemas.openxmlformats.org/officeDocument/2006/relationships/customXml" Target="../ink/ink1840.xml"/><Relationship Id="rId322" Type="http://schemas.openxmlformats.org/officeDocument/2006/relationships/image" Target="../media/image1916.png"/><Relationship Id="rId364" Type="http://schemas.openxmlformats.org/officeDocument/2006/relationships/image" Target="../media/image1937.png"/><Relationship Id="rId61" Type="http://schemas.openxmlformats.org/officeDocument/2006/relationships/customXml" Target="../ink/ink1792.xml"/><Relationship Id="rId199" Type="http://schemas.openxmlformats.org/officeDocument/2006/relationships/customXml" Target="../ink/ink1861.xml"/><Relationship Id="rId571" Type="http://schemas.openxmlformats.org/officeDocument/2006/relationships/customXml" Target="../ink/ink2048.xml"/><Relationship Id="rId627" Type="http://schemas.openxmlformats.org/officeDocument/2006/relationships/image" Target="../media/image2067.png"/><Relationship Id="rId19" Type="http://schemas.openxmlformats.org/officeDocument/2006/relationships/customXml" Target="../ink/ink1771.xml"/><Relationship Id="rId224" Type="http://schemas.openxmlformats.org/officeDocument/2006/relationships/image" Target="../media/image1868.png"/><Relationship Id="rId266" Type="http://schemas.openxmlformats.org/officeDocument/2006/relationships/image" Target="../media/image1889.png"/><Relationship Id="rId431" Type="http://schemas.openxmlformats.org/officeDocument/2006/relationships/customXml" Target="../ink/ink1977.xml"/><Relationship Id="rId473" Type="http://schemas.openxmlformats.org/officeDocument/2006/relationships/customXml" Target="../ink/ink1998.xml"/><Relationship Id="rId529" Type="http://schemas.openxmlformats.org/officeDocument/2006/relationships/customXml" Target="../ink/ink2026.xml"/><Relationship Id="rId30" Type="http://schemas.openxmlformats.org/officeDocument/2006/relationships/image" Target="../media/image1771.png"/><Relationship Id="rId126" Type="http://schemas.openxmlformats.org/officeDocument/2006/relationships/image" Target="../media/image1819.png"/><Relationship Id="rId168" Type="http://schemas.openxmlformats.org/officeDocument/2006/relationships/image" Target="../media/image1840.png"/><Relationship Id="rId333" Type="http://schemas.openxmlformats.org/officeDocument/2006/relationships/customXml" Target="../ink/ink1928.xml"/><Relationship Id="rId540" Type="http://schemas.openxmlformats.org/officeDocument/2006/relationships/image" Target="../media/image2025.png"/><Relationship Id="rId72" Type="http://schemas.openxmlformats.org/officeDocument/2006/relationships/image" Target="../media/image1792.png"/><Relationship Id="rId375" Type="http://schemas.openxmlformats.org/officeDocument/2006/relationships/customXml" Target="../ink/ink1949.xml"/><Relationship Id="rId582" Type="http://schemas.openxmlformats.org/officeDocument/2006/relationships/image" Target="../media/image2045.png"/><Relationship Id="rId638" Type="http://schemas.openxmlformats.org/officeDocument/2006/relationships/customXml" Target="../ink/ink2082.xml"/><Relationship Id="rId3" Type="http://schemas.openxmlformats.org/officeDocument/2006/relationships/image" Target="../media/image1757.png"/><Relationship Id="rId235" Type="http://schemas.openxmlformats.org/officeDocument/2006/relationships/customXml" Target="../ink/ink1879.xml"/><Relationship Id="rId277" Type="http://schemas.openxmlformats.org/officeDocument/2006/relationships/customXml" Target="../ink/ink1900.xml"/><Relationship Id="rId400" Type="http://schemas.openxmlformats.org/officeDocument/2006/relationships/image" Target="../media/image1955.png"/><Relationship Id="rId442" Type="http://schemas.openxmlformats.org/officeDocument/2006/relationships/image" Target="../media/image1976.png"/><Relationship Id="rId484" Type="http://schemas.openxmlformats.org/officeDocument/2006/relationships/image" Target="../media/image1997.png"/><Relationship Id="rId137" Type="http://schemas.openxmlformats.org/officeDocument/2006/relationships/customXml" Target="../ink/ink1830.xml"/><Relationship Id="rId302" Type="http://schemas.openxmlformats.org/officeDocument/2006/relationships/image" Target="../media/image1907.png"/><Relationship Id="rId344" Type="http://schemas.openxmlformats.org/officeDocument/2006/relationships/image" Target="../media/image1927.png"/><Relationship Id="rId41" Type="http://schemas.openxmlformats.org/officeDocument/2006/relationships/customXml" Target="../ink/ink1782.xml"/><Relationship Id="rId83" Type="http://schemas.openxmlformats.org/officeDocument/2006/relationships/customXml" Target="../ink/ink1803.xml"/><Relationship Id="rId179" Type="http://schemas.openxmlformats.org/officeDocument/2006/relationships/customXml" Target="../ink/ink1851.xml"/><Relationship Id="rId386" Type="http://schemas.openxmlformats.org/officeDocument/2006/relationships/image" Target="../media/image1948.png"/><Relationship Id="rId551" Type="http://schemas.openxmlformats.org/officeDocument/2006/relationships/image" Target="../media/image2030.png"/><Relationship Id="rId593" Type="http://schemas.openxmlformats.org/officeDocument/2006/relationships/customXml" Target="../ink/ink2059.xml"/><Relationship Id="rId607" Type="http://schemas.openxmlformats.org/officeDocument/2006/relationships/customXml" Target="../ink/ink2066.xml"/><Relationship Id="rId649" Type="http://schemas.openxmlformats.org/officeDocument/2006/relationships/image" Target="../media/image2078.png"/><Relationship Id="rId190" Type="http://schemas.openxmlformats.org/officeDocument/2006/relationships/image" Target="../media/image1851.png"/><Relationship Id="rId204" Type="http://schemas.openxmlformats.org/officeDocument/2006/relationships/image" Target="../media/image1858.png"/><Relationship Id="rId246" Type="http://schemas.openxmlformats.org/officeDocument/2006/relationships/image" Target="../media/image1879.png"/><Relationship Id="rId288" Type="http://schemas.openxmlformats.org/officeDocument/2006/relationships/image" Target="../media/image1900.png"/><Relationship Id="rId411" Type="http://schemas.openxmlformats.org/officeDocument/2006/relationships/customXml" Target="../ink/ink1967.xml"/><Relationship Id="rId453" Type="http://schemas.openxmlformats.org/officeDocument/2006/relationships/customXml" Target="../ink/ink1988.xml"/><Relationship Id="rId509" Type="http://schemas.openxmlformats.org/officeDocument/2006/relationships/customXml" Target="../ink/ink2016.xml"/><Relationship Id="rId660" Type="http://schemas.openxmlformats.org/officeDocument/2006/relationships/customXml" Target="../ink/ink2093.xml"/><Relationship Id="rId106" Type="http://schemas.openxmlformats.org/officeDocument/2006/relationships/image" Target="../media/image1809.png"/><Relationship Id="rId313" Type="http://schemas.openxmlformats.org/officeDocument/2006/relationships/customXml" Target="../ink/ink1918.xml"/><Relationship Id="rId495" Type="http://schemas.openxmlformats.org/officeDocument/2006/relationships/customXml" Target="../ink/ink2009.xml"/><Relationship Id="rId10" Type="http://schemas.openxmlformats.org/officeDocument/2006/relationships/image" Target="../media/image1761.png"/><Relationship Id="rId52" Type="http://schemas.openxmlformats.org/officeDocument/2006/relationships/image" Target="../media/image1782.png"/><Relationship Id="rId94" Type="http://schemas.openxmlformats.org/officeDocument/2006/relationships/image" Target="../media/image1803.png"/><Relationship Id="rId148" Type="http://schemas.openxmlformats.org/officeDocument/2006/relationships/image" Target="../media/image1830.png"/><Relationship Id="rId355" Type="http://schemas.openxmlformats.org/officeDocument/2006/relationships/customXml" Target="../ink/ink1939.xml"/><Relationship Id="rId397" Type="http://schemas.openxmlformats.org/officeDocument/2006/relationships/customXml" Target="../ink/ink1960.xml"/><Relationship Id="rId520" Type="http://schemas.openxmlformats.org/officeDocument/2006/relationships/image" Target="../media/image2015.png"/><Relationship Id="rId562" Type="http://schemas.openxmlformats.org/officeDocument/2006/relationships/customXml" Target="../ink/ink2043.xml"/><Relationship Id="rId618" Type="http://schemas.openxmlformats.org/officeDocument/2006/relationships/customXml" Target="../ink/ink2072.xml"/><Relationship Id="rId215" Type="http://schemas.openxmlformats.org/officeDocument/2006/relationships/customXml" Target="../ink/ink1869.xml"/><Relationship Id="rId257" Type="http://schemas.openxmlformats.org/officeDocument/2006/relationships/customXml" Target="../ink/ink1890.xml"/><Relationship Id="rId422" Type="http://schemas.openxmlformats.org/officeDocument/2006/relationships/image" Target="../media/image1966.png"/><Relationship Id="rId464" Type="http://schemas.openxmlformats.org/officeDocument/2006/relationships/image" Target="../media/image1987.png"/><Relationship Id="rId299" Type="http://schemas.openxmlformats.org/officeDocument/2006/relationships/customXml" Target="../ink/ink1911.xml"/><Relationship Id="rId63" Type="http://schemas.openxmlformats.org/officeDocument/2006/relationships/customXml" Target="../ink/ink1793.xml"/><Relationship Id="rId159" Type="http://schemas.openxmlformats.org/officeDocument/2006/relationships/customXml" Target="../ink/ink1841.xml"/><Relationship Id="rId366" Type="http://schemas.openxmlformats.org/officeDocument/2006/relationships/image" Target="../media/image1938.png"/><Relationship Id="rId573" Type="http://schemas.openxmlformats.org/officeDocument/2006/relationships/customXml" Target="../ink/ink2049.xml"/><Relationship Id="rId226" Type="http://schemas.openxmlformats.org/officeDocument/2006/relationships/image" Target="../media/image1869.png"/><Relationship Id="rId433" Type="http://schemas.openxmlformats.org/officeDocument/2006/relationships/customXml" Target="../ink/ink1978.xml"/><Relationship Id="rId640" Type="http://schemas.openxmlformats.org/officeDocument/2006/relationships/customXml" Target="../ink/ink2083.xml"/><Relationship Id="rId74" Type="http://schemas.openxmlformats.org/officeDocument/2006/relationships/image" Target="../media/image1793.png"/><Relationship Id="rId377" Type="http://schemas.openxmlformats.org/officeDocument/2006/relationships/customXml" Target="../ink/ink1950.xml"/><Relationship Id="rId500" Type="http://schemas.openxmlformats.org/officeDocument/2006/relationships/image" Target="../media/image2005.png"/><Relationship Id="rId584" Type="http://schemas.openxmlformats.org/officeDocument/2006/relationships/image" Target="../media/image2046.png"/><Relationship Id="rId5" Type="http://schemas.openxmlformats.org/officeDocument/2006/relationships/customXml" Target="../ink/ink1764.xml"/><Relationship Id="rId237" Type="http://schemas.openxmlformats.org/officeDocument/2006/relationships/customXml" Target="../ink/ink1880.xml"/><Relationship Id="rId444" Type="http://schemas.openxmlformats.org/officeDocument/2006/relationships/image" Target="../media/image1977.png"/><Relationship Id="rId651" Type="http://schemas.openxmlformats.org/officeDocument/2006/relationships/image" Target="../media/image2079.png"/><Relationship Id="rId290" Type="http://schemas.openxmlformats.org/officeDocument/2006/relationships/image" Target="../media/image1901.png"/><Relationship Id="rId304" Type="http://schemas.openxmlformats.org/officeDocument/2006/relationships/image" Target="../media/image1908.png"/><Relationship Id="rId388" Type="http://schemas.openxmlformats.org/officeDocument/2006/relationships/image" Target="../media/image1949.png"/><Relationship Id="rId511" Type="http://schemas.openxmlformats.org/officeDocument/2006/relationships/customXml" Target="../ink/ink2017.xml"/><Relationship Id="rId609" Type="http://schemas.openxmlformats.org/officeDocument/2006/relationships/customXml" Target="../ink/ink2067.xml"/><Relationship Id="rId85" Type="http://schemas.openxmlformats.org/officeDocument/2006/relationships/customXml" Target="../ink/ink1804.xml"/><Relationship Id="rId150" Type="http://schemas.openxmlformats.org/officeDocument/2006/relationships/image" Target="../media/image1831.png"/><Relationship Id="rId595" Type="http://schemas.openxmlformats.org/officeDocument/2006/relationships/customXml" Target="../ink/ink2060.xml"/><Relationship Id="rId248" Type="http://schemas.openxmlformats.org/officeDocument/2006/relationships/image" Target="../media/image1880.png"/><Relationship Id="rId455" Type="http://schemas.openxmlformats.org/officeDocument/2006/relationships/customXml" Target="../ink/ink1989.xml"/><Relationship Id="rId12" Type="http://schemas.openxmlformats.org/officeDocument/2006/relationships/image" Target="../media/image1762.png"/><Relationship Id="rId108" Type="http://schemas.openxmlformats.org/officeDocument/2006/relationships/image" Target="../media/image1810.png"/><Relationship Id="rId315" Type="http://schemas.openxmlformats.org/officeDocument/2006/relationships/customXml" Target="../ink/ink1919.xml"/><Relationship Id="rId522" Type="http://schemas.openxmlformats.org/officeDocument/2006/relationships/image" Target="../media/image2016.png"/><Relationship Id="rId96" Type="http://schemas.openxmlformats.org/officeDocument/2006/relationships/image" Target="../media/image1804.png"/><Relationship Id="rId161" Type="http://schemas.openxmlformats.org/officeDocument/2006/relationships/customXml" Target="../ink/ink1842.xml"/><Relationship Id="rId399" Type="http://schemas.openxmlformats.org/officeDocument/2006/relationships/customXml" Target="../ink/ink1961.xml"/><Relationship Id="rId259" Type="http://schemas.openxmlformats.org/officeDocument/2006/relationships/customXml" Target="../ink/ink1891.xml"/><Relationship Id="rId466" Type="http://schemas.openxmlformats.org/officeDocument/2006/relationships/image" Target="../media/image1988.png"/><Relationship Id="rId23" Type="http://schemas.openxmlformats.org/officeDocument/2006/relationships/customXml" Target="../ink/ink1773.xml"/><Relationship Id="rId119" Type="http://schemas.openxmlformats.org/officeDocument/2006/relationships/customXml" Target="../ink/ink1821.xml"/><Relationship Id="rId326" Type="http://schemas.openxmlformats.org/officeDocument/2006/relationships/image" Target="../media/image1918.png"/><Relationship Id="rId533" Type="http://schemas.openxmlformats.org/officeDocument/2006/relationships/customXml" Target="../ink/ink2028.xml"/><Relationship Id="rId172" Type="http://schemas.openxmlformats.org/officeDocument/2006/relationships/image" Target="../media/image1842.png"/><Relationship Id="rId477" Type="http://schemas.openxmlformats.org/officeDocument/2006/relationships/customXml" Target="../ink/ink2000.xml"/><Relationship Id="rId600" Type="http://schemas.openxmlformats.org/officeDocument/2006/relationships/image" Target="../media/image2054.png"/><Relationship Id="rId337" Type="http://schemas.openxmlformats.org/officeDocument/2006/relationships/customXml" Target="../ink/ink1930.xml"/><Relationship Id="rId34" Type="http://schemas.openxmlformats.org/officeDocument/2006/relationships/image" Target="../media/image1773.png"/><Relationship Id="rId544" Type="http://schemas.openxmlformats.org/officeDocument/2006/relationships/customXml" Target="../ink/ink2034.xml"/><Relationship Id="rId183" Type="http://schemas.openxmlformats.org/officeDocument/2006/relationships/customXml" Target="../ink/ink1853.xml"/><Relationship Id="rId390" Type="http://schemas.openxmlformats.org/officeDocument/2006/relationships/image" Target="../media/image1950.png"/><Relationship Id="rId404" Type="http://schemas.openxmlformats.org/officeDocument/2006/relationships/image" Target="../media/image1957.png"/><Relationship Id="rId611" Type="http://schemas.openxmlformats.org/officeDocument/2006/relationships/image" Target="../media/image2059.png"/><Relationship Id="rId250" Type="http://schemas.openxmlformats.org/officeDocument/2006/relationships/image" Target="../media/image1881.png"/><Relationship Id="rId488" Type="http://schemas.openxmlformats.org/officeDocument/2006/relationships/image" Target="../media/image1999.png"/><Relationship Id="rId45" Type="http://schemas.openxmlformats.org/officeDocument/2006/relationships/customXml" Target="../ink/ink1784.xml"/><Relationship Id="rId110" Type="http://schemas.openxmlformats.org/officeDocument/2006/relationships/image" Target="../media/image1811.png"/><Relationship Id="rId348" Type="http://schemas.openxmlformats.org/officeDocument/2006/relationships/image" Target="../media/image1929.png"/><Relationship Id="rId555" Type="http://schemas.openxmlformats.org/officeDocument/2006/relationships/image" Target="../media/image2032.png"/><Relationship Id="rId194" Type="http://schemas.openxmlformats.org/officeDocument/2006/relationships/image" Target="../media/image1853.png"/><Relationship Id="rId208" Type="http://schemas.openxmlformats.org/officeDocument/2006/relationships/image" Target="../media/image1860.png"/><Relationship Id="rId415" Type="http://schemas.openxmlformats.org/officeDocument/2006/relationships/customXml" Target="../ink/ink1969.xml"/><Relationship Id="rId622" Type="http://schemas.openxmlformats.org/officeDocument/2006/relationships/customXml" Target="../ink/ink2074.xml"/><Relationship Id="rId261" Type="http://schemas.openxmlformats.org/officeDocument/2006/relationships/customXml" Target="../ink/ink1892.xml"/><Relationship Id="rId499" Type="http://schemas.openxmlformats.org/officeDocument/2006/relationships/customXml" Target="../ink/ink2011.xml"/><Relationship Id="rId56" Type="http://schemas.openxmlformats.org/officeDocument/2006/relationships/image" Target="../media/image1784.png"/><Relationship Id="rId359" Type="http://schemas.openxmlformats.org/officeDocument/2006/relationships/customXml" Target="../ink/ink1941.xml"/><Relationship Id="rId566" Type="http://schemas.openxmlformats.org/officeDocument/2006/relationships/image" Target="../media/image2037.png"/><Relationship Id="rId121" Type="http://schemas.openxmlformats.org/officeDocument/2006/relationships/customXml" Target="../ink/ink1822.xml"/><Relationship Id="rId219" Type="http://schemas.openxmlformats.org/officeDocument/2006/relationships/customXml" Target="../ink/ink1871.xml"/><Relationship Id="rId426" Type="http://schemas.openxmlformats.org/officeDocument/2006/relationships/image" Target="../media/image1968.png"/><Relationship Id="rId633" Type="http://schemas.openxmlformats.org/officeDocument/2006/relationships/image" Target="../media/image2070.png"/><Relationship Id="rId67" Type="http://schemas.openxmlformats.org/officeDocument/2006/relationships/customXml" Target="../ink/ink1795.xml"/><Relationship Id="rId272" Type="http://schemas.openxmlformats.org/officeDocument/2006/relationships/image" Target="../media/image1892.png"/><Relationship Id="rId577" Type="http://schemas.openxmlformats.org/officeDocument/2006/relationships/customXml" Target="../ink/ink2051.xml"/><Relationship Id="rId132" Type="http://schemas.openxmlformats.org/officeDocument/2006/relationships/image" Target="../media/image1822.png"/><Relationship Id="rId437" Type="http://schemas.openxmlformats.org/officeDocument/2006/relationships/customXml" Target="../ink/ink1980.xml"/><Relationship Id="rId644" Type="http://schemas.openxmlformats.org/officeDocument/2006/relationships/customXml" Target="../ink/ink2085.xml"/><Relationship Id="rId283" Type="http://schemas.openxmlformats.org/officeDocument/2006/relationships/customXml" Target="../ink/ink1903.xml"/><Relationship Id="rId490" Type="http://schemas.openxmlformats.org/officeDocument/2006/relationships/image" Target="../media/image2000.png"/><Relationship Id="rId504" Type="http://schemas.openxmlformats.org/officeDocument/2006/relationships/image" Target="../media/image2007.png"/><Relationship Id="rId78" Type="http://schemas.openxmlformats.org/officeDocument/2006/relationships/image" Target="../media/image1795.png"/><Relationship Id="rId143" Type="http://schemas.openxmlformats.org/officeDocument/2006/relationships/customXml" Target="../ink/ink1833.xml"/><Relationship Id="rId350" Type="http://schemas.openxmlformats.org/officeDocument/2006/relationships/image" Target="../media/image1930.png"/><Relationship Id="rId588" Type="http://schemas.openxmlformats.org/officeDocument/2006/relationships/image" Target="../media/image2048.png"/><Relationship Id="rId9" Type="http://schemas.openxmlformats.org/officeDocument/2006/relationships/customXml" Target="../ink/ink1766.xml"/><Relationship Id="rId210" Type="http://schemas.openxmlformats.org/officeDocument/2006/relationships/image" Target="../media/image1861.png"/><Relationship Id="rId448" Type="http://schemas.openxmlformats.org/officeDocument/2006/relationships/image" Target="../media/image1979.png"/><Relationship Id="rId655" Type="http://schemas.openxmlformats.org/officeDocument/2006/relationships/image" Target="../media/image2081.png"/><Relationship Id="rId294" Type="http://schemas.openxmlformats.org/officeDocument/2006/relationships/image" Target="../media/image1903.png"/><Relationship Id="rId308" Type="http://schemas.openxmlformats.org/officeDocument/2006/relationships/image" Target="../media/image1910.png"/><Relationship Id="rId515" Type="http://schemas.openxmlformats.org/officeDocument/2006/relationships/customXml" Target="../ink/ink2019.xml"/><Relationship Id="rId89" Type="http://schemas.openxmlformats.org/officeDocument/2006/relationships/customXml" Target="../ink/ink1806.xml"/><Relationship Id="rId154" Type="http://schemas.openxmlformats.org/officeDocument/2006/relationships/image" Target="../media/image1833.png"/><Relationship Id="rId361" Type="http://schemas.openxmlformats.org/officeDocument/2006/relationships/customXml" Target="../ink/ink1942.xml"/><Relationship Id="rId599" Type="http://schemas.openxmlformats.org/officeDocument/2006/relationships/customXml" Target="../ink/ink2062.xml"/><Relationship Id="rId459" Type="http://schemas.openxmlformats.org/officeDocument/2006/relationships/customXml" Target="../ink/ink1991.xml"/><Relationship Id="rId16" Type="http://schemas.openxmlformats.org/officeDocument/2006/relationships/image" Target="../media/image1764.png"/><Relationship Id="rId221" Type="http://schemas.openxmlformats.org/officeDocument/2006/relationships/customXml" Target="../ink/ink1872.xml"/><Relationship Id="rId319" Type="http://schemas.openxmlformats.org/officeDocument/2006/relationships/customXml" Target="../ink/ink1921.xml"/><Relationship Id="rId526" Type="http://schemas.openxmlformats.org/officeDocument/2006/relationships/image" Target="../media/image2018.png"/><Relationship Id="rId165" Type="http://schemas.openxmlformats.org/officeDocument/2006/relationships/customXml" Target="../ink/ink1844.xml"/><Relationship Id="rId372" Type="http://schemas.openxmlformats.org/officeDocument/2006/relationships/image" Target="../media/image1941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42.png"/><Relationship Id="rId21" Type="http://schemas.openxmlformats.org/officeDocument/2006/relationships/image" Target="../media/image2094.png"/><Relationship Id="rId42" Type="http://schemas.openxmlformats.org/officeDocument/2006/relationships/customXml" Target="../ink/ink2113.xml"/><Relationship Id="rId63" Type="http://schemas.openxmlformats.org/officeDocument/2006/relationships/image" Target="../media/image2115.png"/><Relationship Id="rId84" Type="http://schemas.openxmlformats.org/officeDocument/2006/relationships/customXml" Target="../ink/ink2134.xml"/><Relationship Id="rId138" Type="http://schemas.openxmlformats.org/officeDocument/2006/relationships/customXml" Target="../ink/ink2161.xml"/><Relationship Id="rId159" Type="http://schemas.openxmlformats.org/officeDocument/2006/relationships/image" Target="../media/image2162.png"/><Relationship Id="rId170" Type="http://schemas.openxmlformats.org/officeDocument/2006/relationships/customXml" Target="../ink/ink2177.xml"/><Relationship Id="rId191" Type="http://schemas.openxmlformats.org/officeDocument/2006/relationships/image" Target="../media/image2178.png"/><Relationship Id="rId205" Type="http://schemas.openxmlformats.org/officeDocument/2006/relationships/image" Target="../media/image2185.png"/><Relationship Id="rId107" Type="http://schemas.openxmlformats.org/officeDocument/2006/relationships/image" Target="../media/image2137.png"/><Relationship Id="rId11" Type="http://schemas.openxmlformats.org/officeDocument/2006/relationships/image" Target="../media/image2089.png"/><Relationship Id="rId32" Type="http://schemas.openxmlformats.org/officeDocument/2006/relationships/customXml" Target="../ink/ink2108.xml"/><Relationship Id="rId53" Type="http://schemas.openxmlformats.org/officeDocument/2006/relationships/image" Target="../media/image2110.png"/><Relationship Id="rId74" Type="http://schemas.openxmlformats.org/officeDocument/2006/relationships/customXml" Target="../ink/ink2129.xml"/><Relationship Id="rId128" Type="http://schemas.openxmlformats.org/officeDocument/2006/relationships/customXml" Target="../ink/ink2156.xml"/><Relationship Id="rId149" Type="http://schemas.openxmlformats.org/officeDocument/2006/relationships/image" Target="../media/image2157.png"/><Relationship Id="rId5" Type="http://schemas.openxmlformats.org/officeDocument/2006/relationships/image" Target="../media/image2086.png"/><Relationship Id="rId95" Type="http://schemas.openxmlformats.org/officeDocument/2006/relationships/image" Target="../media/image2131.png"/><Relationship Id="rId160" Type="http://schemas.openxmlformats.org/officeDocument/2006/relationships/customXml" Target="../ink/ink2172.xml"/><Relationship Id="rId181" Type="http://schemas.openxmlformats.org/officeDocument/2006/relationships/image" Target="../media/image2173.png"/><Relationship Id="rId216" Type="http://schemas.openxmlformats.org/officeDocument/2006/relationships/customXml" Target="../ink/ink2200.xml"/><Relationship Id="rId22" Type="http://schemas.openxmlformats.org/officeDocument/2006/relationships/customXml" Target="../ink/ink2103.xml"/><Relationship Id="rId43" Type="http://schemas.openxmlformats.org/officeDocument/2006/relationships/image" Target="../media/image2105.png"/><Relationship Id="rId64" Type="http://schemas.openxmlformats.org/officeDocument/2006/relationships/customXml" Target="../ink/ink2124.xml"/><Relationship Id="rId118" Type="http://schemas.openxmlformats.org/officeDocument/2006/relationships/customXml" Target="../ink/ink2151.xml"/><Relationship Id="rId139" Type="http://schemas.openxmlformats.org/officeDocument/2006/relationships/image" Target="../media/image2153.png"/><Relationship Id="rId85" Type="http://schemas.openxmlformats.org/officeDocument/2006/relationships/image" Target="../media/image2126.png"/><Relationship Id="rId150" Type="http://schemas.openxmlformats.org/officeDocument/2006/relationships/customXml" Target="../ink/ink2167.xml"/><Relationship Id="rId171" Type="http://schemas.openxmlformats.org/officeDocument/2006/relationships/image" Target="../media/image2168.png"/><Relationship Id="rId192" Type="http://schemas.openxmlformats.org/officeDocument/2006/relationships/customXml" Target="../ink/ink2188.xml"/><Relationship Id="rId206" Type="http://schemas.openxmlformats.org/officeDocument/2006/relationships/customXml" Target="../ink/ink2195.xml"/><Relationship Id="rId12" Type="http://schemas.openxmlformats.org/officeDocument/2006/relationships/customXml" Target="../ink/ink2098.xml"/><Relationship Id="rId33" Type="http://schemas.openxmlformats.org/officeDocument/2006/relationships/image" Target="../media/image2100.png"/><Relationship Id="rId108" Type="http://schemas.openxmlformats.org/officeDocument/2006/relationships/customXml" Target="../ink/ink2146.xml"/><Relationship Id="rId129" Type="http://schemas.openxmlformats.org/officeDocument/2006/relationships/image" Target="../media/image2148.png"/><Relationship Id="rId54" Type="http://schemas.openxmlformats.org/officeDocument/2006/relationships/customXml" Target="../ink/ink2119.xml"/><Relationship Id="rId75" Type="http://schemas.openxmlformats.org/officeDocument/2006/relationships/image" Target="../media/image2121.png"/><Relationship Id="rId96" Type="http://schemas.openxmlformats.org/officeDocument/2006/relationships/customXml" Target="../ink/ink2140.xml"/><Relationship Id="rId140" Type="http://schemas.openxmlformats.org/officeDocument/2006/relationships/customXml" Target="../ink/ink2162.xml"/><Relationship Id="rId161" Type="http://schemas.openxmlformats.org/officeDocument/2006/relationships/image" Target="../media/image2163.png"/><Relationship Id="rId182" Type="http://schemas.openxmlformats.org/officeDocument/2006/relationships/customXml" Target="../ink/ink2183.xml"/><Relationship Id="rId217" Type="http://schemas.openxmlformats.org/officeDocument/2006/relationships/image" Target="../media/image2191.png"/><Relationship Id="rId6" Type="http://schemas.openxmlformats.org/officeDocument/2006/relationships/customXml" Target="../ink/ink2095.xml"/><Relationship Id="rId23" Type="http://schemas.openxmlformats.org/officeDocument/2006/relationships/image" Target="../media/image2095.png"/><Relationship Id="rId119" Type="http://schemas.openxmlformats.org/officeDocument/2006/relationships/image" Target="../media/image2143.png"/><Relationship Id="rId44" Type="http://schemas.openxmlformats.org/officeDocument/2006/relationships/customXml" Target="../ink/ink2114.xml"/><Relationship Id="rId65" Type="http://schemas.openxmlformats.org/officeDocument/2006/relationships/image" Target="../media/image2116.png"/><Relationship Id="rId86" Type="http://schemas.openxmlformats.org/officeDocument/2006/relationships/customXml" Target="../ink/ink2135.xml"/><Relationship Id="rId130" Type="http://schemas.openxmlformats.org/officeDocument/2006/relationships/customXml" Target="../ink/ink2157.xml"/><Relationship Id="rId151" Type="http://schemas.openxmlformats.org/officeDocument/2006/relationships/image" Target="../media/image2158.png"/><Relationship Id="rId172" Type="http://schemas.openxmlformats.org/officeDocument/2006/relationships/customXml" Target="../ink/ink2178.xml"/><Relationship Id="rId193" Type="http://schemas.openxmlformats.org/officeDocument/2006/relationships/image" Target="../media/image2179.png"/><Relationship Id="rId207" Type="http://schemas.openxmlformats.org/officeDocument/2006/relationships/image" Target="../media/image2186.png"/><Relationship Id="rId13" Type="http://schemas.openxmlformats.org/officeDocument/2006/relationships/image" Target="../media/image2090.png"/><Relationship Id="rId109" Type="http://schemas.openxmlformats.org/officeDocument/2006/relationships/image" Target="../media/image2138.png"/><Relationship Id="rId34" Type="http://schemas.openxmlformats.org/officeDocument/2006/relationships/customXml" Target="../ink/ink2109.xml"/><Relationship Id="rId55" Type="http://schemas.openxmlformats.org/officeDocument/2006/relationships/image" Target="../media/image2111.png"/><Relationship Id="rId76" Type="http://schemas.openxmlformats.org/officeDocument/2006/relationships/customXml" Target="../ink/ink2130.xml"/><Relationship Id="rId97" Type="http://schemas.openxmlformats.org/officeDocument/2006/relationships/image" Target="../media/image2132.png"/><Relationship Id="rId120" Type="http://schemas.openxmlformats.org/officeDocument/2006/relationships/customXml" Target="../ink/ink2152.xml"/><Relationship Id="rId141" Type="http://schemas.openxmlformats.org/officeDocument/2006/relationships/image" Target="../media/image1986.png"/><Relationship Id="rId7" Type="http://schemas.openxmlformats.org/officeDocument/2006/relationships/image" Target="../media/image2087.png"/><Relationship Id="rId162" Type="http://schemas.openxmlformats.org/officeDocument/2006/relationships/customXml" Target="../ink/ink2173.xml"/><Relationship Id="rId183" Type="http://schemas.openxmlformats.org/officeDocument/2006/relationships/image" Target="../media/image2174.png"/><Relationship Id="rId24" Type="http://schemas.openxmlformats.org/officeDocument/2006/relationships/customXml" Target="../ink/ink2104.xml"/><Relationship Id="rId45" Type="http://schemas.openxmlformats.org/officeDocument/2006/relationships/image" Target="../media/image2106.png"/><Relationship Id="rId66" Type="http://schemas.openxmlformats.org/officeDocument/2006/relationships/customXml" Target="../ink/ink2125.xml"/><Relationship Id="rId87" Type="http://schemas.openxmlformats.org/officeDocument/2006/relationships/image" Target="../media/image2127.png"/><Relationship Id="rId110" Type="http://schemas.openxmlformats.org/officeDocument/2006/relationships/customXml" Target="../ink/ink2147.xml"/><Relationship Id="rId131" Type="http://schemas.openxmlformats.org/officeDocument/2006/relationships/image" Target="../media/image2149.png"/><Relationship Id="rId152" Type="http://schemas.openxmlformats.org/officeDocument/2006/relationships/customXml" Target="../ink/ink2168.xml"/><Relationship Id="rId173" Type="http://schemas.openxmlformats.org/officeDocument/2006/relationships/image" Target="../media/image2169.png"/><Relationship Id="rId194" Type="http://schemas.openxmlformats.org/officeDocument/2006/relationships/customXml" Target="../ink/ink2189.xml"/><Relationship Id="rId208" Type="http://schemas.openxmlformats.org/officeDocument/2006/relationships/customXml" Target="../ink/ink2196.xml"/><Relationship Id="rId14" Type="http://schemas.openxmlformats.org/officeDocument/2006/relationships/customXml" Target="../ink/ink2099.xml"/><Relationship Id="rId30" Type="http://schemas.openxmlformats.org/officeDocument/2006/relationships/customXml" Target="../ink/ink2107.xml"/><Relationship Id="rId35" Type="http://schemas.openxmlformats.org/officeDocument/2006/relationships/image" Target="../media/image2101.png"/><Relationship Id="rId56" Type="http://schemas.openxmlformats.org/officeDocument/2006/relationships/customXml" Target="../ink/ink2120.xml"/><Relationship Id="rId77" Type="http://schemas.openxmlformats.org/officeDocument/2006/relationships/image" Target="../media/image2122.png"/><Relationship Id="rId100" Type="http://schemas.openxmlformats.org/officeDocument/2006/relationships/customXml" Target="../ink/ink2142.xml"/><Relationship Id="rId105" Type="http://schemas.openxmlformats.org/officeDocument/2006/relationships/image" Target="../media/image2136.png"/><Relationship Id="rId126" Type="http://schemas.openxmlformats.org/officeDocument/2006/relationships/customXml" Target="../ink/ink2155.xml"/><Relationship Id="rId147" Type="http://schemas.openxmlformats.org/officeDocument/2006/relationships/image" Target="../media/image2156.png"/><Relationship Id="rId168" Type="http://schemas.openxmlformats.org/officeDocument/2006/relationships/customXml" Target="../ink/ink2176.xml"/><Relationship Id="rId8" Type="http://schemas.openxmlformats.org/officeDocument/2006/relationships/customXml" Target="../ink/ink2096.xml"/><Relationship Id="rId51" Type="http://schemas.openxmlformats.org/officeDocument/2006/relationships/image" Target="../media/image2109.png"/><Relationship Id="rId72" Type="http://schemas.openxmlformats.org/officeDocument/2006/relationships/customXml" Target="../ink/ink2128.xml"/><Relationship Id="rId93" Type="http://schemas.openxmlformats.org/officeDocument/2006/relationships/image" Target="../media/image2130.png"/><Relationship Id="rId98" Type="http://schemas.openxmlformats.org/officeDocument/2006/relationships/customXml" Target="../ink/ink2141.xml"/><Relationship Id="rId121" Type="http://schemas.openxmlformats.org/officeDocument/2006/relationships/image" Target="../media/image2144.png"/><Relationship Id="rId142" Type="http://schemas.openxmlformats.org/officeDocument/2006/relationships/customXml" Target="../ink/ink2163.xml"/><Relationship Id="rId163" Type="http://schemas.openxmlformats.org/officeDocument/2006/relationships/image" Target="../media/image2164.png"/><Relationship Id="rId184" Type="http://schemas.openxmlformats.org/officeDocument/2006/relationships/customXml" Target="../ink/ink2184.xml"/><Relationship Id="rId189" Type="http://schemas.openxmlformats.org/officeDocument/2006/relationships/image" Target="../media/image2177.png"/><Relationship Id="rId3" Type="http://schemas.openxmlformats.org/officeDocument/2006/relationships/image" Target="../media/image2085.png"/><Relationship Id="rId214" Type="http://schemas.openxmlformats.org/officeDocument/2006/relationships/customXml" Target="../ink/ink2199.xml"/><Relationship Id="rId25" Type="http://schemas.openxmlformats.org/officeDocument/2006/relationships/image" Target="../media/image2096.png"/><Relationship Id="rId46" Type="http://schemas.openxmlformats.org/officeDocument/2006/relationships/customXml" Target="../ink/ink2115.xml"/><Relationship Id="rId67" Type="http://schemas.openxmlformats.org/officeDocument/2006/relationships/image" Target="../media/image2117.png"/><Relationship Id="rId116" Type="http://schemas.openxmlformats.org/officeDocument/2006/relationships/customXml" Target="../ink/ink2150.xml"/><Relationship Id="rId137" Type="http://schemas.openxmlformats.org/officeDocument/2006/relationships/image" Target="../media/image2152.png"/><Relationship Id="rId158" Type="http://schemas.openxmlformats.org/officeDocument/2006/relationships/customXml" Target="../ink/ink2171.xml"/><Relationship Id="rId20" Type="http://schemas.openxmlformats.org/officeDocument/2006/relationships/customXml" Target="../ink/ink2102.xml"/><Relationship Id="rId41" Type="http://schemas.openxmlformats.org/officeDocument/2006/relationships/image" Target="../media/image2104.png"/><Relationship Id="rId62" Type="http://schemas.openxmlformats.org/officeDocument/2006/relationships/customXml" Target="../ink/ink2123.xml"/><Relationship Id="rId83" Type="http://schemas.openxmlformats.org/officeDocument/2006/relationships/image" Target="../media/image2125.png"/><Relationship Id="rId88" Type="http://schemas.openxmlformats.org/officeDocument/2006/relationships/customXml" Target="../ink/ink2136.xml"/><Relationship Id="rId111" Type="http://schemas.openxmlformats.org/officeDocument/2006/relationships/image" Target="../media/image2139.png"/><Relationship Id="rId132" Type="http://schemas.openxmlformats.org/officeDocument/2006/relationships/customXml" Target="../ink/ink2158.xml"/><Relationship Id="rId153" Type="http://schemas.openxmlformats.org/officeDocument/2006/relationships/image" Target="../media/image2159.png"/><Relationship Id="rId174" Type="http://schemas.openxmlformats.org/officeDocument/2006/relationships/customXml" Target="../ink/ink2179.xml"/><Relationship Id="rId179" Type="http://schemas.openxmlformats.org/officeDocument/2006/relationships/image" Target="../media/image2172.png"/><Relationship Id="rId195" Type="http://schemas.openxmlformats.org/officeDocument/2006/relationships/image" Target="../media/image2180.png"/><Relationship Id="rId209" Type="http://schemas.openxmlformats.org/officeDocument/2006/relationships/image" Target="../media/image2187.png"/><Relationship Id="rId190" Type="http://schemas.openxmlformats.org/officeDocument/2006/relationships/customXml" Target="../ink/ink2187.xml"/><Relationship Id="rId204" Type="http://schemas.openxmlformats.org/officeDocument/2006/relationships/customXml" Target="../ink/ink2194.xml"/><Relationship Id="rId15" Type="http://schemas.openxmlformats.org/officeDocument/2006/relationships/image" Target="../media/image2091.png"/><Relationship Id="rId36" Type="http://schemas.openxmlformats.org/officeDocument/2006/relationships/customXml" Target="../ink/ink2110.xml"/><Relationship Id="rId57" Type="http://schemas.openxmlformats.org/officeDocument/2006/relationships/image" Target="../media/image2112.png"/><Relationship Id="rId106" Type="http://schemas.openxmlformats.org/officeDocument/2006/relationships/customXml" Target="../ink/ink2145.xml"/><Relationship Id="rId127" Type="http://schemas.openxmlformats.org/officeDocument/2006/relationships/image" Target="../media/image2147.png"/><Relationship Id="rId10" Type="http://schemas.openxmlformats.org/officeDocument/2006/relationships/customXml" Target="../ink/ink2097.xml"/><Relationship Id="rId31" Type="http://schemas.openxmlformats.org/officeDocument/2006/relationships/image" Target="../media/image2099.png"/><Relationship Id="rId52" Type="http://schemas.openxmlformats.org/officeDocument/2006/relationships/customXml" Target="../ink/ink2118.xml"/><Relationship Id="rId73" Type="http://schemas.openxmlformats.org/officeDocument/2006/relationships/image" Target="../media/image2120.png"/><Relationship Id="rId78" Type="http://schemas.openxmlformats.org/officeDocument/2006/relationships/customXml" Target="../ink/ink2131.xml"/><Relationship Id="rId94" Type="http://schemas.openxmlformats.org/officeDocument/2006/relationships/customXml" Target="../ink/ink2139.xml"/><Relationship Id="rId99" Type="http://schemas.openxmlformats.org/officeDocument/2006/relationships/image" Target="../media/image2133.png"/><Relationship Id="rId101" Type="http://schemas.openxmlformats.org/officeDocument/2006/relationships/image" Target="../media/image2134.png"/><Relationship Id="rId122" Type="http://schemas.openxmlformats.org/officeDocument/2006/relationships/customXml" Target="../ink/ink2153.xml"/><Relationship Id="rId143" Type="http://schemas.openxmlformats.org/officeDocument/2006/relationships/image" Target="../media/image2154.png"/><Relationship Id="rId148" Type="http://schemas.openxmlformats.org/officeDocument/2006/relationships/customXml" Target="../ink/ink2166.xml"/><Relationship Id="rId164" Type="http://schemas.openxmlformats.org/officeDocument/2006/relationships/customXml" Target="../ink/ink2174.xml"/><Relationship Id="rId169" Type="http://schemas.openxmlformats.org/officeDocument/2006/relationships/image" Target="../media/image2167.png"/><Relationship Id="rId185" Type="http://schemas.openxmlformats.org/officeDocument/2006/relationships/image" Target="../media/image2175.png"/><Relationship Id="rId4" Type="http://schemas.openxmlformats.org/officeDocument/2006/relationships/customXml" Target="../ink/ink2094.xml"/><Relationship Id="rId9" Type="http://schemas.openxmlformats.org/officeDocument/2006/relationships/image" Target="../media/image2088.png"/><Relationship Id="rId180" Type="http://schemas.openxmlformats.org/officeDocument/2006/relationships/customXml" Target="../ink/ink2182.xml"/><Relationship Id="rId210" Type="http://schemas.openxmlformats.org/officeDocument/2006/relationships/customXml" Target="../ink/ink2197.xml"/><Relationship Id="rId215" Type="http://schemas.openxmlformats.org/officeDocument/2006/relationships/image" Target="../media/image2190.png"/><Relationship Id="rId26" Type="http://schemas.openxmlformats.org/officeDocument/2006/relationships/customXml" Target="../ink/ink2105.xml"/><Relationship Id="rId47" Type="http://schemas.openxmlformats.org/officeDocument/2006/relationships/image" Target="../media/image2107.png"/><Relationship Id="rId68" Type="http://schemas.openxmlformats.org/officeDocument/2006/relationships/customXml" Target="../ink/ink2126.xml"/><Relationship Id="rId89" Type="http://schemas.openxmlformats.org/officeDocument/2006/relationships/image" Target="../media/image2128.png"/><Relationship Id="rId112" Type="http://schemas.openxmlformats.org/officeDocument/2006/relationships/customXml" Target="../ink/ink2148.xml"/><Relationship Id="rId133" Type="http://schemas.openxmlformats.org/officeDocument/2006/relationships/image" Target="../media/image2150.png"/><Relationship Id="rId154" Type="http://schemas.openxmlformats.org/officeDocument/2006/relationships/customXml" Target="../ink/ink2169.xml"/><Relationship Id="rId175" Type="http://schemas.openxmlformats.org/officeDocument/2006/relationships/image" Target="../media/image2170.png"/><Relationship Id="rId196" Type="http://schemas.openxmlformats.org/officeDocument/2006/relationships/customXml" Target="../ink/ink2190.xml"/><Relationship Id="rId200" Type="http://schemas.openxmlformats.org/officeDocument/2006/relationships/customXml" Target="../ink/ink2192.xml"/><Relationship Id="rId16" Type="http://schemas.openxmlformats.org/officeDocument/2006/relationships/customXml" Target="../ink/ink2100.xml"/><Relationship Id="rId37" Type="http://schemas.openxmlformats.org/officeDocument/2006/relationships/image" Target="../media/image2102.png"/><Relationship Id="rId58" Type="http://schemas.openxmlformats.org/officeDocument/2006/relationships/customXml" Target="../ink/ink2121.xml"/><Relationship Id="rId79" Type="http://schemas.openxmlformats.org/officeDocument/2006/relationships/image" Target="../media/image2123.png"/><Relationship Id="rId102" Type="http://schemas.openxmlformats.org/officeDocument/2006/relationships/customXml" Target="../ink/ink2143.xml"/><Relationship Id="rId123" Type="http://schemas.openxmlformats.org/officeDocument/2006/relationships/image" Target="../media/image2145.png"/><Relationship Id="rId144" Type="http://schemas.openxmlformats.org/officeDocument/2006/relationships/customXml" Target="../ink/ink2164.xml"/><Relationship Id="rId90" Type="http://schemas.openxmlformats.org/officeDocument/2006/relationships/customXml" Target="../ink/ink2137.xml"/><Relationship Id="rId165" Type="http://schemas.openxmlformats.org/officeDocument/2006/relationships/image" Target="../media/image2165.png"/><Relationship Id="rId186" Type="http://schemas.openxmlformats.org/officeDocument/2006/relationships/customXml" Target="../ink/ink2185.xml"/><Relationship Id="rId211" Type="http://schemas.openxmlformats.org/officeDocument/2006/relationships/image" Target="../media/image2188.png"/><Relationship Id="rId27" Type="http://schemas.openxmlformats.org/officeDocument/2006/relationships/image" Target="../media/image2097.png"/><Relationship Id="rId48" Type="http://schemas.openxmlformats.org/officeDocument/2006/relationships/customXml" Target="../ink/ink2116.xml"/><Relationship Id="rId69" Type="http://schemas.openxmlformats.org/officeDocument/2006/relationships/image" Target="../media/image2118.png"/><Relationship Id="rId113" Type="http://schemas.openxmlformats.org/officeDocument/2006/relationships/image" Target="../media/image2140.png"/><Relationship Id="rId134" Type="http://schemas.openxmlformats.org/officeDocument/2006/relationships/customXml" Target="../ink/ink2159.xml"/><Relationship Id="rId80" Type="http://schemas.openxmlformats.org/officeDocument/2006/relationships/customXml" Target="../ink/ink2132.xml"/><Relationship Id="rId155" Type="http://schemas.openxmlformats.org/officeDocument/2006/relationships/image" Target="../media/image2160.png"/><Relationship Id="rId176" Type="http://schemas.openxmlformats.org/officeDocument/2006/relationships/customXml" Target="../ink/ink2180.xml"/><Relationship Id="rId197" Type="http://schemas.openxmlformats.org/officeDocument/2006/relationships/image" Target="../media/image2181.png"/><Relationship Id="rId201" Type="http://schemas.openxmlformats.org/officeDocument/2006/relationships/image" Target="../media/image2183.png"/><Relationship Id="rId17" Type="http://schemas.openxmlformats.org/officeDocument/2006/relationships/image" Target="../media/image2092.png"/><Relationship Id="rId38" Type="http://schemas.openxmlformats.org/officeDocument/2006/relationships/customXml" Target="../ink/ink2111.xml"/><Relationship Id="rId59" Type="http://schemas.openxmlformats.org/officeDocument/2006/relationships/image" Target="../media/image2113.png"/><Relationship Id="rId103" Type="http://schemas.openxmlformats.org/officeDocument/2006/relationships/image" Target="../media/image2135.png"/><Relationship Id="rId124" Type="http://schemas.openxmlformats.org/officeDocument/2006/relationships/customXml" Target="../ink/ink2154.xml"/><Relationship Id="rId70" Type="http://schemas.openxmlformats.org/officeDocument/2006/relationships/customXml" Target="../ink/ink2127.xml"/><Relationship Id="rId91" Type="http://schemas.openxmlformats.org/officeDocument/2006/relationships/image" Target="../media/image2129.png"/><Relationship Id="rId145" Type="http://schemas.openxmlformats.org/officeDocument/2006/relationships/image" Target="../media/image2155.png"/><Relationship Id="rId166" Type="http://schemas.openxmlformats.org/officeDocument/2006/relationships/customXml" Target="../ink/ink2175.xml"/><Relationship Id="rId187" Type="http://schemas.openxmlformats.org/officeDocument/2006/relationships/image" Target="../media/image2176.png"/><Relationship Id="rId1" Type="http://schemas.openxmlformats.org/officeDocument/2006/relationships/slideLayout" Target="../slideLayouts/slideLayout1.xml"/><Relationship Id="rId212" Type="http://schemas.openxmlformats.org/officeDocument/2006/relationships/customXml" Target="../ink/ink2198.xml"/><Relationship Id="rId28" Type="http://schemas.openxmlformats.org/officeDocument/2006/relationships/customXml" Target="../ink/ink2106.xml"/><Relationship Id="rId49" Type="http://schemas.openxmlformats.org/officeDocument/2006/relationships/image" Target="../media/image2108.png"/><Relationship Id="rId114" Type="http://schemas.openxmlformats.org/officeDocument/2006/relationships/customXml" Target="../ink/ink2149.xml"/><Relationship Id="rId60" Type="http://schemas.openxmlformats.org/officeDocument/2006/relationships/customXml" Target="../ink/ink2122.xml"/><Relationship Id="rId81" Type="http://schemas.openxmlformats.org/officeDocument/2006/relationships/image" Target="../media/image2124.png"/><Relationship Id="rId135" Type="http://schemas.openxmlformats.org/officeDocument/2006/relationships/image" Target="../media/image2151.png"/><Relationship Id="rId156" Type="http://schemas.openxmlformats.org/officeDocument/2006/relationships/customXml" Target="../ink/ink2170.xml"/><Relationship Id="rId177" Type="http://schemas.openxmlformats.org/officeDocument/2006/relationships/image" Target="../media/image2171.png"/><Relationship Id="rId198" Type="http://schemas.openxmlformats.org/officeDocument/2006/relationships/customXml" Target="../ink/ink2191.xml"/><Relationship Id="rId202" Type="http://schemas.openxmlformats.org/officeDocument/2006/relationships/customXml" Target="../ink/ink2193.xml"/><Relationship Id="rId18" Type="http://schemas.openxmlformats.org/officeDocument/2006/relationships/customXml" Target="../ink/ink2101.xml"/><Relationship Id="rId39" Type="http://schemas.openxmlformats.org/officeDocument/2006/relationships/image" Target="../media/image2103.png"/><Relationship Id="rId50" Type="http://schemas.openxmlformats.org/officeDocument/2006/relationships/customXml" Target="../ink/ink2117.xml"/><Relationship Id="rId104" Type="http://schemas.openxmlformats.org/officeDocument/2006/relationships/customXml" Target="../ink/ink2144.xml"/><Relationship Id="rId125" Type="http://schemas.openxmlformats.org/officeDocument/2006/relationships/image" Target="../media/image2146.png"/><Relationship Id="rId146" Type="http://schemas.openxmlformats.org/officeDocument/2006/relationships/customXml" Target="../ink/ink2165.xml"/><Relationship Id="rId167" Type="http://schemas.openxmlformats.org/officeDocument/2006/relationships/image" Target="../media/image2166.png"/><Relationship Id="rId188" Type="http://schemas.openxmlformats.org/officeDocument/2006/relationships/customXml" Target="../ink/ink2186.xml"/><Relationship Id="rId71" Type="http://schemas.openxmlformats.org/officeDocument/2006/relationships/image" Target="../media/image2119.png"/><Relationship Id="rId92" Type="http://schemas.openxmlformats.org/officeDocument/2006/relationships/customXml" Target="../ink/ink2138.xml"/><Relationship Id="rId213" Type="http://schemas.openxmlformats.org/officeDocument/2006/relationships/image" Target="../media/image2189.png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2098.png"/><Relationship Id="rId40" Type="http://schemas.openxmlformats.org/officeDocument/2006/relationships/customXml" Target="../ink/ink2112.xml"/><Relationship Id="rId115" Type="http://schemas.openxmlformats.org/officeDocument/2006/relationships/image" Target="../media/image2141.png"/><Relationship Id="rId136" Type="http://schemas.openxmlformats.org/officeDocument/2006/relationships/customXml" Target="../ink/ink2160.xml"/><Relationship Id="rId157" Type="http://schemas.openxmlformats.org/officeDocument/2006/relationships/image" Target="../media/image2161.png"/><Relationship Id="rId178" Type="http://schemas.openxmlformats.org/officeDocument/2006/relationships/customXml" Target="../ink/ink2181.xml"/><Relationship Id="rId61" Type="http://schemas.openxmlformats.org/officeDocument/2006/relationships/image" Target="../media/image2114.png"/><Relationship Id="rId82" Type="http://schemas.openxmlformats.org/officeDocument/2006/relationships/customXml" Target="../ink/ink2133.xml"/><Relationship Id="rId199" Type="http://schemas.openxmlformats.org/officeDocument/2006/relationships/image" Target="../media/image2182.png"/><Relationship Id="rId203" Type="http://schemas.openxmlformats.org/officeDocument/2006/relationships/image" Target="../media/image2184.png"/><Relationship Id="rId19" Type="http://schemas.openxmlformats.org/officeDocument/2006/relationships/image" Target="../media/image2093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258.xml"/><Relationship Id="rId21" Type="http://schemas.openxmlformats.org/officeDocument/2006/relationships/customXml" Target="../ink/ink2210.xml"/><Relationship Id="rId324" Type="http://schemas.openxmlformats.org/officeDocument/2006/relationships/image" Target="../media/image2352.png"/><Relationship Id="rId531" Type="http://schemas.openxmlformats.org/officeDocument/2006/relationships/customXml" Target="../ink/ink2465.xml"/><Relationship Id="rId629" Type="http://schemas.openxmlformats.org/officeDocument/2006/relationships/customXml" Target="../ink/ink2514.xml"/><Relationship Id="rId170" Type="http://schemas.openxmlformats.org/officeDocument/2006/relationships/image" Target="../media/image2275.png"/><Relationship Id="rId268" Type="http://schemas.openxmlformats.org/officeDocument/2006/relationships/image" Target="../media/image2324.png"/><Relationship Id="rId475" Type="http://schemas.openxmlformats.org/officeDocument/2006/relationships/customXml" Target="../ink/ink2437.xml"/><Relationship Id="rId32" Type="http://schemas.openxmlformats.org/officeDocument/2006/relationships/image" Target="../media/image2206.png"/><Relationship Id="rId128" Type="http://schemas.openxmlformats.org/officeDocument/2006/relationships/image" Target="../media/image2254.png"/><Relationship Id="rId335" Type="http://schemas.openxmlformats.org/officeDocument/2006/relationships/customXml" Target="../ink/ink2367.xml"/><Relationship Id="rId542" Type="http://schemas.openxmlformats.org/officeDocument/2006/relationships/image" Target="../media/image2461.png"/><Relationship Id="rId181" Type="http://schemas.openxmlformats.org/officeDocument/2006/relationships/customXml" Target="../ink/ink2290.xml"/><Relationship Id="rId402" Type="http://schemas.openxmlformats.org/officeDocument/2006/relationships/image" Target="../media/image2391.png"/><Relationship Id="rId279" Type="http://schemas.openxmlformats.org/officeDocument/2006/relationships/customXml" Target="../ink/ink2339.xml"/><Relationship Id="rId486" Type="http://schemas.openxmlformats.org/officeDocument/2006/relationships/image" Target="../media/image2433.png"/><Relationship Id="rId43" Type="http://schemas.openxmlformats.org/officeDocument/2006/relationships/customXml" Target="../ink/ink2221.xml"/><Relationship Id="rId139" Type="http://schemas.openxmlformats.org/officeDocument/2006/relationships/customXml" Target="../ink/ink2269.xml"/><Relationship Id="rId346" Type="http://schemas.openxmlformats.org/officeDocument/2006/relationships/image" Target="../media/image2363.png"/><Relationship Id="rId553" Type="http://schemas.openxmlformats.org/officeDocument/2006/relationships/customXml" Target="../ink/ink2476.xml"/><Relationship Id="rId192" Type="http://schemas.openxmlformats.org/officeDocument/2006/relationships/image" Target="../media/image2286.png"/><Relationship Id="rId206" Type="http://schemas.openxmlformats.org/officeDocument/2006/relationships/image" Target="../media/image2293.png"/><Relationship Id="rId413" Type="http://schemas.openxmlformats.org/officeDocument/2006/relationships/customXml" Target="../ink/ink2406.xml"/><Relationship Id="rId497" Type="http://schemas.openxmlformats.org/officeDocument/2006/relationships/customXml" Target="../ink/ink2448.xml"/><Relationship Id="rId620" Type="http://schemas.openxmlformats.org/officeDocument/2006/relationships/image" Target="../media/image2500.png"/><Relationship Id="rId357" Type="http://schemas.openxmlformats.org/officeDocument/2006/relationships/customXml" Target="../ink/ink2378.xml"/><Relationship Id="rId54" Type="http://schemas.openxmlformats.org/officeDocument/2006/relationships/image" Target="../media/image2217.png"/><Relationship Id="rId217" Type="http://schemas.openxmlformats.org/officeDocument/2006/relationships/customXml" Target="../ink/ink2308.xml"/><Relationship Id="rId564" Type="http://schemas.openxmlformats.org/officeDocument/2006/relationships/image" Target="../media/image2472.png"/><Relationship Id="rId424" Type="http://schemas.openxmlformats.org/officeDocument/2006/relationships/image" Target="../media/image2402.png"/><Relationship Id="rId631" Type="http://schemas.openxmlformats.org/officeDocument/2006/relationships/customXml" Target="../ink/ink2515.xml"/><Relationship Id="rId270" Type="http://schemas.openxmlformats.org/officeDocument/2006/relationships/image" Target="../media/image2325.png"/><Relationship Id="rId65" Type="http://schemas.openxmlformats.org/officeDocument/2006/relationships/customXml" Target="../ink/ink2232.xml"/><Relationship Id="rId130" Type="http://schemas.openxmlformats.org/officeDocument/2006/relationships/image" Target="../media/image2255.png"/><Relationship Id="rId368" Type="http://schemas.openxmlformats.org/officeDocument/2006/relationships/image" Target="../media/image2374.png"/><Relationship Id="rId575" Type="http://schemas.openxmlformats.org/officeDocument/2006/relationships/customXml" Target="../ink/ink2487.xml"/><Relationship Id="rId228" Type="http://schemas.openxmlformats.org/officeDocument/2006/relationships/image" Target="../media/image2304.png"/><Relationship Id="rId435" Type="http://schemas.openxmlformats.org/officeDocument/2006/relationships/customXml" Target="../ink/ink2417.xml"/><Relationship Id="rId281" Type="http://schemas.openxmlformats.org/officeDocument/2006/relationships/customXml" Target="../ink/ink2340.xml"/><Relationship Id="rId502" Type="http://schemas.openxmlformats.org/officeDocument/2006/relationships/image" Target="../media/image2441.png"/><Relationship Id="rId76" Type="http://schemas.openxmlformats.org/officeDocument/2006/relationships/image" Target="../media/image2228.png"/><Relationship Id="rId141" Type="http://schemas.openxmlformats.org/officeDocument/2006/relationships/customXml" Target="../ink/ink2270.xml"/><Relationship Id="rId379" Type="http://schemas.openxmlformats.org/officeDocument/2006/relationships/customXml" Target="../ink/ink2389.xml"/><Relationship Id="rId586" Type="http://schemas.openxmlformats.org/officeDocument/2006/relationships/image" Target="../media/image2483.png"/><Relationship Id="rId7" Type="http://schemas.openxmlformats.org/officeDocument/2006/relationships/customXml" Target="../ink/ink2203.xml"/><Relationship Id="rId239" Type="http://schemas.openxmlformats.org/officeDocument/2006/relationships/customXml" Target="../ink/ink2319.xml"/><Relationship Id="rId446" Type="http://schemas.openxmlformats.org/officeDocument/2006/relationships/image" Target="../media/image2413.png"/><Relationship Id="rId292" Type="http://schemas.openxmlformats.org/officeDocument/2006/relationships/image" Target="../media/image2336.png"/><Relationship Id="rId306" Type="http://schemas.openxmlformats.org/officeDocument/2006/relationships/image" Target="../media/image2343.png"/><Relationship Id="rId87" Type="http://schemas.openxmlformats.org/officeDocument/2006/relationships/customXml" Target="../ink/ink2243.xml"/><Relationship Id="rId513" Type="http://schemas.openxmlformats.org/officeDocument/2006/relationships/customXml" Target="../ink/ink2456.xml"/><Relationship Id="rId597" Type="http://schemas.openxmlformats.org/officeDocument/2006/relationships/customXml" Target="../ink/ink2498.xml"/><Relationship Id="rId152" Type="http://schemas.openxmlformats.org/officeDocument/2006/relationships/image" Target="../media/image2266.png"/><Relationship Id="rId457" Type="http://schemas.openxmlformats.org/officeDocument/2006/relationships/customXml" Target="../ink/ink2428.xml"/><Relationship Id="rId14" Type="http://schemas.openxmlformats.org/officeDocument/2006/relationships/image" Target="../media/image2197.png"/><Relationship Id="rId317" Type="http://schemas.openxmlformats.org/officeDocument/2006/relationships/customXml" Target="../ink/ink2358.xml"/><Relationship Id="rId524" Type="http://schemas.openxmlformats.org/officeDocument/2006/relationships/image" Target="../media/image2452.png"/><Relationship Id="rId98" Type="http://schemas.openxmlformats.org/officeDocument/2006/relationships/image" Target="../media/image2239.png"/><Relationship Id="rId163" Type="http://schemas.openxmlformats.org/officeDocument/2006/relationships/customXml" Target="../ink/ink2281.xml"/><Relationship Id="rId370" Type="http://schemas.openxmlformats.org/officeDocument/2006/relationships/image" Target="../media/image2375.png"/><Relationship Id="rId230" Type="http://schemas.openxmlformats.org/officeDocument/2006/relationships/image" Target="../media/image2305.png"/><Relationship Id="rId468" Type="http://schemas.openxmlformats.org/officeDocument/2006/relationships/image" Target="../media/image2424.png"/><Relationship Id="rId25" Type="http://schemas.openxmlformats.org/officeDocument/2006/relationships/customXml" Target="../ink/ink2212.xml"/><Relationship Id="rId328" Type="http://schemas.openxmlformats.org/officeDocument/2006/relationships/image" Target="../media/image2354.png"/><Relationship Id="rId535" Type="http://schemas.openxmlformats.org/officeDocument/2006/relationships/customXml" Target="../ink/ink2467.xml"/><Relationship Id="rId174" Type="http://schemas.openxmlformats.org/officeDocument/2006/relationships/image" Target="../media/image2277.png"/><Relationship Id="rId381" Type="http://schemas.openxmlformats.org/officeDocument/2006/relationships/customXml" Target="../ink/ink2390.xml"/><Relationship Id="rId602" Type="http://schemas.openxmlformats.org/officeDocument/2006/relationships/image" Target="../media/image2491.png"/><Relationship Id="rId241" Type="http://schemas.openxmlformats.org/officeDocument/2006/relationships/customXml" Target="../ink/ink2320.xml"/><Relationship Id="rId479" Type="http://schemas.openxmlformats.org/officeDocument/2006/relationships/customXml" Target="../ink/ink2439.xml"/><Relationship Id="rId36" Type="http://schemas.openxmlformats.org/officeDocument/2006/relationships/image" Target="../media/image2208.png"/><Relationship Id="rId339" Type="http://schemas.openxmlformats.org/officeDocument/2006/relationships/customXml" Target="../ink/ink2369.xml"/><Relationship Id="rId546" Type="http://schemas.openxmlformats.org/officeDocument/2006/relationships/image" Target="../media/image2463.png"/><Relationship Id="rId78" Type="http://schemas.openxmlformats.org/officeDocument/2006/relationships/image" Target="../media/image2229.png"/><Relationship Id="rId101" Type="http://schemas.openxmlformats.org/officeDocument/2006/relationships/customXml" Target="../ink/ink2250.xml"/><Relationship Id="rId143" Type="http://schemas.openxmlformats.org/officeDocument/2006/relationships/customXml" Target="../ink/ink2271.xml"/><Relationship Id="rId185" Type="http://schemas.openxmlformats.org/officeDocument/2006/relationships/customXml" Target="../ink/ink2292.xml"/><Relationship Id="rId350" Type="http://schemas.openxmlformats.org/officeDocument/2006/relationships/image" Target="../media/image2365.png"/><Relationship Id="rId406" Type="http://schemas.openxmlformats.org/officeDocument/2006/relationships/image" Target="../media/image2393.png"/><Relationship Id="rId588" Type="http://schemas.openxmlformats.org/officeDocument/2006/relationships/image" Target="../media/image2484.png"/><Relationship Id="rId9" Type="http://schemas.openxmlformats.org/officeDocument/2006/relationships/customXml" Target="../ink/ink2204.xml"/><Relationship Id="rId210" Type="http://schemas.openxmlformats.org/officeDocument/2006/relationships/image" Target="../media/image2295.png"/><Relationship Id="rId392" Type="http://schemas.openxmlformats.org/officeDocument/2006/relationships/image" Target="../media/image2386.png"/><Relationship Id="rId448" Type="http://schemas.openxmlformats.org/officeDocument/2006/relationships/image" Target="../media/image2414.png"/><Relationship Id="rId613" Type="http://schemas.openxmlformats.org/officeDocument/2006/relationships/customXml" Target="../ink/ink2506.xml"/><Relationship Id="rId252" Type="http://schemas.openxmlformats.org/officeDocument/2006/relationships/image" Target="../media/image2316.png"/><Relationship Id="rId294" Type="http://schemas.openxmlformats.org/officeDocument/2006/relationships/image" Target="../media/image2337.png"/><Relationship Id="rId308" Type="http://schemas.openxmlformats.org/officeDocument/2006/relationships/image" Target="../media/image2344.png"/><Relationship Id="rId515" Type="http://schemas.openxmlformats.org/officeDocument/2006/relationships/customXml" Target="../ink/ink2457.xml"/><Relationship Id="rId47" Type="http://schemas.openxmlformats.org/officeDocument/2006/relationships/customXml" Target="../ink/ink2223.xml"/><Relationship Id="rId89" Type="http://schemas.openxmlformats.org/officeDocument/2006/relationships/customXml" Target="../ink/ink2244.xml"/><Relationship Id="rId112" Type="http://schemas.openxmlformats.org/officeDocument/2006/relationships/image" Target="../media/image2246.png"/><Relationship Id="rId154" Type="http://schemas.openxmlformats.org/officeDocument/2006/relationships/image" Target="../media/image2267.png"/><Relationship Id="rId361" Type="http://schemas.openxmlformats.org/officeDocument/2006/relationships/customXml" Target="../ink/ink2380.xml"/><Relationship Id="rId557" Type="http://schemas.openxmlformats.org/officeDocument/2006/relationships/customXml" Target="../ink/ink2478.xml"/><Relationship Id="rId599" Type="http://schemas.openxmlformats.org/officeDocument/2006/relationships/customXml" Target="../ink/ink2499.xml"/><Relationship Id="rId196" Type="http://schemas.openxmlformats.org/officeDocument/2006/relationships/image" Target="../media/image2288.png"/><Relationship Id="rId417" Type="http://schemas.openxmlformats.org/officeDocument/2006/relationships/customXml" Target="../ink/ink2408.xml"/><Relationship Id="rId459" Type="http://schemas.openxmlformats.org/officeDocument/2006/relationships/customXml" Target="../ink/ink2429.xml"/><Relationship Id="rId624" Type="http://schemas.openxmlformats.org/officeDocument/2006/relationships/image" Target="../media/image2502.png"/><Relationship Id="rId16" Type="http://schemas.openxmlformats.org/officeDocument/2006/relationships/image" Target="../media/image2198.png"/><Relationship Id="rId221" Type="http://schemas.openxmlformats.org/officeDocument/2006/relationships/customXml" Target="../ink/ink2310.xml"/><Relationship Id="rId263" Type="http://schemas.openxmlformats.org/officeDocument/2006/relationships/customXml" Target="../ink/ink2331.xml"/><Relationship Id="rId319" Type="http://schemas.openxmlformats.org/officeDocument/2006/relationships/customXml" Target="../ink/ink2359.xml"/><Relationship Id="rId470" Type="http://schemas.openxmlformats.org/officeDocument/2006/relationships/image" Target="../media/image2425.png"/><Relationship Id="rId526" Type="http://schemas.openxmlformats.org/officeDocument/2006/relationships/image" Target="../media/image2453.png"/><Relationship Id="rId58" Type="http://schemas.openxmlformats.org/officeDocument/2006/relationships/image" Target="../media/image2219.png"/><Relationship Id="rId123" Type="http://schemas.openxmlformats.org/officeDocument/2006/relationships/customXml" Target="../ink/ink2261.xml"/><Relationship Id="rId330" Type="http://schemas.openxmlformats.org/officeDocument/2006/relationships/image" Target="../media/image2355.png"/><Relationship Id="rId568" Type="http://schemas.openxmlformats.org/officeDocument/2006/relationships/image" Target="../media/image2474.png"/><Relationship Id="rId165" Type="http://schemas.openxmlformats.org/officeDocument/2006/relationships/customXml" Target="../ink/ink2282.xml"/><Relationship Id="rId372" Type="http://schemas.openxmlformats.org/officeDocument/2006/relationships/image" Target="../media/image2376.png"/><Relationship Id="rId428" Type="http://schemas.openxmlformats.org/officeDocument/2006/relationships/image" Target="../media/image2404.png"/><Relationship Id="rId232" Type="http://schemas.openxmlformats.org/officeDocument/2006/relationships/image" Target="../media/image2306.png"/><Relationship Id="rId274" Type="http://schemas.openxmlformats.org/officeDocument/2006/relationships/image" Target="../media/image2327.png"/><Relationship Id="rId481" Type="http://schemas.openxmlformats.org/officeDocument/2006/relationships/customXml" Target="../ink/ink2440.xml"/><Relationship Id="rId27" Type="http://schemas.openxmlformats.org/officeDocument/2006/relationships/customXml" Target="../ink/ink2213.xml"/><Relationship Id="rId69" Type="http://schemas.openxmlformats.org/officeDocument/2006/relationships/customXml" Target="../ink/ink2234.xml"/><Relationship Id="rId134" Type="http://schemas.openxmlformats.org/officeDocument/2006/relationships/image" Target="../media/image2257.png"/><Relationship Id="rId537" Type="http://schemas.openxmlformats.org/officeDocument/2006/relationships/customXml" Target="../ink/ink2468.xml"/><Relationship Id="rId579" Type="http://schemas.openxmlformats.org/officeDocument/2006/relationships/customXml" Target="../ink/ink2489.xml"/><Relationship Id="rId80" Type="http://schemas.openxmlformats.org/officeDocument/2006/relationships/image" Target="../media/image2230.png"/><Relationship Id="rId176" Type="http://schemas.openxmlformats.org/officeDocument/2006/relationships/image" Target="../media/image2278.png"/><Relationship Id="rId341" Type="http://schemas.openxmlformats.org/officeDocument/2006/relationships/customXml" Target="../ink/ink2370.xml"/><Relationship Id="rId383" Type="http://schemas.openxmlformats.org/officeDocument/2006/relationships/customXml" Target="../ink/ink2391.xml"/><Relationship Id="rId439" Type="http://schemas.openxmlformats.org/officeDocument/2006/relationships/customXml" Target="../ink/ink2419.xml"/><Relationship Id="rId590" Type="http://schemas.openxmlformats.org/officeDocument/2006/relationships/image" Target="../media/image2485.png"/><Relationship Id="rId604" Type="http://schemas.openxmlformats.org/officeDocument/2006/relationships/image" Target="../media/image2492.png"/><Relationship Id="rId201" Type="http://schemas.openxmlformats.org/officeDocument/2006/relationships/customXml" Target="../ink/ink2300.xml"/><Relationship Id="rId243" Type="http://schemas.openxmlformats.org/officeDocument/2006/relationships/customXml" Target="../ink/ink2321.xml"/><Relationship Id="rId285" Type="http://schemas.openxmlformats.org/officeDocument/2006/relationships/customXml" Target="../ink/ink2342.xml"/><Relationship Id="rId450" Type="http://schemas.openxmlformats.org/officeDocument/2006/relationships/image" Target="../media/image2415.png"/><Relationship Id="rId506" Type="http://schemas.openxmlformats.org/officeDocument/2006/relationships/image" Target="../media/image2443.png"/><Relationship Id="rId38" Type="http://schemas.openxmlformats.org/officeDocument/2006/relationships/image" Target="../media/image2209.png"/><Relationship Id="rId103" Type="http://schemas.openxmlformats.org/officeDocument/2006/relationships/customXml" Target="../ink/ink2251.xml"/><Relationship Id="rId310" Type="http://schemas.openxmlformats.org/officeDocument/2006/relationships/image" Target="../media/image2345.png"/><Relationship Id="rId492" Type="http://schemas.openxmlformats.org/officeDocument/2006/relationships/image" Target="../media/image2436.png"/><Relationship Id="rId548" Type="http://schemas.openxmlformats.org/officeDocument/2006/relationships/image" Target="../media/image2464.png"/><Relationship Id="rId91" Type="http://schemas.openxmlformats.org/officeDocument/2006/relationships/customXml" Target="../ink/ink2245.xml"/><Relationship Id="rId145" Type="http://schemas.openxmlformats.org/officeDocument/2006/relationships/customXml" Target="../ink/ink2272.xml"/><Relationship Id="rId187" Type="http://schemas.openxmlformats.org/officeDocument/2006/relationships/customXml" Target="../ink/ink2293.xml"/><Relationship Id="rId352" Type="http://schemas.openxmlformats.org/officeDocument/2006/relationships/image" Target="../media/image2366.png"/><Relationship Id="rId394" Type="http://schemas.openxmlformats.org/officeDocument/2006/relationships/image" Target="../media/image2387.png"/><Relationship Id="rId408" Type="http://schemas.openxmlformats.org/officeDocument/2006/relationships/image" Target="../media/image2394.png"/><Relationship Id="rId615" Type="http://schemas.openxmlformats.org/officeDocument/2006/relationships/customXml" Target="../ink/ink2507.xml"/><Relationship Id="rId212" Type="http://schemas.openxmlformats.org/officeDocument/2006/relationships/image" Target="../media/image2296.png"/><Relationship Id="rId254" Type="http://schemas.openxmlformats.org/officeDocument/2006/relationships/image" Target="../media/image2317.png"/><Relationship Id="rId49" Type="http://schemas.openxmlformats.org/officeDocument/2006/relationships/customXml" Target="../ink/ink2224.xml"/><Relationship Id="rId114" Type="http://schemas.openxmlformats.org/officeDocument/2006/relationships/image" Target="../media/image2247.png"/><Relationship Id="rId296" Type="http://schemas.openxmlformats.org/officeDocument/2006/relationships/image" Target="../media/image2338.png"/><Relationship Id="rId461" Type="http://schemas.openxmlformats.org/officeDocument/2006/relationships/customXml" Target="../ink/ink2430.xml"/><Relationship Id="rId517" Type="http://schemas.openxmlformats.org/officeDocument/2006/relationships/customXml" Target="../ink/ink2458.xml"/><Relationship Id="rId559" Type="http://schemas.openxmlformats.org/officeDocument/2006/relationships/customXml" Target="../ink/ink2479.xml"/><Relationship Id="rId60" Type="http://schemas.openxmlformats.org/officeDocument/2006/relationships/image" Target="../media/image2220.png"/><Relationship Id="rId156" Type="http://schemas.openxmlformats.org/officeDocument/2006/relationships/image" Target="../media/image2268.png"/><Relationship Id="rId198" Type="http://schemas.openxmlformats.org/officeDocument/2006/relationships/image" Target="../media/image2289.png"/><Relationship Id="rId321" Type="http://schemas.openxmlformats.org/officeDocument/2006/relationships/customXml" Target="../ink/ink2360.xml"/><Relationship Id="rId363" Type="http://schemas.openxmlformats.org/officeDocument/2006/relationships/customXml" Target="../ink/ink2381.xml"/><Relationship Id="rId419" Type="http://schemas.openxmlformats.org/officeDocument/2006/relationships/customXml" Target="../ink/ink2409.xml"/><Relationship Id="rId570" Type="http://schemas.openxmlformats.org/officeDocument/2006/relationships/image" Target="../media/image2475.png"/><Relationship Id="rId626" Type="http://schemas.openxmlformats.org/officeDocument/2006/relationships/image" Target="../media/image2503.png"/><Relationship Id="rId223" Type="http://schemas.openxmlformats.org/officeDocument/2006/relationships/customXml" Target="../ink/ink2311.xml"/><Relationship Id="rId430" Type="http://schemas.openxmlformats.org/officeDocument/2006/relationships/image" Target="../media/image2405.png"/><Relationship Id="rId18" Type="http://schemas.openxmlformats.org/officeDocument/2006/relationships/image" Target="../media/image2199.png"/><Relationship Id="rId265" Type="http://schemas.openxmlformats.org/officeDocument/2006/relationships/customXml" Target="../ink/ink2332.xml"/><Relationship Id="rId472" Type="http://schemas.openxmlformats.org/officeDocument/2006/relationships/image" Target="../media/image2426.png"/><Relationship Id="rId528" Type="http://schemas.openxmlformats.org/officeDocument/2006/relationships/image" Target="../media/image2454.png"/><Relationship Id="rId125" Type="http://schemas.openxmlformats.org/officeDocument/2006/relationships/customXml" Target="../ink/ink2262.xml"/><Relationship Id="rId167" Type="http://schemas.openxmlformats.org/officeDocument/2006/relationships/customXml" Target="../ink/ink2283.xml"/><Relationship Id="rId332" Type="http://schemas.openxmlformats.org/officeDocument/2006/relationships/image" Target="../media/image2356.png"/><Relationship Id="rId374" Type="http://schemas.openxmlformats.org/officeDocument/2006/relationships/image" Target="../media/image2377.png"/><Relationship Id="rId581" Type="http://schemas.openxmlformats.org/officeDocument/2006/relationships/customXml" Target="../ink/ink2490.xml"/><Relationship Id="rId71" Type="http://schemas.openxmlformats.org/officeDocument/2006/relationships/customXml" Target="../ink/ink2235.xml"/><Relationship Id="rId234" Type="http://schemas.openxmlformats.org/officeDocument/2006/relationships/image" Target="../media/image2307.png"/><Relationship Id="rId2" Type="http://schemas.openxmlformats.org/officeDocument/2006/relationships/notesSlide" Target="../notesSlides/notesSlide16.xml"/><Relationship Id="rId29" Type="http://schemas.openxmlformats.org/officeDocument/2006/relationships/customXml" Target="../ink/ink2214.xml"/><Relationship Id="rId276" Type="http://schemas.openxmlformats.org/officeDocument/2006/relationships/image" Target="../media/image2328.png"/><Relationship Id="rId441" Type="http://schemas.openxmlformats.org/officeDocument/2006/relationships/customXml" Target="../ink/ink2420.xml"/><Relationship Id="rId483" Type="http://schemas.openxmlformats.org/officeDocument/2006/relationships/customXml" Target="../ink/ink2441.xml"/><Relationship Id="rId539" Type="http://schemas.openxmlformats.org/officeDocument/2006/relationships/customXml" Target="../ink/ink2469.xml"/><Relationship Id="rId40" Type="http://schemas.openxmlformats.org/officeDocument/2006/relationships/image" Target="../media/image2210.png"/><Relationship Id="rId136" Type="http://schemas.openxmlformats.org/officeDocument/2006/relationships/image" Target="../media/image2258.png"/><Relationship Id="rId178" Type="http://schemas.openxmlformats.org/officeDocument/2006/relationships/image" Target="../media/image2279.png"/><Relationship Id="rId301" Type="http://schemas.openxmlformats.org/officeDocument/2006/relationships/customXml" Target="../ink/ink2350.xml"/><Relationship Id="rId343" Type="http://schemas.openxmlformats.org/officeDocument/2006/relationships/customXml" Target="../ink/ink2371.xml"/><Relationship Id="rId550" Type="http://schemas.openxmlformats.org/officeDocument/2006/relationships/image" Target="../media/image2465.png"/><Relationship Id="rId82" Type="http://schemas.openxmlformats.org/officeDocument/2006/relationships/image" Target="../media/image2231.png"/><Relationship Id="rId203" Type="http://schemas.openxmlformats.org/officeDocument/2006/relationships/customXml" Target="../ink/ink2301.xml"/><Relationship Id="rId385" Type="http://schemas.openxmlformats.org/officeDocument/2006/relationships/customXml" Target="../ink/ink2392.xml"/><Relationship Id="rId592" Type="http://schemas.openxmlformats.org/officeDocument/2006/relationships/image" Target="../media/image2486.png"/><Relationship Id="rId606" Type="http://schemas.openxmlformats.org/officeDocument/2006/relationships/image" Target="../media/image2493.png"/><Relationship Id="rId245" Type="http://schemas.openxmlformats.org/officeDocument/2006/relationships/customXml" Target="../ink/ink2322.xml"/><Relationship Id="rId287" Type="http://schemas.openxmlformats.org/officeDocument/2006/relationships/customXml" Target="../ink/ink2343.xml"/><Relationship Id="rId410" Type="http://schemas.openxmlformats.org/officeDocument/2006/relationships/image" Target="../media/image2395.png"/><Relationship Id="rId452" Type="http://schemas.openxmlformats.org/officeDocument/2006/relationships/image" Target="../media/image2416.png"/><Relationship Id="rId494" Type="http://schemas.openxmlformats.org/officeDocument/2006/relationships/image" Target="../media/image2437.png"/><Relationship Id="rId508" Type="http://schemas.openxmlformats.org/officeDocument/2006/relationships/image" Target="../media/image2444.png"/><Relationship Id="rId105" Type="http://schemas.openxmlformats.org/officeDocument/2006/relationships/customXml" Target="../ink/ink2252.xml"/><Relationship Id="rId147" Type="http://schemas.openxmlformats.org/officeDocument/2006/relationships/customXml" Target="../ink/ink2273.xml"/><Relationship Id="rId312" Type="http://schemas.openxmlformats.org/officeDocument/2006/relationships/image" Target="../media/image2346.png"/><Relationship Id="rId354" Type="http://schemas.openxmlformats.org/officeDocument/2006/relationships/image" Target="../media/image2367.png"/><Relationship Id="rId51" Type="http://schemas.openxmlformats.org/officeDocument/2006/relationships/customXml" Target="../ink/ink2225.xml"/><Relationship Id="rId93" Type="http://schemas.openxmlformats.org/officeDocument/2006/relationships/customXml" Target="../ink/ink2246.xml"/><Relationship Id="rId189" Type="http://schemas.openxmlformats.org/officeDocument/2006/relationships/customXml" Target="../ink/ink2294.xml"/><Relationship Id="rId396" Type="http://schemas.openxmlformats.org/officeDocument/2006/relationships/image" Target="../media/image2388.png"/><Relationship Id="rId561" Type="http://schemas.openxmlformats.org/officeDocument/2006/relationships/customXml" Target="../ink/ink2480.xml"/><Relationship Id="rId617" Type="http://schemas.openxmlformats.org/officeDocument/2006/relationships/customXml" Target="../ink/ink2508.xml"/><Relationship Id="rId214" Type="http://schemas.openxmlformats.org/officeDocument/2006/relationships/image" Target="../media/image2297.png"/><Relationship Id="rId256" Type="http://schemas.openxmlformats.org/officeDocument/2006/relationships/image" Target="../media/image2318.png"/><Relationship Id="rId298" Type="http://schemas.openxmlformats.org/officeDocument/2006/relationships/image" Target="../media/image2339.png"/><Relationship Id="rId421" Type="http://schemas.openxmlformats.org/officeDocument/2006/relationships/customXml" Target="../ink/ink2410.xml"/><Relationship Id="rId463" Type="http://schemas.openxmlformats.org/officeDocument/2006/relationships/customXml" Target="../ink/ink2431.xml"/><Relationship Id="rId519" Type="http://schemas.openxmlformats.org/officeDocument/2006/relationships/customXml" Target="../ink/ink2459.xml"/><Relationship Id="rId116" Type="http://schemas.openxmlformats.org/officeDocument/2006/relationships/image" Target="../media/image2248.png"/><Relationship Id="rId158" Type="http://schemas.openxmlformats.org/officeDocument/2006/relationships/image" Target="../media/image2269.png"/><Relationship Id="rId323" Type="http://schemas.openxmlformats.org/officeDocument/2006/relationships/customXml" Target="../ink/ink2361.xml"/><Relationship Id="rId530" Type="http://schemas.openxmlformats.org/officeDocument/2006/relationships/image" Target="../media/image2455.png"/><Relationship Id="rId20" Type="http://schemas.openxmlformats.org/officeDocument/2006/relationships/image" Target="../media/image2200.png"/><Relationship Id="rId62" Type="http://schemas.openxmlformats.org/officeDocument/2006/relationships/image" Target="../media/image2221.png"/><Relationship Id="rId365" Type="http://schemas.openxmlformats.org/officeDocument/2006/relationships/customXml" Target="../ink/ink2382.xml"/><Relationship Id="rId572" Type="http://schemas.openxmlformats.org/officeDocument/2006/relationships/image" Target="../media/image2476.png"/><Relationship Id="rId628" Type="http://schemas.openxmlformats.org/officeDocument/2006/relationships/image" Target="../media/image2504.png"/><Relationship Id="rId225" Type="http://schemas.openxmlformats.org/officeDocument/2006/relationships/customXml" Target="../ink/ink2312.xml"/><Relationship Id="rId267" Type="http://schemas.openxmlformats.org/officeDocument/2006/relationships/customXml" Target="../ink/ink2333.xml"/><Relationship Id="rId432" Type="http://schemas.openxmlformats.org/officeDocument/2006/relationships/image" Target="../media/image2406.png"/><Relationship Id="rId474" Type="http://schemas.openxmlformats.org/officeDocument/2006/relationships/image" Target="../media/image2427.png"/><Relationship Id="rId127" Type="http://schemas.openxmlformats.org/officeDocument/2006/relationships/customXml" Target="../ink/ink2263.xml"/><Relationship Id="rId31" Type="http://schemas.openxmlformats.org/officeDocument/2006/relationships/customXml" Target="../ink/ink2215.xml"/><Relationship Id="rId73" Type="http://schemas.openxmlformats.org/officeDocument/2006/relationships/customXml" Target="../ink/ink2236.xml"/><Relationship Id="rId169" Type="http://schemas.openxmlformats.org/officeDocument/2006/relationships/customXml" Target="../ink/ink2284.xml"/><Relationship Id="rId334" Type="http://schemas.openxmlformats.org/officeDocument/2006/relationships/image" Target="../media/image2357.png"/><Relationship Id="rId376" Type="http://schemas.openxmlformats.org/officeDocument/2006/relationships/image" Target="../media/image2378.png"/><Relationship Id="rId541" Type="http://schemas.openxmlformats.org/officeDocument/2006/relationships/customXml" Target="../ink/ink2470.xml"/><Relationship Id="rId583" Type="http://schemas.openxmlformats.org/officeDocument/2006/relationships/customXml" Target="../ink/ink2491.xml"/><Relationship Id="rId4" Type="http://schemas.openxmlformats.org/officeDocument/2006/relationships/image" Target="../media/image2192.png"/><Relationship Id="rId180" Type="http://schemas.openxmlformats.org/officeDocument/2006/relationships/image" Target="../media/image2280.png"/><Relationship Id="rId236" Type="http://schemas.openxmlformats.org/officeDocument/2006/relationships/image" Target="../media/image2308.png"/><Relationship Id="rId278" Type="http://schemas.openxmlformats.org/officeDocument/2006/relationships/image" Target="../media/image2329.png"/><Relationship Id="rId401" Type="http://schemas.openxmlformats.org/officeDocument/2006/relationships/customXml" Target="../ink/ink2400.xml"/><Relationship Id="rId443" Type="http://schemas.openxmlformats.org/officeDocument/2006/relationships/customXml" Target="../ink/ink2421.xml"/><Relationship Id="rId303" Type="http://schemas.openxmlformats.org/officeDocument/2006/relationships/customXml" Target="../ink/ink2351.xml"/><Relationship Id="rId485" Type="http://schemas.openxmlformats.org/officeDocument/2006/relationships/customXml" Target="../ink/ink2442.xml"/><Relationship Id="rId42" Type="http://schemas.openxmlformats.org/officeDocument/2006/relationships/image" Target="../media/image2211.png"/><Relationship Id="rId84" Type="http://schemas.openxmlformats.org/officeDocument/2006/relationships/image" Target="../media/image2232.png"/><Relationship Id="rId138" Type="http://schemas.openxmlformats.org/officeDocument/2006/relationships/image" Target="../media/image2259.png"/><Relationship Id="rId345" Type="http://schemas.openxmlformats.org/officeDocument/2006/relationships/customXml" Target="../ink/ink2372.xml"/><Relationship Id="rId387" Type="http://schemas.openxmlformats.org/officeDocument/2006/relationships/customXml" Target="../ink/ink2393.xml"/><Relationship Id="rId510" Type="http://schemas.openxmlformats.org/officeDocument/2006/relationships/image" Target="../media/image2445.png"/><Relationship Id="rId552" Type="http://schemas.openxmlformats.org/officeDocument/2006/relationships/image" Target="../media/image2466.png"/><Relationship Id="rId594" Type="http://schemas.openxmlformats.org/officeDocument/2006/relationships/image" Target="../media/image2487.png"/><Relationship Id="rId608" Type="http://schemas.openxmlformats.org/officeDocument/2006/relationships/image" Target="../media/image2494.png"/><Relationship Id="rId191" Type="http://schemas.openxmlformats.org/officeDocument/2006/relationships/customXml" Target="../ink/ink2295.xml"/><Relationship Id="rId205" Type="http://schemas.openxmlformats.org/officeDocument/2006/relationships/customXml" Target="../ink/ink2302.xml"/><Relationship Id="rId247" Type="http://schemas.openxmlformats.org/officeDocument/2006/relationships/customXml" Target="../ink/ink2323.xml"/><Relationship Id="rId412" Type="http://schemas.openxmlformats.org/officeDocument/2006/relationships/image" Target="../media/image2396.png"/><Relationship Id="rId107" Type="http://schemas.openxmlformats.org/officeDocument/2006/relationships/customXml" Target="../ink/ink2253.xml"/><Relationship Id="rId289" Type="http://schemas.openxmlformats.org/officeDocument/2006/relationships/customXml" Target="../ink/ink2344.xml"/><Relationship Id="rId454" Type="http://schemas.openxmlformats.org/officeDocument/2006/relationships/image" Target="../media/image2417.png"/><Relationship Id="rId496" Type="http://schemas.openxmlformats.org/officeDocument/2006/relationships/image" Target="../media/image2438.png"/><Relationship Id="rId11" Type="http://schemas.openxmlformats.org/officeDocument/2006/relationships/customXml" Target="../ink/ink2205.xml"/><Relationship Id="rId53" Type="http://schemas.openxmlformats.org/officeDocument/2006/relationships/customXml" Target="../ink/ink2226.xml"/><Relationship Id="rId149" Type="http://schemas.openxmlformats.org/officeDocument/2006/relationships/customXml" Target="../ink/ink2274.xml"/><Relationship Id="rId314" Type="http://schemas.openxmlformats.org/officeDocument/2006/relationships/image" Target="../media/image2347.png"/><Relationship Id="rId356" Type="http://schemas.openxmlformats.org/officeDocument/2006/relationships/image" Target="../media/image2368.png"/><Relationship Id="rId398" Type="http://schemas.openxmlformats.org/officeDocument/2006/relationships/image" Target="../media/image2389.png"/><Relationship Id="rId521" Type="http://schemas.openxmlformats.org/officeDocument/2006/relationships/customXml" Target="../ink/ink2460.xml"/><Relationship Id="rId563" Type="http://schemas.openxmlformats.org/officeDocument/2006/relationships/customXml" Target="../ink/ink2481.xml"/><Relationship Id="rId619" Type="http://schemas.openxmlformats.org/officeDocument/2006/relationships/customXml" Target="../ink/ink2509.xml"/><Relationship Id="rId95" Type="http://schemas.openxmlformats.org/officeDocument/2006/relationships/customXml" Target="../ink/ink2247.xml"/><Relationship Id="rId160" Type="http://schemas.openxmlformats.org/officeDocument/2006/relationships/image" Target="../media/image2270.png"/><Relationship Id="rId216" Type="http://schemas.openxmlformats.org/officeDocument/2006/relationships/image" Target="../media/image2298.png"/><Relationship Id="rId423" Type="http://schemas.openxmlformats.org/officeDocument/2006/relationships/customXml" Target="../ink/ink2411.xml"/><Relationship Id="rId258" Type="http://schemas.openxmlformats.org/officeDocument/2006/relationships/image" Target="../media/image2319.png"/><Relationship Id="rId465" Type="http://schemas.openxmlformats.org/officeDocument/2006/relationships/customXml" Target="../ink/ink2432.xml"/><Relationship Id="rId630" Type="http://schemas.openxmlformats.org/officeDocument/2006/relationships/image" Target="../media/image2505.png"/><Relationship Id="rId22" Type="http://schemas.openxmlformats.org/officeDocument/2006/relationships/image" Target="../media/image2201.png"/><Relationship Id="rId64" Type="http://schemas.openxmlformats.org/officeDocument/2006/relationships/image" Target="../media/image2222.png"/><Relationship Id="rId118" Type="http://schemas.openxmlformats.org/officeDocument/2006/relationships/image" Target="../media/image2249.png"/><Relationship Id="rId325" Type="http://schemas.openxmlformats.org/officeDocument/2006/relationships/customXml" Target="../ink/ink2362.xml"/><Relationship Id="rId367" Type="http://schemas.openxmlformats.org/officeDocument/2006/relationships/customXml" Target="../ink/ink2383.xml"/><Relationship Id="rId532" Type="http://schemas.openxmlformats.org/officeDocument/2006/relationships/image" Target="../media/image2456.png"/><Relationship Id="rId574" Type="http://schemas.openxmlformats.org/officeDocument/2006/relationships/image" Target="../media/image2477.png"/><Relationship Id="rId171" Type="http://schemas.openxmlformats.org/officeDocument/2006/relationships/customXml" Target="../ink/ink2285.xml"/><Relationship Id="rId227" Type="http://schemas.openxmlformats.org/officeDocument/2006/relationships/customXml" Target="../ink/ink2313.xml"/><Relationship Id="rId269" Type="http://schemas.openxmlformats.org/officeDocument/2006/relationships/customXml" Target="../ink/ink2334.xml"/><Relationship Id="rId434" Type="http://schemas.openxmlformats.org/officeDocument/2006/relationships/image" Target="../media/image2407.png"/><Relationship Id="rId476" Type="http://schemas.openxmlformats.org/officeDocument/2006/relationships/image" Target="../media/image2428.png"/><Relationship Id="rId33" Type="http://schemas.openxmlformats.org/officeDocument/2006/relationships/customXml" Target="../ink/ink2216.xml"/><Relationship Id="rId129" Type="http://schemas.openxmlformats.org/officeDocument/2006/relationships/customXml" Target="../ink/ink2264.xml"/><Relationship Id="rId280" Type="http://schemas.openxmlformats.org/officeDocument/2006/relationships/image" Target="../media/image2330.png"/><Relationship Id="rId336" Type="http://schemas.openxmlformats.org/officeDocument/2006/relationships/image" Target="../media/image2358.png"/><Relationship Id="rId501" Type="http://schemas.openxmlformats.org/officeDocument/2006/relationships/customXml" Target="../ink/ink2450.xml"/><Relationship Id="rId543" Type="http://schemas.openxmlformats.org/officeDocument/2006/relationships/customXml" Target="../ink/ink2471.xml"/><Relationship Id="rId75" Type="http://schemas.openxmlformats.org/officeDocument/2006/relationships/customXml" Target="../ink/ink2237.xml"/><Relationship Id="rId140" Type="http://schemas.openxmlformats.org/officeDocument/2006/relationships/image" Target="../media/image2260.png"/><Relationship Id="rId182" Type="http://schemas.openxmlformats.org/officeDocument/2006/relationships/image" Target="../media/image2281.png"/><Relationship Id="rId378" Type="http://schemas.openxmlformats.org/officeDocument/2006/relationships/image" Target="../media/image2379.png"/><Relationship Id="rId403" Type="http://schemas.openxmlformats.org/officeDocument/2006/relationships/customXml" Target="../ink/ink2401.xml"/><Relationship Id="rId585" Type="http://schemas.openxmlformats.org/officeDocument/2006/relationships/customXml" Target="../ink/ink2492.xml"/><Relationship Id="rId6" Type="http://schemas.openxmlformats.org/officeDocument/2006/relationships/image" Target="../media/image2193.png"/><Relationship Id="rId238" Type="http://schemas.openxmlformats.org/officeDocument/2006/relationships/image" Target="../media/image2309.png"/><Relationship Id="rId445" Type="http://schemas.openxmlformats.org/officeDocument/2006/relationships/customXml" Target="../ink/ink2422.xml"/><Relationship Id="rId487" Type="http://schemas.openxmlformats.org/officeDocument/2006/relationships/customXml" Target="../ink/ink2443.xml"/><Relationship Id="rId610" Type="http://schemas.openxmlformats.org/officeDocument/2006/relationships/image" Target="../media/image2495.png"/><Relationship Id="rId291" Type="http://schemas.openxmlformats.org/officeDocument/2006/relationships/customXml" Target="../ink/ink2345.xml"/><Relationship Id="rId305" Type="http://schemas.openxmlformats.org/officeDocument/2006/relationships/customXml" Target="../ink/ink2352.xml"/><Relationship Id="rId347" Type="http://schemas.openxmlformats.org/officeDocument/2006/relationships/customXml" Target="../ink/ink2373.xml"/><Relationship Id="rId512" Type="http://schemas.openxmlformats.org/officeDocument/2006/relationships/image" Target="../media/image2446.png"/><Relationship Id="rId44" Type="http://schemas.openxmlformats.org/officeDocument/2006/relationships/image" Target="../media/image2212.png"/><Relationship Id="rId86" Type="http://schemas.openxmlformats.org/officeDocument/2006/relationships/image" Target="../media/image2233.png"/><Relationship Id="rId151" Type="http://schemas.openxmlformats.org/officeDocument/2006/relationships/customXml" Target="../ink/ink2275.xml"/><Relationship Id="rId389" Type="http://schemas.openxmlformats.org/officeDocument/2006/relationships/customXml" Target="../ink/ink2394.xml"/><Relationship Id="rId554" Type="http://schemas.openxmlformats.org/officeDocument/2006/relationships/image" Target="../media/image2467.png"/><Relationship Id="rId596" Type="http://schemas.openxmlformats.org/officeDocument/2006/relationships/image" Target="../media/image2488.png"/><Relationship Id="rId193" Type="http://schemas.openxmlformats.org/officeDocument/2006/relationships/customXml" Target="../ink/ink2296.xml"/><Relationship Id="rId207" Type="http://schemas.openxmlformats.org/officeDocument/2006/relationships/customXml" Target="../ink/ink2303.xml"/><Relationship Id="rId249" Type="http://schemas.openxmlformats.org/officeDocument/2006/relationships/customXml" Target="../ink/ink2324.xml"/><Relationship Id="rId414" Type="http://schemas.openxmlformats.org/officeDocument/2006/relationships/image" Target="../media/image2397.png"/><Relationship Id="rId456" Type="http://schemas.openxmlformats.org/officeDocument/2006/relationships/image" Target="../media/image2418.png"/><Relationship Id="rId498" Type="http://schemas.openxmlformats.org/officeDocument/2006/relationships/image" Target="../media/image2439.png"/><Relationship Id="rId621" Type="http://schemas.openxmlformats.org/officeDocument/2006/relationships/customXml" Target="../ink/ink2510.xml"/><Relationship Id="rId13" Type="http://schemas.openxmlformats.org/officeDocument/2006/relationships/customXml" Target="../ink/ink2206.xml"/><Relationship Id="rId109" Type="http://schemas.openxmlformats.org/officeDocument/2006/relationships/customXml" Target="../ink/ink2254.xml"/><Relationship Id="rId260" Type="http://schemas.openxmlformats.org/officeDocument/2006/relationships/image" Target="../media/image2320.png"/><Relationship Id="rId316" Type="http://schemas.openxmlformats.org/officeDocument/2006/relationships/image" Target="../media/image2348.png"/><Relationship Id="rId523" Type="http://schemas.openxmlformats.org/officeDocument/2006/relationships/customXml" Target="../ink/ink2461.xml"/><Relationship Id="rId55" Type="http://schemas.openxmlformats.org/officeDocument/2006/relationships/customXml" Target="../ink/ink2227.xml"/><Relationship Id="rId97" Type="http://schemas.openxmlformats.org/officeDocument/2006/relationships/customXml" Target="../ink/ink2248.xml"/><Relationship Id="rId120" Type="http://schemas.openxmlformats.org/officeDocument/2006/relationships/image" Target="../media/image2250.png"/><Relationship Id="rId358" Type="http://schemas.openxmlformats.org/officeDocument/2006/relationships/image" Target="../media/image2369.png"/><Relationship Id="rId565" Type="http://schemas.openxmlformats.org/officeDocument/2006/relationships/customXml" Target="../ink/ink2482.xml"/><Relationship Id="rId162" Type="http://schemas.openxmlformats.org/officeDocument/2006/relationships/image" Target="../media/image2271.png"/><Relationship Id="rId218" Type="http://schemas.openxmlformats.org/officeDocument/2006/relationships/image" Target="../media/image2299.png"/><Relationship Id="rId425" Type="http://schemas.openxmlformats.org/officeDocument/2006/relationships/customXml" Target="../ink/ink2412.xml"/><Relationship Id="rId467" Type="http://schemas.openxmlformats.org/officeDocument/2006/relationships/customXml" Target="../ink/ink2433.xml"/><Relationship Id="rId632" Type="http://schemas.openxmlformats.org/officeDocument/2006/relationships/image" Target="../media/image2506.png"/><Relationship Id="rId271" Type="http://schemas.openxmlformats.org/officeDocument/2006/relationships/customXml" Target="../ink/ink2335.xml"/><Relationship Id="rId24" Type="http://schemas.openxmlformats.org/officeDocument/2006/relationships/image" Target="../media/image2202.png"/><Relationship Id="rId66" Type="http://schemas.openxmlformats.org/officeDocument/2006/relationships/image" Target="../media/image2223.png"/><Relationship Id="rId131" Type="http://schemas.openxmlformats.org/officeDocument/2006/relationships/customXml" Target="../ink/ink2265.xml"/><Relationship Id="rId327" Type="http://schemas.openxmlformats.org/officeDocument/2006/relationships/customXml" Target="../ink/ink2363.xml"/><Relationship Id="rId369" Type="http://schemas.openxmlformats.org/officeDocument/2006/relationships/customXml" Target="../ink/ink2384.xml"/><Relationship Id="rId534" Type="http://schemas.openxmlformats.org/officeDocument/2006/relationships/image" Target="../media/image2457.png"/><Relationship Id="rId576" Type="http://schemas.openxmlformats.org/officeDocument/2006/relationships/image" Target="../media/image2478.png"/><Relationship Id="rId173" Type="http://schemas.openxmlformats.org/officeDocument/2006/relationships/customXml" Target="../ink/ink2286.xml"/><Relationship Id="rId229" Type="http://schemas.openxmlformats.org/officeDocument/2006/relationships/customXml" Target="../ink/ink2314.xml"/><Relationship Id="rId380" Type="http://schemas.openxmlformats.org/officeDocument/2006/relationships/image" Target="../media/image2380.png"/><Relationship Id="rId436" Type="http://schemas.openxmlformats.org/officeDocument/2006/relationships/image" Target="../media/image2408.png"/><Relationship Id="rId601" Type="http://schemas.openxmlformats.org/officeDocument/2006/relationships/customXml" Target="../ink/ink2500.xml"/><Relationship Id="rId240" Type="http://schemas.openxmlformats.org/officeDocument/2006/relationships/image" Target="../media/image2310.png"/><Relationship Id="rId478" Type="http://schemas.openxmlformats.org/officeDocument/2006/relationships/image" Target="../media/image2429.png"/><Relationship Id="rId35" Type="http://schemas.openxmlformats.org/officeDocument/2006/relationships/customXml" Target="../ink/ink2217.xml"/><Relationship Id="rId77" Type="http://schemas.openxmlformats.org/officeDocument/2006/relationships/customXml" Target="../ink/ink2238.xml"/><Relationship Id="rId100" Type="http://schemas.openxmlformats.org/officeDocument/2006/relationships/image" Target="../media/image2240.png"/><Relationship Id="rId282" Type="http://schemas.openxmlformats.org/officeDocument/2006/relationships/image" Target="../media/image2331.png"/><Relationship Id="rId338" Type="http://schemas.openxmlformats.org/officeDocument/2006/relationships/image" Target="../media/image2359.png"/><Relationship Id="rId503" Type="http://schemas.openxmlformats.org/officeDocument/2006/relationships/customXml" Target="../ink/ink2451.xml"/><Relationship Id="rId545" Type="http://schemas.openxmlformats.org/officeDocument/2006/relationships/customXml" Target="../ink/ink2472.xml"/><Relationship Id="rId587" Type="http://schemas.openxmlformats.org/officeDocument/2006/relationships/customXml" Target="../ink/ink2493.xml"/><Relationship Id="rId8" Type="http://schemas.openxmlformats.org/officeDocument/2006/relationships/image" Target="../media/image2194.png"/><Relationship Id="rId142" Type="http://schemas.openxmlformats.org/officeDocument/2006/relationships/image" Target="../media/image2261.png"/><Relationship Id="rId184" Type="http://schemas.openxmlformats.org/officeDocument/2006/relationships/image" Target="../media/image2282.png"/><Relationship Id="rId391" Type="http://schemas.openxmlformats.org/officeDocument/2006/relationships/customXml" Target="../ink/ink2395.xml"/><Relationship Id="rId405" Type="http://schemas.openxmlformats.org/officeDocument/2006/relationships/customXml" Target="../ink/ink2402.xml"/><Relationship Id="rId447" Type="http://schemas.openxmlformats.org/officeDocument/2006/relationships/customXml" Target="../ink/ink2423.xml"/><Relationship Id="rId612" Type="http://schemas.openxmlformats.org/officeDocument/2006/relationships/image" Target="../media/image2496.png"/><Relationship Id="rId251" Type="http://schemas.openxmlformats.org/officeDocument/2006/relationships/customXml" Target="../ink/ink2325.xml"/><Relationship Id="rId489" Type="http://schemas.openxmlformats.org/officeDocument/2006/relationships/customXml" Target="../ink/ink2444.xml"/><Relationship Id="rId46" Type="http://schemas.openxmlformats.org/officeDocument/2006/relationships/image" Target="../media/image2213.png"/><Relationship Id="rId293" Type="http://schemas.openxmlformats.org/officeDocument/2006/relationships/customXml" Target="../ink/ink2346.xml"/><Relationship Id="rId307" Type="http://schemas.openxmlformats.org/officeDocument/2006/relationships/customXml" Target="../ink/ink2353.xml"/><Relationship Id="rId349" Type="http://schemas.openxmlformats.org/officeDocument/2006/relationships/customXml" Target="../ink/ink2374.xml"/><Relationship Id="rId514" Type="http://schemas.openxmlformats.org/officeDocument/2006/relationships/image" Target="../media/image2447.png"/><Relationship Id="rId556" Type="http://schemas.openxmlformats.org/officeDocument/2006/relationships/image" Target="../media/image2468.png"/><Relationship Id="rId88" Type="http://schemas.openxmlformats.org/officeDocument/2006/relationships/image" Target="../media/image2234.png"/><Relationship Id="rId111" Type="http://schemas.openxmlformats.org/officeDocument/2006/relationships/customXml" Target="../ink/ink2255.xml"/><Relationship Id="rId153" Type="http://schemas.openxmlformats.org/officeDocument/2006/relationships/customXml" Target="../ink/ink2276.xml"/><Relationship Id="rId195" Type="http://schemas.openxmlformats.org/officeDocument/2006/relationships/customXml" Target="../ink/ink2297.xml"/><Relationship Id="rId209" Type="http://schemas.openxmlformats.org/officeDocument/2006/relationships/customXml" Target="../ink/ink2304.xml"/><Relationship Id="rId360" Type="http://schemas.openxmlformats.org/officeDocument/2006/relationships/image" Target="../media/image2370.png"/><Relationship Id="rId416" Type="http://schemas.openxmlformats.org/officeDocument/2006/relationships/image" Target="../media/image2398.png"/><Relationship Id="rId598" Type="http://schemas.openxmlformats.org/officeDocument/2006/relationships/image" Target="../media/image2489.png"/><Relationship Id="rId220" Type="http://schemas.openxmlformats.org/officeDocument/2006/relationships/image" Target="../media/image2300.png"/><Relationship Id="rId458" Type="http://schemas.openxmlformats.org/officeDocument/2006/relationships/image" Target="../media/image2419.png"/><Relationship Id="rId623" Type="http://schemas.openxmlformats.org/officeDocument/2006/relationships/customXml" Target="../ink/ink2511.xml"/><Relationship Id="rId15" Type="http://schemas.openxmlformats.org/officeDocument/2006/relationships/customXml" Target="../ink/ink2207.xml"/><Relationship Id="rId57" Type="http://schemas.openxmlformats.org/officeDocument/2006/relationships/customXml" Target="../ink/ink2228.xml"/><Relationship Id="rId262" Type="http://schemas.openxmlformats.org/officeDocument/2006/relationships/image" Target="../media/image2321.png"/><Relationship Id="rId318" Type="http://schemas.openxmlformats.org/officeDocument/2006/relationships/image" Target="../media/image2349.png"/><Relationship Id="rId525" Type="http://schemas.openxmlformats.org/officeDocument/2006/relationships/customXml" Target="../ink/ink2462.xml"/><Relationship Id="rId567" Type="http://schemas.openxmlformats.org/officeDocument/2006/relationships/customXml" Target="../ink/ink2483.xml"/><Relationship Id="rId99" Type="http://schemas.openxmlformats.org/officeDocument/2006/relationships/customXml" Target="../ink/ink2249.xml"/><Relationship Id="rId122" Type="http://schemas.openxmlformats.org/officeDocument/2006/relationships/image" Target="../media/image2251.png"/><Relationship Id="rId164" Type="http://schemas.openxmlformats.org/officeDocument/2006/relationships/image" Target="../media/image2272.png"/><Relationship Id="rId371" Type="http://schemas.openxmlformats.org/officeDocument/2006/relationships/customXml" Target="../ink/ink2385.xml"/><Relationship Id="rId427" Type="http://schemas.openxmlformats.org/officeDocument/2006/relationships/customXml" Target="../ink/ink2413.xml"/><Relationship Id="rId469" Type="http://schemas.openxmlformats.org/officeDocument/2006/relationships/customXml" Target="../ink/ink2434.xml"/><Relationship Id="rId26" Type="http://schemas.openxmlformats.org/officeDocument/2006/relationships/image" Target="../media/image2203.png"/><Relationship Id="rId231" Type="http://schemas.openxmlformats.org/officeDocument/2006/relationships/customXml" Target="../ink/ink2315.xml"/><Relationship Id="rId273" Type="http://schemas.openxmlformats.org/officeDocument/2006/relationships/customXml" Target="../ink/ink2336.xml"/><Relationship Id="rId329" Type="http://schemas.openxmlformats.org/officeDocument/2006/relationships/customXml" Target="../ink/ink2364.xml"/><Relationship Id="rId480" Type="http://schemas.openxmlformats.org/officeDocument/2006/relationships/image" Target="../media/image2430.png"/><Relationship Id="rId536" Type="http://schemas.openxmlformats.org/officeDocument/2006/relationships/image" Target="../media/image2458.png"/><Relationship Id="rId68" Type="http://schemas.openxmlformats.org/officeDocument/2006/relationships/image" Target="../media/image2224.png"/><Relationship Id="rId133" Type="http://schemas.openxmlformats.org/officeDocument/2006/relationships/customXml" Target="../ink/ink2266.xml"/><Relationship Id="rId175" Type="http://schemas.openxmlformats.org/officeDocument/2006/relationships/customXml" Target="../ink/ink2287.xml"/><Relationship Id="rId340" Type="http://schemas.openxmlformats.org/officeDocument/2006/relationships/image" Target="../media/image2360.png"/><Relationship Id="rId578" Type="http://schemas.openxmlformats.org/officeDocument/2006/relationships/image" Target="../media/image2479.png"/><Relationship Id="rId200" Type="http://schemas.openxmlformats.org/officeDocument/2006/relationships/image" Target="../media/image2290.png"/><Relationship Id="rId382" Type="http://schemas.openxmlformats.org/officeDocument/2006/relationships/image" Target="../media/image2381.png"/><Relationship Id="rId438" Type="http://schemas.openxmlformats.org/officeDocument/2006/relationships/image" Target="../media/image2409.png"/><Relationship Id="rId603" Type="http://schemas.openxmlformats.org/officeDocument/2006/relationships/customXml" Target="../ink/ink2501.xml"/><Relationship Id="rId242" Type="http://schemas.openxmlformats.org/officeDocument/2006/relationships/image" Target="../media/image2311.png"/><Relationship Id="rId284" Type="http://schemas.openxmlformats.org/officeDocument/2006/relationships/image" Target="../media/image2332.png"/><Relationship Id="rId491" Type="http://schemas.openxmlformats.org/officeDocument/2006/relationships/customXml" Target="../ink/ink2445.xml"/><Relationship Id="rId505" Type="http://schemas.openxmlformats.org/officeDocument/2006/relationships/customXml" Target="../ink/ink2452.xml"/><Relationship Id="rId37" Type="http://schemas.openxmlformats.org/officeDocument/2006/relationships/customXml" Target="../ink/ink2218.xml"/><Relationship Id="rId79" Type="http://schemas.openxmlformats.org/officeDocument/2006/relationships/customXml" Target="../ink/ink2239.xml"/><Relationship Id="rId102" Type="http://schemas.openxmlformats.org/officeDocument/2006/relationships/image" Target="../media/image2241.png"/><Relationship Id="rId144" Type="http://schemas.openxmlformats.org/officeDocument/2006/relationships/image" Target="../media/image2262.png"/><Relationship Id="rId547" Type="http://schemas.openxmlformats.org/officeDocument/2006/relationships/customXml" Target="../ink/ink2473.xml"/><Relationship Id="rId589" Type="http://schemas.openxmlformats.org/officeDocument/2006/relationships/customXml" Target="../ink/ink2494.xml"/><Relationship Id="rId90" Type="http://schemas.openxmlformats.org/officeDocument/2006/relationships/image" Target="../media/image2235.png"/><Relationship Id="rId186" Type="http://schemas.openxmlformats.org/officeDocument/2006/relationships/image" Target="../media/image2283.png"/><Relationship Id="rId351" Type="http://schemas.openxmlformats.org/officeDocument/2006/relationships/customXml" Target="../ink/ink2375.xml"/><Relationship Id="rId393" Type="http://schemas.openxmlformats.org/officeDocument/2006/relationships/customXml" Target="../ink/ink2396.xml"/><Relationship Id="rId407" Type="http://schemas.openxmlformats.org/officeDocument/2006/relationships/customXml" Target="../ink/ink2403.xml"/><Relationship Id="rId449" Type="http://schemas.openxmlformats.org/officeDocument/2006/relationships/customXml" Target="../ink/ink2424.xml"/><Relationship Id="rId614" Type="http://schemas.openxmlformats.org/officeDocument/2006/relationships/image" Target="../media/image2497.png"/><Relationship Id="rId211" Type="http://schemas.openxmlformats.org/officeDocument/2006/relationships/customXml" Target="../ink/ink2305.xml"/><Relationship Id="rId253" Type="http://schemas.openxmlformats.org/officeDocument/2006/relationships/customXml" Target="../ink/ink2326.xml"/><Relationship Id="rId295" Type="http://schemas.openxmlformats.org/officeDocument/2006/relationships/customXml" Target="../ink/ink2347.xml"/><Relationship Id="rId309" Type="http://schemas.openxmlformats.org/officeDocument/2006/relationships/customXml" Target="../ink/ink2354.xml"/><Relationship Id="rId460" Type="http://schemas.openxmlformats.org/officeDocument/2006/relationships/image" Target="../media/image2420.png"/><Relationship Id="rId516" Type="http://schemas.openxmlformats.org/officeDocument/2006/relationships/image" Target="../media/image2448.png"/><Relationship Id="rId48" Type="http://schemas.openxmlformats.org/officeDocument/2006/relationships/image" Target="../media/image2214.png"/><Relationship Id="rId113" Type="http://schemas.openxmlformats.org/officeDocument/2006/relationships/customXml" Target="../ink/ink2256.xml"/><Relationship Id="rId320" Type="http://schemas.openxmlformats.org/officeDocument/2006/relationships/image" Target="../media/image2350.png"/><Relationship Id="rId558" Type="http://schemas.openxmlformats.org/officeDocument/2006/relationships/image" Target="../media/image2469.png"/><Relationship Id="rId155" Type="http://schemas.openxmlformats.org/officeDocument/2006/relationships/customXml" Target="../ink/ink2277.xml"/><Relationship Id="rId197" Type="http://schemas.openxmlformats.org/officeDocument/2006/relationships/customXml" Target="../ink/ink2298.xml"/><Relationship Id="rId362" Type="http://schemas.openxmlformats.org/officeDocument/2006/relationships/image" Target="../media/image2371.png"/><Relationship Id="rId418" Type="http://schemas.openxmlformats.org/officeDocument/2006/relationships/image" Target="../media/image2399.png"/><Relationship Id="rId625" Type="http://schemas.openxmlformats.org/officeDocument/2006/relationships/customXml" Target="../ink/ink2512.xml"/><Relationship Id="rId222" Type="http://schemas.openxmlformats.org/officeDocument/2006/relationships/image" Target="../media/image2301.png"/><Relationship Id="rId264" Type="http://schemas.openxmlformats.org/officeDocument/2006/relationships/image" Target="../media/image2322.png"/><Relationship Id="rId471" Type="http://schemas.openxmlformats.org/officeDocument/2006/relationships/customXml" Target="../ink/ink2435.xml"/><Relationship Id="rId17" Type="http://schemas.openxmlformats.org/officeDocument/2006/relationships/customXml" Target="../ink/ink2208.xml"/><Relationship Id="rId59" Type="http://schemas.openxmlformats.org/officeDocument/2006/relationships/customXml" Target="../ink/ink2229.xml"/><Relationship Id="rId124" Type="http://schemas.openxmlformats.org/officeDocument/2006/relationships/image" Target="../media/image2252.png"/><Relationship Id="rId527" Type="http://schemas.openxmlformats.org/officeDocument/2006/relationships/customXml" Target="../ink/ink2463.xml"/><Relationship Id="rId569" Type="http://schemas.openxmlformats.org/officeDocument/2006/relationships/customXml" Target="../ink/ink2484.xml"/><Relationship Id="rId70" Type="http://schemas.openxmlformats.org/officeDocument/2006/relationships/image" Target="../media/image2225.png"/><Relationship Id="rId166" Type="http://schemas.openxmlformats.org/officeDocument/2006/relationships/image" Target="../media/image2273.png"/><Relationship Id="rId331" Type="http://schemas.openxmlformats.org/officeDocument/2006/relationships/customXml" Target="../ink/ink2365.xml"/><Relationship Id="rId373" Type="http://schemas.openxmlformats.org/officeDocument/2006/relationships/customXml" Target="../ink/ink2386.xml"/><Relationship Id="rId429" Type="http://schemas.openxmlformats.org/officeDocument/2006/relationships/customXml" Target="../ink/ink2414.xml"/><Relationship Id="rId580" Type="http://schemas.openxmlformats.org/officeDocument/2006/relationships/image" Target="../media/image2480.png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2316.xml"/><Relationship Id="rId440" Type="http://schemas.openxmlformats.org/officeDocument/2006/relationships/image" Target="../media/image2410.png"/><Relationship Id="rId28" Type="http://schemas.openxmlformats.org/officeDocument/2006/relationships/image" Target="../media/image2204.png"/><Relationship Id="rId275" Type="http://schemas.openxmlformats.org/officeDocument/2006/relationships/customXml" Target="../ink/ink2337.xml"/><Relationship Id="rId300" Type="http://schemas.openxmlformats.org/officeDocument/2006/relationships/image" Target="../media/image2340.png"/><Relationship Id="rId482" Type="http://schemas.openxmlformats.org/officeDocument/2006/relationships/image" Target="../media/image2431.png"/><Relationship Id="rId538" Type="http://schemas.openxmlformats.org/officeDocument/2006/relationships/image" Target="../media/image2459.png"/><Relationship Id="rId81" Type="http://schemas.openxmlformats.org/officeDocument/2006/relationships/customXml" Target="../ink/ink2240.xml"/><Relationship Id="rId135" Type="http://schemas.openxmlformats.org/officeDocument/2006/relationships/customXml" Target="../ink/ink2267.xml"/><Relationship Id="rId177" Type="http://schemas.openxmlformats.org/officeDocument/2006/relationships/customXml" Target="../ink/ink2288.xml"/><Relationship Id="rId342" Type="http://schemas.openxmlformats.org/officeDocument/2006/relationships/image" Target="../media/image2361.png"/><Relationship Id="rId384" Type="http://schemas.openxmlformats.org/officeDocument/2006/relationships/image" Target="../media/image2382.png"/><Relationship Id="rId591" Type="http://schemas.openxmlformats.org/officeDocument/2006/relationships/customXml" Target="../ink/ink2495.xml"/><Relationship Id="rId605" Type="http://schemas.openxmlformats.org/officeDocument/2006/relationships/customXml" Target="../ink/ink2502.xml"/><Relationship Id="rId202" Type="http://schemas.openxmlformats.org/officeDocument/2006/relationships/image" Target="../media/image2291.png"/><Relationship Id="rId244" Type="http://schemas.openxmlformats.org/officeDocument/2006/relationships/image" Target="../media/image2312.png"/><Relationship Id="rId39" Type="http://schemas.openxmlformats.org/officeDocument/2006/relationships/customXml" Target="../ink/ink2219.xml"/><Relationship Id="rId286" Type="http://schemas.openxmlformats.org/officeDocument/2006/relationships/image" Target="../media/image2333.png"/><Relationship Id="rId451" Type="http://schemas.openxmlformats.org/officeDocument/2006/relationships/customXml" Target="../ink/ink2425.xml"/><Relationship Id="rId493" Type="http://schemas.openxmlformats.org/officeDocument/2006/relationships/customXml" Target="../ink/ink2446.xml"/><Relationship Id="rId507" Type="http://schemas.openxmlformats.org/officeDocument/2006/relationships/customXml" Target="../ink/ink2453.xml"/><Relationship Id="rId549" Type="http://schemas.openxmlformats.org/officeDocument/2006/relationships/customXml" Target="../ink/ink2474.xml"/><Relationship Id="rId50" Type="http://schemas.openxmlformats.org/officeDocument/2006/relationships/image" Target="../media/image2215.png"/><Relationship Id="rId104" Type="http://schemas.openxmlformats.org/officeDocument/2006/relationships/image" Target="../media/image2242.png"/><Relationship Id="rId146" Type="http://schemas.openxmlformats.org/officeDocument/2006/relationships/image" Target="../media/image2263.png"/><Relationship Id="rId188" Type="http://schemas.openxmlformats.org/officeDocument/2006/relationships/image" Target="../media/image2284.png"/><Relationship Id="rId311" Type="http://schemas.openxmlformats.org/officeDocument/2006/relationships/customXml" Target="../ink/ink2355.xml"/><Relationship Id="rId353" Type="http://schemas.openxmlformats.org/officeDocument/2006/relationships/customXml" Target="../ink/ink2376.xml"/><Relationship Id="rId395" Type="http://schemas.openxmlformats.org/officeDocument/2006/relationships/customXml" Target="../ink/ink2397.xml"/><Relationship Id="rId409" Type="http://schemas.openxmlformats.org/officeDocument/2006/relationships/customXml" Target="../ink/ink2404.xml"/><Relationship Id="rId560" Type="http://schemas.openxmlformats.org/officeDocument/2006/relationships/image" Target="../media/image2470.png"/><Relationship Id="rId92" Type="http://schemas.openxmlformats.org/officeDocument/2006/relationships/image" Target="../media/image2236.png"/><Relationship Id="rId213" Type="http://schemas.openxmlformats.org/officeDocument/2006/relationships/customXml" Target="../ink/ink2306.xml"/><Relationship Id="rId420" Type="http://schemas.openxmlformats.org/officeDocument/2006/relationships/image" Target="../media/image2400.png"/><Relationship Id="rId616" Type="http://schemas.openxmlformats.org/officeDocument/2006/relationships/image" Target="../media/image2498.png"/><Relationship Id="rId255" Type="http://schemas.openxmlformats.org/officeDocument/2006/relationships/customXml" Target="../ink/ink2327.xml"/><Relationship Id="rId297" Type="http://schemas.openxmlformats.org/officeDocument/2006/relationships/customXml" Target="../ink/ink2348.xml"/><Relationship Id="rId462" Type="http://schemas.openxmlformats.org/officeDocument/2006/relationships/image" Target="../media/image2421.png"/><Relationship Id="rId518" Type="http://schemas.openxmlformats.org/officeDocument/2006/relationships/image" Target="../media/image2449.png"/><Relationship Id="rId115" Type="http://schemas.openxmlformats.org/officeDocument/2006/relationships/customXml" Target="../ink/ink2257.xml"/><Relationship Id="rId157" Type="http://schemas.openxmlformats.org/officeDocument/2006/relationships/customXml" Target="../ink/ink2278.xml"/><Relationship Id="rId322" Type="http://schemas.openxmlformats.org/officeDocument/2006/relationships/image" Target="../media/image2351.png"/><Relationship Id="rId364" Type="http://schemas.openxmlformats.org/officeDocument/2006/relationships/image" Target="../media/image2372.png"/><Relationship Id="rId61" Type="http://schemas.openxmlformats.org/officeDocument/2006/relationships/customXml" Target="../ink/ink2230.xml"/><Relationship Id="rId199" Type="http://schemas.openxmlformats.org/officeDocument/2006/relationships/customXml" Target="../ink/ink2299.xml"/><Relationship Id="rId571" Type="http://schemas.openxmlformats.org/officeDocument/2006/relationships/customXml" Target="../ink/ink2485.xml"/><Relationship Id="rId627" Type="http://schemas.openxmlformats.org/officeDocument/2006/relationships/customXml" Target="../ink/ink2513.xml"/><Relationship Id="rId19" Type="http://schemas.openxmlformats.org/officeDocument/2006/relationships/customXml" Target="../ink/ink2209.xml"/><Relationship Id="rId224" Type="http://schemas.openxmlformats.org/officeDocument/2006/relationships/image" Target="../media/image2302.png"/><Relationship Id="rId266" Type="http://schemas.openxmlformats.org/officeDocument/2006/relationships/image" Target="../media/image2323.png"/><Relationship Id="rId431" Type="http://schemas.openxmlformats.org/officeDocument/2006/relationships/customXml" Target="../ink/ink2415.xml"/><Relationship Id="rId473" Type="http://schemas.openxmlformats.org/officeDocument/2006/relationships/customXml" Target="../ink/ink2436.xml"/><Relationship Id="rId529" Type="http://schemas.openxmlformats.org/officeDocument/2006/relationships/customXml" Target="../ink/ink2464.xml"/><Relationship Id="rId30" Type="http://schemas.openxmlformats.org/officeDocument/2006/relationships/image" Target="../media/image2205.png"/><Relationship Id="rId126" Type="http://schemas.openxmlformats.org/officeDocument/2006/relationships/image" Target="../media/image2253.png"/><Relationship Id="rId168" Type="http://schemas.openxmlformats.org/officeDocument/2006/relationships/image" Target="../media/image2274.png"/><Relationship Id="rId333" Type="http://schemas.openxmlformats.org/officeDocument/2006/relationships/customXml" Target="../ink/ink2366.xml"/><Relationship Id="rId540" Type="http://schemas.openxmlformats.org/officeDocument/2006/relationships/image" Target="../media/image2460.png"/><Relationship Id="rId72" Type="http://schemas.openxmlformats.org/officeDocument/2006/relationships/image" Target="../media/image2226.png"/><Relationship Id="rId375" Type="http://schemas.openxmlformats.org/officeDocument/2006/relationships/customXml" Target="../ink/ink2387.xml"/><Relationship Id="rId582" Type="http://schemas.openxmlformats.org/officeDocument/2006/relationships/image" Target="../media/image2481.png"/><Relationship Id="rId3" Type="http://schemas.openxmlformats.org/officeDocument/2006/relationships/customXml" Target="../ink/ink2201.xml"/><Relationship Id="rId235" Type="http://schemas.openxmlformats.org/officeDocument/2006/relationships/customXml" Target="../ink/ink2317.xml"/><Relationship Id="rId277" Type="http://schemas.openxmlformats.org/officeDocument/2006/relationships/customXml" Target="../ink/ink2338.xml"/><Relationship Id="rId400" Type="http://schemas.openxmlformats.org/officeDocument/2006/relationships/image" Target="../media/image2390.png"/><Relationship Id="rId442" Type="http://schemas.openxmlformats.org/officeDocument/2006/relationships/image" Target="../media/image2411.png"/><Relationship Id="rId484" Type="http://schemas.openxmlformats.org/officeDocument/2006/relationships/image" Target="../media/image2432.png"/><Relationship Id="rId137" Type="http://schemas.openxmlformats.org/officeDocument/2006/relationships/customXml" Target="../ink/ink2268.xml"/><Relationship Id="rId302" Type="http://schemas.openxmlformats.org/officeDocument/2006/relationships/image" Target="../media/image2341.png"/><Relationship Id="rId344" Type="http://schemas.openxmlformats.org/officeDocument/2006/relationships/image" Target="../media/image2362.png"/><Relationship Id="rId41" Type="http://schemas.openxmlformats.org/officeDocument/2006/relationships/customXml" Target="../ink/ink2220.xml"/><Relationship Id="rId83" Type="http://schemas.openxmlformats.org/officeDocument/2006/relationships/customXml" Target="../ink/ink2241.xml"/><Relationship Id="rId179" Type="http://schemas.openxmlformats.org/officeDocument/2006/relationships/customXml" Target="../ink/ink2289.xml"/><Relationship Id="rId386" Type="http://schemas.openxmlformats.org/officeDocument/2006/relationships/image" Target="../media/image2383.png"/><Relationship Id="rId551" Type="http://schemas.openxmlformats.org/officeDocument/2006/relationships/customXml" Target="../ink/ink2475.xml"/><Relationship Id="rId593" Type="http://schemas.openxmlformats.org/officeDocument/2006/relationships/customXml" Target="../ink/ink2496.xml"/><Relationship Id="rId607" Type="http://schemas.openxmlformats.org/officeDocument/2006/relationships/customXml" Target="../ink/ink2503.xml"/><Relationship Id="rId190" Type="http://schemas.openxmlformats.org/officeDocument/2006/relationships/image" Target="../media/image2285.png"/><Relationship Id="rId204" Type="http://schemas.openxmlformats.org/officeDocument/2006/relationships/image" Target="../media/image2292.png"/><Relationship Id="rId246" Type="http://schemas.openxmlformats.org/officeDocument/2006/relationships/image" Target="../media/image2313.png"/><Relationship Id="rId288" Type="http://schemas.openxmlformats.org/officeDocument/2006/relationships/image" Target="../media/image2334.png"/><Relationship Id="rId411" Type="http://schemas.openxmlformats.org/officeDocument/2006/relationships/customXml" Target="../ink/ink2405.xml"/><Relationship Id="rId453" Type="http://schemas.openxmlformats.org/officeDocument/2006/relationships/customXml" Target="../ink/ink2426.xml"/><Relationship Id="rId509" Type="http://schemas.openxmlformats.org/officeDocument/2006/relationships/customXml" Target="../ink/ink2454.xml"/><Relationship Id="rId106" Type="http://schemas.openxmlformats.org/officeDocument/2006/relationships/image" Target="../media/image2243.png"/><Relationship Id="rId313" Type="http://schemas.openxmlformats.org/officeDocument/2006/relationships/customXml" Target="../ink/ink2356.xml"/><Relationship Id="rId495" Type="http://schemas.openxmlformats.org/officeDocument/2006/relationships/customXml" Target="../ink/ink2447.xml"/><Relationship Id="rId10" Type="http://schemas.openxmlformats.org/officeDocument/2006/relationships/image" Target="../media/image2195.png"/><Relationship Id="rId52" Type="http://schemas.openxmlformats.org/officeDocument/2006/relationships/image" Target="../media/image2216.png"/><Relationship Id="rId94" Type="http://schemas.openxmlformats.org/officeDocument/2006/relationships/image" Target="../media/image2237.png"/><Relationship Id="rId148" Type="http://schemas.openxmlformats.org/officeDocument/2006/relationships/image" Target="../media/image2264.png"/><Relationship Id="rId355" Type="http://schemas.openxmlformats.org/officeDocument/2006/relationships/customXml" Target="../ink/ink2377.xml"/><Relationship Id="rId397" Type="http://schemas.openxmlformats.org/officeDocument/2006/relationships/customXml" Target="../ink/ink2398.xml"/><Relationship Id="rId520" Type="http://schemas.openxmlformats.org/officeDocument/2006/relationships/image" Target="../media/image2450.png"/><Relationship Id="rId562" Type="http://schemas.openxmlformats.org/officeDocument/2006/relationships/image" Target="../media/image2471.png"/><Relationship Id="rId618" Type="http://schemas.openxmlformats.org/officeDocument/2006/relationships/image" Target="../media/image2499.png"/><Relationship Id="rId215" Type="http://schemas.openxmlformats.org/officeDocument/2006/relationships/customXml" Target="../ink/ink2307.xml"/><Relationship Id="rId257" Type="http://schemas.openxmlformats.org/officeDocument/2006/relationships/customXml" Target="../ink/ink2328.xml"/><Relationship Id="rId422" Type="http://schemas.openxmlformats.org/officeDocument/2006/relationships/image" Target="../media/image2401.png"/><Relationship Id="rId464" Type="http://schemas.openxmlformats.org/officeDocument/2006/relationships/image" Target="../media/image2422.png"/><Relationship Id="rId299" Type="http://schemas.openxmlformats.org/officeDocument/2006/relationships/customXml" Target="../ink/ink2349.xml"/><Relationship Id="rId63" Type="http://schemas.openxmlformats.org/officeDocument/2006/relationships/customXml" Target="../ink/ink2231.xml"/><Relationship Id="rId159" Type="http://schemas.openxmlformats.org/officeDocument/2006/relationships/customXml" Target="../ink/ink2279.xml"/><Relationship Id="rId366" Type="http://schemas.openxmlformats.org/officeDocument/2006/relationships/image" Target="../media/image2373.png"/><Relationship Id="rId573" Type="http://schemas.openxmlformats.org/officeDocument/2006/relationships/customXml" Target="../ink/ink2486.xml"/><Relationship Id="rId226" Type="http://schemas.openxmlformats.org/officeDocument/2006/relationships/image" Target="../media/image2303.png"/><Relationship Id="rId433" Type="http://schemas.openxmlformats.org/officeDocument/2006/relationships/customXml" Target="../ink/ink2416.xml"/><Relationship Id="rId74" Type="http://schemas.openxmlformats.org/officeDocument/2006/relationships/image" Target="../media/image2227.png"/><Relationship Id="rId377" Type="http://schemas.openxmlformats.org/officeDocument/2006/relationships/customXml" Target="../ink/ink2388.xml"/><Relationship Id="rId500" Type="http://schemas.openxmlformats.org/officeDocument/2006/relationships/image" Target="../media/image2440.png"/><Relationship Id="rId584" Type="http://schemas.openxmlformats.org/officeDocument/2006/relationships/image" Target="../media/image2482.png"/><Relationship Id="rId5" Type="http://schemas.openxmlformats.org/officeDocument/2006/relationships/customXml" Target="../ink/ink2202.xml"/><Relationship Id="rId237" Type="http://schemas.openxmlformats.org/officeDocument/2006/relationships/customXml" Target="../ink/ink2318.xml"/><Relationship Id="rId444" Type="http://schemas.openxmlformats.org/officeDocument/2006/relationships/image" Target="../media/image2412.png"/><Relationship Id="rId290" Type="http://schemas.openxmlformats.org/officeDocument/2006/relationships/image" Target="../media/image2335.png"/><Relationship Id="rId304" Type="http://schemas.openxmlformats.org/officeDocument/2006/relationships/image" Target="../media/image2342.png"/><Relationship Id="rId388" Type="http://schemas.openxmlformats.org/officeDocument/2006/relationships/image" Target="../media/image2384.png"/><Relationship Id="rId511" Type="http://schemas.openxmlformats.org/officeDocument/2006/relationships/customXml" Target="../ink/ink2455.xml"/><Relationship Id="rId609" Type="http://schemas.openxmlformats.org/officeDocument/2006/relationships/customXml" Target="../ink/ink2504.xml"/><Relationship Id="rId85" Type="http://schemas.openxmlformats.org/officeDocument/2006/relationships/customXml" Target="../ink/ink2242.xml"/><Relationship Id="rId150" Type="http://schemas.openxmlformats.org/officeDocument/2006/relationships/image" Target="../media/image2265.png"/><Relationship Id="rId595" Type="http://schemas.openxmlformats.org/officeDocument/2006/relationships/customXml" Target="../ink/ink2497.xml"/><Relationship Id="rId248" Type="http://schemas.openxmlformats.org/officeDocument/2006/relationships/image" Target="../media/image2314.png"/><Relationship Id="rId455" Type="http://schemas.openxmlformats.org/officeDocument/2006/relationships/customXml" Target="../ink/ink2427.xml"/><Relationship Id="rId12" Type="http://schemas.openxmlformats.org/officeDocument/2006/relationships/image" Target="../media/image2196.png"/><Relationship Id="rId108" Type="http://schemas.openxmlformats.org/officeDocument/2006/relationships/image" Target="../media/image2244.png"/><Relationship Id="rId315" Type="http://schemas.openxmlformats.org/officeDocument/2006/relationships/customXml" Target="../ink/ink2357.xml"/><Relationship Id="rId522" Type="http://schemas.openxmlformats.org/officeDocument/2006/relationships/image" Target="../media/image2451.png"/><Relationship Id="rId96" Type="http://schemas.openxmlformats.org/officeDocument/2006/relationships/image" Target="../media/image2238.png"/><Relationship Id="rId161" Type="http://schemas.openxmlformats.org/officeDocument/2006/relationships/customXml" Target="../ink/ink2280.xml"/><Relationship Id="rId399" Type="http://schemas.openxmlformats.org/officeDocument/2006/relationships/customXml" Target="../ink/ink2399.xml"/><Relationship Id="rId259" Type="http://schemas.openxmlformats.org/officeDocument/2006/relationships/customXml" Target="../ink/ink2329.xml"/><Relationship Id="rId466" Type="http://schemas.openxmlformats.org/officeDocument/2006/relationships/image" Target="../media/image2423.png"/><Relationship Id="rId23" Type="http://schemas.openxmlformats.org/officeDocument/2006/relationships/customXml" Target="../ink/ink2211.xml"/><Relationship Id="rId119" Type="http://schemas.openxmlformats.org/officeDocument/2006/relationships/customXml" Target="../ink/ink2259.xml"/><Relationship Id="rId326" Type="http://schemas.openxmlformats.org/officeDocument/2006/relationships/image" Target="../media/image2353.png"/><Relationship Id="rId533" Type="http://schemas.openxmlformats.org/officeDocument/2006/relationships/customXml" Target="../ink/ink2466.xml"/><Relationship Id="rId172" Type="http://schemas.openxmlformats.org/officeDocument/2006/relationships/image" Target="../media/image2276.png"/><Relationship Id="rId477" Type="http://schemas.openxmlformats.org/officeDocument/2006/relationships/customXml" Target="../ink/ink2438.xml"/><Relationship Id="rId600" Type="http://schemas.openxmlformats.org/officeDocument/2006/relationships/image" Target="../media/image2490.png"/><Relationship Id="rId337" Type="http://schemas.openxmlformats.org/officeDocument/2006/relationships/customXml" Target="../ink/ink2368.xml"/><Relationship Id="rId34" Type="http://schemas.openxmlformats.org/officeDocument/2006/relationships/image" Target="../media/image2207.png"/><Relationship Id="rId544" Type="http://schemas.openxmlformats.org/officeDocument/2006/relationships/image" Target="../media/image2462.png"/><Relationship Id="rId183" Type="http://schemas.openxmlformats.org/officeDocument/2006/relationships/customXml" Target="../ink/ink2291.xml"/><Relationship Id="rId390" Type="http://schemas.openxmlformats.org/officeDocument/2006/relationships/image" Target="../media/image2385.png"/><Relationship Id="rId404" Type="http://schemas.openxmlformats.org/officeDocument/2006/relationships/image" Target="../media/image2392.png"/><Relationship Id="rId611" Type="http://schemas.openxmlformats.org/officeDocument/2006/relationships/customXml" Target="../ink/ink2505.xml"/><Relationship Id="rId250" Type="http://schemas.openxmlformats.org/officeDocument/2006/relationships/image" Target="../media/image2315.png"/><Relationship Id="rId488" Type="http://schemas.openxmlformats.org/officeDocument/2006/relationships/image" Target="../media/image2434.png"/><Relationship Id="rId45" Type="http://schemas.openxmlformats.org/officeDocument/2006/relationships/customXml" Target="../ink/ink2222.xml"/><Relationship Id="rId110" Type="http://schemas.openxmlformats.org/officeDocument/2006/relationships/image" Target="../media/image2245.png"/><Relationship Id="rId348" Type="http://schemas.openxmlformats.org/officeDocument/2006/relationships/image" Target="../media/image2364.png"/><Relationship Id="rId555" Type="http://schemas.openxmlformats.org/officeDocument/2006/relationships/customXml" Target="../ink/ink2477.xml"/><Relationship Id="rId194" Type="http://schemas.openxmlformats.org/officeDocument/2006/relationships/image" Target="../media/image2287.png"/><Relationship Id="rId208" Type="http://schemas.openxmlformats.org/officeDocument/2006/relationships/image" Target="../media/image2294.png"/><Relationship Id="rId415" Type="http://schemas.openxmlformats.org/officeDocument/2006/relationships/customXml" Target="../ink/ink2407.xml"/><Relationship Id="rId622" Type="http://schemas.openxmlformats.org/officeDocument/2006/relationships/image" Target="../media/image2501.png"/><Relationship Id="rId261" Type="http://schemas.openxmlformats.org/officeDocument/2006/relationships/customXml" Target="../ink/ink2330.xml"/><Relationship Id="rId499" Type="http://schemas.openxmlformats.org/officeDocument/2006/relationships/customXml" Target="../ink/ink2449.xml"/><Relationship Id="rId56" Type="http://schemas.openxmlformats.org/officeDocument/2006/relationships/image" Target="../media/image2218.png"/><Relationship Id="rId359" Type="http://schemas.openxmlformats.org/officeDocument/2006/relationships/customXml" Target="../ink/ink2379.xml"/><Relationship Id="rId566" Type="http://schemas.openxmlformats.org/officeDocument/2006/relationships/image" Target="../media/image2473.png"/><Relationship Id="rId121" Type="http://schemas.openxmlformats.org/officeDocument/2006/relationships/customXml" Target="../ink/ink2260.xml"/><Relationship Id="rId219" Type="http://schemas.openxmlformats.org/officeDocument/2006/relationships/customXml" Target="../ink/ink2309.xml"/><Relationship Id="rId426" Type="http://schemas.openxmlformats.org/officeDocument/2006/relationships/image" Target="../media/image2403.png"/><Relationship Id="rId67" Type="http://schemas.openxmlformats.org/officeDocument/2006/relationships/customXml" Target="../ink/ink2233.xml"/><Relationship Id="rId272" Type="http://schemas.openxmlformats.org/officeDocument/2006/relationships/image" Target="../media/image2326.png"/><Relationship Id="rId577" Type="http://schemas.openxmlformats.org/officeDocument/2006/relationships/customXml" Target="../ink/ink2488.xml"/><Relationship Id="rId132" Type="http://schemas.openxmlformats.org/officeDocument/2006/relationships/image" Target="../media/image2256.png"/><Relationship Id="rId437" Type="http://schemas.openxmlformats.org/officeDocument/2006/relationships/customXml" Target="../ink/ink2418.xml"/><Relationship Id="rId283" Type="http://schemas.openxmlformats.org/officeDocument/2006/relationships/customXml" Target="../ink/ink2341.xml"/><Relationship Id="rId490" Type="http://schemas.openxmlformats.org/officeDocument/2006/relationships/image" Target="../media/image2435.png"/><Relationship Id="rId504" Type="http://schemas.openxmlformats.org/officeDocument/2006/relationships/image" Target="../media/image24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8.png"/><Relationship Id="rId2" Type="http://schemas.openxmlformats.org/officeDocument/2006/relationships/image" Target="../media/image250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0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1.png"/><Relationship Id="rId2" Type="http://schemas.openxmlformats.org/officeDocument/2006/relationships/image" Target="../media/image25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12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70.png"/><Relationship Id="rId21" Type="http://schemas.openxmlformats.org/officeDocument/2006/relationships/image" Target="../media/image2522.png"/><Relationship Id="rId42" Type="http://schemas.openxmlformats.org/officeDocument/2006/relationships/customXml" Target="../ink/ink2535.xml"/><Relationship Id="rId63" Type="http://schemas.openxmlformats.org/officeDocument/2006/relationships/image" Target="../media/image2543.png"/><Relationship Id="rId84" Type="http://schemas.openxmlformats.org/officeDocument/2006/relationships/customXml" Target="../ink/ink2556.xml"/><Relationship Id="rId138" Type="http://schemas.openxmlformats.org/officeDocument/2006/relationships/customXml" Target="../ink/ink2583.xml"/><Relationship Id="rId159" Type="http://schemas.openxmlformats.org/officeDocument/2006/relationships/image" Target="../media/image2591.png"/><Relationship Id="rId170" Type="http://schemas.openxmlformats.org/officeDocument/2006/relationships/customXml" Target="../ink/ink2599.xml"/><Relationship Id="rId191" Type="http://schemas.openxmlformats.org/officeDocument/2006/relationships/image" Target="../media/image2607.png"/><Relationship Id="rId107" Type="http://schemas.openxmlformats.org/officeDocument/2006/relationships/image" Target="../media/image2565.png"/><Relationship Id="rId11" Type="http://schemas.openxmlformats.org/officeDocument/2006/relationships/image" Target="../media/image2517.png"/><Relationship Id="rId32" Type="http://schemas.openxmlformats.org/officeDocument/2006/relationships/customXml" Target="../ink/ink2530.xml"/><Relationship Id="rId53" Type="http://schemas.openxmlformats.org/officeDocument/2006/relationships/image" Target="../media/image2538.png"/><Relationship Id="rId74" Type="http://schemas.openxmlformats.org/officeDocument/2006/relationships/customXml" Target="../ink/ink2551.xml"/><Relationship Id="rId128" Type="http://schemas.openxmlformats.org/officeDocument/2006/relationships/customXml" Target="../ink/ink2578.xml"/><Relationship Id="rId149" Type="http://schemas.openxmlformats.org/officeDocument/2006/relationships/image" Target="../media/image2586.png"/><Relationship Id="rId5" Type="http://schemas.openxmlformats.org/officeDocument/2006/relationships/image" Target="../media/image2514.png"/><Relationship Id="rId95" Type="http://schemas.openxmlformats.org/officeDocument/2006/relationships/image" Target="../media/image2559.png"/><Relationship Id="rId160" Type="http://schemas.openxmlformats.org/officeDocument/2006/relationships/customXml" Target="../ink/ink2594.xml"/><Relationship Id="rId181" Type="http://schemas.openxmlformats.org/officeDocument/2006/relationships/image" Target="../media/image2602.png"/><Relationship Id="rId22" Type="http://schemas.openxmlformats.org/officeDocument/2006/relationships/customXml" Target="../ink/ink2525.xml"/><Relationship Id="rId43" Type="http://schemas.openxmlformats.org/officeDocument/2006/relationships/image" Target="../media/image2533.png"/><Relationship Id="rId64" Type="http://schemas.openxmlformats.org/officeDocument/2006/relationships/customXml" Target="../ink/ink2546.xml"/><Relationship Id="rId118" Type="http://schemas.openxmlformats.org/officeDocument/2006/relationships/customXml" Target="../ink/ink2573.xml"/><Relationship Id="rId139" Type="http://schemas.openxmlformats.org/officeDocument/2006/relationships/image" Target="../media/image2581.png"/><Relationship Id="rId85" Type="http://schemas.openxmlformats.org/officeDocument/2006/relationships/image" Target="../media/image2554.png"/><Relationship Id="rId150" Type="http://schemas.openxmlformats.org/officeDocument/2006/relationships/customXml" Target="../ink/ink2589.xml"/><Relationship Id="rId171" Type="http://schemas.openxmlformats.org/officeDocument/2006/relationships/image" Target="../media/image2597.png"/><Relationship Id="rId12" Type="http://schemas.openxmlformats.org/officeDocument/2006/relationships/customXml" Target="../ink/ink2520.xml"/><Relationship Id="rId33" Type="http://schemas.openxmlformats.org/officeDocument/2006/relationships/image" Target="../media/image2528.png"/><Relationship Id="rId108" Type="http://schemas.openxmlformats.org/officeDocument/2006/relationships/customXml" Target="../ink/ink2568.xml"/><Relationship Id="rId129" Type="http://schemas.openxmlformats.org/officeDocument/2006/relationships/image" Target="../media/image2576.png"/><Relationship Id="rId54" Type="http://schemas.openxmlformats.org/officeDocument/2006/relationships/customXml" Target="../ink/ink2541.xml"/><Relationship Id="rId75" Type="http://schemas.openxmlformats.org/officeDocument/2006/relationships/image" Target="../media/image2549.png"/><Relationship Id="rId96" Type="http://schemas.openxmlformats.org/officeDocument/2006/relationships/customXml" Target="../ink/ink2562.xml"/><Relationship Id="rId140" Type="http://schemas.openxmlformats.org/officeDocument/2006/relationships/customXml" Target="../ink/ink2584.xml"/><Relationship Id="rId161" Type="http://schemas.openxmlformats.org/officeDocument/2006/relationships/image" Target="../media/image2592.png"/><Relationship Id="rId182" Type="http://schemas.openxmlformats.org/officeDocument/2006/relationships/customXml" Target="../ink/ink2605.xml"/><Relationship Id="rId6" Type="http://schemas.openxmlformats.org/officeDocument/2006/relationships/customXml" Target="../ink/ink2517.xml"/><Relationship Id="rId23" Type="http://schemas.openxmlformats.org/officeDocument/2006/relationships/image" Target="../media/image2523.png"/><Relationship Id="rId119" Type="http://schemas.openxmlformats.org/officeDocument/2006/relationships/image" Target="../media/image2571.png"/><Relationship Id="rId44" Type="http://schemas.openxmlformats.org/officeDocument/2006/relationships/customXml" Target="../ink/ink2536.xml"/><Relationship Id="rId65" Type="http://schemas.openxmlformats.org/officeDocument/2006/relationships/image" Target="../media/image2544.png"/><Relationship Id="rId86" Type="http://schemas.openxmlformats.org/officeDocument/2006/relationships/customXml" Target="../ink/ink2557.xml"/><Relationship Id="rId130" Type="http://schemas.openxmlformats.org/officeDocument/2006/relationships/customXml" Target="../ink/ink2579.xml"/><Relationship Id="rId151" Type="http://schemas.openxmlformats.org/officeDocument/2006/relationships/image" Target="../media/image2587.png"/><Relationship Id="rId172" Type="http://schemas.openxmlformats.org/officeDocument/2006/relationships/customXml" Target="../ink/ink2600.xml"/><Relationship Id="rId13" Type="http://schemas.openxmlformats.org/officeDocument/2006/relationships/image" Target="../media/image2518.png"/><Relationship Id="rId18" Type="http://schemas.openxmlformats.org/officeDocument/2006/relationships/customXml" Target="../ink/ink2523.xml"/><Relationship Id="rId39" Type="http://schemas.openxmlformats.org/officeDocument/2006/relationships/image" Target="../media/image2531.png"/><Relationship Id="rId109" Type="http://schemas.openxmlformats.org/officeDocument/2006/relationships/image" Target="../media/image2566.png"/><Relationship Id="rId34" Type="http://schemas.openxmlformats.org/officeDocument/2006/relationships/customXml" Target="../ink/ink2531.xml"/><Relationship Id="rId50" Type="http://schemas.openxmlformats.org/officeDocument/2006/relationships/customXml" Target="../ink/ink2539.xml"/><Relationship Id="rId55" Type="http://schemas.openxmlformats.org/officeDocument/2006/relationships/image" Target="../media/image2539.png"/><Relationship Id="rId76" Type="http://schemas.openxmlformats.org/officeDocument/2006/relationships/customXml" Target="../ink/ink2552.xml"/><Relationship Id="rId97" Type="http://schemas.openxmlformats.org/officeDocument/2006/relationships/image" Target="../media/image2560.png"/><Relationship Id="rId104" Type="http://schemas.openxmlformats.org/officeDocument/2006/relationships/customXml" Target="../ink/ink2566.xml"/><Relationship Id="rId120" Type="http://schemas.openxmlformats.org/officeDocument/2006/relationships/customXml" Target="../ink/ink2574.xml"/><Relationship Id="rId125" Type="http://schemas.openxmlformats.org/officeDocument/2006/relationships/image" Target="../media/image2574.png"/><Relationship Id="rId141" Type="http://schemas.openxmlformats.org/officeDocument/2006/relationships/image" Target="../media/image2582.png"/><Relationship Id="rId146" Type="http://schemas.openxmlformats.org/officeDocument/2006/relationships/customXml" Target="../ink/ink2587.xml"/><Relationship Id="rId167" Type="http://schemas.openxmlformats.org/officeDocument/2006/relationships/image" Target="../media/image2595.png"/><Relationship Id="rId188" Type="http://schemas.openxmlformats.org/officeDocument/2006/relationships/customXml" Target="../ink/ink2608.xml"/><Relationship Id="rId7" Type="http://schemas.openxmlformats.org/officeDocument/2006/relationships/image" Target="../media/image2515.png"/><Relationship Id="rId71" Type="http://schemas.openxmlformats.org/officeDocument/2006/relationships/image" Target="../media/image2547.png"/><Relationship Id="rId92" Type="http://schemas.openxmlformats.org/officeDocument/2006/relationships/customXml" Target="../ink/ink2560.xml"/><Relationship Id="rId162" Type="http://schemas.openxmlformats.org/officeDocument/2006/relationships/customXml" Target="../ink/ink2595.xml"/><Relationship Id="rId183" Type="http://schemas.openxmlformats.org/officeDocument/2006/relationships/image" Target="../media/image2603.png"/><Relationship Id="rId2" Type="http://schemas.openxmlformats.org/officeDocument/2006/relationships/notesSlide" Target="../notesSlides/notesSlide17.xml"/><Relationship Id="rId29" Type="http://schemas.openxmlformats.org/officeDocument/2006/relationships/image" Target="../media/image2526.png"/><Relationship Id="rId24" Type="http://schemas.openxmlformats.org/officeDocument/2006/relationships/customXml" Target="../ink/ink2526.xml"/><Relationship Id="rId40" Type="http://schemas.openxmlformats.org/officeDocument/2006/relationships/customXml" Target="../ink/ink2534.xml"/><Relationship Id="rId45" Type="http://schemas.openxmlformats.org/officeDocument/2006/relationships/image" Target="../media/image2534.png"/><Relationship Id="rId66" Type="http://schemas.openxmlformats.org/officeDocument/2006/relationships/customXml" Target="../ink/ink2547.xml"/><Relationship Id="rId87" Type="http://schemas.openxmlformats.org/officeDocument/2006/relationships/image" Target="../media/image2555.png"/><Relationship Id="rId110" Type="http://schemas.openxmlformats.org/officeDocument/2006/relationships/customXml" Target="../ink/ink2569.xml"/><Relationship Id="rId115" Type="http://schemas.openxmlformats.org/officeDocument/2006/relationships/image" Target="../media/image2569.png"/><Relationship Id="rId131" Type="http://schemas.openxmlformats.org/officeDocument/2006/relationships/image" Target="../media/image2577.png"/><Relationship Id="rId136" Type="http://schemas.openxmlformats.org/officeDocument/2006/relationships/customXml" Target="../ink/ink2582.xml"/><Relationship Id="rId157" Type="http://schemas.openxmlformats.org/officeDocument/2006/relationships/image" Target="../media/image2590.png"/><Relationship Id="rId178" Type="http://schemas.openxmlformats.org/officeDocument/2006/relationships/customXml" Target="../ink/ink2603.xml"/><Relationship Id="rId61" Type="http://schemas.openxmlformats.org/officeDocument/2006/relationships/image" Target="../media/image2542.png"/><Relationship Id="rId82" Type="http://schemas.openxmlformats.org/officeDocument/2006/relationships/customXml" Target="../ink/ink2555.xml"/><Relationship Id="rId152" Type="http://schemas.openxmlformats.org/officeDocument/2006/relationships/customXml" Target="../ink/ink2590.xml"/><Relationship Id="rId173" Type="http://schemas.openxmlformats.org/officeDocument/2006/relationships/image" Target="../media/image2598.png"/><Relationship Id="rId19" Type="http://schemas.openxmlformats.org/officeDocument/2006/relationships/image" Target="../media/image2521.png"/><Relationship Id="rId14" Type="http://schemas.openxmlformats.org/officeDocument/2006/relationships/customXml" Target="../ink/ink2521.xml"/><Relationship Id="rId30" Type="http://schemas.openxmlformats.org/officeDocument/2006/relationships/customXml" Target="../ink/ink2529.xml"/><Relationship Id="rId35" Type="http://schemas.openxmlformats.org/officeDocument/2006/relationships/image" Target="../media/image2529.png"/><Relationship Id="rId56" Type="http://schemas.openxmlformats.org/officeDocument/2006/relationships/customXml" Target="../ink/ink2542.xml"/><Relationship Id="rId77" Type="http://schemas.openxmlformats.org/officeDocument/2006/relationships/image" Target="../media/image2550.png"/><Relationship Id="rId100" Type="http://schemas.openxmlformats.org/officeDocument/2006/relationships/customXml" Target="../ink/ink2564.xml"/><Relationship Id="rId105" Type="http://schemas.openxmlformats.org/officeDocument/2006/relationships/image" Target="../media/image2564.png"/><Relationship Id="rId126" Type="http://schemas.openxmlformats.org/officeDocument/2006/relationships/customXml" Target="../ink/ink2577.xml"/><Relationship Id="rId147" Type="http://schemas.openxmlformats.org/officeDocument/2006/relationships/image" Target="../media/image2585.png"/><Relationship Id="rId168" Type="http://schemas.openxmlformats.org/officeDocument/2006/relationships/customXml" Target="../ink/ink2598.xml"/><Relationship Id="rId8" Type="http://schemas.openxmlformats.org/officeDocument/2006/relationships/customXml" Target="../ink/ink2518.xml"/><Relationship Id="rId51" Type="http://schemas.openxmlformats.org/officeDocument/2006/relationships/image" Target="../media/image2537.png"/><Relationship Id="rId72" Type="http://schemas.openxmlformats.org/officeDocument/2006/relationships/customXml" Target="../ink/ink2550.xml"/><Relationship Id="rId93" Type="http://schemas.openxmlformats.org/officeDocument/2006/relationships/image" Target="../media/image2558.png"/><Relationship Id="rId98" Type="http://schemas.openxmlformats.org/officeDocument/2006/relationships/customXml" Target="../ink/ink2563.xml"/><Relationship Id="rId121" Type="http://schemas.openxmlformats.org/officeDocument/2006/relationships/image" Target="../media/image2572.png"/><Relationship Id="rId142" Type="http://schemas.openxmlformats.org/officeDocument/2006/relationships/customXml" Target="../ink/ink2585.xml"/><Relationship Id="rId163" Type="http://schemas.openxmlformats.org/officeDocument/2006/relationships/image" Target="../media/image2593.png"/><Relationship Id="rId184" Type="http://schemas.openxmlformats.org/officeDocument/2006/relationships/customXml" Target="../ink/ink2606.xml"/><Relationship Id="rId189" Type="http://schemas.openxmlformats.org/officeDocument/2006/relationships/image" Target="../media/image2606.png"/><Relationship Id="rId3" Type="http://schemas.openxmlformats.org/officeDocument/2006/relationships/image" Target="../media/image2513.png"/><Relationship Id="rId25" Type="http://schemas.openxmlformats.org/officeDocument/2006/relationships/image" Target="../media/image2524.png"/><Relationship Id="rId46" Type="http://schemas.openxmlformats.org/officeDocument/2006/relationships/customXml" Target="../ink/ink2537.xml"/><Relationship Id="rId67" Type="http://schemas.openxmlformats.org/officeDocument/2006/relationships/image" Target="../media/image2545.png"/><Relationship Id="rId116" Type="http://schemas.openxmlformats.org/officeDocument/2006/relationships/customXml" Target="../ink/ink2572.xml"/><Relationship Id="rId137" Type="http://schemas.openxmlformats.org/officeDocument/2006/relationships/image" Target="../media/image2580.png"/><Relationship Id="rId158" Type="http://schemas.openxmlformats.org/officeDocument/2006/relationships/customXml" Target="../ink/ink2593.xml"/><Relationship Id="rId20" Type="http://schemas.openxmlformats.org/officeDocument/2006/relationships/customXml" Target="../ink/ink2524.xml"/><Relationship Id="rId41" Type="http://schemas.openxmlformats.org/officeDocument/2006/relationships/image" Target="../media/image2532.png"/><Relationship Id="rId62" Type="http://schemas.openxmlformats.org/officeDocument/2006/relationships/customXml" Target="../ink/ink2545.xml"/><Relationship Id="rId83" Type="http://schemas.openxmlformats.org/officeDocument/2006/relationships/image" Target="../media/image2553.png"/><Relationship Id="rId88" Type="http://schemas.openxmlformats.org/officeDocument/2006/relationships/customXml" Target="../ink/ink2558.xml"/><Relationship Id="rId111" Type="http://schemas.openxmlformats.org/officeDocument/2006/relationships/image" Target="../media/image2567.png"/><Relationship Id="rId132" Type="http://schemas.openxmlformats.org/officeDocument/2006/relationships/customXml" Target="../ink/ink2580.xml"/><Relationship Id="rId153" Type="http://schemas.openxmlformats.org/officeDocument/2006/relationships/image" Target="../media/image2588.png"/><Relationship Id="rId174" Type="http://schemas.openxmlformats.org/officeDocument/2006/relationships/customXml" Target="../ink/ink2601.xml"/><Relationship Id="rId179" Type="http://schemas.openxmlformats.org/officeDocument/2006/relationships/image" Target="../media/image2601.png"/><Relationship Id="rId190" Type="http://schemas.openxmlformats.org/officeDocument/2006/relationships/customXml" Target="../ink/ink2609.xml"/><Relationship Id="rId15" Type="http://schemas.openxmlformats.org/officeDocument/2006/relationships/image" Target="../media/image2519.png"/><Relationship Id="rId36" Type="http://schemas.openxmlformats.org/officeDocument/2006/relationships/customXml" Target="../ink/ink2532.xml"/><Relationship Id="rId57" Type="http://schemas.openxmlformats.org/officeDocument/2006/relationships/image" Target="../media/image2540.png"/><Relationship Id="rId106" Type="http://schemas.openxmlformats.org/officeDocument/2006/relationships/customXml" Target="../ink/ink2567.xml"/><Relationship Id="rId127" Type="http://schemas.openxmlformats.org/officeDocument/2006/relationships/image" Target="../media/image2575.png"/><Relationship Id="rId10" Type="http://schemas.openxmlformats.org/officeDocument/2006/relationships/customXml" Target="../ink/ink2519.xml"/><Relationship Id="rId31" Type="http://schemas.openxmlformats.org/officeDocument/2006/relationships/image" Target="../media/image2527.png"/><Relationship Id="rId52" Type="http://schemas.openxmlformats.org/officeDocument/2006/relationships/customXml" Target="../ink/ink2540.xml"/><Relationship Id="rId73" Type="http://schemas.openxmlformats.org/officeDocument/2006/relationships/image" Target="../media/image2548.png"/><Relationship Id="rId78" Type="http://schemas.openxmlformats.org/officeDocument/2006/relationships/customXml" Target="../ink/ink2553.xml"/><Relationship Id="rId94" Type="http://schemas.openxmlformats.org/officeDocument/2006/relationships/customXml" Target="../ink/ink2561.xml"/><Relationship Id="rId99" Type="http://schemas.openxmlformats.org/officeDocument/2006/relationships/image" Target="../media/image2561.png"/><Relationship Id="rId101" Type="http://schemas.openxmlformats.org/officeDocument/2006/relationships/image" Target="../media/image2562.png"/><Relationship Id="rId122" Type="http://schemas.openxmlformats.org/officeDocument/2006/relationships/customXml" Target="../ink/ink2575.xml"/><Relationship Id="rId143" Type="http://schemas.openxmlformats.org/officeDocument/2006/relationships/image" Target="../media/image2583.png"/><Relationship Id="rId148" Type="http://schemas.openxmlformats.org/officeDocument/2006/relationships/customXml" Target="../ink/ink2588.xml"/><Relationship Id="rId164" Type="http://schemas.openxmlformats.org/officeDocument/2006/relationships/customXml" Target="../ink/ink2596.xml"/><Relationship Id="rId169" Type="http://schemas.openxmlformats.org/officeDocument/2006/relationships/image" Target="../media/image2596.png"/><Relationship Id="rId185" Type="http://schemas.openxmlformats.org/officeDocument/2006/relationships/image" Target="../media/image2604.png"/><Relationship Id="rId4" Type="http://schemas.openxmlformats.org/officeDocument/2006/relationships/customXml" Target="../ink/ink2516.xml"/><Relationship Id="rId9" Type="http://schemas.openxmlformats.org/officeDocument/2006/relationships/image" Target="../media/image2516.png"/><Relationship Id="rId180" Type="http://schemas.openxmlformats.org/officeDocument/2006/relationships/customXml" Target="../ink/ink2604.xml"/><Relationship Id="rId26" Type="http://schemas.openxmlformats.org/officeDocument/2006/relationships/customXml" Target="../ink/ink2527.xml"/><Relationship Id="rId47" Type="http://schemas.openxmlformats.org/officeDocument/2006/relationships/image" Target="../media/image2535.png"/><Relationship Id="rId68" Type="http://schemas.openxmlformats.org/officeDocument/2006/relationships/customXml" Target="../ink/ink2548.xml"/><Relationship Id="rId89" Type="http://schemas.openxmlformats.org/officeDocument/2006/relationships/image" Target="../media/image2556.png"/><Relationship Id="rId112" Type="http://schemas.openxmlformats.org/officeDocument/2006/relationships/customXml" Target="../ink/ink2570.xml"/><Relationship Id="rId133" Type="http://schemas.openxmlformats.org/officeDocument/2006/relationships/image" Target="../media/image2578.png"/><Relationship Id="rId154" Type="http://schemas.openxmlformats.org/officeDocument/2006/relationships/customXml" Target="../ink/ink2591.xml"/><Relationship Id="rId175" Type="http://schemas.openxmlformats.org/officeDocument/2006/relationships/image" Target="../media/image2599.png"/><Relationship Id="rId16" Type="http://schemas.openxmlformats.org/officeDocument/2006/relationships/customXml" Target="../ink/ink2522.xml"/><Relationship Id="rId37" Type="http://schemas.openxmlformats.org/officeDocument/2006/relationships/image" Target="../media/image2530.png"/><Relationship Id="rId58" Type="http://schemas.openxmlformats.org/officeDocument/2006/relationships/customXml" Target="../ink/ink2543.xml"/><Relationship Id="rId79" Type="http://schemas.openxmlformats.org/officeDocument/2006/relationships/image" Target="../media/image2551.png"/><Relationship Id="rId102" Type="http://schemas.openxmlformats.org/officeDocument/2006/relationships/customXml" Target="../ink/ink2565.xml"/><Relationship Id="rId123" Type="http://schemas.openxmlformats.org/officeDocument/2006/relationships/image" Target="../media/image2573.png"/><Relationship Id="rId144" Type="http://schemas.openxmlformats.org/officeDocument/2006/relationships/customXml" Target="../ink/ink2586.xml"/><Relationship Id="rId90" Type="http://schemas.openxmlformats.org/officeDocument/2006/relationships/customXml" Target="../ink/ink2559.xml"/><Relationship Id="rId165" Type="http://schemas.openxmlformats.org/officeDocument/2006/relationships/image" Target="../media/image2594.png"/><Relationship Id="rId186" Type="http://schemas.openxmlformats.org/officeDocument/2006/relationships/customXml" Target="../ink/ink2607.xml"/><Relationship Id="rId27" Type="http://schemas.openxmlformats.org/officeDocument/2006/relationships/image" Target="../media/image2525.png"/><Relationship Id="rId48" Type="http://schemas.openxmlformats.org/officeDocument/2006/relationships/customXml" Target="../ink/ink2538.xml"/><Relationship Id="rId69" Type="http://schemas.openxmlformats.org/officeDocument/2006/relationships/image" Target="../media/image2546.png"/><Relationship Id="rId113" Type="http://schemas.openxmlformats.org/officeDocument/2006/relationships/image" Target="../media/image2568.png"/><Relationship Id="rId134" Type="http://schemas.openxmlformats.org/officeDocument/2006/relationships/customXml" Target="../ink/ink2581.xml"/><Relationship Id="rId80" Type="http://schemas.openxmlformats.org/officeDocument/2006/relationships/customXml" Target="../ink/ink2554.xml"/><Relationship Id="rId155" Type="http://schemas.openxmlformats.org/officeDocument/2006/relationships/image" Target="../media/image2589.png"/><Relationship Id="rId176" Type="http://schemas.openxmlformats.org/officeDocument/2006/relationships/customXml" Target="../ink/ink2602.xml"/><Relationship Id="rId17" Type="http://schemas.openxmlformats.org/officeDocument/2006/relationships/image" Target="../media/image2520.png"/><Relationship Id="rId38" Type="http://schemas.openxmlformats.org/officeDocument/2006/relationships/customXml" Target="../ink/ink2533.xml"/><Relationship Id="rId59" Type="http://schemas.openxmlformats.org/officeDocument/2006/relationships/image" Target="../media/image2541.png"/><Relationship Id="rId103" Type="http://schemas.openxmlformats.org/officeDocument/2006/relationships/image" Target="../media/image2563.png"/><Relationship Id="rId124" Type="http://schemas.openxmlformats.org/officeDocument/2006/relationships/customXml" Target="../ink/ink2576.xml"/><Relationship Id="rId70" Type="http://schemas.openxmlformats.org/officeDocument/2006/relationships/customXml" Target="../ink/ink2549.xml"/><Relationship Id="rId91" Type="http://schemas.openxmlformats.org/officeDocument/2006/relationships/image" Target="../media/image2557.png"/><Relationship Id="rId145" Type="http://schemas.openxmlformats.org/officeDocument/2006/relationships/image" Target="../media/image2584.png"/><Relationship Id="rId166" Type="http://schemas.openxmlformats.org/officeDocument/2006/relationships/customXml" Target="../ink/ink2597.xml"/><Relationship Id="rId187" Type="http://schemas.openxmlformats.org/officeDocument/2006/relationships/image" Target="../media/image2605.png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2528.xml"/><Relationship Id="rId49" Type="http://schemas.openxmlformats.org/officeDocument/2006/relationships/image" Target="../media/image2536.png"/><Relationship Id="rId114" Type="http://schemas.openxmlformats.org/officeDocument/2006/relationships/customXml" Target="../ink/ink2571.xml"/><Relationship Id="rId60" Type="http://schemas.openxmlformats.org/officeDocument/2006/relationships/customXml" Target="../ink/ink2544.xml"/><Relationship Id="rId81" Type="http://schemas.openxmlformats.org/officeDocument/2006/relationships/image" Target="../media/image2552.png"/><Relationship Id="rId135" Type="http://schemas.openxmlformats.org/officeDocument/2006/relationships/image" Target="../media/image2579.png"/><Relationship Id="rId156" Type="http://schemas.openxmlformats.org/officeDocument/2006/relationships/customXml" Target="../ink/ink2592.xml"/><Relationship Id="rId177" Type="http://schemas.openxmlformats.org/officeDocument/2006/relationships/image" Target="../media/image2600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664.png"/><Relationship Id="rId21" Type="http://schemas.openxmlformats.org/officeDocument/2006/relationships/image" Target="../media/image2617.png"/><Relationship Id="rId42" Type="http://schemas.openxmlformats.org/officeDocument/2006/relationships/customXml" Target="../ink/ink2629.xml"/><Relationship Id="rId63" Type="http://schemas.openxmlformats.org/officeDocument/2006/relationships/image" Target="../media/image2637.png"/><Relationship Id="rId84" Type="http://schemas.openxmlformats.org/officeDocument/2006/relationships/customXml" Target="../ink/ink2650.xml"/><Relationship Id="rId16" Type="http://schemas.openxmlformats.org/officeDocument/2006/relationships/customXml" Target="../ink/ink2616.xml"/><Relationship Id="rId107" Type="http://schemas.openxmlformats.org/officeDocument/2006/relationships/image" Target="../media/image2659.png"/><Relationship Id="rId11" Type="http://schemas.openxmlformats.org/officeDocument/2006/relationships/image" Target="../media/image2612.png"/><Relationship Id="rId32" Type="http://schemas.openxmlformats.org/officeDocument/2006/relationships/customXml" Target="../ink/ink2624.xml"/><Relationship Id="rId37" Type="http://schemas.openxmlformats.org/officeDocument/2006/relationships/image" Target="../media/image2625.png"/><Relationship Id="rId53" Type="http://schemas.openxmlformats.org/officeDocument/2006/relationships/image" Target="../media/image2632.png"/><Relationship Id="rId58" Type="http://schemas.openxmlformats.org/officeDocument/2006/relationships/customXml" Target="../ink/ink2637.xml"/><Relationship Id="rId74" Type="http://schemas.openxmlformats.org/officeDocument/2006/relationships/customXml" Target="../ink/ink2645.xml"/><Relationship Id="rId79" Type="http://schemas.openxmlformats.org/officeDocument/2006/relationships/image" Target="../media/image2645.png"/><Relationship Id="rId102" Type="http://schemas.openxmlformats.org/officeDocument/2006/relationships/customXml" Target="../ink/ink2659.xml"/><Relationship Id="rId123" Type="http://schemas.openxmlformats.org/officeDocument/2006/relationships/image" Target="../media/image2667.png"/><Relationship Id="rId128" Type="http://schemas.openxmlformats.org/officeDocument/2006/relationships/customXml" Target="../ink/ink2672.xml"/><Relationship Id="rId5" Type="http://schemas.openxmlformats.org/officeDocument/2006/relationships/image" Target="../media/image2609.png"/><Relationship Id="rId90" Type="http://schemas.openxmlformats.org/officeDocument/2006/relationships/customXml" Target="../ink/ink2653.xml"/><Relationship Id="rId95" Type="http://schemas.openxmlformats.org/officeDocument/2006/relationships/image" Target="../media/image2653.png"/><Relationship Id="rId22" Type="http://schemas.openxmlformats.org/officeDocument/2006/relationships/customXml" Target="../ink/ink2619.xml"/><Relationship Id="rId27" Type="http://schemas.openxmlformats.org/officeDocument/2006/relationships/image" Target="../media/image2620.png"/><Relationship Id="rId43" Type="http://schemas.openxmlformats.org/officeDocument/2006/relationships/image" Target="../media/image1679.png"/><Relationship Id="rId48" Type="http://schemas.openxmlformats.org/officeDocument/2006/relationships/customXml" Target="../ink/ink2632.xml"/><Relationship Id="rId64" Type="http://schemas.openxmlformats.org/officeDocument/2006/relationships/customXml" Target="../ink/ink2640.xml"/><Relationship Id="rId69" Type="http://schemas.openxmlformats.org/officeDocument/2006/relationships/image" Target="../media/image2640.png"/><Relationship Id="rId113" Type="http://schemas.openxmlformats.org/officeDocument/2006/relationships/image" Target="../media/image2662.png"/><Relationship Id="rId118" Type="http://schemas.openxmlformats.org/officeDocument/2006/relationships/customXml" Target="../ink/ink2667.xml"/><Relationship Id="rId80" Type="http://schemas.openxmlformats.org/officeDocument/2006/relationships/customXml" Target="../ink/ink2648.xml"/><Relationship Id="rId85" Type="http://schemas.openxmlformats.org/officeDocument/2006/relationships/image" Target="../media/image2648.png"/><Relationship Id="rId12" Type="http://schemas.openxmlformats.org/officeDocument/2006/relationships/customXml" Target="../ink/ink2614.xml"/><Relationship Id="rId17" Type="http://schemas.openxmlformats.org/officeDocument/2006/relationships/image" Target="../media/image2615.png"/><Relationship Id="rId33" Type="http://schemas.openxmlformats.org/officeDocument/2006/relationships/image" Target="../media/image2623.png"/><Relationship Id="rId38" Type="http://schemas.openxmlformats.org/officeDocument/2006/relationships/customXml" Target="../ink/ink2627.xml"/><Relationship Id="rId59" Type="http://schemas.openxmlformats.org/officeDocument/2006/relationships/image" Target="../media/image2635.png"/><Relationship Id="rId103" Type="http://schemas.openxmlformats.org/officeDocument/2006/relationships/image" Target="../media/image2657.png"/><Relationship Id="rId108" Type="http://schemas.openxmlformats.org/officeDocument/2006/relationships/customXml" Target="../ink/ink2662.xml"/><Relationship Id="rId124" Type="http://schemas.openxmlformats.org/officeDocument/2006/relationships/customXml" Target="../ink/ink2670.xml"/><Relationship Id="rId129" Type="http://schemas.openxmlformats.org/officeDocument/2006/relationships/image" Target="../media/image2670.png"/><Relationship Id="rId54" Type="http://schemas.openxmlformats.org/officeDocument/2006/relationships/customXml" Target="../ink/ink2635.xml"/><Relationship Id="rId70" Type="http://schemas.openxmlformats.org/officeDocument/2006/relationships/customXml" Target="../ink/ink2643.xml"/><Relationship Id="rId75" Type="http://schemas.openxmlformats.org/officeDocument/2006/relationships/image" Target="../media/image2643.png"/><Relationship Id="rId91" Type="http://schemas.openxmlformats.org/officeDocument/2006/relationships/image" Target="../media/image2651.png"/><Relationship Id="rId96" Type="http://schemas.openxmlformats.org/officeDocument/2006/relationships/customXml" Target="../ink/ink265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11.xml"/><Relationship Id="rId23" Type="http://schemas.openxmlformats.org/officeDocument/2006/relationships/image" Target="../media/image2618.png"/><Relationship Id="rId28" Type="http://schemas.openxmlformats.org/officeDocument/2006/relationships/customXml" Target="../ink/ink2622.xml"/><Relationship Id="rId49" Type="http://schemas.openxmlformats.org/officeDocument/2006/relationships/image" Target="../media/image2630.png"/><Relationship Id="rId114" Type="http://schemas.openxmlformats.org/officeDocument/2006/relationships/customXml" Target="../ink/ink2665.xml"/><Relationship Id="rId119" Type="http://schemas.openxmlformats.org/officeDocument/2006/relationships/image" Target="../media/image2665.png"/><Relationship Id="rId44" Type="http://schemas.openxmlformats.org/officeDocument/2006/relationships/customXml" Target="../ink/ink2630.xml"/><Relationship Id="rId60" Type="http://schemas.openxmlformats.org/officeDocument/2006/relationships/customXml" Target="../ink/ink2638.xml"/><Relationship Id="rId65" Type="http://schemas.openxmlformats.org/officeDocument/2006/relationships/image" Target="../media/image2638.png"/><Relationship Id="rId81" Type="http://schemas.openxmlformats.org/officeDocument/2006/relationships/image" Target="../media/image2646.png"/><Relationship Id="rId86" Type="http://schemas.openxmlformats.org/officeDocument/2006/relationships/customXml" Target="../ink/ink2651.xml"/><Relationship Id="rId130" Type="http://schemas.openxmlformats.org/officeDocument/2006/relationships/customXml" Target="../ink/ink2673.xml"/><Relationship Id="rId13" Type="http://schemas.openxmlformats.org/officeDocument/2006/relationships/image" Target="../media/image2613.png"/><Relationship Id="rId18" Type="http://schemas.openxmlformats.org/officeDocument/2006/relationships/customXml" Target="../ink/ink2617.xml"/><Relationship Id="rId39" Type="http://schemas.openxmlformats.org/officeDocument/2006/relationships/image" Target="../media/image2626.png"/><Relationship Id="rId109" Type="http://schemas.openxmlformats.org/officeDocument/2006/relationships/image" Target="../media/image2660.png"/><Relationship Id="rId34" Type="http://schemas.openxmlformats.org/officeDocument/2006/relationships/customXml" Target="../ink/ink2625.xml"/><Relationship Id="rId50" Type="http://schemas.openxmlformats.org/officeDocument/2006/relationships/customXml" Target="../ink/ink2633.xml"/><Relationship Id="rId55" Type="http://schemas.openxmlformats.org/officeDocument/2006/relationships/image" Target="../media/image2633.png"/><Relationship Id="rId76" Type="http://schemas.openxmlformats.org/officeDocument/2006/relationships/customXml" Target="../ink/ink2646.xml"/><Relationship Id="rId97" Type="http://schemas.openxmlformats.org/officeDocument/2006/relationships/image" Target="../media/image2654.png"/><Relationship Id="rId104" Type="http://schemas.openxmlformats.org/officeDocument/2006/relationships/customXml" Target="../ink/ink2660.xml"/><Relationship Id="rId120" Type="http://schemas.openxmlformats.org/officeDocument/2006/relationships/customXml" Target="../ink/ink2668.xml"/><Relationship Id="rId125" Type="http://schemas.openxmlformats.org/officeDocument/2006/relationships/image" Target="../media/image2668.png"/><Relationship Id="rId7" Type="http://schemas.openxmlformats.org/officeDocument/2006/relationships/image" Target="../media/image2610.png"/><Relationship Id="rId71" Type="http://schemas.openxmlformats.org/officeDocument/2006/relationships/image" Target="../media/image2641.png"/><Relationship Id="rId92" Type="http://schemas.openxmlformats.org/officeDocument/2006/relationships/customXml" Target="../ink/ink2654.xml"/><Relationship Id="rId2" Type="http://schemas.openxmlformats.org/officeDocument/2006/relationships/notesSlide" Target="../notesSlides/notesSlide18.xml"/><Relationship Id="rId29" Type="http://schemas.openxmlformats.org/officeDocument/2006/relationships/image" Target="../media/image2621.png"/><Relationship Id="rId24" Type="http://schemas.openxmlformats.org/officeDocument/2006/relationships/customXml" Target="../ink/ink2620.xml"/><Relationship Id="rId40" Type="http://schemas.openxmlformats.org/officeDocument/2006/relationships/customXml" Target="../ink/ink2628.xml"/><Relationship Id="rId45" Type="http://schemas.openxmlformats.org/officeDocument/2006/relationships/image" Target="../media/image2628.png"/><Relationship Id="rId66" Type="http://schemas.openxmlformats.org/officeDocument/2006/relationships/customXml" Target="../ink/ink2641.xml"/><Relationship Id="rId87" Type="http://schemas.openxmlformats.org/officeDocument/2006/relationships/image" Target="../media/image2649.png"/><Relationship Id="rId110" Type="http://schemas.openxmlformats.org/officeDocument/2006/relationships/customXml" Target="../ink/ink2663.xml"/><Relationship Id="rId115" Type="http://schemas.openxmlformats.org/officeDocument/2006/relationships/image" Target="../media/image2663.png"/><Relationship Id="rId131" Type="http://schemas.openxmlformats.org/officeDocument/2006/relationships/image" Target="../media/image2671.png"/><Relationship Id="rId61" Type="http://schemas.openxmlformats.org/officeDocument/2006/relationships/image" Target="../media/image2636.png"/><Relationship Id="rId82" Type="http://schemas.openxmlformats.org/officeDocument/2006/relationships/customXml" Target="../ink/ink2649.xml"/><Relationship Id="rId19" Type="http://schemas.openxmlformats.org/officeDocument/2006/relationships/image" Target="../media/image2616.png"/><Relationship Id="rId14" Type="http://schemas.openxmlformats.org/officeDocument/2006/relationships/customXml" Target="../ink/ink2615.xml"/><Relationship Id="rId30" Type="http://schemas.openxmlformats.org/officeDocument/2006/relationships/customXml" Target="../ink/ink2623.xml"/><Relationship Id="rId35" Type="http://schemas.openxmlformats.org/officeDocument/2006/relationships/image" Target="../media/image2624.png"/><Relationship Id="rId56" Type="http://schemas.openxmlformats.org/officeDocument/2006/relationships/customXml" Target="../ink/ink2636.xml"/><Relationship Id="rId77" Type="http://schemas.openxmlformats.org/officeDocument/2006/relationships/image" Target="../media/image2644.png"/><Relationship Id="rId100" Type="http://schemas.openxmlformats.org/officeDocument/2006/relationships/customXml" Target="../ink/ink2658.xml"/><Relationship Id="rId105" Type="http://schemas.openxmlformats.org/officeDocument/2006/relationships/image" Target="../media/image2658.png"/><Relationship Id="rId126" Type="http://schemas.openxmlformats.org/officeDocument/2006/relationships/customXml" Target="../ink/ink2671.xml"/><Relationship Id="rId8" Type="http://schemas.openxmlformats.org/officeDocument/2006/relationships/customXml" Target="../ink/ink2612.xml"/><Relationship Id="rId51" Type="http://schemas.openxmlformats.org/officeDocument/2006/relationships/image" Target="../media/image2631.png"/><Relationship Id="rId72" Type="http://schemas.openxmlformats.org/officeDocument/2006/relationships/customXml" Target="../ink/ink2644.xml"/><Relationship Id="rId93" Type="http://schemas.openxmlformats.org/officeDocument/2006/relationships/image" Target="../media/image2652.png"/><Relationship Id="rId98" Type="http://schemas.openxmlformats.org/officeDocument/2006/relationships/customXml" Target="../ink/ink2657.xml"/><Relationship Id="rId121" Type="http://schemas.openxmlformats.org/officeDocument/2006/relationships/image" Target="../media/image2666.png"/><Relationship Id="rId3" Type="http://schemas.openxmlformats.org/officeDocument/2006/relationships/image" Target="../media/image2608.png"/><Relationship Id="rId25" Type="http://schemas.openxmlformats.org/officeDocument/2006/relationships/image" Target="../media/image2619.png"/><Relationship Id="rId46" Type="http://schemas.openxmlformats.org/officeDocument/2006/relationships/customXml" Target="../ink/ink2631.xml"/><Relationship Id="rId67" Type="http://schemas.openxmlformats.org/officeDocument/2006/relationships/image" Target="../media/image2639.png"/><Relationship Id="rId116" Type="http://schemas.openxmlformats.org/officeDocument/2006/relationships/customXml" Target="../ink/ink2666.xml"/><Relationship Id="rId20" Type="http://schemas.openxmlformats.org/officeDocument/2006/relationships/customXml" Target="../ink/ink2618.xml"/><Relationship Id="rId41" Type="http://schemas.openxmlformats.org/officeDocument/2006/relationships/image" Target="../media/image2627.png"/><Relationship Id="rId62" Type="http://schemas.openxmlformats.org/officeDocument/2006/relationships/customXml" Target="../ink/ink2639.xml"/><Relationship Id="rId83" Type="http://schemas.openxmlformats.org/officeDocument/2006/relationships/image" Target="../media/image2647.png"/><Relationship Id="rId88" Type="http://schemas.openxmlformats.org/officeDocument/2006/relationships/customXml" Target="../ink/ink2652.xml"/><Relationship Id="rId111" Type="http://schemas.openxmlformats.org/officeDocument/2006/relationships/image" Target="../media/image2661.png"/><Relationship Id="rId132" Type="http://schemas.openxmlformats.org/officeDocument/2006/relationships/customXml" Target="../ink/ink2674.xml"/><Relationship Id="rId15" Type="http://schemas.openxmlformats.org/officeDocument/2006/relationships/image" Target="../media/image2614.png"/><Relationship Id="rId36" Type="http://schemas.openxmlformats.org/officeDocument/2006/relationships/customXml" Target="../ink/ink2626.xml"/><Relationship Id="rId57" Type="http://schemas.openxmlformats.org/officeDocument/2006/relationships/image" Target="../media/image2634.png"/><Relationship Id="rId106" Type="http://schemas.openxmlformats.org/officeDocument/2006/relationships/customXml" Target="../ink/ink2661.xml"/><Relationship Id="rId127" Type="http://schemas.openxmlformats.org/officeDocument/2006/relationships/image" Target="../media/image2669.png"/><Relationship Id="rId10" Type="http://schemas.openxmlformats.org/officeDocument/2006/relationships/customXml" Target="../ink/ink2613.xml"/><Relationship Id="rId31" Type="http://schemas.openxmlformats.org/officeDocument/2006/relationships/image" Target="../media/image2622.png"/><Relationship Id="rId52" Type="http://schemas.openxmlformats.org/officeDocument/2006/relationships/customXml" Target="../ink/ink2634.xml"/><Relationship Id="rId73" Type="http://schemas.openxmlformats.org/officeDocument/2006/relationships/image" Target="../media/image2642.png"/><Relationship Id="rId78" Type="http://schemas.openxmlformats.org/officeDocument/2006/relationships/customXml" Target="../ink/ink2647.xml"/><Relationship Id="rId94" Type="http://schemas.openxmlformats.org/officeDocument/2006/relationships/customXml" Target="../ink/ink2655.xml"/><Relationship Id="rId99" Type="http://schemas.openxmlformats.org/officeDocument/2006/relationships/image" Target="../media/image2655.png"/><Relationship Id="rId101" Type="http://schemas.openxmlformats.org/officeDocument/2006/relationships/image" Target="../media/image2656.png"/><Relationship Id="rId122" Type="http://schemas.openxmlformats.org/officeDocument/2006/relationships/customXml" Target="../ink/ink2669.xml"/><Relationship Id="rId4" Type="http://schemas.openxmlformats.org/officeDocument/2006/relationships/customXml" Target="../ink/ink2610.xml"/><Relationship Id="rId9" Type="http://schemas.openxmlformats.org/officeDocument/2006/relationships/image" Target="../media/image2611.png"/><Relationship Id="rId26" Type="http://schemas.openxmlformats.org/officeDocument/2006/relationships/customXml" Target="../ink/ink2621.xml"/><Relationship Id="rId47" Type="http://schemas.openxmlformats.org/officeDocument/2006/relationships/image" Target="../media/image2629.png"/><Relationship Id="rId68" Type="http://schemas.openxmlformats.org/officeDocument/2006/relationships/customXml" Target="../ink/ink2642.xml"/><Relationship Id="rId89" Type="http://schemas.openxmlformats.org/officeDocument/2006/relationships/image" Target="../media/image2650.png"/><Relationship Id="rId112" Type="http://schemas.openxmlformats.org/officeDocument/2006/relationships/customXml" Target="../ink/ink2664.xml"/><Relationship Id="rId133" Type="http://schemas.openxmlformats.org/officeDocument/2006/relationships/image" Target="../media/image2672.png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30.png"/><Relationship Id="rId21" Type="http://schemas.openxmlformats.org/officeDocument/2006/relationships/image" Target="../media/image2682.png"/><Relationship Id="rId42" Type="http://schemas.openxmlformats.org/officeDocument/2006/relationships/customXml" Target="../ink/ink2694.xml"/><Relationship Id="rId63" Type="http://schemas.openxmlformats.org/officeDocument/2006/relationships/image" Target="../media/image2703.png"/><Relationship Id="rId84" Type="http://schemas.openxmlformats.org/officeDocument/2006/relationships/customXml" Target="../ink/ink2715.xml"/><Relationship Id="rId16" Type="http://schemas.openxmlformats.org/officeDocument/2006/relationships/customXml" Target="../ink/ink2681.xml"/><Relationship Id="rId107" Type="http://schemas.openxmlformats.org/officeDocument/2006/relationships/image" Target="../media/image2725.png"/><Relationship Id="rId11" Type="http://schemas.openxmlformats.org/officeDocument/2006/relationships/image" Target="../media/image2677.png"/><Relationship Id="rId32" Type="http://schemas.openxmlformats.org/officeDocument/2006/relationships/customXml" Target="../ink/ink2689.xml"/><Relationship Id="rId37" Type="http://schemas.openxmlformats.org/officeDocument/2006/relationships/image" Target="../media/image2690.png"/><Relationship Id="rId53" Type="http://schemas.openxmlformats.org/officeDocument/2006/relationships/image" Target="../media/image2698.png"/><Relationship Id="rId58" Type="http://schemas.openxmlformats.org/officeDocument/2006/relationships/customXml" Target="../ink/ink2702.xml"/><Relationship Id="rId74" Type="http://schemas.openxmlformats.org/officeDocument/2006/relationships/customXml" Target="../ink/ink2710.xml"/><Relationship Id="rId79" Type="http://schemas.openxmlformats.org/officeDocument/2006/relationships/image" Target="../media/image2711.png"/><Relationship Id="rId102" Type="http://schemas.openxmlformats.org/officeDocument/2006/relationships/customXml" Target="../ink/ink2724.xml"/><Relationship Id="rId123" Type="http://schemas.openxmlformats.org/officeDocument/2006/relationships/image" Target="../media/image2733.png"/><Relationship Id="rId128" Type="http://schemas.openxmlformats.org/officeDocument/2006/relationships/customXml" Target="../ink/ink2737.xml"/><Relationship Id="rId5" Type="http://schemas.openxmlformats.org/officeDocument/2006/relationships/image" Target="../media/image2674.png"/><Relationship Id="rId90" Type="http://schemas.openxmlformats.org/officeDocument/2006/relationships/customXml" Target="../ink/ink2718.xml"/><Relationship Id="rId95" Type="http://schemas.openxmlformats.org/officeDocument/2006/relationships/image" Target="../media/image2719.png"/><Relationship Id="rId22" Type="http://schemas.openxmlformats.org/officeDocument/2006/relationships/customXml" Target="../ink/ink2684.xml"/><Relationship Id="rId27" Type="http://schemas.openxmlformats.org/officeDocument/2006/relationships/image" Target="../media/image2685.png"/><Relationship Id="rId43" Type="http://schemas.openxmlformats.org/officeDocument/2006/relationships/image" Target="../media/image2693.png"/><Relationship Id="rId48" Type="http://schemas.openxmlformats.org/officeDocument/2006/relationships/customXml" Target="../ink/ink2697.xml"/><Relationship Id="rId64" Type="http://schemas.openxmlformats.org/officeDocument/2006/relationships/customXml" Target="../ink/ink2705.xml"/><Relationship Id="rId69" Type="http://schemas.openxmlformats.org/officeDocument/2006/relationships/image" Target="../media/image2706.png"/><Relationship Id="rId113" Type="http://schemas.openxmlformats.org/officeDocument/2006/relationships/image" Target="../media/image2728.png"/><Relationship Id="rId118" Type="http://schemas.openxmlformats.org/officeDocument/2006/relationships/customXml" Target="../ink/ink2732.xml"/><Relationship Id="rId134" Type="http://schemas.openxmlformats.org/officeDocument/2006/relationships/customXml" Target="../ink/ink2740.xml"/><Relationship Id="rId80" Type="http://schemas.openxmlformats.org/officeDocument/2006/relationships/customXml" Target="../ink/ink2713.xml"/><Relationship Id="rId85" Type="http://schemas.openxmlformats.org/officeDocument/2006/relationships/image" Target="../media/image2714.png"/><Relationship Id="rId12" Type="http://schemas.openxmlformats.org/officeDocument/2006/relationships/customXml" Target="../ink/ink2679.xml"/><Relationship Id="rId17" Type="http://schemas.openxmlformats.org/officeDocument/2006/relationships/image" Target="../media/image2680.png"/><Relationship Id="rId33" Type="http://schemas.openxmlformats.org/officeDocument/2006/relationships/image" Target="../media/image2688.png"/><Relationship Id="rId38" Type="http://schemas.openxmlformats.org/officeDocument/2006/relationships/customXml" Target="../ink/ink2692.xml"/><Relationship Id="rId59" Type="http://schemas.openxmlformats.org/officeDocument/2006/relationships/image" Target="../media/image2701.png"/><Relationship Id="rId103" Type="http://schemas.openxmlformats.org/officeDocument/2006/relationships/image" Target="../media/image2723.png"/><Relationship Id="rId108" Type="http://schemas.openxmlformats.org/officeDocument/2006/relationships/customXml" Target="../ink/ink2727.xml"/><Relationship Id="rId124" Type="http://schemas.openxmlformats.org/officeDocument/2006/relationships/customXml" Target="../ink/ink2735.xml"/><Relationship Id="rId129" Type="http://schemas.openxmlformats.org/officeDocument/2006/relationships/image" Target="../media/image2736.png"/><Relationship Id="rId54" Type="http://schemas.openxmlformats.org/officeDocument/2006/relationships/customXml" Target="../ink/ink2700.xml"/><Relationship Id="rId70" Type="http://schemas.openxmlformats.org/officeDocument/2006/relationships/customXml" Target="../ink/ink2708.xml"/><Relationship Id="rId75" Type="http://schemas.openxmlformats.org/officeDocument/2006/relationships/image" Target="../media/image2709.png"/><Relationship Id="rId91" Type="http://schemas.openxmlformats.org/officeDocument/2006/relationships/image" Target="../media/image2717.png"/><Relationship Id="rId96" Type="http://schemas.openxmlformats.org/officeDocument/2006/relationships/customXml" Target="../ink/ink272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676.xml"/><Relationship Id="rId23" Type="http://schemas.openxmlformats.org/officeDocument/2006/relationships/image" Target="../media/image2683.png"/><Relationship Id="rId28" Type="http://schemas.openxmlformats.org/officeDocument/2006/relationships/customXml" Target="../ink/ink2687.xml"/><Relationship Id="rId49" Type="http://schemas.openxmlformats.org/officeDocument/2006/relationships/image" Target="../media/image2696.png"/><Relationship Id="rId114" Type="http://schemas.openxmlformats.org/officeDocument/2006/relationships/customXml" Target="../ink/ink2730.xml"/><Relationship Id="rId119" Type="http://schemas.openxmlformats.org/officeDocument/2006/relationships/image" Target="../media/image2731.png"/><Relationship Id="rId44" Type="http://schemas.openxmlformats.org/officeDocument/2006/relationships/customXml" Target="../ink/ink2695.xml"/><Relationship Id="rId60" Type="http://schemas.openxmlformats.org/officeDocument/2006/relationships/customXml" Target="../ink/ink2703.xml"/><Relationship Id="rId65" Type="http://schemas.openxmlformats.org/officeDocument/2006/relationships/image" Target="../media/image2704.png"/><Relationship Id="rId81" Type="http://schemas.openxmlformats.org/officeDocument/2006/relationships/image" Target="../media/image2712.png"/><Relationship Id="rId86" Type="http://schemas.openxmlformats.org/officeDocument/2006/relationships/customXml" Target="../ink/ink2716.xml"/><Relationship Id="rId130" Type="http://schemas.openxmlformats.org/officeDocument/2006/relationships/customXml" Target="../ink/ink2738.xml"/><Relationship Id="rId135" Type="http://schemas.openxmlformats.org/officeDocument/2006/relationships/image" Target="../media/image2739.png"/><Relationship Id="rId13" Type="http://schemas.openxmlformats.org/officeDocument/2006/relationships/image" Target="../media/image2678.png"/><Relationship Id="rId18" Type="http://schemas.openxmlformats.org/officeDocument/2006/relationships/customXml" Target="../ink/ink2682.xml"/><Relationship Id="rId39" Type="http://schemas.openxmlformats.org/officeDocument/2006/relationships/image" Target="../media/image2691.png"/><Relationship Id="rId109" Type="http://schemas.openxmlformats.org/officeDocument/2006/relationships/image" Target="../media/image2726.png"/><Relationship Id="rId34" Type="http://schemas.openxmlformats.org/officeDocument/2006/relationships/customXml" Target="../ink/ink2690.xml"/><Relationship Id="rId50" Type="http://schemas.openxmlformats.org/officeDocument/2006/relationships/customXml" Target="../ink/ink2698.xml"/><Relationship Id="rId55" Type="http://schemas.openxmlformats.org/officeDocument/2006/relationships/image" Target="../media/image2699.png"/><Relationship Id="rId76" Type="http://schemas.openxmlformats.org/officeDocument/2006/relationships/customXml" Target="../ink/ink2711.xml"/><Relationship Id="rId97" Type="http://schemas.openxmlformats.org/officeDocument/2006/relationships/image" Target="../media/image2720.png"/><Relationship Id="rId104" Type="http://schemas.openxmlformats.org/officeDocument/2006/relationships/customXml" Target="../ink/ink2725.xml"/><Relationship Id="rId120" Type="http://schemas.openxmlformats.org/officeDocument/2006/relationships/customXml" Target="../ink/ink2733.xml"/><Relationship Id="rId125" Type="http://schemas.openxmlformats.org/officeDocument/2006/relationships/image" Target="../media/image2734.png"/><Relationship Id="rId7" Type="http://schemas.openxmlformats.org/officeDocument/2006/relationships/image" Target="../media/image2675.png"/><Relationship Id="rId71" Type="http://schemas.openxmlformats.org/officeDocument/2006/relationships/image" Target="../media/image2707.png"/><Relationship Id="rId92" Type="http://schemas.openxmlformats.org/officeDocument/2006/relationships/customXml" Target="../ink/ink2719.xml"/><Relationship Id="rId2" Type="http://schemas.openxmlformats.org/officeDocument/2006/relationships/notesSlide" Target="../notesSlides/notesSlide19.xml"/><Relationship Id="rId29" Type="http://schemas.openxmlformats.org/officeDocument/2006/relationships/image" Target="../media/image2686.png"/><Relationship Id="rId24" Type="http://schemas.openxmlformats.org/officeDocument/2006/relationships/customXml" Target="../ink/ink2685.xml"/><Relationship Id="rId40" Type="http://schemas.openxmlformats.org/officeDocument/2006/relationships/customXml" Target="../ink/ink2693.xml"/><Relationship Id="rId45" Type="http://schemas.openxmlformats.org/officeDocument/2006/relationships/image" Target="../media/image2694.png"/><Relationship Id="rId66" Type="http://schemas.openxmlformats.org/officeDocument/2006/relationships/customXml" Target="../ink/ink2706.xml"/><Relationship Id="rId87" Type="http://schemas.openxmlformats.org/officeDocument/2006/relationships/image" Target="../media/image2715.png"/><Relationship Id="rId110" Type="http://schemas.openxmlformats.org/officeDocument/2006/relationships/customXml" Target="../ink/ink2728.xml"/><Relationship Id="rId115" Type="http://schemas.openxmlformats.org/officeDocument/2006/relationships/image" Target="../media/image2729.png"/><Relationship Id="rId131" Type="http://schemas.openxmlformats.org/officeDocument/2006/relationships/image" Target="../media/image2737.png"/><Relationship Id="rId136" Type="http://schemas.openxmlformats.org/officeDocument/2006/relationships/customXml" Target="../ink/ink2741.xml"/><Relationship Id="rId61" Type="http://schemas.openxmlformats.org/officeDocument/2006/relationships/image" Target="../media/image2702.png"/><Relationship Id="rId82" Type="http://schemas.openxmlformats.org/officeDocument/2006/relationships/customXml" Target="../ink/ink2714.xml"/><Relationship Id="rId19" Type="http://schemas.openxmlformats.org/officeDocument/2006/relationships/image" Target="../media/image2681.png"/><Relationship Id="rId14" Type="http://schemas.openxmlformats.org/officeDocument/2006/relationships/customXml" Target="../ink/ink2680.xml"/><Relationship Id="rId30" Type="http://schemas.openxmlformats.org/officeDocument/2006/relationships/customXml" Target="../ink/ink2688.xml"/><Relationship Id="rId35" Type="http://schemas.openxmlformats.org/officeDocument/2006/relationships/image" Target="../media/image2689.png"/><Relationship Id="rId56" Type="http://schemas.openxmlformats.org/officeDocument/2006/relationships/customXml" Target="../ink/ink2701.xml"/><Relationship Id="rId77" Type="http://schemas.openxmlformats.org/officeDocument/2006/relationships/image" Target="../media/image2710.png"/><Relationship Id="rId100" Type="http://schemas.openxmlformats.org/officeDocument/2006/relationships/customXml" Target="../ink/ink2723.xml"/><Relationship Id="rId105" Type="http://schemas.openxmlformats.org/officeDocument/2006/relationships/image" Target="../media/image2724.png"/><Relationship Id="rId126" Type="http://schemas.openxmlformats.org/officeDocument/2006/relationships/customXml" Target="../ink/ink2736.xml"/><Relationship Id="rId8" Type="http://schemas.openxmlformats.org/officeDocument/2006/relationships/customXml" Target="../ink/ink2677.xml"/><Relationship Id="rId51" Type="http://schemas.openxmlformats.org/officeDocument/2006/relationships/image" Target="../media/image2697.png"/><Relationship Id="rId72" Type="http://schemas.openxmlformats.org/officeDocument/2006/relationships/customXml" Target="../ink/ink2709.xml"/><Relationship Id="rId93" Type="http://schemas.openxmlformats.org/officeDocument/2006/relationships/image" Target="../media/image2718.png"/><Relationship Id="rId98" Type="http://schemas.openxmlformats.org/officeDocument/2006/relationships/customXml" Target="../ink/ink2722.xml"/><Relationship Id="rId121" Type="http://schemas.openxmlformats.org/officeDocument/2006/relationships/image" Target="../media/image2732.png"/><Relationship Id="rId3" Type="http://schemas.openxmlformats.org/officeDocument/2006/relationships/image" Target="../media/image2673.png"/><Relationship Id="rId25" Type="http://schemas.openxmlformats.org/officeDocument/2006/relationships/image" Target="../media/image2684.png"/><Relationship Id="rId46" Type="http://schemas.openxmlformats.org/officeDocument/2006/relationships/customXml" Target="../ink/ink2696.xml"/><Relationship Id="rId67" Type="http://schemas.openxmlformats.org/officeDocument/2006/relationships/image" Target="../media/image2705.png"/><Relationship Id="rId116" Type="http://schemas.openxmlformats.org/officeDocument/2006/relationships/customXml" Target="../ink/ink2731.xml"/><Relationship Id="rId137" Type="http://schemas.openxmlformats.org/officeDocument/2006/relationships/image" Target="../media/image2740.png"/><Relationship Id="rId20" Type="http://schemas.openxmlformats.org/officeDocument/2006/relationships/customXml" Target="../ink/ink2683.xml"/><Relationship Id="rId41" Type="http://schemas.openxmlformats.org/officeDocument/2006/relationships/image" Target="../media/image2692.png"/><Relationship Id="rId62" Type="http://schemas.openxmlformats.org/officeDocument/2006/relationships/customXml" Target="../ink/ink2704.xml"/><Relationship Id="rId83" Type="http://schemas.openxmlformats.org/officeDocument/2006/relationships/image" Target="../media/image2713.png"/><Relationship Id="rId88" Type="http://schemas.openxmlformats.org/officeDocument/2006/relationships/customXml" Target="../ink/ink2717.xml"/><Relationship Id="rId111" Type="http://schemas.openxmlformats.org/officeDocument/2006/relationships/image" Target="../media/image2727.png"/><Relationship Id="rId132" Type="http://schemas.openxmlformats.org/officeDocument/2006/relationships/customXml" Target="../ink/ink2739.xml"/><Relationship Id="rId15" Type="http://schemas.openxmlformats.org/officeDocument/2006/relationships/image" Target="../media/image2679.png"/><Relationship Id="rId36" Type="http://schemas.openxmlformats.org/officeDocument/2006/relationships/customXml" Target="../ink/ink2691.xml"/><Relationship Id="rId57" Type="http://schemas.openxmlformats.org/officeDocument/2006/relationships/image" Target="../media/image2700.png"/><Relationship Id="rId106" Type="http://schemas.openxmlformats.org/officeDocument/2006/relationships/customXml" Target="../ink/ink2726.xml"/><Relationship Id="rId127" Type="http://schemas.openxmlformats.org/officeDocument/2006/relationships/image" Target="../media/image2735.png"/><Relationship Id="rId10" Type="http://schemas.openxmlformats.org/officeDocument/2006/relationships/customXml" Target="../ink/ink2678.xml"/><Relationship Id="rId31" Type="http://schemas.openxmlformats.org/officeDocument/2006/relationships/image" Target="../media/image2687.png"/><Relationship Id="rId52" Type="http://schemas.openxmlformats.org/officeDocument/2006/relationships/customXml" Target="../ink/ink2699.xml"/><Relationship Id="rId73" Type="http://schemas.openxmlformats.org/officeDocument/2006/relationships/image" Target="../media/image2708.png"/><Relationship Id="rId78" Type="http://schemas.openxmlformats.org/officeDocument/2006/relationships/customXml" Target="../ink/ink2712.xml"/><Relationship Id="rId94" Type="http://schemas.openxmlformats.org/officeDocument/2006/relationships/customXml" Target="../ink/ink2720.xml"/><Relationship Id="rId99" Type="http://schemas.openxmlformats.org/officeDocument/2006/relationships/image" Target="../media/image2721.png"/><Relationship Id="rId101" Type="http://schemas.openxmlformats.org/officeDocument/2006/relationships/image" Target="../media/image2722.png"/><Relationship Id="rId122" Type="http://schemas.openxmlformats.org/officeDocument/2006/relationships/customXml" Target="../ink/ink2734.xml"/><Relationship Id="rId4" Type="http://schemas.openxmlformats.org/officeDocument/2006/relationships/customXml" Target="../ink/ink2675.xml"/><Relationship Id="rId9" Type="http://schemas.openxmlformats.org/officeDocument/2006/relationships/image" Target="../media/image2676.png"/><Relationship Id="rId26" Type="http://schemas.openxmlformats.org/officeDocument/2006/relationships/customXml" Target="../ink/ink2686.xml"/><Relationship Id="rId47" Type="http://schemas.openxmlformats.org/officeDocument/2006/relationships/image" Target="../media/image2695.png"/><Relationship Id="rId68" Type="http://schemas.openxmlformats.org/officeDocument/2006/relationships/customXml" Target="../ink/ink2707.xml"/><Relationship Id="rId89" Type="http://schemas.openxmlformats.org/officeDocument/2006/relationships/image" Target="../media/image2716.png"/><Relationship Id="rId112" Type="http://schemas.openxmlformats.org/officeDocument/2006/relationships/customXml" Target="../ink/ink2729.xml"/><Relationship Id="rId133" Type="http://schemas.openxmlformats.org/officeDocument/2006/relationships/image" Target="../media/image2738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47.xml"/><Relationship Id="rId18" Type="http://schemas.openxmlformats.org/officeDocument/2006/relationships/image" Target="../media/image2748.png"/><Relationship Id="rId26" Type="http://schemas.openxmlformats.org/officeDocument/2006/relationships/image" Target="../media/image2752.png"/><Relationship Id="rId39" Type="http://schemas.openxmlformats.org/officeDocument/2006/relationships/customXml" Target="../ink/ink2760.xml"/><Relationship Id="rId21" Type="http://schemas.openxmlformats.org/officeDocument/2006/relationships/customXml" Target="../ink/ink2751.xml"/><Relationship Id="rId34" Type="http://schemas.openxmlformats.org/officeDocument/2006/relationships/image" Target="../media/image2756.png"/><Relationship Id="rId42" Type="http://schemas.openxmlformats.org/officeDocument/2006/relationships/image" Target="../media/image2760.png"/><Relationship Id="rId47" Type="http://schemas.openxmlformats.org/officeDocument/2006/relationships/customXml" Target="../ink/ink2764.xml"/><Relationship Id="rId50" Type="http://schemas.openxmlformats.org/officeDocument/2006/relationships/image" Target="../media/image2764.png"/><Relationship Id="rId55" Type="http://schemas.openxmlformats.org/officeDocument/2006/relationships/customXml" Target="../ink/ink2768.xml"/><Relationship Id="rId7" Type="http://schemas.openxmlformats.org/officeDocument/2006/relationships/customXml" Target="../ink/ink2744.xml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747.png"/><Relationship Id="rId29" Type="http://schemas.openxmlformats.org/officeDocument/2006/relationships/customXml" Target="../ink/ink2755.xml"/><Relationship Id="rId11" Type="http://schemas.openxmlformats.org/officeDocument/2006/relationships/customXml" Target="../ink/ink2746.xml"/><Relationship Id="rId24" Type="http://schemas.openxmlformats.org/officeDocument/2006/relationships/image" Target="../media/image2751.png"/><Relationship Id="rId32" Type="http://schemas.openxmlformats.org/officeDocument/2006/relationships/image" Target="../media/image2755.png"/><Relationship Id="rId37" Type="http://schemas.openxmlformats.org/officeDocument/2006/relationships/customXml" Target="../ink/ink2759.xml"/><Relationship Id="rId40" Type="http://schemas.openxmlformats.org/officeDocument/2006/relationships/image" Target="../media/image2759.png"/><Relationship Id="rId45" Type="http://schemas.openxmlformats.org/officeDocument/2006/relationships/customXml" Target="../ink/ink2763.xml"/><Relationship Id="rId53" Type="http://schemas.openxmlformats.org/officeDocument/2006/relationships/customXml" Target="../ink/ink2767.xml"/><Relationship Id="rId58" Type="http://schemas.openxmlformats.org/officeDocument/2006/relationships/image" Target="../media/image2768.png"/><Relationship Id="rId5" Type="http://schemas.openxmlformats.org/officeDocument/2006/relationships/customXml" Target="../ink/ink2743.xml"/><Relationship Id="rId61" Type="http://schemas.openxmlformats.org/officeDocument/2006/relationships/customXml" Target="../ink/ink2771.xml"/><Relationship Id="rId19" Type="http://schemas.openxmlformats.org/officeDocument/2006/relationships/customXml" Target="../ink/ink2750.xml"/><Relationship Id="rId14" Type="http://schemas.openxmlformats.org/officeDocument/2006/relationships/image" Target="../media/image2746.png"/><Relationship Id="rId22" Type="http://schemas.openxmlformats.org/officeDocument/2006/relationships/image" Target="../media/image2750.png"/><Relationship Id="rId27" Type="http://schemas.openxmlformats.org/officeDocument/2006/relationships/customXml" Target="../ink/ink2754.xml"/><Relationship Id="rId30" Type="http://schemas.openxmlformats.org/officeDocument/2006/relationships/image" Target="../media/image2754.png"/><Relationship Id="rId35" Type="http://schemas.openxmlformats.org/officeDocument/2006/relationships/customXml" Target="../ink/ink2758.xml"/><Relationship Id="rId43" Type="http://schemas.openxmlformats.org/officeDocument/2006/relationships/customXml" Target="../ink/ink2762.xml"/><Relationship Id="rId48" Type="http://schemas.openxmlformats.org/officeDocument/2006/relationships/image" Target="../media/image2763.png"/><Relationship Id="rId56" Type="http://schemas.openxmlformats.org/officeDocument/2006/relationships/image" Target="../media/image2767.png"/><Relationship Id="rId8" Type="http://schemas.openxmlformats.org/officeDocument/2006/relationships/image" Target="../media/image2743.png"/><Relationship Id="rId51" Type="http://schemas.openxmlformats.org/officeDocument/2006/relationships/customXml" Target="../ink/ink2766.xml"/><Relationship Id="rId3" Type="http://schemas.openxmlformats.org/officeDocument/2006/relationships/customXml" Target="../ink/ink2742.xml"/><Relationship Id="rId12" Type="http://schemas.openxmlformats.org/officeDocument/2006/relationships/image" Target="../media/image2745.png"/><Relationship Id="rId17" Type="http://schemas.openxmlformats.org/officeDocument/2006/relationships/customXml" Target="../ink/ink2749.xml"/><Relationship Id="rId25" Type="http://schemas.openxmlformats.org/officeDocument/2006/relationships/customXml" Target="../ink/ink2753.xml"/><Relationship Id="rId33" Type="http://schemas.openxmlformats.org/officeDocument/2006/relationships/customXml" Target="../ink/ink2757.xml"/><Relationship Id="rId38" Type="http://schemas.openxmlformats.org/officeDocument/2006/relationships/image" Target="../media/image2758.png"/><Relationship Id="rId46" Type="http://schemas.openxmlformats.org/officeDocument/2006/relationships/image" Target="../media/image2762.png"/><Relationship Id="rId59" Type="http://schemas.openxmlformats.org/officeDocument/2006/relationships/customXml" Target="../ink/ink2770.xml"/><Relationship Id="rId20" Type="http://schemas.openxmlformats.org/officeDocument/2006/relationships/image" Target="../media/image2749.png"/><Relationship Id="rId41" Type="http://schemas.openxmlformats.org/officeDocument/2006/relationships/customXml" Target="../ink/ink2761.xml"/><Relationship Id="rId54" Type="http://schemas.openxmlformats.org/officeDocument/2006/relationships/image" Target="../media/image2766.png"/><Relationship Id="rId62" Type="http://schemas.openxmlformats.org/officeDocument/2006/relationships/image" Target="../media/image27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42.png"/><Relationship Id="rId15" Type="http://schemas.openxmlformats.org/officeDocument/2006/relationships/customXml" Target="../ink/ink2748.xml"/><Relationship Id="rId23" Type="http://schemas.openxmlformats.org/officeDocument/2006/relationships/customXml" Target="../ink/ink2752.xml"/><Relationship Id="rId28" Type="http://schemas.openxmlformats.org/officeDocument/2006/relationships/image" Target="../media/image2753.png"/><Relationship Id="rId36" Type="http://schemas.openxmlformats.org/officeDocument/2006/relationships/image" Target="../media/image2757.png"/><Relationship Id="rId49" Type="http://schemas.openxmlformats.org/officeDocument/2006/relationships/customXml" Target="../ink/ink2765.xml"/><Relationship Id="rId57" Type="http://schemas.openxmlformats.org/officeDocument/2006/relationships/customXml" Target="../ink/ink2769.xml"/><Relationship Id="rId10" Type="http://schemas.openxmlformats.org/officeDocument/2006/relationships/image" Target="../media/image2744.png"/><Relationship Id="rId31" Type="http://schemas.openxmlformats.org/officeDocument/2006/relationships/customXml" Target="../ink/ink2756.xml"/><Relationship Id="rId44" Type="http://schemas.openxmlformats.org/officeDocument/2006/relationships/image" Target="../media/image2761.png"/><Relationship Id="rId52" Type="http://schemas.openxmlformats.org/officeDocument/2006/relationships/image" Target="../media/image2765.png"/><Relationship Id="rId60" Type="http://schemas.openxmlformats.org/officeDocument/2006/relationships/image" Target="../media/image2769.png"/><Relationship Id="rId4" Type="http://schemas.openxmlformats.org/officeDocument/2006/relationships/image" Target="../media/image2741.png"/><Relationship Id="rId9" Type="http://schemas.openxmlformats.org/officeDocument/2006/relationships/customXml" Target="../ink/ink274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3.png"/><Relationship Id="rId3" Type="http://schemas.openxmlformats.org/officeDocument/2006/relationships/customXml" Target="../ink/ink2772.xml"/><Relationship Id="rId7" Type="http://schemas.openxmlformats.org/officeDocument/2006/relationships/customXml" Target="../ink/ink277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72.png"/><Relationship Id="rId5" Type="http://schemas.openxmlformats.org/officeDocument/2006/relationships/customXml" Target="../ink/ink2773.xml"/><Relationship Id="rId4" Type="http://schemas.openxmlformats.org/officeDocument/2006/relationships/image" Target="../media/image277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10, 9-29-26, 10-01-26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WEEK 5 ● LECTURE 10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 Phase, Generalized Phase, and ML Intersections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symmetry constraints to the four FIR types and phase-aware Conv1d kernels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generalized phase  →  FIR Types I–IV  →  zero constellations  →  Conv1d bias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0–25 min • Derive generalized linear phase and why practical exact linear-phase rational filters are FIR.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25–50 min • Use symmetry / antisymmetry to classify FIR Types I–IV and their forced endpoint zeros.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50–70 min • Interpret a Conv1d kernel as a trainable FIR and ask how to enforce linear-phase inductive bias.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70–75 min • Bridge to multirate filtering: alias suppression needs magnitude selectivity; linear phase is often desirable for alignment.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868680" y="3657600"/>
            <a:ext cx="1014948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A(ω) is real for the standard real-coefficient linear-phase FIR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Its sign can cause π phase jumps without changing the underlying constant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physically important quantity is τg=α.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7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203" y="1464826"/>
            <a:ext cx="4391314" cy="590428"/>
          </a:xfrm>
          <a:prstGeom prst="rect">
            <a:avLst/>
          </a:prstGeom>
        </p:spPr>
      </p:pic>
      <p:pic>
        <p:nvPicPr>
          <p:cNvPr id="29" name="Picture 28" descr="eq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28" y="2607826"/>
            <a:ext cx="5696664" cy="5904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14:cNvPr>
              <p14:cNvContentPartPr/>
              <p14:nvPr/>
            </p14:nvContentPartPr>
            <p14:xfrm>
              <a:off x="6235342" y="1094576"/>
              <a:ext cx="298440" cy="37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D023129-8F3F-8929-3396-91E34B71E4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6702" y="1085576"/>
                <a:ext cx="316080" cy="39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7BA90E9A-63E9-CF0E-F5CA-9E455D954A01}"/>
              </a:ext>
            </a:extLst>
          </p:cNvPr>
          <p:cNvGrpSpPr/>
          <p:nvPr/>
        </p:nvGrpSpPr>
        <p:grpSpPr>
          <a:xfrm>
            <a:off x="5979742" y="640616"/>
            <a:ext cx="1065240" cy="286920"/>
            <a:chOff x="5979742" y="640616"/>
            <a:chExt cx="106524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14:cNvPr>
                <p14:cNvContentPartPr/>
                <p14:nvPr/>
              </p14:nvContentPartPr>
              <p14:xfrm>
                <a:off x="5979742" y="824936"/>
                <a:ext cx="110520" cy="94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3FD3C52-318F-AD91-C850-1BCF34EB1C8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70742" y="816296"/>
                  <a:ext cx="128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14:cNvPr>
                <p14:cNvContentPartPr/>
                <p14:nvPr/>
              </p14:nvContentPartPr>
              <p14:xfrm>
                <a:off x="6129862" y="838616"/>
                <a:ext cx="64800" cy="64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164C8E9-565C-CE69-6C6B-2BDE7A458E9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121222" y="829976"/>
                  <a:ext cx="82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14:cNvPr>
                <p14:cNvContentPartPr/>
                <p14:nvPr/>
              </p14:nvContentPartPr>
              <p14:xfrm>
                <a:off x="6282502" y="850496"/>
                <a:ext cx="153000" cy="77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E81ED8A-CA77-558D-7341-5BCBB1448C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73502" y="841496"/>
                  <a:ext cx="170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14:cNvPr>
                <p14:cNvContentPartPr/>
                <p14:nvPr/>
              </p14:nvContentPartPr>
              <p14:xfrm>
                <a:off x="6416782" y="808376"/>
                <a:ext cx="101160" cy="106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68A268C-831B-617C-169D-363CE5D889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07782" y="799736"/>
                  <a:ext cx="118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14:cNvPr>
                <p14:cNvContentPartPr/>
                <p14:nvPr/>
              </p14:nvContentPartPr>
              <p14:xfrm>
                <a:off x="6538822" y="696416"/>
                <a:ext cx="66600" cy="211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487E45E-277B-E163-3D2A-B29E0EE92F4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30182" y="687416"/>
                  <a:ext cx="84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14:cNvPr>
                <p14:cNvContentPartPr/>
                <p14:nvPr/>
              </p14:nvContentPartPr>
              <p14:xfrm>
                <a:off x="6518302" y="807296"/>
                <a:ext cx="95400" cy="11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EF6FE8A-7C2D-D867-D50B-EA8C040D0A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09302" y="798656"/>
                  <a:ext cx="113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14:cNvPr>
                <p14:cNvContentPartPr/>
                <p14:nvPr/>
              </p14:nvContentPartPr>
              <p14:xfrm>
                <a:off x="6690022" y="808736"/>
                <a:ext cx="125280" cy="8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95283AF-2A6D-C50E-0749-A10AE9912F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81022" y="800096"/>
                  <a:ext cx="142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14:cNvPr>
                <p14:cNvContentPartPr/>
                <p14:nvPr/>
              </p14:nvContentPartPr>
              <p14:xfrm>
                <a:off x="6815302" y="813056"/>
                <a:ext cx="155880" cy="80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CA70E3-6321-46EB-1AF3-2CE8D67904E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06302" y="804416"/>
                  <a:ext cx="173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14:cNvPr>
                <p14:cNvContentPartPr/>
                <p14:nvPr/>
              </p14:nvContentPartPr>
              <p14:xfrm>
                <a:off x="6963982" y="640616"/>
                <a:ext cx="81000" cy="209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1BFC4E-5C26-CF2F-B3B8-C77AF363915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55342" y="631976"/>
                  <a:ext cx="986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14:cNvPr>
                <p14:cNvContentPartPr/>
                <p14:nvPr/>
              </p14:nvContentPartPr>
              <p14:xfrm>
                <a:off x="6931942" y="731336"/>
                <a:ext cx="101880" cy="7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63ACFD6-D7E5-CE31-C695-D4A483D174C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922942" y="722336"/>
                  <a:ext cx="1195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431C33-EE6D-7E66-EFC7-11A9D906A007}"/>
              </a:ext>
            </a:extLst>
          </p:cNvPr>
          <p:cNvGrpSpPr/>
          <p:nvPr/>
        </p:nvGrpSpPr>
        <p:grpSpPr>
          <a:xfrm>
            <a:off x="8131102" y="915656"/>
            <a:ext cx="1184400" cy="476280"/>
            <a:chOff x="8131102" y="915656"/>
            <a:chExt cx="118440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14:cNvPr>
                <p14:cNvContentPartPr/>
                <p14:nvPr/>
              </p14:nvContentPartPr>
              <p14:xfrm>
                <a:off x="8131102" y="1024016"/>
                <a:ext cx="70560" cy="107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84B8EEA-7495-4C45-1154-314050310C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22102" y="1015376"/>
                  <a:ext cx="882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14:cNvPr>
                <p14:cNvContentPartPr/>
                <p14:nvPr/>
              </p14:nvContentPartPr>
              <p14:xfrm>
                <a:off x="8286982" y="1029776"/>
                <a:ext cx="324720" cy="112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3CC90A0-6574-EB56-AEF7-88C7E12990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78342" y="1020776"/>
                  <a:ext cx="342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14:cNvPr>
                <p14:cNvContentPartPr/>
                <p14:nvPr/>
              </p14:nvContentPartPr>
              <p14:xfrm>
                <a:off x="8553742" y="919616"/>
                <a:ext cx="17640" cy="64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E87510-AB65-F27A-2918-764B9DC6F4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44742" y="910616"/>
                  <a:ext cx="35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14:cNvPr>
                <p14:cNvContentPartPr/>
                <p14:nvPr/>
              </p14:nvContentPartPr>
              <p14:xfrm>
                <a:off x="8677942" y="1047776"/>
                <a:ext cx="110880" cy="8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3A308F-3AF5-CDF8-105E-000633E69FE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69302" y="1038776"/>
                  <a:ext cx="1285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14:cNvPr>
                <p14:cNvContentPartPr/>
                <p14:nvPr/>
              </p14:nvContentPartPr>
              <p14:xfrm>
                <a:off x="8800342" y="915656"/>
                <a:ext cx="134640" cy="206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E76261-F35E-1610-D2C2-6AF0C0FCDAE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91342" y="907016"/>
                  <a:ext cx="1522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14:cNvPr>
                <p14:cNvContentPartPr/>
                <p14:nvPr/>
              </p14:nvContentPartPr>
              <p14:xfrm>
                <a:off x="8915182" y="924656"/>
                <a:ext cx="189360" cy="16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23167F2-4C04-48F6-73BC-2763F3E7D4E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06542" y="915656"/>
                  <a:ext cx="207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14:cNvPr>
                <p14:cNvContentPartPr/>
                <p14:nvPr/>
              </p14:nvContentPartPr>
              <p14:xfrm>
                <a:off x="8607022" y="1323536"/>
                <a:ext cx="34560" cy="68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88717D-A1E3-D076-84DA-4D950A531CF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98022" y="1314896"/>
                  <a:ext cx="52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14:cNvPr>
                <p14:cNvContentPartPr/>
                <p14:nvPr/>
              </p14:nvContentPartPr>
              <p14:xfrm>
                <a:off x="8580382" y="1217336"/>
                <a:ext cx="4680" cy="18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740052-8E33-9C6B-3B6F-98613662A7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71382" y="120833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14:cNvPr>
                <p14:cNvContentPartPr/>
                <p14:nvPr/>
              </p14:nvContentPartPr>
              <p14:xfrm>
                <a:off x="8659942" y="1291496"/>
                <a:ext cx="182520" cy="57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ABB123-A5B0-4031-246D-42E12CCB4D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51302" y="1282496"/>
                  <a:ext cx="200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14:cNvPr>
                <p14:cNvContentPartPr/>
                <p14:nvPr/>
              </p14:nvContentPartPr>
              <p14:xfrm>
                <a:off x="9048022" y="1248296"/>
                <a:ext cx="267480" cy="12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EEF1CD-BF8D-BBB4-F4A2-194CF258105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39382" y="1239656"/>
                  <a:ext cx="2851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6866959-80C5-2D21-8192-68389A5767C0}"/>
              </a:ext>
            </a:extLst>
          </p:cNvPr>
          <p:cNvGrpSpPr/>
          <p:nvPr/>
        </p:nvGrpSpPr>
        <p:grpSpPr>
          <a:xfrm>
            <a:off x="8288062" y="3193736"/>
            <a:ext cx="279720" cy="286200"/>
            <a:chOff x="8288062" y="3193736"/>
            <a:chExt cx="2797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14:cNvPr>
                <p14:cNvContentPartPr/>
                <p14:nvPr/>
              </p14:nvContentPartPr>
              <p14:xfrm>
                <a:off x="8330542" y="3221456"/>
                <a:ext cx="237240" cy="25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018DAF7-3CDE-3662-FF64-5C133EB929E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21542" y="3212816"/>
                  <a:ext cx="2548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14:cNvPr>
                <p14:cNvContentPartPr/>
                <p14:nvPr/>
              </p14:nvContentPartPr>
              <p14:xfrm>
                <a:off x="8288062" y="3193736"/>
                <a:ext cx="129960" cy="75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C7A1E30-D7EB-3F99-B3CB-42D528FC950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79062" y="3184736"/>
                  <a:ext cx="1476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64C6AC3-78A3-8C09-B9F5-85C00ED713A0}"/>
              </a:ext>
            </a:extLst>
          </p:cNvPr>
          <p:cNvGrpSpPr/>
          <p:nvPr/>
        </p:nvGrpSpPr>
        <p:grpSpPr>
          <a:xfrm>
            <a:off x="8797822" y="3349616"/>
            <a:ext cx="1485360" cy="227880"/>
            <a:chOff x="8797822" y="3349616"/>
            <a:chExt cx="148536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14:cNvPr>
                <p14:cNvContentPartPr/>
                <p14:nvPr/>
              </p14:nvContentPartPr>
              <p14:xfrm>
                <a:off x="8797822" y="3469856"/>
                <a:ext cx="93960" cy="107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8FDF0A-4A86-6142-3522-689447A838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89182" y="3461216"/>
                  <a:ext cx="1116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14:cNvPr>
                <p14:cNvContentPartPr/>
                <p14:nvPr/>
              </p14:nvContentPartPr>
              <p14:xfrm>
                <a:off x="8899342" y="3485336"/>
                <a:ext cx="187200" cy="82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533085-8BD7-5982-48F7-3D0BACCFE40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90342" y="3476336"/>
                  <a:ext cx="204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14:cNvPr>
                <p14:cNvContentPartPr/>
                <p14:nvPr/>
              </p14:nvContentPartPr>
              <p14:xfrm>
                <a:off x="9078982" y="3360056"/>
                <a:ext cx="262080" cy="21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6719903-B9E4-C8D4-AF63-D6020C70C6C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069982" y="3351056"/>
                  <a:ext cx="2797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14:cNvPr>
                <p14:cNvContentPartPr/>
                <p14:nvPr/>
              </p14:nvContentPartPr>
              <p14:xfrm>
                <a:off x="9468142" y="3459056"/>
                <a:ext cx="96840" cy="11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3C5018-09C9-E3A5-F4B2-776C091B552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459142" y="3450056"/>
                  <a:ext cx="114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14:cNvPr>
                <p14:cNvContentPartPr/>
                <p14:nvPr/>
              </p14:nvContentPartPr>
              <p14:xfrm>
                <a:off x="9633742" y="3357536"/>
                <a:ext cx="449640" cy="188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B029D2F-8EDA-9797-9D1D-C395A43082D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625102" y="3348536"/>
                  <a:ext cx="467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14:cNvPr>
                <p14:cNvContentPartPr/>
                <p14:nvPr/>
              </p14:nvContentPartPr>
              <p14:xfrm>
                <a:off x="10226302" y="3349616"/>
                <a:ext cx="56880" cy="211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5C13C8F-62AE-6950-01B3-F32F69DC806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217302" y="3340976"/>
                  <a:ext cx="745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14:cNvPr>
                <p14:cNvContentPartPr/>
                <p14:nvPr/>
              </p14:nvContentPartPr>
              <p14:xfrm>
                <a:off x="9951982" y="3509456"/>
                <a:ext cx="28080" cy="25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50C2770-6373-F1EB-7BB3-F0AA566D844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42982" y="3500816"/>
                  <a:ext cx="4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14:cNvPr>
                <p14:cNvContentPartPr/>
                <p14:nvPr/>
              </p14:nvContentPartPr>
              <p14:xfrm>
                <a:off x="10079422" y="3540416"/>
                <a:ext cx="82080" cy="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77DB095-B8E6-6E85-BEC4-4FA46E1645B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70782" y="3531776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88680D3-171B-7ECB-9896-130E264B1BBC}"/>
              </a:ext>
            </a:extLst>
          </p:cNvPr>
          <p:cNvGrpSpPr/>
          <p:nvPr/>
        </p:nvGrpSpPr>
        <p:grpSpPr>
          <a:xfrm>
            <a:off x="9611062" y="3663176"/>
            <a:ext cx="650880" cy="329760"/>
            <a:chOff x="9611062" y="3663176"/>
            <a:chExt cx="6508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14:cNvPr>
                <p14:cNvContentPartPr/>
                <p14:nvPr/>
              </p14:nvContentPartPr>
              <p14:xfrm>
                <a:off x="9611062" y="3663176"/>
                <a:ext cx="198000" cy="329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DD7B7BA-D40C-CB44-091E-3FF1B681A4C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02062" y="3654536"/>
                  <a:ext cx="21564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14:cNvPr>
                <p14:cNvContentPartPr/>
                <p14:nvPr/>
              </p14:nvContentPartPr>
              <p14:xfrm>
                <a:off x="9733822" y="3710696"/>
                <a:ext cx="14760" cy="62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8B7B04F-E4EC-6F6C-CC3C-65345460D1B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725182" y="3701696"/>
                  <a:ext cx="32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14:cNvPr>
                <p14:cNvContentPartPr/>
                <p14:nvPr/>
              </p14:nvContentPartPr>
              <p14:xfrm>
                <a:off x="9812662" y="3671456"/>
                <a:ext cx="150840" cy="226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74C5CA5-8A59-AAB2-728B-F23DB5EB134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803662" y="3662816"/>
                  <a:ext cx="168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14:cNvPr>
                <p14:cNvContentPartPr/>
                <p14:nvPr/>
              </p14:nvContentPartPr>
              <p14:xfrm>
                <a:off x="9946582" y="3678656"/>
                <a:ext cx="315360" cy="223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048156-ABD6-8BD8-E996-12F88FBE687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937582" y="3670016"/>
                  <a:ext cx="333000" cy="24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A0C9420-A7B2-9867-223D-91AC5C306D04}"/>
              </a:ext>
            </a:extLst>
          </p:cNvPr>
          <p:cNvGrpSpPr/>
          <p:nvPr/>
        </p:nvGrpSpPr>
        <p:grpSpPr>
          <a:xfrm>
            <a:off x="10504582" y="3347816"/>
            <a:ext cx="892440" cy="538920"/>
            <a:chOff x="10504582" y="3347816"/>
            <a:chExt cx="892440" cy="53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14:cNvPr>
                <p14:cNvContentPartPr/>
                <p14:nvPr/>
              </p14:nvContentPartPr>
              <p14:xfrm>
                <a:off x="10585582" y="3503336"/>
                <a:ext cx="33120" cy="65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1C0339-DB0F-CF70-F10F-4CBF786F3E4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76942" y="3494336"/>
                  <a:ext cx="50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14:cNvPr>
                <p14:cNvContentPartPr/>
                <p14:nvPr/>
              </p14:nvContentPartPr>
              <p14:xfrm>
                <a:off x="10515382" y="3391736"/>
                <a:ext cx="55440" cy="504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8591707-BFE8-8D4B-3C44-C5A4679881C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506742" y="3382736"/>
                  <a:ext cx="73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14:cNvPr>
                <p14:cNvContentPartPr/>
                <p14:nvPr/>
              </p14:nvContentPartPr>
              <p14:xfrm>
                <a:off x="10665862" y="3380936"/>
                <a:ext cx="115560" cy="27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B3EFD31-856A-F59F-C446-E04A41619B4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56862" y="3372296"/>
                  <a:ext cx="1332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14:cNvPr>
                <p14:cNvContentPartPr/>
                <p14:nvPr/>
              </p14:nvContentPartPr>
              <p14:xfrm>
                <a:off x="10638862" y="3544736"/>
                <a:ext cx="121680" cy="28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EBBA9A7-5E41-B882-8B36-0195D4D7F8B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629862" y="3535736"/>
                  <a:ext cx="1393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14:cNvPr>
                <p14:cNvContentPartPr/>
                <p14:nvPr/>
              </p14:nvContentPartPr>
              <p14:xfrm>
                <a:off x="10993822" y="3396776"/>
                <a:ext cx="70920" cy="137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429BEF-39C9-7920-5A11-76AA6CAC06C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985182" y="3388136"/>
                  <a:ext cx="88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14:cNvPr>
                <p14:cNvContentPartPr/>
                <p14:nvPr/>
              </p14:nvContentPartPr>
              <p14:xfrm>
                <a:off x="10972582" y="3347816"/>
                <a:ext cx="90720" cy="3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39C8C1-63F4-9C84-D271-4E14F5A6E72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963942" y="3339176"/>
                  <a:ext cx="108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14:cNvPr>
                <p14:cNvContentPartPr/>
                <p14:nvPr/>
              </p14:nvContentPartPr>
              <p14:xfrm>
                <a:off x="11004622" y="3423056"/>
                <a:ext cx="51840" cy="2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E58CE1-E4B7-90FD-BFB8-8A2C719ED3F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95622" y="3414056"/>
                  <a:ext cx="69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14:cNvPr>
                <p14:cNvContentPartPr/>
                <p14:nvPr/>
              </p14:nvContentPartPr>
              <p14:xfrm>
                <a:off x="11153302" y="3428816"/>
                <a:ext cx="43200" cy="96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886618-6114-A1A2-DA84-26828D04297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1144662" y="3420176"/>
                  <a:ext cx="608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14:cNvPr>
                <p14:cNvContentPartPr/>
                <p14:nvPr/>
              </p14:nvContentPartPr>
              <p14:xfrm>
                <a:off x="11227822" y="3450056"/>
                <a:ext cx="45360" cy="9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8A79A24-CE4B-6955-E917-49E2B57CEB9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18822" y="3441416"/>
                  <a:ext cx="63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14:cNvPr>
                <p14:cNvContentPartPr/>
                <p14:nvPr/>
              </p14:nvContentPartPr>
              <p14:xfrm>
                <a:off x="11195782" y="3352856"/>
                <a:ext cx="201240" cy="135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03B815-7D7F-C2AF-B880-18E7C620E9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187142" y="3344216"/>
                  <a:ext cx="218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14:cNvPr>
                <p14:cNvContentPartPr/>
                <p14:nvPr/>
              </p14:nvContentPartPr>
              <p14:xfrm>
                <a:off x="10504582" y="3653456"/>
                <a:ext cx="358200" cy="233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FD20203-E3C7-97EB-0AB1-50EE6EB4E75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495942" y="3644816"/>
                  <a:ext cx="375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14:cNvPr>
                <p14:cNvContentPartPr/>
                <p14:nvPr/>
              </p14:nvContentPartPr>
              <p14:xfrm>
                <a:off x="10877902" y="3753176"/>
                <a:ext cx="59400" cy="128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55DB29-CB81-704C-46D4-03CB14EDA58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868902" y="3744176"/>
                  <a:ext cx="7704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12F358E-E835-A513-6D81-84F353AAC9CF}"/>
              </a:ext>
            </a:extLst>
          </p:cNvPr>
          <p:cNvGrpSpPr/>
          <p:nvPr/>
        </p:nvGrpSpPr>
        <p:grpSpPr>
          <a:xfrm>
            <a:off x="10016062" y="4073936"/>
            <a:ext cx="978120" cy="271800"/>
            <a:chOff x="10016062" y="4073936"/>
            <a:chExt cx="97812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14:cNvPr>
                <p14:cNvContentPartPr/>
                <p14:nvPr/>
              </p14:nvContentPartPr>
              <p14:xfrm>
                <a:off x="10016062" y="4146656"/>
                <a:ext cx="110160" cy="128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196DAD8-4D13-BB9D-1D77-B4D05707EB8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007062" y="4137656"/>
                  <a:ext cx="1278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14:cNvPr>
                <p14:cNvContentPartPr/>
                <p14:nvPr/>
              </p14:nvContentPartPr>
              <p14:xfrm>
                <a:off x="10143502" y="4162496"/>
                <a:ext cx="248040" cy="178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CAA9EE8-2739-E473-771C-E64B0CE590F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34502" y="4153856"/>
                  <a:ext cx="265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14:cNvPr>
                <p14:cNvContentPartPr/>
                <p14:nvPr/>
              </p14:nvContentPartPr>
              <p14:xfrm>
                <a:off x="10416742" y="4194536"/>
                <a:ext cx="145440" cy="71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AF5DE87-AA89-B3AA-DA03-6B58CAF476F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408102" y="4185536"/>
                  <a:ext cx="163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14:cNvPr>
                <p14:cNvContentPartPr/>
                <p14:nvPr/>
              </p14:nvContentPartPr>
              <p14:xfrm>
                <a:off x="10483702" y="4073936"/>
                <a:ext cx="5760" cy="26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F66A621-DFB8-05AF-7338-709D9711AF8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474702" y="4064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14:cNvPr>
                <p14:cNvContentPartPr/>
                <p14:nvPr/>
              </p14:nvContentPartPr>
              <p14:xfrm>
                <a:off x="10611142" y="4091576"/>
                <a:ext cx="173880" cy="254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D665CBB-757E-BAD7-57F8-5FD576E1DC4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02502" y="4082936"/>
                  <a:ext cx="191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14:cNvPr>
                <p14:cNvContentPartPr/>
                <p14:nvPr/>
              </p14:nvContentPartPr>
              <p14:xfrm>
                <a:off x="10751542" y="4130456"/>
                <a:ext cx="19440" cy="20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718E8B4-FBF0-DBDE-9C25-ED452345DB1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42902" y="4121816"/>
                  <a:ext cx="370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14:cNvPr>
                <p14:cNvContentPartPr/>
                <p14:nvPr/>
              </p14:nvContentPartPr>
              <p14:xfrm>
                <a:off x="10874302" y="4179056"/>
                <a:ext cx="119880" cy="85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8E8B987-F62F-11A2-FFA4-88EDC5D1A337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865302" y="4170416"/>
                  <a:ext cx="1375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C069683-00AB-F2E2-C5F6-6218E10F2709}"/>
              </a:ext>
            </a:extLst>
          </p:cNvPr>
          <p:cNvGrpSpPr/>
          <p:nvPr/>
        </p:nvGrpSpPr>
        <p:grpSpPr>
          <a:xfrm>
            <a:off x="9925702" y="4460216"/>
            <a:ext cx="1658520" cy="376920"/>
            <a:chOff x="9925702" y="4460216"/>
            <a:chExt cx="165852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14:cNvPr>
                <p14:cNvContentPartPr/>
                <p14:nvPr/>
              </p14:nvContentPartPr>
              <p14:xfrm>
                <a:off x="9925702" y="4571816"/>
                <a:ext cx="118080" cy="139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63F3497-DFCD-C467-4155-D93F05CB4C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916702" y="4563176"/>
                  <a:ext cx="1357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14:cNvPr>
                <p14:cNvContentPartPr/>
                <p14:nvPr/>
              </p14:nvContentPartPr>
              <p14:xfrm>
                <a:off x="10103542" y="4662176"/>
                <a:ext cx="99000" cy="174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F68379-3284-4387-E512-BD2039A7ED4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094542" y="4653176"/>
                  <a:ext cx="116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14:cNvPr>
                <p14:cNvContentPartPr/>
                <p14:nvPr/>
              </p14:nvContentPartPr>
              <p14:xfrm>
                <a:off x="10243582" y="4630496"/>
                <a:ext cx="314640" cy="83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B3D4F9-50A4-EF65-35C5-803B6FBD55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234942" y="4621496"/>
                  <a:ext cx="332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14:cNvPr>
                <p14:cNvContentPartPr/>
                <p14:nvPr/>
              </p14:nvContentPartPr>
              <p14:xfrm>
                <a:off x="10621582" y="4617536"/>
                <a:ext cx="232920" cy="604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E6C506A-318C-0D0F-5071-43F90ADC03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612942" y="4608536"/>
                  <a:ext cx="250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14:cNvPr>
                <p14:cNvContentPartPr/>
                <p14:nvPr/>
              </p14:nvContentPartPr>
              <p14:xfrm>
                <a:off x="10797262" y="4597736"/>
                <a:ext cx="138960" cy="59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5F4A8F8-AF21-37CC-3D19-8780CB47655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788262" y="4589096"/>
                  <a:ext cx="156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14:cNvPr>
                <p14:cNvContentPartPr/>
                <p14:nvPr/>
              </p14:nvContentPartPr>
              <p14:xfrm>
                <a:off x="11008222" y="4576496"/>
                <a:ext cx="99000" cy="137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842A233-1BD3-DAF0-75E3-75342F272FC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999582" y="4567856"/>
                  <a:ext cx="116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14:cNvPr>
                <p14:cNvContentPartPr/>
                <p14:nvPr/>
              </p14:nvContentPartPr>
              <p14:xfrm>
                <a:off x="11065462" y="4460216"/>
                <a:ext cx="132120" cy="238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B92CF1E-C683-0D21-E54D-A59F8D2CCF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056822" y="4451216"/>
                  <a:ext cx="149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14:cNvPr>
                <p14:cNvContentPartPr/>
                <p14:nvPr/>
              </p14:nvContentPartPr>
              <p14:xfrm>
                <a:off x="11179942" y="4543736"/>
                <a:ext cx="148320" cy="111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1F761DC-2867-8041-C0CB-81809701CB7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170942" y="4534736"/>
                  <a:ext cx="165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14:cNvPr>
                <p14:cNvContentPartPr/>
                <p14:nvPr/>
              </p14:nvContentPartPr>
              <p14:xfrm>
                <a:off x="11323582" y="4625096"/>
                <a:ext cx="14760" cy="23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ADE856F-0B1E-DCCC-FC07-C252C1AAFA9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314582" y="4616096"/>
                  <a:ext cx="32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14:cNvPr>
                <p14:cNvContentPartPr/>
                <p14:nvPr/>
              </p14:nvContentPartPr>
              <p14:xfrm>
                <a:off x="11323582" y="4621496"/>
                <a:ext cx="20520" cy="61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152D0D3-2A76-E415-501F-F5828864A3B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314582" y="4612496"/>
                  <a:ext cx="38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14:cNvPr>
                <p14:cNvContentPartPr/>
                <p14:nvPr/>
              </p14:nvContentPartPr>
              <p14:xfrm>
                <a:off x="11286142" y="4465616"/>
                <a:ext cx="27000" cy="64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9902C25-D6FA-FD4C-66E7-C8CD9F3A6A6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277142" y="4456616"/>
                  <a:ext cx="446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14:cNvPr>
                <p14:cNvContentPartPr/>
                <p14:nvPr/>
              </p14:nvContentPartPr>
              <p14:xfrm>
                <a:off x="11365342" y="4519976"/>
                <a:ext cx="90720" cy="143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7611C9D-3623-1940-BF7A-4DED97729FE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1356342" y="4511336"/>
                  <a:ext cx="108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14:cNvPr>
                <p14:cNvContentPartPr/>
                <p14:nvPr/>
              </p14:nvContentPartPr>
              <p14:xfrm>
                <a:off x="11517982" y="4513856"/>
                <a:ext cx="66240" cy="165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18EB1C-2C23-0B18-49F3-5563208984B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509342" y="4505216"/>
                  <a:ext cx="8388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95EE64C-8F8D-8EE8-1E24-8E97BB699E6C}"/>
              </a:ext>
            </a:extLst>
          </p:cNvPr>
          <p:cNvGrpSpPr/>
          <p:nvPr/>
        </p:nvGrpSpPr>
        <p:grpSpPr>
          <a:xfrm>
            <a:off x="7443142" y="1174856"/>
            <a:ext cx="876960" cy="324720"/>
            <a:chOff x="7443142" y="1174856"/>
            <a:chExt cx="876960" cy="32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EDE8325-EC4E-CE93-9271-B0AF5F1D1F37}"/>
                    </a:ext>
                  </a:extLst>
                </p14:cNvPr>
                <p14:cNvContentPartPr/>
                <p14:nvPr/>
              </p14:nvContentPartPr>
              <p14:xfrm>
                <a:off x="7443142" y="1381856"/>
                <a:ext cx="876960" cy="117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EDE8325-EC4E-CE93-9271-B0AF5F1D1F3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34142" y="1373216"/>
                  <a:ext cx="894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6E6FFC8-379B-38A7-54B9-163592803DE6}"/>
                    </a:ext>
                  </a:extLst>
                </p14:cNvPr>
                <p14:cNvContentPartPr/>
                <p14:nvPr/>
              </p14:nvContentPartPr>
              <p14:xfrm>
                <a:off x="7975942" y="1174856"/>
                <a:ext cx="73080" cy="72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6E6FFC8-379B-38A7-54B9-163592803DE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67302" y="1165856"/>
                  <a:ext cx="9072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22EF6E0-DD76-0089-4CF1-31AE1127805A}"/>
              </a:ext>
            </a:extLst>
          </p:cNvPr>
          <p:cNvGrpSpPr/>
          <p:nvPr/>
        </p:nvGrpSpPr>
        <p:grpSpPr>
          <a:xfrm>
            <a:off x="9403702" y="1706216"/>
            <a:ext cx="362520" cy="156240"/>
            <a:chOff x="9403702" y="1706216"/>
            <a:chExt cx="362520" cy="15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65F0D7A-C616-D377-88F9-682E25CE7C8E}"/>
                    </a:ext>
                  </a:extLst>
                </p14:cNvPr>
                <p14:cNvContentPartPr/>
                <p14:nvPr/>
              </p14:nvContentPartPr>
              <p14:xfrm>
                <a:off x="9403702" y="1706216"/>
                <a:ext cx="179280" cy="156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65F0D7A-C616-D377-88F9-682E25CE7C8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395062" y="1697576"/>
                  <a:ext cx="1969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9A807A-941E-18DE-6943-20D5B42E6501}"/>
                    </a:ext>
                  </a:extLst>
                </p14:cNvPr>
                <p14:cNvContentPartPr/>
                <p14:nvPr/>
              </p14:nvContentPartPr>
              <p14:xfrm>
                <a:off x="9738502" y="1738256"/>
                <a:ext cx="1440" cy="2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9A807A-941E-18DE-6943-20D5B42E650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29502" y="1729256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2AF2CFB-F227-333F-B4F1-7AF13DB829C4}"/>
                    </a:ext>
                  </a:extLst>
                </p14:cNvPr>
                <p14:cNvContentPartPr/>
                <p14:nvPr/>
              </p14:nvContentPartPr>
              <p14:xfrm>
                <a:off x="9765862" y="1807376"/>
                <a:ext cx="360" cy="6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2AF2CFB-F227-333F-B4F1-7AF13DB829C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756862" y="179837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D57AFAC-9A8B-31F8-7F14-0ED248CABFBB}"/>
              </a:ext>
            </a:extLst>
          </p:cNvPr>
          <p:cNvGrpSpPr/>
          <p:nvPr/>
        </p:nvGrpSpPr>
        <p:grpSpPr>
          <a:xfrm>
            <a:off x="9986542" y="1567976"/>
            <a:ext cx="1124640" cy="293400"/>
            <a:chOff x="9986542" y="1567976"/>
            <a:chExt cx="112464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C7A6C4C-2203-DABF-0AC8-B16EE92FE107}"/>
                    </a:ext>
                  </a:extLst>
                </p14:cNvPr>
                <p14:cNvContentPartPr/>
                <p14:nvPr/>
              </p14:nvContentPartPr>
              <p14:xfrm>
                <a:off x="9986542" y="1732856"/>
                <a:ext cx="119160" cy="123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C7A6C4C-2203-DABF-0AC8-B16EE92FE10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77902" y="1723856"/>
                  <a:ext cx="1368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2268E97-D06B-6EE7-E8B2-E4E2AE4D30A8}"/>
                    </a:ext>
                  </a:extLst>
                </p14:cNvPr>
                <p14:cNvContentPartPr/>
                <p14:nvPr/>
              </p14:nvContentPartPr>
              <p14:xfrm>
                <a:off x="10143862" y="1768496"/>
                <a:ext cx="95040" cy="75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2268E97-D06B-6EE7-E8B2-E4E2AE4D30A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135222" y="1759496"/>
                  <a:ext cx="112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AF2E809-94D8-A062-24A8-0AAE01832E7F}"/>
                    </a:ext>
                  </a:extLst>
                </p14:cNvPr>
                <p14:cNvContentPartPr/>
                <p14:nvPr/>
              </p14:nvContentPartPr>
              <p14:xfrm>
                <a:off x="10302622" y="1780736"/>
                <a:ext cx="121680" cy="60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AF2E809-94D8-A062-24A8-0AAE01832E7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293982" y="1772096"/>
                  <a:ext cx="139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C3F50B2-E548-432F-D6BC-83E84144CDE1}"/>
                    </a:ext>
                  </a:extLst>
                </p14:cNvPr>
                <p14:cNvContentPartPr/>
                <p14:nvPr/>
              </p14:nvContentPartPr>
              <p14:xfrm>
                <a:off x="10454182" y="1715936"/>
                <a:ext cx="82800" cy="1249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C3F50B2-E548-432F-D6BC-83E84144CDE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45542" y="1706936"/>
                  <a:ext cx="100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D88617D-BFF3-D85C-5C45-1A637E51CFAB}"/>
                    </a:ext>
                  </a:extLst>
                </p14:cNvPr>
                <p14:cNvContentPartPr/>
                <p14:nvPr/>
              </p14:nvContentPartPr>
              <p14:xfrm>
                <a:off x="10574062" y="1567976"/>
                <a:ext cx="67680" cy="293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D88617D-BFF3-D85C-5C45-1A637E51CFA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565062" y="1559336"/>
                  <a:ext cx="853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1FB1B8-2D4E-E4A9-BE5B-411247D6E59F}"/>
                    </a:ext>
                  </a:extLst>
                </p14:cNvPr>
                <p14:cNvContentPartPr/>
                <p14:nvPr/>
              </p14:nvContentPartPr>
              <p14:xfrm>
                <a:off x="10534102" y="1737176"/>
                <a:ext cx="141480" cy="28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1FB1B8-2D4E-E4A9-BE5B-411247D6E59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525102" y="1728176"/>
                  <a:ext cx="159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9E693D7-F0FA-4271-AD55-6040AD34C192}"/>
                    </a:ext>
                  </a:extLst>
                </p14:cNvPr>
                <p14:cNvContentPartPr/>
                <p14:nvPr/>
              </p14:nvContentPartPr>
              <p14:xfrm>
                <a:off x="10738942" y="1712336"/>
                <a:ext cx="109080" cy="1058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9E693D7-F0FA-4271-AD55-6040AD34C19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730302" y="1703336"/>
                  <a:ext cx="126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2B368A7-6CA4-D667-EF35-4353D09E8401}"/>
                    </a:ext>
                  </a:extLst>
                </p14:cNvPr>
                <p14:cNvContentPartPr/>
                <p14:nvPr/>
              </p14:nvContentPartPr>
              <p14:xfrm>
                <a:off x="10887622" y="1738256"/>
                <a:ext cx="158400" cy="119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2B368A7-6CA4-D667-EF35-4353D09E840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878622" y="1729256"/>
                  <a:ext cx="1760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83BB040-053A-E1FB-F8C4-3FF1C1F968BA}"/>
                    </a:ext>
                  </a:extLst>
                </p14:cNvPr>
                <p14:cNvContentPartPr/>
                <p14:nvPr/>
              </p14:nvContentPartPr>
              <p14:xfrm>
                <a:off x="11047102" y="1578056"/>
                <a:ext cx="47160" cy="201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83BB040-053A-E1FB-F8C4-3FF1C1F968B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038102" y="1569416"/>
                  <a:ext cx="64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1A40265-0A5D-0C4A-6E94-307338974D6A}"/>
                    </a:ext>
                  </a:extLst>
                </p14:cNvPr>
                <p14:cNvContentPartPr/>
                <p14:nvPr/>
              </p14:nvContentPartPr>
              <p14:xfrm>
                <a:off x="10984462" y="1667336"/>
                <a:ext cx="126720" cy="18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1A40265-0A5D-0C4A-6E94-307338974D6A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975822" y="1658696"/>
                  <a:ext cx="144360" cy="35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Why exact linear phase points to FIR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777240" y="1417320"/>
            <a:ext cx="1051524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stable causal rational IIR has poles whose phase contributions vary with frequency.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To obtain exact constant group delay over the full usable band, reciprocal pole effects would need exact cancellation; stable causal cancellation reduces to trivial scale/delay behavior in the practical rational setting.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Thus the nontrivial exact linear-phase filters used in DSP are FIR filters with symmetry constraints.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1031786" y="5361068"/>
            <a:ext cx="9692280" cy="9417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243440" y="5413320"/>
            <a:ext cx="9399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Nuance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1243440" y="5742360"/>
            <a:ext cx="93996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Pure delays and trivial scale/delay factors are FIR anyway; “only FIR” should be understood in the standard stable causal rational filter-design context.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31B151-E120-A89B-6F95-174F196B6275}"/>
              </a:ext>
            </a:extLst>
          </p:cNvPr>
          <p:cNvGrpSpPr/>
          <p:nvPr/>
        </p:nvGrpSpPr>
        <p:grpSpPr>
          <a:xfrm>
            <a:off x="892942" y="3285176"/>
            <a:ext cx="478440" cy="227520"/>
            <a:chOff x="892942" y="3285176"/>
            <a:chExt cx="47844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14:cNvPr>
                <p14:cNvContentPartPr/>
                <p14:nvPr/>
              </p14:nvContentPartPr>
              <p14:xfrm>
                <a:off x="931822" y="3333056"/>
                <a:ext cx="61560" cy="179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D56957-2753-D110-9016-28D08942D1C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3182" y="3324416"/>
                  <a:ext cx="792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14:cNvPr>
                <p14:cNvContentPartPr/>
                <p14:nvPr/>
              </p14:nvContentPartPr>
              <p14:xfrm>
                <a:off x="892942" y="3285176"/>
                <a:ext cx="123840" cy="21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2566E8E-AF94-BB83-65F5-E603C01A40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4302" y="3276176"/>
                  <a:ext cx="141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14:cNvPr>
                <p14:cNvContentPartPr/>
                <p14:nvPr/>
              </p14:nvContentPartPr>
              <p14:xfrm>
                <a:off x="951262" y="3396776"/>
                <a:ext cx="106200" cy="11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707DFBA-CDDC-A8F9-9029-FCA5FEAD03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2622" y="3387776"/>
                  <a:ext cx="123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14:cNvPr>
                <p14:cNvContentPartPr/>
                <p14:nvPr/>
              </p14:nvContentPartPr>
              <p14:xfrm>
                <a:off x="1085542" y="3401816"/>
                <a:ext cx="129960" cy="87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7540885-4702-3836-1707-2450D15EFD4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76902" y="3393176"/>
                  <a:ext cx="147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14:cNvPr>
                <p14:cNvContentPartPr/>
                <p14:nvPr/>
              </p14:nvContentPartPr>
              <p14:xfrm>
                <a:off x="1302262" y="3407936"/>
                <a:ext cx="69120" cy="97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39B32D7-6D28-BAB8-F271-864C67FE83C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93622" y="3398936"/>
                  <a:ext cx="8676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F73E127-5FD1-C496-5326-0905AF40CDD2}"/>
              </a:ext>
            </a:extLst>
          </p:cNvPr>
          <p:cNvGrpSpPr/>
          <p:nvPr/>
        </p:nvGrpSpPr>
        <p:grpSpPr>
          <a:xfrm>
            <a:off x="1578022" y="3222536"/>
            <a:ext cx="1762920" cy="270720"/>
            <a:chOff x="1578022" y="3222536"/>
            <a:chExt cx="17629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14:cNvPr>
                <p14:cNvContentPartPr/>
                <p14:nvPr/>
              </p14:nvContentPartPr>
              <p14:xfrm>
                <a:off x="1578022" y="3394256"/>
                <a:ext cx="101880" cy="99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E9230E-E07B-7997-A96E-BBB911FF163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69022" y="3385616"/>
                  <a:ext cx="119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14:cNvPr>
                <p14:cNvContentPartPr/>
                <p14:nvPr/>
              </p14:nvContentPartPr>
              <p14:xfrm>
                <a:off x="1701142" y="3391736"/>
                <a:ext cx="149400" cy="7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5B9E3D-3AFB-776D-3866-8C20204DF91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92142" y="3382736"/>
                  <a:ext cx="167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14:cNvPr>
                <p14:cNvContentPartPr/>
                <p14:nvPr/>
              </p14:nvContentPartPr>
              <p14:xfrm>
                <a:off x="1763422" y="3418016"/>
                <a:ext cx="55080" cy="74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FBF2DB9-8833-DE32-6201-3751CD88260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754422" y="3409376"/>
                  <a:ext cx="72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14:cNvPr>
                <p14:cNvContentPartPr/>
                <p14:nvPr/>
              </p14:nvContentPartPr>
              <p14:xfrm>
                <a:off x="1925782" y="3407576"/>
                <a:ext cx="103320" cy="7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745BC7-55B9-784D-B085-6B567EE6D5E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16782" y="3398576"/>
                  <a:ext cx="120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14:cNvPr>
                <p14:cNvContentPartPr/>
                <p14:nvPr/>
              </p14:nvContentPartPr>
              <p14:xfrm>
                <a:off x="2089222" y="3390296"/>
                <a:ext cx="171000" cy="102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B8A6F5F-C1BA-1409-1B00-886F55ACEC3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80582" y="3381656"/>
                  <a:ext cx="188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14:cNvPr>
                <p14:cNvContentPartPr/>
                <p14:nvPr/>
              </p14:nvContentPartPr>
              <p14:xfrm>
                <a:off x="2179582" y="3263936"/>
                <a:ext cx="122400" cy="213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2620DD-DBC5-80E1-0E20-1DD76130F6F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70582" y="3255296"/>
                  <a:ext cx="1400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14:cNvPr>
                <p14:cNvContentPartPr/>
                <p14:nvPr/>
              </p14:nvContentPartPr>
              <p14:xfrm>
                <a:off x="2174182" y="3370496"/>
                <a:ext cx="101160" cy="20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2D99DC1-4ED8-DC83-9B09-ED19A270CA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65542" y="3361496"/>
                  <a:ext cx="118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14:cNvPr>
                <p14:cNvContentPartPr/>
                <p14:nvPr/>
              </p14:nvContentPartPr>
              <p14:xfrm>
                <a:off x="2478382" y="3222536"/>
                <a:ext cx="234720" cy="265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5BE755-1CB4-A819-C25E-98333A311BE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69742" y="3213536"/>
                  <a:ext cx="2523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14:cNvPr>
                <p14:cNvContentPartPr/>
                <p14:nvPr/>
              </p14:nvContentPartPr>
              <p14:xfrm>
                <a:off x="2604742" y="3258536"/>
                <a:ext cx="32760" cy="62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22A86B-7237-F907-9638-039B253F382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96102" y="3249896"/>
                  <a:ext cx="50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14:cNvPr>
                <p14:cNvContentPartPr/>
                <p14:nvPr/>
              </p14:nvContentPartPr>
              <p14:xfrm>
                <a:off x="2721742" y="3396416"/>
                <a:ext cx="180720" cy="5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18974F-214B-8BCF-D0F5-558B42AAB7D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13102" y="3387776"/>
                  <a:ext cx="1983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14:cNvPr>
                <p14:cNvContentPartPr/>
                <p14:nvPr/>
              </p14:nvContentPartPr>
              <p14:xfrm>
                <a:off x="2875822" y="3317576"/>
                <a:ext cx="205560" cy="154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F62CC8-EB58-E047-9280-092A6DAFF2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67182" y="3308936"/>
                  <a:ext cx="2232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14:cNvPr>
                <p14:cNvContentPartPr/>
                <p14:nvPr/>
              </p14:nvContentPartPr>
              <p14:xfrm>
                <a:off x="3111982" y="3342416"/>
                <a:ext cx="228960" cy="137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5A80E2-DFF3-762B-69DE-A94A11F0903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02982" y="3333776"/>
                  <a:ext cx="24660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F3D4E4-38E9-5E0E-EFC9-9266DB8BB897}"/>
              </a:ext>
            </a:extLst>
          </p:cNvPr>
          <p:cNvGrpSpPr/>
          <p:nvPr/>
        </p:nvGrpSpPr>
        <p:grpSpPr>
          <a:xfrm>
            <a:off x="3551182" y="3267536"/>
            <a:ext cx="718920" cy="315360"/>
            <a:chOff x="3551182" y="3267536"/>
            <a:chExt cx="71892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14:cNvPr>
                <p14:cNvContentPartPr/>
                <p14:nvPr/>
              </p14:nvContentPartPr>
              <p14:xfrm>
                <a:off x="3551182" y="3379136"/>
                <a:ext cx="128520" cy="203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A781FAA-718A-AACF-899F-3FBC3E4031F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42182" y="3370136"/>
                  <a:ext cx="146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14:cNvPr>
                <p14:cNvContentPartPr/>
                <p14:nvPr/>
              </p14:nvContentPartPr>
              <p14:xfrm>
                <a:off x="3668182" y="3267536"/>
                <a:ext cx="265680" cy="209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ABDC54-B24F-EF28-95D6-7A0A01EE04A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659182" y="3258536"/>
                  <a:ext cx="283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14:cNvPr>
                <p14:cNvContentPartPr/>
                <p14:nvPr/>
              </p14:nvContentPartPr>
              <p14:xfrm>
                <a:off x="3911182" y="3369776"/>
                <a:ext cx="108360" cy="932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D134D22-53F8-BB19-F7FE-E57AE012B8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02542" y="3360776"/>
                  <a:ext cx="126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14:cNvPr>
                <p14:cNvContentPartPr/>
                <p14:nvPr/>
              </p14:nvContentPartPr>
              <p14:xfrm>
                <a:off x="4060582" y="3331976"/>
                <a:ext cx="209520" cy="13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D3F794-46ED-4761-7201-5D034DAEA8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51582" y="3323336"/>
                  <a:ext cx="22716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606146-C6D5-DFE6-F60F-DC4319CC9FB4}"/>
              </a:ext>
            </a:extLst>
          </p:cNvPr>
          <p:cNvGrpSpPr/>
          <p:nvPr/>
        </p:nvGrpSpPr>
        <p:grpSpPr>
          <a:xfrm>
            <a:off x="4577902" y="3150536"/>
            <a:ext cx="1654560" cy="312120"/>
            <a:chOff x="4577902" y="3150536"/>
            <a:chExt cx="165456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14:cNvPr>
                <p14:cNvContentPartPr/>
                <p14:nvPr/>
              </p14:nvContentPartPr>
              <p14:xfrm>
                <a:off x="4577902" y="3321536"/>
                <a:ext cx="199800" cy="112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C899118-C851-44A0-8DDC-AAD9EB2B37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569262" y="3312896"/>
                  <a:ext cx="217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14:cNvPr>
                <p14:cNvContentPartPr/>
                <p14:nvPr/>
              </p14:nvContentPartPr>
              <p14:xfrm>
                <a:off x="4809742" y="3307136"/>
                <a:ext cx="186840" cy="13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A2F7E21-798B-0A42-5980-67773B20E8C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01102" y="3298496"/>
                  <a:ext cx="204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14:cNvPr>
                <p14:cNvContentPartPr/>
                <p14:nvPr/>
              </p14:nvContentPartPr>
              <p14:xfrm>
                <a:off x="5139142" y="3349616"/>
                <a:ext cx="246600" cy="113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12572D-871B-4181-D4B4-4537549C3E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30502" y="3340976"/>
                  <a:ext cx="264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14:cNvPr>
                <p14:cNvContentPartPr/>
                <p14:nvPr/>
              </p14:nvContentPartPr>
              <p14:xfrm>
                <a:off x="5379262" y="3314336"/>
                <a:ext cx="22860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295805F-8AE5-D582-A771-4B1E399F167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70262" y="3305696"/>
                  <a:ext cx="246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14:cNvPr>
                <p14:cNvContentPartPr/>
                <p14:nvPr/>
              </p14:nvContentPartPr>
              <p14:xfrm>
                <a:off x="5648902" y="3150536"/>
                <a:ext cx="123840" cy="290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B0F0228-8E4E-D3F4-77EB-FF400901B63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39902" y="3141896"/>
                  <a:ext cx="1414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14:cNvPr>
                <p14:cNvContentPartPr/>
                <p14:nvPr/>
              </p14:nvContentPartPr>
              <p14:xfrm>
                <a:off x="5970022" y="3184376"/>
                <a:ext cx="109440" cy="209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B3C135-6187-9705-5D3B-C6335FD8F2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61022" y="3175376"/>
                  <a:ext cx="1270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14:cNvPr>
                <p14:cNvContentPartPr/>
                <p14:nvPr/>
              </p14:nvContentPartPr>
              <p14:xfrm>
                <a:off x="5975062" y="3311456"/>
                <a:ext cx="106920" cy="16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D85DE2D-8B1C-2DCA-A853-75141215937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66062" y="3302456"/>
                  <a:ext cx="124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14:cNvPr>
                <p14:cNvContentPartPr/>
                <p14:nvPr/>
              </p14:nvContentPartPr>
              <p14:xfrm>
                <a:off x="6136702" y="3335936"/>
                <a:ext cx="95760" cy="56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5F4986-2A93-BCA3-9F6A-50CF64EBE68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27702" y="3326936"/>
                  <a:ext cx="1134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18D6E56-6DBB-F521-D418-256DDC95C92B}"/>
              </a:ext>
            </a:extLst>
          </p:cNvPr>
          <p:cNvGrpSpPr/>
          <p:nvPr/>
        </p:nvGrpSpPr>
        <p:grpSpPr>
          <a:xfrm>
            <a:off x="6453862" y="3152336"/>
            <a:ext cx="1520640" cy="250560"/>
            <a:chOff x="6453862" y="3152336"/>
            <a:chExt cx="152064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14:cNvPr>
                <p14:cNvContentPartPr/>
                <p14:nvPr/>
              </p14:nvContentPartPr>
              <p14:xfrm>
                <a:off x="6453862" y="3152336"/>
                <a:ext cx="186840" cy="24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8624B9-BF1B-2645-1285-B9A4A24935E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44862" y="3143696"/>
                  <a:ext cx="2044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14:cNvPr>
                <p14:cNvContentPartPr/>
                <p14:nvPr/>
              </p14:nvContentPartPr>
              <p14:xfrm>
                <a:off x="6666622" y="3316496"/>
                <a:ext cx="140400" cy="86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BC4ABE-1034-BCAE-B658-AF99F7E65F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57622" y="3307856"/>
                  <a:ext cx="158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14:cNvPr>
                <p14:cNvContentPartPr/>
                <p14:nvPr/>
              </p14:nvContentPartPr>
              <p14:xfrm>
                <a:off x="6984502" y="3304616"/>
                <a:ext cx="113400" cy="82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12729A1-5815-69F4-C855-391FABAF1D3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75502" y="3295616"/>
                  <a:ext cx="131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14:cNvPr>
                <p14:cNvContentPartPr/>
                <p14:nvPr/>
              </p14:nvContentPartPr>
              <p14:xfrm>
                <a:off x="7080982" y="3157736"/>
                <a:ext cx="162000" cy="218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71B9DD1-8D37-F8BD-8472-C8CA9519182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072342" y="3148736"/>
                  <a:ext cx="1796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14:cNvPr>
                <p14:cNvContentPartPr/>
                <p14:nvPr/>
              </p14:nvContentPartPr>
              <p14:xfrm>
                <a:off x="7222822" y="3175736"/>
                <a:ext cx="305640" cy="222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8BC2A8-7A42-00A0-A550-A1FB4349431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14182" y="3166736"/>
                  <a:ext cx="323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14:cNvPr>
                <p14:cNvContentPartPr/>
                <p14:nvPr/>
              </p14:nvContentPartPr>
              <p14:xfrm>
                <a:off x="7726462" y="3189416"/>
                <a:ext cx="88920" cy="201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304D3B9-B165-16DD-6337-9DDDBD284E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17462" y="3180776"/>
                  <a:ext cx="106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14:cNvPr>
                <p14:cNvContentPartPr/>
                <p14:nvPr/>
              </p14:nvContentPartPr>
              <p14:xfrm>
                <a:off x="7676782" y="3311456"/>
                <a:ext cx="154080" cy="16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E65F7F3-6B99-4A68-7772-04A158F92F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68142" y="3302816"/>
                  <a:ext cx="171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14:cNvPr>
                <p14:cNvContentPartPr/>
                <p14:nvPr/>
              </p14:nvContentPartPr>
              <p14:xfrm>
                <a:off x="7878382" y="3302096"/>
                <a:ext cx="96120" cy="64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69A0AC5-F05E-6BDC-81B0-826B18DCD0A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9742" y="3293096"/>
                  <a:ext cx="1137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CFDE87-39D4-05DB-C558-7F1C4DBCBA8C}"/>
              </a:ext>
            </a:extLst>
          </p:cNvPr>
          <p:cNvGrpSpPr/>
          <p:nvPr/>
        </p:nvGrpSpPr>
        <p:grpSpPr>
          <a:xfrm>
            <a:off x="8213542" y="3152336"/>
            <a:ext cx="1275480" cy="279360"/>
            <a:chOff x="8213542" y="3152336"/>
            <a:chExt cx="127548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14:cNvPr>
                <p14:cNvContentPartPr/>
                <p14:nvPr/>
              </p14:nvContentPartPr>
              <p14:xfrm>
                <a:off x="8213542" y="3152336"/>
                <a:ext cx="150480" cy="208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03EA0B-C294-ACB6-F88A-B4FF684B637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04542" y="3143696"/>
                  <a:ext cx="1681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14:cNvPr>
                <p14:cNvContentPartPr/>
                <p14:nvPr/>
              </p14:nvContentPartPr>
              <p14:xfrm>
                <a:off x="8384182" y="3249536"/>
                <a:ext cx="233280" cy="121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D0516B2-1792-5C3C-D8AE-1D9CADFD350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375542" y="3240536"/>
                  <a:ext cx="250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14:cNvPr>
                <p14:cNvContentPartPr/>
                <p14:nvPr/>
              </p14:nvContentPartPr>
              <p14:xfrm>
                <a:off x="8668582" y="3279056"/>
                <a:ext cx="123840" cy="104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CA85269-7B0C-168A-FC2F-7379C4D0A2E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59942" y="3270056"/>
                  <a:ext cx="141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14:cNvPr>
                <p14:cNvContentPartPr/>
                <p14:nvPr/>
              </p14:nvContentPartPr>
              <p14:xfrm>
                <a:off x="8782342" y="3157736"/>
                <a:ext cx="95040" cy="199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961F04-6CDB-720B-A07D-7BA094DA573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73342" y="3148736"/>
                  <a:ext cx="1126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14:cNvPr>
                <p14:cNvContentPartPr/>
                <p14:nvPr/>
              </p14:nvContentPartPr>
              <p14:xfrm>
                <a:off x="8858302" y="3267176"/>
                <a:ext cx="124200" cy="83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C4C331-1663-7010-DC00-B24174260F1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49302" y="3258536"/>
                  <a:ext cx="141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14:cNvPr>
                <p14:cNvContentPartPr/>
                <p14:nvPr/>
              </p14:nvContentPartPr>
              <p14:xfrm>
                <a:off x="9159622" y="3263576"/>
                <a:ext cx="164160" cy="53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866993E-5AB7-F61E-E784-E729090E457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150982" y="3254936"/>
                  <a:ext cx="181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14:cNvPr>
                <p14:cNvContentPartPr/>
                <p14:nvPr/>
              </p14:nvContentPartPr>
              <p14:xfrm>
                <a:off x="9318742" y="3209576"/>
                <a:ext cx="170280" cy="222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F5D528-6BF6-C91A-AA28-B7014997DEA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309742" y="3200576"/>
                  <a:ext cx="187920" cy="23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2C88F40-1E5B-B41B-1564-437632736DB7}"/>
              </a:ext>
            </a:extLst>
          </p:cNvPr>
          <p:cNvGrpSpPr/>
          <p:nvPr/>
        </p:nvGrpSpPr>
        <p:grpSpPr>
          <a:xfrm>
            <a:off x="1063222" y="3706736"/>
            <a:ext cx="1016280" cy="465840"/>
            <a:chOff x="1063222" y="3706736"/>
            <a:chExt cx="101628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14:cNvPr>
                <p14:cNvContentPartPr/>
                <p14:nvPr/>
              </p14:nvContentPartPr>
              <p14:xfrm>
                <a:off x="1063222" y="3853976"/>
                <a:ext cx="112680" cy="318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5366331-E3CE-8710-8E04-972F63A5342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54222" y="3845336"/>
                  <a:ext cx="1303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14:cNvPr>
                <p14:cNvContentPartPr/>
                <p14:nvPr/>
              </p14:nvContentPartPr>
              <p14:xfrm>
                <a:off x="1137382" y="4019936"/>
                <a:ext cx="88200" cy="3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7CC3C5-6D1D-B76C-9E10-C15D15CA542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128742" y="4011296"/>
                  <a:ext cx="105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14:cNvPr>
                <p14:cNvContentPartPr/>
                <p14:nvPr/>
              </p14:nvContentPartPr>
              <p14:xfrm>
                <a:off x="1182382" y="3922016"/>
                <a:ext cx="88560" cy="19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1FD3734-C5C1-8406-A10D-549E61374D6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73382" y="3913016"/>
                  <a:ext cx="106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14:cNvPr>
                <p14:cNvContentPartPr/>
                <p14:nvPr/>
              </p14:nvContentPartPr>
              <p14:xfrm>
                <a:off x="1317742" y="3838856"/>
                <a:ext cx="126000" cy="280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0241EB7-0B26-8574-1117-E237F036FE7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308742" y="3829856"/>
                  <a:ext cx="143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14:cNvPr>
                <p14:cNvContentPartPr/>
                <p14:nvPr/>
              </p14:nvContentPartPr>
              <p14:xfrm>
                <a:off x="1435102" y="3986456"/>
                <a:ext cx="176760" cy="127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334BFD0-0DD0-E262-B6FB-1EBF8791BE7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26462" y="3977816"/>
                  <a:ext cx="194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14:cNvPr>
                <p14:cNvContentPartPr/>
                <p14:nvPr/>
              </p14:nvContentPartPr>
              <p14:xfrm>
                <a:off x="1547782" y="3827696"/>
                <a:ext cx="122040" cy="202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43529A-495E-EEFD-61CF-0E2D33641A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538782" y="3818696"/>
                  <a:ext cx="1396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14:cNvPr>
                <p14:cNvContentPartPr/>
                <p14:nvPr/>
              </p14:nvContentPartPr>
              <p14:xfrm>
                <a:off x="1499182" y="3706736"/>
                <a:ext cx="5760" cy="18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AA5924-1A53-22A5-E109-F5A13FA74A4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90182" y="3697736"/>
                  <a:ext cx="23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14:cNvPr>
                <p14:cNvContentPartPr/>
                <p14:nvPr/>
              </p14:nvContentPartPr>
              <p14:xfrm>
                <a:off x="1636702" y="3761096"/>
                <a:ext cx="219960" cy="83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243B69-BD16-67F5-5E9F-115597A3D2D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627702" y="3752456"/>
                  <a:ext cx="237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14:cNvPr>
                <p14:cNvContentPartPr/>
                <p14:nvPr/>
              </p14:nvContentPartPr>
              <p14:xfrm>
                <a:off x="1940182" y="3806096"/>
                <a:ext cx="139320" cy="329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9455C28-3D39-2249-CC2D-861FD7AC1F2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931542" y="3797456"/>
                  <a:ext cx="156960" cy="34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487E679-B903-3160-5490-77F93540E5F7}"/>
              </a:ext>
            </a:extLst>
          </p:cNvPr>
          <p:cNvGrpSpPr/>
          <p:nvPr/>
        </p:nvGrpSpPr>
        <p:grpSpPr>
          <a:xfrm>
            <a:off x="2354902" y="3834176"/>
            <a:ext cx="621720" cy="219240"/>
            <a:chOff x="2354902" y="3834176"/>
            <a:chExt cx="62172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14:cNvPr>
                <p14:cNvContentPartPr/>
                <p14:nvPr/>
              </p14:nvContentPartPr>
              <p14:xfrm>
                <a:off x="2419702" y="3992216"/>
                <a:ext cx="14040" cy="46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6F3808C-29DF-6BC1-5C86-ACAE12D16DE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411062" y="3983576"/>
                  <a:ext cx="31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14:cNvPr>
                <p14:cNvContentPartPr/>
                <p14:nvPr/>
              </p14:nvContentPartPr>
              <p14:xfrm>
                <a:off x="2354902" y="3866576"/>
                <a:ext cx="4680" cy="18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C425990-E4CA-66B8-D618-EEF8454D84F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46262" y="3857936"/>
                  <a:ext cx="22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14:cNvPr>
                <p14:cNvContentPartPr/>
                <p14:nvPr/>
              </p14:nvContentPartPr>
              <p14:xfrm>
                <a:off x="2504302" y="3992216"/>
                <a:ext cx="157320" cy="61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821011C-34FC-A969-077B-3C1F34FA999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495662" y="3983576"/>
                  <a:ext cx="174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14:cNvPr>
                <p14:cNvContentPartPr/>
                <p14:nvPr/>
              </p14:nvContentPartPr>
              <p14:xfrm>
                <a:off x="2663422" y="3834176"/>
                <a:ext cx="80640" cy="207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2EB88EB-90A0-A02B-D5C6-724C6613C57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54422" y="3825176"/>
                  <a:ext cx="982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14:cNvPr>
                <p14:cNvContentPartPr/>
                <p14:nvPr/>
              </p14:nvContentPartPr>
              <p14:xfrm>
                <a:off x="2621302" y="3943616"/>
                <a:ext cx="164520" cy="22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B5F8C3B-BF22-FD3B-E18A-61D88A315E9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612662" y="3934976"/>
                  <a:ext cx="182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14:cNvPr>
                <p14:cNvContentPartPr/>
                <p14:nvPr/>
              </p14:nvContentPartPr>
              <p14:xfrm>
                <a:off x="2847382" y="3943256"/>
                <a:ext cx="129240" cy="97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0F6150B-7728-929C-F264-B8F760713BA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838382" y="3934616"/>
                  <a:ext cx="14688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8218D77-AE61-E202-B956-C917768C8D7D}"/>
              </a:ext>
            </a:extLst>
          </p:cNvPr>
          <p:cNvGrpSpPr/>
          <p:nvPr/>
        </p:nvGrpSpPr>
        <p:grpSpPr>
          <a:xfrm>
            <a:off x="3642262" y="3729776"/>
            <a:ext cx="787680" cy="368640"/>
            <a:chOff x="3642262" y="3729776"/>
            <a:chExt cx="78768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14:cNvPr>
                <p14:cNvContentPartPr/>
                <p14:nvPr/>
              </p14:nvContentPartPr>
              <p14:xfrm>
                <a:off x="3694102" y="3815456"/>
                <a:ext cx="11160" cy="2829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0664C2D-268A-2C80-17F2-8BE1990296D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85462" y="3806456"/>
                  <a:ext cx="288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14:cNvPr>
                <p14:cNvContentPartPr/>
                <p14:nvPr/>
              </p14:nvContentPartPr>
              <p14:xfrm>
                <a:off x="3717142" y="3828776"/>
                <a:ext cx="171720" cy="229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75A0302-B234-A9BC-D2AC-BCAE99D1CB1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08142" y="3819776"/>
                  <a:ext cx="1893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14:cNvPr>
                <p14:cNvContentPartPr/>
                <p14:nvPr/>
              </p14:nvContentPartPr>
              <p14:xfrm>
                <a:off x="3642262" y="3965576"/>
                <a:ext cx="201600" cy="21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7055D6-1B58-2D5E-6DE6-D8EF33CDE43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633262" y="3956576"/>
                  <a:ext cx="21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14:cNvPr>
                <p14:cNvContentPartPr/>
                <p14:nvPr/>
              </p14:nvContentPartPr>
              <p14:xfrm>
                <a:off x="3895702" y="3729776"/>
                <a:ext cx="122760" cy="321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C319187-E9D3-489F-E6C4-1C1B210CCD3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887062" y="3721136"/>
                  <a:ext cx="1404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14:cNvPr>
                <p14:cNvContentPartPr/>
                <p14:nvPr/>
              </p14:nvContentPartPr>
              <p14:xfrm>
                <a:off x="4023862" y="3890696"/>
                <a:ext cx="229680" cy="113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C9A4017-A02F-E7CF-2FF5-EF226E00A41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15222" y="3881696"/>
                  <a:ext cx="247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14:cNvPr>
                <p14:cNvContentPartPr/>
                <p14:nvPr/>
              </p14:nvContentPartPr>
              <p14:xfrm>
                <a:off x="4242382" y="3779816"/>
                <a:ext cx="187560" cy="312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060BEDC-F7FB-F8EC-00AE-0B2A867537C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33382" y="3770816"/>
                  <a:ext cx="20520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2B009A1-ADBB-B716-122D-8B1F65258BE7}"/>
              </a:ext>
            </a:extLst>
          </p:cNvPr>
          <p:cNvGrpSpPr/>
          <p:nvPr/>
        </p:nvGrpSpPr>
        <p:grpSpPr>
          <a:xfrm>
            <a:off x="4798942" y="3691976"/>
            <a:ext cx="1582560" cy="319320"/>
            <a:chOff x="4798942" y="3691976"/>
            <a:chExt cx="158256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14:cNvPr>
                <p14:cNvContentPartPr/>
                <p14:nvPr/>
              </p14:nvContentPartPr>
              <p14:xfrm>
                <a:off x="4798942" y="3873776"/>
                <a:ext cx="270720" cy="137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EEF64EA-165D-07D9-A0D7-BDFE92DACC9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89942" y="3864776"/>
                  <a:ext cx="2883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14:cNvPr>
                <p14:cNvContentPartPr/>
                <p14:nvPr/>
              </p14:nvContentPartPr>
              <p14:xfrm>
                <a:off x="5059582" y="3749216"/>
                <a:ext cx="316080" cy="244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331E7C-7C5A-D418-36C6-01673923884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050582" y="3740216"/>
                  <a:ext cx="333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14:cNvPr>
                <p14:cNvContentPartPr/>
                <p14:nvPr/>
              </p14:nvContentPartPr>
              <p14:xfrm>
                <a:off x="5470342" y="3847136"/>
                <a:ext cx="139320" cy="114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F49BACF-A313-18CD-5BFA-386600CD32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61342" y="3838136"/>
                  <a:ext cx="156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14:cNvPr>
                <p14:cNvContentPartPr/>
                <p14:nvPr/>
              </p14:nvContentPartPr>
              <p14:xfrm>
                <a:off x="5656102" y="3691976"/>
                <a:ext cx="419760" cy="25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3324D46-9A56-3991-248F-2BAAF9CBBC89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47102" y="3682976"/>
                  <a:ext cx="4374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14:cNvPr>
                <p14:cNvContentPartPr/>
                <p14:nvPr/>
              </p14:nvContentPartPr>
              <p14:xfrm>
                <a:off x="6093142" y="3849296"/>
                <a:ext cx="109800" cy="127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C1D4028-E707-41A9-CC02-6C467043D0A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84502" y="3840656"/>
                  <a:ext cx="127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14:cNvPr>
                <p14:cNvContentPartPr/>
                <p14:nvPr/>
              </p14:nvContentPartPr>
              <p14:xfrm>
                <a:off x="6252622" y="3706376"/>
                <a:ext cx="128880" cy="24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50211AF-C00C-A224-2391-7C86478FE05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243622" y="3697376"/>
                  <a:ext cx="1465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3F686E7-ED96-8A7B-A0EB-95674A999B5F}"/>
              </a:ext>
            </a:extLst>
          </p:cNvPr>
          <p:cNvGrpSpPr/>
          <p:nvPr/>
        </p:nvGrpSpPr>
        <p:grpSpPr>
          <a:xfrm>
            <a:off x="6917542" y="3686936"/>
            <a:ext cx="728280" cy="255240"/>
            <a:chOff x="6917542" y="3686936"/>
            <a:chExt cx="72828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14:cNvPr>
                <p14:cNvContentPartPr/>
                <p14:nvPr/>
              </p14:nvContentPartPr>
              <p14:xfrm>
                <a:off x="6917542" y="3686936"/>
                <a:ext cx="119880" cy="255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80D519-36D6-D123-DA34-917E2EA2411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08902" y="3677936"/>
                  <a:ext cx="1375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14:cNvPr>
                <p14:cNvContentPartPr/>
                <p14:nvPr/>
              </p14:nvContentPartPr>
              <p14:xfrm>
                <a:off x="6958942" y="3817256"/>
                <a:ext cx="141840" cy="47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6BCE39-3439-4043-7125-0B3AE54204D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949942" y="3808616"/>
                  <a:ext cx="159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14:cNvPr>
                <p14:cNvContentPartPr/>
                <p14:nvPr/>
              </p14:nvContentPartPr>
              <p14:xfrm>
                <a:off x="7087462" y="3859376"/>
                <a:ext cx="38880" cy="66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D81207-B797-3DD0-EEF6-3672E9F1634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78462" y="3850736"/>
                  <a:ext cx="565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14:cNvPr>
                <p14:cNvContentPartPr/>
                <p14:nvPr/>
              </p14:nvContentPartPr>
              <p14:xfrm>
                <a:off x="7041742" y="3699896"/>
                <a:ext cx="2520" cy="4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82BC7C5-CC6F-F508-09B0-F4225F6E0F4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33102" y="3691256"/>
                  <a:ext cx="201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14:cNvPr>
                <p14:cNvContentPartPr/>
                <p14:nvPr/>
              </p14:nvContentPartPr>
              <p14:xfrm>
                <a:off x="7166302" y="3792416"/>
                <a:ext cx="384120" cy="130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797C5CE-8085-A036-DB80-FC6E73BFEC0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157302" y="3783776"/>
                  <a:ext cx="40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14:cNvPr>
                <p14:cNvContentPartPr/>
                <p14:nvPr/>
              </p14:nvContentPartPr>
              <p14:xfrm>
                <a:off x="7529182" y="3776936"/>
                <a:ext cx="116640" cy="136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529636-73F6-BBDD-B9A8-4E7E4F7AB79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520182" y="3768296"/>
                  <a:ext cx="13428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4D1CF92-E81A-F41B-E4EE-C1D0411246B7}"/>
              </a:ext>
            </a:extLst>
          </p:cNvPr>
          <p:cNvGrpSpPr/>
          <p:nvPr/>
        </p:nvGrpSpPr>
        <p:grpSpPr>
          <a:xfrm>
            <a:off x="8122102" y="3509816"/>
            <a:ext cx="659520" cy="456480"/>
            <a:chOff x="8122102" y="3509816"/>
            <a:chExt cx="65952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14:cNvPr>
                <p14:cNvContentPartPr/>
                <p14:nvPr/>
              </p14:nvContentPartPr>
              <p14:xfrm>
                <a:off x="8122102" y="3826256"/>
                <a:ext cx="158400" cy="140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E3DDC5-AD51-C148-47F6-3A5EB3C8B1C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113102" y="3817616"/>
                  <a:ext cx="176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14:cNvPr>
                <p14:cNvContentPartPr/>
                <p14:nvPr/>
              </p14:nvContentPartPr>
              <p14:xfrm>
                <a:off x="8401462" y="3646616"/>
                <a:ext cx="99360" cy="187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51E000F-064C-37E0-DBCB-620664BC6DA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392462" y="3637976"/>
                  <a:ext cx="117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14:cNvPr>
                <p14:cNvContentPartPr/>
                <p14:nvPr/>
              </p14:nvContentPartPr>
              <p14:xfrm>
                <a:off x="8366902" y="3513056"/>
                <a:ext cx="11880" cy="27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96E0474-C581-5304-7DA2-B57738C898D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357902" y="3504416"/>
                  <a:ext cx="29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14:cNvPr>
                <p14:cNvContentPartPr/>
                <p14:nvPr/>
              </p14:nvContentPartPr>
              <p14:xfrm>
                <a:off x="8547622" y="3509816"/>
                <a:ext cx="96120" cy="23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88D0797-D7FC-57FC-55D4-35F46D886DD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538982" y="3501176"/>
                  <a:ext cx="113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14:cNvPr>
                <p14:cNvContentPartPr/>
                <p14:nvPr/>
              </p14:nvContentPartPr>
              <p14:xfrm>
                <a:off x="8669662" y="3550856"/>
                <a:ext cx="111960" cy="245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1E3510F-D3D0-CDCE-BD4A-44BF59B5BF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661022" y="3541856"/>
                  <a:ext cx="12960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424EF92-4A4C-1EA5-CB04-7C6C8EBEEF33}"/>
              </a:ext>
            </a:extLst>
          </p:cNvPr>
          <p:cNvGrpSpPr/>
          <p:nvPr/>
        </p:nvGrpSpPr>
        <p:grpSpPr>
          <a:xfrm>
            <a:off x="8846422" y="3530336"/>
            <a:ext cx="761760" cy="221040"/>
            <a:chOff x="8846422" y="3530336"/>
            <a:chExt cx="76176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14:cNvPr>
                <p14:cNvContentPartPr/>
                <p14:nvPr/>
              </p14:nvContentPartPr>
              <p14:xfrm>
                <a:off x="8846422" y="3667856"/>
                <a:ext cx="135000" cy="6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2AB4BDA-C632-16DB-7931-640D8064935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837782" y="3658856"/>
                  <a:ext cx="152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14:cNvPr>
                <p14:cNvContentPartPr/>
                <p14:nvPr/>
              </p14:nvContentPartPr>
              <p14:xfrm>
                <a:off x="9078622" y="3588296"/>
                <a:ext cx="128520" cy="114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255A058-8731-A7C1-59EC-4EA0B88E52F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069982" y="3579656"/>
                  <a:ext cx="146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14:cNvPr>
                <p14:cNvContentPartPr/>
                <p14:nvPr/>
              </p14:nvContentPartPr>
              <p14:xfrm>
                <a:off x="9265822" y="3609536"/>
                <a:ext cx="222840" cy="107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DF8A136-B2A8-68F1-6189-C2306B82C92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256822" y="3600896"/>
                  <a:ext cx="240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14:cNvPr>
                <p14:cNvContentPartPr/>
                <p14:nvPr/>
              </p14:nvContentPartPr>
              <p14:xfrm>
                <a:off x="9500182" y="3530336"/>
                <a:ext cx="108000" cy="221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04133A-D3F7-4E5A-55AD-E47728860A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491182" y="3521336"/>
                  <a:ext cx="12564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CBEA74C-E36C-2935-991A-BCC31709F34D}"/>
              </a:ext>
            </a:extLst>
          </p:cNvPr>
          <p:cNvGrpSpPr/>
          <p:nvPr/>
        </p:nvGrpSpPr>
        <p:grpSpPr>
          <a:xfrm>
            <a:off x="3384862" y="4204616"/>
            <a:ext cx="334800" cy="218880"/>
            <a:chOff x="3384862" y="4204616"/>
            <a:chExt cx="33480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14:cNvPr>
                <p14:cNvContentPartPr/>
                <p14:nvPr/>
              </p14:nvContentPartPr>
              <p14:xfrm>
                <a:off x="3384862" y="4229816"/>
                <a:ext cx="305640" cy="193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536A79D-9EBC-A38F-67FB-C4FB7DBA2EE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76222" y="4221176"/>
                  <a:ext cx="3232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14:cNvPr>
                <p14:cNvContentPartPr/>
                <p14:nvPr/>
              </p14:nvContentPartPr>
              <p14:xfrm>
                <a:off x="3529942" y="4204616"/>
                <a:ext cx="189720" cy="111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225F4C6-EB44-9DEA-F802-D29D9C25561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21302" y="4195616"/>
                  <a:ext cx="2073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BF117A6-6CD4-76FD-7495-6FE0909E6A33}"/>
              </a:ext>
            </a:extLst>
          </p:cNvPr>
          <p:cNvGrpSpPr/>
          <p:nvPr/>
        </p:nvGrpSpPr>
        <p:grpSpPr>
          <a:xfrm>
            <a:off x="2976622" y="4527896"/>
            <a:ext cx="1081440" cy="421200"/>
            <a:chOff x="2976622" y="4527896"/>
            <a:chExt cx="1081440" cy="42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14:cNvPr>
                <p14:cNvContentPartPr/>
                <p14:nvPr/>
              </p14:nvContentPartPr>
              <p14:xfrm>
                <a:off x="2976622" y="4684856"/>
                <a:ext cx="227520" cy="2534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BBEA33-CCD5-859B-AEAF-19A4AD9D603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967622" y="4676216"/>
                  <a:ext cx="245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14:cNvPr>
                <p14:cNvContentPartPr/>
                <p14:nvPr/>
              </p14:nvContentPartPr>
              <p14:xfrm>
                <a:off x="3226462" y="4643816"/>
                <a:ext cx="91440" cy="30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A8E47B-9A03-3672-3A73-F5736E82986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17822" y="4634816"/>
                  <a:ext cx="109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14:cNvPr>
                <p14:cNvContentPartPr/>
                <p14:nvPr/>
              </p14:nvContentPartPr>
              <p14:xfrm>
                <a:off x="3333022" y="4749296"/>
                <a:ext cx="157320" cy="163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F89A0AF-66A4-6FCE-DED8-D075AE6F0EA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24382" y="4740296"/>
                  <a:ext cx="1749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14:cNvPr>
                <p14:cNvContentPartPr/>
                <p14:nvPr/>
              </p14:nvContentPartPr>
              <p14:xfrm>
                <a:off x="3511582" y="4650296"/>
                <a:ext cx="98280" cy="176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5F5D75A-13D6-2147-99C9-2D53C265F8A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02942" y="4641656"/>
                  <a:ext cx="115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14:cNvPr>
                <p14:cNvContentPartPr/>
                <p14:nvPr/>
              </p14:nvContentPartPr>
              <p14:xfrm>
                <a:off x="3524542" y="4527896"/>
                <a:ext cx="25560" cy="15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D672BD-E07E-1D7C-F70B-172A2446F3D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515542" y="4518896"/>
                  <a:ext cx="4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14:cNvPr>
                <p14:cNvContentPartPr/>
                <p14:nvPr/>
              </p14:nvContentPartPr>
              <p14:xfrm>
                <a:off x="3642982" y="4588376"/>
                <a:ext cx="183960" cy="105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AD50F77-26D1-1E73-DC05-A51C72E29F2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634342" y="4579376"/>
                  <a:ext cx="201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14:cNvPr>
                <p14:cNvContentPartPr/>
                <p14:nvPr/>
              </p14:nvContentPartPr>
              <p14:xfrm>
                <a:off x="3912622" y="4596296"/>
                <a:ext cx="145440" cy="3373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19D781F-09F9-F9C4-804D-195A7779B6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903622" y="4587296"/>
                  <a:ext cx="16308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68B6235-17E9-4162-8428-7F783D1E1439}"/>
              </a:ext>
            </a:extLst>
          </p:cNvPr>
          <p:cNvGrpSpPr/>
          <p:nvPr/>
        </p:nvGrpSpPr>
        <p:grpSpPr>
          <a:xfrm>
            <a:off x="4550542" y="4575056"/>
            <a:ext cx="830160" cy="268560"/>
            <a:chOff x="4550542" y="4575056"/>
            <a:chExt cx="830160" cy="2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14:cNvPr>
                <p14:cNvContentPartPr/>
                <p14:nvPr/>
              </p14:nvContentPartPr>
              <p14:xfrm>
                <a:off x="4640902" y="4669736"/>
                <a:ext cx="22320" cy="154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5FBB046-DA57-4195-8FB5-FBDD4853018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631902" y="4661096"/>
                  <a:ext cx="39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14:cNvPr>
                <p14:cNvContentPartPr/>
                <p14:nvPr/>
              </p14:nvContentPartPr>
              <p14:xfrm>
                <a:off x="4550542" y="4619696"/>
                <a:ext cx="259920" cy="223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67475D4-7B0C-A62F-23E0-D3053404328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541902" y="4610696"/>
                  <a:ext cx="277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14:cNvPr>
                <p14:cNvContentPartPr/>
                <p14:nvPr/>
              </p14:nvContentPartPr>
              <p14:xfrm>
                <a:off x="4874902" y="4678016"/>
                <a:ext cx="36720" cy="138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D4DC5AF-6D08-7A6B-D8F5-8132DE466C7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865902" y="4669376"/>
                  <a:ext cx="54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14:cNvPr>
                <p14:cNvContentPartPr/>
                <p14:nvPr/>
              </p14:nvContentPartPr>
              <p14:xfrm>
                <a:off x="4737382" y="4624376"/>
                <a:ext cx="223200" cy="21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092A060-11E0-A42D-440D-37E24D28180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728382" y="4615736"/>
                  <a:ext cx="240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14:cNvPr>
                <p14:cNvContentPartPr/>
                <p14:nvPr/>
              </p14:nvContentPartPr>
              <p14:xfrm>
                <a:off x="5044822" y="4678016"/>
                <a:ext cx="39960" cy="127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8EAA60E-C6E2-5E0E-3AE6-151B8320B87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036182" y="4669376"/>
                  <a:ext cx="57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14:cNvPr>
                <p14:cNvContentPartPr/>
                <p14:nvPr/>
              </p14:nvContentPartPr>
              <p14:xfrm>
                <a:off x="5028982" y="4575056"/>
                <a:ext cx="124200" cy="60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3B2EB9-98B7-874A-1B41-F0D50757324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020342" y="4566056"/>
                  <a:ext cx="141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14:cNvPr>
                <p14:cNvContentPartPr/>
                <p14:nvPr/>
              </p14:nvContentPartPr>
              <p14:xfrm>
                <a:off x="4997302" y="4667576"/>
                <a:ext cx="127440" cy="17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F906C26-9D95-E029-B36F-5A4796CC7309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988302" y="4658576"/>
                  <a:ext cx="145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14:cNvPr>
                <p14:cNvContentPartPr/>
                <p14:nvPr/>
              </p14:nvContentPartPr>
              <p14:xfrm>
                <a:off x="5268382" y="4663976"/>
                <a:ext cx="72000" cy="135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C12B21E-36F4-8521-1AF5-AE5FFE845EC4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59382" y="4655336"/>
                  <a:ext cx="89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14:cNvPr>
                <p14:cNvContentPartPr/>
                <p14:nvPr/>
              </p14:nvContentPartPr>
              <p14:xfrm>
                <a:off x="5151382" y="4601336"/>
                <a:ext cx="229320" cy="45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C23A5E3-1680-989C-37C7-63FF64FA17EA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142382" y="4592696"/>
                  <a:ext cx="2469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A9B5BE19-9A98-A2BE-5C2B-ABB5E863C137}"/>
              </a:ext>
            </a:extLst>
          </p:cNvPr>
          <p:cNvGrpSpPr/>
          <p:nvPr/>
        </p:nvGrpSpPr>
        <p:grpSpPr>
          <a:xfrm>
            <a:off x="5841502" y="4575056"/>
            <a:ext cx="655200" cy="232200"/>
            <a:chOff x="5841502" y="4575056"/>
            <a:chExt cx="655200" cy="2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14:cNvPr>
                <p14:cNvContentPartPr/>
                <p14:nvPr/>
              </p14:nvContentPartPr>
              <p14:xfrm>
                <a:off x="5884702" y="4575056"/>
                <a:ext cx="102240" cy="231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82349F6-E771-DC02-0B15-8E5D3F64AB8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75702" y="4566056"/>
                  <a:ext cx="1198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14:cNvPr>
                <p14:cNvContentPartPr/>
                <p14:nvPr/>
              </p14:nvContentPartPr>
              <p14:xfrm>
                <a:off x="5841502" y="4690256"/>
                <a:ext cx="160560" cy="20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BD98533-A7E3-C8AE-3B2F-2A73688BF34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832862" y="4681616"/>
                  <a:ext cx="1782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14:cNvPr>
                <p14:cNvContentPartPr/>
                <p14:nvPr/>
              </p14:nvContentPartPr>
              <p14:xfrm>
                <a:off x="6012502" y="4603856"/>
                <a:ext cx="206280" cy="190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9D83BB8-DF4A-549B-3F78-07E9427B679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003862" y="4594856"/>
                  <a:ext cx="2239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14:cNvPr>
                <p14:cNvContentPartPr/>
                <p14:nvPr/>
              </p14:nvContentPartPr>
              <p14:xfrm>
                <a:off x="6292222" y="4720496"/>
                <a:ext cx="134640" cy="8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B0EF3B4-00F0-45AF-1651-DF0BFFAF60B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283582" y="4711856"/>
                  <a:ext cx="1522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14:cNvPr>
                <p14:cNvContentPartPr/>
                <p14:nvPr/>
              </p14:nvContentPartPr>
              <p14:xfrm>
                <a:off x="6411382" y="4577216"/>
                <a:ext cx="82080" cy="213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7044E05-6EEA-6F89-0393-A586384F9C1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402382" y="4568216"/>
                  <a:ext cx="99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14:cNvPr>
                <p14:cNvContentPartPr/>
                <p14:nvPr/>
              </p14:nvContentPartPr>
              <p14:xfrm>
                <a:off x="6350902" y="4691336"/>
                <a:ext cx="145800" cy="34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7DADDF-59B7-02D7-9F07-CD64A9B22B8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341902" y="4682696"/>
                  <a:ext cx="16344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A284430-54FA-F0BF-5EAF-E0985FE7D130}"/>
              </a:ext>
            </a:extLst>
          </p:cNvPr>
          <p:cNvGrpSpPr/>
          <p:nvPr/>
        </p:nvGrpSpPr>
        <p:grpSpPr>
          <a:xfrm>
            <a:off x="6754462" y="4584776"/>
            <a:ext cx="176040" cy="191880"/>
            <a:chOff x="6754462" y="4584776"/>
            <a:chExt cx="17604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14:cNvPr>
                <p14:cNvContentPartPr/>
                <p14:nvPr/>
              </p14:nvContentPartPr>
              <p14:xfrm>
                <a:off x="6788662" y="4710056"/>
                <a:ext cx="36720" cy="66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69490C8-E5FB-A1DE-AC8E-EACBC30CBDD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780022" y="4701056"/>
                  <a:ext cx="5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14:cNvPr>
                <p14:cNvContentPartPr/>
                <p14:nvPr/>
              </p14:nvContentPartPr>
              <p14:xfrm>
                <a:off x="6754462" y="4584776"/>
                <a:ext cx="21960" cy="44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7B508BE-3884-6423-A3AB-ADCB1F0CAD8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45462" y="4576136"/>
                  <a:ext cx="39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14:cNvPr>
                <p14:cNvContentPartPr/>
                <p14:nvPr/>
              </p14:nvContentPartPr>
              <p14:xfrm>
                <a:off x="6861382" y="4647416"/>
                <a:ext cx="69120" cy="1278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830C9A-174D-57BB-83BC-B342DF26676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52742" y="4638416"/>
                  <a:ext cx="867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300FE0F-0146-501A-266D-C46E520B52CE}"/>
              </a:ext>
            </a:extLst>
          </p:cNvPr>
          <p:cNvGrpSpPr/>
          <p:nvPr/>
        </p:nvGrpSpPr>
        <p:grpSpPr>
          <a:xfrm>
            <a:off x="7201582" y="4482536"/>
            <a:ext cx="1702440" cy="276840"/>
            <a:chOff x="7201582" y="4482536"/>
            <a:chExt cx="170244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14:cNvPr>
                <p14:cNvContentPartPr/>
                <p14:nvPr/>
              </p14:nvContentPartPr>
              <p14:xfrm>
                <a:off x="7201582" y="4637336"/>
                <a:ext cx="235800" cy="122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6EA1083-1583-8711-B447-2A2832DF195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192582" y="4628336"/>
                  <a:ext cx="253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14:cNvPr>
                <p14:cNvContentPartPr/>
                <p14:nvPr/>
              </p14:nvContentPartPr>
              <p14:xfrm>
                <a:off x="7478062" y="4501256"/>
                <a:ext cx="267840" cy="231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80DE2E1-9BE7-E305-E97D-6B1F393A241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469422" y="4492256"/>
                  <a:ext cx="285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14:cNvPr>
                <p14:cNvContentPartPr/>
                <p14:nvPr/>
              </p14:nvContentPartPr>
              <p14:xfrm>
                <a:off x="7803502" y="4662536"/>
                <a:ext cx="123480" cy="26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8B2E0AF-F179-8CDA-F195-8E3E8B749F8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794502" y="4653536"/>
                  <a:ext cx="141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14:cNvPr>
                <p14:cNvContentPartPr/>
                <p14:nvPr/>
              </p14:nvContentPartPr>
              <p14:xfrm>
                <a:off x="7995382" y="4636256"/>
                <a:ext cx="128160" cy="117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21886460-66E0-05BB-8453-6356D0435BD7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986742" y="4627256"/>
                  <a:ext cx="1458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14:cNvPr>
                <p14:cNvContentPartPr/>
                <p14:nvPr/>
              </p14:nvContentPartPr>
              <p14:xfrm>
                <a:off x="8179702" y="4658936"/>
                <a:ext cx="141120" cy="759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3C0F7E8-9027-64E4-C381-C4C567ACA79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171062" y="4650296"/>
                  <a:ext cx="158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14:cNvPr>
                <p14:cNvContentPartPr/>
                <p14:nvPr/>
              </p14:nvContentPartPr>
              <p14:xfrm>
                <a:off x="8250262" y="4491896"/>
                <a:ext cx="452160" cy="258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2C59D62-A4E6-B0A0-BC69-3898B873840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241262" y="4483256"/>
                  <a:ext cx="469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14:cNvPr>
                <p14:cNvContentPartPr/>
                <p14:nvPr/>
              </p14:nvContentPartPr>
              <p14:xfrm>
                <a:off x="8780182" y="4482536"/>
                <a:ext cx="123840" cy="262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57E79D9-3A64-389B-0322-29697D70CBC8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771542" y="4473536"/>
                  <a:ext cx="14148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0084458D-E2EC-5905-B6A6-F97129B61794}"/>
              </a:ext>
            </a:extLst>
          </p:cNvPr>
          <p:cNvGrpSpPr/>
          <p:nvPr/>
        </p:nvGrpSpPr>
        <p:grpSpPr>
          <a:xfrm>
            <a:off x="9138382" y="4442936"/>
            <a:ext cx="303480" cy="372960"/>
            <a:chOff x="9138382" y="4442936"/>
            <a:chExt cx="30348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14:cNvPr>
                <p14:cNvContentPartPr/>
                <p14:nvPr/>
              </p14:nvContentPartPr>
              <p14:xfrm>
                <a:off x="9189142" y="4667576"/>
                <a:ext cx="33480" cy="55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BB09D81-2697-4EC1-F542-24C34D37C6F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180502" y="4658576"/>
                  <a:ext cx="51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14:cNvPr>
                <p14:cNvContentPartPr/>
                <p14:nvPr/>
              </p14:nvContentPartPr>
              <p14:xfrm>
                <a:off x="9138382" y="4513856"/>
                <a:ext cx="5760" cy="10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C9A0813-6A3D-6CE1-A307-8A2B2D84770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29742" y="45052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14:cNvPr>
                <p14:cNvContentPartPr/>
                <p14:nvPr/>
              </p14:nvContentPartPr>
              <p14:xfrm>
                <a:off x="9286702" y="4442936"/>
                <a:ext cx="155160" cy="372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36967A5-101E-DFF1-5183-DD7BD744F1D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277702" y="4433936"/>
                  <a:ext cx="17280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14:cNvPr>
                <p14:cNvContentPartPr/>
                <p14:nvPr/>
              </p14:nvContentPartPr>
              <p14:xfrm>
                <a:off x="9236302" y="4651736"/>
                <a:ext cx="141480" cy="320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0DD86D8-34E9-6E0A-2428-2320799401E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227662" y="4643096"/>
                  <a:ext cx="1591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73B706F-943F-4A70-5FDD-6BF747ACA316}"/>
              </a:ext>
            </a:extLst>
          </p:cNvPr>
          <p:cNvGrpSpPr/>
          <p:nvPr/>
        </p:nvGrpSpPr>
        <p:grpSpPr>
          <a:xfrm>
            <a:off x="6453142" y="4955936"/>
            <a:ext cx="626760" cy="249480"/>
            <a:chOff x="6453142" y="4955936"/>
            <a:chExt cx="62676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14:cNvPr>
                <p14:cNvContentPartPr/>
                <p14:nvPr/>
              </p14:nvContentPartPr>
              <p14:xfrm>
                <a:off x="6453142" y="5055296"/>
                <a:ext cx="171000" cy="1130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126DA2C-72C6-CD30-5C10-8E4EFE7C2DF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6444502" y="5046296"/>
                  <a:ext cx="188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14:cNvPr>
                <p14:cNvContentPartPr/>
                <p14:nvPr/>
              </p14:nvContentPartPr>
              <p14:xfrm>
                <a:off x="6677782" y="4955936"/>
                <a:ext cx="135360" cy="245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2863A9A-7525-8AE1-4A44-B728FB82A67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668782" y="4946936"/>
                  <a:ext cx="153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14:cNvPr>
                <p14:cNvContentPartPr/>
                <p14:nvPr/>
              </p14:nvContentPartPr>
              <p14:xfrm>
                <a:off x="6804502" y="5078696"/>
                <a:ext cx="124560" cy="61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B8717CB-6486-8C77-D4F3-019CE81211C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795502" y="5070056"/>
                  <a:ext cx="142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14:cNvPr>
                <p14:cNvContentPartPr/>
                <p14:nvPr/>
              </p14:nvContentPartPr>
              <p14:xfrm>
                <a:off x="6926902" y="4971776"/>
                <a:ext cx="153000" cy="2336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AF7AED3-ACB4-2E3D-D7CA-F246360F4D0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918262" y="4963136"/>
                  <a:ext cx="1706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FBD2E10-F250-40A8-80AB-71F6BE3C64C4}"/>
              </a:ext>
            </a:extLst>
          </p:cNvPr>
          <p:cNvGrpSpPr/>
          <p:nvPr/>
        </p:nvGrpSpPr>
        <p:grpSpPr>
          <a:xfrm>
            <a:off x="5064982" y="4918856"/>
            <a:ext cx="1202400" cy="335880"/>
            <a:chOff x="5064982" y="4918856"/>
            <a:chExt cx="12024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14:cNvPr>
                <p14:cNvContentPartPr/>
                <p14:nvPr/>
              </p14:nvContentPartPr>
              <p14:xfrm>
                <a:off x="5997022" y="5135216"/>
                <a:ext cx="148680" cy="11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DAE6194-E178-FF3B-3959-B4C6FE0C141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988022" y="5126216"/>
                  <a:ext cx="16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14:cNvPr>
                <p14:cNvContentPartPr/>
                <p14:nvPr/>
              </p14:nvContentPartPr>
              <p14:xfrm>
                <a:off x="5971102" y="5055656"/>
                <a:ext cx="158760" cy="16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434DFEA-8EE4-AF06-BD21-558EA9F221C6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962462" y="5047016"/>
                  <a:ext cx="176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14:cNvPr>
                <p14:cNvContentPartPr/>
                <p14:nvPr/>
              </p14:nvContentPartPr>
              <p14:xfrm>
                <a:off x="6125542" y="5018216"/>
                <a:ext cx="141840" cy="1803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6004CDC-C9A7-A251-032F-6CBB67AFFAE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116902" y="5009576"/>
                  <a:ext cx="1594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14:cNvPr>
                <p14:cNvContentPartPr/>
                <p14:nvPr/>
              </p14:nvContentPartPr>
              <p14:xfrm>
                <a:off x="5836822" y="5008136"/>
                <a:ext cx="151560" cy="180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4875E56-97F9-FD51-225D-F3BAC21BA30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827822" y="4999136"/>
                  <a:ext cx="1692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14:cNvPr>
                <p14:cNvContentPartPr/>
                <p14:nvPr/>
              </p14:nvContentPartPr>
              <p14:xfrm>
                <a:off x="5064982" y="5047016"/>
                <a:ext cx="183600" cy="207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87F23EC-77B6-915A-E30A-08C167095E88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055982" y="5038016"/>
                  <a:ext cx="201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14:cNvPr>
                <p14:cNvContentPartPr/>
                <p14:nvPr/>
              </p14:nvContentPartPr>
              <p14:xfrm>
                <a:off x="5252902" y="5026496"/>
                <a:ext cx="43560" cy="192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F55DD23-50BC-F7A8-6C26-EC3435693E9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43902" y="5017856"/>
                  <a:ext cx="61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14:cNvPr>
                <p14:cNvContentPartPr/>
                <p14:nvPr/>
              </p14:nvContentPartPr>
              <p14:xfrm>
                <a:off x="5310502" y="5098856"/>
                <a:ext cx="123480" cy="122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6FB8F19-D698-7EE6-8D26-626A4A321E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301502" y="5090216"/>
                  <a:ext cx="141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14:cNvPr>
                <p14:cNvContentPartPr/>
                <p14:nvPr/>
              </p14:nvContentPartPr>
              <p14:xfrm>
                <a:off x="5412382" y="5007776"/>
                <a:ext cx="75960" cy="166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B41482D-8A4D-1A20-A795-CA423A785AC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03742" y="4998776"/>
                  <a:ext cx="93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14:cNvPr>
                <p14:cNvContentPartPr/>
                <p14:nvPr/>
              </p14:nvContentPartPr>
              <p14:xfrm>
                <a:off x="5369542" y="4918856"/>
                <a:ext cx="1080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6F81102-F14E-8AE7-29C0-6FC35785DC5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360902" y="49098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14:cNvPr>
                <p14:cNvContentPartPr/>
                <p14:nvPr/>
              </p14:nvContentPartPr>
              <p14:xfrm>
                <a:off x="5443702" y="4944776"/>
                <a:ext cx="144720" cy="68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23D38B6-6CCC-7FA1-BA45-39AE8A977807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434702" y="4935776"/>
                  <a:ext cx="162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14:cNvPr>
                <p14:cNvContentPartPr/>
                <p14:nvPr/>
              </p14:nvContentPartPr>
              <p14:xfrm>
                <a:off x="5615782" y="4933256"/>
                <a:ext cx="105480" cy="286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DA12A80-2A0A-9C1D-B8BA-2AD2BF11B2C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606782" y="4924616"/>
                  <a:ext cx="12312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C0B0286-4F22-9237-4673-E547A440D981}"/>
              </a:ext>
            </a:extLst>
          </p:cNvPr>
          <p:cNvGrpSpPr/>
          <p:nvPr/>
        </p:nvGrpSpPr>
        <p:grpSpPr>
          <a:xfrm>
            <a:off x="7522342" y="4995536"/>
            <a:ext cx="222120" cy="223200"/>
            <a:chOff x="7522342" y="4995536"/>
            <a:chExt cx="22212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14:cNvPr>
                <p14:cNvContentPartPr/>
                <p14:nvPr/>
              </p14:nvContentPartPr>
              <p14:xfrm>
                <a:off x="7570222" y="5130176"/>
                <a:ext cx="28440" cy="71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FA9BB9C-F33A-D3BE-C836-1CF019C49EB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561222" y="5121176"/>
                  <a:ext cx="46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14:cNvPr>
                <p14:cNvContentPartPr/>
                <p14:nvPr/>
              </p14:nvContentPartPr>
              <p14:xfrm>
                <a:off x="7522342" y="4995536"/>
                <a:ext cx="5760" cy="10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B4D4CFD-98B9-187B-D340-829A82D8476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13342" y="498689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14:cNvPr>
                <p14:cNvContentPartPr/>
                <p14:nvPr/>
              </p14:nvContentPartPr>
              <p14:xfrm>
                <a:off x="7634302" y="5071136"/>
                <a:ext cx="110160" cy="147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71F9548-B32C-4B7F-7051-E2FC7872944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25302" y="5062496"/>
                  <a:ext cx="12780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CB3D3F0-2F39-3809-4476-451E06D5E5EE}"/>
              </a:ext>
            </a:extLst>
          </p:cNvPr>
          <p:cNvGrpSpPr/>
          <p:nvPr/>
        </p:nvGrpSpPr>
        <p:grpSpPr>
          <a:xfrm>
            <a:off x="7963342" y="4908776"/>
            <a:ext cx="546120" cy="292320"/>
            <a:chOff x="7963342" y="4908776"/>
            <a:chExt cx="54612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14:cNvPr>
                <p14:cNvContentPartPr/>
                <p14:nvPr/>
              </p14:nvContentPartPr>
              <p14:xfrm>
                <a:off x="7963342" y="5049536"/>
                <a:ext cx="254160" cy="151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A7FA8AD-CC21-6211-880C-3B980CEE680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954342" y="5040896"/>
                  <a:ext cx="271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14:cNvPr>
                <p14:cNvContentPartPr/>
                <p14:nvPr/>
              </p14:nvContentPartPr>
              <p14:xfrm>
                <a:off x="8237662" y="4908776"/>
                <a:ext cx="271800" cy="280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E80BB3F-143E-A104-B080-2BC78A0A71A2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228662" y="4900136"/>
                  <a:ext cx="289440" cy="29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BA516C4C-801F-9C29-086E-6C9C08E22672}"/>
              </a:ext>
            </a:extLst>
          </p:cNvPr>
          <p:cNvGrpSpPr/>
          <p:nvPr/>
        </p:nvGrpSpPr>
        <p:grpSpPr>
          <a:xfrm>
            <a:off x="8728342" y="4910216"/>
            <a:ext cx="586440" cy="282960"/>
            <a:chOff x="8728342" y="4910216"/>
            <a:chExt cx="58644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14:cNvPr>
                <p14:cNvContentPartPr/>
                <p14:nvPr/>
              </p14:nvContentPartPr>
              <p14:xfrm>
                <a:off x="8728342" y="5072216"/>
                <a:ext cx="367200" cy="10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F36CD14-3148-DE40-584A-EB94F29AC7F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719702" y="5063216"/>
                  <a:ext cx="3848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14:cNvPr>
                <p14:cNvContentPartPr/>
                <p14:nvPr/>
              </p14:nvContentPartPr>
              <p14:xfrm>
                <a:off x="9170062" y="4910216"/>
                <a:ext cx="144720" cy="282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A225901-94E6-8642-5D85-9F495EF61C5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161062" y="4901216"/>
                  <a:ext cx="162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4D17797-221C-49F4-D17D-57C1245B88B7}"/>
              </a:ext>
            </a:extLst>
          </p:cNvPr>
          <p:cNvGrpSpPr/>
          <p:nvPr/>
        </p:nvGrpSpPr>
        <p:grpSpPr>
          <a:xfrm>
            <a:off x="9560302" y="5070776"/>
            <a:ext cx="779760" cy="129240"/>
            <a:chOff x="9560302" y="5070776"/>
            <a:chExt cx="779760" cy="1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14:cNvPr>
                <p14:cNvContentPartPr/>
                <p14:nvPr/>
              </p14:nvContentPartPr>
              <p14:xfrm>
                <a:off x="9560302" y="5070776"/>
                <a:ext cx="163800" cy="124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BD71F4D-9FB0-23BE-0890-8D3903BAA118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551662" y="506177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14:cNvPr>
                <p14:cNvContentPartPr/>
                <p14:nvPr/>
              </p14:nvContentPartPr>
              <p14:xfrm>
                <a:off x="9733822" y="5077616"/>
                <a:ext cx="166680" cy="122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235F947-9C10-A7B2-C222-EE3AA9F87C1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725182" y="5068616"/>
                  <a:ext cx="184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14:cNvPr>
                <p14:cNvContentPartPr/>
                <p14:nvPr/>
              </p14:nvContentPartPr>
              <p14:xfrm>
                <a:off x="9967102" y="5074736"/>
                <a:ext cx="372960" cy="1098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81BA30E-9086-F243-8062-AD02E8401D1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58462" y="5065736"/>
                  <a:ext cx="390600" cy="127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Symmetry gives generalized linear phase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7315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217920" y="1371600"/>
            <a:ext cx="521172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7315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8776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776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n with M-n yields cosine terms after factoring out e^(-jω M/2).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6217920" y="2468880"/>
            <a:ext cx="5211720" cy="1554120"/>
          </a:xfrm>
          <a:prstGeom prst="roundRect">
            <a:avLst>
              <a:gd name="adj" fmla="val 352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6364080" y="2578680"/>
            <a:ext cx="4919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Antisymmetric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6364080" y="2907720"/>
            <a:ext cx="491904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Pairing produces sine terms and an additional ±π/2 phase offset.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097280" y="4754880"/>
            <a:ext cx="97837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0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964" y="1453853"/>
            <a:ext cx="4214832" cy="520934"/>
          </a:xfrm>
          <a:prstGeom prst="rect">
            <a:avLst/>
          </a:prstGeom>
        </p:spPr>
      </p:pic>
      <p:pic>
        <p:nvPicPr>
          <p:cNvPr id="52" name="Picture 51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0623" y="1460258"/>
            <a:ext cx="4586313" cy="508123"/>
          </a:xfrm>
          <a:prstGeom prst="rect">
            <a:avLst/>
          </a:prstGeom>
        </p:spPr>
      </p:pic>
      <p:pic>
        <p:nvPicPr>
          <p:cNvPr id="53" name="Picture 52" descr="eq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0656" y="4842619"/>
            <a:ext cx="5136967" cy="55568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591C5A4-9561-9BD8-290A-552164C07FE0}"/>
              </a:ext>
            </a:extLst>
          </p:cNvPr>
          <p:cNvGrpSpPr/>
          <p:nvPr/>
        </p:nvGrpSpPr>
        <p:grpSpPr>
          <a:xfrm>
            <a:off x="1726702" y="2117696"/>
            <a:ext cx="1609560" cy="304200"/>
            <a:chOff x="1726702" y="2117696"/>
            <a:chExt cx="160956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14:cNvPr>
                <p14:cNvContentPartPr/>
                <p14:nvPr/>
              </p14:nvContentPartPr>
              <p14:xfrm>
                <a:off x="1726702" y="2209856"/>
                <a:ext cx="123120" cy="134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2E95B8-25E9-D489-4AF6-F6F9396F11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7702" y="2200856"/>
                  <a:ext cx="140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14:cNvPr>
                <p14:cNvContentPartPr/>
                <p14:nvPr/>
              </p14:nvContentPartPr>
              <p14:xfrm>
                <a:off x="1877542" y="2259176"/>
                <a:ext cx="171360" cy="162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1F54A3-B4A4-762B-76B7-F8D6C60181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68902" y="2250536"/>
                  <a:ext cx="189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14:cNvPr>
                <p14:cNvContentPartPr/>
                <p14:nvPr/>
              </p14:nvContentPartPr>
              <p14:xfrm>
                <a:off x="2083822" y="2262776"/>
                <a:ext cx="276480" cy="46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2CC559-876A-E62F-CBE9-031E447585F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74822" y="2253776"/>
                  <a:ext cx="294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14:cNvPr>
                <p14:cNvContentPartPr/>
                <p14:nvPr/>
              </p14:nvContentPartPr>
              <p14:xfrm>
                <a:off x="2424022" y="2252696"/>
                <a:ext cx="212760" cy="4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8B19BC-EF96-FED5-4FA9-0175E35A0A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15382" y="2243696"/>
                  <a:ext cx="230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14:cNvPr>
                <p14:cNvContentPartPr/>
                <p14:nvPr/>
              </p14:nvContentPartPr>
              <p14:xfrm>
                <a:off x="2709862" y="2234336"/>
                <a:ext cx="138600" cy="89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D1E247E-3F3B-88DB-7636-2238CA235C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01222" y="2225696"/>
                  <a:ext cx="156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14:cNvPr>
                <p14:cNvContentPartPr/>
                <p14:nvPr/>
              </p14:nvContentPartPr>
              <p14:xfrm>
                <a:off x="2870782" y="2120936"/>
                <a:ext cx="90000" cy="20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293202-E1AA-3F9F-2F29-CD8639D279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61782" y="2112296"/>
                  <a:ext cx="1076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14:cNvPr>
                <p14:cNvContentPartPr/>
                <p14:nvPr/>
              </p14:nvContentPartPr>
              <p14:xfrm>
                <a:off x="2809942" y="2258096"/>
                <a:ext cx="177840" cy="49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882EA5-1D23-DB40-2309-5A3E838D46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00942" y="2249456"/>
                  <a:ext cx="1954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14:cNvPr>
                <p14:cNvContentPartPr/>
                <p14:nvPr/>
              </p14:nvContentPartPr>
              <p14:xfrm>
                <a:off x="2976982" y="2221376"/>
                <a:ext cx="151560" cy="86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54A4264-88E8-B2A0-B76E-B68A235848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7982" y="2212376"/>
                  <a:ext cx="16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14:cNvPr>
                <p14:cNvContentPartPr/>
                <p14:nvPr/>
              </p14:nvContentPartPr>
              <p14:xfrm>
                <a:off x="3064102" y="2117696"/>
                <a:ext cx="3600" cy="4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FA62AA-CCAF-14F8-DC7E-E6122E4AEAF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55102" y="2108696"/>
                  <a:ext cx="21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14:cNvPr>
                <p14:cNvContentPartPr/>
                <p14:nvPr/>
              </p14:nvContentPartPr>
              <p14:xfrm>
                <a:off x="3219622" y="2216696"/>
                <a:ext cx="116640" cy="113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39CAA3-62FF-ED37-04DD-78F4722A7DB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10982" y="2207696"/>
                  <a:ext cx="13428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FC8A367-AB66-142D-A5AE-2112A56D575E}"/>
              </a:ext>
            </a:extLst>
          </p:cNvPr>
          <p:cNvGrpSpPr/>
          <p:nvPr/>
        </p:nvGrpSpPr>
        <p:grpSpPr>
          <a:xfrm>
            <a:off x="6485182" y="2140016"/>
            <a:ext cx="2334240" cy="322200"/>
            <a:chOff x="6485182" y="2140016"/>
            <a:chExt cx="233424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14:cNvPr>
                <p14:cNvContentPartPr/>
                <p14:nvPr/>
              </p14:nvContentPartPr>
              <p14:xfrm>
                <a:off x="6485182" y="2215616"/>
                <a:ext cx="189000" cy="102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A3BE799-6006-183B-3738-F04C281400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76542" y="2206976"/>
                  <a:ext cx="206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14:cNvPr>
                <p14:cNvContentPartPr/>
                <p14:nvPr/>
              </p14:nvContentPartPr>
              <p14:xfrm>
                <a:off x="6740782" y="2261336"/>
                <a:ext cx="176400" cy="55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8CA10-BE96-3B8F-A4F8-274E93C191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32142" y="2252696"/>
                  <a:ext cx="1940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14:cNvPr>
                <p14:cNvContentPartPr/>
                <p14:nvPr/>
              </p14:nvContentPartPr>
              <p14:xfrm>
                <a:off x="6932302" y="2152976"/>
                <a:ext cx="205920" cy="198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824EF45-E1DF-1977-4962-60A262D46C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23302" y="2143976"/>
                  <a:ext cx="223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14:cNvPr>
                <p14:cNvContentPartPr/>
                <p14:nvPr/>
              </p14:nvContentPartPr>
              <p14:xfrm>
                <a:off x="7056502" y="2140016"/>
                <a:ext cx="9000" cy="1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290F4B-9EB2-5101-BE20-1C4C2470A6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47862" y="2131016"/>
                  <a:ext cx="2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14:cNvPr>
                <p14:cNvContentPartPr/>
                <p14:nvPr/>
              </p14:nvContentPartPr>
              <p14:xfrm>
                <a:off x="7238302" y="2184656"/>
                <a:ext cx="134280" cy="117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24164A0-A09D-CD5E-151B-E05809E777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29302" y="2176016"/>
                  <a:ext cx="151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14:cNvPr>
                <p14:cNvContentPartPr/>
                <p14:nvPr/>
              </p14:nvContentPartPr>
              <p14:xfrm>
                <a:off x="7407502" y="2253776"/>
                <a:ext cx="174240" cy="208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87B923-D813-7FFC-883A-605E441CEC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98502" y="2245136"/>
                  <a:ext cx="191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14:cNvPr>
                <p14:cNvContentPartPr/>
                <p14:nvPr/>
              </p14:nvContentPartPr>
              <p14:xfrm>
                <a:off x="7607302" y="2260256"/>
                <a:ext cx="260640" cy="63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A1AE793-ED56-047D-C747-6EF61061B8E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98302" y="2251256"/>
                  <a:ext cx="278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14:cNvPr>
                <p14:cNvContentPartPr/>
                <p14:nvPr/>
              </p14:nvContentPartPr>
              <p14:xfrm>
                <a:off x="7937062" y="2244776"/>
                <a:ext cx="215640" cy="64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4841C04-7097-0C39-7871-1B2F62F53C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28062" y="2236136"/>
                  <a:ext cx="2332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14:cNvPr>
                <p14:cNvContentPartPr/>
                <p14:nvPr/>
              </p14:nvContentPartPr>
              <p14:xfrm>
                <a:off x="8233342" y="2235056"/>
                <a:ext cx="107640" cy="104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FAE8FB-B2EE-EF2D-05BB-28EDBD5DC3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24702" y="222641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14:cNvPr>
                <p14:cNvContentPartPr/>
                <p14:nvPr/>
              </p14:nvContentPartPr>
              <p14:xfrm>
                <a:off x="8346382" y="2152976"/>
                <a:ext cx="73080" cy="220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717125-74C3-6177-2A81-4CD658D38D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37382" y="2143976"/>
                  <a:ext cx="90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14:cNvPr>
                <p14:cNvContentPartPr/>
                <p14:nvPr/>
              </p14:nvContentPartPr>
              <p14:xfrm>
                <a:off x="8344942" y="2281496"/>
                <a:ext cx="81720" cy="36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99182C-2AA4-3BA8-502D-122AD728E30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35942" y="2272856"/>
                  <a:ext cx="99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14:cNvPr>
                <p14:cNvContentPartPr/>
                <p14:nvPr/>
              </p14:nvContentPartPr>
              <p14:xfrm>
                <a:off x="8457982" y="2248016"/>
                <a:ext cx="60840" cy="85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083452-96C2-D214-2427-1DBC8808AD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49342" y="2239376"/>
                  <a:ext cx="78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14:cNvPr>
                <p14:cNvContentPartPr/>
                <p14:nvPr/>
              </p14:nvContentPartPr>
              <p14:xfrm>
                <a:off x="8596222" y="2291216"/>
                <a:ext cx="33480" cy="58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CA69816-46ED-71D2-7DA0-CA06A250194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87582" y="2282216"/>
                  <a:ext cx="51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14:cNvPr>
                <p14:cNvContentPartPr/>
                <p14:nvPr/>
              </p14:nvContentPartPr>
              <p14:xfrm>
                <a:off x="8553742" y="2156936"/>
                <a:ext cx="5760" cy="19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492A0-1951-26A2-87C4-E41111205C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544742" y="2148296"/>
                  <a:ext cx="234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14:cNvPr>
                <p14:cNvContentPartPr/>
                <p14:nvPr/>
              </p14:nvContentPartPr>
              <p14:xfrm>
                <a:off x="8718622" y="2257016"/>
                <a:ext cx="100800" cy="99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845BEBF-E8E1-5EFA-9E0D-716B6D75168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709982" y="2248376"/>
                  <a:ext cx="11844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59D992B-237E-737C-5C1D-BC3E9B5906E2}"/>
              </a:ext>
            </a:extLst>
          </p:cNvPr>
          <p:cNvGrpSpPr/>
          <p:nvPr/>
        </p:nvGrpSpPr>
        <p:grpSpPr>
          <a:xfrm>
            <a:off x="1808422" y="1074416"/>
            <a:ext cx="1450800" cy="330120"/>
            <a:chOff x="1808422" y="1074416"/>
            <a:chExt cx="145080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14:cNvPr>
                <p14:cNvContentPartPr/>
                <p14:nvPr/>
              </p14:nvContentPartPr>
              <p14:xfrm>
                <a:off x="1861342" y="1158656"/>
                <a:ext cx="60480" cy="145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8CD39C-D552-C3D2-1817-D1620F8CD4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52702" y="1150016"/>
                  <a:ext cx="781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14:cNvPr>
                <p14:cNvContentPartPr/>
                <p14:nvPr/>
              </p14:nvContentPartPr>
              <p14:xfrm>
                <a:off x="1808422" y="1206536"/>
                <a:ext cx="132120" cy="4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6724C7-AB53-B2B8-C858-DC8A7A8AD5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99782" y="1197896"/>
                  <a:ext cx="149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14:cNvPr>
                <p14:cNvContentPartPr/>
                <p14:nvPr/>
              </p14:nvContentPartPr>
              <p14:xfrm>
                <a:off x="1950982" y="1206536"/>
                <a:ext cx="169920" cy="19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6EA24D3-7AF9-0954-8BCE-7EF30CA2BC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941982" y="1197896"/>
                  <a:ext cx="18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14:cNvPr>
                <p14:cNvContentPartPr/>
                <p14:nvPr/>
              </p14:nvContentPartPr>
              <p14:xfrm>
                <a:off x="2101462" y="1168376"/>
                <a:ext cx="122040" cy="169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C5E2A6-8A4C-E45C-0203-27B5DC3E9C8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92822" y="1159376"/>
                  <a:ext cx="1396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14:cNvPr>
                <p14:cNvContentPartPr/>
                <p14:nvPr/>
              </p14:nvContentPartPr>
              <p14:xfrm>
                <a:off x="2275342" y="1153616"/>
                <a:ext cx="189360" cy="128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FEBBBB-0455-2508-6397-4E5AD9E3A4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66342" y="1144976"/>
                  <a:ext cx="207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14:cNvPr>
                <p14:cNvContentPartPr/>
                <p14:nvPr/>
              </p14:nvContentPartPr>
              <p14:xfrm>
                <a:off x="2668462" y="1164056"/>
                <a:ext cx="53280" cy="100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0CC06B-200E-CB94-9BE9-8253F8D823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59822" y="1155416"/>
                  <a:ext cx="70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14:cNvPr>
                <p14:cNvContentPartPr/>
                <p14:nvPr/>
              </p14:nvContentPartPr>
              <p14:xfrm>
                <a:off x="2582422" y="1090976"/>
                <a:ext cx="102600" cy="25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7F50C98-9FC1-8560-E6CE-10099ABF64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73422" y="1081976"/>
                  <a:ext cx="12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14:cNvPr>
                <p14:cNvContentPartPr/>
                <p14:nvPr/>
              </p14:nvContentPartPr>
              <p14:xfrm>
                <a:off x="2691142" y="1275656"/>
                <a:ext cx="9504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9E6028-5E3B-6DAF-F366-744E56DB93D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82142" y="1267016"/>
                  <a:ext cx="11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14:cNvPr>
                <p14:cNvContentPartPr/>
                <p14:nvPr/>
              </p14:nvContentPartPr>
              <p14:xfrm>
                <a:off x="2887702" y="1323536"/>
                <a:ext cx="31320" cy="5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6FB3CB-7BF2-8DC3-2471-4B2BDED30B8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78702" y="1314896"/>
                  <a:ext cx="48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14:cNvPr>
                <p14:cNvContentPartPr/>
                <p14:nvPr/>
              </p14:nvContentPartPr>
              <p14:xfrm>
                <a:off x="3083182" y="1142816"/>
                <a:ext cx="57240" cy="11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330022-2A6F-A8F3-2EA2-7BFAA431465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4542" y="1134176"/>
                  <a:ext cx="748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14:cNvPr>
                <p14:cNvContentPartPr/>
                <p14:nvPr/>
              </p14:nvContentPartPr>
              <p14:xfrm>
                <a:off x="3136462" y="1164056"/>
                <a:ext cx="82440" cy="112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D38F8F-5995-89AB-C3CD-2A5217346F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27462" y="1155416"/>
                  <a:ext cx="100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14:cNvPr>
                <p14:cNvContentPartPr/>
                <p14:nvPr/>
              </p14:nvContentPartPr>
              <p14:xfrm>
                <a:off x="2973382" y="1074416"/>
                <a:ext cx="237960" cy="52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BC2A394-C65A-353F-631C-B22D26C2506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64742" y="1065416"/>
                  <a:ext cx="255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14:cNvPr>
                <p14:cNvContentPartPr/>
                <p14:nvPr/>
              </p14:nvContentPartPr>
              <p14:xfrm>
                <a:off x="3084262" y="1323896"/>
                <a:ext cx="174960" cy="1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5F78B85-82C8-4A8E-AF35-575DF833113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75262" y="1315256"/>
                  <a:ext cx="19260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14:cNvPr>
              <p14:cNvContentPartPr/>
              <p14:nvPr/>
            </p14:nvContentPartPr>
            <p14:xfrm>
              <a:off x="1828582" y="1121576"/>
              <a:ext cx="2160" cy="2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B104D3E-FDC3-525F-0159-AADF82ADB21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819942" y="1112576"/>
                <a:ext cx="19800" cy="1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99F5D083-999B-E727-D60C-9B338778B0D5}"/>
              </a:ext>
            </a:extLst>
          </p:cNvPr>
          <p:cNvGrpSpPr/>
          <p:nvPr/>
        </p:nvGrpSpPr>
        <p:grpSpPr>
          <a:xfrm>
            <a:off x="3567022" y="1072976"/>
            <a:ext cx="512640" cy="202320"/>
            <a:chOff x="3567022" y="1072976"/>
            <a:chExt cx="51264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14:cNvPr>
                <p14:cNvContentPartPr/>
                <p14:nvPr/>
              </p14:nvContentPartPr>
              <p14:xfrm>
                <a:off x="3629302" y="1148216"/>
                <a:ext cx="42840" cy="109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F4331C-9799-23E7-6925-6A71A1D2A2D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20302" y="1139216"/>
                  <a:ext cx="60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14:cNvPr>
                <p14:cNvContentPartPr/>
                <p14:nvPr/>
              </p14:nvContentPartPr>
              <p14:xfrm>
                <a:off x="3567022" y="1102496"/>
                <a:ext cx="140040" cy="29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6C9A8A-3778-FD9F-55C8-C4FBDAAB02D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58382" y="1093856"/>
                  <a:ext cx="157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14:cNvPr>
                <p14:cNvContentPartPr/>
                <p14:nvPr/>
              </p14:nvContentPartPr>
              <p14:xfrm>
                <a:off x="3630742" y="1177736"/>
                <a:ext cx="77760" cy="2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C64036-99D6-2DFC-0E5A-204F8C9FB4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22102" y="1168736"/>
                  <a:ext cx="95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14:cNvPr>
                <p14:cNvContentPartPr/>
                <p14:nvPr/>
              </p14:nvContentPartPr>
              <p14:xfrm>
                <a:off x="3795622" y="1169456"/>
                <a:ext cx="44280" cy="10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C3201F-B81C-99A1-A321-E69EEEBBE8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786982" y="1160456"/>
                  <a:ext cx="61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14:cNvPr>
                <p14:cNvContentPartPr/>
                <p14:nvPr/>
              </p14:nvContentPartPr>
              <p14:xfrm>
                <a:off x="3847822" y="1072976"/>
                <a:ext cx="231840" cy="171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3E1600-4840-8EAC-0F84-C992D7D02E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839182" y="1064336"/>
                  <a:ext cx="24948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8337643-3854-5E36-3872-D5F0A62F1035}"/>
              </a:ext>
            </a:extLst>
          </p:cNvPr>
          <p:cNvGrpSpPr/>
          <p:nvPr/>
        </p:nvGrpSpPr>
        <p:grpSpPr>
          <a:xfrm>
            <a:off x="7398862" y="1079096"/>
            <a:ext cx="615600" cy="374400"/>
            <a:chOff x="7398862" y="1079096"/>
            <a:chExt cx="61560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14:cNvPr>
                <p14:cNvContentPartPr/>
                <p14:nvPr/>
              </p14:nvContentPartPr>
              <p14:xfrm>
                <a:off x="7405342" y="1079096"/>
                <a:ext cx="91080" cy="207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3CD50E0-DE68-A8A3-A885-FCDCD9909CC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6702" y="1070096"/>
                  <a:ext cx="108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14:cNvPr>
                <p14:cNvContentPartPr/>
                <p14:nvPr/>
              </p14:nvContentPartPr>
              <p14:xfrm>
                <a:off x="7398862" y="1188536"/>
                <a:ext cx="75960" cy="7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47BFA6-C853-97F0-4D6F-BB0E01B807A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90222" y="1179536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14:cNvPr>
                <p14:cNvContentPartPr/>
                <p14:nvPr/>
              </p14:nvContentPartPr>
              <p14:xfrm>
                <a:off x="7569502" y="1216976"/>
                <a:ext cx="172080" cy="236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ADA5FDE-D0EF-5993-F192-03478D1868D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60502" y="1207976"/>
                  <a:ext cx="1897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14:cNvPr>
                <p14:cNvContentPartPr/>
                <p14:nvPr/>
              </p14:nvContentPartPr>
              <p14:xfrm>
                <a:off x="7746622" y="1202576"/>
                <a:ext cx="267840" cy="145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C9A64C-069B-9E6C-AB44-38C899CF223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37982" y="1193576"/>
                  <a:ext cx="2854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9B50E40-0ECF-CB91-3DF4-21315D04790A}"/>
              </a:ext>
            </a:extLst>
          </p:cNvPr>
          <p:cNvGrpSpPr/>
          <p:nvPr/>
        </p:nvGrpSpPr>
        <p:grpSpPr>
          <a:xfrm>
            <a:off x="8244502" y="1046336"/>
            <a:ext cx="814680" cy="300600"/>
            <a:chOff x="8244502" y="1046336"/>
            <a:chExt cx="81468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14:cNvPr>
                <p14:cNvContentPartPr/>
                <p14:nvPr/>
              </p14:nvContentPartPr>
              <p14:xfrm>
                <a:off x="8291662" y="1116176"/>
                <a:ext cx="51480" cy="109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CA68EC-AEAA-B8B2-2215-58F4F62FBD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282662" y="1107536"/>
                  <a:ext cx="691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14:cNvPr>
                <p14:cNvContentPartPr/>
                <p14:nvPr/>
              </p14:nvContentPartPr>
              <p14:xfrm>
                <a:off x="8376982" y="1137416"/>
                <a:ext cx="46440" cy="79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C8B7FF3-1474-92A3-F14C-EB3ED2CC6B8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368342" y="1128776"/>
                  <a:ext cx="64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14:cNvPr>
                <p14:cNvContentPartPr/>
                <p14:nvPr/>
              </p14:nvContentPartPr>
              <p14:xfrm>
                <a:off x="8457982" y="1153616"/>
                <a:ext cx="37800" cy="79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924C973-0761-039D-674B-E2B5BEF9F48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49342" y="1144616"/>
                  <a:ext cx="55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14:cNvPr>
                <p14:cNvContentPartPr/>
                <p14:nvPr/>
              </p14:nvContentPartPr>
              <p14:xfrm>
                <a:off x="8244502" y="1046336"/>
                <a:ext cx="219240" cy="27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B388319-5F78-6208-F102-946FC8BE5C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35502" y="1037696"/>
                  <a:ext cx="236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14:cNvPr>
                <p14:cNvContentPartPr/>
                <p14:nvPr/>
              </p14:nvContentPartPr>
              <p14:xfrm>
                <a:off x="8366542" y="1260536"/>
                <a:ext cx="192960" cy="15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246710-3985-AD95-1CC6-1A1DFF2B13E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57542" y="1251536"/>
                  <a:ext cx="210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14:cNvPr>
                <p14:cNvContentPartPr/>
                <p14:nvPr/>
              </p14:nvContentPartPr>
              <p14:xfrm>
                <a:off x="8658862" y="1296896"/>
                <a:ext cx="60120" cy="50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EF93FD-5026-6142-961F-61C3509D8D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49862" y="1288256"/>
                  <a:ext cx="77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14:cNvPr>
                <p14:cNvContentPartPr/>
                <p14:nvPr/>
              </p14:nvContentPartPr>
              <p14:xfrm>
                <a:off x="8814382" y="1132016"/>
                <a:ext cx="51840" cy="106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3778818-83C0-EA79-2CE7-8F353A38B45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05382" y="1123376"/>
                  <a:ext cx="69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14:cNvPr>
                <p14:cNvContentPartPr/>
                <p14:nvPr/>
              </p14:nvContentPartPr>
              <p14:xfrm>
                <a:off x="8915182" y="1106816"/>
                <a:ext cx="108000" cy="123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CB2C7F3-2419-9DDE-157D-3D6FA0494B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06542" y="1097816"/>
                  <a:ext cx="125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14:cNvPr>
                <p14:cNvContentPartPr/>
                <p14:nvPr/>
              </p14:nvContentPartPr>
              <p14:xfrm>
                <a:off x="8774422" y="1046696"/>
                <a:ext cx="199800" cy="11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3AF867D-8C09-91FE-7F8C-BB841A9C52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65422" y="1037696"/>
                  <a:ext cx="217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14:cNvPr>
                <p14:cNvContentPartPr/>
                <p14:nvPr/>
              </p14:nvContentPartPr>
              <p14:xfrm>
                <a:off x="8879902" y="1265216"/>
                <a:ext cx="179280" cy="24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624611C-D169-7DD9-866E-5EC37D9F6D7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70902" y="1256216"/>
                  <a:ext cx="196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889985A-4106-626C-A161-3A1DA5EE451D}"/>
              </a:ext>
            </a:extLst>
          </p:cNvPr>
          <p:cNvGrpSpPr/>
          <p:nvPr/>
        </p:nvGrpSpPr>
        <p:grpSpPr>
          <a:xfrm>
            <a:off x="9441502" y="1075496"/>
            <a:ext cx="473760" cy="196200"/>
            <a:chOff x="9441502" y="1075496"/>
            <a:chExt cx="47376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14:cNvPr>
                <p14:cNvContentPartPr/>
                <p14:nvPr/>
              </p14:nvContentPartPr>
              <p14:xfrm>
                <a:off x="9469942" y="1121576"/>
                <a:ext cx="56520" cy="150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6740300-80A0-8FC5-BEAC-DBCFC2526C9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61302" y="1112576"/>
                  <a:ext cx="74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14:cNvPr>
                <p14:cNvContentPartPr/>
                <p14:nvPr/>
              </p14:nvContentPartPr>
              <p14:xfrm>
                <a:off x="9441502" y="1075496"/>
                <a:ext cx="109080" cy="464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654797-4F6B-9CAB-AE62-D7826260125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32862" y="1066496"/>
                  <a:ext cx="126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14:cNvPr>
                <p14:cNvContentPartPr/>
                <p14:nvPr/>
              </p14:nvContentPartPr>
              <p14:xfrm>
                <a:off x="9478582" y="1179896"/>
                <a:ext cx="79200" cy="13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E509909-EC77-B298-7870-C4DAE2059D4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69942" y="1170896"/>
                  <a:ext cx="96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14:cNvPr>
                <p14:cNvContentPartPr/>
                <p14:nvPr/>
              </p14:nvContentPartPr>
              <p14:xfrm>
                <a:off x="9627622" y="1169456"/>
                <a:ext cx="45720" cy="100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C3C12D3-76DB-71E1-EFDD-270206BEB44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18622" y="1160456"/>
                  <a:ext cx="633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14:cNvPr>
                <p14:cNvContentPartPr/>
                <p14:nvPr/>
              </p14:nvContentPartPr>
              <p14:xfrm>
                <a:off x="9680902" y="1094216"/>
                <a:ext cx="234360" cy="158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DC987B8-100A-FA78-F7E6-5A598BBF592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72262" y="1085576"/>
                  <a:ext cx="252000" cy="175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0919449-A197-926B-C3A6-907220F7CD32}"/>
              </a:ext>
            </a:extLst>
          </p:cNvPr>
          <p:cNvGrpSpPr/>
          <p:nvPr/>
        </p:nvGrpSpPr>
        <p:grpSpPr>
          <a:xfrm>
            <a:off x="681622" y="504896"/>
            <a:ext cx="1615320" cy="400320"/>
            <a:chOff x="681622" y="504896"/>
            <a:chExt cx="161532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14:cNvPr>
                <p14:cNvContentPartPr/>
                <p14:nvPr/>
              </p14:nvContentPartPr>
              <p14:xfrm>
                <a:off x="681622" y="515336"/>
                <a:ext cx="151920" cy="165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1CACC38-706A-5DE6-E3FA-09B7773145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2622" y="506336"/>
                  <a:ext cx="169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14:cNvPr>
                <p14:cNvContentPartPr/>
                <p14:nvPr/>
              </p14:nvContentPartPr>
              <p14:xfrm>
                <a:off x="897622" y="627296"/>
                <a:ext cx="190440" cy="2037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090C94-6172-530F-0A6C-3E1516AE6F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8622" y="618296"/>
                  <a:ext cx="208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14:cNvPr>
                <p14:cNvContentPartPr/>
                <p14:nvPr/>
              </p14:nvContentPartPr>
              <p14:xfrm>
                <a:off x="1105702" y="631256"/>
                <a:ext cx="244800" cy="71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522105-F5DF-819C-EAE5-8E692E9A48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6702" y="622256"/>
                  <a:ext cx="2624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14:cNvPr>
                <p14:cNvContentPartPr/>
                <p14:nvPr/>
              </p14:nvContentPartPr>
              <p14:xfrm>
                <a:off x="1376782" y="643856"/>
                <a:ext cx="230760" cy="61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81483B2-E6DE-DC56-AB07-EFB39168B1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7782" y="635216"/>
                  <a:ext cx="248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14:cNvPr>
                <p14:cNvContentPartPr/>
                <p14:nvPr/>
              </p14:nvContentPartPr>
              <p14:xfrm>
                <a:off x="1675222" y="620096"/>
                <a:ext cx="166680" cy="9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455BDCC-8CCB-44A8-9B12-EEC804E808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6582" y="611096"/>
                  <a:ext cx="1843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14:cNvPr>
                <p14:cNvContentPartPr/>
                <p14:nvPr/>
              </p14:nvContentPartPr>
              <p14:xfrm>
                <a:off x="1865662" y="504896"/>
                <a:ext cx="72720" cy="226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9577E9-D4BB-ED60-9D1B-36BDEFC5E3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7022" y="495896"/>
                  <a:ext cx="90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14:cNvPr>
                <p14:cNvContentPartPr/>
                <p14:nvPr/>
              </p14:nvContentPartPr>
              <p14:xfrm>
                <a:off x="1823182" y="658256"/>
                <a:ext cx="133200" cy="22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69A6C97-449D-4E88-21AD-AAFD76065D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14542" y="649256"/>
                  <a:ext cx="150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14:cNvPr>
                <p14:cNvContentPartPr/>
                <p14:nvPr/>
              </p14:nvContentPartPr>
              <p14:xfrm>
                <a:off x="1998142" y="597776"/>
                <a:ext cx="45720" cy="98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8514CB2-C4F9-BB62-2DA3-237C0772B7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89142" y="588776"/>
                  <a:ext cx="633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14:cNvPr>
                <p14:cNvContentPartPr/>
                <p14:nvPr/>
              </p14:nvContentPartPr>
              <p14:xfrm>
                <a:off x="2166262" y="627296"/>
                <a:ext cx="130680" cy="277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AA43EC-D4BD-BE54-AEEF-A4382B6C47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57262" y="618296"/>
                  <a:ext cx="14832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108A88-31BD-1D9E-F21C-1F2E20E9D5C4}"/>
              </a:ext>
            </a:extLst>
          </p:cNvPr>
          <p:cNvGrpSpPr/>
          <p:nvPr/>
        </p:nvGrpSpPr>
        <p:grpSpPr>
          <a:xfrm>
            <a:off x="2592142" y="530096"/>
            <a:ext cx="757080" cy="336240"/>
            <a:chOff x="2592142" y="530096"/>
            <a:chExt cx="75708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14:cNvPr>
                <p14:cNvContentPartPr/>
                <p14:nvPr/>
              </p14:nvContentPartPr>
              <p14:xfrm>
                <a:off x="2592142" y="615056"/>
                <a:ext cx="201600" cy="251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5E080E-23A1-387C-C487-84093CEB9E3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83142" y="606056"/>
                  <a:ext cx="219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14:cNvPr>
                <p14:cNvContentPartPr/>
                <p14:nvPr/>
              </p14:nvContentPartPr>
              <p14:xfrm>
                <a:off x="2849182" y="669776"/>
                <a:ext cx="10080" cy="58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4186CF-ED02-0F6F-AEB3-1D9CFFD8CA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40542" y="660776"/>
                  <a:ext cx="27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14:cNvPr>
                <p14:cNvContentPartPr/>
                <p14:nvPr/>
              </p14:nvContentPartPr>
              <p14:xfrm>
                <a:off x="2822902" y="530096"/>
                <a:ext cx="360" cy="3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5494AC-DCF0-D3F6-0C3F-178C1DF8DDB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3902" y="521456"/>
                  <a:ext cx="18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14:cNvPr>
                <p14:cNvContentPartPr/>
                <p14:nvPr/>
              </p14:nvContentPartPr>
              <p14:xfrm>
                <a:off x="2944942" y="644576"/>
                <a:ext cx="101520" cy="84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3B1F90-2ECF-B6CA-4963-3477249863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36302" y="635936"/>
                  <a:ext cx="119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14:cNvPr>
                <p14:cNvContentPartPr/>
                <p14:nvPr/>
              </p14:nvContentPartPr>
              <p14:xfrm>
                <a:off x="3151582" y="615056"/>
                <a:ext cx="96120" cy="103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8EE00D0-3B1E-4987-002C-6DEB905541D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42942" y="606056"/>
                  <a:ext cx="113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14:cNvPr>
                <p14:cNvContentPartPr/>
                <p14:nvPr/>
              </p14:nvContentPartPr>
              <p14:xfrm>
                <a:off x="3281542" y="589856"/>
                <a:ext cx="67680" cy="123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262591-0781-FCCD-92A8-40FD49BB543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72902" y="581216"/>
                  <a:ext cx="8532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88186EB-9ADD-6105-FE55-8175237AA72B}"/>
              </a:ext>
            </a:extLst>
          </p:cNvPr>
          <p:cNvGrpSpPr/>
          <p:nvPr/>
        </p:nvGrpSpPr>
        <p:grpSpPr>
          <a:xfrm>
            <a:off x="3747742" y="372416"/>
            <a:ext cx="2820960" cy="442800"/>
            <a:chOff x="3747742" y="372416"/>
            <a:chExt cx="282096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14:cNvPr>
                <p14:cNvContentPartPr/>
                <p14:nvPr/>
              </p14:nvContentPartPr>
              <p14:xfrm>
                <a:off x="3747742" y="563216"/>
                <a:ext cx="487080" cy="252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E681580-C0D0-CB70-3D16-417BCBFABDC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38742" y="554216"/>
                  <a:ext cx="5047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14:cNvPr>
                <p14:cNvContentPartPr/>
                <p14:nvPr/>
              </p14:nvContentPartPr>
              <p14:xfrm>
                <a:off x="4295302" y="568256"/>
                <a:ext cx="290880" cy="134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FFA4054-CAB8-3FDE-D4F2-8C30FF30EAE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86662" y="559256"/>
                  <a:ext cx="308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14:cNvPr>
                <p14:cNvContentPartPr/>
                <p14:nvPr/>
              </p14:nvContentPartPr>
              <p14:xfrm>
                <a:off x="4581502" y="414896"/>
                <a:ext cx="294480" cy="266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0A9A6A-38C4-0A65-BE56-FDBD9BF167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72862" y="406256"/>
                  <a:ext cx="312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14:cNvPr>
                <p14:cNvContentPartPr/>
                <p14:nvPr/>
              </p14:nvContentPartPr>
              <p14:xfrm>
                <a:off x="4800382" y="453776"/>
                <a:ext cx="20160" cy="50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2E01183-49AA-9771-A307-0F8D9EBEF05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1742" y="444776"/>
                  <a:ext cx="378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14:cNvPr>
                <p14:cNvContentPartPr/>
                <p14:nvPr/>
              </p14:nvContentPartPr>
              <p14:xfrm>
                <a:off x="4922782" y="519296"/>
                <a:ext cx="246600" cy="188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127705-3364-B0D1-5F40-2AD7B7CEF9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13782" y="510296"/>
                  <a:ext cx="2642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14:cNvPr>
                <p14:cNvContentPartPr/>
                <p14:nvPr/>
              </p14:nvContentPartPr>
              <p14:xfrm>
                <a:off x="5028982" y="619736"/>
                <a:ext cx="135360" cy="12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BA65EF-1142-9C6F-0AA0-D38E1BD10B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20342" y="610736"/>
                  <a:ext cx="153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14:cNvPr>
                <p14:cNvContentPartPr/>
                <p14:nvPr/>
              </p14:nvContentPartPr>
              <p14:xfrm>
                <a:off x="5098102" y="541616"/>
                <a:ext cx="218160" cy="134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F8A4F5F-DBC2-9EAF-B420-F4F26C5077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89462" y="532976"/>
                  <a:ext cx="235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14:cNvPr>
                <p14:cNvContentPartPr/>
                <p14:nvPr/>
              </p14:nvContentPartPr>
              <p14:xfrm>
                <a:off x="5360902" y="434336"/>
                <a:ext cx="133560" cy="240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3505DDC-4377-A7B6-B9E2-298953B7DC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52262" y="425336"/>
                  <a:ext cx="1512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14:cNvPr>
                <p14:cNvContentPartPr/>
                <p14:nvPr/>
              </p14:nvContentPartPr>
              <p14:xfrm>
                <a:off x="5650702" y="372416"/>
                <a:ext cx="216720" cy="308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A1FC2B4-156A-BA93-0021-54202B6B05B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41702" y="363776"/>
                  <a:ext cx="2343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14:cNvPr>
                <p14:cNvContentPartPr/>
                <p14:nvPr/>
              </p14:nvContentPartPr>
              <p14:xfrm>
                <a:off x="5773462" y="413456"/>
                <a:ext cx="5760" cy="30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80D2677-7E98-A406-DF08-0D564D42EA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64462" y="404816"/>
                  <a:ext cx="23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14:cNvPr>
                <p14:cNvContentPartPr/>
                <p14:nvPr/>
              </p14:nvContentPartPr>
              <p14:xfrm>
                <a:off x="5916742" y="571856"/>
                <a:ext cx="151920" cy="59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7A3A42-1983-3E35-9CCA-051050E8609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08102" y="562856"/>
                  <a:ext cx="1695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14:cNvPr>
                <p14:cNvContentPartPr/>
                <p14:nvPr/>
              </p14:nvContentPartPr>
              <p14:xfrm>
                <a:off x="6113662" y="525776"/>
                <a:ext cx="189360" cy="12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573B7CF-77AC-692B-30E1-E1EBA11EB4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04662" y="516776"/>
                  <a:ext cx="207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14:cNvPr>
                <p14:cNvContentPartPr/>
                <p14:nvPr/>
              </p14:nvContentPartPr>
              <p14:xfrm>
                <a:off x="6329662" y="482216"/>
                <a:ext cx="239040" cy="172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B11184A-B088-EA6F-880F-EB80039D76B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20662" y="473216"/>
                  <a:ext cx="2566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EDAE8D-4D89-B5D3-7216-A7E070D5DE08}"/>
              </a:ext>
            </a:extLst>
          </p:cNvPr>
          <p:cNvGrpSpPr/>
          <p:nvPr/>
        </p:nvGrpSpPr>
        <p:grpSpPr>
          <a:xfrm>
            <a:off x="6816742" y="424616"/>
            <a:ext cx="774360" cy="378720"/>
            <a:chOff x="6816742" y="424616"/>
            <a:chExt cx="77436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14:cNvPr>
                <p14:cNvContentPartPr/>
                <p14:nvPr/>
              </p14:nvContentPartPr>
              <p14:xfrm>
                <a:off x="6816742" y="557816"/>
                <a:ext cx="142560" cy="245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AE9567C-792E-ABF9-9701-2A3AE6054E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08102" y="548816"/>
                  <a:ext cx="1602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14:cNvPr>
                <p14:cNvContentPartPr/>
                <p14:nvPr/>
              </p14:nvContentPartPr>
              <p14:xfrm>
                <a:off x="6921502" y="424616"/>
                <a:ext cx="273600" cy="24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985BA1-4EE5-6A3A-2F79-64BA6782979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12862" y="415976"/>
                  <a:ext cx="2912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14:cNvPr>
                <p14:cNvContentPartPr/>
                <p14:nvPr/>
              </p14:nvContentPartPr>
              <p14:xfrm>
                <a:off x="7164862" y="536936"/>
                <a:ext cx="109440" cy="116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09A199-58A9-940F-008E-B914F811D2C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56222" y="527936"/>
                  <a:ext cx="127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14:cNvPr>
                <p14:cNvContentPartPr/>
                <p14:nvPr/>
              </p14:nvContentPartPr>
              <p14:xfrm>
                <a:off x="7339462" y="513176"/>
                <a:ext cx="251640" cy="161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DA04532-8BED-E554-5C89-34DCF9D2FF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330822" y="504176"/>
                  <a:ext cx="26928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6C7D9FB-E996-7F7E-B52C-445FA8F01975}"/>
              </a:ext>
            </a:extLst>
          </p:cNvPr>
          <p:cNvGrpSpPr/>
          <p:nvPr/>
        </p:nvGrpSpPr>
        <p:grpSpPr>
          <a:xfrm>
            <a:off x="716542" y="1250816"/>
            <a:ext cx="418680" cy="265320"/>
            <a:chOff x="716542" y="1250816"/>
            <a:chExt cx="41868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14:cNvPr>
                <p14:cNvContentPartPr/>
                <p14:nvPr/>
              </p14:nvContentPartPr>
              <p14:xfrm>
                <a:off x="716542" y="1250816"/>
                <a:ext cx="153000" cy="265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2FC3A1-61C0-2D4A-3F32-1E7F18F8218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7902" y="1242176"/>
                  <a:ext cx="1706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14:cNvPr>
                <p14:cNvContentPartPr/>
                <p14:nvPr/>
              </p14:nvContentPartPr>
              <p14:xfrm>
                <a:off x="882142" y="1383656"/>
                <a:ext cx="160920" cy="10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7BBD52B-3420-3C97-5DA8-B879912EAD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3502" y="1375016"/>
                  <a:ext cx="178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14:cNvPr>
                <p14:cNvContentPartPr/>
                <p14:nvPr/>
              </p14:nvContentPartPr>
              <p14:xfrm>
                <a:off x="1015342" y="1283576"/>
                <a:ext cx="119880" cy="210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C589908-1966-489E-2EFA-D9D7719007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6342" y="1274576"/>
                  <a:ext cx="1375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14:cNvPr>
                <p14:cNvContentPartPr/>
                <p14:nvPr/>
              </p14:nvContentPartPr>
              <p14:xfrm>
                <a:off x="1047022" y="1391576"/>
                <a:ext cx="85320" cy="8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9299B5-5CC9-2C6E-8AF2-3366048DE6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8382" y="1382576"/>
                  <a:ext cx="1029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CC1FD11-55AD-E944-9D46-05D8837F3E78}"/>
              </a:ext>
            </a:extLst>
          </p:cNvPr>
          <p:cNvGrpSpPr/>
          <p:nvPr/>
        </p:nvGrpSpPr>
        <p:grpSpPr>
          <a:xfrm>
            <a:off x="1440502" y="1249016"/>
            <a:ext cx="882720" cy="278280"/>
            <a:chOff x="1440502" y="1249016"/>
            <a:chExt cx="88272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14:cNvPr>
                <p14:cNvContentPartPr/>
                <p14:nvPr/>
              </p14:nvContentPartPr>
              <p14:xfrm>
                <a:off x="1440502" y="1254416"/>
                <a:ext cx="213480" cy="24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6137F7-B8A6-2712-C974-F167E5493A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31862" y="1245776"/>
                  <a:ext cx="231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14:cNvPr>
                <p14:cNvContentPartPr/>
                <p14:nvPr/>
              </p14:nvContentPartPr>
              <p14:xfrm>
                <a:off x="1669102" y="1252976"/>
                <a:ext cx="178560" cy="269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D22F44-75A9-9456-9E69-1E333FB8889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60102" y="1243976"/>
                  <a:ext cx="196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14:cNvPr>
                <p14:cNvContentPartPr/>
                <p14:nvPr/>
              </p14:nvContentPartPr>
              <p14:xfrm>
                <a:off x="1828582" y="1403816"/>
                <a:ext cx="185040" cy="69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A1E961F-20BF-AB42-772F-149625AC84B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19582" y="1394816"/>
                  <a:ext cx="20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14:cNvPr>
                <p14:cNvContentPartPr/>
                <p14:nvPr/>
              </p14:nvContentPartPr>
              <p14:xfrm>
                <a:off x="1972222" y="1249016"/>
                <a:ext cx="181800" cy="278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6B92ECD-0425-0920-E9EA-907796193DF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963222" y="1240376"/>
                  <a:ext cx="1994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14:cNvPr>
                <p14:cNvContentPartPr/>
                <p14:nvPr/>
              </p14:nvContentPartPr>
              <p14:xfrm>
                <a:off x="2227102" y="1413536"/>
                <a:ext cx="96120" cy="11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3E3911-E3C3-652B-16A2-F10B78F858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218462" y="1404536"/>
                  <a:ext cx="113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14:cNvPr>
                <p14:cNvContentPartPr/>
                <p14:nvPr/>
              </p14:nvContentPartPr>
              <p14:xfrm>
                <a:off x="2216302" y="1342976"/>
                <a:ext cx="96480" cy="12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6E1687-0A38-10CE-5AFE-9443D76856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07302" y="1334336"/>
                  <a:ext cx="11412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AB6B8A4-1DFD-0D76-9656-57B348771F0C}"/>
              </a:ext>
            </a:extLst>
          </p:cNvPr>
          <p:cNvGrpSpPr/>
          <p:nvPr/>
        </p:nvGrpSpPr>
        <p:grpSpPr>
          <a:xfrm>
            <a:off x="2594302" y="1216976"/>
            <a:ext cx="1243800" cy="325440"/>
            <a:chOff x="2594302" y="1216976"/>
            <a:chExt cx="12438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14:cNvPr>
                <p14:cNvContentPartPr/>
                <p14:nvPr/>
              </p14:nvContentPartPr>
              <p14:xfrm>
                <a:off x="2594302" y="1249736"/>
                <a:ext cx="212040" cy="26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F74930-B869-188D-AE35-3A5EEAE4518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85302" y="1241096"/>
                  <a:ext cx="2296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14:cNvPr>
                <p14:cNvContentPartPr/>
                <p14:nvPr/>
              </p14:nvContentPartPr>
              <p14:xfrm>
                <a:off x="2848102" y="1216976"/>
                <a:ext cx="169200" cy="325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54F7504-F66A-05E0-4C70-92214930E2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39102" y="1207976"/>
                  <a:ext cx="186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14:cNvPr>
                <p14:cNvContentPartPr/>
                <p14:nvPr/>
              </p14:nvContentPartPr>
              <p14:xfrm>
                <a:off x="2990662" y="1299776"/>
                <a:ext cx="244800" cy="169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10FBBC9-2A34-D0F6-64CA-CB6AC5FBCC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81662" y="1291136"/>
                  <a:ext cx="2624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14:cNvPr>
                <p14:cNvContentPartPr/>
                <p14:nvPr/>
              </p14:nvContentPartPr>
              <p14:xfrm>
                <a:off x="3298822" y="1402376"/>
                <a:ext cx="71640" cy="6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A6C6B3-AFC0-6197-02DC-D269C98CC2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90182" y="1393376"/>
                  <a:ext cx="89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14:cNvPr>
                <p14:cNvContentPartPr/>
                <p14:nvPr/>
              </p14:nvContentPartPr>
              <p14:xfrm>
                <a:off x="3497902" y="1377176"/>
                <a:ext cx="136800" cy="82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9D74A6-78F3-3B58-0BFE-5785F7A65D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489262" y="1368176"/>
                  <a:ext cx="154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14:cNvPr>
                <p14:cNvContentPartPr/>
                <p14:nvPr/>
              </p14:nvContentPartPr>
              <p14:xfrm>
                <a:off x="3641542" y="1219856"/>
                <a:ext cx="196560" cy="312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590ED34-3404-A1E5-685D-D74E9820149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32542" y="1211216"/>
                  <a:ext cx="21420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EF5EA67-F4F0-7C6A-3CA4-0A0DB3C47E10}"/>
              </a:ext>
            </a:extLst>
          </p:cNvPr>
          <p:cNvGrpSpPr/>
          <p:nvPr/>
        </p:nvGrpSpPr>
        <p:grpSpPr>
          <a:xfrm>
            <a:off x="752902" y="1804136"/>
            <a:ext cx="949320" cy="387720"/>
            <a:chOff x="752902" y="1804136"/>
            <a:chExt cx="94932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14:cNvPr>
                <p14:cNvContentPartPr/>
                <p14:nvPr/>
              </p14:nvContentPartPr>
              <p14:xfrm>
                <a:off x="752902" y="1915376"/>
                <a:ext cx="120240" cy="276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4A6644-D219-D3A0-741D-52DFBBDD858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3902" y="1906736"/>
                  <a:ext cx="1378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14:cNvPr>
                <p14:cNvContentPartPr/>
                <p14:nvPr/>
              </p14:nvContentPartPr>
              <p14:xfrm>
                <a:off x="855862" y="2076656"/>
                <a:ext cx="78840" cy="23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FA6A276-7DC9-FD81-E5C9-C164DB62282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6862" y="2068016"/>
                  <a:ext cx="96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14:cNvPr>
                <p14:cNvContentPartPr/>
                <p14:nvPr/>
              </p14:nvContentPartPr>
              <p14:xfrm>
                <a:off x="886102" y="1967216"/>
                <a:ext cx="87840" cy="1742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CE6271-ECF1-3344-6965-2081ACB25B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7102" y="1958576"/>
                  <a:ext cx="1054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14:cNvPr>
                <p14:cNvContentPartPr/>
                <p14:nvPr/>
              </p14:nvContentPartPr>
              <p14:xfrm>
                <a:off x="1019662" y="1893056"/>
                <a:ext cx="118080" cy="285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7CD3CB0-3BE0-39B7-C4AA-D72C86089E7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1022" y="1884416"/>
                  <a:ext cx="13572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14:cNvPr>
                <p14:cNvContentPartPr/>
                <p14:nvPr/>
              </p14:nvContentPartPr>
              <p14:xfrm>
                <a:off x="1137022" y="2026256"/>
                <a:ext cx="138600" cy="133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759A67-BDA9-B857-0444-ABB4CFE5EC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8022" y="2017256"/>
                  <a:ext cx="15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14:cNvPr>
                <p14:cNvContentPartPr/>
                <p14:nvPr/>
              </p14:nvContentPartPr>
              <p14:xfrm>
                <a:off x="1296862" y="1908536"/>
                <a:ext cx="93240" cy="192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499CB3-8904-C316-3F6F-004E0DE368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88222" y="1899536"/>
                  <a:ext cx="110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14:cNvPr>
                <p14:cNvContentPartPr/>
                <p14:nvPr/>
              </p14:nvContentPartPr>
              <p14:xfrm>
                <a:off x="1265182" y="1804136"/>
                <a:ext cx="2520" cy="3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078710A-4961-0325-059C-0ABA80F63A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56182" y="1795136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14:cNvPr>
                <p14:cNvContentPartPr/>
                <p14:nvPr/>
              </p14:nvContentPartPr>
              <p14:xfrm>
                <a:off x="1350142" y="1850216"/>
                <a:ext cx="182160" cy="90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72B8EB-F874-9ADA-864B-3792502935F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41502" y="1841576"/>
                  <a:ext cx="199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14:cNvPr>
                <p14:cNvContentPartPr/>
                <p14:nvPr/>
              </p14:nvContentPartPr>
              <p14:xfrm>
                <a:off x="1610782" y="1897736"/>
                <a:ext cx="91440" cy="263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062E509-0838-528D-31D8-1C65A3C78F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01782" y="1888736"/>
                  <a:ext cx="10908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54E8D71-D78B-FEC1-C7EC-FD6E40E5EC1D}"/>
              </a:ext>
            </a:extLst>
          </p:cNvPr>
          <p:cNvGrpSpPr/>
          <p:nvPr/>
        </p:nvGrpSpPr>
        <p:grpSpPr>
          <a:xfrm>
            <a:off x="1903102" y="2025176"/>
            <a:ext cx="127800" cy="91080"/>
            <a:chOff x="1903102" y="2025176"/>
            <a:chExt cx="127800" cy="9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14:cNvPr>
                <p14:cNvContentPartPr/>
                <p14:nvPr/>
              </p14:nvContentPartPr>
              <p14:xfrm>
                <a:off x="1944502" y="2104736"/>
                <a:ext cx="86400" cy="11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E9659D0-002B-1A80-877E-265F2BEC40C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35862" y="2095736"/>
                  <a:ext cx="104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14:cNvPr>
                <p14:cNvContentPartPr/>
                <p14:nvPr/>
              </p14:nvContentPartPr>
              <p14:xfrm>
                <a:off x="1903102" y="2025176"/>
                <a:ext cx="96120" cy="11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41923EB-A003-B41E-AEA0-8B3372FEAA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94102" y="201653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14:cNvPr>
              <p14:cNvContentPartPr/>
              <p14:nvPr/>
            </p14:nvContentPartPr>
            <p14:xfrm>
              <a:off x="2247262" y="1934816"/>
              <a:ext cx="352440" cy="2242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8DA532DF-59DB-271B-15E3-45F42B76D60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238622" y="1925816"/>
                <a:ext cx="37008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695D26F1-DE7B-E768-C885-1BBCBAE0879A}"/>
              </a:ext>
            </a:extLst>
          </p:cNvPr>
          <p:cNvGrpSpPr/>
          <p:nvPr/>
        </p:nvGrpSpPr>
        <p:grpSpPr>
          <a:xfrm>
            <a:off x="2268142" y="2290136"/>
            <a:ext cx="426240" cy="87120"/>
            <a:chOff x="2268142" y="2290136"/>
            <a:chExt cx="42624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14:cNvPr>
                <p14:cNvContentPartPr/>
                <p14:nvPr/>
              </p14:nvContentPartPr>
              <p14:xfrm>
                <a:off x="2268142" y="2315696"/>
                <a:ext cx="110880" cy="61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84C8E5-31D7-6B80-2DA0-36CE0C6130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259142" y="2307056"/>
                  <a:ext cx="128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14:cNvPr>
                <p14:cNvContentPartPr/>
                <p14:nvPr/>
              </p14:nvContentPartPr>
              <p14:xfrm>
                <a:off x="2451022" y="2353856"/>
                <a:ext cx="58320" cy="6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81F05E4-1818-B7F4-FBCB-7A283099936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42382" y="2345216"/>
                  <a:ext cx="75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14:cNvPr>
                <p14:cNvContentPartPr/>
                <p14:nvPr/>
              </p14:nvContentPartPr>
              <p14:xfrm>
                <a:off x="2443822" y="2302736"/>
                <a:ext cx="65880" cy="97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CA4A098-03E4-8A3D-D49E-4EC72FE8B9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34822" y="2294096"/>
                  <a:ext cx="83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14:cNvPr>
                <p14:cNvContentPartPr/>
                <p14:nvPr/>
              </p14:nvContentPartPr>
              <p14:xfrm>
                <a:off x="2582062" y="2290136"/>
                <a:ext cx="112320" cy="86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DE932B6-784D-70B7-B790-07FED2A5EE7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73062" y="2281496"/>
                  <a:ext cx="12996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14:cNvPr>
              <p14:cNvContentPartPr/>
              <p14:nvPr/>
            </p14:nvContentPartPr>
            <p14:xfrm>
              <a:off x="2301622" y="1716656"/>
              <a:ext cx="196920" cy="1173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4D8C483-7F3B-6B17-7C14-D3952C875E98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292982" y="1707656"/>
                <a:ext cx="2145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26A9710E-5FA3-7D2D-F8BA-FAFEC904547F}"/>
              </a:ext>
            </a:extLst>
          </p:cNvPr>
          <p:cNvGrpSpPr/>
          <p:nvPr/>
        </p:nvGrpSpPr>
        <p:grpSpPr>
          <a:xfrm>
            <a:off x="4747102" y="1286456"/>
            <a:ext cx="703440" cy="144000"/>
            <a:chOff x="4747102" y="1286456"/>
            <a:chExt cx="70344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14:cNvPr>
                <p14:cNvContentPartPr/>
                <p14:nvPr/>
              </p14:nvContentPartPr>
              <p14:xfrm>
                <a:off x="4747102" y="1286456"/>
                <a:ext cx="124200" cy="144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507ED4C-636A-6863-CB3E-0887A3EE9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8462" y="1277456"/>
                  <a:ext cx="141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14:cNvPr>
                <p14:cNvContentPartPr/>
                <p14:nvPr/>
              </p14:nvContentPartPr>
              <p14:xfrm>
                <a:off x="5016742" y="1291136"/>
                <a:ext cx="170640" cy="838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7D418BB-FE9E-B9B3-C7B1-ECB1A9FD68C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07742" y="1282136"/>
                  <a:ext cx="188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14:cNvPr>
                <p14:cNvContentPartPr/>
                <p14:nvPr/>
              </p14:nvContentPartPr>
              <p14:xfrm>
                <a:off x="5023582" y="1392656"/>
                <a:ext cx="87120" cy="25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820CCC0-C141-679B-707C-8FE6CC128A8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14942" y="1384016"/>
                  <a:ext cx="1047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14:cNvPr>
                <p14:cNvContentPartPr/>
                <p14:nvPr/>
              </p14:nvContentPartPr>
              <p14:xfrm>
                <a:off x="5278822" y="1304456"/>
                <a:ext cx="171720" cy="106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C20808-ED8F-63DA-8FA6-281E8C60399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270182" y="1295456"/>
                  <a:ext cx="18936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5ED9DF3-B02D-E5D7-0513-2E80FF5309E1}"/>
              </a:ext>
            </a:extLst>
          </p:cNvPr>
          <p:cNvGrpSpPr/>
          <p:nvPr/>
        </p:nvGrpSpPr>
        <p:grpSpPr>
          <a:xfrm>
            <a:off x="5677702" y="1243976"/>
            <a:ext cx="537840" cy="205920"/>
            <a:chOff x="5677702" y="1243976"/>
            <a:chExt cx="53784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14:cNvPr>
                <p14:cNvContentPartPr/>
                <p14:nvPr/>
              </p14:nvContentPartPr>
              <p14:xfrm>
                <a:off x="5694622" y="1294736"/>
                <a:ext cx="189000" cy="110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FF8038E-8E1A-D16D-6693-87181F6B336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85622" y="1286096"/>
                  <a:ext cx="206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14:cNvPr>
                <p14:cNvContentPartPr/>
                <p14:nvPr/>
              </p14:nvContentPartPr>
              <p14:xfrm>
                <a:off x="5677702" y="1419296"/>
                <a:ext cx="96480" cy="30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19054E-4E9D-8624-CD1D-24E82FEE25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68702" y="1410296"/>
                  <a:ext cx="114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14:cNvPr>
                <p14:cNvContentPartPr/>
                <p14:nvPr/>
              </p14:nvContentPartPr>
              <p14:xfrm>
                <a:off x="5955262" y="1243976"/>
                <a:ext cx="260280" cy="171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60711A2-585C-C930-1566-C3B321CED61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46262" y="123533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3E7FEC7-C36F-7529-AFFD-92619FB48B6C}"/>
              </a:ext>
            </a:extLst>
          </p:cNvPr>
          <p:cNvGrpSpPr/>
          <p:nvPr/>
        </p:nvGrpSpPr>
        <p:grpSpPr>
          <a:xfrm>
            <a:off x="6957142" y="1121576"/>
            <a:ext cx="694800" cy="241200"/>
            <a:chOff x="6957142" y="1121576"/>
            <a:chExt cx="69480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14:cNvPr>
                <p14:cNvContentPartPr/>
                <p14:nvPr/>
              </p14:nvContentPartPr>
              <p14:xfrm>
                <a:off x="6957142" y="1280696"/>
                <a:ext cx="127800" cy="82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B50B881-AAE0-DADC-2C63-DCEA9FD8D4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948142" y="1271696"/>
                  <a:ext cx="1454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14:cNvPr>
                <p14:cNvContentPartPr/>
                <p14:nvPr/>
              </p14:nvContentPartPr>
              <p14:xfrm>
                <a:off x="7128862" y="1238576"/>
                <a:ext cx="62640" cy="88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A96588A-4B44-3F30-9063-CA6F5A1D16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20222" y="1229576"/>
                  <a:ext cx="80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14:cNvPr>
                <p14:cNvContentPartPr/>
                <p14:nvPr/>
              </p14:nvContentPartPr>
              <p14:xfrm>
                <a:off x="7278622" y="1121576"/>
                <a:ext cx="373320" cy="213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E5E5BA-ACB2-572D-15C0-F577A20B86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69982" y="1112936"/>
                  <a:ext cx="39096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14:cNvPr>
              <p14:cNvContentPartPr/>
              <p14:nvPr/>
            </p14:nvContentPartPr>
            <p14:xfrm>
              <a:off x="7875142" y="1149656"/>
              <a:ext cx="292320" cy="1792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53410DD8-EDB9-5B30-D00B-F445451E0B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866142" y="1140656"/>
                <a:ext cx="30996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F90AD24-9C73-8EE5-91CA-0F16356C82ED}"/>
              </a:ext>
            </a:extLst>
          </p:cNvPr>
          <p:cNvGrpSpPr/>
          <p:nvPr/>
        </p:nvGrpSpPr>
        <p:grpSpPr>
          <a:xfrm>
            <a:off x="7019782" y="1541696"/>
            <a:ext cx="1858680" cy="261000"/>
            <a:chOff x="7019782" y="1541696"/>
            <a:chExt cx="185868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14:cNvPr>
                <p14:cNvContentPartPr/>
                <p14:nvPr/>
              </p14:nvContentPartPr>
              <p14:xfrm>
                <a:off x="7019782" y="1594976"/>
                <a:ext cx="185040" cy="166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B795F2-D4B6-88CE-9828-9D798C685BF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10782" y="1585976"/>
                  <a:ext cx="2026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14:cNvPr>
                <p14:cNvContentPartPr/>
                <p14:nvPr/>
              </p14:nvContentPartPr>
              <p14:xfrm>
                <a:off x="7352782" y="1700456"/>
                <a:ext cx="116640" cy="16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27F1CCD-4FEB-4D31-8477-C98F12291F2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3782" y="1691456"/>
                  <a:ext cx="134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14:cNvPr>
                <p14:cNvContentPartPr/>
                <p14:nvPr/>
              </p14:nvContentPartPr>
              <p14:xfrm>
                <a:off x="7354942" y="1654376"/>
                <a:ext cx="98640" cy="14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B24428A-965C-F56F-3E22-53428B28D60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46302" y="1645736"/>
                  <a:ext cx="116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14:cNvPr>
                <p14:cNvContentPartPr/>
                <p14:nvPr/>
              </p14:nvContentPartPr>
              <p14:xfrm>
                <a:off x="7551142" y="1592456"/>
                <a:ext cx="227160" cy="136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45A23E-5775-3E7A-72EE-F8C1F5D3A1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42502" y="1583456"/>
                  <a:ext cx="244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14:cNvPr>
                <p14:cNvContentPartPr/>
                <p14:nvPr/>
              </p14:nvContentPartPr>
              <p14:xfrm>
                <a:off x="7883782" y="1632056"/>
                <a:ext cx="35640" cy="95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76A0AFE-FB72-9F27-4C44-167DC59A67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75142" y="1623056"/>
                  <a:ext cx="53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14:cNvPr>
                <p14:cNvContentPartPr/>
                <p14:nvPr/>
              </p14:nvContentPartPr>
              <p14:xfrm>
                <a:off x="7867222" y="1684976"/>
                <a:ext cx="75240" cy="8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697486-B2D2-88A3-B62C-9E07FC8AD5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58582" y="1676336"/>
                  <a:ext cx="92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14:cNvPr>
                <p14:cNvContentPartPr/>
                <p14:nvPr/>
              </p14:nvContentPartPr>
              <p14:xfrm>
                <a:off x="8027422" y="1605416"/>
                <a:ext cx="53640" cy="116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EB732D-1EE6-EBA5-AAD7-1230CAD0591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18422" y="1596416"/>
                  <a:ext cx="71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14:cNvPr>
                <p14:cNvContentPartPr/>
                <p14:nvPr/>
              </p14:nvContentPartPr>
              <p14:xfrm>
                <a:off x="8282662" y="1541696"/>
                <a:ext cx="80280" cy="176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0796D3F-D94E-4770-DF81-B10DDC74B44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273662" y="1532696"/>
                  <a:ext cx="97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14:cNvPr>
                <p14:cNvContentPartPr/>
                <p14:nvPr/>
              </p14:nvContentPartPr>
              <p14:xfrm>
                <a:off x="8250982" y="1641776"/>
                <a:ext cx="143640" cy="223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61CC58-5105-B791-7081-D2BD4B4863D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42342" y="1633136"/>
                  <a:ext cx="1612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14:cNvPr>
                <p14:cNvContentPartPr/>
                <p14:nvPr/>
              </p14:nvContentPartPr>
              <p14:xfrm>
                <a:off x="8440342" y="1624856"/>
                <a:ext cx="108000" cy="7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02393C-C6F3-453F-8119-EB954C7C81C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31342" y="1615856"/>
                  <a:ext cx="1256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14:cNvPr>
                <p14:cNvContentPartPr/>
                <p14:nvPr/>
              </p14:nvContentPartPr>
              <p14:xfrm>
                <a:off x="8610982" y="1619456"/>
                <a:ext cx="86040" cy="183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7D2FE8-7F29-F053-1AB4-6D8754B500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02342" y="1610456"/>
                  <a:ext cx="103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14:cNvPr>
                <p14:cNvContentPartPr/>
                <p14:nvPr/>
              </p14:nvContentPartPr>
              <p14:xfrm>
                <a:off x="8792062" y="1578056"/>
                <a:ext cx="86400" cy="118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8F550E-7533-86D5-FEBA-5D81DCE717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783062" y="1569056"/>
                  <a:ext cx="10404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A0565D8-AC81-C593-BA47-C7F857A5F02A}"/>
              </a:ext>
            </a:extLst>
          </p:cNvPr>
          <p:cNvGrpSpPr/>
          <p:nvPr/>
        </p:nvGrpSpPr>
        <p:grpSpPr>
          <a:xfrm>
            <a:off x="9499462" y="1418576"/>
            <a:ext cx="1008000" cy="146880"/>
            <a:chOff x="9499462" y="1418576"/>
            <a:chExt cx="100800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14:cNvPr>
                <p14:cNvContentPartPr/>
                <p14:nvPr/>
              </p14:nvContentPartPr>
              <p14:xfrm>
                <a:off x="9499462" y="1476896"/>
                <a:ext cx="149760" cy="716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F303272-6807-8EB3-A2DC-3ABA96AB5E5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90462" y="1467896"/>
                  <a:ext cx="167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14:cNvPr>
                <p14:cNvContentPartPr/>
                <p14:nvPr/>
              </p14:nvContentPartPr>
              <p14:xfrm>
                <a:off x="9666502" y="1418576"/>
                <a:ext cx="86400" cy="124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ACB34D9-D782-A997-8281-6544A5C7DD2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57502" y="1409576"/>
                  <a:ext cx="1040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14:cNvPr>
                <p14:cNvContentPartPr/>
                <p14:nvPr/>
              </p14:nvContentPartPr>
              <p14:xfrm>
                <a:off x="9773422" y="1440536"/>
                <a:ext cx="102600" cy="107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119ED67-0007-737B-5F8D-8DDBB18E711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764422" y="14318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14:cNvPr>
                <p14:cNvContentPartPr/>
                <p14:nvPr/>
              </p14:nvContentPartPr>
              <p14:xfrm>
                <a:off x="9928942" y="1437656"/>
                <a:ext cx="578520" cy="127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99B248D-F7EB-64C4-E52B-705A24E288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920302" y="1429016"/>
                  <a:ext cx="59616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CF0E476-AA5C-9A66-AF94-8CE58A4B90D4}"/>
              </a:ext>
            </a:extLst>
          </p:cNvPr>
          <p:cNvGrpSpPr/>
          <p:nvPr/>
        </p:nvGrpSpPr>
        <p:grpSpPr>
          <a:xfrm>
            <a:off x="10717342" y="1348016"/>
            <a:ext cx="1093320" cy="210600"/>
            <a:chOff x="10717342" y="1348016"/>
            <a:chExt cx="10933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14:cNvPr>
                <p14:cNvContentPartPr/>
                <p14:nvPr/>
              </p14:nvContentPartPr>
              <p14:xfrm>
                <a:off x="10717342" y="1348016"/>
                <a:ext cx="273240" cy="210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2F4C4A-4500-D0E1-CCDA-7D4143F3AD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08342" y="1339016"/>
                  <a:ext cx="290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14:cNvPr>
                <p14:cNvContentPartPr/>
                <p14:nvPr/>
              </p14:nvContentPartPr>
              <p14:xfrm>
                <a:off x="11186782" y="1399136"/>
                <a:ext cx="147600" cy="132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7DFA933-7335-6B32-6E32-4285C63F23E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177782" y="1390136"/>
                  <a:ext cx="165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14:cNvPr>
                <p14:cNvContentPartPr/>
                <p14:nvPr/>
              </p14:nvContentPartPr>
              <p14:xfrm>
                <a:off x="11355262" y="1417496"/>
                <a:ext cx="107280" cy="84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252FB42-37CD-A275-EB96-9648D2EEBC6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46622" y="1408496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14:cNvPr>
                <p14:cNvContentPartPr/>
                <p14:nvPr/>
              </p14:nvContentPartPr>
              <p14:xfrm>
                <a:off x="11491702" y="1421816"/>
                <a:ext cx="143640" cy="104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0E655C-415A-BE21-BCA0-70CA9BE3979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83062" y="1412816"/>
                  <a:ext cx="161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14:cNvPr>
                <p14:cNvContentPartPr/>
                <p14:nvPr/>
              </p14:nvContentPartPr>
              <p14:xfrm>
                <a:off x="11631742" y="1423976"/>
                <a:ext cx="178920" cy="90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1009FF-DF44-85FB-D50A-1FA98D286E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623102" y="1414976"/>
                  <a:ext cx="1965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E48CBD0-8984-4435-E878-8F5F49F5AF63}"/>
              </a:ext>
            </a:extLst>
          </p:cNvPr>
          <p:cNvGrpSpPr/>
          <p:nvPr/>
        </p:nvGrpSpPr>
        <p:grpSpPr>
          <a:xfrm>
            <a:off x="2849182" y="1750856"/>
            <a:ext cx="1701720" cy="420480"/>
            <a:chOff x="2849182" y="1750856"/>
            <a:chExt cx="170172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14:cNvPr>
                <p14:cNvContentPartPr/>
                <p14:nvPr/>
              </p14:nvContentPartPr>
              <p14:xfrm>
                <a:off x="2849182" y="1913576"/>
                <a:ext cx="192240" cy="243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C29A04-4D87-E70A-3C1C-CBFE32F8D4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40542" y="1904936"/>
                  <a:ext cx="209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14:cNvPr>
                <p14:cNvContentPartPr/>
                <p14:nvPr/>
              </p14:nvContentPartPr>
              <p14:xfrm>
                <a:off x="3105502" y="1929416"/>
                <a:ext cx="100800" cy="225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2C433F8-37A6-2AD9-82B7-F9DFD664B8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96502" y="1920416"/>
                  <a:ext cx="118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14:cNvPr>
                <p14:cNvContentPartPr/>
                <p14:nvPr/>
              </p14:nvContentPartPr>
              <p14:xfrm>
                <a:off x="3231862" y="2051096"/>
                <a:ext cx="160920" cy="68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DDCF44-022B-855B-2042-C1CCEC974E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223222" y="2042096"/>
                  <a:ext cx="178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14:cNvPr>
                <p14:cNvContentPartPr/>
                <p14:nvPr/>
              </p14:nvContentPartPr>
              <p14:xfrm>
                <a:off x="3354262" y="1915016"/>
                <a:ext cx="178920" cy="256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30A2C59-C77C-E91B-4E8F-F3AA18DD06E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45622" y="1906016"/>
                  <a:ext cx="1965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14:cNvPr>
                <p14:cNvContentPartPr/>
                <p14:nvPr/>
              </p14:nvContentPartPr>
              <p14:xfrm>
                <a:off x="3650902" y="2024456"/>
                <a:ext cx="239760" cy="129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654970E-EEC3-42FC-D036-5FB8EC8A98D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42262" y="2015456"/>
                  <a:ext cx="257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14:cNvPr>
                <p14:cNvContentPartPr/>
                <p14:nvPr/>
              </p14:nvContentPartPr>
              <p14:xfrm>
                <a:off x="3801382" y="1929056"/>
                <a:ext cx="132840" cy="16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9812A31-252F-33BC-7486-C96531658D0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792742" y="192005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14:cNvPr>
                <p14:cNvContentPartPr/>
                <p14:nvPr/>
              </p14:nvContentPartPr>
              <p14:xfrm>
                <a:off x="3986062" y="1913576"/>
                <a:ext cx="112320" cy="203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7A50B6-1040-A935-2885-23FAE902042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77062" y="1904936"/>
                  <a:ext cx="129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14:cNvPr>
                <p14:cNvContentPartPr/>
                <p14:nvPr/>
              </p14:nvContentPartPr>
              <p14:xfrm>
                <a:off x="3960502" y="1750856"/>
                <a:ext cx="22320" cy="35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D1E4015-8FAB-A9CD-585B-4EE267FFA7B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951502" y="1742216"/>
                  <a:ext cx="39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14:cNvPr>
                <p14:cNvContentPartPr/>
                <p14:nvPr/>
              </p14:nvContentPartPr>
              <p14:xfrm>
                <a:off x="4098742" y="1792976"/>
                <a:ext cx="187920" cy="132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25BC435-6E09-EBAD-550C-556AADCBE75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89742" y="1783976"/>
                  <a:ext cx="205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14:cNvPr>
                <p14:cNvContentPartPr/>
                <p14:nvPr/>
              </p14:nvContentPartPr>
              <p14:xfrm>
                <a:off x="4391062" y="1807376"/>
                <a:ext cx="159840" cy="82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B4AB08-20B1-56D6-11CB-183C505F0EE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382422" y="1798376"/>
                  <a:ext cx="17748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A4067ED-32AE-B337-A49C-8A073EF8A8F8}"/>
              </a:ext>
            </a:extLst>
          </p:cNvPr>
          <p:cNvGrpSpPr/>
          <p:nvPr/>
        </p:nvGrpSpPr>
        <p:grpSpPr>
          <a:xfrm>
            <a:off x="1918942" y="2863616"/>
            <a:ext cx="135000" cy="82080"/>
            <a:chOff x="1918942" y="2863616"/>
            <a:chExt cx="135000" cy="8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14:cNvPr>
                <p14:cNvContentPartPr/>
                <p14:nvPr/>
              </p14:nvContentPartPr>
              <p14:xfrm>
                <a:off x="1945222" y="2934536"/>
                <a:ext cx="108720" cy="11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5A69303-46AE-3E28-FA3B-E39FD78E0A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6222" y="2925896"/>
                  <a:ext cx="126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14:cNvPr>
                <p14:cNvContentPartPr/>
                <p14:nvPr/>
              </p14:nvContentPartPr>
              <p14:xfrm>
                <a:off x="1918942" y="2863616"/>
                <a:ext cx="128160" cy="8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6D65BD2-0F5B-EA16-2111-4CAEA9D3C53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10302" y="2854616"/>
                  <a:ext cx="1458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14:cNvPr>
              <p14:cNvContentPartPr/>
              <p14:nvPr/>
            </p14:nvContentPartPr>
            <p14:xfrm>
              <a:off x="2277142" y="2801336"/>
              <a:ext cx="383040" cy="269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EF9D9EB-5F02-023B-CAAF-6E8052A2D910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268142" y="2792696"/>
                <a:ext cx="40068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73F152D-1580-40B6-5158-F1A1D5127D05}"/>
              </a:ext>
            </a:extLst>
          </p:cNvPr>
          <p:cNvGrpSpPr/>
          <p:nvPr/>
        </p:nvGrpSpPr>
        <p:grpSpPr>
          <a:xfrm>
            <a:off x="2237542" y="3226136"/>
            <a:ext cx="522720" cy="87480"/>
            <a:chOff x="2237542" y="3226136"/>
            <a:chExt cx="522720" cy="8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14:cNvPr>
                <p14:cNvContentPartPr/>
                <p14:nvPr/>
              </p14:nvContentPartPr>
              <p14:xfrm>
                <a:off x="2237542" y="3246656"/>
                <a:ext cx="150120" cy="66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B30ECD7-B626-57C7-A578-83CB0D793FB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228542" y="3237656"/>
                  <a:ext cx="167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14:cNvPr>
                <p14:cNvContentPartPr/>
                <p14:nvPr/>
              </p14:nvContentPartPr>
              <p14:xfrm>
                <a:off x="2472622" y="3281216"/>
                <a:ext cx="90000" cy="20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3CB44A8-C0C4-C8B9-73E5-819977D3407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463982" y="3272216"/>
                  <a:ext cx="107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14:cNvPr>
                <p14:cNvContentPartPr/>
                <p14:nvPr/>
              </p14:nvContentPartPr>
              <p14:xfrm>
                <a:off x="2459662" y="3227936"/>
                <a:ext cx="97560" cy="15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DE5634D-D1BF-4AFE-DBD7-D709B161A6E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51022" y="3218936"/>
                  <a:ext cx="11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14:cNvPr>
                <p14:cNvContentPartPr/>
                <p14:nvPr/>
              </p14:nvContentPartPr>
              <p14:xfrm>
                <a:off x="2636422" y="3226136"/>
                <a:ext cx="123840" cy="71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568304-C941-AA86-DA96-A2790E2C85F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627782" y="3217136"/>
                  <a:ext cx="14148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D0F270A-358E-EC44-46F1-6E77DF0F0141}"/>
              </a:ext>
            </a:extLst>
          </p:cNvPr>
          <p:cNvGrpSpPr/>
          <p:nvPr/>
        </p:nvGrpSpPr>
        <p:grpSpPr>
          <a:xfrm>
            <a:off x="2188942" y="2551136"/>
            <a:ext cx="508320" cy="262080"/>
            <a:chOff x="2188942" y="2551136"/>
            <a:chExt cx="50832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14:cNvPr>
                <p14:cNvContentPartPr/>
                <p14:nvPr/>
              </p14:nvContentPartPr>
              <p14:xfrm>
                <a:off x="2188942" y="2551136"/>
                <a:ext cx="157320" cy="109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C4DCC2-1785-46AF-D492-554BCA2AB0C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179942" y="2542496"/>
                  <a:ext cx="174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14:cNvPr>
                <p14:cNvContentPartPr/>
                <p14:nvPr/>
              </p14:nvContentPartPr>
              <p14:xfrm>
                <a:off x="2250142" y="2681096"/>
                <a:ext cx="110520" cy="17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E8DA86C-8C47-4524-980E-6FBC122AD24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41142" y="2672456"/>
                  <a:ext cx="1281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14:cNvPr>
                <p14:cNvContentPartPr/>
                <p14:nvPr/>
              </p14:nvContentPartPr>
              <p14:xfrm>
                <a:off x="2254102" y="2748416"/>
                <a:ext cx="170280" cy="64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3050570-33CE-6802-8C9B-80E897FCEC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245102" y="2739416"/>
                  <a:ext cx="187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14:cNvPr>
                <p14:cNvContentPartPr/>
                <p14:nvPr/>
              </p14:nvContentPartPr>
              <p14:xfrm>
                <a:off x="2450662" y="2655536"/>
                <a:ext cx="111960" cy="1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AF06CF5-781C-65AF-E4FE-58630C9ACBD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41662" y="2646896"/>
                  <a:ext cx="129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14:cNvPr>
                <p14:cNvContentPartPr/>
                <p14:nvPr/>
              </p14:nvContentPartPr>
              <p14:xfrm>
                <a:off x="2625982" y="2604776"/>
                <a:ext cx="71280" cy="83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828D677-D0D2-B45E-04FE-7DA5291BA6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17342" y="2596136"/>
                  <a:ext cx="8892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128AF41C-391A-6A20-845F-C1BD144EF252}"/>
              </a:ext>
            </a:extLst>
          </p:cNvPr>
          <p:cNvGrpSpPr/>
          <p:nvPr/>
        </p:nvGrpSpPr>
        <p:grpSpPr>
          <a:xfrm>
            <a:off x="2902462" y="2624576"/>
            <a:ext cx="1658160" cy="402480"/>
            <a:chOff x="2902462" y="2624576"/>
            <a:chExt cx="165816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14:cNvPr>
                <p14:cNvContentPartPr/>
                <p14:nvPr/>
              </p14:nvContentPartPr>
              <p14:xfrm>
                <a:off x="2902462" y="2770736"/>
                <a:ext cx="192240" cy="216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A566038-97E1-5F77-5499-12EA9CB3F50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3822" y="2762096"/>
                  <a:ext cx="2098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14:cNvPr>
                <p14:cNvContentPartPr/>
                <p14:nvPr/>
              </p14:nvContentPartPr>
              <p14:xfrm>
                <a:off x="3105142" y="2733656"/>
                <a:ext cx="167040" cy="272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B67340-5582-6AFA-596F-046A6D8F8A7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096142" y="2725016"/>
                  <a:ext cx="184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14:cNvPr>
                <p14:cNvContentPartPr/>
                <p14:nvPr/>
              </p14:nvContentPartPr>
              <p14:xfrm>
                <a:off x="3258862" y="2880896"/>
                <a:ext cx="189000" cy="67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E15B249-99A2-7F46-4B27-85B017CA3F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49862" y="2871896"/>
                  <a:ext cx="206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14:cNvPr>
                <p14:cNvContentPartPr/>
                <p14:nvPr/>
              </p14:nvContentPartPr>
              <p14:xfrm>
                <a:off x="3397102" y="2751656"/>
                <a:ext cx="212760" cy="2754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08A8597-FE55-F82F-0F32-3197BD86C56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88102" y="2743016"/>
                  <a:ext cx="2304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14:cNvPr>
                <p14:cNvContentPartPr/>
                <p14:nvPr/>
              </p14:nvContentPartPr>
              <p14:xfrm>
                <a:off x="3726502" y="2869016"/>
                <a:ext cx="216360" cy="119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1621639-EA1F-7AF8-FE25-4A310E303D66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17862" y="2860376"/>
                  <a:ext cx="234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14:cNvPr>
                <p14:cNvContentPartPr/>
                <p14:nvPr/>
              </p14:nvContentPartPr>
              <p14:xfrm>
                <a:off x="3871222" y="2773976"/>
                <a:ext cx="105480" cy="17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168E84-C8F0-0B4B-4A0A-509CAE8441B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862222" y="2764976"/>
                  <a:ext cx="123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14:cNvPr>
                <p14:cNvContentPartPr/>
                <p14:nvPr/>
              </p14:nvContentPartPr>
              <p14:xfrm>
                <a:off x="4040062" y="2732216"/>
                <a:ext cx="117000" cy="208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055DF6F-D48F-B5B1-3037-EB730A04B64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31422" y="2723576"/>
                  <a:ext cx="13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14:cNvPr>
                <p14:cNvContentPartPr/>
                <p14:nvPr/>
              </p14:nvContentPartPr>
              <p14:xfrm>
                <a:off x="4024222" y="2624576"/>
                <a:ext cx="4680" cy="7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706BE92-E9AF-C61C-515E-9F4A465DE3A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15582" y="2615936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14:cNvPr>
                <p14:cNvContentPartPr/>
                <p14:nvPr/>
              </p14:nvContentPartPr>
              <p14:xfrm>
                <a:off x="4119982" y="2647616"/>
                <a:ext cx="191880" cy="99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1ACFB7C-3847-9759-8D56-9A75FEC60CA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110982" y="2638976"/>
                  <a:ext cx="209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14:cNvPr>
                <p14:cNvContentPartPr/>
                <p14:nvPr/>
              </p14:nvContentPartPr>
              <p14:xfrm>
                <a:off x="4359022" y="2652296"/>
                <a:ext cx="201600" cy="795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D607A93-0EA5-C25A-93CB-E12A84A919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50382" y="2643296"/>
                  <a:ext cx="2192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FFCF1B4-3E72-E56A-4CE8-788244CCA34B}"/>
              </a:ext>
            </a:extLst>
          </p:cNvPr>
          <p:cNvGrpSpPr/>
          <p:nvPr/>
        </p:nvGrpSpPr>
        <p:grpSpPr>
          <a:xfrm>
            <a:off x="4660702" y="2682176"/>
            <a:ext cx="1408680" cy="287280"/>
            <a:chOff x="4660702" y="2682176"/>
            <a:chExt cx="14086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14:cNvPr>
                <p14:cNvContentPartPr/>
                <p14:nvPr/>
              </p14:nvContentPartPr>
              <p14:xfrm>
                <a:off x="4719742" y="2847056"/>
                <a:ext cx="38520" cy="92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15E2999-0515-FE4D-54B0-12A0D7EE97C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710742" y="2838056"/>
                  <a:ext cx="56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14:cNvPr>
                <p14:cNvContentPartPr/>
                <p14:nvPr/>
              </p14:nvContentPartPr>
              <p14:xfrm>
                <a:off x="4660702" y="2896736"/>
                <a:ext cx="134640" cy="9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1AC8DA-773D-DB55-33A3-383A08F4CD0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52062" y="2888096"/>
                  <a:ext cx="152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14:cNvPr>
                <p14:cNvContentPartPr/>
                <p14:nvPr/>
              </p14:nvContentPartPr>
              <p14:xfrm>
                <a:off x="4932142" y="2741576"/>
                <a:ext cx="222120" cy="227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03036A-1663-4BBF-0A86-65DCC5FACC5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23502" y="2732936"/>
                  <a:ext cx="2397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14:cNvPr>
                <p14:cNvContentPartPr/>
                <p14:nvPr/>
              </p14:nvContentPartPr>
              <p14:xfrm>
                <a:off x="5178742" y="2711696"/>
                <a:ext cx="189360" cy="256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78CEE6C2-BB85-D536-B55E-8F08FC14C0A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69742" y="2703056"/>
                  <a:ext cx="2070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14:cNvPr>
                <p14:cNvContentPartPr/>
                <p14:nvPr/>
              </p14:nvContentPartPr>
              <p14:xfrm>
                <a:off x="5327062" y="2737976"/>
                <a:ext cx="212040" cy="167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DCA333-8DDA-41E7-47B7-1AE362376B7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18062" y="2728976"/>
                  <a:ext cx="229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14:cNvPr>
                <p14:cNvContentPartPr/>
                <p14:nvPr/>
              </p14:nvContentPartPr>
              <p14:xfrm>
                <a:off x="5599222" y="2832296"/>
                <a:ext cx="83880" cy="7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91FD66F-DF59-0FEC-0FC5-07AEE1810C7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590582" y="2823656"/>
                  <a:ext cx="101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14:cNvPr>
                <p14:cNvContentPartPr/>
                <p14:nvPr/>
              </p14:nvContentPartPr>
              <p14:xfrm>
                <a:off x="5784982" y="2806736"/>
                <a:ext cx="164160" cy="87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E445097-9691-6336-10E6-FF97681172F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76342" y="2797736"/>
                  <a:ext cx="1818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14:cNvPr>
                <p14:cNvContentPartPr/>
                <p14:nvPr/>
              </p14:nvContentPartPr>
              <p14:xfrm>
                <a:off x="5890102" y="2682176"/>
                <a:ext cx="179280" cy="2358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A2134-7C55-CFFA-A3DE-852C8FBBC45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81462" y="2673536"/>
                  <a:ext cx="19692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761506A-FAD5-2D49-94EF-4F2E190BC022}"/>
              </a:ext>
            </a:extLst>
          </p:cNvPr>
          <p:cNvGrpSpPr/>
          <p:nvPr/>
        </p:nvGrpSpPr>
        <p:grpSpPr>
          <a:xfrm>
            <a:off x="6187462" y="2413256"/>
            <a:ext cx="1516680" cy="474480"/>
            <a:chOff x="6187462" y="2413256"/>
            <a:chExt cx="15166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14:cNvPr>
                <p14:cNvContentPartPr/>
                <p14:nvPr/>
              </p14:nvContentPartPr>
              <p14:xfrm>
                <a:off x="6187462" y="2784416"/>
                <a:ext cx="168480" cy="103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8BC9F4-34E3-2967-390B-A0B4CE6E0CF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78822" y="2775416"/>
                  <a:ext cx="186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14:cNvPr>
                <p14:cNvContentPartPr/>
                <p14:nvPr/>
              </p14:nvContentPartPr>
              <p14:xfrm>
                <a:off x="6374662" y="2679296"/>
                <a:ext cx="100800" cy="5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B55355D-562C-FA91-A869-E92E31AB10D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366022" y="267029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14:cNvPr>
                <p14:cNvContentPartPr/>
                <p14:nvPr/>
              </p14:nvContentPartPr>
              <p14:xfrm>
                <a:off x="6570502" y="2628536"/>
                <a:ext cx="96480" cy="216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BA5F460-0990-0C59-D687-19A4F5DAB86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561862" y="2619896"/>
                  <a:ext cx="114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14:cNvPr>
                <p14:cNvContentPartPr/>
                <p14:nvPr/>
              </p14:nvContentPartPr>
              <p14:xfrm>
                <a:off x="6555022" y="2520896"/>
                <a:ext cx="5400" cy="15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4684EAD-B277-9826-DDCE-83D6DF8B4E3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46022" y="251225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14:cNvPr>
                <p14:cNvContentPartPr/>
                <p14:nvPr/>
              </p14:nvContentPartPr>
              <p14:xfrm>
                <a:off x="6685702" y="2572016"/>
                <a:ext cx="216360" cy="96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FA8F161-839C-78A2-C0DE-ACD67CE433E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676702" y="2563376"/>
                  <a:ext cx="2340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14:cNvPr>
                <p14:cNvContentPartPr/>
                <p14:nvPr/>
              </p14:nvContentPartPr>
              <p14:xfrm>
                <a:off x="6958582" y="2430896"/>
                <a:ext cx="117000" cy="291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B502E6A-1E85-153A-FC63-63B3C0A0575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949582" y="2421896"/>
                  <a:ext cx="1346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14:cNvPr>
                <p14:cNvContentPartPr/>
                <p14:nvPr/>
              </p14:nvContentPartPr>
              <p14:xfrm>
                <a:off x="7058662" y="2518016"/>
                <a:ext cx="206280" cy="134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8B411BB-2E08-F3C1-6587-944CBEF20FC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050022" y="2509376"/>
                  <a:ext cx="22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14:cNvPr>
                <p14:cNvContentPartPr/>
                <p14:nvPr/>
              </p14:nvContentPartPr>
              <p14:xfrm>
                <a:off x="7345582" y="2579936"/>
                <a:ext cx="76320" cy="237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CD41325-8AF5-5A3B-97D5-62F4500929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36582" y="2571296"/>
                  <a:ext cx="93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14:cNvPr>
                <p14:cNvContentPartPr/>
                <p14:nvPr/>
              </p14:nvContentPartPr>
              <p14:xfrm>
                <a:off x="7482022" y="2543216"/>
                <a:ext cx="145800" cy="79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CB95421-11C0-FBAA-5CA0-390363135CE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73382" y="2534216"/>
                  <a:ext cx="1634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14:cNvPr>
                <p14:cNvContentPartPr/>
                <p14:nvPr/>
              </p14:nvContentPartPr>
              <p14:xfrm>
                <a:off x="7548982" y="2413256"/>
                <a:ext cx="155160" cy="266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EFDE189-F1F2-A940-FEAE-BD6519D11D9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539982" y="2404616"/>
                  <a:ext cx="1728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CD08359-C019-55C3-FA9D-535F7EAB2B37}"/>
              </a:ext>
            </a:extLst>
          </p:cNvPr>
          <p:cNvGrpSpPr/>
          <p:nvPr/>
        </p:nvGrpSpPr>
        <p:grpSpPr>
          <a:xfrm>
            <a:off x="7927702" y="2747696"/>
            <a:ext cx="137160" cy="137520"/>
            <a:chOff x="7927702" y="2747696"/>
            <a:chExt cx="13716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14:cNvPr>
                <p14:cNvContentPartPr/>
                <p14:nvPr/>
              </p14:nvContentPartPr>
              <p14:xfrm>
                <a:off x="7990342" y="2747696"/>
                <a:ext cx="43200" cy="137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66891F3-A6E5-4707-7AA7-F5A2CF0E1342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981342" y="2739056"/>
                  <a:ext cx="608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14:cNvPr>
                <p14:cNvContentPartPr/>
                <p14:nvPr/>
              </p14:nvContentPartPr>
              <p14:xfrm>
                <a:off x="7927702" y="2817896"/>
                <a:ext cx="137160" cy="5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D067E40-26B8-8437-9C08-CDEE3D90F6B6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919062" y="2809256"/>
                  <a:ext cx="15480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B8B3CD5-8534-9DFF-929E-677F7A6AB4F7}"/>
              </a:ext>
            </a:extLst>
          </p:cNvPr>
          <p:cNvGrpSpPr/>
          <p:nvPr/>
        </p:nvGrpSpPr>
        <p:grpSpPr>
          <a:xfrm>
            <a:off x="7964422" y="647096"/>
            <a:ext cx="1467000" cy="128880"/>
            <a:chOff x="7964422" y="647096"/>
            <a:chExt cx="146700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14:cNvPr>
                <p14:cNvContentPartPr/>
                <p14:nvPr/>
              </p14:nvContentPartPr>
              <p14:xfrm>
                <a:off x="7964422" y="701096"/>
                <a:ext cx="1467000" cy="1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2B371F-530F-B344-2553-2F0D3C59962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955422" y="692456"/>
                  <a:ext cx="1484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14:cNvPr>
                <p14:cNvContentPartPr/>
                <p14:nvPr/>
              </p14:nvContentPartPr>
              <p14:xfrm>
                <a:off x="8144422" y="658256"/>
                <a:ext cx="22680" cy="117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E84D5D7-F272-F919-DF65-0314DE27DC0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135422" y="649256"/>
                  <a:ext cx="40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14:cNvPr>
                <p14:cNvContentPartPr/>
                <p14:nvPr/>
              </p14:nvContentPartPr>
              <p14:xfrm>
                <a:off x="8350702" y="662576"/>
                <a:ext cx="21960" cy="81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315385D-5121-D25B-7DAC-7D616070BE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42062" y="653936"/>
                  <a:ext cx="39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14:cNvPr>
                <p14:cNvContentPartPr/>
                <p14:nvPr/>
              </p14:nvContentPartPr>
              <p14:xfrm>
                <a:off x="8622502" y="653576"/>
                <a:ext cx="11160" cy="69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499887-8E13-88FA-4E96-23EBF164F03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613862" y="644936"/>
                  <a:ext cx="28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14:cNvPr>
                <p14:cNvContentPartPr/>
                <p14:nvPr/>
              </p14:nvContentPartPr>
              <p14:xfrm>
                <a:off x="8803582" y="664376"/>
                <a:ext cx="32400" cy="6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FFA4693-6937-BB19-C4A3-B4BA8EC39862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94582" y="655376"/>
                  <a:ext cx="50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14:cNvPr>
                <p14:cNvContentPartPr/>
                <p14:nvPr/>
              </p14:nvContentPartPr>
              <p14:xfrm>
                <a:off x="9032182" y="647096"/>
                <a:ext cx="5760" cy="75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72AF866-97B5-923F-1523-55617103F8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023182" y="638456"/>
                  <a:ext cx="234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4605FB6-3760-EFD7-82D6-54C52B76F3E0}"/>
              </a:ext>
            </a:extLst>
          </p:cNvPr>
          <p:cNvGrpSpPr/>
          <p:nvPr/>
        </p:nvGrpSpPr>
        <p:grpSpPr>
          <a:xfrm>
            <a:off x="9423502" y="655016"/>
            <a:ext cx="299520" cy="98280"/>
            <a:chOff x="9423502" y="655016"/>
            <a:chExt cx="299520" cy="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14:cNvPr>
                <p14:cNvContentPartPr/>
                <p14:nvPr/>
              </p14:nvContentPartPr>
              <p14:xfrm>
                <a:off x="9423502" y="655376"/>
                <a:ext cx="92520" cy="97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E1A9650-4E84-AB02-F289-803548B8B4D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414862" y="646376"/>
                  <a:ext cx="110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14:cNvPr>
                <p14:cNvContentPartPr/>
                <p14:nvPr/>
              </p14:nvContentPartPr>
              <p14:xfrm>
                <a:off x="9606382" y="655016"/>
                <a:ext cx="116640" cy="67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BACB25C-D2EA-81E7-A8FE-6D45CEEC789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97382" y="646016"/>
                  <a:ext cx="134280" cy="8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AADE801-328B-B7F2-8C1F-09E8361E6189}"/>
              </a:ext>
            </a:extLst>
          </p:cNvPr>
          <p:cNvGrpSpPr/>
          <p:nvPr/>
        </p:nvGrpSpPr>
        <p:grpSpPr>
          <a:xfrm>
            <a:off x="8116342" y="887576"/>
            <a:ext cx="275400" cy="81000"/>
            <a:chOff x="8116342" y="887576"/>
            <a:chExt cx="27540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14:cNvPr>
                <p14:cNvContentPartPr/>
                <p14:nvPr/>
              </p14:nvContentPartPr>
              <p14:xfrm>
                <a:off x="8116342" y="906296"/>
                <a:ext cx="101160" cy="62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C4A55AD-CF89-EDC8-8CC1-AFFF8287EF1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107342" y="897296"/>
                  <a:ext cx="1188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14:cNvPr>
                <p14:cNvContentPartPr/>
                <p14:nvPr/>
              </p14:nvContentPartPr>
              <p14:xfrm>
                <a:off x="8364382" y="887576"/>
                <a:ext cx="27360" cy="58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63C29B4-B7AD-5E50-C086-5A750D881E1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355382" y="878936"/>
                  <a:ext cx="450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A5D983D4-442E-5204-63E5-20BA2EFFF014}"/>
              </a:ext>
            </a:extLst>
          </p:cNvPr>
          <p:cNvGrpSpPr/>
          <p:nvPr/>
        </p:nvGrpSpPr>
        <p:grpSpPr>
          <a:xfrm>
            <a:off x="8612062" y="839696"/>
            <a:ext cx="877320" cy="165240"/>
            <a:chOff x="8612062" y="839696"/>
            <a:chExt cx="8773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14:cNvPr>
                <p14:cNvContentPartPr/>
                <p14:nvPr/>
              </p14:nvContentPartPr>
              <p14:xfrm>
                <a:off x="8612062" y="881096"/>
                <a:ext cx="98640" cy="716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84EC734-AF6E-8BFD-C573-214FD3363EB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603422" y="872456"/>
                  <a:ext cx="1162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14:cNvPr>
                <p14:cNvContentPartPr/>
                <p14:nvPr/>
              </p14:nvContentPartPr>
              <p14:xfrm>
                <a:off x="8798182" y="850496"/>
                <a:ext cx="87840" cy="112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C2622BB-F27A-D5A6-E6A8-E6100F966A4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789542" y="841496"/>
                  <a:ext cx="1054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14:cNvPr>
                <p14:cNvContentPartPr/>
                <p14:nvPr/>
              </p14:nvContentPartPr>
              <p14:xfrm>
                <a:off x="8952262" y="839696"/>
                <a:ext cx="120240" cy="70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E3DBB5D-D5E3-FA47-C058-AF4BAB24B19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43622" y="831056"/>
                  <a:ext cx="137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14:cNvPr>
                <p14:cNvContentPartPr/>
                <p14:nvPr/>
              </p14:nvContentPartPr>
              <p14:xfrm>
                <a:off x="9048022" y="882176"/>
                <a:ext cx="41760" cy="113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2B29A65-92BB-F2C0-8954-1C51FF8AE79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039382" y="873536"/>
                  <a:ext cx="594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14:cNvPr>
                <p14:cNvContentPartPr/>
                <p14:nvPr/>
              </p14:nvContentPartPr>
              <p14:xfrm>
                <a:off x="9179422" y="945896"/>
                <a:ext cx="63720" cy="11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BA69ED5-7216-FE94-B079-2418837B10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70782" y="937256"/>
                  <a:ext cx="81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14:cNvPr>
                <p14:cNvContentPartPr/>
                <p14:nvPr/>
              </p14:nvContentPartPr>
              <p14:xfrm>
                <a:off x="9154582" y="892616"/>
                <a:ext cx="69480" cy="11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EE6294C-5823-83D6-C1F0-9BC2CC77699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145942" y="883976"/>
                  <a:ext cx="87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14:cNvPr>
                <p14:cNvContentPartPr/>
                <p14:nvPr/>
              </p14:nvContentPartPr>
              <p14:xfrm>
                <a:off x="9294262" y="877856"/>
                <a:ext cx="195120" cy="1270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9C0C839-D048-18AE-162F-1C77909D0EC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285262" y="869216"/>
                  <a:ext cx="21276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35EBB53-95C8-135C-DCB9-1A29F2ECE7ED}"/>
              </a:ext>
            </a:extLst>
          </p:cNvPr>
          <p:cNvGrpSpPr/>
          <p:nvPr/>
        </p:nvGrpSpPr>
        <p:grpSpPr>
          <a:xfrm>
            <a:off x="8070262" y="222296"/>
            <a:ext cx="287280" cy="434520"/>
            <a:chOff x="8070262" y="222296"/>
            <a:chExt cx="287280" cy="4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14:cNvPr>
                <p14:cNvContentPartPr/>
                <p14:nvPr/>
              </p14:nvContentPartPr>
              <p14:xfrm>
                <a:off x="8128582" y="520016"/>
                <a:ext cx="27000" cy="1368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D2E89A4-1217-0E91-BD09-3770821870E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119582" y="511376"/>
                  <a:ext cx="446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14:cNvPr>
                <p14:cNvContentPartPr/>
                <p14:nvPr/>
              </p14:nvContentPartPr>
              <p14:xfrm>
                <a:off x="8070262" y="460256"/>
                <a:ext cx="95760" cy="72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462B8D6-08F8-FC86-5578-6846CEAECED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061262" y="451256"/>
                  <a:ext cx="113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14:cNvPr>
                <p14:cNvContentPartPr/>
                <p14:nvPr/>
              </p14:nvContentPartPr>
              <p14:xfrm>
                <a:off x="8314342" y="293576"/>
                <a:ext cx="43200" cy="355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638629F-6C83-C1E3-1A88-F07A1CBC639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05342" y="284936"/>
                  <a:ext cx="608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14:cNvPr>
                <p14:cNvContentPartPr/>
                <p14:nvPr/>
              </p14:nvContentPartPr>
              <p14:xfrm>
                <a:off x="8274382" y="222296"/>
                <a:ext cx="77760" cy="658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EA4CF1C-9936-71BF-75F8-2E31B5C1652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265382" y="213296"/>
                  <a:ext cx="9540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C8698790-692A-B56E-A19A-06866AEC8412}"/>
              </a:ext>
            </a:extLst>
          </p:cNvPr>
          <p:cNvGrpSpPr/>
          <p:nvPr/>
        </p:nvGrpSpPr>
        <p:grpSpPr>
          <a:xfrm>
            <a:off x="8727982" y="210416"/>
            <a:ext cx="326520" cy="468000"/>
            <a:chOff x="8727982" y="210416"/>
            <a:chExt cx="326520" cy="46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14:cNvPr>
                <p14:cNvContentPartPr/>
                <p14:nvPr/>
              </p14:nvContentPartPr>
              <p14:xfrm>
                <a:off x="9026782" y="536576"/>
                <a:ext cx="15480" cy="141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39CDA41-A2F1-5643-2145-A5DC9B5FDD7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17782" y="527576"/>
                  <a:ext cx="33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14:cNvPr>
                <p14:cNvContentPartPr/>
                <p14:nvPr/>
              </p14:nvContentPartPr>
              <p14:xfrm>
                <a:off x="9005902" y="466736"/>
                <a:ext cx="48600" cy="49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691D0AF-3646-FBC5-BADA-C475B45960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996902" y="457736"/>
                  <a:ext cx="662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14:cNvPr>
                <p14:cNvContentPartPr/>
                <p14:nvPr/>
              </p14:nvContentPartPr>
              <p14:xfrm>
                <a:off x="8771542" y="244256"/>
                <a:ext cx="43200" cy="4248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4ADF9A7-2474-999C-F67F-0FE074DCD60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762902" y="235616"/>
                  <a:ext cx="6084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14:cNvPr>
                <p14:cNvContentPartPr/>
                <p14:nvPr/>
              </p14:nvContentPartPr>
              <p14:xfrm>
                <a:off x="8727982" y="210416"/>
                <a:ext cx="86760" cy="66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6CA8E3A-39CB-A9F5-8398-B1032CCEBC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718982" y="201416"/>
                  <a:ext cx="104400" cy="8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3E9D6E7-16CC-A473-7E87-FB8D8DC20E78}"/>
              </a:ext>
            </a:extLst>
          </p:cNvPr>
          <p:cNvGrpSpPr/>
          <p:nvPr/>
        </p:nvGrpSpPr>
        <p:grpSpPr>
          <a:xfrm>
            <a:off x="8486422" y="21056"/>
            <a:ext cx="1152360" cy="667440"/>
            <a:chOff x="8486422" y="21056"/>
            <a:chExt cx="1152360" cy="66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14:cNvPr>
                <p14:cNvContentPartPr/>
                <p14:nvPr/>
              </p14:nvContentPartPr>
              <p14:xfrm>
                <a:off x="8526742" y="66776"/>
                <a:ext cx="68400" cy="621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F697FE4-5FC7-69EF-9389-1724E9238DD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518102" y="58136"/>
                  <a:ext cx="860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14:cNvPr>
                <p14:cNvContentPartPr/>
                <p14:nvPr/>
              </p14:nvContentPartPr>
              <p14:xfrm>
                <a:off x="8486422" y="21056"/>
                <a:ext cx="110160" cy="802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C33769B-C1C5-6136-A0FA-376C92D3D28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477422" y="12056"/>
                  <a:ext cx="127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14:cNvPr>
                <p14:cNvContentPartPr/>
                <p14:nvPr/>
              </p14:nvContentPartPr>
              <p14:xfrm>
                <a:off x="8659942" y="57776"/>
                <a:ext cx="156240" cy="24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D6F2F076-DC40-3F28-2604-C2C4EBF31DC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651302" y="49136"/>
                  <a:ext cx="173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14:cNvPr>
                <p14:cNvContentPartPr/>
                <p14:nvPr/>
              </p14:nvContentPartPr>
              <p14:xfrm>
                <a:off x="9005542" y="42296"/>
                <a:ext cx="144720" cy="186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F21EE4A-CD01-3EC6-913D-983C62831C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996902" y="33656"/>
                  <a:ext cx="1623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14:cNvPr>
                <p14:cNvContentPartPr/>
                <p14:nvPr/>
              </p14:nvContentPartPr>
              <p14:xfrm>
                <a:off x="9171142" y="37616"/>
                <a:ext cx="148320" cy="217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24E2EE-0B10-5565-100A-0D636C66ED3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162142" y="28976"/>
                  <a:ext cx="165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14:cNvPr>
                <p14:cNvContentPartPr/>
                <p14:nvPr/>
              </p14:nvContentPartPr>
              <p14:xfrm>
                <a:off x="9292822" y="31856"/>
                <a:ext cx="164520" cy="954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0539ACAE-E12F-8956-349F-B9A60779E26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283822" y="22856"/>
                  <a:ext cx="182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14:cNvPr>
                <p14:cNvContentPartPr/>
                <p14:nvPr/>
              </p14:nvContentPartPr>
              <p14:xfrm>
                <a:off x="9308662" y="153536"/>
                <a:ext cx="154440" cy="16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4DEFE7E-63B8-BC25-06F2-725BF0B0B29C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300022" y="144536"/>
                  <a:ext cx="172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14:cNvPr>
                <p14:cNvContentPartPr/>
                <p14:nvPr/>
              </p14:nvContentPartPr>
              <p14:xfrm>
                <a:off x="9335302" y="228056"/>
                <a:ext cx="129600" cy="763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598993C-BA93-846A-8009-D567E557E437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326302" y="219416"/>
                  <a:ext cx="14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14:cNvPr>
                <p14:cNvContentPartPr/>
                <p14:nvPr/>
              </p14:nvContentPartPr>
              <p14:xfrm>
                <a:off x="9526462" y="44456"/>
                <a:ext cx="112320" cy="2484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3131FCC-AC49-B891-DB5E-B966BFFCDA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517822" y="35816"/>
                  <a:ext cx="12996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CA95420-E41C-C38B-AB84-8363191CD86E}"/>
              </a:ext>
            </a:extLst>
          </p:cNvPr>
          <p:cNvGrpSpPr/>
          <p:nvPr/>
        </p:nvGrpSpPr>
        <p:grpSpPr>
          <a:xfrm>
            <a:off x="8308942" y="2614136"/>
            <a:ext cx="856440" cy="411120"/>
            <a:chOff x="8308942" y="2614136"/>
            <a:chExt cx="856440" cy="41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14:cNvPr>
                <p14:cNvContentPartPr/>
                <p14:nvPr/>
              </p14:nvContentPartPr>
              <p14:xfrm>
                <a:off x="8308942" y="2694416"/>
                <a:ext cx="217800" cy="255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825E89A-AF84-340D-F9E7-A66F9B189F2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00302" y="2685416"/>
                  <a:ext cx="2354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14:cNvPr>
                <p14:cNvContentPartPr/>
                <p14:nvPr/>
              </p14:nvContentPartPr>
              <p14:xfrm>
                <a:off x="8579302" y="2647616"/>
                <a:ext cx="190440" cy="3362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1BD3F39-DD51-B8E6-2029-CA54A6C9D4C3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70662" y="2638616"/>
                  <a:ext cx="20808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14:cNvPr>
                <p14:cNvContentPartPr/>
                <p14:nvPr/>
              </p14:nvContentPartPr>
              <p14:xfrm>
                <a:off x="8772622" y="2614136"/>
                <a:ext cx="183600" cy="1418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46FE516-EC8C-D99D-CDA1-730D228230D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63982" y="2605496"/>
                  <a:ext cx="201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14:cNvPr>
                <p14:cNvContentPartPr/>
                <p14:nvPr/>
              </p14:nvContentPartPr>
              <p14:xfrm>
                <a:off x="8807182" y="2833376"/>
                <a:ext cx="177480" cy="16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E6C6389-AAAB-4A9E-D8C3-3538AED6CAF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798542" y="2824736"/>
                  <a:ext cx="195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14:cNvPr>
                <p14:cNvContentPartPr/>
                <p14:nvPr/>
              </p14:nvContentPartPr>
              <p14:xfrm>
                <a:off x="8851462" y="2934176"/>
                <a:ext cx="186480" cy="910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25B7D71-3DF6-8DA2-8BFE-ACF110B045E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42462" y="2925176"/>
                  <a:ext cx="2041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14:cNvPr>
                <p14:cNvContentPartPr/>
                <p14:nvPr/>
              </p14:nvContentPartPr>
              <p14:xfrm>
                <a:off x="9000142" y="2679296"/>
                <a:ext cx="165240" cy="2782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82F54FA-F00C-6B9A-D510-4FA911B692F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91502" y="2670296"/>
                  <a:ext cx="1828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9B137CFD-7CEC-19AF-22F3-E098F28F7BAD}"/>
              </a:ext>
            </a:extLst>
          </p:cNvPr>
          <p:cNvGrpSpPr/>
          <p:nvPr/>
        </p:nvGrpSpPr>
        <p:grpSpPr>
          <a:xfrm>
            <a:off x="9270862" y="2412896"/>
            <a:ext cx="1078200" cy="537480"/>
            <a:chOff x="9270862" y="2412896"/>
            <a:chExt cx="1078200" cy="53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14:cNvPr>
                <p14:cNvContentPartPr/>
                <p14:nvPr/>
              </p14:nvContentPartPr>
              <p14:xfrm>
                <a:off x="9270862" y="2809256"/>
                <a:ext cx="159480" cy="1411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953B8-B4A6-75B6-920C-ADDFD3A754B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261862" y="2800616"/>
                  <a:ext cx="177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14:cNvPr>
                <p14:cNvContentPartPr/>
                <p14:nvPr/>
              </p14:nvContentPartPr>
              <p14:xfrm>
                <a:off x="9393262" y="2664536"/>
                <a:ext cx="106920" cy="10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1C9751-AB10-C4AF-69CA-1DC81EB38C12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384622" y="2655536"/>
                  <a:ext cx="1245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14:cNvPr>
                <p14:cNvContentPartPr/>
                <p14:nvPr/>
              </p14:nvContentPartPr>
              <p14:xfrm>
                <a:off x="9527902" y="2636816"/>
                <a:ext cx="113760" cy="185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78CD17E-6C20-FD75-D0D9-4CC84C27132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519262" y="2627816"/>
                  <a:ext cx="131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14:cNvPr>
                <p14:cNvContentPartPr/>
                <p14:nvPr/>
              </p14:nvContentPartPr>
              <p14:xfrm>
                <a:off x="9516022" y="2477336"/>
                <a:ext cx="16200" cy="198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9CCA921-4963-48AD-8E2B-494EE850842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507022" y="2468336"/>
                  <a:ext cx="338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14:cNvPr>
                <p14:cNvContentPartPr/>
                <p14:nvPr/>
              </p14:nvContentPartPr>
              <p14:xfrm>
                <a:off x="9665782" y="2565896"/>
                <a:ext cx="175320" cy="892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50F86DD-360C-043D-DE7A-4BD8D8D9F6C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657142" y="2556896"/>
                  <a:ext cx="1929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14:cNvPr>
                <p14:cNvContentPartPr/>
                <p14:nvPr/>
              </p14:nvContentPartPr>
              <p14:xfrm>
                <a:off x="9928942" y="2412896"/>
                <a:ext cx="170280" cy="1238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9E16C41-B78A-21C7-DC6D-9AF6E40956F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920302" y="2403896"/>
                  <a:ext cx="1879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14:cNvPr>
                <p14:cNvContentPartPr/>
                <p14:nvPr/>
              </p14:nvContentPartPr>
              <p14:xfrm>
                <a:off x="10103902" y="2498576"/>
                <a:ext cx="77040" cy="2073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5BBF4C3-3523-D562-635B-E73E889904D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095262" y="2489576"/>
                  <a:ext cx="946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14:cNvPr>
                <p14:cNvContentPartPr/>
                <p14:nvPr/>
              </p14:nvContentPartPr>
              <p14:xfrm>
                <a:off x="10153942" y="2653736"/>
                <a:ext cx="195120" cy="105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BD679A8-F56D-081D-0634-D21804FA6DC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144942" y="2645096"/>
                  <a:ext cx="21276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405C1E3-5CFE-0BED-444D-FAA80455408B}"/>
              </a:ext>
            </a:extLst>
          </p:cNvPr>
          <p:cNvGrpSpPr/>
          <p:nvPr/>
        </p:nvGrpSpPr>
        <p:grpSpPr>
          <a:xfrm>
            <a:off x="5688142" y="3087896"/>
            <a:ext cx="963000" cy="283320"/>
            <a:chOff x="5688142" y="3087896"/>
            <a:chExt cx="96300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14:cNvPr>
                <p14:cNvContentPartPr/>
                <p14:nvPr/>
              </p14:nvContentPartPr>
              <p14:xfrm>
                <a:off x="5688142" y="3104456"/>
                <a:ext cx="96480" cy="84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68E3E03-05D8-EBF3-B27E-35CACD34DF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679502" y="3095816"/>
                  <a:ext cx="1141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14:cNvPr>
                <p14:cNvContentPartPr/>
                <p14:nvPr/>
              </p14:nvContentPartPr>
              <p14:xfrm>
                <a:off x="5737822" y="3087896"/>
                <a:ext cx="106920" cy="756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DD3920A-44A8-1A7C-5AC8-C13D7CF8A89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28822" y="30788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14:cNvPr>
                <p14:cNvContentPartPr/>
                <p14:nvPr/>
              </p14:nvContentPartPr>
              <p14:xfrm>
                <a:off x="5990902" y="3110576"/>
                <a:ext cx="176040" cy="2329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C59DC40-6D2B-438B-4935-12D23ADA71C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982262" y="3101936"/>
                  <a:ext cx="193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14:cNvPr>
                <p14:cNvContentPartPr/>
                <p14:nvPr/>
              </p14:nvContentPartPr>
              <p14:xfrm>
                <a:off x="6200062" y="3109496"/>
                <a:ext cx="145440" cy="2138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0FB5FDD-2596-0C3F-327A-1E6ED630824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191062" y="3100856"/>
                  <a:ext cx="1630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14:cNvPr>
                <p14:cNvContentPartPr/>
                <p14:nvPr/>
              </p14:nvContentPartPr>
              <p14:xfrm>
                <a:off x="6352702" y="3222536"/>
                <a:ext cx="131400" cy="669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B91BB69-355C-B3BD-5691-7DE36621F72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344062" y="3213536"/>
                  <a:ext cx="149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14:cNvPr>
                <p14:cNvContentPartPr/>
                <p14:nvPr/>
              </p14:nvContentPartPr>
              <p14:xfrm>
                <a:off x="6490942" y="3118856"/>
                <a:ext cx="160200" cy="2523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E007611-58CC-9F58-F4F2-F9D6E62FBCD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482302" y="3110216"/>
                  <a:ext cx="17784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A719659-4359-B1A3-D689-FA4FDB7A2DDD}"/>
              </a:ext>
            </a:extLst>
          </p:cNvPr>
          <p:cNvGrpSpPr/>
          <p:nvPr/>
        </p:nvGrpSpPr>
        <p:grpSpPr>
          <a:xfrm>
            <a:off x="1940182" y="3790256"/>
            <a:ext cx="736200" cy="272160"/>
            <a:chOff x="1940182" y="3790256"/>
            <a:chExt cx="73620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14:cNvPr>
                <p14:cNvContentPartPr/>
                <p14:nvPr/>
              </p14:nvContentPartPr>
              <p14:xfrm>
                <a:off x="1941622" y="3987176"/>
                <a:ext cx="83880" cy="57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8D231AF-66AD-E6D5-31D0-5F3E6FBD2A4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932982" y="3978176"/>
                  <a:ext cx="101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14:cNvPr>
                <p14:cNvContentPartPr/>
                <p14:nvPr/>
              </p14:nvContentPartPr>
              <p14:xfrm>
                <a:off x="1940182" y="3933536"/>
                <a:ext cx="90720" cy="11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ED44DEE-B13F-EEFD-130A-3F360699D4A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931542" y="39248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14:cNvPr>
                <p14:cNvContentPartPr/>
                <p14:nvPr/>
              </p14:nvContentPartPr>
              <p14:xfrm>
                <a:off x="2181022" y="3790256"/>
                <a:ext cx="495360" cy="272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1E66255B-6E61-2877-2B2A-35716E94F28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2172022" y="3781256"/>
                  <a:ext cx="51300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E303C78-2520-EFC9-EDC3-6F8DC6C20852}"/>
              </a:ext>
            </a:extLst>
          </p:cNvPr>
          <p:cNvGrpSpPr/>
          <p:nvPr/>
        </p:nvGrpSpPr>
        <p:grpSpPr>
          <a:xfrm>
            <a:off x="2157982" y="4189136"/>
            <a:ext cx="475200" cy="86040"/>
            <a:chOff x="2157982" y="4189136"/>
            <a:chExt cx="47520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14:cNvPr>
                <p14:cNvContentPartPr/>
                <p14:nvPr/>
              </p14:nvContentPartPr>
              <p14:xfrm>
                <a:off x="2157982" y="4204976"/>
                <a:ext cx="126360" cy="698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69C4E44-5FC0-51B2-1D08-DB968125B27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2148982" y="4196336"/>
                  <a:ext cx="144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14:cNvPr>
                <p14:cNvContentPartPr/>
                <p14:nvPr/>
              </p14:nvContentPartPr>
              <p14:xfrm>
                <a:off x="2361382" y="4247816"/>
                <a:ext cx="63000" cy="16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95FC176-9FB1-2F6B-F0C4-44DA6D0D3D4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2352382" y="4238816"/>
                  <a:ext cx="806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14:cNvPr>
                <p14:cNvContentPartPr/>
                <p14:nvPr/>
              </p14:nvContentPartPr>
              <p14:xfrm>
                <a:off x="2346262" y="4189136"/>
                <a:ext cx="110160" cy="162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D0A0E36D-5A25-3D4A-D0A2-FC9FDB4B8BE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2337262" y="4180496"/>
                  <a:ext cx="127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14:cNvPr>
                <p14:cNvContentPartPr/>
                <p14:nvPr/>
              </p14:nvContentPartPr>
              <p14:xfrm>
                <a:off x="2502142" y="4198496"/>
                <a:ext cx="131040" cy="76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8736B71-E91D-E3D0-257A-892826C2E3E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2493142" y="4189856"/>
                  <a:ext cx="1486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DF3BC39-E8AC-28CD-6CA0-D51B4FA31A25}"/>
              </a:ext>
            </a:extLst>
          </p:cNvPr>
          <p:cNvGrpSpPr/>
          <p:nvPr/>
        </p:nvGrpSpPr>
        <p:grpSpPr>
          <a:xfrm>
            <a:off x="2042062" y="3469136"/>
            <a:ext cx="508320" cy="291240"/>
            <a:chOff x="2042062" y="3469136"/>
            <a:chExt cx="50832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14:cNvPr>
                <p14:cNvContentPartPr/>
                <p14:nvPr/>
              </p14:nvContentPartPr>
              <p14:xfrm>
                <a:off x="2042062" y="3469136"/>
                <a:ext cx="170640" cy="1000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742E3BD-8EC3-2C5A-0EDC-A6CDE350DCB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2033062" y="3460496"/>
                  <a:ext cx="1882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14:cNvPr>
                <p14:cNvContentPartPr/>
                <p14:nvPr/>
              </p14:nvContentPartPr>
              <p14:xfrm>
                <a:off x="2094622" y="3609536"/>
                <a:ext cx="143640" cy="208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23EC33A-90AE-87AA-6880-08413C2A50A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2085622" y="3600896"/>
                  <a:ext cx="1612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14:cNvPr>
                <p14:cNvContentPartPr/>
                <p14:nvPr/>
              </p14:nvContentPartPr>
              <p14:xfrm>
                <a:off x="2120902" y="3671816"/>
                <a:ext cx="162720" cy="88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5744F30-3A84-DDF4-8F7F-F13652B0A5B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2112262" y="3662816"/>
                  <a:ext cx="180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14:cNvPr>
                <p14:cNvContentPartPr/>
                <p14:nvPr/>
              </p14:nvContentPartPr>
              <p14:xfrm>
                <a:off x="2323942" y="3622136"/>
                <a:ext cx="90000" cy="90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16628380-DCC5-95DE-C457-E7AF7D11AF3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314942" y="3613136"/>
                  <a:ext cx="107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14:cNvPr>
                <p14:cNvContentPartPr/>
                <p14:nvPr/>
              </p14:nvContentPartPr>
              <p14:xfrm>
                <a:off x="2487742" y="3577856"/>
                <a:ext cx="62640" cy="105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D41E67B-A7F0-779C-8BE8-9511CC20936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479102" y="3568856"/>
                  <a:ext cx="80280" cy="12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B0E93C1A-1FDF-5188-8B6D-04B1BE6C7645}"/>
              </a:ext>
            </a:extLst>
          </p:cNvPr>
          <p:cNvGrpSpPr/>
          <p:nvPr/>
        </p:nvGrpSpPr>
        <p:grpSpPr>
          <a:xfrm>
            <a:off x="2930902" y="3742376"/>
            <a:ext cx="700560" cy="267840"/>
            <a:chOff x="2930902" y="3742376"/>
            <a:chExt cx="70056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14:cNvPr>
                <p14:cNvContentPartPr/>
                <p14:nvPr/>
              </p14:nvContentPartPr>
              <p14:xfrm>
                <a:off x="2930902" y="3749216"/>
                <a:ext cx="227880" cy="2559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9EEFB2B-2638-9F63-8CE8-D4B4692FFC8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921902" y="3740216"/>
                  <a:ext cx="2455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14:cNvPr>
                <p14:cNvContentPartPr/>
                <p14:nvPr/>
              </p14:nvContentPartPr>
              <p14:xfrm>
                <a:off x="3174982" y="3742376"/>
                <a:ext cx="168840" cy="2466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306F1167-27A7-A741-5E5D-AFA93F0C703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3166342" y="3733376"/>
                  <a:ext cx="186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14:cNvPr>
                <p14:cNvContentPartPr/>
                <p14:nvPr/>
              </p14:nvContentPartPr>
              <p14:xfrm>
                <a:off x="3331222" y="3874856"/>
                <a:ext cx="150840" cy="64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0159E3B-BC3D-C0C9-D019-7F5DEC9D7FC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3322582" y="3865856"/>
                  <a:ext cx="1684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14:cNvPr>
                <p14:cNvContentPartPr/>
                <p14:nvPr/>
              </p14:nvContentPartPr>
              <p14:xfrm>
                <a:off x="3450022" y="3742376"/>
                <a:ext cx="181440" cy="267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EB4903-9BAB-D693-CEA4-8B3950B3338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3441382" y="3733376"/>
                  <a:ext cx="199080" cy="28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61AFDBB-88C2-132B-8BC6-A19F69A740AC}"/>
              </a:ext>
            </a:extLst>
          </p:cNvPr>
          <p:cNvGrpSpPr/>
          <p:nvPr/>
        </p:nvGrpSpPr>
        <p:grpSpPr>
          <a:xfrm>
            <a:off x="3736942" y="3531776"/>
            <a:ext cx="1132920" cy="588240"/>
            <a:chOff x="3736942" y="3531776"/>
            <a:chExt cx="1132920" cy="5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14:cNvPr>
                <p14:cNvContentPartPr/>
                <p14:nvPr/>
              </p14:nvContentPartPr>
              <p14:xfrm>
                <a:off x="3736942" y="3613136"/>
                <a:ext cx="166680" cy="5068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10F6AF5-9BC6-7692-E8A0-ED2A002F076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3727942" y="3604136"/>
                  <a:ext cx="1843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14:cNvPr>
                <p14:cNvContentPartPr/>
                <p14:nvPr/>
              </p14:nvContentPartPr>
              <p14:xfrm>
                <a:off x="3933142" y="3839936"/>
                <a:ext cx="195480" cy="1584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56300A5-E401-B594-E33A-83432D4F850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924502" y="3830936"/>
                  <a:ext cx="2131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14:cNvPr>
                <p14:cNvContentPartPr/>
                <p14:nvPr/>
              </p14:nvContentPartPr>
              <p14:xfrm>
                <a:off x="4083262" y="3742376"/>
                <a:ext cx="122040" cy="6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3D5100E-4EF3-0022-B894-A879329E3FE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074622" y="373337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14:cNvPr>
                <p14:cNvContentPartPr/>
                <p14:nvPr/>
              </p14:nvContentPartPr>
              <p14:xfrm>
                <a:off x="4234462" y="3673256"/>
                <a:ext cx="93960" cy="160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4D5760B-8B89-4FEF-D8EF-2D82D702230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225822" y="3664616"/>
                  <a:ext cx="1116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14:cNvPr>
                <p14:cNvContentPartPr/>
                <p14:nvPr/>
              </p14:nvContentPartPr>
              <p14:xfrm>
                <a:off x="4196302" y="3531776"/>
                <a:ext cx="14400" cy="126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7E64B7C0-94F0-E51E-C591-4D0FF44E40F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187662" y="3522776"/>
                  <a:ext cx="32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14:cNvPr>
                <p14:cNvContentPartPr/>
                <p14:nvPr/>
              </p14:nvContentPartPr>
              <p14:xfrm>
                <a:off x="4337782" y="3613136"/>
                <a:ext cx="208440" cy="828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6E4723BD-697E-136B-7EAF-70876123D7D2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329142" y="3604496"/>
                  <a:ext cx="2260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14:cNvPr>
                <p14:cNvContentPartPr/>
                <p14:nvPr/>
              </p14:nvContentPartPr>
              <p14:xfrm>
                <a:off x="4608862" y="3593696"/>
                <a:ext cx="261000" cy="853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EF6D8D2-D2AF-9278-CDFD-B64CD97DF04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600222" y="3584696"/>
                  <a:ext cx="2786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C537DAFF-CF0C-3780-D4DD-698540AFF424}"/>
              </a:ext>
            </a:extLst>
          </p:cNvPr>
          <p:cNvGrpSpPr/>
          <p:nvPr/>
        </p:nvGrpSpPr>
        <p:grpSpPr>
          <a:xfrm>
            <a:off x="4917742" y="3805376"/>
            <a:ext cx="175680" cy="130680"/>
            <a:chOff x="4917742" y="3805376"/>
            <a:chExt cx="1756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14:cNvPr>
                <p14:cNvContentPartPr/>
                <p14:nvPr/>
              </p14:nvContentPartPr>
              <p14:xfrm>
                <a:off x="4959862" y="3805376"/>
                <a:ext cx="59400" cy="1306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3B578A4-0B5A-EA1F-C4FA-1AABCB87B927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951222" y="3796736"/>
                  <a:ext cx="770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14:cNvPr>
                <p14:cNvContentPartPr/>
                <p14:nvPr/>
              </p14:nvContentPartPr>
              <p14:xfrm>
                <a:off x="4917742" y="3864776"/>
                <a:ext cx="175680" cy="216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8F8D4BF-E32E-88F3-3D2A-0BD37165E5A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908742" y="3855776"/>
                  <a:ext cx="1933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B257C4C9-9A5B-9452-572C-69A0EFC31C7B}"/>
              </a:ext>
            </a:extLst>
          </p:cNvPr>
          <p:cNvGrpSpPr/>
          <p:nvPr/>
        </p:nvGrpSpPr>
        <p:grpSpPr>
          <a:xfrm>
            <a:off x="5242102" y="3506216"/>
            <a:ext cx="1989360" cy="460440"/>
            <a:chOff x="5242102" y="3506216"/>
            <a:chExt cx="198936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14:cNvPr>
                <p14:cNvContentPartPr/>
                <p14:nvPr/>
              </p14:nvContentPartPr>
              <p14:xfrm>
                <a:off x="5242102" y="3832736"/>
                <a:ext cx="199800" cy="133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FABE346-3933-B3CC-2355-C9CED6F837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233102" y="3824096"/>
                  <a:ext cx="217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14:cNvPr>
                <p14:cNvContentPartPr/>
                <p14:nvPr/>
              </p14:nvContentPartPr>
              <p14:xfrm>
                <a:off x="5385742" y="3720056"/>
                <a:ext cx="110160" cy="146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945C809-DD52-A917-2A4B-5E6A90BE7D7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5377102" y="3711056"/>
                  <a:ext cx="1278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14:cNvPr>
                <p14:cNvContentPartPr/>
                <p14:nvPr/>
              </p14:nvContentPartPr>
              <p14:xfrm>
                <a:off x="5321302" y="3583256"/>
                <a:ext cx="11520" cy="24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57740AF-D6C9-A47A-FED6-EF52FF24509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5312662" y="3574256"/>
                  <a:ext cx="29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14:cNvPr>
                <p14:cNvContentPartPr/>
                <p14:nvPr/>
              </p14:nvContentPartPr>
              <p14:xfrm>
                <a:off x="5470342" y="3592616"/>
                <a:ext cx="218160" cy="110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E8FAD45-904E-4F88-EF0C-4983997E2272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5461342" y="3583976"/>
                  <a:ext cx="23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14:cNvPr>
                <p14:cNvContentPartPr/>
                <p14:nvPr/>
              </p14:nvContentPartPr>
              <p14:xfrm>
                <a:off x="5766982" y="3582536"/>
                <a:ext cx="163440" cy="648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E60BEB6-8A08-CB1A-1E87-DD8053A73BB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5758342" y="3573896"/>
                  <a:ext cx="181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14:cNvPr>
                <p14:cNvContentPartPr/>
                <p14:nvPr/>
              </p14:nvContentPartPr>
              <p14:xfrm>
                <a:off x="6017902" y="3822656"/>
                <a:ext cx="196920" cy="101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A453DE4-108C-31ED-3A6B-DF1FF3259E2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008902" y="3813656"/>
                  <a:ext cx="214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14:cNvPr>
                <p14:cNvContentPartPr/>
                <p14:nvPr/>
              </p14:nvContentPartPr>
              <p14:xfrm>
                <a:off x="6159742" y="3677936"/>
                <a:ext cx="140400" cy="277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A2F1FFC-D296-30BE-1A6F-95C45FC51521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150742" y="3669296"/>
                  <a:ext cx="158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14:cNvPr>
                <p14:cNvContentPartPr/>
                <p14:nvPr/>
              </p14:nvContentPartPr>
              <p14:xfrm>
                <a:off x="6327862" y="3646616"/>
                <a:ext cx="119160" cy="1674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B94C3CF-A6EE-CC11-8703-9A1CAF0506B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319222" y="3637976"/>
                  <a:ext cx="1368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14:cNvPr>
                <p14:cNvContentPartPr/>
                <p14:nvPr/>
              </p14:nvContentPartPr>
              <p14:xfrm>
                <a:off x="6326062" y="3533936"/>
                <a:ext cx="12960" cy="36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988F5A13-D0C6-02E7-97DA-B5F129A5811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6317422" y="3525296"/>
                  <a:ext cx="30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14:cNvPr>
                <p14:cNvContentPartPr/>
                <p14:nvPr/>
              </p14:nvContentPartPr>
              <p14:xfrm>
                <a:off x="6444502" y="3584336"/>
                <a:ext cx="223920" cy="83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5BAE197-47BC-F37F-41E2-8AA71A177E1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6435862" y="3575336"/>
                  <a:ext cx="241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14:cNvPr>
                <p14:cNvContentPartPr/>
                <p14:nvPr/>
              </p14:nvContentPartPr>
              <p14:xfrm>
                <a:off x="6719902" y="3509096"/>
                <a:ext cx="241200" cy="1501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C551C1DE-B0C5-F18E-D234-70D0108A39A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6710902" y="3500456"/>
                  <a:ext cx="258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14:cNvPr>
                <p14:cNvContentPartPr/>
                <p14:nvPr/>
              </p14:nvContentPartPr>
              <p14:xfrm>
                <a:off x="7064422" y="3506216"/>
                <a:ext cx="167040" cy="412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FDB9212-3738-BE8E-8DFF-BF358EF08F3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055782" y="3497576"/>
                  <a:ext cx="184680" cy="42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8F055A00-D12D-21DD-C34A-5D1DC32E064E}"/>
              </a:ext>
            </a:extLst>
          </p:cNvPr>
          <p:cNvGrpSpPr/>
          <p:nvPr/>
        </p:nvGrpSpPr>
        <p:grpSpPr>
          <a:xfrm>
            <a:off x="7560862" y="3380936"/>
            <a:ext cx="2509560" cy="506880"/>
            <a:chOff x="7560862" y="3380936"/>
            <a:chExt cx="2509560" cy="50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14:cNvPr>
                <p14:cNvContentPartPr/>
                <p14:nvPr/>
              </p14:nvContentPartPr>
              <p14:xfrm>
                <a:off x="7586062" y="3662816"/>
                <a:ext cx="48600" cy="1594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377F20D-F7B5-B75B-AA73-40D3CD4CF34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577422" y="3653816"/>
                  <a:ext cx="66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14:cNvPr>
                <p14:cNvContentPartPr/>
                <p14:nvPr/>
              </p14:nvContentPartPr>
              <p14:xfrm>
                <a:off x="7560862" y="3769016"/>
                <a:ext cx="132120" cy="90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DB18A39-C23A-C39D-FB91-F4476D029D4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551862" y="3760376"/>
                  <a:ext cx="149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14:cNvPr>
                <p14:cNvContentPartPr/>
                <p14:nvPr/>
              </p14:nvContentPartPr>
              <p14:xfrm>
                <a:off x="7872982" y="3600536"/>
                <a:ext cx="218880" cy="282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28526A2-6409-C532-5305-6164BA1BBE08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864342" y="3591536"/>
                  <a:ext cx="2365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14:cNvPr>
                <p14:cNvContentPartPr/>
                <p14:nvPr/>
              </p14:nvContentPartPr>
              <p14:xfrm>
                <a:off x="8141182" y="3545096"/>
                <a:ext cx="195840" cy="3099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DC60922-A0A2-1654-71AE-5827F0C079C8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132182" y="3536096"/>
                  <a:ext cx="2134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14:cNvPr>
                <p14:cNvContentPartPr/>
                <p14:nvPr/>
              </p14:nvContentPartPr>
              <p14:xfrm>
                <a:off x="8330542" y="3486416"/>
                <a:ext cx="176400" cy="1612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402442B-8C25-5E16-CC44-6CD1FFF5E46E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321542" y="3477416"/>
                  <a:ext cx="19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14:cNvPr>
                <p14:cNvContentPartPr/>
                <p14:nvPr/>
              </p14:nvContentPartPr>
              <p14:xfrm>
                <a:off x="8288062" y="3717176"/>
                <a:ext cx="303120" cy="147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D80FC34-ACD0-0F26-C945-A69E345C40D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279422" y="3708536"/>
                  <a:ext cx="320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14:cNvPr>
                <p14:cNvContentPartPr/>
                <p14:nvPr/>
              </p14:nvContentPartPr>
              <p14:xfrm>
                <a:off x="8378422" y="3806096"/>
                <a:ext cx="212760" cy="817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85651FC-256B-2164-9976-DFEFBC8A81DF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8369422" y="3797096"/>
                  <a:ext cx="230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14:cNvPr>
                <p14:cNvContentPartPr/>
                <p14:nvPr/>
              </p14:nvContentPartPr>
              <p14:xfrm>
                <a:off x="8414782" y="3495776"/>
                <a:ext cx="43560" cy="921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DB77B29-FB7A-D0EB-5490-71C048A1B1E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8405782" y="3487136"/>
                  <a:ext cx="61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14:cNvPr>
                <p14:cNvContentPartPr/>
                <p14:nvPr/>
              </p14:nvContentPartPr>
              <p14:xfrm>
                <a:off x="8607022" y="3506576"/>
                <a:ext cx="128160" cy="3434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EE57B7A-2627-41B4-4E34-D2614F5FAD21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598022" y="3497576"/>
                  <a:ext cx="145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14:cNvPr>
                <p14:cNvContentPartPr/>
                <p14:nvPr/>
              </p14:nvContentPartPr>
              <p14:xfrm>
                <a:off x="8861902" y="3672176"/>
                <a:ext cx="208440" cy="1292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64EC982-5BE4-7207-0D68-F435161F86A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8853262" y="3663536"/>
                  <a:ext cx="2260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14:cNvPr>
                <p14:cNvContentPartPr/>
                <p14:nvPr/>
              </p14:nvContentPartPr>
              <p14:xfrm>
                <a:off x="9087622" y="3595856"/>
                <a:ext cx="104400" cy="190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9831586-7FFF-7FB3-C9C6-6A6EC71229C6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9078982" y="3587216"/>
                  <a:ext cx="1220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14:cNvPr>
                <p14:cNvContentPartPr/>
                <p14:nvPr/>
              </p14:nvContentPartPr>
              <p14:xfrm>
                <a:off x="9252142" y="3561656"/>
                <a:ext cx="103320" cy="1846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A9EEE50-F38F-1286-DCCC-80D7BCA4232C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243142" y="3553016"/>
                  <a:ext cx="120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14:cNvPr>
                <p14:cNvContentPartPr/>
                <p14:nvPr/>
              </p14:nvContentPartPr>
              <p14:xfrm>
                <a:off x="9282022" y="3430256"/>
                <a:ext cx="10800" cy="151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DBD25AA-589C-4398-EDBC-5A1F9717F29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9273382" y="3421256"/>
                  <a:ext cx="2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14:cNvPr>
                <p14:cNvContentPartPr/>
                <p14:nvPr/>
              </p14:nvContentPartPr>
              <p14:xfrm>
                <a:off x="9386062" y="3508736"/>
                <a:ext cx="179280" cy="69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C25EF06-27BA-F8C3-CC06-96EA10CFFABF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9377062" y="3499736"/>
                  <a:ext cx="1969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14:cNvPr>
                <p14:cNvContentPartPr/>
                <p14:nvPr/>
              </p14:nvContentPartPr>
              <p14:xfrm>
                <a:off x="9581542" y="3388136"/>
                <a:ext cx="195120" cy="1443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65BDB76D-12DE-FA52-27A9-E6D254D9D413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9572542" y="3379136"/>
                  <a:ext cx="212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14:cNvPr>
                <p14:cNvContentPartPr/>
                <p14:nvPr/>
              </p14:nvContentPartPr>
              <p14:xfrm>
                <a:off x="9838222" y="3380936"/>
                <a:ext cx="23400" cy="182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FC5AEF5F-EE4D-B83B-2C3F-C09FE742E39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829582" y="3372296"/>
                  <a:ext cx="41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14:cNvPr>
                <p14:cNvContentPartPr/>
                <p14:nvPr/>
              </p14:nvContentPartPr>
              <p14:xfrm>
                <a:off x="9909502" y="3502976"/>
                <a:ext cx="160920" cy="1209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C93F9D0-A29D-52F6-A83A-960113B8569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9900502" y="3494336"/>
                  <a:ext cx="17856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14:cNvPr>
              <p14:cNvContentPartPr/>
              <p14:nvPr/>
            </p14:nvContentPartPr>
            <p14:xfrm>
              <a:off x="3907942" y="4040096"/>
              <a:ext cx="3214080" cy="15516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FFA47D44-1BCA-047F-3988-A95E7044FE81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898942" y="4031456"/>
                <a:ext cx="323172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7" name="Group 386">
            <a:extLst>
              <a:ext uri="{FF2B5EF4-FFF2-40B4-BE49-F238E27FC236}">
                <a16:creationId xmlns:a16="http://schemas.microsoft.com/office/drawing/2014/main" id="{54D2D40B-2E1B-961A-F790-AB3A39CCE8AD}"/>
              </a:ext>
            </a:extLst>
          </p:cNvPr>
          <p:cNvGrpSpPr/>
          <p:nvPr/>
        </p:nvGrpSpPr>
        <p:grpSpPr>
          <a:xfrm>
            <a:off x="3662422" y="4143056"/>
            <a:ext cx="5136120" cy="1222920"/>
            <a:chOff x="3662422" y="4143056"/>
            <a:chExt cx="5136120" cy="12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14:cNvPr>
                <p14:cNvContentPartPr/>
                <p14:nvPr/>
              </p14:nvContentPartPr>
              <p14:xfrm>
                <a:off x="3874462" y="4577576"/>
                <a:ext cx="156960" cy="1497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67D6D65-AAA7-D9F7-2489-7D522892D666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865462" y="4568576"/>
                  <a:ext cx="1746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14:cNvPr>
                <p14:cNvContentPartPr/>
                <p14:nvPr/>
              </p14:nvContentPartPr>
              <p14:xfrm>
                <a:off x="3966262" y="4464896"/>
                <a:ext cx="95760" cy="115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D255B4-CEA7-B6FB-C490-6AD9B787270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957262" y="445625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14:cNvPr>
                <p14:cNvContentPartPr/>
                <p14:nvPr/>
              </p14:nvContentPartPr>
              <p14:xfrm>
                <a:off x="4140862" y="4449416"/>
                <a:ext cx="102240" cy="1825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6A2501E0-AA1C-072C-4101-B8C0B39BE95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131862" y="4440776"/>
                  <a:ext cx="119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14:cNvPr>
                <p14:cNvContentPartPr/>
                <p14:nvPr/>
              </p14:nvContentPartPr>
              <p14:xfrm>
                <a:off x="4114582" y="4332416"/>
                <a:ext cx="5760" cy="252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A729296-53EA-0799-A4B3-4685973E14F1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105942" y="432377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14:cNvPr>
                <p14:cNvContentPartPr/>
                <p14:nvPr/>
              </p14:nvContentPartPr>
              <p14:xfrm>
                <a:off x="4226182" y="4365536"/>
                <a:ext cx="149760" cy="1004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7D5F5DF-9216-7E3C-8018-ECD2335029E4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217542" y="4356536"/>
                  <a:ext cx="167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14:cNvPr>
                <p14:cNvContentPartPr/>
                <p14:nvPr/>
              </p14:nvContentPartPr>
              <p14:xfrm>
                <a:off x="4460182" y="4368776"/>
                <a:ext cx="138240" cy="51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9B03C1-917E-AEE9-0932-C7B057427EC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451182" y="4360136"/>
                  <a:ext cx="1558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14:cNvPr>
                <p14:cNvContentPartPr/>
                <p14:nvPr/>
              </p14:nvContentPartPr>
              <p14:xfrm>
                <a:off x="4566382" y="4609256"/>
                <a:ext cx="233640" cy="133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3B0B3EC-CA2B-ADEA-DA89-BA798A3BA611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57742" y="4600616"/>
                  <a:ext cx="251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14:cNvPr>
                <p14:cNvContentPartPr/>
                <p14:nvPr/>
              </p14:nvContentPartPr>
              <p14:xfrm>
                <a:off x="4767262" y="4480736"/>
                <a:ext cx="111600" cy="1879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641C0CD-FA7F-4380-7E42-8473354AFF5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758262" y="4471736"/>
                  <a:ext cx="129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14:cNvPr>
                <p14:cNvContentPartPr/>
                <p14:nvPr/>
              </p14:nvContentPartPr>
              <p14:xfrm>
                <a:off x="4773742" y="4382096"/>
                <a:ext cx="16920" cy="12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8C019ED-E4A2-C8B4-D8BA-9F94A97C7F1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4765102" y="4373456"/>
                  <a:ext cx="3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14:cNvPr>
                <p14:cNvContentPartPr/>
                <p14:nvPr/>
              </p14:nvContentPartPr>
              <p14:xfrm>
                <a:off x="4869502" y="4432496"/>
                <a:ext cx="164880" cy="705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B5BFF3F-DD3E-A49D-9FB3-4859FB8A02F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860862" y="4423496"/>
                  <a:ext cx="1825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14:cNvPr>
                <p14:cNvContentPartPr/>
                <p14:nvPr/>
              </p14:nvContentPartPr>
              <p14:xfrm>
                <a:off x="5025022" y="4321256"/>
                <a:ext cx="158040" cy="1130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F36DA0A-E88A-685B-054A-29BEAB4779E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016382" y="4312616"/>
                  <a:ext cx="175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14:cNvPr>
                <p14:cNvContentPartPr/>
                <p14:nvPr/>
              </p14:nvContentPartPr>
              <p14:xfrm>
                <a:off x="5219062" y="4354016"/>
                <a:ext cx="49680" cy="148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C493E6F-99B2-E855-0362-1069A52C124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210422" y="4345016"/>
                  <a:ext cx="673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14:cNvPr>
                <p14:cNvContentPartPr/>
                <p14:nvPr/>
              </p14:nvContentPartPr>
              <p14:xfrm>
                <a:off x="5278822" y="4486856"/>
                <a:ext cx="127800" cy="80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3F9E62CF-E37C-9842-A0EB-6BF8476FCEA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270182" y="4477856"/>
                  <a:ext cx="145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14:cNvPr>
                <p14:cNvContentPartPr/>
                <p14:nvPr/>
              </p14:nvContentPartPr>
              <p14:xfrm>
                <a:off x="5587342" y="4561016"/>
                <a:ext cx="36000" cy="1148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F3EFC8B-E367-0C3A-6964-C6A89FF92A73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8342" y="4552376"/>
                  <a:ext cx="53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14:cNvPr>
                <p14:cNvContentPartPr/>
                <p14:nvPr/>
              </p14:nvContentPartPr>
              <p14:xfrm>
                <a:off x="5565022" y="4630496"/>
                <a:ext cx="134280" cy="86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5D2151C-FFE1-F5A1-6AE3-31A4FF3B6B9D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556022" y="4621496"/>
                  <a:ext cx="151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14:cNvPr>
                <p14:cNvContentPartPr/>
                <p14:nvPr/>
              </p14:nvContentPartPr>
              <p14:xfrm>
                <a:off x="5789302" y="4544816"/>
                <a:ext cx="149040" cy="1126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40E12BC-653C-FC3F-40DF-1A06075E372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780662" y="4535816"/>
                  <a:ext cx="166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14:cNvPr>
                <p14:cNvContentPartPr/>
                <p14:nvPr/>
              </p14:nvContentPartPr>
              <p14:xfrm>
                <a:off x="5895862" y="4438976"/>
                <a:ext cx="113760" cy="1537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A6DD7C2-B748-A777-9967-AEBA5E4DAD8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887222" y="4429976"/>
                  <a:ext cx="1314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14:cNvPr>
                <p14:cNvContentPartPr/>
                <p14:nvPr/>
              </p14:nvContentPartPr>
              <p14:xfrm>
                <a:off x="5876422" y="4325936"/>
                <a:ext cx="3600" cy="108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AB445D1-BD60-1D98-3122-693DE672DAC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67422" y="431729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14:cNvPr>
                <p14:cNvContentPartPr/>
                <p14:nvPr/>
              </p14:nvContentPartPr>
              <p14:xfrm>
                <a:off x="5980462" y="4375976"/>
                <a:ext cx="187560" cy="59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9501A463-4E15-7808-A3BF-F2799FD3ACC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971822" y="4366976"/>
                  <a:ext cx="205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14:cNvPr>
                <p14:cNvContentPartPr/>
                <p14:nvPr/>
              </p14:nvContentPartPr>
              <p14:xfrm>
                <a:off x="6249022" y="4351496"/>
                <a:ext cx="120600" cy="550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87531A62-29FD-4133-8008-16F98271A81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240382" y="4342496"/>
                  <a:ext cx="1382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14:cNvPr>
                <p14:cNvContentPartPr/>
                <p14:nvPr/>
              </p14:nvContentPartPr>
              <p14:xfrm>
                <a:off x="6411382" y="4533656"/>
                <a:ext cx="138240" cy="92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831E8ECE-AC49-F77E-5F34-D90D6FF1912B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402382" y="4524656"/>
                  <a:ext cx="155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14:cNvPr>
                <p14:cNvContentPartPr/>
                <p14:nvPr/>
              </p14:nvContentPartPr>
              <p14:xfrm>
                <a:off x="6535582" y="4395416"/>
                <a:ext cx="109800" cy="226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615DD39-0A63-A5CE-3553-26CE7D848C0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526942" y="4386776"/>
                  <a:ext cx="12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14:cNvPr>
                <p14:cNvContentPartPr/>
                <p14:nvPr/>
              </p14:nvContentPartPr>
              <p14:xfrm>
                <a:off x="6714142" y="4380296"/>
                <a:ext cx="72720" cy="1555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C226AC4-42EB-CD6A-A01E-C24DBA52CDA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705502" y="4371656"/>
                  <a:ext cx="90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14:cNvPr>
                <p14:cNvContentPartPr/>
                <p14:nvPr/>
              </p14:nvContentPartPr>
              <p14:xfrm>
                <a:off x="6677062" y="4274096"/>
                <a:ext cx="2520" cy="32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5CCC9FB-9A8C-45B7-4D04-1501966DF586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668422" y="426545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14:cNvPr>
                <p14:cNvContentPartPr/>
                <p14:nvPr/>
              </p14:nvContentPartPr>
              <p14:xfrm>
                <a:off x="6780382" y="4324136"/>
                <a:ext cx="189360" cy="835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EF10B4D-50AE-0213-40AA-37511B638654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771742" y="4315136"/>
                  <a:ext cx="207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14:cNvPr>
                <p14:cNvContentPartPr/>
                <p14:nvPr/>
              </p14:nvContentPartPr>
              <p14:xfrm>
                <a:off x="6997102" y="4241696"/>
                <a:ext cx="241560" cy="13104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823DAA2-0B6A-C59D-DB62-A4866906EAA3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988102" y="4233056"/>
                  <a:ext cx="259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14:cNvPr>
                <p14:cNvContentPartPr/>
                <p14:nvPr/>
              </p14:nvContentPartPr>
              <p14:xfrm>
                <a:off x="7262062" y="4255016"/>
                <a:ext cx="15120" cy="1468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E642D641-4CB6-F04D-A83F-E3079926AD0B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253062" y="4246376"/>
                  <a:ext cx="32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14:cNvPr>
                <p14:cNvContentPartPr/>
                <p14:nvPr/>
              </p14:nvContentPartPr>
              <p14:xfrm>
                <a:off x="7341622" y="4349696"/>
                <a:ext cx="143280" cy="122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DFF61D5-4F9A-05AC-9B3B-9823E727788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332622" y="4341056"/>
                  <a:ext cx="160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14:cNvPr>
                <p14:cNvContentPartPr/>
                <p14:nvPr/>
              </p14:nvContentPartPr>
              <p14:xfrm>
                <a:off x="7102222" y="4262216"/>
                <a:ext cx="11520" cy="648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DCF56DF6-50B3-324D-F780-899D1DDF35BD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093222" y="4253216"/>
                  <a:ext cx="29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14:cNvPr>
                <p14:cNvContentPartPr/>
                <p14:nvPr/>
              </p14:nvContentPartPr>
              <p14:xfrm>
                <a:off x="7479862" y="4285256"/>
                <a:ext cx="176400" cy="383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AC5AA56-1542-1CE0-6AE6-98CBD0E1174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470862" y="4276616"/>
                  <a:ext cx="1940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14:cNvPr>
                <p14:cNvContentPartPr/>
                <p14:nvPr/>
              </p14:nvContentPartPr>
              <p14:xfrm>
                <a:off x="3662422" y="4425296"/>
                <a:ext cx="208080" cy="36324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ABB0D59-1825-5E1C-CAFF-89301AC95C4B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653422" y="4416296"/>
                  <a:ext cx="2257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14:cNvPr>
                <p14:cNvContentPartPr/>
                <p14:nvPr/>
              </p14:nvContentPartPr>
              <p14:xfrm>
                <a:off x="7761742" y="4487216"/>
                <a:ext cx="181080" cy="1213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08A2ACB-0F00-B6AA-608D-ADCD18830F7B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752742" y="4478216"/>
                  <a:ext cx="1987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14:cNvPr>
                <p14:cNvContentPartPr/>
                <p14:nvPr/>
              </p14:nvContentPartPr>
              <p14:xfrm>
                <a:off x="7910062" y="4397576"/>
                <a:ext cx="86040" cy="115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6EB2A24A-6DBD-4113-341C-3CE0A82D4E2F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901062" y="4388576"/>
                  <a:ext cx="103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14:cNvPr>
                <p14:cNvContentPartPr/>
                <p14:nvPr/>
              </p14:nvContentPartPr>
              <p14:xfrm>
                <a:off x="8037142" y="4337816"/>
                <a:ext cx="118440" cy="1663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B76CC0D9-FB75-56AC-FDD2-79A6AE59BD5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028502" y="4329176"/>
                  <a:ext cx="1360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14:cNvPr>
                <p14:cNvContentPartPr/>
                <p14:nvPr/>
              </p14:nvContentPartPr>
              <p14:xfrm>
                <a:off x="8011582" y="4235576"/>
                <a:ext cx="8640" cy="50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BD85D8E8-E1F9-C9B3-A3B5-4A47A981D06A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002582" y="4226936"/>
                  <a:ext cx="26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14:cNvPr>
                <p14:cNvContentPartPr/>
                <p14:nvPr/>
              </p14:nvContentPartPr>
              <p14:xfrm>
                <a:off x="8112382" y="4293896"/>
                <a:ext cx="196560" cy="662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72BC72F-37B6-1C1D-2402-41797A59B0B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103742" y="4284896"/>
                  <a:ext cx="214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14:cNvPr>
                <p14:cNvContentPartPr/>
                <p14:nvPr/>
              </p14:nvContentPartPr>
              <p14:xfrm>
                <a:off x="8313982" y="4150616"/>
                <a:ext cx="234720" cy="1314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2C6DD8A-91B7-713A-E4A2-0B2B2F87301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304982" y="4141616"/>
                  <a:ext cx="2523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14:cNvPr>
                <p14:cNvContentPartPr/>
                <p14:nvPr/>
              </p14:nvContentPartPr>
              <p14:xfrm>
                <a:off x="8569582" y="4143056"/>
                <a:ext cx="59040" cy="2322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E7B43BB-205D-9233-A628-98EEAB7F365E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560582" y="4134056"/>
                  <a:ext cx="766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14:cNvPr>
                <p14:cNvContentPartPr/>
                <p14:nvPr/>
              </p14:nvContentPartPr>
              <p14:xfrm>
                <a:off x="8633302" y="4282016"/>
                <a:ext cx="165240" cy="1206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8A674BC3-9EF8-15F3-104E-1939C8E6DED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624662" y="4273376"/>
                  <a:ext cx="182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14:cNvPr>
                <p14:cNvContentPartPr/>
                <p14:nvPr/>
              </p14:nvContentPartPr>
              <p14:xfrm>
                <a:off x="3835582" y="4731296"/>
                <a:ext cx="3836160" cy="2300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309ECC1-D298-C87A-E173-368F560C39A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826582" y="4722656"/>
                  <a:ext cx="385380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14:cNvPr>
                <p14:cNvContentPartPr/>
                <p14:nvPr/>
              </p14:nvContentPartPr>
              <p14:xfrm>
                <a:off x="4758262" y="5108216"/>
                <a:ext cx="216000" cy="2055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B66F37B-74D6-4EC9-DE3D-E36BE27A9AB2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4749622" y="5099216"/>
                  <a:ext cx="233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14:cNvPr>
                <p14:cNvContentPartPr/>
                <p14:nvPr/>
              </p14:nvContentPartPr>
              <p14:xfrm>
                <a:off x="5057062" y="5163296"/>
                <a:ext cx="181800" cy="12168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543EF82-0392-B684-369D-6575D5B6358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048422" y="5154656"/>
                  <a:ext cx="199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14:cNvPr>
                <p14:cNvContentPartPr/>
                <p14:nvPr/>
              </p14:nvContentPartPr>
              <p14:xfrm>
                <a:off x="5236342" y="5167256"/>
                <a:ext cx="102600" cy="7092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A32297E-0621-6E50-ECF0-B880149B4C5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227702" y="5158256"/>
                  <a:ext cx="120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14:cNvPr>
                <p14:cNvContentPartPr/>
                <p14:nvPr/>
              </p14:nvContentPartPr>
              <p14:xfrm>
                <a:off x="5390782" y="5163656"/>
                <a:ext cx="130680" cy="1065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32EE07BD-3AE8-9AAA-9B73-B91D443BD27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381782" y="5155016"/>
                  <a:ext cx="1483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14:cNvPr>
                <p14:cNvContentPartPr/>
                <p14:nvPr/>
              </p14:nvContentPartPr>
              <p14:xfrm>
                <a:off x="5647102" y="4990136"/>
                <a:ext cx="104760" cy="3758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078D85A-F428-3B3E-BEFF-B79EF239ADE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638102" y="4981136"/>
                  <a:ext cx="122400" cy="39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6CF893B-17D1-3376-23AC-BF5F042EBD83}"/>
              </a:ext>
            </a:extLst>
          </p:cNvPr>
          <p:cNvGrpSpPr/>
          <p:nvPr/>
        </p:nvGrpSpPr>
        <p:grpSpPr>
          <a:xfrm>
            <a:off x="5805502" y="4940456"/>
            <a:ext cx="1525680" cy="387360"/>
            <a:chOff x="5805502" y="4940456"/>
            <a:chExt cx="152568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14:cNvPr>
                <p14:cNvContentPartPr/>
                <p14:nvPr/>
              </p14:nvContentPartPr>
              <p14:xfrm>
                <a:off x="5805502" y="5161136"/>
                <a:ext cx="217080" cy="101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B006CFA-B288-1377-EF34-DE66CA07D2E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796502" y="5152136"/>
                  <a:ext cx="234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14:cNvPr>
                <p14:cNvContentPartPr/>
                <p14:nvPr/>
              </p14:nvContentPartPr>
              <p14:xfrm>
                <a:off x="6103222" y="5059976"/>
                <a:ext cx="105840" cy="2124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E6BA326-DC14-093C-4A0D-0E18B1A63FBF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094582" y="5050976"/>
                  <a:ext cx="123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14:cNvPr>
                <p14:cNvContentPartPr/>
                <p14:nvPr/>
              </p14:nvContentPartPr>
              <p14:xfrm>
                <a:off x="6245422" y="4982936"/>
                <a:ext cx="170280" cy="1260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5A8CDA7-8D62-B12E-9AEC-E968ADE0C50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236422" y="4973936"/>
                  <a:ext cx="187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14:cNvPr>
                <p14:cNvContentPartPr/>
                <p14:nvPr/>
              </p14:nvContentPartPr>
              <p14:xfrm>
                <a:off x="6315982" y="5157896"/>
                <a:ext cx="138240" cy="144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6B2DABE-C0F8-C465-5064-54CFE19E7DF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6307342" y="5148896"/>
                  <a:ext cx="155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14:cNvPr>
                <p14:cNvContentPartPr/>
                <p14:nvPr/>
              </p14:nvContentPartPr>
              <p14:xfrm>
                <a:off x="6336862" y="5230616"/>
                <a:ext cx="164880" cy="972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00BD7CE-9159-3AF6-08B7-71D1AC63E82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6327862" y="5221976"/>
                  <a:ext cx="182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14:cNvPr>
                <p14:cNvContentPartPr/>
                <p14:nvPr/>
              </p14:nvContentPartPr>
              <p14:xfrm>
                <a:off x="6693622" y="5152496"/>
                <a:ext cx="79560" cy="9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C1BC515-5B22-A42A-1D58-73163DD1337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684622" y="5143496"/>
                  <a:ext cx="97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14:cNvPr>
                <p14:cNvContentPartPr/>
                <p14:nvPr/>
              </p14:nvContentPartPr>
              <p14:xfrm>
                <a:off x="6889822" y="5124416"/>
                <a:ext cx="170280" cy="705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03E274A-4981-1C66-86C6-04F80763937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880822" y="5115416"/>
                  <a:ext cx="187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14:cNvPr>
                <p14:cNvContentPartPr/>
                <p14:nvPr/>
              </p14:nvContentPartPr>
              <p14:xfrm>
                <a:off x="7033102" y="5013176"/>
                <a:ext cx="176760" cy="2484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D06F7E1F-6AED-D35A-E874-C6A7576AD2F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024462" y="500417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14:cNvPr>
                <p14:cNvContentPartPr/>
                <p14:nvPr/>
              </p14:nvContentPartPr>
              <p14:xfrm>
                <a:off x="7154422" y="4940456"/>
                <a:ext cx="176760" cy="3700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3CE7A6E8-BB44-D452-9A52-E0FBDC85A5B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7145782" y="4931456"/>
                  <a:ext cx="194400" cy="3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287AAA5-7EB2-C7EE-2018-85FBCAD1540D}"/>
              </a:ext>
            </a:extLst>
          </p:cNvPr>
          <p:cNvGrpSpPr/>
          <p:nvPr/>
        </p:nvGrpSpPr>
        <p:grpSpPr>
          <a:xfrm>
            <a:off x="4558102" y="5209736"/>
            <a:ext cx="83160" cy="53640"/>
            <a:chOff x="4558102" y="5209736"/>
            <a:chExt cx="83160" cy="5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14:cNvPr>
                <p14:cNvContentPartPr/>
                <p14:nvPr/>
              </p14:nvContentPartPr>
              <p14:xfrm>
                <a:off x="4572142" y="5257976"/>
                <a:ext cx="69120" cy="54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9C123C4-BFB6-5457-9148-9AD4F84A3BA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563502" y="5249336"/>
                  <a:ext cx="86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14:cNvPr>
                <p14:cNvContentPartPr/>
                <p14:nvPr/>
              </p14:nvContentPartPr>
              <p14:xfrm>
                <a:off x="4558102" y="5209736"/>
                <a:ext cx="72720" cy="57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49BB87F-2D85-43D4-42C3-962D3B49335B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49102" y="5201096"/>
                  <a:ext cx="9036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0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14:cNvPr>
              <p14:cNvContentPartPr/>
              <p14:nvPr/>
            </p14:nvContentPartPr>
            <p14:xfrm>
              <a:off x="2328262" y="5709416"/>
              <a:ext cx="389160" cy="33084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17C31EE3-7A28-2E22-3B12-C720755EAB7B}"/>
                  </a:ext>
                </a:extLst>
              </p:cNvPr>
              <p:cNvPicPr/>
              <p:nvPr/>
            </p:nvPicPr>
            <p:blipFill>
              <a:blip r:embed="rId631"/>
              <a:stretch>
                <a:fillRect/>
              </a:stretch>
            </p:blipFill>
            <p:spPr>
              <a:xfrm>
                <a:off x="2319262" y="5700416"/>
                <a:ext cx="40680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2" name="Group 411">
            <a:extLst>
              <a:ext uri="{FF2B5EF4-FFF2-40B4-BE49-F238E27FC236}">
                <a16:creationId xmlns:a16="http://schemas.microsoft.com/office/drawing/2014/main" id="{8D28CA37-B617-D9E0-0C00-867C70D95E86}"/>
              </a:ext>
            </a:extLst>
          </p:cNvPr>
          <p:cNvGrpSpPr/>
          <p:nvPr/>
        </p:nvGrpSpPr>
        <p:grpSpPr>
          <a:xfrm>
            <a:off x="2317822" y="6134936"/>
            <a:ext cx="484920" cy="102240"/>
            <a:chOff x="2317822" y="6134936"/>
            <a:chExt cx="48492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14:cNvPr>
                <p14:cNvContentPartPr/>
                <p14:nvPr/>
              </p14:nvContentPartPr>
              <p14:xfrm>
                <a:off x="2317822" y="6172016"/>
                <a:ext cx="130320" cy="651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01920F7-7988-F7F8-DD73-C6D7F6CBD4D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308822" y="6163376"/>
                  <a:ext cx="147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14:cNvPr>
                <p14:cNvContentPartPr/>
                <p14:nvPr/>
              </p14:nvContentPartPr>
              <p14:xfrm>
                <a:off x="2515462" y="6204416"/>
                <a:ext cx="89640" cy="50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213FD77-BB73-6184-D102-1BBD22B7FC8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06462" y="6195416"/>
                  <a:ext cx="107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14:cNvPr>
                <p14:cNvContentPartPr/>
                <p14:nvPr/>
              </p14:nvContentPartPr>
              <p14:xfrm>
                <a:off x="2500342" y="6144656"/>
                <a:ext cx="131400" cy="223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852685E-5703-3BC9-A28B-5DB785A604F4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491702" y="6136016"/>
                  <a:ext cx="149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14:cNvPr>
                <p14:cNvContentPartPr/>
                <p14:nvPr/>
              </p14:nvContentPartPr>
              <p14:xfrm>
                <a:off x="2668462" y="6134936"/>
                <a:ext cx="134280" cy="910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FB4513D-DEB9-7DD4-C275-ABB61A2732BA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659822" y="6126296"/>
                  <a:ext cx="1519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B9CDFDC4-A75E-70D6-9ED0-82229D70DD50}"/>
              </a:ext>
            </a:extLst>
          </p:cNvPr>
          <p:cNvGrpSpPr/>
          <p:nvPr/>
        </p:nvGrpSpPr>
        <p:grpSpPr>
          <a:xfrm>
            <a:off x="2301982" y="5341856"/>
            <a:ext cx="3907800" cy="630720"/>
            <a:chOff x="2301982" y="5341856"/>
            <a:chExt cx="3907800" cy="6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14:cNvPr>
                <p14:cNvContentPartPr/>
                <p14:nvPr/>
              </p14:nvContentPartPr>
              <p14:xfrm>
                <a:off x="2301982" y="5341856"/>
                <a:ext cx="153720" cy="1252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A4B3B83-2D9C-2ED2-FEF0-63DA28C4552A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293342" y="5332856"/>
                  <a:ext cx="171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14:cNvPr>
                <p14:cNvContentPartPr/>
                <p14:nvPr/>
              </p14:nvContentPartPr>
              <p14:xfrm>
                <a:off x="2382622" y="5349056"/>
                <a:ext cx="10080" cy="518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A6A23DB-EED5-1E1E-3DE3-B98CA5DA8C9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373622" y="5340056"/>
                  <a:ext cx="27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14:cNvPr>
                <p14:cNvContentPartPr/>
                <p14:nvPr/>
              </p14:nvContentPartPr>
              <p14:xfrm>
                <a:off x="2333662" y="5492696"/>
                <a:ext cx="144000" cy="237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CF552D-2FC3-34A6-6395-4E39EC9158F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24662" y="5483696"/>
                  <a:ext cx="161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14:cNvPr>
                <p14:cNvContentPartPr/>
                <p14:nvPr/>
              </p14:nvContentPartPr>
              <p14:xfrm>
                <a:off x="2354902" y="5587016"/>
                <a:ext cx="156960" cy="709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15A0CB2-60E0-C632-7F06-B9679BAE7C5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346262" y="5578376"/>
                  <a:ext cx="174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14:cNvPr>
                <p14:cNvContentPartPr/>
                <p14:nvPr/>
              </p14:nvContentPartPr>
              <p14:xfrm>
                <a:off x="2571982" y="5497016"/>
                <a:ext cx="113040" cy="162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D7A3136-394B-E707-1B2C-E38FD6D4FD83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562982" y="5488376"/>
                  <a:ext cx="130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14:cNvPr>
                <p14:cNvContentPartPr/>
                <p14:nvPr/>
              </p14:nvContentPartPr>
              <p14:xfrm>
                <a:off x="2727142" y="5427896"/>
                <a:ext cx="70200" cy="1224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7129AE4-DC44-9570-0D82-33178EEB46A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718142" y="5418896"/>
                  <a:ext cx="878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14:cNvPr>
                <p14:cNvContentPartPr/>
                <p14:nvPr/>
              </p14:nvContentPartPr>
              <p14:xfrm>
                <a:off x="2998222" y="5767736"/>
                <a:ext cx="223560" cy="1954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711021F-9AE8-1B43-9145-EF85FB3BECD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2989222" y="5758736"/>
                  <a:ext cx="2412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14:cNvPr>
                <p14:cNvContentPartPr/>
                <p14:nvPr/>
              </p14:nvContentPartPr>
              <p14:xfrm>
                <a:off x="3275422" y="5690336"/>
                <a:ext cx="162720" cy="2084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04C07A82-9E12-2D33-25AE-75B9C6DFEEEF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266782" y="5681696"/>
                  <a:ext cx="180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14:cNvPr>
                <p14:cNvContentPartPr/>
                <p14:nvPr/>
              </p14:nvContentPartPr>
              <p14:xfrm>
                <a:off x="3469462" y="5654696"/>
                <a:ext cx="143280" cy="2746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D6C1113-FB8B-119E-5547-09F686A78CA5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460462" y="5645696"/>
                  <a:ext cx="160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14:cNvPr>
                <p14:cNvContentPartPr/>
                <p14:nvPr/>
              </p14:nvContentPartPr>
              <p14:xfrm>
                <a:off x="3602662" y="5827136"/>
                <a:ext cx="140760" cy="475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B66DA44A-D219-61F1-256F-FEC754F4060A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593662" y="5818496"/>
                  <a:ext cx="158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14:cNvPr>
                <p14:cNvContentPartPr/>
                <p14:nvPr/>
              </p14:nvContentPartPr>
              <p14:xfrm>
                <a:off x="3753142" y="5672336"/>
                <a:ext cx="122760" cy="23904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1C1FC9C9-6ABD-BCD1-DD6B-BC521545C29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44142" y="5663336"/>
                  <a:ext cx="1404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14:cNvPr>
                <p14:cNvContentPartPr/>
                <p14:nvPr/>
              </p14:nvContentPartPr>
              <p14:xfrm>
                <a:off x="4045462" y="5784296"/>
                <a:ext cx="154080" cy="914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1110371-ED59-64B7-4A0B-B16DF939427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036822" y="5775656"/>
                  <a:ext cx="171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14:cNvPr>
                <p14:cNvContentPartPr/>
                <p14:nvPr/>
              </p14:nvContentPartPr>
              <p14:xfrm>
                <a:off x="4244182" y="5777816"/>
                <a:ext cx="121680" cy="712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37534D19-144C-6216-9B97-E81D0EEB2235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235182" y="5768816"/>
                  <a:ext cx="139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14:cNvPr>
                <p14:cNvContentPartPr/>
                <p14:nvPr/>
              </p14:nvContentPartPr>
              <p14:xfrm>
                <a:off x="4428142" y="5757296"/>
                <a:ext cx="101520" cy="1263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DFD65A91-8BD7-9D88-0C48-2589C3041E8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19142" y="5748656"/>
                  <a:ext cx="1191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14:cNvPr>
                <p14:cNvContentPartPr/>
                <p14:nvPr/>
              </p14:nvContentPartPr>
              <p14:xfrm>
                <a:off x="4620022" y="5574416"/>
                <a:ext cx="127080" cy="3981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62F7A3F-5AE8-755F-D898-16E814586318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611022" y="5565416"/>
                  <a:ext cx="14472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14:cNvPr>
                <p14:cNvContentPartPr/>
                <p14:nvPr/>
              </p14:nvContentPartPr>
              <p14:xfrm>
                <a:off x="4758622" y="5733176"/>
                <a:ext cx="203040" cy="936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B5D7965-7E51-6B98-1EAF-39C87FA7FA07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49982" y="5724536"/>
                  <a:ext cx="220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14:cNvPr>
                <p14:cNvContentPartPr/>
                <p14:nvPr/>
              </p14:nvContentPartPr>
              <p14:xfrm>
                <a:off x="5086582" y="5606456"/>
                <a:ext cx="111240" cy="2523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C3580FC-288D-6483-22AC-AE6239F05477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5077942" y="5597816"/>
                  <a:ext cx="1288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14:cNvPr>
                <p14:cNvContentPartPr/>
                <p14:nvPr/>
              </p14:nvContentPartPr>
              <p14:xfrm>
                <a:off x="5243902" y="5551016"/>
                <a:ext cx="198720" cy="1270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BBBD4860-66B1-F7C7-FC68-65E00B20FC01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5235262" y="5542016"/>
                  <a:ext cx="216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14:cNvPr>
                <p14:cNvContentPartPr/>
                <p14:nvPr/>
              </p14:nvContentPartPr>
              <p14:xfrm>
                <a:off x="5259742" y="5751896"/>
                <a:ext cx="205560" cy="154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88F1EE0-C7C8-6892-3C96-C797AA53BF6D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250742" y="5743256"/>
                  <a:ext cx="223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14:cNvPr>
                <p14:cNvContentPartPr/>
                <p14:nvPr/>
              </p14:nvContentPartPr>
              <p14:xfrm>
                <a:off x="5326702" y="5836856"/>
                <a:ext cx="143640" cy="709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B5EF52F9-0B55-FA89-2159-E0BE53E2307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5318062" y="5827856"/>
                  <a:ext cx="161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14:cNvPr>
                <p14:cNvContentPartPr/>
                <p14:nvPr/>
              </p14:nvContentPartPr>
              <p14:xfrm>
                <a:off x="5624422" y="5762336"/>
                <a:ext cx="95760" cy="1152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5C42CBE-055B-5487-2770-D8920CD93F4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5615782" y="575333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14:cNvPr>
                <p14:cNvContentPartPr/>
                <p14:nvPr/>
              </p14:nvContentPartPr>
              <p14:xfrm>
                <a:off x="5802982" y="5725616"/>
                <a:ext cx="120600" cy="608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33F685FB-5BAC-CCDB-FA7C-E368E2C08AB3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793982" y="5716616"/>
                  <a:ext cx="138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14:cNvPr>
                <p14:cNvContentPartPr/>
                <p14:nvPr/>
              </p14:nvContentPartPr>
              <p14:xfrm>
                <a:off x="5895502" y="5592416"/>
                <a:ext cx="171360" cy="2534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3C9127AF-3985-02FF-4539-F0DF2F9387BD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886862" y="5583776"/>
                  <a:ext cx="1890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14:cNvPr>
                <p14:cNvContentPartPr/>
                <p14:nvPr/>
              </p14:nvContentPartPr>
              <p14:xfrm>
                <a:off x="5991262" y="5518256"/>
                <a:ext cx="218520" cy="3826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88B7CE4D-BB43-EF86-B16C-E67140BA8754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982622" y="5509616"/>
                  <a:ext cx="236160" cy="40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4F2195A3-14AD-9D18-29B2-527396D0F558}"/>
              </a:ext>
            </a:extLst>
          </p:cNvPr>
          <p:cNvGrpSpPr/>
          <p:nvPr/>
        </p:nvGrpSpPr>
        <p:grpSpPr>
          <a:xfrm>
            <a:off x="6443422" y="5497736"/>
            <a:ext cx="1100520" cy="378000"/>
            <a:chOff x="6443422" y="5497736"/>
            <a:chExt cx="110052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14:cNvPr>
                <p14:cNvContentPartPr/>
                <p14:nvPr/>
              </p14:nvContentPartPr>
              <p14:xfrm>
                <a:off x="6496342" y="5677736"/>
                <a:ext cx="41760" cy="1080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C3E0417C-97F0-B29F-FE7D-2AD258F96C8C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6487342" y="5668736"/>
                  <a:ext cx="594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14:cNvPr>
                <p14:cNvContentPartPr/>
                <p14:nvPr/>
              </p14:nvContentPartPr>
              <p14:xfrm>
                <a:off x="6443422" y="5722016"/>
                <a:ext cx="111960" cy="133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CD8CC7C-9CD1-98FB-2308-F56FC1EE677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6434422" y="5713376"/>
                  <a:ext cx="129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14:cNvPr>
                <p14:cNvContentPartPr/>
                <p14:nvPr/>
              </p14:nvContentPartPr>
              <p14:xfrm>
                <a:off x="6654382" y="5616896"/>
                <a:ext cx="198720" cy="1976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3060B62-7261-9DDF-7A8A-B6B9F5098E0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6645742" y="5608256"/>
                  <a:ext cx="216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14:cNvPr>
                <p14:cNvContentPartPr/>
                <p14:nvPr/>
              </p14:nvContentPartPr>
              <p14:xfrm>
                <a:off x="6895942" y="5506736"/>
                <a:ext cx="208080" cy="3322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45E9623-7ABB-F705-1568-F23A7BE2A241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6887302" y="5498096"/>
                  <a:ext cx="2257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14:cNvPr>
                <p14:cNvContentPartPr/>
                <p14:nvPr/>
              </p14:nvContentPartPr>
              <p14:xfrm>
                <a:off x="7070542" y="5497736"/>
                <a:ext cx="196560" cy="1450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2A02D7A-7FBF-DEF9-3F59-FDB6FEDBDA8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7061542" y="5489096"/>
                  <a:ext cx="214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14:cNvPr>
                <p14:cNvContentPartPr/>
                <p14:nvPr/>
              </p14:nvContentPartPr>
              <p14:xfrm>
                <a:off x="7135342" y="5693576"/>
                <a:ext cx="153360" cy="2160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CDB34BC3-2DB0-DEF5-5844-A381C1ACE62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7126342" y="5684576"/>
                  <a:ext cx="171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14:cNvPr>
                <p14:cNvContentPartPr/>
                <p14:nvPr/>
              </p14:nvContentPartPr>
              <p14:xfrm>
                <a:off x="7182142" y="5781056"/>
                <a:ext cx="170280" cy="946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84BCA5F3-E79B-4485-8283-6ED948CEC59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7173142" y="5772056"/>
                  <a:ext cx="187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14:cNvPr>
                <p14:cNvContentPartPr/>
                <p14:nvPr/>
              </p14:nvContentPartPr>
              <p14:xfrm>
                <a:off x="7347022" y="5561096"/>
                <a:ext cx="196920" cy="281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05A0AE76-3D35-9624-8C60-94A20F0BBEDE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7338022" y="5552456"/>
                  <a:ext cx="21456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456AA88-CA48-3906-CC8E-B1FC1866107F}"/>
              </a:ext>
            </a:extLst>
          </p:cNvPr>
          <p:cNvGrpSpPr/>
          <p:nvPr/>
        </p:nvGrpSpPr>
        <p:grpSpPr>
          <a:xfrm>
            <a:off x="1898062" y="5649656"/>
            <a:ext cx="310680" cy="407160"/>
            <a:chOff x="1898062" y="5649656"/>
            <a:chExt cx="31068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14:cNvPr>
                <p14:cNvContentPartPr/>
                <p14:nvPr/>
              </p14:nvContentPartPr>
              <p14:xfrm>
                <a:off x="1933342" y="5934776"/>
                <a:ext cx="101160" cy="90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AA85E51-46C0-19C3-B49E-2A89716AAC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924702" y="5926136"/>
                  <a:ext cx="118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14:cNvPr>
                <p14:cNvContentPartPr/>
                <p14:nvPr/>
              </p14:nvContentPartPr>
              <p14:xfrm>
                <a:off x="1898062" y="5863496"/>
                <a:ext cx="96120" cy="111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E31CF6A-B957-798D-37F5-4AEFEF938C5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889422" y="5854496"/>
                  <a:ext cx="113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14:cNvPr>
                <p14:cNvContentPartPr/>
                <p14:nvPr/>
              </p14:nvContentPartPr>
              <p14:xfrm>
                <a:off x="2141422" y="5649656"/>
                <a:ext cx="67320" cy="4071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97208E4C-96FE-AF90-CEA5-6551E98B979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2132422" y="5641016"/>
                  <a:ext cx="84960" cy="42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CAC33C8A-45DE-E2D4-07BD-AEB831170477}"/>
              </a:ext>
            </a:extLst>
          </p:cNvPr>
          <p:cNvGrpSpPr/>
          <p:nvPr/>
        </p:nvGrpSpPr>
        <p:grpSpPr>
          <a:xfrm>
            <a:off x="7528102" y="5377496"/>
            <a:ext cx="1545840" cy="538560"/>
            <a:chOff x="7528102" y="5377496"/>
            <a:chExt cx="1545840" cy="53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14:cNvPr>
                <p14:cNvContentPartPr/>
                <p14:nvPr/>
              </p14:nvContentPartPr>
              <p14:xfrm>
                <a:off x="7528102" y="5487656"/>
                <a:ext cx="223560" cy="428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E2C2B25-61FF-2A8B-60DB-E73BD167E9BD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519102" y="5479016"/>
                  <a:ext cx="241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14:cNvPr>
                <p14:cNvContentPartPr/>
                <p14:nvPr/>
              </p14:nvContentPartPr>
              <p14:xfrm>
                <a:off x="7910422" y="5719496"/>
                <a:ext cx="168120" cy="1224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EC9AE0B-EF26-6BD7-D3C3-2B064BDD8F2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901782" y="5710856"/>
                  <a:ext cx="1857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14:cNvPr>
                <p14:cNvContentPartPr/>
                <p14:nvPr/>
              </p14:nvContentPartPr>
              <p14:xfrm>
                <a:off x="8075662" y="5616536"/>
                <a:ext cx="127440" cy="86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5C2C90B-BE90-7479-184F-F7E32E5726B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8066662" y="5607896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14:cNvPr>
                <p14:cNvContentPartPr/>
                <p14:nvPr/>
              </p14:nvContentPartPr>
              <p14:xfrm>
                <a:off x="8267902" y="5549936"/>
                <a:ext cx="89640" cy="18648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2B681BF-8EC2-184F-D170-E77B004F560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8258902" y="5541296"/>
                  <a:ext cx="107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14:cNvPr>
                <p14:cNvContentPartPr/>
                <p14:nvPr/>
              </p14:nvContentPartPr>
              <p14:xfrm>
                <a:off x="8208142" y="5394416"/>
                <a:ext cx="5760" cy="104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AAFD0212-0962-48DB-0C38-B6CC5FE8AD02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8199502" y="5385416"/>
                  <a:ext cx="234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14:cNvPr>
                <p14:cNvContentPartPr/>
                <p14:nvPr/>
              </p14:nvContentPartPr>
              <p14:xfrm>
                <a:off x="8335582" y="5481176"/>
                <a:ext cx="185760" cy="954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FA12BA87-E64E-1736-4E9C-E057531F7B1C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8326942" y="5472176"/>
                  <a:ext cx="203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14:cNvPr>
                <p14:cNvContentPartPr/>
                <p14:nvPr/>
              </p14:nvContentPartPr>
              <p14:xfrm>
                <a:off x="8589022" y="5397296"/>
                <a:ext cx="230760" cy="1634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9D81E775-8393-6554-3314-D429EA12870E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580382" y="5388656"/>
                  <a:ext cx="248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14:cNvPr>
                <p14:cNvContentPartPr/>
                <p14:nvPr/>
              </p14:nvContentPartPr>
              <p14:xfrm>
                <a:off x="8857222" y="5377496"/>
                <a:ext cx="21240" cy="2156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A8F30-0054-4AF4-8ECE-5AB7040602F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848222" y="5368496"/>
                  <a:ext cx="388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14:cNvPr>
                <p14:cNvContentPartPr/>
                <p14:nvPr/>
              </p14:nvContentPartPr>
              <p14:xfrm>
                <a:off x="8909782" y="5507456"/>
                <a:ext cx="164160" cy="1015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AE1E6A3-44BA-B04D-07F3-E10E965E860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901142" y="5498816"/>
                  <a:ext cx="181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14:cNvPr>
                <p14:cNvContentPartPr/>
                <p14:nvPr/>
              </p14:nvContentPartPr>
              <p14:xfrm>
                <a:off x="8464462" y="5453096"/>
                <a:ext cx="4680" cy="320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CE98945A-8019-B0C4-2EE5-03950BD7D90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55822" y="5444096"/>
                  <a:ext cx="22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14:cNvPr>
                <p14:cNvContentPartPr/>
                <p14:nvPr/>
              </p14:nvContentPartPr>
              <p14:xfrm>
                <a:off x="8452582" y="5448056"/>
                <a:ext cx="63000" cy="594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286880A8-73A9-5BFE-99AD-6C183B566A23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8443942" y="5439416"/>
                  <a:ext cx="8064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08111F82-4EDE-E49C-410E-DC89CE3A34AA}"/>
              </a:ext>
            </a:extLst>
          </p:cNvPr>
          <p:cNvGrpSpPr/>
          <p:nvPr/>
        </p:nvGrpSpPr>
        <p:grpSpPr>
          <a:xfrm>
            <a:off x="2155822" y="6129536"/>
            <a:ext cx="5563800" cy="584280"/>
            <a:chOff x="2155822" y="6129536"/>
            <a:chExt cx="5563800" cy="58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14:cNvPr>
                <p14:cNvContentPartPr/>
                <p14:nvPr/>
              </p14:nvContentPartPr>
              <p14:xfrm>
                <a:off x="2155822" y="6129536"/>
                <a:ext cx="5563800" cy="29844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B8041AAA-B4BC-9F9F-36B8-13C103413034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2146822" y="6120536"/>
                  <a:ext cx="55814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14:cNvPr>
                <p14:cNvContentPartPr/>
                <p14:nvPr/>
              </p14:nvContentPartPr>
              <p14:xfrm>
                <a:off x="4024222" y="6559736"/>
                <a:ext cx="178920" cy="12888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522544F3-C6F3-2C8C-D409-4FBC8903E9D2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4015582" y="6551096"/>
                  <a:ext cx="196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14:cNvPr>
                <p14:cNvContentPartPr/>
                <p14:nvPr/>
              </p14:nvContentPartPr>
              <p14:xfrm>
                <a:off x="4243102" y="6623816"/>
                <a:ext cx="128520" cy="439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6ADB44E-1615-DA3F-72C0-31133C4FADCD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4234102" y="6615176"/>
                  <a:ext cx="1461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14:cNvPr>
                <p14:cNvContentPartPr/>
                <p14:nvPr/>
              </p14:nvContentPartPr>
              <p14:xfrm>
                <a:off x="4343182" y="6469736"/>
                <a:ext cx="101880" cy="1710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A4136F3C-F2F1-867C-AE72-8438ABFD8D1A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4334542" y="6460736"/>
                  <a:ext cx="1195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14:cNvPr>
                <p14:cNvContentPartPr/>
                <p14:nvPr/>
              </p14:nvContentPartPr>
              <p14:xfrm>
                <a:off x="4324462" y="6575936"/>
                <a:ext cx="109440" cy="165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048E5D7-244A-4C00-722B-B52838255DFF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4315822" y="6567296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14:cNvPr>
                <p14:cNvContentPartPr/>
                <p14:nvPr/>
              </p14:nvContentPartPr>
              <p14:xfrm>
                <a:off x="4486822" y="6570896"/>
                <a:ext cx="47520" cy="763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09C1ACD2-6F36-B720-ABCD-34E9726E5606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4477822" y="6561896"/>
                  <a:ext cx="65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14:cNvPr>
                <p14:cNvContentPartPr/>
                <p14:nvPr/>
              </p14:nvContentPartPr>
              <p14:xfrm>
                <a:off x="4438942" y="6464336"/>
                <a:ext cx="32760" cy="147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704B3DF4-FC20-3E68-CBDD-D9581D2670E3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4429942" y="6455696"/>
                  <a:ext cx="50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14:cNvPr>
                <p14:cNvContentPartPr/>
                <p14:nvPr/>
              </p14:nvContentPartPr>
              <p14:xfrm>
                <a:off x="4567102" y="6533456"/>
                <a:ext cx="244080" cy="997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6057AA6-F8ED-70E7-EB9F-77452FBD228E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4558462" y="6524816"/>
                  <a:ext cx="261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14:cNvPr>
                <p14:cNvContentPartPr/>
                <p14:nvPr/>
              </p14:nvContentPartPr>
              <p14:xfrm>
                <a:off x="4741342" y="6387656"/>
                <a:ext cx="321120" cy="3261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17941313-1CB4-240D-AD61-95AE865BB386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4732342" y="6379016"/>
                  <a:ext cx="3387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14:cNvPr>
                <p14:cNvContentPartPr/>
                <p14:nvPr/>
              </p14:nvContentPartPr>
              <p14:xfrm>
                <a:off x="5257942" y="6512576"/>
                <a:ext cx="212400" cy="972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D12B900-9EA2-F8C2-9A01-6731A2F6CF4F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5248942" y="6503576"/>
                  <a:ext cx="2300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14:cNvPr>
                <p14:cNvContentPartPr/>
                <p14:nvPr/>
              </p14:nvContentPartPr>
              <p14:xfrm>
                <a:off x="5527942" y="6328976"/>
                <a:ext cx="231840" cy="2689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7E38075C-DD72-58C5-D8F5-0DEEEE96D4FD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5518942" y="6320336"/>
                  <a:ext cx="249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14:cNvPr>
                <p14:cNvContentPartPr/>
                <p14:nvPr/>
              </p14:nvContentPartPr>
              <p14:xfrm>
                <a:off x="5916742" y="6451016"/>
                <a:ext cx="96120" cy="1022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FCBAADA-6D95-F0FD-A983-D3322F939D1C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5908102" y="6442376"/>
                  <a:ext cx="11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14:cNvPr>
                <p14:cNvContentPartPr/>
                <p14:nvPr/>
              </p14:nvContentPartPr>
              <p14:xfrm>
                <a:off x="6069382" y="6290816"/>
                <a:ext cx="575640" cy="2538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9E5C7D3C-7D4B-413C-AA7E-462FEB5144FD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6060382" y="6281816"/>
                  <a:ext cx="593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14:cNvPr>
                <p14:cNvContentPartPr/>
                <p14:nvPr/>
              </p14:nvContentPartPr>
              <p14:xfrm>
                <a:off x="6662662" y="6325736"/>
                <a:ext cx="174600" cy="22500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4D80F27-CCE7-08E8-E8EE-9EC09F0B6940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6654022" y="6316736"/>
                  <a:ext cx="192240" cy="24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9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14:cNvPr>
              <p14:cNvContentPartPr/>
              <p14:nvPr/>
            </p14:nvContentPartPr>
            <p14:xfrm>
              <a:off x="1436542" y="1124096"/>
              <a:ext cx="153000" cy="88200"/>
            </p14:xfrm>
          </p:contentPart>
        </mc:Choice>
        <mc:Fallback xmlns=""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D358D373-4A9D-C399-F2AE-1FC5419E6830}"/>
                  </a:ext>
                </a:extLst>
              </p:cNvPr>
              <p:cNvPicPr/>
              <p:nvPr/>
            </p:nvPicPr>
            <p:blipFill>
              <a:blip r:embed="rId760"/>
              <a:stretch>
                <a:fillRect/>
              </a:stretch>
            </p:blipFill>
            <p:spPr>
              <a:xfrm>
                <a:off x="1427902" y="1115456"/>
                <a:ext cx="170640" cy="10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5" name="Group 494">
            <a:extLst>
              <a:ext uri="{FF2B5EF4-FFF2-40B4-BE49-F238E27FC236}">
                <a16:creationId xmlns:a16="http://schemas.microsoft.com/office/drawing/2014/main" id="{2C90FF0E-68DD-9C0E-C627-2086F9CF6C9E}"/>
              </a:ext>
            </a:extLst>
          </p:cNvPr>
          <p:cNvGrpSpPr/>
          <p:nvPr/>
        </p:nvGrpSpPr>
        <p:grpSpPr>
          <a:xfrm>
            <a:off x="1145662" y="829256"/>
            <a:ext cx="1624320" cy="218160"/>
            <a:chOff x="1145662" y="829256"/>
            <a:chExt cx="1624320" cy="21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14:cNvPr>
                <p14:cNvContentPartPr/>
                <p14:nvPr/>
              </p14:nvContentPartPr>
              <p14:xfrm>
                <a:off x="1145662" y="929696"/>
                <a:ext cx="258120" cy="1094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D395D7CB-F499-6284-0963-FE88CD5F3C71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36662" y="920696"/>
                  <a:ext cx="2757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14:cNvPr>
                <p14:cNvContentPartPr/>
                <p14:nvPr/>
              </p14:nvContentPartPr>
              <p14:xfrm>
                <a:off x="1440142" y="829256"/>
                <a:ext cx="213480" cy="1954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D0C0D8C-860C-8C89-6128-739438C28518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431142" y="820256"/>
                  <a:ext cx="231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14:cNvPr>
                <p14:cNvContentPartPr/>
                <p14:nvPr/>
              </p14:nvContentPartPr>
              <p14:xfrm>
                <a:off x="1764142" y="993776"/>
                <a:ext cx="96840" cy="576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29B3162F-1630-0C50-F0BB-010823B92F49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755502" y="984776"/>
                  <a:ext cx="114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14:cNvPr>
                <p14:cNvContentPartPr/>
                <p14:nvPr/>
              </p14:nvContentPartPr>
              <p14:xfrm>
                <a:off x="1945582" y="952016"/>
                <a:ext cx="65160" cy="939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194DEBEF-3B41-E9E7-03D6-588BDE945A73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936582" y="943376"/>
                  <a:ext cx="828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14:cNvPr>
                <p14:cNvContentPartPr/>
                <p14:nvPr/>
              </p14:nvContentPartPr>
              <p14:xfrm>
                <a:off x="2078782" y="838616"/>
                <a:ext cx="349200" cy="20376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9A5DBB7E-E3C1-12D0-F75D-B91F4C830B7F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2069782" y="829616"/>
                  <a:ext cx="366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14:cNvPr>
                <p14:cNvContentPartPr/>
                <p14:nvPr/>
              </p14:nvContentPartPr>
              <p14:xfrm>
                <a:off x="2471902" y="936176"/>
                <a:ext cx="108000" cy="11124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9C124251-4798-2703-4FDB-7BCE1E3EA27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2462902" y="927536"/>
                  <a:ext cx="125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14:cNvPr>
                <p14:cNvContentPartPr/>
                <p14:nvPr/>
              </p14:nvContentPartPr>
              <p14:xfrm>
                <a:off x="2664502" y="835016"/>
                <a:ext cx="105480" cy="1879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D00278B5-3FE3-C220-41BF-A5F56D0848C3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2655502" y="826376"/>
                  <a:ext cx="1231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14:cNvPr>
                <p14:cNvContentPartPr/>
                <p14:nvPr/>
              </p14:nvContentPartPr>
              <p14:xfrm>
                <a:off x="2483422" y="919256"/>
                <a:ext cx="163440" cy="1123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97D970FB-580E-6A23-6D2A-144B85F93E30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2474782" y="910616"/>
                  <a:ext cx="1810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BAA04C99-241E-AE36-1B2D-8DE5F9759EBF}"/>
              </a:ext>
            </a:extLst>
          </p:cNvPr>
          <p:cNvGrpSpPr/>
          <p:nvPr/>
        </p:nvGrpSpPr>
        <p:grpSpPr>
          <a:xfrm>
            <a:off x="7119142" y="6379736"/>
            <a:ext cx="1036080" cy="298080"/>
            <a:chOff x="7119142" y="6379736"/>
            <a:chExt cx="10360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14:cNvPr>
                <p14:cNvContentPartPr/>
                <p14:nvPr/>
              </p14:nvContentPartPr>
              <p14:xfrm>
                <a:off x="7129222" y="6580976"/>
                <a:ext cx="90360" cy="57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2116B3D3-47E1-A9AA-1FF1-A3CC6FDA982E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7120222" y="6572336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14:cNvPr>
                <p14:cNvContentPartPr/>
                <p14:nvPr/>
              </p14:nvContentPartPr>
              <p14:xfrm>
                <a:off x="7119142" y="6528056"/>
                <a:ext cx="89640" cy="1116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24FE8C1-D1AA-B75E-723C-073B1571839A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7110502" y="6519416"/>
                  <a:ext cx="107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14:cNvPr>
                <p14:cNvContentPartPr/>
                <p14:nvPr/>
              </p14:nvContentPartPr>
              <p14:xfrm>
                <a:off x="7395262" y="6414656"/>
                <a:ext cx="217800" cy="2354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3E3C2CB-54B9-53A7-CE90-2E5F93001845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7386262" y="6406016"/>
                  <a:ext cx="235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14:cNvPr>
                <p14:cNvContentPartPr/>
                <p14:nvPr/>
              </p14:nvContentPartPr>
              <p14:xfrm>
                <a:off x="7632862" y="6379736"/>
                <a:ext cx="65160" cy="28260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8AE99823-9310-1307-444C-5CF546EDA4D2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7624222" y="6371096"/>
                  <a:ext cx="82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14:cNvPr>
                <p14:cNvContentPartPr/>
                <p14:nvPr/>
              </p14:nvContentPartPr>
              <p14:xfrm>
                <a:off x="7736902" y="6526256"/>
                <a:ext cx="231840" cy="882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C8446055-5D43-81FD-6DC7-19AB41990E47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7727902" y="6517256"/>
                  <a:ext cx="249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14:cNvPr>
                <p14:cNvContentPartPr/>
                <p14:nvPr/>
              </p14:nvContentPartPr>
              <p14:xfrm>
                <a:off x="7979542" y="6384776"/>
                <a:ext cx="175680" cy="29304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E688A868-C55B-51E3-8846-0E6C26A46792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7970902" y="6375776"/>
                  <a:ext cx="19332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5C13302B-B444-7DD6-DCD0-46C3DE444857}"/>
              </a:ext>
            </a:extLst>
          </p:cNvPr>
          <p:cNvGrpSpPr/>
          <p:nvPr/>
        </p:nvGrpSpPr>
        <p:grpSpPr>
          <a:xfrm>
            <a:off x="8598382" y="6235016"/>
            <a:ext cx="467640" cy="230400"/>
            <a:chOff x="8598382" y="6235016"/>
            <a:chExt cx="46764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14:cNvPr>
                <p14:cNvContentPartPr/>
                <p14:nvPr/>
              </p14:nvContentPartPr>
              <p14:xfrm>
                <a:off x="8598382" y="6256976"/>
                <a:ext cx="178560" cy="2084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9EF8B930-CAC1-FE2B-CEE6-8F93B81F8C3D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8589742" y="6248336"/>
                  <a:ext cx="1962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14:cNvPr>
                <p14:cNvContentPartPr/>
                <p14:nvPr/>
              </p14:nvContentPartPr>
              <p14:xfrm>
                <a:off x="8815462" y="6382256"/>
                <a:ext cx="124200" cy="561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6F85FA29-B38B-7D13-EFA2-DD797EE42692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8806462" y="6373256"/>
                  <a:ext cx="141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14:cNvPr>
                <p14:cNvContentPartPr/>
                <p14:nvPr/>
              </p14:nvContentPartPr>
              <p14:xfrm>
                <a:off x="8965942" y="6235016"/>
                <a:ext cx="100080" cy="20628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F87E5E69-AE8C-3977-5C39-8F3136F408CF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8956942" y="6226016"/>
                  <a:ext cx="117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14:cNvPr>
                <p14:cNvContentPartPr/>
                <p14:nvPr/>
              </p14:nvContentPartPr>
              <p14:xfrm>
                <a:off x="8925622" y="6347336"/>
                <a:ext cx="106920" cy="1836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6CC78532-5E26-9BCE-3103-398E96893141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8916982" y="6338696"/>
                  <a:ext cx="1245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C107E353-5889-93F0-D996-1ACCA44335BF}"/>
              </a:ext>
            </a:extLst>
          </p:cNvPr>
          <p:cNvGrpSpPr/>
          <p:nvPr/>
        </p:nvGrpSpPr>
        <p:grpSpPr>
          <a:xfrm>
            <a:off x="9323782" y="6219896"/>
            <a:ext cx="1031040" cy="284760"/>
            <a:chOff x="9323782" y="6219896"/>
            <a:chExt cx="103104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14:cNvPr>
                <p14:cNvContentPartPr/>
                <p14:nvPr/>
              </p14:nvContentPartPr>
              <p14:xfrm>
                <a:off x="9323782" y="6389816"/>
                <a:ext cx="94680" cy="1148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4259B879-8C4B-8C3C-12E9-7650AC0ADC93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9314782" y="6381176"/>
                  <a:ext cx="1123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14:cNvPr>
                <p14:cNvContentPartPr/>
                <p14:nvPr/>
              </p14:nvContentPartPr>
              <p14:xfrm>
                <a:off x="9414142" y="6366776"/>
                <a:ext cx="155520" cy="774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AF5FF3CD-D1B3-75B5-E572-15ECA87F4BB4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9405142" y="6358136"/>
                  <a:ext cx="1731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14:cNvPr>
                <p14:cNvContentPartPr/>
                <p14:nvPr/>
              </p14:nvContentPartPr>
              <p14:xfrm>
                <a:off x="9619702" y="6373616"/>
                <a:ext cx="209160" cy="6624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4A61AD54-E6FE-B350-5AEE-055E81AF97BC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9610702" y="6364616"/>
                  <a:ext cx="226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14:cNvPr>
                <p14:cNvContentPartPr/>
                <p14:nvPr/>
              </p14:nvContentPartPr>
              <p14:xfrm>
                <a:off x="9994462" y="6219896"/>
                <a:ext cx="360360" cy="21888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235D56D-FE15-BABA-3F43-3A3854CB4084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9985462" y="6210896"/>
                  <a:ext cx="3780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64B22662-A37D-2432-D110-7A6862D80D8B}"/>
              </a:ext>
            </a:extLst>
          </p:cNvPr>
          <p:cNvGrpSpPr/>
          <p:nvPr/>
        </p:nvGrpSpPr>
        <p:grpSpPr>
          <a:xfrm>
            <a:off x="10568662" y="6129896"/>
            <a:ext cx="963360" cy="372240"/>
            <a:chOff x="10568662" y="6129896"/>
            <a:chExt cx="96336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14:cNvPr>
                <p14:cNvContentPartPr/>
                <p14:nvPr/>
              </p14:nvContentPartPr>
              <p14:xfrm>
                <a:off x="10568662" y="6198656"/>
                <a:ext cx="165240" cy="2188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7DD11F98-79A6-E14F-9133-4FA07A8DEB27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559662" y="6189656"/>
                  <a:ext cx="182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14:cNvPr>
                <p14:cNvContentPartPr/>
                <p14:nvPr/>
              </p14:nvContentPartPr>
              <p14:xfrm>
                <a:off x="10805902" y="6363536"/>
                <a:ext cx="16200" cy="475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F1D7CE6F-0CE1-EADD-09C4-062CFBD5C353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0797262" y="6354536"/>
                  <a:ext cx="338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14:cNvPr>
                <p14:cNvContentPartPr/>
                <p14:nvPr/>
              </p14:nvContentPartPr>
              <p14:xfrm>
                <a:off x="10743982" y="6209096"/>
                <a:ext cx="42480" cy="3564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6D5B4F88-7992-0192-B01A-AD254C3B39D8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0735342" y="6200456"/>
                  <a:ext cx="60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14:cNvPr>
                <p14:cNvContentPartPr/>
                <p14:nvPr/>
              </p14:nvContentPartPr>
              <p14:xfrm>
                <a:off x="10891942" y="6330416"/>
                <a:ext cx="80640" cy="1717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8ED04A66-7026-CFEC-69F9-97B4538AC813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0883302" y="6321776"/>
                  <a:ext cx="98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14:cNvPr>
                <p14:cNvContentPartPr/>
                <p14:nvPr/>
              </p14:nvContentPartPr>
              <p14:xfrm>
                <a:off x="11035582" y="6331856"/>
                <a:ext cx="96120" cy="4428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EE083758-2D03-DE0E-D6A9-439815061476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026582" y="6323216"/>
                  <a:ext cx="113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14:cNvPr>
                <p14:cNvContentPartPr/>
                <p14:nvPr/>
              </p14:nvContentPartPr>
              <p14:xfrm>
                <a:off x="11159062" y="6129896"/>
                <a:ext cx="111600" cy="2656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2710C7A8-E5B7-586F-E4DC-2924CAED907D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150062" y="6121256"/>
                  <a:ext cx="129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14:cNvPr>
                <p14:cNvContentPartPr/>
                <p14:nvPr/>
              </p14:nvContentPartPr>
              <p14:xfrm>
                <a:off x="11338342" y="6235016"/>
                <a:ext cx="193680" cy="12888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4EB406-1C20-BF74-5075-39C53CD07252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329702" y="6226016"/>
                  <a:ext cx="21132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867458C7-4FE8-3A40-BC34-2D698E25F223}"/>
              </a:ext>
            </a:extLst>
          </p:cNvPr>
          <p:cNvGrpSpPr/>
          <p:nvPr/>
        </p:nvGrpSpPr>
        <p:grpSpPr>
          <a:xfrm>
            <a:off x="7729342" y="4571816"/>
            <a:ext cx="4301640" cy="1491480"/>
            <a:chOff x="7729342" y="4571816"/>
            <a:chExt cx="4301640" cy="149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14:cNvPr>
                <p14:cNvContentPartPr/>
                <p14:nvPr/>
              </p14:nvContentPartPr>
              <p14:xfrm>
                <a:off x="7729342" y="5060696"/>
                <a:ext cx="1721520" cy="10026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0166A246-A12E-4DD1-A0FA-4B11CECBB349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7720342" y="5051696"/>
                  <a:ext cx="1739160" cy="10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14:cNvPr>
                <p14:cNvContentPartPr/>
                <p14:nvPr/>
              </p14:nvContentPartPr>
              <p14:xfrm>
                <a:off x="9525742" y="4939016"/>
                <a:ext cx="293400" cy="2606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12AA791-C0A3-8301-65DD-F548F6906F47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9517102" y="4930016"/>
                  <a:ext cx="31104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14:cNvPr>
                <p14:cNvContentPartPr/>
                <p14:nvPr/>
              </p14:nvContentPartPr>
              <p14:xfrm>
                <a:off x="9675502" y="4922816"/>
                <a:ext cx="33480" cy="5292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2D590829-7C9D-C881-B647-44F88BC97D29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9666502" y="4913816"/>
                  <a:ext cx="51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14:cNvPr>
                <p14:cNvContentPartPr/>
                <p14:nvPr/>
              </p14:nvContentPartPr>
              <p14:xfrm>
                <a:off x="9824182" y="4944416"/>
                <a:ext cx="324720" cy="13212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F55D0042-DE17-E44D-5E7D-4F95D71D85FC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9815542" y="4935416"/>
                  <a:ext cx="342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14:cNvPr>
                <p14:cNvContentPartPr/>
                <p14:nvPr/>
              </p14:nvContentPartPr>
              <p14:xfrm>
                <a:off x="10185262" y="4868816"/>
                <a:ext cx="250560" cy="1227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368E96B5-B8A6-B438-54ED-0E4F471E2110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176262" y="4860176"/>
                  <a:ext cx="2682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14:cNvPr>
                <p14:cNvContentPartPr/>
                <p14:nvPr/>
              </p14:nvContentPartPr>
              <p14:xfrm>
                <a:off x="10618342" y="4809776"/>
                <a:ext cx="119160" cy="13860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05AD3FD0-E432-90D8-EF76-B7FB3E94C534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09342" y="4800776"/>
                  <a:ext cx="136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14:cNvPr>
                <p14:cNvContentPartPr/>
                <p14:nvPr/>
              </p14:nvContentPartPr>
              <p14:xfrm>
                <a:off x="10685662" y="4635536"/>
                <a:ext cx="260640" cy="14940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5F46ED72-B03C-B049-3FBA-BD9E7FCFDBED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676662" y="4626896"/>
                  <a:ext cx="278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14:cNvPr>
                <p14:cNvContentPartPr/>
                <p14:nvPr/>
              </p14:nvContentPartPr>
              <p14:xfrm>
                <a:off x="10951342" y="4682336"/>
                <a:ext cx="80640" cy="5508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6CBFB55-F2D3-2324-38D6-9C50BDD204DB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42702" y="4673696"/>
                  <a:ext cx="98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14:cNvPr>
                <p14:cNvContentPartPr/>
                <p14:nvPr/>
              </p14:nvContentPartPr>
              <p14:xfrm>
                <a:off x="11112262" y="4571816"/>
                <a:ext cx="238320" cy="11232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A08C9168-0E98-08D8-48A5-604F51D2E4F9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03262" y="4563176"/>
                  <a:ext cx="255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14:cNvPr>
                <p14:cNvContentPartPr/>
                <p14:nvPr/>
              </p14:nvContentPartPr>
              <p14:xfrm>
                <a:off x="9826342" y="5528696"/>
                <a:ext cx="67680" cy="1108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BCB065A2-3370-4DA7-BE2C-03B75AFD1933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9817342" y="5520056"/>
                  <a:ext cx="85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14:cNvPr>
                <p14:cNvContentPartPr/>
                <p14:nvPr/>
              </p14:nvContentPartPr>
              <p14:xfrm>
                <a:off x="9715102" y="5455256"/>
                <a:ext cx="157320" cy="8568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F3EA2B72-CA51-E370-D2B1-18D5A2B5D786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9706462" y="5446616"/>
                  <a:ext cx="174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14:cNvPr>
                <p14:cNvContentPartPr/>
                <p14:nvPr/>
              </p14:nvContentPartPr>
              <p14:xfrm>
                <a:off x="9934342" y="5597816"/>
                <a:ext cx="186840" cy="21888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CCD0E0D5-3B7F-A9F7-5339-F89BE275F78C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9925702" y="5589176"/>
                  <a:ext cx="204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14:cNvPr>
                <p14:cNvContentPartPr/>
                <p14:nvPr/>
              </p14:nvContentPartPr>
              <p14:xfrm>
                <a:off x="10186702" y="5454176"/>
                <a:ext cx="90000" cy="2736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7A5FFEAB-EC1A-BFAF-AD52-C3CB41506F0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0177702" y="5445536"/>
                  <a:ext cx="1076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14:cNvPr>
                <p14:cNvContentPartPr/>
                <p14:nvPr/>
              </p14:nvContentPartPr>
              <p14:xfrm>
                <a:off x="10160782" y="5400176"/>
                <a:ext cx="88920" cy="1224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ACA13EE6-04B8-77D5-7385-7D9D164CE05E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0152142" y="5391536"/>
                  <a:ext cx="106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14:cNvPr>
                <p14:cNvContentPartPr/>
                <p14:nvPr/>
              </p14:nvContentPartPr>
              <p14:xfrm>
                <a:off x="10397662" y="5175176"/>
                <a:ext cx="237600" cy="14904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A974177A-D1DC-E32B-7FD2-717D7E70E9EE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0389022" y="5166536"/>
                  <a:ext cx="255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14:cNvPr>
                <p14:cNvContentPartPr/>
                <p14:nvPr/>
              </p14:nvContentPartPr>
              <p14:xfrm>
                <a:off x="10575502" y="5344016"/>
                <a:ext cx="179280" cy="5148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E7AAC6B4-F857-7CA5-0FCF-2FFEBDD6268D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0566862" y="5335376"/>
                  <a:ext cx="1969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14:cNvPr>
                <p14:cNvContentPartPr/>
                <p14:nvPr/>
              </p14:nvContentPartPr>
              <p14:xfrm>
                <a:off x="10621582" y="5459216"/>
                <a:ext cx="227160" cy="1105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D3BD73B5-6507-5F63-83CF-42B36D3026D8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0612942" y="5450576"/>
                  <a:ext cx="244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14:cNvPr>
                <p14:cNvContentPartPr/>
                <p14:nvPr/>
              </p14:nvContentPartPr>
              <p14:xfrm>
                <a:off x="11093542" y="5155016"/>
                <a:ext cx="107280" cy="9180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4225F96F-4DE5-B4F7-E4D3-3862F81CE273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084902" y="5146016"/>
                  <a:ext cx="124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14:cNvPr>
                <p14:cNvContentPartPr/>
                <p14:nvPr/>
              </p14:nvContentPartPr>
              <p14:xfrm>
                <a:off x="11222062" y="5167256"/>
                <a:ext cx="65160" cy="482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B2AADC8-FEC0-0240-78F7-9426F0ADF748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213062" y="5158616"/>
                  <a:ext cx="82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14:cNvPr>
                <p14:cNvContentPartPr/>
                <p14:nvPr/>
              </p14:nvContentPartPr>
              <p14:xfrm>
                <a:off x="11312782" y="5148896"/>
                <a:ext cx="154440" cy="3924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2008919C-2304-5E42-AF51-1A7B1A180D0F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304142" y="5140256"/>
                  <a:ext cx="172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14:cNvPr>
                <p14:cNvContentPartPr/>
                <p14:nvPr/>
              </p14:nvContentPartPr>
              <p14:xfrm>
                <a:off x="11411782" y="5066096"/>
                <a:ext cx="131040" cy="813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B7003984-34AC-3195-3B09-AB9E6371C628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1403142" y="5057456"/>
                  <a:ext cx="1486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14:cNvPr>
                <p14:cNvContentPartPr/>
                <p14:nvPr/>
              </p14:nvContentPartPr>
              <p14:xfrm>
                <a:off x="11461822" y="4890776"/>
                <a:ext cx="194760" cy="2181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CEF7E82C-7BDF-728B-885E-3899B959CF22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1452822" y="4882136"/>
                  <a:ext cx="2124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14:cNvPr>
                <p14:cNvContentPartPr/>
                <p14:nvPr/>
              </p14:nvContentPartPr>
              <p14:xfrm>
                <a:off x="11528422" y="4984736"/>
                <a:ext cx="82440" cy="2880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E7A595A0-B714-8689-F902-DA741584F74D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11519782" y="4975736"/>
                  <a:ext cx="100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14:cNvPr>
                <p14:cNvContentPartPr/>
                <p14:nvPr/>
              </p14:nvContentPartPr>
              <p14:xfrm>
                <a:off x="11696542" y="4946936"/>
                <a:ext cx="104760" cy="6624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8D8008E-62E1-15A5-66A4-B28AD30AB91E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1687902" y="4938296"/>
                  <a:ext cx="122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14:cNvPr>
                <p14:cNvContentPartPr/>
                <p14:nvPr/>
              </p14:nvContentPartPr>
              <p14:xfrm>
                <a:off x="11812462" y="4941896"/>
                <a:ext cx="123120" cy="3600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B090C080-5757-A32F-0174-EA400189E4CB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1803822" y="4933256"/>
                  <a:ext cx="140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14:cNvPr>
                <p14:cNvContentPartPr/>
                <p14:nvPr/>
              </p14:nvContentPartPr>
              <p14:xfrm>
                <a:off x="11876542" y="4763336"/>
                <a:ext cx="150120" cy="15948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63D30D68-D198-32C4-D101-9C61B73D32DF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1867542" y="4754336"/>
                  <a:ext cx="1677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14:cNvPr>
                <p14:cNvContentPartPr/>
                <p14:nvPr/>
              </p14:nvContentPartPr>
              <p14:xfrm>
                <a:off x="11877622" y="4847216"/>
                <a:ext cx="153360" cy="4284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A046FCBF-D4DF-DC79-8DCF-D64D3B9C127B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1868622" y="4838216"/>
                  <a:ext cx="17100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73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14:cNvPr>
              <p14:cNvContentPartPr/>
              <p14:nvPr/>
            </p14:nvContentPartPr>
            <p14:xfrm>
              <a:off x="1337902" y="1583456"/>
              <a:ext cx="2495160" cy="7020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E88F8385-2524-8899-86C2-3423CB486C8A}"/>
                  </a:ext>
                </a:extLst>
              </p:cNvPr>
              <p:cNvPicPr/>
              <p:nvPr/>
            </p:nvPicPr>
            <p:blipFill>
              <a:blip r:embed="rId874"/>
              <a:stretch>
                <a:fillRect/>
              </a:stretch>
            </p:blipFill>
            <p:spPr>
              <a:xfrm>
                <a:off x="1329262" y="1574816"/>
                <a:ext cx="2512800" cy="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9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Symmetric derivation by pairing taps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777240" y="1417320"/>
            <a:ext cx="1051524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Start with H(e^(jω))=Σₙ₌₀^(M)h[n]e^(-jω n).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Pair n with M-n using h[n]=h[M-n].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Each pair becomes a real cosine factor times e^(-jω M/2).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all non-sign phase is the pure delay term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920240" y="4937760"/>
            <a:ext cx="8229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Picture 57" descr="eq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886" y="5025499"/>
            <a:ext cx="2445948" cy="5556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14:cNvPr>
              <p14:cNvContentPartPr/>
              <p14:nvPr/>
            </p14:nvContentPartPr>
            <p14:xfrm>
              <a:off x="508462" y="977576"/>
              <a:ext cx="1297440" cy="48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0EFD13-C6B0-225F-9A4D-EFAD056816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9822" y="968936"/>
                <a:ext cx="131508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14:cNvPr>
              <p14:cNvContentPartPr/>
              <p14:nvPr/>
            </p14:nvContentPartPr>
            <p14:xfrm>
              <a:off x="3522742" y="2186816"/>
              <a:ext cx="1256760" cy="57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F1578D-89F3-0C8D-F2B1-2656A96BBB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13742" y="2178176"/>
                <a:ext cx="127440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906EEE3-DE63-D0EA-7DE5-2702922A7F08}"/>
              </a:ext>
            </a:extLst>
          </p:cNvPr>
          <p:cNvGrpSpPr/>
          <p:nvPr/>
        </p:nvGrpSpPr>
        <p:grpSpPr>
          <a:xfrm>
            <a:off x="1860622" y="2842016"/>
            <a:ext cx="2084040" cy="1029960"/>
            <a:chOff x="1860622" y="2842016"/>
            <a:chExt cx="2084040" cy="10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14:cNvPr>
                <p14:cNvContentPartPr/>
                <p14:nvPr/>
              </p14:nvContentPartPr>
              <p14:xfrm>
                <a:off x="1913182" y="2842016"/>
                <a:ext cx="64080" cy="846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427287-FBC0-9122-020F-608E5AA1F03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04542" y="2833016"/>
                  <a:ext cx="8172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14:cNvPr>
                <p14:cNvContentPartPr/>
                <p14:nvPr/>
              </p14:nvContentPartPr>
              <p14:xfrm>
                <a:off x="1860622" y="3531056"/>
                <a:ext cx="2084040" cy="5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E9E44B1-D473-12E6-294F-BC539FA445F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1622" y="3522416"/>
                  <a:ext cx="2101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14:cNvPr>
                <p14:cNvContentPartPr/>
                <p14:nvPr/>
              </p14:nvContentPartPr>
              <p14:xfrm>
                <a:off x="2148982" y="3495056"/>
                <a:ext cx="41760" cy="126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3779FF-25D6-681C-4C61-780F42A7E6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39982" y="3486056"/>
                  <a:ext cx="59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14:cNvPr>
                <p14:cNvContentPartPr/>
                <p14:nvPr/>
              </p14:nvContentPartPr>
              <p14:xfrm>
                <a:off x="2365342" y="3536456"/>
                <a:ext cx="32760" cy="90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782CC7-86DD-D753-5872-9647CF5DFE6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56702" y="3527816"/>
                  <a:ext cx="5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14:cNvPr>
                <p14:cNvContentPartPr/>
                <p14:nvPr/>
              </p14:nvContentPartPr>
              <p14:xfrm>
                <a:off x="2567662" y="3529976"/>
                <a:ext cx="26280" cy="98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E04CDC2-A020-02E9-C044-4CBC29C20B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58662" y="3520976"/>
                  <a:ext cx="439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14:cNvPr>
                <p14:cNvContentPartPr/>
                <p14:nvPr/>
              </p14:nvContentPartPr>
              <p14:xfrm>
                <a:off x="2844142" y="3529976"/>
                <a:ext cx="74880" cy="113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0AF0E7D-C455-A980-29C1-515EA6C8B7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35142" y="3520976"/>
                  <a:ext cx="92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14:cNvPr>
                <p14:cNvContentPartPr/>
                <p14:nvPr/>
              </p14:nvContentPartPr>
              <p14:xfrm>
                <a:off x="1918942" y="3779816"/>
                <a:ext cx="122760" cy="92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3116B9-C6DE-6D54-44B7-CCE7B5A4A2C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0302" y="3770816"/>
                  <a:ext cx="140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14:cNvPr>
                <p14:cNvContentPartPr/>
                <p14:nvPr/>
              </p14:nvContentPartPr>
              <p14:xfrm>
                <a:off x="2225302" y="3774416"/>
                <a:ext cx="18360" cy="66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15AAEE-8B43-032C-0020-89B89B03117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16662" y="3765416"/>
                  <a:ext cx="36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14:cNvPr>
                <p14:cNvContentPartPr/>
                <p14:nvPr/>
              </p14:nvContentPartPr>
              <p14:xfrm>
                <a:off x="2360302" y="3753176"/>
                <a:ext cx="128160" cy="85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4D647E-2608-EE65-2891-B6906B251B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1302" y="3744176"/>
                  <a:ext cx="1458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14:cNvPr>
                <p14:cNvContentPartPr/>
                <p14:nvPr/>
              </p14:nvContentPartPr>
              <p14:xfrm>
                <a:off x="2542822" y="3760016"/>
                <a:ext cx="94320" cy="79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C8242E-BEA4-0DA5-E40C-6C0314B403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3822" y="3751376"/>
                  <a:ext cx="1119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14:cNvPr>
                <p14:cNvContentPartPr/>
                <p14:nvPr/>
              </p14:nvContentPartPr>
              <p14:xfrm>
                <a:off x="2895622" y="3758576"/>
                <a:ext cx="118440" cy="37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4FA02F-5641-B226-EE87-71D3B1D1E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86982" y="3749576"/>
                  <a:ext cx="136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14:cNvPr>
                <p14:cNvContentPartPr/>
                <p14:nvPr/>
              </p14:nvContentPartPr>
              <p14:xfrm>
                <a:off x="2982382" y="3742376"/>
                <a:ext cx="28080" cy="101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E8DD46C-4C8D-294E-3A43-CD657F5497E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73382" y="3733736"/>
                  <a:ext cx="45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14:cNvPr>
                <p14:cNvContentPartPr/>
                <p14:nvPr/>
              </p14:nvContentPartPr>
              <p14:xfrm>
                <a:off x="2519782" y="3726896"/>
                <a:ext cx="90360" cy="41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167A5E-70A8-B057-7150-CE7B1F8D3BC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0782" y="3717896"/>
                  <a:ext cx="10800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0D77753-5263-7AB5-56B7-713C4E0B23FF}"/>
              </a:ext>
            </a:extLst>
          </p:cNvPr>
          <p:cNvGrpSpPr/>
          <p:nvPr/>
        </p:nvGrpSpPr>
        <p:grpSpPr>
          <a:xfrm>
            <a:off x="4423462" y="2919776"/>
            <a:ext cx="784800" cy="167760"/>
            <a:chOff x="4423462" y="2919776"/>
            <a:chExt cx="784800" cy="16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14:cNvPr>
                <p14:cNvContentPartPr/>
                <p14:nvPr/>
              </p14:nvContentPartPr>
              <p14:xfrm>
                <a:off x="4423462" y="2919776"/>
                <a:ext cx="145080" cy="167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BD0938-4C93-03D9-F80F-BD9D92A4FE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4822" y="2910776"/>
                  <a:ext cx="162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14:cNvPr>
                <p14:cNvContentPartPr/>
                <p14:nvPr/>
              </p14:nvContentPartPr>
              <p14:xfrm>
                <a:off x="4751782" y="2975576"/>
                <a:ext cx="107280" cy="106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F2EACC-3C53-2345-ADD4-25E49B11FD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2782" y="2966576"/>
                  <a:ext cx="1249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14:cNvPr>
                <p14:cNvContentPartPr/>
                <p14:nvPr/>
              </p14:nvContentPartPr>
              <p14:xfrm>
                <a:off x="4859062" y="2970176"/>
                <a:ext cx="349200" cy="9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8D7FAD-77D2-A0DD-3011-5AEE24758BD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0062" y="2961536"/>
                  <a:ext cx="3668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55AFA76-FB43-D5CB-8EBA-E25DC02010F6}"/>
              </a:ext>
            </a:extLst>
          </p:cNvPr>
          <p:cNvGrpSpPr/>
          <p:nvPr/>
        </p:nvGrpSpPr>
        <p:grpSpPr>
          <a:xfrm>
            <a:off x="1716982" y="3005816"/>
            <a:ext cx="1306800" cy="1146960"/>
            <a:chOff x="1716982" y="3005816"/>
            <a:chExt cx="1306800" cy="11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14:cNvPr>
                <p14:cNvContentPartPr/>
                <p14:nvPr/>
              </p14:nvContentPartPr>
              <p14:xfrm>
                <a:off x="1934782" y="3349256"/>
                <a:ext cx="36000" cy="161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C1C3DF0-0A86-4F01-97F2-7C5F528033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26142" y="3340256"/>
                  <a:ext cx="536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14:cNvPr>
                <p14:cNvContentPartPr/>
                <p14:nvPr/>
              </p14:nvContentPartPr>
              <p14:xfrm>
                <a:off x="1896262" y="3255296"/>
                <a:ext cx="64800" cy="104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D80BC9-BC40-1634-35E7-41487CCC6B1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887622" y="3246296"/>
                  <a:ext cx="824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14:cNvPr>
                <p14:cNvContentPartPr/>
                <p14:nvPr/>
              </p14:nvContentPartPr>
              <p14:xfrm>
                <a:off x="2120542" y="3131096"/>
                <a:ext cx="17280" cy="309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E9D3473-5001-C46B-25FC-E7C252521E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111542" y="3122096"/>
                  <a:ext cx="349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14:cNvPr>
                <p14:cNvContentPartPr/>
                <p14:nvPr/>
              </p14:nvContentPartPr>
              <p14:xfrm>
                <a:off x="2093182" y="3114536"/>
                <a:ext cx="46800" cy="73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19B0964-672D-9201-F2B4-7229A5069F6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84542" y="3105536"/>
                  <a:ext cx="644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14:cNvPr>
                <p14:cNvContentPartPr/>
                <p14:nvPr/>
              </p14:nvContentPartPr>
              <p14:xfrm>
                <a:off x="2386942" y="3604136"/>
                <a:ext cx="42840" cy="434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4F279E-F05B-A104-111F-EEE9F06D9E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78302" y="3595496"/>
                  <a:ext cx="604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14:cNvPr>
                <p14:cNvContentPartPr/>
                <p14:nvPr/>
              </p14:nvContentPartPr>
              <p14:xfrm>
                <a:off x="2375782" y="3955496"/>
                <a:ext cx="70920" cy="82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DA1C47-2529-4503-C4CB-40B8C64055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67142" y="3946856"/>
                  <a:ext cx="8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14:cNvPr>
                <p14:cNvContentPartPr/>
                <p14:nvPr/>
              </p14:nvContentPartPr>
              <p14:xfrm>
                <a:off x="2540662" y="3173576"/>
                <a:ext cx="37800" cy="353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8834F4-34B1-C735-7DFC-5ECD477341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532022" y="3164936"/>
                  <a:ext cx="554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14:cNvPr>
                <p14:cNvContentPartPr/>
                <p14:nvPr/>
              </p14:nvContentPartPr>
              <p14:xfrm>
                <a:off x="2520142" y="3127496"/>
                <a:ext cx="59760" cy="89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A4455F-979A-3566-50E1-8BA73EA5FF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11142" y="3118856"/>
                  <a:ext cx="77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14:cNvPr>
                <p14:cNvContentPartPr/>
                <p14:nvPr/>
              </p14:nvContentPartPr>
              <p14:xfrm>
                <a:off x="2854582" y="3412976"/>
                <a:ext cx="9360" cy="11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E73D5B-5B41-499C-949A-3FECEC6E2C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45582" y="3403976"/>
                  <a:ext cx="27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14:cNvPr>
                <p14:cNvContentPartPr/>
                <p14:nvPr/>
              </p14:nvContentPartPr>
              <p14:xfrm>
                <a:off x="2822902" y="3336656"/>
                <a:ext cx="48240" cy="70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0DF2697-176A-1A8D-9DFA-949DA32CB3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13902" y="3327656"/>
                  <a:ext cx="65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14:cNvPr>
                <p14:cNvContentPartPr/>
                <p14:nvPr/>
              </p14:nvContentPartPr>
              <p14:xfrm>
                <a:off x="1716982" y="3248096"/>
                <a:ext cx="27360" cy="101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91903A8-5E3A-B4D2-51AE-266F985AF3D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07982" y="3239096"/>
                  <a:ext cx="45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14:cNvPr>
                <p14:cNvContentPartPr/>
                <p14:nvPr/>
              </p14:nvContentPartPr>
              <p14:xfrm>
                <a:off x="2163382" y="3012296"/>
                <a:ext cx="74160" cy="81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6F46A35-FFB3-E1BC-8AEF-E2475F8C2E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4742" y="3003656"/>
                  <a:ext cx="91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14:cNvPr>
                <p14:cNvContentPartPr/>
                <p14:nvPr/>
              </p14:nvContentPartPr>
              <p14:xfrm>
                <a:off x="2578102" y="3005816"/>
                <a:ext cx="111240" cy="107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5C92BA8-511B-C07A-4DC5-E1715CAB0F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569462" y="2997176"/>
                  <a:ext cx="128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14:cNvPr>
                <p14:cNvContentPartPr/>
                <p14:nvPr/>
              </p14:nvContentPartPr>
              <p14:xfrm>
                <a:off x="2998222" y="3285176"/>
                <a:ext cx="25560" cy="79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46B606-10C1-6153-2944-97A9209E98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89222" y="3276536"/>
                  <a:ext cx="43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14:cNvPr>
                <p14:cNvContentPartPr/>
                <p14:nvPr/>
              </p14:nvContentPartPr>
              <p14:xfrm>
                <a:off x="2546422" y="4035056"/>
                <a:ext cx="58680" cy="21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6DDFB01-F786-C742-ED9C-C3B7A8D1BA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37782" y="4026056"/>
                  <a:ext cx="76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14:cNvPr>
                <p14:cNvContentPartPr/>
                <p14:nvPr/>
              </p14:nvContentPartPr>
              <p14:xfrm>
                <a:off x="2716342" y="4045136"/>
                <a:ext cx="111240" cy="107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8F8A19C-9B66-AAB7-DE4D-885746DF77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07702" y="4036136"/>
                  <a:ext cx="128880" cy="125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Antisymmetry gives a sine-weighted amplitude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22960" y="1417320"/>
            <a:ext cx="1024092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h[n]=-h[M-n], paired terms become proportional to sin((M/2-n)ω).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frequency response is again a pure delay times a real amplitude, with a fixed quadrature factor.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symmetry forces endpoint zeros that determine which responses are possible.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14:cNvPr>
              <p14:cNvContentPartPr/>
              <p14:nvPr/>
            </p14:nvContentPartPr>
            <p14:xfrm>
              <a:off x="448342" y="967856"/>
              <a:ext cx="1936080" cy="48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418C98-2AB9-840D-8757-D7594CAEEE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702" y="958856"/>
                <a:ext cx="1953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14:cNvPr>
              <p14:cNvContentPartPr/>
              <p14:nvPr/>
            </p14:nvContentPartPr>
            <p14:xfrm>
              <a:off x="6325702" y="1655096"/>
              <a:ext cx="462960" cy="30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9D9E3D-BE23-F765-6815-326A9AE046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16702" y="1646096"/>
                <a:ext cx="48060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B26378A1-781E-255B-CA8C-B053D5F657FE}"/>
              </a:ext>
            </a:extLst>
          </p:cNvPr>
          <p:cNvGrpSpPr/>
          <p:nvPr/>
        </p:nvGrpSpPr>
        <p:grpSpPr>
          <a:xfrm>
            <a:off x="2578822" y="2644736"/>
            <a:ext cx="2280600" cy="1028520"/>
            <a:chOff x="2578822" y="2644736"/>
            <a:chExt cx="2280600" cy="10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14:cNvPr>
                <p14:cNvContentPartPr/>
                <p14:nvPr/>
              </p14:nvContentPartPr>
              <p14:xfrm>
                <a:off x="2801662" y="2644736"/>
                <a:ext cx="64440" cy="943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F9744B-9EEE-5D3A-A02A-04535622EAC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662" y="2635736"/>
                  <a:ext cx="82080" cy="9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14:cNvPr>
                <p14:cNvContentPartPr/>
                <p14:nvPr/>
              </p14:nvContentPartPr>
              <p14:xfrm>
                <a:off x="2578822" y="3385976"/>
                <a:ext cx="2280600" cy="32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53F111-89C6-3006-E01B-5C78F3AFD66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70182" y="3377336"/>
                  <a:ext cx="2298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14:cNvPr>
                <p14:cNvContentPartPr/>
                <p14:nvPr/>
              </p14:nvContentPartPr>
              <p14:xfrm>
                <a:off x="3072382" y="3327656"/>
                <a:ext cx="11520" cy="12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1A9B00-32F4-B068-0B9C-F01C9AC8EDE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063382" y="3319016"/>
                  <a:ext cx="29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14:cNvPr>
                <p14:cNvContentPartPr/>
                <p14:nvPr/>
              </p14:nvContentPartPr>
              <p14:xfrm>
                <a:off x="3297382" y="3331256"/>
                <a:ext cx="47160" cy="89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D2A615D-F873-2D3E-12C9-1F554FBA703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288382" y="3322616"/>
                  <a:ext cx="64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14:cNvPr>
                <p14:cNvContentPartPr/>
                <p14:nvPr/>
              </p14:nvContentPartPr>
              <p14:xfrm>
                <a:off x="3534982" y="3358976"/>
                <a:ext cx="42120" cy="7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0DBD4F-7AFE-495F-A6C8-43D6389E023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26342" y="334997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14:cNvPr>
                <p14:cNvContentPartPr/>
                <p14:nvPr/>
              </p14:nvContentPartPr>
              <p14:xfrm>
                <a:off x="3854302" y="3354296"/>
                <a:ext cx="27360" cy="84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C2EBDD4-FCDB-87B1-BF4C-BA41BEE686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45302" y="3345656"/>
                  <a:ext cx="45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14:cNvPr>
                <p14:cNvContentPartPr/>
                <p14:nvPr/>
              </p14:nvContentPartPr>
              <p14:xfrm>
                <a:off x="2791942" y="3596936"/>
                <a:ext cx="101520" cy="76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0AEF03-B1D1-78C4-3EA5-C7D9D8FD3D1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82942" y="3587936"/>
                  <a:ext cx="119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14:cNvPr>
                <p14:cNvContentPartPr/>
                <p14:nvPr/>
              </p14:nvContentPartPr>
              <p14:xfrm>
                <a:off x="3094702" y="3593696"/>
                <a:ext cx="11520" cy="4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2555932-23B4-8907-21A8-C97D5C13295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86062" y="3584696"/>
                  <a:ext cx="29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14:cNvPr>
                <p14:cNvContentPartPr/>
                <p14:nvPr/>
              </p14:nvContentPartPr>
              <p14:xfrm>
                <a:off x="3343822" y="3550136"/>
                <a:ext cx="79560" cy="65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44541A-8D5E-699D-CF9D-0F29A306C06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334822" y="3541136"/>
                  <a:ext cx="97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14:cNvPr>
                <p14:cNvContentPartPr/>
                <p14:nvPr/>
              </p14:nvContentPartPr>
              <p14:xfrm>
                <a:off x="3553702" y="3543656"/>
                <a:ext cx="74160" cy="86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0F4045-DAD7-78F4-78E2-8979C38E07B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44702" y="3535016"/>
                  <a:ext cx="91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14:cNvPr>
                <p14:cNvContentPartPr/>
                <p14:nvPr/>
              </p14:nvContentPartPr>
              <p14:xfrm>
                <a:off x="3838822" y="3552656"/>
                <a:ext cx="102240" cy="25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AD91B40-9791-6948-F6E6-0416389E4B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29822" y="3544016"/>
                  <a:ext cx="119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14:cNvPr>
                <p14:cNvContentPartPr/>
                <p14:nvPr/>
              </p14:nvContentPartPr>
              <p14:xfrm>
                <a:off x="3923062" y="3551216"/>
                <a:ext cx="23400" cy="5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8F44BB-C0BF-52A9-7D24-DEEEBDF78E6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14422" y="3542216"/>
                  <a:ext cx="41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14:cNvPr>
                <p14:cNvContentPartPr/>
                <p14:nvPr/>
              </p14:nvContentPartPr>
              <p14:xfrm>
                <a:off x="3482062" y="3497576"/>
                <a:ext cx="128520" cy="54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93FF622-86C6-A655-6A1D-5B50E05D28B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473062" y="3488576"/>
                  <a:ext cx="1461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95B7D7E-8ED8-13C2-6ECD-3760E08B570B}"/>
              </a:ext>
            </a:extLst>
          </p:cNvPr>
          <p:cNvGrpSpPr/>
          <p:nvPr/>
        </p:nvGrpSpPr>
        <p:grpSpPr>
          <a:xfrm>
            <a:off x="5512462" y="2730416"/>
            <a:ext cx="706680" cy="131040"/>
            <a:chOff x="5512462" y="2730416"/>
            <a:chExt cx="70668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14:cNvPr>
                <p14:cNvContentPartPr/>
                <p14:nvPr/>
              </p14:nvContentPartPr>
              <p14:xfrm>
                <a:off x="5512462" y="2730416"/>
                <a:ext cx="181800" cy="131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26A1CE-1391-5AD3-88A0-83A0B31B2A9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503822" y="2721416"/>
                  <a:ext cx="199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14:cNvPr>
                <p14:cNvContentPartPr/>
                <p14:nvPr/>
              </p14:nvContentPartPr>
              <p14:xfrm>
                <a:off x="5777422" y="2733656"/>
                <a:ext cx="91800" cy="106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0A17922-920E-DD2D-8CEE-C69871CA11E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768422" y="2724656"/>
                  <a:ext cx="1094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14:cNvPr>
                <p14:cNvContentPartPr/>
                <p14:nvPr/>
              </p14:nvContentPartPr>
              <p14:xfrm>
                <a:off x="5890102" y="2753816"/>
                <a:ext cx="101520" cy="77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995ACD-4E2F-3BC5-6745-0BBDB2D9A93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81462" y="2745176"/>
                  <a:ext cx="1191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14:cNvPr>
                <p14:cNvContentPartPr/>
                <p14:nvPr/>
              </p14:nvContentPartPr>
              <p14:xfrm>
                <a:off x="6028702" y="2748776"/>
                <a:ext cx="190440" cy="59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98CA6B-D466-5B86-3A62-EFFC5E59E81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20062" y="2740136"/>
                  <a:ext cx="20808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14:cNvPr>
              <p14:cNvContentPartPr/>
              <p14:nvPr/>
            </p14:nvContentPartPr>
            <p14:xfrm>
              <a:off x="3241222" y="3322256"/>
              <a:ext cx="140040" cy="972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5CB2F70-645F-BF01-7579-7433F0F4278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32222" y="3313256"/>
                <a:ext cx="15768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CA513B9C-1CBE-FC2A-3B1E-009CF281DE29}"/>
              </a:ext>
            </a:extLst>
          </p:cNvPr>
          <p:cNvGrpSpPr/>
          <p:nvPr/>
        </p:nvGrpSpPr>
        <p:grpSpPr>
          <a:xfrm>
            <a:off x="2540662" y="2811056"/>
            <a:ext cx="5392440" cy="1487520"/>
            <a:chOff x="2540662" y="2811056"/>
            <a:chExt cx="5392440" cy="148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14:cNvPr>
                <p14:cNvContentPartPr/>
                <p14:nvPr/>
              </p14:nvContentPartPr>
              <p14:xfrm>
                <a:off x="2839822" y="3138656"/>
                <a:ext cx="26280" cy="225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7E5DF5-7136-8CF0-D1D3-87D4EA28A5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30822" y="3130016"/>
                  <a:ext cx="43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14:cNvPr>
                <p14:cNvContentPartPr/>
                <p14:nvPr/>
              </p14:nvContentPartPr>
              <p14:xfrm>
                <a:off x="2760262" y="3024176"/>
                <a:ext cx="142920" cy="108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77489F3-1023-A332-CE72-F16B2C54F45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51262" y="3015536"/>
                  <a:ext cx="1605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14:cNvPr>
                <p14:cNvContentPartPr/>
                <p14:nvPr/>
              </p14:nvContentPartPr>
              <p14:xfrm>
                <a:off x="3061942" y="3434216"/>
                <a:ext cx="15120" cy="289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6DA00BC-911F-3304-1BFC-2BA728BCEE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52942" y="3425216"/>
                  <a:ext cx="327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14:cNvPr>
                <p14:cNvContentPartPr/>
                <p14:nvPr/>
              </p14:nvContentPartPr>
              <p14:xfrm>
                <a:off x="3050062" y="3730496"/>
                <a:ext cx="96120" cy="97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5F99EAA-52F6-A824-BFAF-1F189374544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41422" y="3721856"/>
                  <a:ext cx="113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14:cNvPr>
                <p14:cNvContentPartPr/>
                <p14:nvPr/>
              </p14:nvContentPartPr>
              <p14:xfrm>
                <a:off x="2540662" y="3002216"/>
                <a:ext cx="41400" cy="105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1381C42-61A8-2740-0D04-85D4D318A6B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531662" y="2993576"/>
                  <a:ext cx="59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14:cNvPr>
                <p14:cNvContentPartPr/>
                <p14:nvPr/>
              </p14:nvContentPartPr>
              <p14:xfrm>
                <a:off x="2642542" y="3870176"/>
                <a:ext cx="113040" cy="1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02D4172-EBD4-C3CB-A594-02490FABD42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633902" y="3861176"/>
                  <a:ext cx="13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14:cNvPr>
                <p14:cNvContentPartPr/>
                <p14:nvPr/>
              </p14:nvContentPartPr>
              <p14:xfrm>
                <a:off x="2848462" y="3825176"/>
                <a:ext cx="153720" cy="147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20A4D60-22DF-E70C-AF85-B59E3EE7646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839462" y="3816176"/>
                  <a:ext cx="171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14:cNvPr>
                <p14:cNvContentPartPr/>
                <p14:nvPr/>
              </p14:nvContentPartPr>
              <p14:xfrm>
                <a:off x="3508702" y="3033896"/>
                <a:ext cx="5040" cy="60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B8977D9-24ED-64E0-7296-81F053FD686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499702" y="3024896"/>
                  <a:ext cx="22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14:cNvPr>
                <p14:cNvContentPartPr/>
                <p14:nvPr/>
              </p14:nvContentPartPr>
              <p14:xfrm>
                <a:off x="3487822" y="2947496"/>
                <a:ext cx="42120" cy="379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761807-C017-0667-4DEF-CC8C4D061BB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79182" y="2938856"/>
                  <a:ext cx="5976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14:cNvPr>
                <p14:cNvContentPartPr/>
                <p14:nvPr/>
              </p14:nvContentPartPr>
              <p14:xfrm>
                <a:off x="3423382" y="2869016"/>
                <a:ext cx="133200" cy="167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C63B06-CE06-C401-A681-F422C2EDAB5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414382" y="2860376"/>
                  <a:ext cx="150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14:cNvPr>
                <p14:cNvContentPartPr/>
                <p14:nvPr/>
              </p14:nvContentPartPr>
              <p14:xfrm>
                <a:off x="3599062" y="2811056"/>
                <a:ext cx="145440" cy="113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6CBEEC-673C-F74A-EF7E-0E1F60892AB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90062" y="2802416"/>
                  <a:ext cx="163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14:cNvPr>
                <p14:cNvContentPartPr/>
                <p14:nvPr/>
              </p14:nvContentPartPr>
              <p14:xfrm>
                <a:off x="3874822" y="3471296"/>
                <a:ext cx="22320" cy="255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130A8D-A89C-AD9E-F80B-75DAFE4FA31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866182" y="3462296"/>
                  <a:ext cx="399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14:cNvPr>
                <p14:cNvContentPartPr/>
                <p14:nvPr/>
              </p14:nvContentPartPr>
              <p14:xfrm>
                <a:off x="3842422" y="3718976"/>
                <a:ext cx="107640" cy="88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39FED45-0A00-1DFD-F0D1-A9A16F3907F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833782" y="3710336"/>
                  <a:ext cx="12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14:cNvPr>
                <p14:cNvContentPartPr/>
                <p14:nvPr/>
              </p14:nvContentPartPr>
              <p14:xfrm>
                <a:off x="4079662" y="3805736"/>
                <a:ext cx="115200" cy="16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C54367B-7344-111D-F47F-FC2893DA03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070662" y="3796736"/>
                  <a:ext cx="132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14:cNvPr>
                <p14:cNvContentPartPr/>
                <p14:nvPr/>
              </p14:nvContentPartPr>
              <p14:xfrm>
                <a:off x="4258222" y="3769016"/>
                <a:ext cx="46440" cy="1011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26BC2F-09BD-C56E-E0E5-59A3DF71154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249582" y="3760376"/>
                  <a:ext cx="640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14:cNvPr>
                <p14:cNvContentPartPr/>
                <p14:nvPr/>
              </p14:nvContentPartPr>
              <p14:xfrm>
                <a:off x="3248422" y="3506576"/>
                <a:ext cx="223560" cy="426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C169749-C4F9-5E9E-97CA-58EFBD1ADA3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239782" y="3497576"/>
                  <a:ext cx="2412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14:cNvPr>
                <p14:cNvContentPartPr/>
                <p14:nvPr/>
              </p14:nvContentPartPr>
              <p14:xfrm>
                <a:off x="3518062" y="4126496"/>
                <a:ext cx="150480" cy="100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71BE3C-3C79-AD5B-DD3C-5F95F7F6136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09062" y="4117496"/>
                  <a:ext cx="168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14:cNvPr>
                <p14:cNvContentPartPr/>
                <p14:nvPr/>
              </p14:nvContentPartPr>
              <p14:xfrm>
                <a:off x="3689422" y="4139816"/>
                <a:ext cx="286920" cy="92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EFF0C4D-1440-439F-0503-B0C0584F091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680422" y="4131176"/>
                  <a:ext cx="304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14:cNvPr>
                <p14:cNvContentPartPr/>
                <p14:nvPr/>
              </p14:nvContentPartPr>
              <p14:xfrm>
                <a:off x="3949702" y="4060256"/>
                <a:ext cx="78840" cy="150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F12F9A-3B6A-3107-D467-0FE63318E3F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941062" y="4051616"/>
                  <a:ext cx="964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14:cNvPr>
                <p14:cNvContentPartPr/>
                <p14:nvPr/>
              </p14:nvContentPartPr>
              <p14:xfrm>
                <a:off x="3981742" y="4140896"/>
                <a:ext cx="304920" cy="86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20912E-A4F6-FF84-3169-747249306CC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72742" y="4131896"/>
                  <a:ext cx="322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14:cNvPr>
                <p14:cNvContentPartPr/>
                <p14:nvPr/>
              </p14:nvContentPartPr>
              <p14:xfrm>
                <a:off x="4386022" y="4134056"/>
                <a:ext cx="95040" cy="51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B4C5C24-02E0-9BCD-B5A9-D9A6916B5C0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77022" y="4125416"/>
                  <a:ext cx="1126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14:cNvPr>
                <p14:cNvContentPartPr/>
                <p14:nvPr/>
              </p14:nvContentPartPr>
              <p14:xfrm>
                <a:off x="4522102" y="4012016"/>
                <a:ext cx="111600" cy="2865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9561874-ADB5-4CF8-63EE-E51F68BBC1F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513462" y="4003376"/>
                  <a:ext cx="1292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14:cNvPr>
                <p14:cNvContentPartPr/>
                <p14:nvPr/>
              </p14:nvContentPartPr>
              <p14:xfrm>
                <a:off x="4524262" y="4193816"/>
                <a:ext cx="74520" cy="38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A3191E-E33B-DC86-C7D6-36C6B3FC478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15262" y="4184816"/>
                  <a:ext cx="92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14:cNvPr>
                <p14:cNvContentPartPr/>
                <p14:nvPr/>
              </p14:nvContentPartPr>
              <p14:xfrm>
                <a:off x="4803982" y="4058096"/>
                <a:ext cx="94320" cy="99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994B6E8-8643-353C-5269-FE31C77F63B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94982" y="4049456"/>
                  <a:ext cx="1119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14:cNvPr>
                <p14:cNvContentPartPr/>
                <p14:nvPr/>
              </p14:nvContentPartPr>
              <p14:xfrm>
                <a:off x="4935382" y="4093376"/>
                <a:ext cx="120960" cy="160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DAEB90-AC74-8B5D-CBDB-6FDB9E8CA55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926382" y="4084376"/>
                  <a:ext cx="138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14:cNvPr>
                <p14:cNvContentPartPr/>
                <p14:nvPr/>
              </p14:nvContentPartPr>
              <p14:xfrm>
                <a:off x="5064982" y="4072856"/>
                <a:ext cx="282960" cy="71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E38297A-92CD-61AB-50D5-304A4B89DE4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056342" y="4064216"/>
                  <a:ext cx="300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14:cNvPr>
                <p14:cNvContentPartPr/>
                <p14:nvPr/>
              </p14:nvContentPartPr>
              <p14:xfrm>
                <a:off x="5342542" y="4059896"/>
                <a:ext cx="196560" cy="63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8124351-DA4E-FF6C-684A-581A1E64EC5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333902" y="4050896"/>
                  <a:ext cx="214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14:cNvPr>
                <p14:cNvContentPartPr/>
                <p14:nvPr/>
              </p14:nvContentPartPr>
              <p14:xfrm>
                <a:off x="5612182" y="4029656"/>
                <a:ext cx="105840" cy="128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70D6F99-8641-3BCA-A839-456231B92BE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03542" y="4020656"/>
                  <a:ext cx="123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14:cNvPr>
                <p14:cNvContentPartPr/>
                <p14:nvPr/>
              </p14:nvContentPartPr>
              <p14:xfrm>
                <a:off x="5714782" y="3928496"/>
                <a:ext cx="84240" cy="203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4249A2-4725-036C-E900-AB5C1A95AE3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706142" y="3919856"/>
                  <a:ext cx="101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14:cNvPr>
                <p14:cNvContentPartPr/>
                <p14:nvPr/>
              </p14:nvContentPartPr>
              <p14:xfrm>
                <a:off x="5710102" y="3981056"/>
                <a:ext cx="217080" cy="132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6AC8E5D-B40F-18AF-FB44-C7A90606E6E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701102" y="3972056"/>
                  <a:ext cx="234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14:cNvPr>
                <p14:cNvContentPartPr/>
                <p14:nvPr/>
              </p14:nvContentPartPr>
              <p14:xfrm>
                <a:off x="5927542" y="4041896"/>
                <a:ext cx="176400" cy="232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44B0269-5AC1-8F68-DCF4-C4A9AE647FB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918542" y="4033256"/>
                  <a:ext cx="194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14:cNvPr>
                <p14:cNvContentPartPr/>
                <p14:nvPr/>
              </p14:nvContentPartPr>
              <p14:xfrm>
                <a:off x="6246502" y="3981776"/>
                <a:ext cx="261360" cy="85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E9EB9CB-D406-B988-FA9E-772A5C4B360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237502" y="3972776"/>
                  <a:ext cx="279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14:cNvPr>
                <p14:cNvContentPartPr/>
                <p14:nvPr/>
              </p14:nvContentPartPr>
              <p14:xfrm>
                <a:off x="6512182" y="3976016"/>
                <a:ext cx="136080" cy="54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D4B4D6-E712-73F1-6404-5B9DD0B57DC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503542" y="3967016"/>
                  <a:ext cx="153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14:cNvPr>
                <p14:cNvContentPartPr/>
                <p14:nvPr/>
              </p14:nvContentPartPr>
              <p14:xfrm>
                <a:off x="6597142" y="3941096"/>
                <a:ext cx="145800" cy="115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26E52A-226E-F996-85DE-937E2BC873F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588502" y="3932096"/>
                  <a:ext cx="163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14:cNvPr>
                <p14:cNvContentPartPr/>
                <p14:nvPr/>
              </p14:nvContentPartPr>
              <p14:xfrm>
                <a:off x="6730342" y="3843536"/>
                <a:ext cx="111960" cy="1958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69DE226-4673-2297-D74D-9E641F12F03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21342" y="3834536"/>
                  <a:ext cx="129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14:cNvPr>
                <p14:cNvContentPartPr/>
                <p14:nvPr/>
              </p14:nvContentPartPr>
              <p14:xfrm>
                <a:off x="6691822" y="3947216"/>
                <a:ext cx="134640" cy="66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F768707-BF60-D0D1-C15A-AD264A37274D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82822" y="3938576"/>
                  <a:ext cx="152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14:cNvPr>
                <p14:cNvContentPartPr/>
                <p14:nvPr/>
              </p14:nvContentPartPr>
              <p14:xfrm>
                <a:off x="6980182" y="3859376"/>
                <a:ext cx="282240" cy="173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490CDE8-3DA8-6127-1D6A-3007757E8BE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71182" y="3850736"/>
                  <a:ext cx="299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14:cNvPr>
                <p14:cNvContentPartPr/>
                <p14:nvPr/>
              </p14:nvContentPartPr>
              <p14:xfrm>
                <a:off x="7431982" y="3882056"/>
                <a:ext cx="379440" cy="158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5CAA454-8FF7-A9EF-A73F-B956A2126D0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422982" y="3873056"/>
                  <a:ext cx="3970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14:cNvPr>
                <p14:cNvContentPartPr/>
                <p14:nvPr/>
              </p14:nvContentPartPr>
              <p14:xfrm>
                <a:off x="7816102" y="3929936"/>
                <a:ext cx="117000" cy="110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7EE540-8987-5004-A9AF-08EBF670C75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07102" y="3921296"/>
                  <a:ext cx="134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14:cNvPr>
                <p14:cNvContentPartPr/>
                <p14:nvPr/>
              </p14:nvContentPartPr>
              <p14:xfrm>
                <a:off x="7513702" y="3954416"/>
                <a:ext cx="67680" cy="32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10969FB-1A72-3D74-6181-42CE48FF947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04702" y="3945776"/>
                  <a:ext cx="85320" cy="5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The four real FIR linear-phase types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822960" y="1417320"/>
            <a:ext cx="48459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 • odd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• even N,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III • odd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IV • even N, antisymmetric.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0" descr="/mnt/data/week5_lectures9_10/assets/L10_four_types_mag.png"/>
          <p:cNvPicPr/>
          <p:nvPr/>
        </p:nvPicPr>
        <p:blipFill>
          <a:blip r:embed="rId3"/>
          <a:stretch/>
        </p:blipFill>
        <p:spPr>
          <a:xfrm>
            <a:off x="5486400" y="1325880"/>
            <a:ext cx="585180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Shape 6"/>
          <p:cNvSpPr/>
          <p:nvPr/>
        </p:nvSpPr>
        <p:spPr>
          <a:xfrm>
            <a:off x="822960" y="4663439"/>
            <a:ext cx="4571640" cy="1469571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69120" y="4773240"/>
            <a:ext cx="4278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69120" y="5102280"/>
            <a:ext cx="4278960" cy="70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Parity of length and choice of symmetry determine whether the midpoint is a sample or half-sample and which endpoint zeros are forced.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0F17ED-F59D-670E-50FB-9283E90B14C3}"/>
              </a:ext>
            </a:extLst>
          </p:cNvPr>
          <p:cNvGrpSpPr/>
          <p:nvPr/>
        </p:nvGrpSpPr>
        <p:grpSpPr>
          <a:xfrm>
            <a:off x="931822" y="3094736"/>
            <a:ext cx="1205280" cy="228240"/>
            <a:chOff x="931822" y="3094736"/>
            <a:chExt cx="120528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14:cNvPr>
                <p14:cNvContentPartPr/>
                <p14:nvPr/>
              </p14:nvContentPartPr>
              <p14:xfrm>
                <a:off x="931822" y="3094736"/>
                <a:ext cx="201240" cy="228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AF3D6D3-652B-66CB-6659-355C6CFFC2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3182" y="3086096"/>
                  <a:ext cx="218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14:cNvPr>
                <p14:cNvContentPartPr/>
                <p14:nvPr/>
              </p14:nvContentPartPr>
              <p14:xfrm>
                <a:off x="1242142" y="3226856"/>
                <a:ext cx="136080" cy="27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2C955E-34A0-8D8B-0C10-B7C6830D4BA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33142" y="3217856"/>
                  <a:ext cx="153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14:cNvPr>
                <p14:cNvContentPartPr/>
                <p14:nvPr/>
              </p14:nvContentPartPr>
              <p14:xfrm>
                <a:off x="1222702" y="3184376"/>
                <a:ext cx="191520" cy="11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44CAFC6-42A8-2CFC-1946-08BE30E980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14062" y="3175736"/>
                  <a:ext cx="209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14:cNvPr>
                <p14:cNvContentPartPr/>
                <p14:nvPr/>
              </p14:nvContentPartPr>
              <p14:xfrm>
                <a:off x="1535902" y="3115616"/>
                <a:ext cx="255240" cy="178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3190F4-8941-884C-B0FA-4E5777C147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7262" y="3106616"/>
                  <a:ext cx="2728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14:cNvPr>
                <p14:cNvContentPartPr/>
                <p14:nvPr/>
              </p14:nvContentPartPr>
              <p14:xfrm>
                <a:off x="1897702" y="3184376"/>
                <a:ext cx="6048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88749E6-48CF-5899-E9FF-E10A6032EF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89062" y="3175376"/>
                  <a:ext cx="78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14:cNvPr>
                <p14:cNvContentPartPr/>
                <p14:nvPr/>
              </p14:nvContentPartPr>
              <p14:xfrm>
                <a:off x="1841542" y="3226856"/>
                <a:ext cx="136080" cy="1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E8131C-0A12-F643-77D3-63D38CAEE14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32902" y="3218216"/>
                  <a:ext cx="153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14:cNvPr>
                <p14:cNvContentPartPr/>
                <p14:nvPr/>
              </p14:nvContentPartPr>
              <p14:xfrm>
                <a:off x="2041342" y="3152336"/>
                <a:ext cx="95760" cy="141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D2FBBE2-500F-256D-BAB6-0B160FDAFB9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32342" y="3143696"/>
                  <a:ext cx="11340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14:cNvPr>
              <p14:cNvContentPartPr/>
              <p14:nvPr/>
            </p14:nvContentPartPr>
            <p14:xfrm>
              <a:off x="772342" y="3513776"/>
              <a:ext cx="163440" cy="111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2AA1115-9F10-6BA0-8653-E58614EB95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63342" y="3505136"/>
                <a:ext cx="181080" cy="12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B212D9A-DD71-DC4C-5D0A-6CFC1FBDB08B}"/>
              </a:ext>
            </a:extLst>
          </p:cNvPr>
          <p:cNvGrpSpPr/>
          <p:nvPr/>
        </p:nvGrpSpPr>
        <p:grpSpPr>
          <a:xfrm>
            <a:off x="413062" y="3748136"/>
            <a:ext cx="1155240" cy="270720"/>
            <a:chOff x="413062" y="3748136"/>
            <a:chExt cx="115524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14:cNvPr>
                <p14:cNvContentPartPr/>
                <p14:nvPr/>
              </p14:nvContentPartPr>
              <p14:xfrm>
                <a:off x="467782" y="3795656"/>
                <a:ext cx="66600" cy="170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410EBA-0822-8F0B-FC00-20D9EADD44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8782" y="3786656"/>
                  <a:ext cx="84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14:cNvPr>
                <p14:cNvContentPartPr/>
                <p14:nvPr/>
              </p14:nvContentPartPr>
              <p14:xfrm>
                <a:off x="525742" y="3832736"/>
                <a:ext cx="58680" cy="139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5276C7-7FBA-9029-CF54-2145A8FC24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7102" y="3824096"/>
                  <a:ext cx="7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14:cNvPr>
                <p14:cNvContentPartPr/>
                <p14:nvPr/>
              </p14:nvContentPartPr>
              <p14:xfrm>
                <a:off x="413062" y="3909776"/>
                <a:ext cx="204120" cy="24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5A6C73-F918-120D-EC5E-EE67687F81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4062" y="3901136"/>
                  <a:ext cx="22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14:cNvPr>
                <p14:cNvContentPartPr/>
                <p14:nvPr/>
              </p14:nvContentPartPr>
              <p14:xfrm>
                <a:off x="420622" y="3891056"/>
                <a:ext cx="180000" cy="11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EFBA40-31CF-F17C-7D0D-FFA5CD4CEB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1982" y="3882056"/>
                  <a:ext cx="197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14:cNvPr>
                <p14:cNvContentPartPr/>
                <p14:nvPr/>
              </p14:nvContentPartPr>
              <p14:xfrm>
                <a:off x="707902" y="3879536"/>
                <a:ext cx="96840" cy="77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8FFBDC-9545-A0CD-C44E-421354086C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8902" y="3870896"/>
                  <a:ext cx="114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14:cNvPr>
                <p14:cNvContentPartPr/>
                <p14:nvPr/>
              </p14:nvContentPartPr>
              <p14:xfrm>
                <a:off x="827062" y="3748136"/>
                <a:ext cx="123480" cy="257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ABFC462-389F-4E98-2348-4C61907AA3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8422" y="3739496"/>
                  <a:ext cx="141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14:cNvPr>
                <p14:cNvContentPartPr/>
                <p14:nvPr/>
              </p14:nvContentPartPr>
              <p14:xfrm>
                <a:off x="1089502" y="3784856"/>
                <a:ext cx="89640" cy="163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CD640D-4719-9B98-F681-020DFEAF46D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0862" y="3776216"/>
                  <a:ext cx="107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14:cNvPr>
                <p14:cNvContentPartPr/>
                <p14:nvPr/>
              </p14:nvContentPartPr>
              <p14:xfrm>
                <a:off x="1111462" y="3880616"/>
                <a:ext cx="100800" cy="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990185-F626-E192-13D1-DDE1297B2D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2822" y="3871976"/>
                  <a:ext cx="118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14:cNvPr>
                <p14:cNvContentPartPr/>
                <p14:nvPr/>
              </p14:nvContentPartPr>
              <p14:xfrm>
                <a:off x="1223062" y="3870896"/>
                <a:ext cx="100800" cy="4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57A630-6619-9130-D648-CFF5B64D3A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14062" y="3861896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14:cNvPr>
                <p14:cNvContentPartPr/>
                <p14:nvPr/>
              </p14:nvContentPartPr>
              <p14:xfrm>
                <a:off x="1377862" y="3855776"/>
                <a:ext cx="82080" cy="16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B6C532-B7C7-0C3B-FEE8-71C696BFB4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69222" y="3847136"/>
                  <a:ext cx="99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14:cNvPr>
                <p14:cNvContentPartPr/>
                <p14:nvPr/>
              </p14:nvContentPartPr>
              <p14:xfrm>
                <a:off x="1516462" y="3847856"/>
                <a:ext cx="51840" cy="113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F533AB1-EC29-E1EE-B883-990B07CE58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07822" y="3838856"/>
                  <a:ext cx="69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14:cNvPr>
                <p14:cNvContentPartPr/>
                <p14:nvPr/>
              </p14:nvContentPartPr>
              <p14:xfrm>
                <a:off x="1259782" y="3875216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D0B7B58-E694-F2B7-C8C7-DA0FFFFBFA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50782" y="3866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14:cNvPr>
              <p14:cNvContentPartPr/>
              <p14:nvPr/>
            </p14:nvContentPartPr>
            <p14:xfrm>
              <a:off x="882502" y="3460496"/>
              <a:ext cx="111600" cy="79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D209DC5-D4D5-8E31-49B8-F369F09D1D9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3862" y="3451856"/>
                <a:ext cx="12924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6F7AFE86-CEF6-9419-7C23-E675A2DB4C02}"/>
              </a:ext>
            </a:extLst>
          </p:cNvPr>
          <p:cNvGrpSpPr/>
          <p:nvPr/>
        </p:nvGrpSpPr>
        <p:grpSpPr>
          <a:xfrm>
            <a:off x="1791502" y="3389216"/>
            <a:ext cx="851040" cy="252360"/>
            <a:chOff x="1791502" y="3389216"/>
            <a:chExt cx="85104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14:cNvPr>
                <p14:cNvContentPartPr/>
                <p14:nvPr/>
              </p14:nvContentPartPr>
              <p14:xfrm>
                <a:off x="1876462" y="3438896"/>
                <a:ext cx="95040" cy="10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86654D1-037A-94FB-3CC1-65BF0FA2AE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7462" y="3429896"/>
                  <a:ext cx="112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14:cNvPr>
                <p14:cNvContentPartPr/>
                <p14:nvPr/>
              </p14:nvContentPartPr>
              <p14:xfrm>
                <a:off x="1839022" y="3412616"/>
                <a:ext cx="123480" cy="141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27F69A-CC98-FF2C-5796-CDACDADAC3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30382" y="3403616"/>
                  <a:ext cx="141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14:cNvPr>
                <p14:cNvContentPartPr/>
                <p14:nvPr/>
              </p14:nvContentPartPr>
              <p14:xfrm>
                <a:off x="1791502" y="3389216"/>
                <a:ext cx="80280" cy="51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5F89D9-D1C9-3CC9-50B7-02C267FF358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82502" y="3380576"/>
                  <a:ext cx="979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14:cNvPr>
                <p14:cNvContentPartPr/>
                <p14:nvPr/>
              </p14:nvContentPartPr>
              <p14:xfrm>
                <a:off x="2093542" y="3541136"/>
                <a:ext cx="67680" cy="79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D0EBFF1-9047-0A58-11C3-8FC2BC7A02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84542" y="3532136"/>
                  <a:ext cx="85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14:cNvPr>
                <p14:cNvContentPartPr/>
                <p14:nvPr/>
              </p14:nvContentPartPr>
              <p14:xfrm>
                <a:off x="2200822" y="3545096"/>
                <a:ext cx="18360" cy="59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5D3359-FB65-5F58-CB8F-90528045B97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91822" y="3536456"/>
                  <a:ext cx="36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14:cNvPr>
                <p14:cNvContentPartPr/>
                <p14:nvPr/>
              </p14:nvContentPartPr>
              <p14:xfrm>
                <a:off x="2317822" y="3454736"/>
                <a:ext cx="324720" cy="186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CEBA1CB-4061-3F6A-5304-BED0139C62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09182" y="3446096"/>
                  <a:ext cx="34236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34205F8-C2DC-8A8D-2F87-0B5292C119EB}"/>
              </a:ext>
            </a:extLst>
          </p:cNvPr>
          <p:cNvGrpSpPr/>
          <p:nvPr/>
        </p:nvGrpSpPr>
        <p:grpSpPr>
          <a:xfrm>
            <a:off x="2812462" y="3403256"/>
            <a:ext cx="229320" cy="302400"/>
            <a:chOff x="2812462" y="3403256"/>
            <a:chExt cx="229320" cy="30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14:cNvPr>
                <p14:cNvContentPartPr/>
                <p14:nvPr/>
              </p14:nvContentPartPr>
              <p14:xfrm>
                <a:off x="2812462" y="3539696"/>
                <a:ext cx="84960" cy="69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49D49E-DF60-692F-2A01-2CD52570723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03822" y="3530696"/>
                  <a:ext cx="102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14:cNvPr>
                <p14:cNvContentPartPr/>
                <p14:nvPr/>
              </p14:nvContentPartPr>
              <p14:xfrm>
                <a:off x="2937742" y="3403256"/>
                <a:ext cx="104040" cy="302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6D215EB-2FB6-534D-D0A1-4E90F1AAE2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28742" y="3394616"/>
                  <a:ext cx="121680" cy="32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8211408-39CD-47ED-79C7-DBA4AEB1AECC}"/>
              </a:ext>
            </a:extLst>
          </p:cNvPr>
          <p:cNvGrpSpPr/>
          <p:nvPr/>
        </p:nvGrpSpPr>
        <p:grpSpPr>
          <a:xfrm>
            <a:off x="3267502" y="3384896"/>
            <a:ext cx="681840" cy="282240"/>
            <a:chOff x="3267502" y="3384896"/>
            <a:chExt cx="68184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14:cNvPr>
                <p14:cNvContentPartPr/>
                <p14:nvPr/>
              </p14:nvContentPartPr>
              <p14:xfrm>
                <a:off x="3267502" y="3410816"/>
                <a:ext cx="208440" cy="256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A11C42-75EA-B85F-D513-0828AD3A4B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58862" y="3402176"/>
                  <a:ext cx="2260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14:cNvPr>
                <p14:cNvContentPartPr/>
                <p14:nvPr/>
              </p14:nvContentPartPr>
              <p14:xfrm>
                <a:off x="3405382" y="3457256"/>
                <a:ext cx="12960" cy="20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052901-C964-138D-12E0-E3D50D8C9C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96742" y="3448256"/>
                  <a:ext cx="30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14:cNvPr>
                <p14:cNvContentPartPr/>
                <p14:nvPr/>
              </p14:nvContentPartPr>
              <p14:xfrm>
                <a:off x="3508702" y="3384896"/>
                <a:ext cx="128520" cy="189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ACA264-E913-9D56-5A77-20841030B0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99702" y="3375896"/>
                  <a:ext cx="146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14:cNvPr>
                <p14:cNvContentPartPr/>
                <p14:nvPr/>
              </p14:nvContentPartPr>
              <p14:xfrm>
                <a:off x="3630742" y="3396776"/>
                <a:ext cx="79560" cy="186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5D46D6-11AD-4A17-0597-0208D3DE75B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22102" y="3388136"/>
                  <a:ext cx="97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14:cNvPr>
                <p14:cNvContentPartPr/>
                <p14:nvPr/>
              </p14:nvContentPartPr>
              <p14:xfrm>
                <a:off x="3630742" y="3474896"/>
                <a:ext cx="318600" cy="103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F0C650-FC0A-C96E-206A-8B378D86E7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622102" y="3465896"/>
                  <a:ext cx="3362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DC2D0B4-D0A6-E32A-FBF3-D41AC59ABD79}"/>
              </a:ext>
            </a:extLst>
          </p:cNvPr>
          <p:cNvGrpSpPr/>
          <p:nvPr/>
        </p:nvGrpSpPr>
        <p:grpSpPr>
          <a:xfrm>
            <a:off x="4109182" y="1470776"/>
            <a:ext cx="790920" cy="157680"/>
            <a:chOff x="4109182" y="1470776"/>
            <a:chExt cx="79092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14:cNvPr>
                <p14:cNvContentPartPr/>
                <p14:nvPr/>
              </p14:nvContentPartPr>
              <p14:xfrm>
                <a:off x="4109182" y="1563656"/>
                <a:ext cx="82800" cy="64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F101705-1A08-F6C7-452D-33F29EE5BA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0542" y="1554656"/>
                  <a:ext cx="100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14:cNvPr>
                <p14:cNvContentPartPr/>
                <p14:nvPr/>
              </p14:nvContentPartPr>
              <p14:xfrm>
                <a:off x="4231582" y="1549256"/>
                <a:ext cx="335160" cy="666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268E2F-F4C4-454B-9FAF-E5FCD2F268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22582" y="1540616"/>
                  <a:ext cx="35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14:cNvPr>
                <p14:cNvContentPartPr/>
                <p14:nvPr/>
              </p14:nvContentPartPr>
              <p14:xfrm>
                <a:off x="4695982" y="1470776"/>
                <a:ext cx="204120" cy="144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962006-5228-3B6F-87E3-F02E0962F2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86982" y="1462136"/>
                  <a:ext cx="22176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0B68ED-7F60-9548-6DD6-4558EB22B328}"/>
              </a:ext>
            </a:extLst>
          </p:cNvPr>
          <p:cNvGrpSpPr/>
          <p:nvPr/>
        </p:nvGrpSpPr>
        <p:grpSpPr>
          <a:xfrm>
            <a:off x="4166782" y="1728176"/>
            <a:ext cx="744480" cy="198360"/>
            <a:chOff x="4166782" y="1728176"/>
            <a:chExt cx="74448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14:cNvPr>
                <p14:cNvContentPartPr/>
                <p14:nvPr/>
              </p14:nvContentPartPr>
              <p14:xfrm>
                <a:off x="4166782" y="1850216"/>
                <a:ext cx="70200" cy="75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470513-45F8-B0AA-AE51-51833E1C4E5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57782" y="1841576"/>
                  <a:ext cx="87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14:cNvPr>
                <p14:cNvContentPartPr/>
                <p14:nvPr/>
              </p14:nvContentPartPr>
              <p14:xfrm>
                <a:off x="4312942" y="1758416"/>
                <a:ext cx="87480" cy="150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EAF527-045E-9C6C-5411-902F0C8B166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03942" y="1749416"/>
                  <a:ext cx="105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14:cNvPr>
                <p14:cNvContentPartPr/>
                <p14:nvPr/>
              </p14:nvContentPartPr>
              <p14:xfrm>
                <a:off x="4477102" y="1728176"/>
                <a:ext cx="79560" cy="176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EB4C50F-BF95-1962-BBF6-7C8F1AB39C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68462" y="1719536"/>
                  <a:ext cx="97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14:cNvPr>
                <p14:cNvContentPartPr/>
                <p14:nvPr/>
              </p14:nvContentPartPr>
              <p14:xfrm>
                <a:off x="4698142" y="1786136"/>
                <a:ext cx="213120" cy="140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B77472F-AFB2-B57A-B69B-0E54104655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89502" y="1777136"/>
                  <a:ext cx="23076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3AAC0C9-F7DC-E061-24BA-FBA46605667E}"/>
              </a:ext>
            </a:extLst>
          </p:cNvPr>
          <p:cNvGrpSpPr/>
          <p:nvPr/>
        </p:nvGrpSpPr>
        <p:grpSpPr>
          <a:xfrm>
            <a:off x="4460182" y="2079536"/>
            <a:ext cx="836640" cy="146520"/>
            <a:chOff x="4460182" y="2079536"/>
            <a:chExt cx="83664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14:cNvPr>
                <p14:cNvContentPartPr/>
                <p14:nvPr/>
              </p14:nvContentPartPr>
              <p14:xfrm>
                <a:off x="4460182" y="2142536"/>
                <a:ext cx="88200" cy="81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9E256FC-4E29-1A8F-5BFE-F6055C906B8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51182" y="2133536"/>
                  <a:ext cx="105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14:cNvPr>
                <p14:cNvContentPartPr/>
                <p14:nvPr/>
              </p14:nvContentPartPr>
              <p14:xfrm>
                <a:off x="4577182" y="2151896"/>
                <a:ext cx="85680" cy="74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A57FDCC-11C6-19DA-9010-220BDE6315D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68182" y="2143256"/>
                  <a:ext cx="103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14:cNvPr>
                <p14:cNvContentPartPr/>
                <p14:nvPr/>
              </p14:nvContentPartPr>
              <p14:xfrm>
                <a:off x="4725142" y="2162336"/>
                <a:ext cx="86760" cy="55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B3735F-1406-164A-46CF-1FCF3AFC66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16502" y="2153696"/>
                  <a:ext cx="1044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14:cNvPr>
                <p14:cNvContentPartPr/>
                <p14:nvPr/>
              </p14:nvContentPartPr>
              <p14:xfrm>
                <a:off x="4853662" y="2168816"/>
                <a:ext cx="104760" cy="48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97FBC1-E765-A410-003D-3E4BDFFDA28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844662" y="2160176"/>
                  <a:ext cx="122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14:cNvPr>
                <p14:cNvContentPartPr/>
                <p14:nvPr/>
              </p14:nvContentPartPr>
              <p14:xfrm>
                <a:off x="5082622" y="2079536"/>
                <a:ext cx="214200" cy="145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D4CC81-4721-9665-8B8F-71157EDA2A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73622" y="2070896"/>
                  <a:ext cx="2318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7CC66C-6D73-6DE9-7B06-FCB730FB02EA}"/>
              </a:ext>
            </a:extLst>
          </p:cNvPr>
          <p:cNvGrpSpPr/>
          <p:nvPr/>
        </p:nvGrpSpPr>
        <p:grpSpPr>
          <a:xfrm>
            <a:off x="4521382" y="2360696"/>
            <a:ext cx="684000" cy="166320"/>
            <a:chOff x="4521382" y="2360696"/>
            <a:chExt cx="68400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14:cNvPr>
                <p14:cNvContentPartPr/>
                <p14:nvPr/>
              </p14:nvContentPartPr>
              <p14:xfrm>
                <a:off x="4521382" y="2471576"/>
                <a:ext cx="74520" cy="48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3D522D-A343-8903-C99D-F0DEB3D1FE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12382" y="2462936"/>
                  <a:ext cx="92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14:cNvPr>
                <p14:cNvContentPartPr/>
                <p14:nvPr/>
              </p14:nvContentPartPr>
              <p14:xfrm>
                <a:off x="4644142" y="2378336"/>
                <a:ext cx="88560" cy="14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A59E6CA-54BB-C81D-CD1C-5FCA100094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635502" y="2369336"/>
                  <a:ext cx="106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14:cNvPr>
                <p14:cNvContentPartPr/>
                <p14:nvPr/>
              </p14:nvContentPartPr>
              <p14:xfrm>
                <a:off x="4789942" y="2360696"/>
                <a:ext cx="97200" cy="154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6DD5E1-EFC2-F9D5-75C7-B12F2C32E5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81302" y="2351696"/>
                  <a:ext cx="114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14:cNvPr>
                <p14:cNvContentPartPr/>
                <p14:nvPr/>
              </p14:nvContentPartPr>
              <p14:xfrm>
                <a:off x="4997662" y="2387696"/>
                <a:ext cx="207720" cy="139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3BFD16-539B-4C67-49EF-FDEC20CCEB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89022" y="2379056"/>
                  <a:ext cx="22536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8B7CC30-51C3-181C-0F40-D864CF2286AB}"/>
              </a:ext>
            </a:extLst>
          </p:cNvPr>
          <p:cNvGrpSpPr/>
          <p:nvPr/>
        </p:nvGrpSpPr>
        <p:grpSpPr>
          <a:xfrm>
            <a:off x="5959222" y="4779896"/>
            <a:ext cx="453600" cy="759240"/>
            <a:chOff x="5959222" y="4779896"/>
            <a:chExt cx="453600" cy="75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14:cNvPr>
                <p14:cNvContentPartPr/>
                <p14:nvPr/>
              </p14:nvContentPartPr>
              <p14:xfrm>
                <a:off x="6054982" y="4779896"/>
                <a:ext cx="357840" cy="239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A7A4117-1414-4B20-106E-DF6BF13A8F9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46342" y="4771256"/>
                  <a:ext cx="375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14:cNvPr>
                <p14:cNvContentPartPr/>
                <p14:nvPr/>
              </p14:nvContentPartPr>
              <p14:xfrm>
                <a:off x="5959222" y="4996976"/>
                <a:ext cx="133560" cy="542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2196CB9-F7AD-ECAE-4C97-0B3E3B2824F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950222" y="4988336"/>
                  <a:ext cx="151200" cy="55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878CE0F-AAF1-2A5C-F2C2-8644C04850BF}"/>
              </a:ext>
            </a:extLst>
          </p:cNvPr>
          <p:cNvGrpSpPr/>
          <p:nvPr/>
        </p:nvGrpSpPr>
        <p:grpSpPr>
          <a:xfrm>
            <a:off x="6002062" y="5682776"/>
            <a:ext cx="1281960" cy="525600"/>
            <a:chOff x="6002062" y="5682776"/>
            <a:chExt cx="128196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14:cNvPr>
                <p14:cNvContentPartPr/>
                <p14:nvPr/>
              </p14:nvContentPartPr>
              <p14:xfrm>
                <a:off x="6002062" y="5682776"/>
                <a:ext cx="99000" cy="12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2CB6FD8-E3B1-7D82-4B88-62DE2C08A3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93422" y="5674136"/>
                  <a:ext cx="116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14:cNvPr>
                <p14:cNvContentPartPr/>
                <p14:nvPr/>
              </p14:nvContentPartPr>
              <p14:xfrm>
                <a:off x="6140302" y="5707256"/>
                <a:ext cx="85680" cy="67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B55159-06D7-2FF4-BE09-2D98CFE1A0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131662" y="5698616"/>
                  <a:ext cx="103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14:cNvPr>
                <p14:cNvContentPartPr/>
                <p14:nvPr/>
              </p14:nvContentPartPr>
              <p14:xfrm>
                <a:off x="6294022" y="5687816"/>
                <a:ext cx="399600" cy="111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E1F5B53-059F-1642-B02C-CD6E3784A95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85382" y="5679176"/>
                  <a:ext cx="417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14:cNvPr>
                <p14:cNvContentPartPr/>
                <p14:nvPr/>
              </p14:nvContentPartPr>
              <p14:xfrm>
                <a:off x="6172702" y="6033776"/>
                <a:ext cx="86760" cy="69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10E3F3D-5C4D-8E1F-7BFA-6F581B68F18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63702" y="6025136"/>
                  <a:ext cx="104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14:cNvPr>
                <p14:cNvContentPartPr/>
                <p14:nvPr/>
              </p14:nvContentPartPr>
              <p14:xfrm>
                <a:off x="6303022" y="5945216"/>
                <a:ext cx="119520" cy="263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8B8D94C-557C-1DAD-AB8A-A83FBA0933D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94022" y="5936576"/>
                  <a:ext cx="1371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14:cNvPr>
                <p14:cNvContentPartPr/>
                <p14:nvPr/>
              </p14:nvContentPartPr>
              <p14:xfrm>
                <a:off x="6287902" y="6107936"/>
                <a:ext cx="113040" cy="32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D2E6549-2201-95F9-DA79-97B9A930F1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79262" y="6099296"/>
                  <a:ext cx="1306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14:cNvPr>
                <p14:cNvContentPartPr/>
                <p14:nvPr/>
              </p14:nvContentPartPr>
              <p14:xfrm>
                <a:off x="6546382" y="5927576"/>
                <a:ext cx="70200" cy="211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1967B03-9C41-831C-302E-9422E0ED22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382" y="5918576"/>
                  <a:ext cx="878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14:cNvPr>
                <p14:cNvContentPartPr/>
                <p14:nvPr/>
              </p14:nvContentPartPr>
              <p14:xfrm>
                <a:off x="6528382" y="5897696"/>
                <a:ext cx="412560" cy="198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0203EB-B01D-7307-6EE4-FA50613C8CC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9382" y="5889056"/>
                  <a:ext cx="430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14:cNvPr>
                <p14:cNvContentPartPr/>
                <p14:nvPr/>
              </p14:nvContentPartPr>
              <p14:xfrm>
                <a:off x="6920422" y="5975456"/>
                <a:ext cx="142200" cy="112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35CA0B5-DC32-7EC3-B658-5708906D5F8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11422" y="5966456"/>
                  <a:ext cx="159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14:cNvPr>
                <p14:cNvContentPartPr/>
                <p14:nvPr/>
              </p14:nvContentPartPr>
              <p14:xfrm>
                <a:off x="7103302" y="6022616"/>
                <a:ext cx="180720" cy="96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045B5D-AD3F-A7E6-0D34-07C1002CEA7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094302" y="6013616"/>
                  <a:ext cx="19836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BC68F14-B1AF-34A7-8F0E-B4EEF9277441}"/>
              </a:ext>
            </a:extLst>
          </p:cNvPr>
          <p:cNvGrpSpPr/>
          <p:nvPr/>
        </p:nvGrpSpPr>
        <p:grpSpPr>
          <a:xfrm>
            <a:off x="6326062" y="6368576"/>
            <a:ext cx="709920" cy="153720"/>
            <a:chOff x="6326062" y="6368576"/>
            <a:chExt cx="70992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14:cNvPr>
                <p14:cNvContentPartPr/>
                <p14:nvPr/>
              </p14:nvContentPartPr>
              <p14:xfrm>
                <a:off x="6326062" y="6382976"/>
                <a:ext cx="186120" cy="139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E5230CB-B193-3903-3115-3BE88BD763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17422" y="6374336"/>
                  <a:ext cx="2037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14:cNvPr>
                <p14:cNvContentPartPr/>
                <p14:nvPr/>
              </p14:nvContentPartPr>
              <p14:xfrm>
                <a:off x="6400582" y="6386216"/>
                <a:ext cx="277920" cy="110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FD2065-8A45-E8AC-7C1F-04DC665CBFE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91942" y="6377576"/>
                  <a:ext cx="295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14:cNvPr>
                <p14:cNvContentPartPr/>
                <p14:nvPr/>
              </p14:nvContentPartPr>
              <p14:xfrm>
                <a:off x="6744382" y="6408896"/>
                <a:ext cx="114120" cy="81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9A2C810-9B52-CA4F-43B6-AFF0A0F06E8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35742" y="6400256"/>
                  <a:ext cx="131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14:cNvPr>
                <p14:cNvContentPartPr/>
                <p14:nvPr/>
              </p14:nvContentPartPr>
              <p14:xfrm>
                <a:off x="6938782" y="6368576"/>
                <a:ext cx="97200" cy="123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BC6A05C-F62A-BBCE-31A1-FD0F660FD61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29782" y="6359936"/>
                  <a:ext cx="1148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5D17CA0-4353-4D09-F7B1-2E6F6C2C98E0}"/>
              </a:ext>
            </a:extLst>
          </p:cNvPr>
          <p:cNvGrpSpPr/>
          <p:nvPr/>
        </p:nvGrpSpPr>
        <p:grpSpPr>
          <a:xfrm>
            <a:off x="7362142" y="6395216"/>
            <a:ext cx="442440" cy="132840"/>
            <a:chOff x="7362142" y="6395216"/>
            <a:chExt cx="44244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14:cNvPr>
                <p14:cNvContentPartPr/>
                <p14:nvPr/>
              </p14:nvContentPartPr>
              <p14:xfrm>
                <a:off x="7362142" y="6407096"/>
                <a:ext cx="144000" cy="79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CA977E1-BF9C-C29A-73BE-4DD76F4932C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53142" y="6398096"/>
                  <a:ext cx="161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14:cNvPr>
                <p14:cNvContentPartPr/>
                <p14:nvPr/>
              </p14:nvContentPartPr>
              <p14:xfrm>
                <a:off x="7562302" y="6395216"/>
                <a:ext cx="242280" cy="132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11D94CC-B37C-E33F-A8D7-1868EB17962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53302" y="6386216"/>
                  <a:ext cx="2599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A09CB6A-BD8A-478F-A5CE-8019FA4B4333}"/>
              </a:ext>
            </a:extLst>
          </p:cNvPr>
          <p:cNvGrpSpPr/>
          <p:nvPr/>
        </p:nvGrpSpPr>
        <p:grpSpPr>
          <a:xfrm>
            <a:off x="8027422" y="6213416"/>
            <a:ext cx="888840" cy="356760"/>
            <a:chOff x="8027422" y="6213416"/>
            <a:chExt cx="888840" cy="3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14:cNvPr>
                <p14:cNvContentPartPr/>
                <p14:nvPr/>
              </p14:nvContentPartPr>
              <p14:xfrm>
                <a:off x="8046862" y="6253736"/>
                <a:ext cx="87120" cy="316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A06E2E-A897-3202-F60F-341A935E97B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37862" y="6245096"/>
                  <a:ext cx="104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14:cNvPr>
                <p14:cNvContentPartPr/>
                <p14:nvPr/>
              </p14:nvContentPartPr>
              <p14:xfrm>
                <a:off x="8027422" y="6436616"/>
                <a:ext cx="117360" cy="28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C9BF961-D025-862B-9FD3-D3B00FB3754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018422" y="6427976"/>
                  <a:ext cx="135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14:cNvPr>
                <p14:cNvContentPartPr/>
                <p14:nvPr/>
              </p14:nvContentPartPr>
              <p14:xfrm>
                <a:off x="8168182" y="6405296"/>
                <a:ext cx="93240" cy="81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DCF799D-4E1A-8122-6B82-8C2D8F478DC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159542" y="6396656"/>
                  <a:ext cx="110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14:cNvPr>
                <p14:cNvContentPartPr/>
                <p14:nvPr/>
              </p14:nvContentPartPr>
              <p14:xfrm>
                <a:off x="8292382" y="6388376"/>
                <a:ext cx="110880" cy="86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7AF4DBF-0281-F09A-3988-A563B6AFD49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83382" y="6379736"/>
                  <a:ext cx="1285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14:cNvPr>
                <p14:cNvContentPartPr/>
                <p14:nvPr/>
              </p14:nvContentPartPr>
              <p14:xfrm>
                <a:off x="8477062" y="6352736"/>
                <a:ext cx="219960" cy="128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D6060A4-6C4F-5F8D-C580-DA0AE640902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68422" y="6343736"/>
                  <a:ext cx="2376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14:cNvPr>
                <p14:cNvContentPartPr/>
                <p14:nvPr/>
              </p14:nvContentPartPr>
              <p14:xfrm>
                <a:off x="8792422" y="6213416"/>
                <a:ext cx="123840" cy="2552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8D3B5E1-F570-5093-F9FA-F94343B1443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83782" y="6204416"/>
                  <a:ext cx="1414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14:cNvPr>
                <p14:cNvContentPartPr/>
                <p14:nvPr/>
              </p14:nvContentPartPr>
              <p14:xfrm>
                <a:off x="8805022" y="6384416"/>
                <a:ext cx="25560" cy="11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F2F942A-D29A-37D7-69C0-A29820B01E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96022" y="6375416"/>
                  <a:ext cx="432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45F75DA-CB84-180F-A5D7-8D11F30D3025}"/>
              </a:ext>
            </a:extLst>
          </p:cNvPr>
          <p:cNvGrpSpPr/>
          <p:nvPr/>
        </p:nvGrpSpPr>
        <p:grpSpPr>
          <a:xfrm>
            <a:off x="9098062" y="6232856"/>
            <a:ext cx="287640" cy="367920"/>
            <a:chOff x="9098062" y="6232856"/>
            <a:chExt cx="28764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14:cNvPr>
                <p14:cNvContentPartPr/>
                <p14:nvPr/>
              </p14:nvContentPartPr>
              <p14:xfrm>
                <a:off x="9098062" y="6232856"/>
                <a:ext cx="118800" cy="200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59FEF72-F210-3A41-B5E0-7DCBD4C0EF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89062" y="6224216"/>
                  <a:ext cx="136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14:cNvPr>
                <p14:cNvContentPartPr/>
                <p14:nvPr/>
              </p14:nvContentPartPr>
              <p14:xfrm>
                <a:off x="9255382" y="6364976"/>
                <a:ext cx="130320" cy="235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2453763-65E2-39F9-7176-24D79434E5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246382" y="6356336"/>
                  <a:ext cx="1479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56C0F69-D55E-0A83-F2E6-84EC411CBBB9}"/>
              </a:ext>
            </a:extLst>
          </p:cNvPr>
          <p:cNvGrpSpPr/>
          <p:nvPr/>
        </p:nvGrpSpPr>
        <p:grpSpPr>
          <a:xfrm>
            <a:off x="9590542" y="6267776"/>
            <a:ext cx="1818360" cy="218520"/>
            <a:chOff x="9590542" y="6267776"/>
            <a:chExt cx="181836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14:cNvPr>
                <p14:cNvContentPartPr/>
                <p14:nvPr/>
              </p14:nvContentPartPr>
              <p14:xfrm>
                <a:off x="9611782" y="6320696"/>
                <a:ext cx="52560" cy="144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69FB53D-5BAD-0A1E-EE9E-09E1F17465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02782" y="6312056"/>
                  <a:ext cx="70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14:cNvPr>
                <p14:cNvContentPartPr/>
                <p14:nvPr/>
              </p14:nvContentPartPr>
              <p14:xfrm>
                <a:off x="9590542" y="6285056"/>
                <a:ext cx="111960" cy="52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174E636-A476-E0B4-5507-9305A502FDC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81542" y="6276056"/>
                  <a:ext cx="129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14:cNvPr>
                <p14:cNvContentPartPr/>
                <p14:nvPr/>
              </p14:nvContentPartPr>
              <p14:xfrm>
                <a:off x="9638062" y="6384056"/>
                <a:ext cx="68760" cy="16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79C55F8-3DF9-889D-D18C-A87F0386F1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29422" y="6375056"/>
                  <a:ext cx="86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14:cNvPr>
                <p14:cNvContentPartPr/>
                <p14:nvPr/>
              </p14:nvContentPartPr>
              <p14:xfrm>
                <a:off x="9789262" y="6352736"/>
                <a:ext cx="37440" cy="104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024F1B-94BE-11EB-5E1D-CA271010B99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80262" y="6344096"/>
                  <a:ext cx="55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14:cNvPr>
                <p14:cNvContentPartPr/>
                <p14:nvPr/>
              </p14:nvContentPartPr>
              <p14:xfrm>
                <a:off x="9834262" y="6277496"/>
                <a:ext cx="234720" cy="1699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04E3E28-21AC-0C33-224E-B6F63A5DD9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25622" y="6268856"/>
                  <a:ext cx="2523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14:cNvPr>
                <p14:cNvContentPartPr/>
                <p14:nvPr/>
              </p14:nvContentPartPr>
              <p14:xfrm>
                <a:off x="10212622" y="6346616"/>
                <a:ext cx="123840" cy="119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A72AC23-4454-4731-09A3-8795E160C2E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03982" y="6337976"/>
                  <a:ext cx="141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14:cNvPr>
                <p14:cNvContentPartPr/>
                <p14:nvPr/>
              </p14:nvContentPartPr>
              <p14:xfrm>
                <a:off x="10318822" y="6267776"/>
                <a:ext cx="86760" cy="183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1EAE33-3F78-2406-989B-E18C52210AD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09822" y="6258776"/>
                  <a:ext cx="1044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14:cNvPr>
                <p14:cNvContentPartPr/>
                <p14:nvPr/>
              </p14:nvContentPartPr>
              <p14:xfrm>
                <a:off x="10299022" y="6378296"/>
                <a:ext cx="126360" cy="22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C9882F6-0903-2B55-4B2E-635B8488CD1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90382" y="6369656"/>
                  <a:ext cx="144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14:cNvPr>
                <p14:cNvContentPartPr/>
                <p14:nvPr/>
              </p14:nvContentPartPr>
              <p14:xfrm>
                <a:off x="10435102" y="6361736"/>
                <a:ext cx="50760" cy="88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8376F9F-8202-FA37-5BDE-8E6318D0A6D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26462" y="6353096"/>
                  <a:ext cx="68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14:cNvPr>
                <p14:cNvContentPartPr/>
                <p14:nvPr/>
              </p14:nvContentPartPr>
              <p14:xfrm>
                <a:off x="10566502" y="6419336"/>
                <a:ext cx="113040" cy="44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D384C69-473E-50E8-33B2-F9CC6A47430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57502" y="6410336"/>
                  <a:ext cx="1306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14:cNvPr>
                <p14:cNvContentPartPr/>
                <p14:nvPr/>
              </p14:nvContentPartPr>
              <p14:xfrm>
                <a:off x="10787902" y="6373976"/>
                <a:ext cx="115560" cy="112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E49EAB6-F614-2F4A-2121-9103C15C7CD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79262" y="6365336"/>
                  <a:ext cx="133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14:cNvPr>
                <p14:cNvContentPartPr/>
                <p14:nvPr/>
              </p14:nvContentPartPr>
              <p14:xfrm>
                <a:off x="10855582" y="6278216"/>
                <a:ext cx="72360" cy="174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33F254D-3068-62C9-4148-E4BCF765007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6942" y="6269576"/>
                  <a:ext cx="90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14:cNvPr>
                <p14:cNvContentPartPr/>
                <p14:nvPr/>
              </p14:nvContentPartPr>
              <p14:xfrm>
                <a:off x="10851622" y="6368216"/>
                <a:ext cx="100080" cy="38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24B0C0-9515-9FE7-35B6-12D84D4B9D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42982" y="6359216"/>
                  <a:ext cx="117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14:cNvPr>
                <p14:cNvContentPartPr/>
                <p14:nvPr/>
              </p14:nvContentPartPr>
              <p14:xfrm>
                <a:off x="10983382" y="6379376"/>
                <a:ext cx="153720" cy="979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922813A-8CB0-F678-F7D2-6A071056D66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74382" y="6370376"/>
                  <a:ext cx="171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14:cNvPr>
                <p14:cNvContentPartPr/>
                <p14:nvPr/>
              </p14:nvContentPartPr>
              <p14:xfrm>
                <a:off x="11149702" y="6313136"/>
                <a:ext cx="259200" cy="124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2CEA00E-320B-20C3-49C9-E750736558E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0702" y="6304136"/>
                  <a:ext cx="276840" cy="14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14:cNvPr>
              <p14:cNvContentPartPr/>
              <p14:nvPr/>
            </p14:nvContentPartPr>
            <p14:xfrm>
              <a:off x="10856302" y="4730936"/>
              <a:ext cx="292320" cy="26784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588BD51-EE00-5926-47C6-B0D5A4D4976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847302" y="4721936"/>
                <a:ext cx="3099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14:cNvPr>
              <p14:cNvContentPartPr/>
              <p14:nvPr/>
            </p14:nvContentPartPr>
            <p14:xfrm>
              <a:off x="7513342" y="5119016"/>
              <a:ext cx="3487680" cy="7351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528AA14C-5EB4-04C5-8BE8-50CE7BFD4C9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504342" y="5110016"/>
                <a:ext cx="3505320" cy="75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79BD4DEC-7F57-EB54-35E6-E57F60C804D7}"/>
              </a:ext>
            </a:extLst>
          </p:cNvPr>
          <p:cNvGrpSpPr/>
          <p:nvPr/>
        </p:nvGrpSpPr>
        <p:grpSpPr>
          <a:xfrm>
            <a:off x="6097462" y="5353376"/>
            <a:ext cx="431640" cy="160200"/>
            <a:chOff x="6097462" y="5353376"/>
            <a:chExt cx="43164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14:cNvPr>
                <p14:cNvContentPartPr/>
                <p14:nvPr/>
              </p14:nvContentPartPr>
              <p14:xfrm>
                <a:off x="6097462" y="5385056"/>
                <a:ext cx="207720" cy="128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FDB019D-1124-2E99-442B-D73C1FDF3F0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088822" y="5376056"/>
                  <a:ext cx="225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14:cNvPr>
                <p14:cNvContentPartPr/>
                <p14:nvPr/>
              </p14:nvContentPartPr>
              <p14:xfrm>
                <a:off x="6150742" y="5459576"/>
                <a:ext cx="101160" cy="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03F8F3-1FCB-8ECA-8C65-7C5D9D7FD4B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42102" y="5450576"/>
                  <a:ext cx="118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14:cNvPr>
                <p14:cNvContentPartPr/>
                <p14:nvPr/>
              </p14:nvContentPartPr>
              <p14:xfrm>
                <a:off x="6342622" y="5441216"/>
                <a:ext cx="47520" cy="13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0DA1AD8-2F14-D506-018A-1D56879D9D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33982" y="5432576"/>
                  <a:ext cx="65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14:cNvPr>
                <p14:cNvContentPartPr/>
                <p14:nvPr/>
              </p14:nvContentPartPr>
              <p14:xfrm>
                <a:off x="6298342" y="5378936"/>
                <a:ext cx="97200" cy="11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1D4AFD3-AAA5-F960-E236-C251455A7E5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89702" y="5370296"/>
                  <a:ext cx="114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14:cNvPr>
                <p14:cNvContentPartPr/>
                <p14:nvPr/>
              </p14:nvContentPartPr>
              <p14:xfrm>
                <a:off x="6480502" y="5353376"/>
                <a:ext cx="48600" cy="138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23A9F2F-7C3A-F983-D6F2-9364D32E2D4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71502" y="5344376"/>
                  <a:ext cx="6624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C0B18CD-E4CF-505B-ECFD-70F7E13CC155}"/>
              </a:ext>
            </a:extLst>
          </p:cNvPr>
          <p:cNvGrpSpPr/>
          <p:nvPr/>
        </p:nvGrpSpPr>
        <p:grpSpPr>
          <a:xfrm>
            <a:off x="11047102" y="5448776"/>
            <a:ext cx="601200" cy="165600"/>
            <a:chOff x="11047102" y="5448776"/>
            <a:chExt cx="60120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14:cNvPr>
                <p14:cNvContentPartPr/>
                <p14:nvPr/>
              </p14:nvContentPartPr>
              <p14:xfrm>
                <a:off x="11047102" y="5448776"/>
                <a:ext cx="138240" cy="165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023EF7E-0C4D-390F-69EB-74ED99A8F0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38102" y="5439776"/>
                  <a:ext cx="1558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14:cNvPr>
                <p14:cNvContentPartPr/>
                <p14:nvPr/>
              </p14:nvContentPartPr>
              <p14:xfrm>
                <a:off x="11116582" y="5554256"/>
                <a:ext cx="69120" cy="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D3437A-C676-1C24-62FB-BB2E026AED9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107582" y="5545256"/>
                  <a:ext cx="86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14:cNvPr>
                <p14:cNvContentPartPr/>
                <p14:nvPr/>
              </p14:nvContentPartPr>
              <p14:xfrm>
                <a:off x="11297302" y="5580176"/>
                <a:ext cx="69120" cy="12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B06DA90-92BD-A850-0A50-C0C8592D42A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288662" y="5571176"/>
                  <a:ext cx="86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14:cNvPr>
                <p14:cNvContentPartPr/>
                <p14:nvPr/>
              </p14:nvContentPartPr>
              <p14:xfrm>
                <a:off x="11275342" y="5521856"/>
                <a:ext cx="75240" cy="7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14842D8-BB60-0CE7-4B27-D52EC4C541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266342" y="5512856"/>
                  <a:ext cx="928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14:cNvPr>
                <p14:cNvContentPartPr/>
                <p14:nvPr/>
              </p14:nvContentPartPr>
              <p14:xfrm>
                <a:off x="11472982" y="5534096"/>
                <a:ext cx="74160" cy="11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FAF49D1-CD88-3BA7-6776-9102B63706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463982" y="5525096"/>
                  <a:ext cx="91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14:cNvPr>
                <p14:cNvContentPartPr/>
                <p14:nvPr/>
              </p14:nvContentPartPr>
              <p14:xfrm>
                <a:off x="11605102" y="5464976"/>
                <a:ext cx="43200" cy="149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45533F0-FA98-3F35-1B63-E8A3EC66F10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596462" y="5455976"/>
                  <a:ext cx="6084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6C1C0D3-2C11-A142-18CD-E9588027615F}"/>
              </a:ext>
            </a:extLst>
          </p:cNvPr>
          <p:cNvGrpSpPr/>
          <p:nvPr/>
        </p:nvGrpSpPr>
        <p:grpSpPr>
          <a:xfrm>
            <a:off x="11397742" y="4918136"/>
            <a:ext cx="485640" cy="218880"/>
            <a:chOff x="11397742" y="4918136"/>
            <a:chExt cx="48564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14:cNvPr>
                <p14:cNvContentPartPr/>
                <p14:nvPr/>
              </p14:nvContentPartPr>
              <p14:xfrm>
                <a:off x="11397742" y="5018216"/>
                <a:ext cx="176040" cy="1188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13C064E-3CA1-FD46-584E-30F09CBF9B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389102" y="5009576"/>
                  <a:ext cx="193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14:cNvPr>
                <p14:cNvContentPartPr/>
                <p14:nvPr/>
              </p14:nvContentPartPr>
              <p14:xfrm>
                <a:off x="11606182" y="5033336"/>
                <a:ext cx="100440" cy="12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0CCA60C-C836-A452-F5DE-67ABD870776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597182" y="5024696"/>
                  <a:ext cx="118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14:cNvPr>
                <p14:cNvContentPartPr/>
                <p14:nvPr/>
              </p14:nvContentPartPr>
              <p14:xfrm>
                <a:off x="11580982" y="4980056"/>
                <a:ext cx="109800" cy="12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3E73096-EDC0-9907-5693-627CDC80BEA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71982" y="4971416"/>
                  <a:ext cx="127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14:cNvPr>
                <p14:cNvContentPartPr/>
                <p14:nvPr/>
              </p14:nvContentPartPr>
              <p14:xfrm>
                <a:off x="11791222" y="4970696"/>
                <a:ext cx="20160" cy="716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1C3DE-B2C6-BCA7-3CB5-A1F0C2EB6C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782582" y="4961696"/>
                  <a:ext cx="37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14:cNvPr>
                <p14:cNvContentPartPr/>
                <p14:nvPr/>
              </p14:nvContentPartPr>
              <p14:xfrm>
                <a:off x="11839102" y="4965296"/>
                <a:ext cx="44280" cy="75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5EFA7A-7257-F638-733E-6EBECB4C729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830462" y="4956296"/>
                  <a:ext cx="6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14:cNvPr>
                <p14:cNvContentPartPr/>
                <p14:nvPr/>
              </p14:nvContentPartPr>
              <p14:xfrm>
                <a:off x="11750902" y="4918136"/>
                <a:ext cx="125640" cy="16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23D0698-4E39-1EAC-8AEA-278B57628F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742262" y="4909496"/>
                  <a:ext cx="14328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14:cNvPr>
              <p14:cNvContentPartPr/>
              <p14:nvPr/>
            </p14:nvContentPartPr>
            <p14:xfrm>
              <a:off x="5777062" y="5140616"/>
              <a:ext cx="129600" cy="576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288AC5B-C3B1-DB72-2C6B-1AF6D502847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768062" y="5131976"/>
                <a:ext cx="1472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0207A60-D1DB-8625-E573-18C1118C528E}"/>
              </a:ext>
            </a:extLst>
          </p:cNvPr>
          <p:cNvGrpSpPr/>
          <p:nvPr/>
        </p:nvGrpSpPr>
        <p:grpSpPr>
          <a:xfrm>
            <a:off x="5449102" y="5263016"/>
            <a:ext cx="407880" cy="169920"/>
            <a:chOff x="5449102" y="5263016"/>
            <a:chExt cx="407880" cy="16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14:cNvPr>
                <p14:cNvContentPartPr/>
                <p14:nvPr/>
              </p14:nvContentPartPr>
              <p14:xfrm>
                <a:off x="5449102" y="5336816"/>
                <a:ext cx="174960" cy="96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907F546-EA98-122A-5590-7BCE0765BE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440102" y="5327816"/>
                  <a:ext cx="192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14:cNvPr>
                <p14:cNvContentPartPr/>
                <p14:nvPr/>
              </p14:nvContentPartPr>
              <p14:xfrm>
                <a:off x="5693182" y="5341496"/>
                <a:ext cx="32400" cy="15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8B87E6E-DE55-BF4A-33AC-E03901DCD1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684542" y="5332496"/>
                  <a:ext cx="50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14:cNvPr>
                <p14:cNvContentPartPr/>
                <p14:nvPr/>
              </p14:nvContentPartPr>
              <p14:xfrm>
                <a:off x="5644582" y="5289656"/>
                <a:ext cx="75960" cy="15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630EEB9-37E5-D449-2A67-1CBDDBFE08F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635582" y="5280656"/>
                  <a:ext cx="93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14:cNvPr>
                <p14:cNvContentPartPr/>
                <p14:nvPr/>
              </p14:nvContentPartPr>
              <p14:xfrm>
                <a:off x="5768062" y="5263016"/>
                <a:ext cx="88920" cy="65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4FD2AD1-84E4-3785-C4A6-0C5EE0E8168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59422" y="525401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52D2156-FED2-1B9F-1359-3B07297B371B}"/>
              </a:ext>
            </a:extLst>
          </p:cNvPr>
          <p:cNvGrpSpPr/>
          <p:nvPr/>
        </p:nvGrpSpPr>
        <p:grpSpPr>
          <a:xfrm>
            <a:off x="606742" y="424616"/>
            <a:ext cx="1434240" cy="332640"/>
            <a:chOff x="606742" y="424616"/>
            <a:chExt cx="1434240" cy="33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14:cNvPr>
                <p14:cNvContentPartPr/>
                <p14:nvPr/>
              </p14:nvContentPartPr>
              <p14:xfrm>
                <a:off x="606742" y="540896"/>
                <a:ext cx="238680" cy="194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2D29EE7-9205-2C75-9FD1-8C0B14CD42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97742" y="532256"/>
                  <a:ext cx="2563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14:cNvPr>
                <p14:cNvContentPartPr/>
                <p14:nvPr/>
              </p14:nvContentPartPr>
              <p14:xfrm>
                <a:off x="861262" y="574016"/>
                <a:ext cx="52560" cy="183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E741FC-0430-51AB-246E-781F0137F79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2262" y="565016"/>
                  <a:ext cx="702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14:cNvPr>
                <p14:cNvContentPartPr/>
                <p14:nvPr/>
              </p14:nvContentPartPr>
              <p14:xfrm>
                <a:off x="802582" y="679856"/>
                <a:ext cx="149040" cy="11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F45A7EB-5A03-0FA1-06A9-D232621FA16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3942" y="670856"/>
                  <a:ext cx="166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14:cNvPr>
                <p14:cNvContentPartPr/>
                <p14:nvPr/>
              </p14:nvContentPartPr>
              <p14:xfrm>
                <a:off x="982222" y="634136"/>
                <a:ext cx="40320" cy="87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3BE35BE-8ADA-7484-5E02-1911A2791E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3222" y="625136"/>
                  <a:ext cx="57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14:cNvPr>
                <p14:cNvContentPartPr/>
                <p14:nvPr/>
              </p14:nvContentPartPr>
              <p14:xfrm>
                <a:off x="1072942" y="658256"/>
                <a:ext cx="147240" cy="49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7EBDCC-A7A7-E8AF-C859-F8B6B5FE07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4302" y="649256"/>
                  <a:ext cx="16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14:cNvPr>
                <p14:cNvContentPartPr/>
                <p14:nvPr/>
              </p14:nvContentPartPr>
              <p14:xfrm>
                <a:off x="1262662" y="655736"/>
                <a:ext cx="141840" cy="74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143A619-27B7-1F3E-E2F9-BFB7310363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53662" y="647096"/>
                  <a:ext cx="159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14:cNvPr>
                <p14:cNvContentPartPr/>
                <p14:nvPr/>
              </p14:nvContentPartPr>
              <p14:xfrm>
                <a:off x="1371382" y="499496"/>
                <a:ext cx="94320" cy="19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5FCC12-36C2-B16F-D22E-171180F9C8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62742" y="490856"/>
                  <a:ext cx="111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14:cNvPr>
                <p14:cNvContentPartPr/>
                <p14:nvPr/>
              </p14:nvContentPartPr>
              <p14:xfrm>
                <a:off x="1377862" y="624776"/>
                <a:ext cx="89640" cy="1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F4823F-56E9-BF21-3DD1-AB93E7115E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69222" y="616136"/>
                  <a:ext cx="107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14:cNvPr>
                <p14:cNvContentPartPr/>
                <p14:nvPr/>
              </p14:nvContentPartPr>
              <p14:xfrm>
                <a:off x="1488382" y="627296"/>
                <a:ext cx="159120" cy="77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0564D6-CE75-5620-04DA-35F9849C0F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79382" y="618296"/>
                  <a:ext cx="176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14:cNvPr>
                <p14:cNvContentPartPr/>
                <p14:nvPr/>
              </p14:nvContentPartPr>
              <p14:xfrm>
                <a:off x="1679182" y="589496"/>
                <a:ext cx="79200" cy="10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A182DD7-D480-8ECF-CAD9-652A927AFCE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70542" y="580856"/>
                  <a:ext cx="96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14:cNvPr>
                <p14:cNvContentPartPr/>
                <p14:nvPr/>
              </p14:nvContentPartPr>
              <p14:xfrm>
                <a:off x="1826422" y="424616"/>
                <a:ext cx="214560" cy="264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19C20B-6638-5F37-1A03-6241FF7C92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17782" y="415976"/>
                  <a:ext cx="23220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250838-E6FA-80BF-7571-1BD3A529E300}"/>
              </a:ext>
            </a:extLst>
          </p:cNvPr>
          <p:cNvGrpSpPr/>
          <p:nvPr/>
        </p:nvGrpSpPr>
        <p:grpSpPr>
          <a:xfrm>
            <a:off x="2337982" y="451616"/>
            <a:ext cx="1551240" cy="271080"/>
            <a:chOff x="2337982" y="451616"/>
            <a:chExt cx="155124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14:cNvPr>
                <p14:cNvContentPartPr/>
                <p14:nvPr/>
              </p14:nvContentPartPr>
              <p14:xfrm>
                <a:off x="2337982" y="504536"/>
                <a:ext cx="140400" cy="181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891889-0A95-BE85-1DFD-B5810A2307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29342" y="495536"/>
                  <a:ext cx="158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14:cNvPr>
                <p14:cNvContentPartPr/>
                <p14:nvPr/>
              </p14:nvContentPartPr>
              <p14:xfrm>
                <a:off x="2519782" y="620816"/>
                <a:ext cx="94320" cy="8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EDF2FD-26E7-45A8-491F-29AA672E98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1142" y="612176"/>
                  <a:ext cx="111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14:cNvPr>
                <p14:cNvContentPartPr/>
                <p14:nvPr/>
              </p14:nvContentPartPr>
              <p14:xfrm>
                <a:off x="2651902" y="669776"/>
                <a:ext cx="202680" cy="52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9A310-BD23-3BA5-9D5A-A32C5D2B94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42902" y="660776"/>
                  <a:ext cx="220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14:cNvPr>
                <p14:cNvContentPartPr/>
                <p14:nvPr/>
              </p14:nvContentPartPr>
              <p14:xfrm>
                <a:off x="2795902" y="593816"/>
                <a:ext cx="140400" cy="11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AB3BB1-8F28-9568-A7CF-4AF5DB8DFE2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87262" y="585176"/>
                  <a:ext cx="158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14:cNvPr>
                <p14:cNvContentPartPr/>
                <p14:nvPr/>
              </p14:nvContentPartPr>
              <p14:xfrm>
                <a:off x="2976982" y="478256"/>
                <a:ext cx="60120" cy="240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CC8078-C958-5E63-8710-98A0ACCF4F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67982" y="469616"/>
                  <a:ext cx="777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14:cNvPr>
                <p14:cNvContentPartPr/>
                <p14:nvPr/>
              </p14:nvContentPartPr>
              <p14:xfrm>
                <a:off x="2956822" y="626576"/>
                <a:ext cx="116280" cy="11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52A6E8-DF0F-3925-A476-DE2D1A36B15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48182" y="617936"/>
                  <a:ext cx="133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14:cNvPr>
                <p14:cNvContentPartPr/>
                <p14:nvPr/>
              </p14:nvContentPartPr>
              <p14:xfrm>
                <a:off x="3108742" y="583736"/>
                <a:ext cx="50760" cy="97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56F1E7-637F-BFBF-2DB4-5339BC43D3B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00102" y="575096"/>
                  <a:ext cx="68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14:cNvPr>
                <p14:cNvContentPartPr/>
                <p14:nvPr/>
              </p14:nvContentPartPr>
              <p14:xfrm>
                <a:off x="3246982" y="603896"/>
                <a:ext cx="99000" cy="84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78C2217-C0F5-25FF-1518-D48B72F7873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37982" y="595256"/>
                  <a:ext cx="116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14:cNvPr>
                <p14:cNvContentPartPr/>
                <p14:nvPr/>
              </p14:nvContentPartPr>
              <p14:xfrm>
                <a:off x="3391702" y="616496"/>
                <a:ext cx="26280" cy="58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37C628-5D54-82F6-AA52-BA69728A78C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82702" y="607856"/>
                  <a:ext cx="439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14:cNvPr>
                <p14:cNvContentPartPr/>
                <p14:nvPr/>
              </p14:nvContentPartPr>
              <p14:xfrm>
                <a:off x="3327982" y="483656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CEC042-A135-E11E-88DA-2E2FCA3479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18982" y="4746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14:cNvPr>
                <p14:cNvContentPartPr/>
                <p14:nvPr/>
              </p14:nvContentPartPr>
              <p14:xfrm>
                <a:off x="3455422" y="592016"/>
                <a:ext cx="132840" cy="64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7297CCC-A23E-F8E2-2A2A-13344038B8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46422" y="583016"/>
                  <a:ext cx="150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14:cNvPr>
                <p14:cNvContentPartPr/>
                <p14:nvPr/>
              </p14:nvContentPartPr>
              <p14:xfrm>
                <a:off x="3588262" y="451616"/>
                <a:ext cx="92520" cy="184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B06592-6CAF-298D-90C6-DA2D4F37D5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79622" y="442976"/>
                  <a:ext cx="110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14:cNvPr>
                <p14:cNvContentPartPr/>
                <p14:nvPr/>
              </p14:nvContentPartPr>
              <p14:xfrm>
                <a:off x="3568462" y="540896"/>
                <a:ext cx="84240" cy="18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60BE14-C4C4-8275-865C-23F19D06F3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9462" y="531896"/>
                  <a:ext cx="101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14:cNvPr>
                <p14:cNvContentPartPr/>
                <p14:nvPr/>
              </p14:nvContentPartPr>
              <p14:xfrm>
                <a:off x="3792382" y="525416"/>
                <a:ext cx="96840" cy="129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A71467-9FB5-7887-FBAB-F701CE2660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83742" y="516416"/>
                  <a:ext cx="1144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AE84F2-51D7-2BC8-070B-50C5328B5F78}"/>
              </a:ext>
            </a:extLst>
          </p:cNvPr>
          <p:cNvGrpSpPr/>
          <p:nvPr/>
        </p:nvGrpSpPr>
        <p:grpSpPr>
          <a:xfrm>
            <a:off x="723022" y="1225976"/>
            <a:ext cx="702720" cy="312840"/>
            <a:chOff x="723022" y="1225976"/>
            <a:chExt cx="70272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14:cNvPr>
                <p14:cNvContentPartPr/>
                <p14:nvPr/>
              </p14:nvContentPartPr>
              <p14:xfrm>
                <a:off x="723022" y="1274936"/>
                <a:ext cx="67320" cy="236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C7362E-E92A-6F43-C74E-F064F7C3BC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4022" y="1265936"/>
                  <a:ext cx="849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14:cNvPr>
                <p14:cNvContentPartPr/>
                <p14:nvPr/>
              </p14:nvContentPartPr>
              <p14:xfrm>
                <a:off x="765502" y="1400216"/>
                <a:ext cx="101520" cy="1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99B03B-379F-4CAF-F1A8-1192AAE32D7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6502" y="1391576"/>
                  <a:ext cx="119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14:cNvPr>
                <p14:cNvContentPartPr/>
                <p14:nvPr/>
              </p14:nvContentPartPr>
              <p14:xfrm>
                <a:off x="839662" y="1300856"/>
                <a:ext cx="65520" cy="20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CF09FE-2EF5-35D7-D001-069D8A96E4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0662" y="1292216"/>
                  <a:ext cx="83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14:cNvPr>
                <p14:cNvContentPartPr/>
                <p14:nvPr/>
              </p14:nvContentPartPr>
              <p14:xfrm>
                <a:off x="999142" y="1225976"/>
                <a:ext cx="106920" cy="299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E8C6139-F412-5E4C-C8B7-BA0E3C61E8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142" y="1216976"/>
                  <a:ext cx="1245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14:cNvPr>
                <p14:cNvContentPartPr/>
                <p14:nvPr/>
              </p14:nvContentPartPr>
              <p14:xfrm>
                <a:off x="1111102" y="1314176"/>
                <a:ext cx="167760" cy="180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2ED61F-2FAA-3F2A-F27D-130D9AF7AD1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2102" y="1305536"/>
                  <a:ext cx="185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14:cNvPr>
                <p14:cNvContentPartPr/>
                <p14:nvPr/>
              </p14:nvContentPartPr>
              <p14:xfrm>
                <a:off x="1137742" y="1418936"/>
                <a:ext cx="159480" cy="5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E6C9885-14F2-6B15-2E23-697461EC996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9102" y="1410296"/>
                  <a:ext cx="17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14:cNvPr>
                <p14:cNvContentPartPr/>
                <p14:nvPr/>
              </p14:nvContentPartPr>
              <p14:xfrm>
                <a:off x="1259782" y="1233176"/>
                <a:ext cx="165960" cy="305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78C5BB-5191-33B2-C8C5-DE5D066442E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50782" y="1224536"/>
                  <a:ext cx="183600" cy="32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B485B5E-7143-7181-589B-1A7E9B91003F}"/>
              </a:ext>
            </a:extLst>
          </p:cNvPr>
          <p:cNvGrpSpPr/>
          <p:nvPr/>
        </p:nvGrpSpPr>
        <p:grpSpPr>
          <a:xfrm>
            <a:off x="1638502" y="1369256"/>
            <a:ext cx="100080" cy="66240"/>
            <a:chOff x="1638502" y="1369256"/>
            <a:chExt cx="10008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14:cNvPr>
                <p14:cNvContentPartPr/>
                <p14:nvPr/>
              </p14:nvContentPartPr>
              <p14:xfrm>
                <a:off x="1653622" y="1429736"/>
                <a:ext cx="84960" cy="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4877B7F-3AEE-E0E3-01DC-64F81D2202C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4622" y="142109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14:cNvPr>
                <p14:cNvContentPartPr/>
                <p14:nvPr/>
              </p14:nvContentPartPr>
              <p14:xfrm>
                <a:off x="1638502" y="1369256"/>
                <a:ext cx="84240" cy="15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79F3C93-B5D0-7607-066F-E3B8E12C77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29862" y="1360256"/>
                  <a:ext cx="10188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14:cNvPr>
              <p14:cNvContentPartPr/>
              <p14:nvPr/>
            </p14:nvContentPartPr>
            <p14:xfrm>
              <a:off x="1944502" y="1248656"/>
              <a:ext cx="319320" cy="240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99E05A7C-DAB7-808C-3B3A-5DC4DDD38CE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35862" y="1240016"/>
                <a:ext cx="33696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8A56604-44D8-E48E-D192-BBA003D4CD32}"/>
              </a:ext>
            </a:extLst>
          </p:cNvPr>
          <p:cNvGrpSpPr/>
          <p:nvPr/>
        </p:nvGrpSpPr>
        <p:grpSpPr>
          <a:xfrm>
            <a:off x="1897702" y="1600736"/>
            <a:ext cx="492840" cy="98640"/>
            <a:chOff x="1897702" y="1600736"/>
            <a:chExt cx="49284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14:cNvPr>
                <p14:cNvContentPartPr/>
                <p14:nvPr/>
              </p14:nvContentPartPr>
              <p14:xfrm>
                <a:off x="1897702" y="1636376"/>
                <a:ext cx="126000" cy="6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299D2DB-AEA5-D941-C35F-387A9C2AA2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89062" y="1627736"/>
                  <a:ext cx="143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14:cNvPr>
                <p14:cNvContentPartPr/>
                <p14:nvPr/>
              </p14:nvContentPartPr>
              <p14:xfrm>
                <a:off x="2088862" y="1663736"/>
                <a:ext cx="75240" cy="5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DDA960F-273C-E284-53CE-D2309DC6353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79862" y="1654736"/>
                  <a:ext cx="9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14:cNvPr>
                <p14:cNvContentPartPr/>
                <p14:nvPr/>
              </p14:nvContentPartPr>
              <p14:xfrm>
                <a:off x="2062222" y="1601096"/>
                <a:ext cx="101520" cy="10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D1F2D7-68B7-1BCD-10EB-6FB99DE177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53582" y="1592096"/>
                  <a:ext cx="119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14:cNvPr>
                <p14:cNvContentPartPr/>
                <p14:nvPr/>
              </p14:nvContentPartPr>
              <p14:xfrm>
                <a:off x="2252662" y="1600736"/>
                <a:ext cx="137880" cy="65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7690136-6117-B281-2633-12817A2EF82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43662" y="1591736"/>
                  <a:ext cx="15552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14:cNvPr>
              <p14:cNvContentPartPr/>
              <p14:nvPr/>
            </p14:nvContentPartPr>
            <p14:xfrm>
              <a:off x="1930102" y="993776"/>
              <a:ext cx="190800" cy="1605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DEB8440-5DCC-72CC-91F2-CCBD412BF9F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21462" y="984776"/>
                <a:ext cx="20844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B25E50E-8500-AC19-3975-FB2DCEBA7784}"/>
              </a:ext>
            </a:extLst>
          </p:cNvPr>
          <p:cNvGrpSpPr/>
          <p:nvPr/>
        </p:nvGrpSpPr>
        <p:grpSpPr>
          <a:xfrm>
            <a:off x="2432662" y="1176656"/>
            <a:ext cx="1161720" cy="292320"/>
            <a:chOff x="2432662" y="1176656"/>
            <a:chExt cx="116172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14:cNvPr>
                <p14:cNvContentPartPr/>
                <p14:nvPr/>
              </p14:nvContentPartPr>
              <p14:xfrm>
                <a:off x="2432662" y="1236776"/>
                <a:ext cx="172080" cy="208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59E826-420A-8321-415F-4BABA6548E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24022" y="1227776"/>
                  <a:ext cx="189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14:cNvPr>
                <p14:cNvContentPartPr/>
                <p14:nvPr/>
              </p14:nvContentPartPr>
              <p14:xfrm>
                <a:off x="2651542" y="1215896"/>
                <a:ext cx="126360" cy="23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D3197CE-6CFA-F6AD-E209-2130CD09D3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42542" y="1206896"/>
                  <a:ext cx="144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14:cNvPr>
                <p14:cNvContentPartPr/>
                <p14:nvPr/>
              </p14:nvContentPartPr>
              <p14:xfrm>
                <a:off x="2764222" y="1328216"/>
                <a:ext cx="114120" cy="49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681573-858D-7C28-02C2-FA3D8C4E907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55222" y="1319576"/>
                  <a:ext cx="13176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14:cNvPr>
                <p14:cNvContentPartPr/>
                <p14:nvPr/>
              </p14:nvContentPartPr>
              <p14:xfrm>
                <a:off x="2865382" y="1190696"/>
                <a:ext cx="171000" cy="27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6C8005-3231-5B75-9230-08D33EB5E7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6382" y="1181696"/>
                  <a:ext cx="188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14:cNvPr>
                <p14:cNvContentPartPr/>
                <p14:nvPr/>
              </p14:nvContentPartPr>
              <p14:xfrm>
                <a:off x="3184342" y="1295816"/>
                <a:ext cx="161280" cy="141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A5F41F5-9561-B85B-DE6C-DCA3E66A17E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5342" y="1287176"/>
                  <a:ext cx="178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14:cNvPr>
                <p14:cNvContentPartPr/>
                <p14:nvPr/>
              </p14:nvContentPartPr>
              <p14:xfrm>
                <a:off x="3232582" y="1360616"/>
                <a:ext cx="63720" cy="10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5D97AD-8AFC-D1C6-4509-41B852A583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23582" y="1351976"/>
                  <a:ext cx="81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14:cNvPr>
                <p14:cNvContentPartPr/>
                <p14:nvPr/>
              </p14:nvContentPartPr>
              <p14:xfrm>
                <a:off x="3322582" y="1211936"/>
                <a:ext cx="74880" cy="24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524EDA-003C-742B-9C5A-DC4F88F2A4E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13582" y="1202936"/>
                  <a:ext cx="92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14:cNvPr>
                <p14:cNvContentPartPr/>
                <p14:nvPr/>
              </p14:nvContentPartPr>
              <p14:xfrm>
                <a:off x="3470902" y="1176656"/>
                <a:ext cx="123480" cy="61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7B4BA2-32C9-4C7B-4E7F-5F2CC2D5FB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62262" y="1168016"/>
                  <a:ext cx="14112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3FF22B0-774B-077F-BE09-C83E2341BDC3}"/>
              </a:ext>
            </a:extLst>
          </p:cNvPr>
          <p:cNvGrpSpPr/>
          <p:nvPr/>
        </p:nvGrpSpPr>
        <p:grpSpPr>
          <a:xfrm>
            <a:off x="4093342" y="1150736"/>
            <a:ext cx="244800" cy="399600"/>
            <a:chOff x="4093342" y="1150736"/>
            <a:chExt cx="244800" cy="3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14:cNvPr>
                <p14:cNvContentPartPr/>
                <p14:nvPr/>
              </p14:nvContentPartPr>
              <p14:xfrm>
                <a:off x="4141222" y="1339376"/>
                <a:ext cx="29160" cy="59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00963E5-D3D4-4C41-4066-0516A00092D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32222" y="1330736"/>
                  <a:ext cx="46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14:cNvPr>
                <p14:cNvContentPartPr/>
                <p14:nvPr/>
              </p14:nvContentPartPr>
              <p14:xfrm>
                <a:off x="4093342" y="1237136"/>
                <a:ext cx="360" cy="1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B073F5-E306-1DE0-F01F-F38306FB350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84702" y="122849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14:cNvPr>
                <p14:cNvContentPartPr/>
                <p14:nvPr/>
              </p14:nvContentPartPr>
              <p14:xfrm>
                <a:off x="4208902" y="1150736"/>
                <a:ext cx="124200" cy="39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AE5265-F7E3-9726-1F23-058A7C19358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99902" y="1142096"/>
                  <a:ext cx="141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14:cNvPr>
                <p14:cNvContentPartPr/>
                <p14:nvPr/>
              </p14:nvContentPartPr>
              <p14:xfrm>
                <a:off x="4247782" y="1414976"/>
                <a:ext cx="90360" cy="20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5B4CF64-172A-9A90-0AC3-F1C316F7CE9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239142" y="140633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BE4AB30-BC71-9275-14FF-EC637C612E10}"/>
              </a:ext>
            </a:extLst>
          </p:cNvPr>
          <p:cNvGrpSpPr/>
          <p:nvPr/>
        </p:nvGrpSpPr>
        <p:grpSpPr>
          <a:xfrm>
            <a:off x="4603102" y="1120856"/>
            <a:ext cx="2218320" cy="305280"/>
            <a:chOff x="4603102" y="1120856"/>
            <a:chExt cx="221832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14:cNvPr>
                <p14:cNvContentPartPr/>
                <p14:nvPr/>
              </p14:nvContentPartPr>
              <p14:xfrm>
                <a:off x="4603102" y="1183856"/>
                <a:ext cx="223560" cy="209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ED0EBF-3593-19B2-E6FD-8B227A1680D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594102" y="1175216"/>
                  <a:ext cx="241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14:cNvPr>
                <p14:cNvContentPartPr/>
                <p14:nvPr/>
              </p14:nvContentPartPr>
              <p14:xfrm>
                <a:off x="4874182" y="1175576"/>
                <a:ext cx="150480" cy="23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0A64ED-F86B-3F30-70EC-E4A23D5A3CF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865182" y="1166936"/>
                  <a:ext cx="168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14:cNvPr>
                <p14:cNvContentPartPr/>
                <p14:nvPr/>
              </p14:nvContentPartPr>
              <p14:xfrm>
                <a:off x="5034382" y="1281416"/>
                <a:ext cx="165240" cy="72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7863B74-95AB-CED2-3468-007E0CC82B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025382" y="1272416"/>
                  <a:ext cx="182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14:cNvPr>
                <p14:cNvContentPartPr/>
                <p14:nvPr/>
              </p14:nvContentPartPr>
              <p14:xfrm>
                <a:off x="5156782" y="1139576"/>
                <a:ext cx="186480" cy="280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78FA4B-257B-4B1C-F7A4-E23E9F281A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147782" y="1130576"/>
                  <a:ext cx="20412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14:cNvPr>
                <p14:cNvContentPartPr/>
                <p14:nvPr/>
              </p14:nvContentPartPr>
              <p14:xfrm>
                <a:off x="5502382" y="1323176"/>
                <a:ext cx="106200" cy="5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728C2A-770F-889A-B803-65FE14A70A5E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493742" y="1314536"/>
                  <a:ext cx="12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14:cNvPr>
                <p14:cNvContentPartPr/>
                <p14:nvPr/>
              </p14:nvContentPartPr>
              <p14:xfrm>
                <a:off x="5491942" y="1260896"/>
                <a:ext cx="106200" cy="10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34E1DB5-9AFF-57DF-741C-CF0D959814F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483302" y="1251896"/>
                  <a:ext cx="123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14:cNvPr>
                <p14:cNvContentPartPr/>
                <p14:nvPr/>
              </p14:nvContentPartPr>
              <p14:xfrm>
                <a:off x="5683102" y="1164056"/>
                <a:ext cx="186120" cy="213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487105-5C35-A632-829A-1E923C17E70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674102" y="1155416"/>
                  <a:ext cx="2037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14:cNvPr>
                <p14:cNvContentPartPr/>
                <p14:nvPr/>
              </p14:nvContentPartPr>
              <p14:xfrm>
                <a:off x="5927902" y="1121216"/>
                <a:ext cx="146160" cy="292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CC67E85-4CFF-C701-44F1-26247912B35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918902" y="1112576"/>
                  <a:ext cx="1638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14:cNvPr>
                <p14:cNvContentPartPr/>
                <p14:nvPr/>
              </p14:nvContentPartPr>
              <p14:xfrm>
                <a:off x="6078742" y="1202576"/>
                <a:ext cx="194400" cy="153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FFF5F9E-4E8D-8CF6-1AE0-CD19ED5C92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069742" y="1193936"/>
                  <a:ext cx="2120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14:cNvPr>
                <p14:cNvContentPartPr/>
                <p14:nvPr/>
              </p14:nvContentPartPr>
              <p14:xfrm>
                <a:off x="6417502" y="1291856"/>
                <a:ext cx="100440" cy="16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3F3456A-D984-B617-9154-32355C4D9A8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408502" y="1283216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14:cNvPr>
                <p14:cNvContentPartPr/>
                <p14:nvPr/>
              </p14:nvContentPartPr>
              <p14:xfrm>
                <a:off x="6560062" y="1259816"/>
                <a:ext cx="142920" cy="71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4CD60BA-3510-0A5D-C0ED-EB231501C70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551422" y="1250816"/>
                  <a:ext cx="160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14:cNvPr>
                <p14:cNvContentPartPr/>
                <p14:nvPr/>
              </p14:nvContentPartPr>
              <p14:xfrm>
                <a:off x="6661222" y="1120856"/>
                <a:ext cx="160200" cy="305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29980FE-2317-B5FC-C2DB-7BE7FEA757A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652222" y="1112216"/>
                  <a:ext cx="17784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78A8B1E-D4D4-5349-042F-685F47A9449C}"/>
              </a:ext>
            </a:extLst>
          </p:cNvPr>
          <p:cNvGrpSpPr/>
          <p:nvPr/>
        </p:nvGrpSpPr>
        <p:grpSpPr>
          <a:xfrm>
            <a:off x="7192942" y="1143536"/>
            <a:ext cx="755640" cy="228600"/>
            <a:chOff x="7192942" y="1143536"/>
            <a:chExt cx="75564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14:cNvPr>
                <p14:cNvContentPartPr/>
                <p14:nvPr/>
              </p14:nvContentPartPr>
              <p14:xfrm>
                <a:off x="7192942" y="1169456"/>
                <a:ext cx="163800" cy="19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0D4FF75-22B0-6079-7CE2-E7992B6F94D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83942" y="1160456"/>
                  <a:ext cx="1814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14:cNvPr>
                <p14:cNvContentPartPr/>
                <p14:nvPr/>
              </p14:nvContentPartPr>
              <p14:xfrm>
                <a:off x="7309582" y="1143536"/>
                <a:ext cx="395280" cy="228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ED0A459-BDE0-D948-7A21-94D6E8C313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300942" y="1134536"/>
                  <a:ext cx="4129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14:cNvPr>
                <p14:cNvContentPartPr/>
                <p14:nvPr/>
              </p14:nvContentPartPr>
              <p14:xfrm>
                <a:off x="7713862" y="1282496"/>
                <a:ext cx="234720" cy="68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F5DE363-481D-14CA-BCE8-81E4D02F016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704862" y="1273856"/>
                  <a:ext cx="25236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DC8321A-CF98-F529-F0BE-136B8E4E89EA}"/>
              </a:ext>
            </a:extLst>
          </p:cNvPr>
          <p:cNvGrpSpPr/>
          <p:nvPr/>
        </p:nvGrpSpPr>
        <p:grpSpPr>
          <a:xfrm>
            <a:off x="4640902" y="2360336"/>
            <a:ext cx="495720" cy="86040"/>
            <a:chOff x="4640902" y="2360336"/>
            <a:chExt cx="49572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14:cNvPr>
                <p14:cNvContentPartPr/>
                <p14:nvPr/>
              </p14:nvContentPartPr>
              <p14:xfrm>
                <a:off x="4640902" y="2385176"/>
                <a:ext cx="142920" cy="5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122AC89-428E-8D3D-1973-20408AD0245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32262" y="2376176"/>
                  <a:ext cx="160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14:cNvPr>
                <p14:cNvContentPartPr/>
                <p14:nvPr/>
              </p14:nvContentPartPr>
              <p14:xfrm>
                <a:off x="4874902" y="2418296"/>
                <a:ext cx="85320" cy="2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CB4F1F1-A109-D78F-1F4E-D01D30992D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866262" y="2409296"/>
                  <a:ext cx="102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14:cNvPr>
                <p14:cNvContentPartPr/>
                <p14:nvPr/>
              </p14:nvContentPartPr>
              <p14:xfrm>
                <a:off x="4863742" y="2360336"/>
                <a:ext cx="118080" cy="1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C78D0A-B4E9-AA4C-36FA-B1D88398B1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854742" y="2351696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14:cNvPr>
                <p14:cNvContentPartPr/>
                <p14:nvPr/>
              </p14:nvContentPartPr>
              <p14:xfrm>
                <a:off x="5052742" y="2375096"/>
                <a:ext cx="83880" cy="71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A82DAD-85E8-0426-4EBA-B1DD9F747DB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044102" y="2366456"/>
                  <a:ext cx="1015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E83E3B4-1A22-A6D9-8081-433C872A8ECB}"/>
              </a:ext>
            </a:extLst>
          </p:cNvPr>
          <p:cNvGrpSpPr/>
          <p:nvPr/>
        </p:nvGrpSpPr>
        <p:grpSpPr>
          <a:xfrm>
            <a:off x="3636142" y="1808816"/>
            <a:ext cx="1315800" cy="469800"/>
            <a:chOff x="3636142" y="1808816"/>
            <a:chExt cx="131580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14:cNvPr>
                <p14:cNvContentPartPr/>
                <p14:nvPr/>
              </p14:nvContentPartPr>
              <p14:xfrm>
                <a:off x="3636142" y="2025176"/>
                <a:ext cx="111960" cy="253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675D60-BC59-F0FB-3D41-E1436B4375E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627502" y="2016536"/>
                  <a:ext cx="1296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14:cNvPr>
                <p14:cNvContentPartPr/>
                <p14:nvPr/>
              </p14:nvContentPartPr>
              <p14:xfrm>
                <a:off x="3726502" y="2187536"/>
                <a:ext cx="63000" cy="8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FCC933-2EAE-229E-3DD4-A98CAEB3F0E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717862" y="2178536"/>
                  <a:ext cx="80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14:cNvPr>
                <p14:cNvContentPartPr/>
                <p14:nvPr/>
              </p14:nvContentPartPr>
              <p14:xfrm>
                <a:off x="3747742" y="2057216"/>
                <a:ext cx="105480" cy="193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A80B79E-8BD9-E5F0-55A2-75518CBE022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739102" y="2048576"/>
                  <a:ext cx="123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14:cNvPr>
                <p14:cNvContentPartPr/>
                <p14:nvPr/>
              </p14:nvContentPartPr>
              <p14:xfrm>
                <a:off x="3869782" y="2003216"/>
                <a:ext cx="125640" cy="261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8AA3509-DFF8-8941-2090-43CD9DFCDD9D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861142" y="1994576"/>
                  <a:ext cx="143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14:cNvPr>
                <p14:cNvContentPartPr/>
                <p14:nvPr/>
              </p14:nvContentPartPr>
              <p14:xfrm>
                <a:off x="3976342" y="2088176"/>
                <a:ext cx="185760" cy="166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88F676-70D7-D9D3-5992-B0396348583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967702" y="2079176"/>
                  <a:ext cx="203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14:cNvPr>
                <p14:cNvContentPartPr/>
                <p14:nvPr/>
              </p14:nvContentPartPr>
              <p14:xfrm>
                <a:off x="4018102" y="2184656"/>
                <a:ext cx="113040" cy="16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260A350-93C3-D91A-631C-6351F0687CF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09102" y="2176016"/>
                  <a:ext cx="130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14:cNvPr>
                <p14:cNvContentPartPr/>
                <p14:nvPr/>
              </p14:nvContentPartPr>
              <p14:xfrm>
                <a:off x="4109182" y="1977656"/>
                <a:ext cx="160560" cy="298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6268C89-C763-75FE-6468-3C62231709F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100542" y="1968656"/>
                  <a:ext cx="178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14:cNvPr>
                <p14:cNvContentPartPr/>
                <p14:nvPr/>
              </p14:nvContentPartPr>
              <p14:xfrm>
                <a:off x="4386742" y="2197616"/>
                <a:ext cx="100440" cy="14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71BFC9-C37F-0245-BF93-95CF4936AD9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377742" y="2188616"/>
                  <a:ext cx="118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14:cNvPr>
                <p14:cNvContentPartPr/>
                <p14:nvPr/>
              </p14:nvContentPartPr>
              <p14:xfrm>
                <a:off x="4372702" y="2130656"/>
                <a:ext cx="103680" cy="12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8F9D19E-9FC5-B2AA-AEC0-40A1426514C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64062" y="2122016"/>
                  <a:ext cx="121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14:cNvPr>
                <p14:cNvContentPartPr/>
                <p14:nvPr/>
              </p14:nvContentPartPr>
              <p14:xfrm>
                <a:off x="4655662" y="2052536"/>
                <a:ext cx="296280" cy="223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CCF02C-76DF-5F34-F4BA-DF2297F9BD5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646662" y="2043536"/>
                  <a:ext cx="313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14:cNvPr>
                <p14:cNvContentPartPr/>
                <p14:nvPr/>
              </p14:nvContentPartPr>
              <p14:xfrm>
                <a:off x="4708222" y="1808816"/>
                <a:ext cx="187200" cy="120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8AE3F44-BAF9-403C-B825-3A42CF30AC1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99582" y="1799816"/>
                  <a:ext cx="2048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C0600F5-6F6A-9641-577F-32344AEB09B6}"/>
              </a:ext>
            </a:extLst>
          </p:cNvPr>
          <p:cNvGrpSpPr/>
          <p:nvPr/>
        </p:nvGrpSpPr>
        <p:grpSpPr>
          <a:xfrm>
            <a:off x="5191702" y="1934816"/>
            <a:ext cx="1627920" cy="304560"/>
            <a:chOff x="5191702" y="1934816"/>
            <a:chExt cx="162792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14:cNvPr>
                <p14:cNvContentPartPr/>
                <p14:nvPr/>
              </p14:nvContentPartPr>
              <p14:xfrm>
                <a:off x="5191702" y="2034896"/>
                <a:ext cx="188280" cy="202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A80962-A34E-BF52-6B10-5FE4A1EBD91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183062" y="2025896"/>
                  <a:ext cx="205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14:cNvPr>
                <p14:cNvContentPartPr/>
                <p14:nvPr/>
              </p14:nvContentPartPr>
              <p14:xfrm>
                <a:off x="5413102" y="1988096"/>
                <a:ext cx="156960" cy="251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6F095A9-A11B-EE64-D93E-C3C6D85A8CAA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404102" y="1979456"/>
                  <a:ext cx="174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14:cNvPr>
                <p14:cNvContentPartPr/>
                <p14:nvPr/>
              </p14:nvContentPartPr>
              <p14:xfrm>
                <a:off x="5585902" y="2028056"/>
                <a:ext cx="203760" cy="161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88D2F13-F3A2-E0FF-5634-FBB60658EB1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577262" y="2019416"/>
                  <a:ext cx="221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14:cNvPr>
                <p14:cNvContentPartPr/>
                <p14:nvPr/>
              </p14:nvContentPartPr>
              <p14:xfrm>
                <a:off x="5889742" y="2115896"/>
                <a:ext cx="80640" cy="16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2B6EEA2-2C1E-1407-2739-3AF025A250D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80742" y="2107256"/>
                  <a:ext cx="9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14:cNvPr>
                <p14:cNvContentPartPr/>
                <p14:nvPr/>
              </p14:nvContentPartPr>
              <p14:xfrm>
                <a:off x="6042382" y="2089256"/>
                <a:ext cx="136080" cy="74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2628381-597C-EF62-04A9-EAC00DAD5E6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33382" y="2080256"/>
                  <a:ext cx="153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14:cNvPr>
                <p14:cNvContentPartPr/>
                <p14:nvPr/>
              </p14:nvContentPartPr>
              <p14:xfrm>
                <a:off x="6113662" y="1942376"/>
                <a:ext cx="197280" cy="281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2B8696B-F507-5CD7-0246-CA2B4B2B379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04662" y="1933376"/>
                  <a:ext cx="2149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14:cNvPr>
                <p14:cNvContentPartPr/>
                <p14:nvPr/>
              </p14:nvContentPartPr>
              <p14:xfrm>
                <a:off x="6427222" y="2051096"/>
                <a:ext cx="146880" cy="146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D069369-18E1-9B6C-514E-E11840E612A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18222" y="2042096"/>
                  <a:ext cx="164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14:cNvPr>
                <p14:cNvContentPartPr/>
                <p14:nvPr/>
              </p14:nvContentPartPr>
              <p14:xfrm>
                <a:off x="6429742" y="2115896"/>
                <a:ext cx="104400" cy="10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557D653-AEE3-8010-FB91-484A31B0D41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420742" y="2106896"/>
                  <a:ext cx="122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14:cNvPr>
                <p14:cNvContentPartPr/>
                <p14:nvPr/>
              </p14:nvContentPartPr>
              <p14:xfrm>
                <a:off x="6544222" y="1981616"/>
                <a:ext cx="79920" cy="1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961D477-5ED7-FF57-5092-EAF4B2CD71F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535582" y="1972616"/>
                  <a:ext cx="97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14:cNvPr>
                <p14:cNvContentPartPr/>
                <p14:nvPr/>
              </p14:nvContentPartPr>
              <p14:xfrm>
                <a:off x="6687862" y="1934816"/>
                <a:ext cx="131760" cy="63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FEAE9F2-63DD-EF72-C5FC-4BCB0CF7778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678862" y="1925816"/>
                  <a:ext cx="14940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E486E5D-2054-813E-6A39-955CF4549BB1}"/>
              </a:ext>
            </a:extLst>
          </p:cNvPr>
          <p:cNvGrpSpPr/>
          <p:nvPr/>
        </p:nvGrpSpPr>
        <p:grpSpPr>
          <a:xfrm>
            <a:off x="7083502" y="2094296"/>
            <a:ext cx="114840" cy="59040"/>
            <a:chOff x="7083502" y="2094296"/>
            <a:chExt cx="114840" cy="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14:cNvPr>
                <p14:cNvContentPartPr/>
                <p14:nvPr/>
              </p14:nvContentPartPr>
              <p14:xfrm>
                <a:off x="7086742" y="2147576"/>
                <a:ext cx="11160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5FFA72F-CED5-3A1B-A3FE-AB3AA7A5611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078102" y="2138576"/>
                  <a:ext cx="129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14:cNvPr>
                <p14:cNvContentPartPr/>
                <p14:nvPr/>
              </p14:nvContentPartPr>
              <p14:xfrm>
                <a:off x="7083502" y="2094296"/>
                <a:ext cx="72360" cy="5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7D544C3-94D0-5947-7DE2-D281EDB2813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074862" y="2085296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EE766BF-F81E-3EE8-F742-A21EFEBD343F}"/>
              </a:ext>
            </a:extLst>
          </p:cNvPr>
          <p:cNvGrpSpPr/>
          <p:nvPr/>
        </p:nvGrpSpPr>
        <p:grpSpPr>
          <a:xfrm>
            <a:off x="6646102" y="2489216"/>
            <a:ext cx="541440" cy="135720"/>
            <a:chOff x="6646102" y="2489216"/>
            <a:chExt cx="54144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14:cNvPr>
                <p14:cNvContentPartPr/>
                <p14:nvPr/>
              </p14:nvContentPartPr>
              <p14:xfrm>
                <a:off x="6646102" y="2489216"/>
                <a:ext cx="160560" cy="135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97203E8-01EC-6BE6-A23D-DA39E275870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637462" y="2480216"/>
                  <a:ext cx="178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14:cNvPr>
                <p14:cNvContentPartPr/>
                <p14:nvPr/>
              </p14:nvContentPartPr>
              <p14:xfrm>
                <a:off x="6864622" y="2556536"/>
                <a:ext cx="100080" cy="16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419C95-CBA2-8163-A02F-D49A170F790D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855622" y="2547536"/>
                  <a:ext cx="117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14:cNvPr>
                <p14:cNvContentPartPr/>
                <p14:nvPr/>
              </p14:nvContentPartPr>
              <p14:xfrm>
                <a:off x="7065142" y="2530976"/>
                <a:ext cx="122400" cy="81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7157F45-F21C-811D-4835-BEC73CE9811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056502" y="2521976"/>
                  <a:ext cx="14004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5126C9A-859A-9090-A6AE-83887067DDFA}"/>
              </a:ext>
            </a:extLst>
          </p:cNvPr>
          <p:cNvGrpSpPr/>
          <p:nvPr/>
        </p:nvGrpSpPr>
        <p:grpSpPr>
          <a:xfrm>
            <a:off x="5893702" y="2482016"/>
            <a:ext cx="540000" cy="196920"/>
            <a:chOff x="5893702" y="2482016"/>
            <a:chExt cx="54000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14:cNvPr>
                <p14:cNvContentPartPr/>
                <p14:nvPr/>
              </p14:nvContentPartPr>
              <p14:xfrm>
                <a:off x="6204022" y="2562296"/>
                <a:ext cx="229680" cy="79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48B73C-8759-7C25-3B01-062E5A6AB65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195382" y="2553296"/>
                  <a:ext cx="247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14:cNvPr>
                <p14:cNvContentPartPr/>
                <p14:nvPr/>
              </p14:nvContentPartPr>
              <p14:xfrm>
                <a:off x="5893702" y="2482016"/>
                <a:ext cx="58680" cy="196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B6E0D8-A3E7-6932-ECA4-7DC817F62F8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885062" y="2473016"/>
                  <a:ext cx="76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14:cNvPr>
                <p14:cNvContentPartPr/>
                <p14:nvPr/>
              </p14:nvContentPartPr>
              <p14:xfrm>
                <a:off x="5955982" y="2604776"/>
                <a:ext cx="92880" cy="48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5E9787-2643-5CD6-B13C-A8B51CEAC81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946982" y="2596136"/>
                  <a:ext cx="1105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14:cNvPr>
              <p14:cNvContentPartPr/>
              <p14:nvPr/>
            </p14:nvContentPartPr>
            <p14:xfrm>
              <a:off x="5283862" y="2642936"/>
              <a:ext cx="179280" cy="73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33EF41B-BD99-7D0B-0CD5-4AF6F46D1D1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5275222" y="2633936"/>
                <a:ext cx="19692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14:cNvPr>
              <p14:cNvContentPartPr/>
              <p14:nvPr/>
            </p14:nvContentPartPr>
            <p14:xfrm>
              <a:off x="4859062" y="2662016"/>
              <a:ext cx="234000" cy="644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7AD558A-4833-D11E-36BD-1BB0217E7C5C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4850422" y="2653376"/>
                <a:ext cx="25164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2C7433A-0A88-4D68-EC70-912DAAE70BFA}"/>
              </a:ext>
            </a:extLst>
          </p:cNvPr>
          <p:cNvGrpSpPr/>
          <p:nvPr/>
        </p:nvGrpSpPr>
        <p:grpSpPr>
          <a:xfrm>
            <a:off x="3970942" y="2641856"/>
            <a:ext cx="614880" cy="185760"/>
            <a:chOff x="3970942" y="2641856"/>
            <a:chExt cx="614880" cy="18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14:cNvPr>
                <p14:cNvContentPartPr/>
                <p14:nvPr/>
              </p14:nvContentPartPr>
              <p14:xfrm>
                <a:off x="3970942" y="2659856"/>
                <a:ext cx="219960" cy="167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ACD83A5-AA80-16FA-E040-304E3BAD419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962302" y="2650856"/>
                  <a:ext cx="237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14:cNvPr>
                <p14:cNvContentPartPr/>
                <p14:nvPr/>
              </p14:nvContentPartPr>
              <p14:xfrm>
                <a:off x="4252462" y="2743376"/>
                <a:ext cx="80640" cy="21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FDE4F94-4748-A8A9-D3C5-A5433C7B44A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243462" y="2734376"/>
                  <a:ext cx="98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14:cNvPr>
                <p14:cNvContentPartPr/>
                <p14:nvPr/>
              </p14:nvContentPartPr>
              <p14:xfrm>
                <a:off x="4364422" y="2641856"/>
                <a:ext cx="91440" cy="137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9DB6561-3ECC-AC69-C861-601A3D57E40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355782" y="2633216"/>
                  <a:ext cx="1090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14:cNvPr>
                <p14:cNvContentPartPr/>
                <p14:nvPr/>
              </p14:nvContentPartPr>
              <p14:xfrm>
                <a:off x="4460542" y="2716376"/>
                <a:ext cx="125280" cy="49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566BC4F-51B2-90A3-6B49-69AC3C0D588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51902" y="2707736"/>
                  <a:ext cx="142920" cy="6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14:cNvPr>
              <p14:cNvContentPartPr/>
              <p14:nvPr/>
            </p14:nvContentPartPr>
            <p14:xfrm>
              <a:off x="7505782" y="1945616"/>
              <a:ext cx="366480" cy="2242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0AE5BFD-0B39-1A77-180C-CD5E17982C3E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7496782" y="1936616"/>
                <a:ext cx="384120" cy="24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B99C56B-216F-50B2-CC13-3766B491AD9F}"/>
              </a:ext>
            </a:extLst>
          </p:cNvPr>
          <p:cNvGrpSpPr/>
          <p:nvPr/>
        </p:nvGrpSpPr>
        <p:grpSpPr>
          <a:xfrm>
            <a:off x="7501102" y="2276816"/>
            <a:ext cx="610560" cy="174600"/>
            <a:chOff x="7501102" y="2276816"/>
            <a:chExt cx="61056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14:cNvPr>
                <p14:cNvContentPartPr/>
                <p14:nvPr/>
              </p14:nvContentPartPr>
              <p14:xfrm>
                <a:off x="7501102" y="2276816"/>
                <a:ext cx="48240" cy="174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7250595-376E-536C-D04E-6E66792019A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492102" y="2267816"/>
                  <a:ext cx="65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14:cNvPr>
                <p14:cNvContentPartPr/>
                <p14:nvPr/>
              </p14:nvContentPartPr>
              <p14:xfrm>
                <a:off x="7560862" y="2362856"/>
                <a:ext cx="117360" cy="69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C5B12BC-C49B-98DB-9A58-F300835D5BA4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551862" y="2354216"/>
                  <a:ext cx="135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14:cNvPr>
                <p14:cNvContentPartPr/>
                <p14:nvPr/>
              </p14:nvContentPartPr>
              <p14:xfrm>
                <a:off x="7709182" y="2397776"/>
                <a:ext cx="111240" cy="5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7A1EC54-690C-EC27-01F6-CDE35CFD73A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7700182" y="2388776"/>
                  <a:ext cx="128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14:cNvPr>
                <p14:cNvContentPartPr/>
                <p14:nvPr/>
              </p14:nvContentPartPr>
              <p14:xfrm>
                <a:off x="7705222" y="2343056"/>
                <a:ext cx="88560" cy="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005602B-D1B4-2FC6-36DE-2392627130B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696582" y="2334416"/>
                  <a:ext cx="106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14:cNvPr>
                <p14:cNvContentPartPr/>
                <p14:nvPr/>
              </p14:nvContentPartPr>
              <p14:xfrm>
                <a:off x="7923742" y="2276816"/>
                <a:ext cx="187920" cy="172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BEA89F6-5346-DE1E-3832-FAA25DDDC00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14742" y="2267816"/>
                  <a:ext cx="20556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14:cNvPr>
              <p14:cNvContentPartPr/>
              <p14:nvPr/>
            </p14:nvContentPartPr>
            <p14:xfrm>
              <a:off x="7591462" y="1721336"/>
              <a:ext cx="127800" cy="1292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46C4F035-4833-3D5D-2810-C47A39497F5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582462" y="1712696"/>
                <a:ext cx="14544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21EFDE87-1E1B-5041-70B5-0DFF263BC3CF}"/>
              </a:ext>
            </a:extLst>
          </p:cNvPr>
          <p:cNvGrpSpPr/>
          <p:nvPr/>
        </p:nvGrpSpPr>
        <p:grpSpPr>
          <a:xfrm>
            <a:off x="8134702" y="1801976"/>
            <a:ext cx="1986120" cy="414000"/>
            <a:chOff x="8134702" y="1801976"/>
            <a:chExt cx="1986120" cy="41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14:cNvPr>
                <p14:cNvContentPartPr/>
                <p14:nvPr/>
              </p14:nvContentPartPr>
              <p14:xfrm>
                <a:off x="8134702" y="1981616"/>
                <a:ext cx="165960" cy="234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07199C6-4CAB-0521-385C-F7CADD5715AC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125702" y="1972616"/>
                  <a:ext cx="1836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14:cNvPr>
                <p14:cNvContentPartPr/>
                <p14:nvPr/>
              </p14:nvContentPartPr>
              <p14:xfrm>
                <a:off x="8345662" y="1934456"/>
                <a:ext cx="191880" cy="267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2463D49-8ABB-9E7B-327A-0A5C0B4A9BD0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337022" y="1925456"/>
                  <a:ext cx="2095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14:cNvPr>
                <p14:cNvContentPartPr/>
                <p14:nvPr/>
              </p14:nvContentPartPr>
              <p14:xfrm>
                <a:off x="8522782" y="1981616"/>
                <a:ext cx="52200" cy="155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9AD6DC3-23F1-F008-6FBC-E5C01AC5D72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514142" y="1972976"/>
                  <a:ext cx="69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14:cNvPr>
                <p14:cNvContentPartPr/>
                <p14:nvPr/>
              </p14:nvContentPartPr>
              <p14:xfrm>
                <a:off x="8607382" y="2078456"/>
                <a:ext cx="122760" cy="60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0B4F10B-E85D-F0C7-0DBF-5016F44C2FA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598742" y="2069816"/>
                  <a:ext cx="140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14:cNvPr>
                <p14:cNvContentPartPr/>
                <p14:nvPr/>
              </p14:nvContentPartPr>
              <p14:xfrm>
                <a:off x="8676142" y="1916096"/>
                <a:ext cx="146880" cy="294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D93187F-D189-7A50-034E-9CFD423D60E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667142" y="1907456"/>
                  <a:ext cx="164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14:cNvPr>
                <p14:cNvContentPartPr/>
                <p14:nvPr/>
              </p14:nvContentPartPr>
              <p14:xfrm>
                <a:off x="8984302" y="2056496"/>
                <a:ext cx="178560" cy="155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2D6D4E7-1B4D-111A-0C22-602B92F3883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975662" y="2047856"/>
                  <a:ext cx="1962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14:cNvPr>
                <p14:cNvContentPartPr/>
                <p14:nvPr/>
              </p14:nvContentPartPr>
              <p14:xfrm>
                <a:off x="9050182" y="2126336"/>
                <a:ext cx="67680" cy="11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56BFBE4-01C0-6EED-ABC4-FF10E1C3DE5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041182" y="2117336"/>
                  <a:ext cx="8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14:cNvPr>
                <p14:cNvContentPartPr/>
                <p14:nvPr/>
              </p14:nvContentPartPr>
              <p14:xfrm>
                <a:off x="9165022" y="1801976"/>
                <a:ext cx="43200" cy="174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CAFFA1-434B-A687-95FA-2F2FAB302CF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156382" y="1793336"/>
                  <a:ext cx="60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14:cNvPr>
                <p14:cNvContentPartPr/>
                <p14:nvPr/>
              </p14:nvContentPartPr>
              <p14:xfrm>
                <a:off x="9217582" y="1908536"/>
                <a:ext cx="114840" cy="67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1D76C96-4B91-3B21-4154-8559AB1B367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208942" y="1899536"/>
                  <a:ext cx="132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14:cNvPr>
                <p14:cNvContentPartPr/>
                <p14:nvPr/>
              </p14:nvContentPartPr>
              <p14:xfrm>
                <a:off x="9489382" y="2045696"/>
                <a:ext cx="180720" cy="1702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21F04E1-F7E3-5979-E7E2-6B199B9FAC71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480382" y="2037056"/>
                  <a:ext cx="198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14:cNvPr>
                <p14:cNvContentPartPr/>
                <p14:nvPr/>
              </p14:nvContentPartPr>
              <p14:xfrm>
                <a:off x="9536182" y="2128496"/>
                <a:ext cx="97200" cy="14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A04D36-06B2-F1DD-E9FA-1E1713618F58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527182" y="2119856"/>
                  <a:ext cx="1148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14:cNvPr>
                <p14:cNvContentPartPr/>
                <p14:nvPr/>
              </p14:nvContentPartPr>
              <p14:xfrm>
                <a:off x="9668302" y="1960016"/>
                <a:ext cx="108360" cy="12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DD20C34-7FDE-61E8-23A7-DBE75EAE59B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659662" y="1951016"/>
                  <a:ext cx="126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14:cNvPr>
                <p14:cNvContentPartPr/>
                <p14:nvPr/>
              </p14:nvContentPartPr>
              <p14:xfrm>
                <a:off x="9892582" y="1870736"/>
                <a:ext cx="228240" cy="142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91F5591-EC65-3A06-9D61-07F77794212B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883942" y="1861736"/>
                  <a:ext cx="24588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DAF0E60-4F5B-F59D-EE35-03EA9444274D}"/>
              </a:ext>
            </a:extLst>
          </p:cNvPr>
          <p:cNvGrpSpPr/>
          <p:nvPr/>
        </p:nvGrpSpPr>
        <p:grpSpPr>
          <a:xfrm>
            <a:off x="7485622" y="3093656"/>
            <a:ext cx="114480" cy="75960"/>
            <a:chOff x="7485622" y="3093656"/>
            <a:chExt cx="114480" cy="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14:cNvPr>
                <p14:cNvContentPartPr/>
                <p14:nvPr/>
              </p14:nvContentPartPr>
              <p14:xfrm>
                <a:off x="7485622" y="3152336"/>
                <a:ext cx="114480" cy="17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2B40A2A-B184-9BDA-50F0-5BACF345D32E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476982" y="3143696"/>
                  <a:ext cx="132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14:cNvPr>
                <p14:cNvContentPartPr/>
                <p14:nvPr/>
              </p14:nvContentPartPr>
              <p14:xfrm>
                <a:off x="7491022" y="3093656"/>
                <a:ext cx="106200" cy="16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BB763A5-C94B-EE51-B82D-27A79EB21B8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482382" y="3084656"/>
                  <a:ext cx="123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D19DB21-2045-8C49-B52E-AE0F4DF74D8D}"/>
              </a:ext>
            </a:extLst>
          </p:cNvPr>
          <p:cNvGrpSpPr/>
          <p:nvPr/>
        </p:nvGrpSpPr>
        <p:grpSpPr>
          <a:xfrm>
            <a:off x="7899982" y="2856416"/>
            <a:ext cx="615960" cy="382680"/>
            <a:chOff x="7899982" y="2856416"/>
            <a:chExt cx="61596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14:cNvPr>
                <p14:cNvContentPartPr/>
                <p14:nvPr/>
              </p14:nvContentPartPr>
              <p14:xfrm>
                <a:off x="7899982" y="3039296"/>
                <a:ext cx="139680" cy="199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855B8E6-3B39-7C31-1033-6E3C721EDFA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90982" y="3030296"/>
                  <a:ext cx="157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14:cNvPr>
                <p14:cNvContentPartPr/>
                <p14:nvPr/>
              </p14:nvContentPartPr>
              <p14:xfrm>
                <a:off x="7954702" y="3146576"/>
                <a:ext cx="110520" cy="11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33370A8-C7D9-4432-2366-F903ACAD01D7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45702" y="3137936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14:cNvPr>
                <p14:cNvContentPartPr/>
                <p14:nvPr/>
              </p14:nvContentPartPr>
              <p14:xfrm>
                <a:off x="8082142" y="2978456"/>
                <a:ext cx="120960" cy="3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7487221-9E3B-C17F-D52C-815F8E43301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073142" y="2969816"/>
                  <a:ext cx="138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14:cNvPr>
                <p14:cNvContentPartPr/>
                <p14:nvPr/>
              </p14:nvContentPartPr>
              <p14:xfrm>
                <a:off x="8287342" y="2856416"/>
                <a:ext cx="228600" cy="1350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B752C2-42BA-ABA5-CB9C-E21D27DE2379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78702" y="2847776"/>
                  <a:ext cx="2462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14:cNvPr>
                <p14:cNvContentPartPr/>
                <p14:nvPr/>
              </p14:nvContentPartPr>
              <p14:xfrm>
                <a:off x="8412262" y="2867216"/>
                <a:ext cx="19800" cy="453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69B51A5-778E-5DE7-A5EE-6A0519D5430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403262" y="2858576"/>
                  <a:ext cx="374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4C05FF3-D9C7-98EF-FD13-C606E36AA4F4}"/>
              </a:ext>
            </a:extLst>
          </p:cNvPr>
          <p:cNvGrpSpPr/>
          <p:nvPr/>
        </p:nvGrpSpPr>
        <p:grpSpPr>
          <a:xfrm>
            <a:off x="8711062" y="2827976"/>
            <a:ext cx="1225440" cy="387360"/>
            <a:chOff x="8711062" y="2827976"/>
            <a:chExt cx="12254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14:cNvPr>
                <p14:cNvContentPartPr/>
                <p14:nvPr/>
              </p14:nvContentPartPr>
              <p14:xfrm>
                <a:off x="8711062" y="3109856"/>
                <a:ext cx="2520" cy="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5F241C-4D34-62CA-6D4D-BEB032C0872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02422" y="310085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14:cNvPr>
                <p14:cNvContentPartPr/>
                <p14:nvPr/>
              </p14:nvContentPartPr>
              <p14:xfrm>
                <a:off x="8837782" y="2951816"/>
                <a:ext cx="96120" cy="244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50F3789-CC90-BD46-F254-43828A666FD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828782" y="2943176"/>
                  <a:ext cx="113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14:cNvPr>
                <p14:cNvContentPartPr/>
                <p14:nvPr/>
              </p14:nvContentPartPr>
              <p14:xfrm>
                <a:off x="8904742" y="3103736"/>
                <a:ext cx="128160" cy="16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B4C0937-D180-8D8C-5A51-82F3B16B3BF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895742" y="3095096"/>
                  <a:ext cx="145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14:cNvPr>
                <p14:cNvContentPartPr/>
                <p14:nvPr/>
              </p14:nvContentPartPr>
              <p14:xfrm>
                <a:off x="8969902" y="2971616"/>
                <a:ext cx="115200" cy="216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B2B3996-2BA4-53E4-641C-49EFE54534E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61262" y="2962616"/>
                  <a:ext cx="132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14:cNvPr>
                <p14:cNvContentPartPr/>
                <p14:nvPr/>
              </p14:nvContentPartPr>
              <p14:xfrm>
                <a:off x="9134422" y="2858216"/>
                <a:ext cx="158400" cy="357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BB41A4B-6004-EFB7-A825-960A0F9F6B4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125422" y="2849576"/>
                  <a:ext cx="176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14:cNvPr>
                <p14:cNvContentPartPr/>
                <p14:nvPr/>
              </p14:nvContentPartPr>
              <p14:xfrm>
                <a:off x="9282022" y="2992856"/>
                <a:ext cx="186120" cy="170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FC364AA-C8EC-04E6-2E26-F4E586A105D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273382" y="2984216"/>
                  <a:ext cx="203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14:cNvPr>
                <p14:cNvContentPartPr/>
                <p14:nvPr/>
              </p14:nvContentPartPr>
              <p14:xfrm>
                <a:off x="9303622" y="3078896"/>
                <a:ext cx="106560" cy="10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829168F-5AF0-17CD-F989-39F194151A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94622" y="3070256"/>
                  <a:ext cx="124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14:cNvPr>
                <p14:cNvContentPartPr/>
                <p14:nvPr/>
              </p14:nvContentPartPr>
              <p14:xfrm>
                <a:off x="9458782" y="2916896"/>
                <a:ext cx="137160" cy="334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7FD17EE-4A2F-27F6-9E40-D80D1054E2E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449782" y="2908256"/>
                  <a:ext cx="154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14:cNvPr>
                <p14:cNvContentPartPr/>
                <p14:nvPr/>
              </p14:nvContentPartPr>
              <p14:xfrm>
                <a:off x="9643462" y="2853896"/>
                <a:ext cx="43200" cy="114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D673D98-63C9-E783-2E52-96FC250A7C1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634822" y="2844896"/>
                  <a:ext cx="60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14:cNvPr>
                <p14:cNvContentPartPr/>
                <p14:nvPr/>
              </p14:nvContentPartPr>
              <p14:xfrm>
                <a:off x="9484702" y="2928776"/>
                <a:ext cx="99360" cy="219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BB513E9-DDDB-2D08-C3D5-6B16D359BAC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476062" y="2920136"/>
                  <a:ext cx="1170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14:cNvPr>
                <p14:cNvContentPartPr/>
                <p14:nvPr/>
              </p14:nvContentPartPr>
              <p14:xfrm>
                <a:off x="9765862" y="2827976"/>
                <a:ext cx="170640" cy="372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7461789-B3C7-825E-C170-B89F07C5FAF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756862" y="2819336"/>
                  <a:ext cx="188280" cy="38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75EA55E-945C-688A-6B21-BD01BBA1C7C1}"/>
              </a:ext>
            </a:extLst>
          </p:cNvPr>
          <p:cNvGrpSpPr/>
          <p:nvPr/>
        </p:nvGrpSpPr>
        <p:grpSpPr>
          <a:xfrm>
            <a:off x="658942" y="3508736"/>
            <a:ext cx="518760" cy="237600"/>
            <a:chOff x="658942" y="3508736"/>
            <a:chExt cx="5187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14:cNvPr>
                <p14:cNvContentPartPr/>
                <p14:nvPr/>
              </p14:nvContentPartPr>
              <p14:xfrm>
                <a:off x="675862" y="3641576"/>
                <a:ext cx="301680" cy="11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6F5E36C-1A20-0662-2D04-A3A63B4FB97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7222" y="3632576"/>
                  <a:ext cx="319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14:cNvPr>
                <p14:cNvContentPartPr/>
                <p14:nvPr/>
              </p14:nvContentPartPr>
              <p14:xfrm>
                <a:off x="658942" y="3571736"/>
                <a:ext cx="287640" cy="16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0B8961E-05D5-F286-0A1E-B70426D4ED5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49942" y="3563096"/>
                  <a:ext cx="305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14:cNvPr>
                <p14:cNvContentPartPr/>
                <p14:nvPr/>
              </p14:nvContentPartPr>
              <p14:xfrm>
                <a:off x="908782" y="3508736"/>
                <a:ext cx="268920" cy="237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BA987E4-ACCF-C87A-A4E8-922A40EE4AC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0142" y="3499736"/>
                  <a:ext cx="28656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4654C56-D3AE-CBC1-6D78-971CDA897A78}"/>
              </a:ext>
            </a:extLst>
          </p:cNvPr>
          <p:cNvGrpSpPr/>
          <p:nvPr/>
        </p:nvGrpSpPr>
        <p:grpSpPr>
          <a:xfrm>
            <a:off x="1592782" y="3364376"/>
            <a:ext cx="732600" cy="366480"/>
            <a:chOff x="1592782" y="3364376"/>
            <a:chExt cx="73260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14:cNvPr>
                <p14:cNvContentPartPr/>
                <p14:nvPr/>
              </p14:nvContentPartPr>
              <p14:xfrm>
                <a:off x="1592782" y="3452216"/>
                <a:ext cx="117720" cy="278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6CA785B-4400-9877-4C52-79DD70A2084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583782" y="3443576"/>
                  <a:ext cx="135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14:cNvPr>
                <p14:cNvContentPartPr/>
                <p14:nvPr/>
              </p14:nvContentPartPr>
              <p14:xfrm>
                <a:off x="1658662" y="3571016"/>
                <a:ext cx="114840" cy="280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B78B1F-3893-C005-595E-B463C6800F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649662" y="3562376"/>
                  <a:ext cx="1324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14:cNvPr>
                <p14:cNvContentPartPr/>
                <p14:nvPr/>
              </p14:nvContentPartPr>
              <p14:xfrm>
                <a:off x="1730662" y="3468056"/>
                <a:ext cx="103320" cy="1983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99AD06-6FB8-5354-BF77-3BE7572EBF6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22022" y="3459416"/>
                  <a:ext cx="1209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14:cNvPr>
                <p14:cNvContentPartPr/>
                <p14:nvPr/>
              </p14:nvContentPartPr>
              <p14:xfrm>
                <a:off x="1871062" y="3364376"/>
                <a:ext cx="149040" cy="321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C112D6C-B666-D6C8-130F-85C69DDBEC0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862422" y="3355376"/>
                  <a:ext cx="1666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14:cNvPr>
                <p14:cNvContentPartPr/>
                <p14:nvPr/>
              </p14:nvContentPartPr>
              <p14:xfrm>
                <a:off x="1993462" y="3489296"/>
                <a:ext cx="169920" cy="2055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79A1E24-9A1D-12A9-3A1F-634E5A192E4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84462" y="3480296"/>
                  <a:ext cx="1875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14:cNvPr>
                <p14:cNvContentPartPr/>
                <p14:nvPr/>
              </p14:nvContentPartPr>
              <p14:xfrm>
                <a:off x="1978702" y="3614936"/>
                <a:ext cx="174600" cy="5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0CEBDA7-7950-BD03-8B94-BF5CA7D4C94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970062" y="3605936"/>
                  <a:ext cx="192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14:cNvPr>
                <p14:cNvContentPartPr/>
                <p14:nvPr/>
              </p14:nvContentPartPr>
              <p14:xfrm>
                <a:off x="2131702" y="3396776"/>
                <a:ext cx="193680" cy="308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443C48-2939-E432-B203-DC01B4F03DE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22702" y="3388136"/>
                  <a:ext cx="211320" cy="32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D8467F27-D6F2-C2B9-33DF-FCA21B29E672}"/>
              </a:ext>
            </a:extLst>
          </p:cNvPr>
          <p:cNvGrpSpPr/>
          <p:nvPr/>
        </p:nvGrpSpPr>
        <p:grpSpPr>
          <a:xfrm>
            <a:off x="2567662" y="3306416"/>
            <a:ext cx="2004840" cy="376920"/>
            <a:chOff x="2567662" y="3306416"/>
            <a:chExt cx="200484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14:cNvPr>
                <p14:cNvContentPartPr/>
                <p14:nvPr/>
              </p14:nvContentPartPr>
              <p14:xfrm>
                <a:off x="2577742" y="3562736"/>
                <a:ext cx="144360" cy="26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F3D3C4F-D0F1-D260-1D98-0B7401B7450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68742" y="3553736"/>
                  <a:ext cx="162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14:cNvPr>
                <p14:cNvContentPartPr/>
                <p14:nvPr/>
              </p14:nvContentPartPr>
              <p14:xfrm>
                <a:off x="2567662" y="3502976"/>
                <a:ext cx="149040" cy="21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58A1B15-E46D-46AC-9E46-7F2BBD34EF8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58662" y="3493976"/>
                  <a:ext cx="166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14:cNvPr>
                <p14:cNvContentPartPr/>
                <p14:nvPr/>
              </p14:nvContentPartPr>
              <p14:xfrm>
                <a:off x="2849182" y="3475616"/>
                <a:ext cx="175680" cy="1836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CFD6026-9BCA-E429-4C0B-61DBF3BC29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40542" y="3466616"/>
                  <a:ext cx="193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14:cNvPr>
                <p14:cNvContentPartPr/>
                <p14:nvPr/>
              </p14:nvContentPartPr>
              <p14:xfrm>
                <a:off x="2862142" y="3560936"/>
                <a:ext cx="131400" cy="17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CAD22CC-6D42-A27B-AE14-8AFC41F4ABD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853142" y="3551936"/>
                  <a:ext cx="149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14:cNvPr>
                <p14:cNvContentPartPr/>
                <p14:nvPr/>
              </p14:nvContentPartPr>
              <p14:xfrm>
                <a:off x="3037822" y="3394616"/>
                <a:ext cx="109440" cy="7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EFE0E7B-FF00-D1B3-0F76-C57E718B347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29182" y="3385616"/>
                  <a:ext cx="127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14:cNvPr>
                <p14:cNvContentPartPr/>
                <p14:nvPr/>
              </p14:nvContentPartPr>
              <p14:xfrm>
                <a:off x="3210622" y="3313616"/>
                <a:ext cx="185040" cy="123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0CEBC6B-81AB-9FC0-4B17-70DD68C5A7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201622" y="3304616"/>
                  <a:ext cx="202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14:cNvPr>
                <p14:cNvContentPartPr/>
                <p14:nvPr/>
              </p14:nvContentPartPr>
              <p14:xfrm>
                <a:off x="3492502" y="3529976"/>
                <a:ext cx="5760" cy="14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A2FCAD9-D716-D737-95CB-8632735331B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483862" y="3520976"/>
                  <a:ext cx="2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14:cNvPr>
                <p14:cNvContentPartPr/>
                <p14:nvPr/>
              </p14:nvContentPartPr>
              <p14:xfrm>
                <a:off x="3614902" y="3428816"/>
                <a:ext cx="107640" cy="237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6383F5E-6078-67D6-3A44-F516444FD30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05902" y="3420176"/>
                  <a:ext cx="125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14:cNvPr>
                <p14:cNvContentPartPr/>
                <p14:nvPr/>
              </p14:nvContentPartPr>
              <p14:xfrm>
                <a:off x="3694462" y="3564536"/>
                <a:ext cx="75240" cy="13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2196E89-5BFD-1539-CE80-8DCD513E515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685822" y="3555536"/>
                  <a:ext cx="92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14:cNvPr>
                <p14:cNvContentPartPr/>
                <p14:nvPr/>
              </p14:nvContentPartPr>
              <p14:xfrm>
                <a:off x="3705262" y="3439616"/>
                <a:ext cx="109440" cy="195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70D767-3F13-3C32-C4B2-2F0F63E4320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696622" y="3430616"/>
                  <a:ext cx="1270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14:cNvPr>
                <p14:cNvContentPartPr/>
                <p14:nvPr/>
              </p14:nvContentPartPr>
              <p14:xfrm>
                <a:off x="3869782" y="3375536"/>
                <a:ext cx="133560" cy="284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999AEB2-ECB6-8B8D-14EF-183BFCB89C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860782" y="3366896"/>
                  <a:ext cx="151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14:cNvPr>
                <p14:cNvContentPartPr/>
                <p14:nvPr/>
              </p14:nvContentPartPr>
              <p14:xfrm>
                <a:off x="3970942" y="3483176"/>
                <a:ext cx="143280" cy="1652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E80F7E0-248A-CE68-4541-6CDA08EDE404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962302" y="3474536"/>
                  <a:ext cx="1609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14:cNvPr>
                <p14:cNvContentPartPr/>
                <p14:nvPr/>
              </p14:nvContentPartPr>
              <p14:xfrm>
                <a:off x="3983182" y="3567416"/>
                <a:ext cx="99720" cy="10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FFFF830-EB51-EA7C-E53A-6F4E77FE481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974542" y="355841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14:cNvPr>
                <p14:cNvContentPartPr/>
                <p14:nvPr/>
              </p14:nvContentPartPr>
              <p14:xfrm>
                <a:off x="4200262" y="3434216"/>
                <a:ext cx="52920" cy="57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1C1B144-62E4-99F5-032B-A8B5E883661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91262" y="3425216"/>
                  <a:ext cx="70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14:cNvPr>
                <p14:cNvContentPartPr/>
                <p14:nvPr/>
              </p14:nvContentPartPr>
              <p14:xfrm>
                <a:off x="4311142" y="3365096"/>
                <a:ext cx="27360" cy="946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AB0CA91-E6E4-F4F9-FA3E-C461B1EAAE0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302502" y="3356096"/>
                  <a:ext cx="45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14:cNvPr>
                <p14:cNvContentPartPr/>
                <p14:nvPr/>
              </p14:nvContentPartPr>
              <p14:xfrm>
                <a:off x="4192342" y="3447896"/>
                <a:ext cx="12960" cy="2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EE61FD7-10AC-3A13-B473-B36D2D231B4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183702" y="3439256"/>
                  <a:ext cx="306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14:cNvPr>
                <p14:cNvContentPartPr/>
                <p14:nvPr/>
              </p14:nvContentPartPr>
              <p14:xfrm>
                <a:off x="4369822" y="3306416"/>
                <a:ext cx="202680" cy="3769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3E70CC2-B445-2E37-C9F8-2EF4D949B4C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360822" y="3297776"/>
                  <a:ext cx="220320" cy="39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014160E-6268-FF5E-0A17-EAC8A6A21A5C}"/>
              </a:ext>
            </a:extLst>
          </p:cNvPr>
          <p:cNvGrpSpPr/>
          <p:nvPr/>
        </p:nvGrpSpPr>
        <p:grpSpPr>
          <a:xfrm>
            <a:off x="5022142" y="293936"/>
            <a:ext cx="607680" cy="268920"/>
            <a:chOff x="5022142" y="293936"/>
            <a:chExt cx="60768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14:cNvPr>
                <p14:cNvContentPartPr/>
                <p14:nvPr/>
              </p14:nvContentPartPr>
              <p14:xfrm>
                <a:off x="5022142" y="296816"/>
                <a:ext cx="183600" cy="266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2AAD029-AF99-2280-7AF3-5F112C1B6C1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13142" y="287816"/>
                  <a:ext cx="201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14:cNvPr>
                <p14:cNvContentPartPr/>
                <p14:nvPr/>
              </p14:nvContentPartPr>
              <p14:xfrm>
                <a:off x="5229142" y="314456"/>
                <a:ext cx="140760" cy="239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8C8D7B2-0A1F-3EA2-5023-ED18D48302E2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20502" y="305456"/>
                  <a:ext cx="1584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14:cNvPr>
                <p14:cNvContentPartPr/>
                <p14:nvPr/>
              </p14:nvContentPartPr>
              <p14:xfrm>
                <a:off x="5369182" y="451616"/>
                <a:ext cx="170640" cy="66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7DF10AC-509D-AED3-AB43-7750A0AC6FB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60542" y="442976"/>
                  <a:ext cx="188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14:cNvPr>
                <p14:cNvContentPartPr/>
                <p14:nvPr/>
              </p14:nvContentPartPr>
              <p14:xfrm>
                <a:off x="5491582" y="293936"/>
                <a:ext cx="138240" cy="249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A20A117-D5F2-6108-D0A9-80CB35813EE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82582" y="285296"/>
                  <a:ext cx="15588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1580FBE-5176-5647-B99D-BAD5B4A31A22}"/>
              </a:ext>
            </a:extLst>
          </p:cNvPr>
          <p:cNvGrpSpPr/>
          <p:nvPr/>
        </p:nvGrpSpPr>
        <p:grpSpPr>
          <a:xfrm>
            <a:off x="5964262" y="246056"/>
            <a:ext cx="1615680" cy="307440"/>
            <a:chOff x="5964262" y="246056"/>
            <a:chExt cx="161568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14:cNvPr>
                <p14:cNvContentPartPr/>
                <p14:nvPr/>
              </p14:nvContentPartPr>
              <p14:xfrm>
                <a:off x="5964262" y="426416"/>
                <a:ext cx="245160" cy="127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E362B86-7A34-C4E7-A9CC-FFC86855702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955622" y="417416"/>
                  <a:ext cx="2628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14:cNvPr>
                <p14:cNvContentPartPr/>
                <p14:nvPr/>
              </p14:nvContentPartPr>
              <p14:xfrm>
                <a:off x="6237142" y="289616"/>
                <a:ext cx="200880" cy="232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F83C44B-F5B9-FBA5-F348-4D214E51820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228502" y="280616"/>
                  <a:ext cx="2185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14:cNvPr>
                <p14:cNvContentPartPr/>
                <p14:nvPr/>
              </p14:nvContentPartPr>
              <p14:xfrm>
                <a:off x="6526942" y="456656"/>
                <a:ext cx="108000" cy="57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4FFF6FC-2055-C024-9055-E6B71EBCBE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17942" y="448016"/>
                  <a:ext cx="125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14:cNvPr>
                <p14:cNvContentPartPr/>
                <p14:nvPr/>
              </p14:nvContentPartPr>
              <p14:xfrm>
                <a:off x="6687862" y="424976"/>
                <a:ext cx="117360" cy="90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FECA768-62D3-2EA4-C7EB-DBCAA9B0FCE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78862" y="416336"/>
                  <a:ext cx="135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14:cNvPr>
                <p14:cNvContentPartPr/>
                <p14:nvPr/>
              </p14:nvContentPartPr>
              <p14:xfrm>
                <a:off x="6883702" y="246056"/>
                <a:ext cx="548280" cy="279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171C850-3583-529A-CE76-84343CC1CA3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874702" y="237416"/>
                  <a:ext cx="565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14:cNvPr>
                <p14:cNvContentPartPr/>
                <p14:nvPr/>
              </p14:nvContentPartPr>
              <p14:xfrm>
                <a:off x="7473742" y="254336"/>
                <a:ext cx="106200" cy="2772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CC382F5-5EA6-D540-D5D2-EC98D98FF2E0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465102" y="245336"/>
                  <a:ext cx="123840" cy="29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AED9CA30-55FC-8999-5ABD-F2AD3DE5EAEF}"/>
              </a:ext>
            </a:extLst>
          </p:cNvPr>
          <p:cNvGrpSpPr/>
          <p:nvPr/>
        </p:nvGrpSpPr>
        <p:grpSpPr>
          <a:xfrm>
            <a:off x="739222" y="4179416"/>
            <a:ext cx="292320" cy="328680"/>
            <a:chOff x="739222" y="4179416"/>
            <a:chExt cx="292320" cy="32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14:cNvPr>
                <p14:cNvContentPartPr/>
                <p14:nvPr/>
              </p14:nvContentPartPr>
              <p14:xfrm>
                <a:off x="823462" y="4268696"/>
                <a:ext cx="36720" cy="131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4A711C1-77CE-1B19-D0B5-DD3EE0A70CE3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14822" y="4260056"/>
                  <a:ext cx="54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14:cNvPr>
                <p14:cNvContentPartPr/>
                <p14:nvPr/>
              </p14:nvContentPartPr>
              <p14:xfrm>
                <a:off x="739222" y="4198856"/>
                <a:ext cx="122400" cy="22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F7EEE39-2189-48A6-81CE-D3103CA3FB4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30222" y="4189856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14:cNvPr>
                <p14:cNvContentPartPr/>
                <p14:nvPr/>
              </p14:nvContentPartPr>
              <p14:xfrm>
                <a:off x="822022" y="4428176"/>
                <a:ext cx="97920" cy="9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5344998-A42F-9EAD-E3F0-62947E1EB3F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13022" y="4419536"/>
                  <a:ext cx="115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14:cNvPr>
                <p14:cNvContentPartPr/>
                <p14:nvPr/>
              </p14:nvContentPartPr>
              <p14:xfrm>
                <a:off x="946222" y="4179416"/>
                <a:ext cx="74520" cy="328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0BCA0E2-34B2-AA22-E87D-01F1DE0872E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37582" y="4170416"/>
                  <a:ext cx="92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14:cNvPr>
                <p14:cNvContentPartPr/>
                <p14:nvPr/>
              </p14:nvContentPartPr>
              <p14:xfrm>
                <a:off x="923542" y="4372016"/>
                <a:ext cx="108000" cy="9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4314415-F2C0-1844-88DC-656DE9411F1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14542" y="4363016"/>
                  <a:ext cx="12564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F0235A36-2156-875B-2A73-CEAEAC0CBF2B}"/>
              </a:ext>
            </a:extLst>
          </p:cNvPr>
          <p:cNvGrpSpPr/>
          <p:nvPr/>
        </p:nvGrpSpPr>
        <p:grpSpPr>
          <a:xfrm>
            <a:off x="1254382" y="3932456"/>
            <a:ext cx="1271880" cy="533880"/>
            <a:chOff x="1254382" y="3932456"/>
            <a:chExt cx="1271880" cy="53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14:cNvPr>
                <p14:cNvContentPartPr/>
                <p14:nvPr/>
              </p14:nvContentPartPr>
              <p14:xfrm>
                <a:off x="1254382" y="4262936"/>
                <a:ext cx="218520" cy="1713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2F5F9D1-D702-8619-D773-8F2CE4EA7CD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245742" y="4254296"/>
                  <a:ext cx="236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14:cNvPr>
                <p14:cNvContentPartPr/>
                <p14:nvPr/>
              </p14:nvContentPartPr>
              <p14:xfrm>
                <a:off x="1301902" y="4332776"/>
                <a:ext cx="96480" cy="162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1BD0D46-CCE8-FCE9-8B4A-1FDF80D3FA7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293262" y="4324136"/>
                  <a:ext cx="1141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14:cNvPr>
                <p14:cNvContentPartPr/>
                <p14:nvPr/>
              </p14:nvContentPartPr>
              <p14:xfrm>
                <a:off x="1489822" y="4384616"/>
                <a:ext cx="95400" cy="81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1DE2EF5-FCF7-0432-9EE5-5A8314E1052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481182" y="4375976"/>
                  <a:ext cx="11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14:cNvPr>
                <p14:cNvContentPartPr/>
                <p14:nvPr/>
              </p14:nvContentPartPr>
              <p14:xfrm>
                <a:off x="1669102" y="4341056"/>
                <a:ext cx="101520" cy="133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F72E1AF-65EA-2612-2EB5-F0865C703840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660462" y="4332056"/>
                  <a:ext cx="119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14:cNvPr>
                <p14:cNvContentPartPr/>
                <p14:nvPr/>
              </p14:nvContentPartPr>
              <p14:xfrm>
                <a:off x="1647142" y="4279136"/>
                <a:ext cx="107640" cy="11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D4788B7-B1E5-A4BC-844C-444050314B1C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38142" y="427049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14:cNvPr>
                <p14:cNvContentPartPr/>
                <p14:nvPr/>
              </p14:nvContentPartPr>
              <p14:xfrm>
                <a:off x="1945582" y="4241696"/>
                <a:ext cx="110520" cy="1324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56BBA34-BD0E-CF64-BCA5-252F360F8A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936582" y="4232696"/>
                  <a:ext cx="1281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14:cNvPr>
                <p14:cNvContentPartPr/>
                <p14:nvPr/>
              </p14:nvContentPartPr>
              <p14:xfrm>
                <a:off x="2120542" y="4252856"/>
                <a:ext cx="176040" cy="138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D60EC1C-3008-82C1-6F1F-E9CFD75E28F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111902" y="4244216"/>
                  <a:ext cx="1936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14:cNvPr>
                <p14:cNvContentPartPr/>
                <p14:nvPr/>
              </p14:nvContentPartPr>
              <p14:xfrm>
                <a:off x="2268862" y="4072136"/>
                <a:ext cx="103680" cy="1861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AFAA07-F8E2-4FFA-A8E2-1C830E7C302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260222" y="4063136"/>
                  <a:ext cx="121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14:cNvPr>
                <p14:cNvContentPartPr/>
                <p14:nvPr/>
              </p14:nvContentPartPr>
              <p14:xfrm>
                <a:off x="2243302" y="3932456"/>
                <a:ext cx="1440" cy="7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A436653-FDF9-025B-8668-54EE73FA1E0D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234302" y="3923456"/>
                  <a:ext cx="19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14:cNvPr>
                <p14:cNvContentPartPr/>
                <p14:nvPr/>
              </p14:nvContentPartPr>
              <p14:xfrm>
                <a:off x="2369662" y="3971336"/>
                <a:ext cx="156600" cy="140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9056837-F59D-3EAB-4340-FDC701C4178D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2361022" y="3962336"/>
                  <a:ext cx="1742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14:cNvPr>
                <p14:cNvContentPartPr/>
                <p14:nvPr/>
              </p14:nvContentPartPr>
              <p14:xfrm>
                <a:off x="2414302" y="4040456"/>
                <a:ext cx="47160" cy="10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020DAFCC-C3CE-C92F-0E9C-7C814B6E7429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405662" y="4031456"/>
                  <a:ext cx="64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0006CEA-F097-9AED-1360-2504E119EAFA}"/>
              </a:ext>
            </a:extLst>
          </p:cNvPr>
          <p:cNvGrpSpPr/>
          <p:nvPr/>
        </p:nvGrpSpPr>
        <p:grpSpPr>
          <a:xfrm>
            <a:off x="2758822" y="4193096"/>
            <a:ext cx="189360" cy="187920"/>
            <a:chOff x="2758822" y="4193096"/>
            <a:chExt cx="18936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14:cNvPr>
                <p14:cNvContentPartPr/>
                <p14:nvPr/>
              </p14:nvContentPartPr>
              <p14:xfrm>
                <a:off x="2810302" y="4321976"/>
                <a:ext cx="12600" cy="44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C798FE0-9766-4164-86FE-ECB0610B6FC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801662" y="4312976"/>
                  <a:ext cx="30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14:cNvPr>
                <p14:cNvContentPartPr/>
                <p14:nvPr/>
              </p14:nvContentPartPr>
              <p14:xfrm>
                <a:off x="2758822" y="4193096"/>
                <a:ext cx="3600" cy="10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D1C9E7F-9EA4-10E7-9CAF-2B3B1046781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750182" y="4184456"/>
                  <a:ext cx="21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14:cNvPr>
                <p14:cNvContentPartPr/>
                <p14:nvPr/>
              </p14:nvContentPartPr>
              <p14:xfrm>
                <a:off x="2853862" y="4275896"/>
                <a:ext cx="94320" cy="105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931314A-44F5-B19E-C172-215E5E5A841A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844862" y="4267256"/>
                  <a:ext cx="11196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14:cNvPr>
              <p14:cNvContentPartPr/>
              <p14:nvPr/>
            </p14:nvContentPartPr>
            <p14:xfrm>
              <a:off x="3166342" y="4273736"/>
              <a:ext cx="129960" cy="864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44FFB9AE-D1CD-A6CB-0055-C35786C944AA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3157342" y="4265096"/>
                <a:ext cx="147600" cy="10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15727540-1D4B-4998-B886-4D762C55D854}"/>
              </a:ext>
            </a:extLst>
          </p:cNvPr>
          <p:cNvGrpSpPr/>
          <p:nvPr/>
        </p:nvGrpSpPr>
        <p:grpSpPr>
          <a:xfrm>
            <a:off x="3482062" y="4213256"/>
            <a:ext cx="591480" cy="158040"/>
            <a:chOff x="3482062" y="4213256"/>
            <a:chExt cx="59148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14:cNvPr>
                <p14:cNvContentPartPr/>
                <p14:nvPr/>
              </p14:nvContentPartPr>
              <p14:xfrm>
                <a:off x="3482062" y="4213256"/>
                <a:ext cx="191160" cy="1580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8A10B65-261D-0927-5618-246FEE30380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473062" y="4204616"/>
                  <a:ext cx="208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14:cNvPr>
                <p14:cNvContentPartPr/>
                <p14:nvPr/>
              </p14:nvContentPartPr>
              <p14:xfrm>
                <a:off x="3599062" y="4265096"/>
                <a:ext cx="271440" cy="100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268E843-E67B-3158-1DDA-1EA244FF923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590062" y="4256096"/>
                  <a:ext cx="289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14:cNvPr>
                <p14:cNvContentPartPr/>
                <p14:nvPr/>
              </p14:nvContentPartPr>
              <p14:xfrm>
                <a:off x="3984982" y="4262576"/>
                <a:ext cx="88560" cy="856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4B6D641-7F63-E222-F164-F5AA903EC9B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976342" y="4253576"/>
                  <a:ext cx="1062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34BF62D-87E0-79BE-FB03-FFA21D0799BB}"/>
              </a:ext>
            </a:extLst>
          </p:cNvPr>
          <p:cNvGrpSpPr/>
          <p:nvPr/>
        </p:nvGrpSpPr>
        <p:grpSpPr>
          <a:xfrm>
            <a:off x="4280542" y="4046936"/>
            <a:ext cx="238320" cy="374040"/>
            <a:chOff x="4280542" y="4046936"/>
            <a:chExt cx="23832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14:cNvPr>
                <p14:cNvContentPartPr/>
                <p14:nvPr/>
              </p14:nvContentPartPr>
              <p14:xfrm>
                <a:off x="4280542" y="4226216"/>
                <a:ext cx="95040" cy="79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6BFF703-8455-B6B3-6A33-016E595A395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271542" y="4217576"/>
                  <a:ext cx="112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14:cNvPr>
                <p14:cNvContentPartPr/>
                <p14:nvPr/>
              </p14:nvContentPartPr>
              <p14:xfrm>
                <a:off x="4390342" y="4046936"/>
                <a:ext cx="128520" cy="374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6A7C829-B30C-8D46-9D24-E023C6417FD2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381342" y="4037936"/>
                  <a:ext cx="14616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14:cNvPr>
                <p14:cNvContentPartPr/>
                <p14:nvPr/>
              </p14:nvContentPartPr>
              <p14:xfrm>
                <a:off x="4413742" y="4310816"/>
                <a:ext cx="105120" cy="115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92B9068-62C4-737D-875A-3591B540DBF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405102" y="4302176"/>
                  <a:ext cx="1227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35C5F2C-FF1D-1768-859D-05D5D4857E73}"/>
              </a:ext>
            </a:extLst>
          </p:cNvPr>
          <p:cNvGrpSpPr/>
          <p:nvPr/>
        </p:nvGrpSpPr>
        <p:grpSpPr>
          <a:xfrm>
            <a:off x="4740622" y="4056296"/>
            <a:ext cx="672120" cy="298800"/>
            <a:chOff x="4740622" y="4056296"/>
            <a:chExt cx="672120" cy="29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14:cNvPr>
                <p14:cNvContentPartPr/>
                <p14:nvPr/>
              </p14:nvContentPartPr>
              <p14:xfrm>
                <a:off x="4740622" y="4125416"/>
                <a:ext cx="96480" cy="20448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3F4E69-C74D-FCC7-739A-D5757935BD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731622" y="4116416"/>
                  <a:ext cx="1141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14:cNvPr>
                <p14:cNvContentPartPr/>
                <p14:nvPr/>
              </p14:nvContentPartPr>
              <p14:xfrm>
                <a:off x="4811182" y="4114976"/>
                <a:ext cx="132840" cy="204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99B7F64-F2A6-D814-9641-E390CC62C8F5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802182" y="4106336"/>
                  <a:ext cx="150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14:cNvPr>
                <p14:cNvContentPartPr/>
                <p14:nvPr/>
              </p14:nvContentPartPr>
              <p14:xfrm>
                <a:off x="4986862" y="4079336"/>
                <a:ext cx="116280" cy="275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3F1C54F-0777-2F15-6D20-AEA03DAC044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978222" y="4070336"/>
                  <a:ext cx="1339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14:cNvPr>
                <p14:cNvContentPartPr/>
                <p14:nvPr/>
              </p14:nvContentPartPr>
              <p14:xfrm>
                <a:off x="5087662" y="4156016"/>
                <a:ext cx="191520" cy="187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22AD2A1-AF90-CE63-E9D8-68B30D290A6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078662" y="4147376"/>
                  <a:ext cx="2091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14:cNvPr>
                <p14:cNvContentPartPr/>
                <p14:nvPr/>
              </p14:nvContentPartPr>
              <p14:xfrm>
                <a:off x="5114302" y="4248896"/>
                <a:ext cx="133200" cy="309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2C25458-6F95-F23B-07F1-0E8B33A1FE2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105302" y="4240256"/>
                  <a:ext cx="150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14:cNvPr>
                <p14:cNvContentPartPr/>
                <p14:nvPr/>
              </p14:nvContentPartPr>
              <p14:xfrm>
                <a:off x="5215102" y="4056296"/>
                <a:ext cx="197640" cy="2768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A0A55C1-6A57-B791-572A-684C3C57B1B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5206102" y="4047296"/>
                  <a:ext cx="215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14:cNvPr>
                <p14:cNvContentPartPr/>
                <p14:nvPr/>
              </p14:nvContentPartPr>
              <p14:xfrm>
                <a:off x="5079742" y="4171856"/>
                <a:ext cx="63000" cy="122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DE38F40-41BA-F318-CAAC-A30839EEF83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70742" y="4163216"/>
                  <a:ext cx="806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55E2E53F-7331-90D8-BB98-F914AE9943DD}"/>
              </a:ext>
            </a:extLst>
          </p:cNvPr>
          <p:cNvGrpSpPr/>
          <p:nvPr/>
        </p:nvGrpSpPr>
        <p:grpSpPr>
          <a:xfrm>
            <a:off x="5824582" y="4162496"/>
            <a:ext cx="331200" cy="153720"/>
            <a:chOff x="5824582" y="4162496"/>
            <a:chExt cx="33120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14:cNvPr>
                <p14:cNvContentPartPr/>
                <p14:nvPr/>
              </p14:nvContentPartPr>
              <p14:xfrm>
                <a:off x="5824582" y="4281296"/>
                <a:ext cx="203400" cy="147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4CDA5F8-4256-8933-5841-35D75AB0651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815942" y="4272656"/>
                  <a:ext cx="221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14:cNvPr>
                <p14:cNvContentPartPr/>
                <p14:nvPr/>
              </p14:nvContentPartPr>
              <p14:xfrm>
                <a:off x="5837182" y="4225856"/>
                <a:ext cx="122400" cy="5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F04BD51-2A75-5307-D7DE-05D341406FB8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28542" y="4217216"/>
                  <a:ext cx="140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14:cNvPr>
                <p14:cNvContentPartPr/>
                <p14:nvPr/>
              </p14:nvContentPartPr>
              <p14:xfrm>
                <a:off x="5954182" y="4162496"/>
                <a:ext cx="201600" cy="153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3832CEE-5DC8-CA4D-5D40-51DF8F82E4D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945182" y="4153496"/>
                  <a:ext cx="21924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DD5BC499-6C6B-9D48-6C7D-31FE8543D660}"/>
              </a:ext>
            </a:extLst>
          </p:cNvPr>
          <p:cNvGrpSpPr/>
          <p:nvPr/>
        </p:nvGrpSpPr>
        <p:grpSpPr>
          <a:xfrm>
            <a:off x="6443062" y="3891056"/>
            <a:ext cx="2972880" cy="451440"/>
            <a:chOff x="6443062" y="3891056"/>
            <a:chExt cx="2972880" cy="45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14:cNvPr>
                <p14:cNvContentPartPr/>
                <p14:nvPr/>
              </p14:nvContentPartPr>
              <p14:xfrm>
                <a:off x="6443062" y="4066376"/>
                <a:ext cx="107640" cy="2440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90E2C2E-ED17-C7D8-AECB-E4E43E7C116D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434422" y="4057376"/>
                  <a:ext cx="125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14:cNvPr>
                <p14:cNvContentPartPr/>
                <p14:nvPr/>
              </p14:nvContentPartPr>
              <p14:xfrm>
                <a:off x="6496342" y="4231616"/>
                <a:ext cx="123840" cy="57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507436C-D070-497E-F7E5-DAF2E2CF0B7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487342" y="4222616"/>
                  <a:ext cx="141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14:cNvPr>
                <p14:cNvContentPartPr/>
                <p14:nvPr/>
              </p14:nvContentPartPr>
              <p14:xfrm>
                <a:off x="6544222" y="4074296"/>
                <a:ext cx="74160" cy="1954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0DF2CA5-250F-A33B-10EE-5F98734FF19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535222" y="4065656"/>
                  <a:ext cx="91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14:cNvPr>
                <p14:cNvContentPartPr/>
                <p14:nvPr/>
              </p14:nvContentPartPr>
              <p14:xfrm>
                <a:off x="6686422" y="4015976"/>
                <a:ext cx="134640" cy="306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43A5FD2F-6EA4-79D0-A820-F74DBA5ACAA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677782" y="4006976"/>
                  <a:ext cx="15228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14:cNvPr>
                <p14:cNvContentPartPr/>
                <p14:nvPr/>
              </p14:nvContentPartPr>
              <p14:xfrm>
                <a:off x="6820702" y="4097336"/>
                <a:ext cx="148680" cy="162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C6E00A5-A6C6-020D-DB76-B73B62C72D8F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811702" y="4088336"/>
                  <a:ext cx="1663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14:cNvPr>
                <p14:cNvContentPartPr/>
                <p14:nvPr/>
              </p14:nvContentPartPr>
              <p14:xfrm>
                <a:off x="6819622" y="4205336"/>
                <a:ext cx="129240" cy="111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53D6B8A-0720-132A-360C-FCA79B603C0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810622" y="4196336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14:cNvPr>
                <p14:cNvContentPartPr/>
                <p14:nvPr/>
              </p14:nvContentPartPr>
              <p14:xfrm>
                <a:off x="7005742" y="4235216"/>
                <a:ext cx="82080" cy="712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A7A598F-D387-25E3-107A-23FAD6C4C11E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996742" y="4226216"/>
                  <a:ext cx="99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14:cNvPr>
                <p14:cNvContentPartPr/>
                <p14:nvPr/>
              </p14:nvContentPartPr>
              <p14:xfrm>
                <a:off x="7080982" y="4061336"/>
                <a:ext cx="191520" cy="274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99391A7-2C9F-60AF-CCE2-5E2C5CDE679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072342" y="4052696"/>
                  <a:ext cx="2091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14:cNvPr>
                <p14:cNvContentPartPr/>
                <p14:nvPr/>
              </p14:nvContentPartPr>
              <p14:xfrm>
                <a:off x="7442782" y="4241696"/>
                <a:ext cx="90360" cy="115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3A99D14-BCDF-3562-06DF-865752581D0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434142" y="4233056"/>
                  <a:ext cx="108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14:cNvPr>
                <p14:cNvContentPartPr/>
                <p14:nvPr/>
              </p14:nvContentPartPr>
              <p14:xfrm>
                <a:off x="7421182" y="4192016"/>
                <a:ext cx="69480" cy="7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B21A4A8-1D47-5659-6F43-612C6213C6F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412542" y="4183016"/>
                  <a:ext cx="87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14:cNvPr>
                <p14:cNvContentPartPr/>
                <p14:nvPr/>
              </p14:nvContentPartPr>
              <p14:xfrm>
                <a:off x="7777582" y="4103096"/>
                <a:ext cx="184320" cy="1821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AE6B336-59F0-AB45-FE51-8CEF3049A324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768582" y="4094456"/>
                  <a:ext cx="201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14:cNvPr>
                <p14:cNvContentPartPr/>
                <p14:nvPr/>
              </p14:nvContentPartPr>
              <p14:xfrm>
                <a:off x="7788742" y="4210376"/>
                <a:ext cx="100800" cy="162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BDB05EA-65BE-973A-6A50-2EE10299AB4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779742" y="4201736"/>
                  <a:ext cx="11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14:cNvPr>
                <p14:cNvContentPartPr/>
                <p14:nvPr/>
              </p14:nvContentPartPr>
              <p14:xfrm>
                <a:off x="7961902" y="4252496"/>
                <a:ext cx="81360" cy="59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259EA8C-44F0-38AB-2F4A-6D26D5F0ED4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53262" y="4243496"/>
                  <a:ext cx="99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14:cNvPr>
                <p14:cNvContentPartPr/>
                <p14:nvPr/>
              </p14:nvContentPartPr>
              <p14:xfrm>
                <a:off x="7984942" y="4050896"/>
                <a:ext cx="187560" cy="291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68DD3476-2EAB-2BF2-9157-8B2F24138342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75942" y="4041896"/>
                  <a:ext cx="205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14:cNvPr>
                <p14:cNvContentPartPr/>
                <p14:nvPr/>
              </p14:nvContentPartPr>
              <p14:xfrm>
                <a:off x="7638262" y="4067456"/>
                <a:ext cx="124920" cy="217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9C7F5D2-599F-44C2-7153-5A867376D74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629262" y="4058816"/>
                  <a:ext cx="142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14:cNvPr>
                <p14:cNvContentPartPr/>
                <p14:nvPr/>
              </p14:nvContentPartPr>
              <p14:xfrm>
                <a:off x="8059822" y="3992216"/>
                <a:ext cx="122040" cy="5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50CCBF6-0593-3BF5-25D7-C94E230B3C3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51182" y="3983216"/>
                  <a:ext cx="139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14:cNvPr>
                <p14:cNvContentPartPr/>
                <p14:nvPr/>
              </p14:nvContentPartPr>
              <p14:xfrm>
                <a:off x="8185822" y="3891056"/>
                <a:ext cx="206280" cy="136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CE2D9D7-8477-D4E5-D47B-89B10E0C37D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177182" y="3882056"/>
                  <a:ext cx="223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14:cNvPr>
                <p14:cNvContentPartPr/>
                <p14:nvPr/>
              </p14:nvContentPartPr>
              <p14:xfrm>
                <a:off x="8457982" y="4090856"/>
                <a:ext cx="83160" cy="1972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09D3926-7878-4883-90CC-91366224066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48982" y="4082216"/>
                  <a:ext cx="100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14:cNvPr>
                <p14:cNvContentPartPr/>
                <p14:nvPr/>
              </p14:nvContentPartPr>
              <p14:xfrm>
                <a:off x="8511262" y="4100576"/>
                <a:ext cx="150480" cy="193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DF106E6-B231-8AC0-EDB4-F699BEA6155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502262" y="4091936"/>
                  <a:ext cx="168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14:cNvPr>
                <p14:cNvContentPartPr/>
                <p14:nvPr/>
              </p14:nvContentPartPr>
              <p14:xfrm>
                <a:off x="8708182" y="3990056"/>
                <a:ext cx="155880" cy="3520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3F7E40A-65E0-571C-7039-98C817CB1DE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699542" y="3981416"/>
                  <a:ext cx="173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14:cNvPr>
                <p14:cNvContentPartPr/>
                <p14:nvPr/>
              </p14:nvContentPartPr>
              <p14:xfrm>
                <a:off x="8883142" y="4124336"/>
                <a:ext cx="172080" cy="1677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93E4013-56E3-A5E5-2D11-578694C58BE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874502" y="4115336"/>
                  <a:ext cx="189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14:cNvPr>
                <p14:cNvContentPartPr/>
                <p14:nvPr/>
              </p14:nvContentPartPr>
              <p14:xfrm>
                <a:off x="8913022" y="4205336"/>
                <a:ext cx="109080" cy="26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859946F-BDD5-E108-49C4-9A9A9F4F9F39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904022" y="4196696"/>
                  <a:ext cx="1267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14:cNvPr>
                <p14:cNvContentPartPr/>
                <p14:nvPr/>
              </p14:nvContentPartPr>
              <p14:xfrm>
                <a:off x="9076822" y="4255376"/>
                <a:ext cx="74520" cy="594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74E1077-0929-D9F9-8067-E4B69284243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68182" y="4246376"/>
                  <a:ext cx="92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14:cNvPr>
                <p14:cNvContentPartPr/>
                <p14:nvPr/>
              </p14:nvContentPartPr>
              <p14:xfrm>
                <a:off x="9028222" y="4060616"/>
                <a:ext cx="62640" cy="11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0BC34C0-9381-0622-AC5B-35F5CD93AE7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019582" y="4051616"/>
                  <a:ext cx="80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14:cNvPr>
                <p14:cNvContentPartPr/>
                <p14:nvPr/>
              </p14:nvContentPartPr>
              <p14:xfrm>
                <a:off x="9145942" y="3995816"/>
                <a:ext cx="34920" cy="74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B4285E8-F74D-F54C-B80D-096525FA82F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136942" y="3987176"/>
                  <a:ext cx="525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14:cNvPr>
                <p14:cNvContentPartPr/>
                <p14:nvPr/>
              </p14:nvContentPartPr>
              <p14:xfrm>
                <a:off x="9260782" y="3982856"/>
                <a:ext cx="155160" cy="33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A24042B-1C0D-1D2B-DF7C-52F49417E98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251782" y="3973856"/>
                  <a:ext cx="17280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112B54D8-AA47-18A4-7100-25E3124A40E6}"/>
              </a:ext>
            </a:extLst>
          </p:cNvPr>
          <p:cNvGrpSpPr/>
          <p:nvPr/>
        </p:nvGrpSpPr>
        <p:grpSpPr>
          <a:xfrm>
            <a:off x="9633742" y="4087976"/>
            <a:ext cx="494280" cy="133920"/>
            <a:chOff x="9633742" y="4087976"/>
            <a:chExt cx="494280" cy="1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14:cNvPr>
                <p14:cNvContentPartPr/>
                <p14:nvPr/>
              </p14:nvContentPartPr>
              <p14:xfrm>
                <a:off x="9681262" y="4199216"/>
                <a:ext cx="116640" cy="165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31F9A0B-1273-902D-DE4B-56CB40D5A7B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672622" y="4190576"/>
                  <a:ext cx="134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14:cNvPr>
                <p14:cNvContentPartPr/>
                <p14:nvPr/>
              </p14:nvContentPartPr>
              <p14:xfrm>
                <a:off x="9633742" y="4136936"/>
                <a:ext cx="127080" cy="205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58A268B-341D-76F9-A2C1-3F5C3A64D25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624742" y="4128296"/>
                  <a:ext cx="1447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14:cNvPr>
                <p14:cNvContentPartPr/>
                <p14:nvPr/>
              </p14:nvContentPartPr>
              <p14:xfrm>
                <a:off x="9946582" y="4087976"/>
                <a:ext cx="181440" cy="133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35CB12-DF5E-6699-043B-C871A09B0EBC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937942" y="4079336"/>
                  <a:ext cx="19908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0CE00466-51D7-F32B-5A28-7321150D80F8}"/>
              </a:ext>
            </a:extLst>
          </p:cNvPr>
          <p:cNvGrpSpPr/>
          <p:nvPr/>
        </p:nvGrpSpPr>
        <p:grpSpPr>
          <a:xfrm>
            <a:off x="6507502" y="4675496"/>
            <a:ext cx="365760" cy="195840"/>
            <a:chOff x="6507502" y="4675496"/>
            <a:chExt cx="36576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14:cNvPr>
                <p14:cNvContentPartPr/>
                <p14:nvPr/>
              </p14:nvContentPartPr>
              <p14:xfrm>
                <a:off x="6507502" y="4789616"/>
                <a:ext cx="227880" cy="11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5C6B68-25EB-9E1B-7AC2-FEA2D337BB35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6498502" y="4780976"/>
                  <a:ext cx="245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14:cNvPr>
                <p14:cNvContentPartPr/>
                <p14:nvPr/>
              </p14:nvContentPartPr>
              <p14:xfrm>
                <a:off x="6534142" y="4741736"/>
                <a:ext cx="175320" cy="100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31FC90C-9935-661D-FF57-FEC98ADAA137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525142" y="4733096"/>
                  <a:ext cx="19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14:cNvPr>
                <p14:cNvContentPartPr/>
                <p14:nvPr/>
              </p14:nvContentPartPr>
              <p14:xfrm>
                <a:off x="6674542" y="4675496"/>
                <a:ext cx="198720" cy="195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A7C8EDE-69C0-3EF6-AB8E-65DB960ABA7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665542" y="4666496"/>
                  <a:ext cx="2163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AA139DA4-495F-410D-99BF-6944E048F9A8}"/>
              </a:ext>
            </a:extLst>
          </p:cNvPr>
          <p:cNvGrpSpPr/>
          <p:nvPr/>
        </p:nvGrpSpPr>
        <p:grpSpPr>
          <a:xfrm>
            <a:off x="7160902" y="4630136"/>
            <a:ext cx="365400" cy="373320"/>
            <a:chOff x="7160902" y="4630136"/>
            <a:chExt cx="36540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14:cNvPr>
                <p14:cNvContentPartPr/>
                <p14:nvPr/>
              </p14:nvContentPartPr>
              <p14:xfrm>
                <a:off x="7160902" y="4744616"/>
                <a:ext cx="150120" cy="158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AAD37B2-2BC1-B6A5-B69F-30CD3DD4A350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7151902" y="4735616"/>
                  <a:ext cx="167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14:cNvPr>
                <p14:cNvContentPartPr/>
                <p14:nvPr/>
              </p14:nvContentPartPr>
              <p14:xfrm>
                <a:off x="7202302" y="4837856"/>
                <a:ext cx="97200" cy="162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1C99E85-AF7D-5355-B9E1-9E2736B7DC9B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193302" y="4828856"/>
                  <a:ext cx="114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14:cNvPr>
                <p14:cNvContentPartPr/>
                <p14:nvPr/>
              </p14:nvContentPartPr>
              <p14:xfrm>
                <a:off x="7325422" y="4704656"/>
                <a:ext cx="85680" cy="15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A014171-2B68-C678-F606-8C7C25F96E1C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316422" y="4696016"/>
                  <a:ext cx="103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14:cNvPr>
                <p14:cNvContentPartPr/>
                <p14:nvPr/>
              </p14:nvContentPartPr>
              <p14:xfrm>
                <a:off x="7469062" y="4630136"/>
                <a:ext cx="57240" cy="86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754E06B-F414-3C69-4CFC-6671D432B42D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460422" y="4621496"/>
                  <a:ext cx="74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14:cNvPr>
                <p14:cNvContentPartPr/>
                <p14:nvPr/>
              </p14:nvContentPartPr>
              <p14:xfrm>
                <a:off x="7358542" y="4922456"/>
                <a:ext cx="126360" cy="810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4EC2261-E9E2-410B-3309-A86393A10D78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349542" y="4913816"/>
                  <a:ext cx="1440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DB4E47F6-7119-DCEE-08A3-04160E0963E2}"/>
              </a:ext>
            </a:extLst>
          </p:cNvPr>
          <p:cNvGrpSpPr/>
          <p:nvPr/>
        </p:nvGrpSpPr>
        <p:grpSpPr>
          <a:xfrm>
            <a:off x="7703782" y="4582616"/>
            <a:ext cx="2185200" cy="475920"/>
            <a:chOff x="7703782" y="4582616"/>
            <a:chExt cx="218520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14:cNvPr>
                <p14:cNvContentPartPr/>
                <p14:nvPr/>
              </p14:nvContentPartPr>
              <p14:xfrm>
                <a:off x="7726102" y="4869536"/>
                <a:ext cx="99720" cy="126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47F4D657-E777-F7F5-5229-DB9CEDE4C42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717462" y="4860896"/>
                  <a:ext cx="117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14:cNvPr>
                <p14:cNvContentPartPr/>
                <p14:nvPr/>
              </p14:nvContentPartPr>
              <p14:xfrm>
                <a:off x="7703782" y="4813016"/>
                <a:ext cx="106200" cy="13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FBF9B89-5133-0DEA-29E5-A2085C664A9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694782" y="4804016"/>
                  <a:ext cx="1238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14:cNvPr>
                <p14:cNvContentPartPr/>
                <p14:nvPr/>
              </p14:nvContentPartPr>
              <p14:xfrm>
                <a:off x="8022382" y="4647776"/>
                <a:ext cx="42480" cy="990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1BC21BF-15B8-18AC-1B6B-C8F296D6C16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013382" y="4639136"/>
                  <a:ext cx="60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14:cNvPr>
                <p14:cNvContentPartPr/>
                <p14:nvPr/>
              </p14:nvContentPartPr>
              <p14:xfrm>
                <a:off x="7938142" y="4821296"/>
                <a:ext cx="233280" cy="61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4DC4DA1-4966-7B28-DEB9-FEEF577DBAD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929502" y="4812296"/>
                  <a:ext cx="250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14:cNvPr>
                <p14:cNvContentPartPr/>
                <p14:nvPr/>
              </p14:nvContentPartPr>
              <p14:xfrm>
                <a:off x="8017342" y="4948016"/>
                <a:ext cx="111240" cy="918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0A89DD1-064E-4426-0661-57FEFAE97E84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008702" y="4939376"/>
                  <a:ext cx="128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14:cNvPr>
                <p14:cNvContentPartPr/>
                <p14:nvPr/>
              </p14:nvContentPartPr>
              <p14:xfrm>
                <a:off x="8281942" y="4964216"/>
                <a:ext cx="126000" cy="94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4308FFE-0E27-0157-37AD-0BE0661D515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73302" y="4955216"/>
                  <a:ext cx="143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14:cNvPr>
                <p14:cNvContentPartPr/>
                <p14:nvPr/>
              </p14:nvContentPartPr>
              <p14:xfrm>
                <a:off x="8418022" y="4927856"/>
                <a:ext cx="78840" cy="123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7CEF9FC-5D34-D713-7AE1-F94B2416D160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409382" y="4919216"/>
                  <a:ext cx="96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14:cNvPr>
                <p14:cNvContentPartPr/>
                <p14:nvPr/>
              </p14:nvContentPartPr>
              <p14:xfrm>
                <a:off x="8400022" y="4849736"/>
                <a:ext cx="5040" cy="151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B2A8C54-4967-86AB-CF81-170B76F898D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391382" y="4840736"/>
                  <a:ext cx="22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14:cNvPr>
                <p14:cNvContentPartPr/>
                <p14:nvPr/>
              </p14:nvContentPartPr>
              <p14:xfrm>
                <a:off x="8521342" y="4868816"/>
                <a:ext cx="91440" cy="76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1DE60438-62D9-B3F5-0F14-B5E579E3A0C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512702" y="4860176"/>
                  <a:ext cx="10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14:cNvPr>
                <p14:cNvContentPartPr/>
                <p14:nvPr/>
              </p14:nvContentPartPr>
              <p14:xfrm>
                <a:off x="8540062" y="4910216"/>
                <a:ext cx="72360" cy="7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1DC93F-2A08-0A86-B875-D20DBD568F13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8531422" y="4901216"/>
                  <a:ext cx="90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14:cNvPr>
                <p14:cNvContentPartPr/>
                <p14:nvPr/>
              </p14:nvContentPartPr>
              <p14:xfrm>
                <a:off x="8165662" y="4815536"/>
                <a:ext cx="205920" cy="331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906905-BFA8-5AAD-2A98-26FD6A84BCA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8156662" y="4806896"/>
                  <a:ext cx="223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14:cNvPr>
                <p14:cNvContentPartPr/>
                <p14:nvPr/>
              </p14:nvContentPartPr>
              <p14:xfrm>
                <a:off x="8346382" y="4820936"/>
                <a:ext cx="109440" cy="169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C643560-4F09-ADA3-F95D-9E57D6DB41E0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8337382" y="4812296"/>
                  <a:ext cx="12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14:cNvPr>
                <p14:cNvContentPartPr/>
                <p14:nvPr/>
              </p14:nvContentPartPr>
              <p14:xfrm>
                <a:off x="8920222" y="4650296"/>
                <a:ext cx="59400" cy="107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B0653AA-C888-194D-BEA8-9D65FC191D7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8911582" y="4641656"/>
                  <a:ext cx="77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14:cNvPr>
                <p14:cNvContentPartPr/>
                <p14:nvPr/>
              </p14:nvContentPartPr>
              <p14:xfrm>
                <a:off x="8751022" y="4873856"/>
                <a:ext cx="64800" cy="144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FE4A8F3-57C6-6D31-CD9F-B9A49830F58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8742022" y="4865216"/>
                  <a:ext cx="82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14:cNvPr>
                <p14:cNvContentPartPr/>
                <p14:nvPr/>
              </p14:nvContentPartPr>
              <p14:xfrm>
                <a:off x="8775862" y="4823456"/>
                <a:ext cx="38520" cy="61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566527A-ECCA-1269-BB78-DE0E9049673C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8767222" y="4814816"/>
                  <a:ext cx="56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14:cNvPr>
                <p14:cNvContentPartPr/>
                <p14:nvPr/>
              </p14:nvContentPartPr>
              <p14:xfrm>
                <a:off x="8931022" y="4866296"/>
                <a:ext cx="181080" cy="43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73E1804-6A8C-DAE0-B87B-62BBDCDA26A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8922382" y="4857296"/>
                  <a:ext cx="198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14:cNvPr>
                <p14:cNvContentPartPr/>
                <p14:nvPr/>
              </p14:nvContentPartPr>
              <p14:xfrm>
                <a:off x="9010942" y="4959536"/>
                <a:ext cx="120600" cy="907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60045ED-556E-7FA5-2AB6-627CCD283F25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001942" y="4950536"/>
                  <a:ext cx="138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14:cNvPr>
                <p14:cNvContentPartPr/>
                <p14:nvPr/>
              </p14:nvContentPartPr>
              <p14:xfrm>
                <a:off x="9296422" y="4843616"/>
                <a:ext cx="161280" cy="1224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50063C7-7FE0-1EE1-5F55-8400AF0469A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287422" y="4834616"/>
                  <a:ext cx="1789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14:cNvPr>
                <p14:cNvContentPartPr/>
                <p14:nvPr/>
              </p14:nvContentPartPr>
              <p14:xfrm>
                <a:off x="9440782" y="4710056"/>
                <a:ext cx="103680" cy="205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061B290-4207-2989-8D3F-5AA537A82352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432142" y="4701056"/>
                  <a:ext cx="1213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14:cNvPr>
                <p14:cNvContentPartPr/>
                <p14:nvPr/>
              </p14:nvContentPartPr>
              <p14:xfrm>
                <a:off x="9611782" y="4699256"/>
                <a:ext cx="99000" cy="1814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A2A1359-8E11-0829-07AF-224E0CADAB0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9603142" y="4690616"/>
                  <a:ext cx="116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14:cNvPr>
                <p14:cNvContentPartPr/>
                <p14:nvPr/>
              </p14:nvContentPartPr>
              <p14:xfrm>
                <a:off x="9585142" y="4582616"/>
                <a:ext cx="16920" cy="90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988A984-5055-E054-9F24-63D42871A24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576142" y="4573616"/>
                  <a:ext cx="345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14:cNvPr>
                <p14:cNvContentPartPr/>
                <p14:nvPr/>
              </p14:nvContentPartPr>
              <p14:xfrm>
                <a:off x="9722662" y="4586576"/>
                <a:ext cx="166320" cy="1612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A210B80-DC77-1859-7926-BD8528DED64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713662" y="4577936"/>
                  <a:ext cx="183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14:cNvPr>
                <p14:cNvContentPartPr/>
                <p14:nvPr/>
              </p14:nvContentPartPr>
              <p14:xfrm>
                <a:off x="9775222" y="4656776"/>
                <a:ext cx="81360" cy="5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78C3395F-5328-7C6B-9988-44CFB93AC64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766222" y="4648136"/>
                  <a:ext cx="990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7D23D047-C38B-91FA-F0FD-7BF97B2D6774}"/>
              </a:ext>
            </a:extLst>
          </p:cNvPr>
          <p:cNvGrpSpPr/>
          <p:nvPr/>
        </p:nvGrpSpPr>
        <p:grpSpPr>
          <a:xfrm>
            <a:off x="10318822" y="4703576"/>
            <a:ext cx="233280" cy="203040"/>
            <a:chOff x="10318822" y="4703576"/>
            <a:chExt cx="23328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14:cNvPr>
                <p14:cNvContentPartPr/>
                <p14:nvPr/>
              </p14:nvContentPartPr>
              <p14:xfrm>
                <a:off x="10329262" y="4811216"/>
                <a:ext cx="41040" cy="9540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1ED5F147-1161-7049-0908-64B44E16844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0320622" y="4802216"/>
                  <a:ext cx="586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14:cNvPr>
                <p14:cNvContentPartPr/>
                <p14:nvPr/>
              </p14:nvContentPartPr>
              <p14:xfrm>
                <a:off x="10318822" y="4703576"/>
                <a:ext cx="22320" cy="212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CD5ACEE-9666-7154-399D-DC2FF1CFB93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0309822" y="4694576"/>
                  <a:ext cx="3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14:cNvPr>
                <p14:cNvContentPartPr/>
                <p14:nvPr/>
              </p14:nvContentPartPr>
              <p14:xfrm>
                <a:off x="10465702" y="4774496"/>
                <a:ext cx="86400" cy="1173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E68AD321-107C-1E4D-59FB-B88751D1981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0456702" y="4765856"/>
                  <a:ext cx="10404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1F16793F-58D7-7863-DC32-AAA4DC0AD364}"/>
              </a:ext>
            </a:extLst>
          </p:cNvPr>
          <p:cNvGrpSpPr/>
          <p:nvPr/>
        </p:nvGrpSpPr>
        <p:grpSpPr>
          <a:xfrm>
            <a:off x="10812742" y="4584776"/>
            <a:ext cx="564480" cy="310680"/>
            <a:chOff x="10812742" y="4584776"/>
            <a:chExt cx="56448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14:cNvPr>
                <p14:cNvContentPartPr/>
                <p14:nvPr/>
              </p14:nvContentPartPr>
              <p14:xfrm>
                <a:off x="10812742" y="4584776"/>
                <a:ext cx="331920" cy="310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8BC86AE-EC42-FD74-7723-EAD6969B4A23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804102" y="4575776"/>
                  <a:ext cx="349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14:cNvPr>
                <p14:cNvContentPartPr/>
                <p14:nvPr/>
              </p14:nvContentPartPr>
              <p14:xfrm>
                <a:off x="11116582" y="4747136"/>
                <a:ext cx="95400" cy="11808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16D091FE-ADBF-2FB0-DA44-B8B99BE481ED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1107942" y="4738136"/>
                  <a:ext cx="113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14:cNvPr>
                <p14:cNvContentPartPr/>
                <p14:nvPr/>
              </p14:nvContentPartPr>
              <p14:xfrm>
                <a:off x="11241502" y="4758656"/>
                <a:ext cx="135720" cy="691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85D3864E-B222-6036-2DE0-511415A94C9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1232502" y="4750016"/>
                  <a:ext cx="1533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9508DF2C-A5D6-CF14-1C09-3AD5BF21730E}"/>
              </a:ext>
            </a:extLst>
          </p:cNvPr>
          <p:cNvGrpSpPr/>
          <p:nvPr/>
        </p:nvGrpSpPr>
        <p:grpSpPr>
          <a:xfrm>
            <a:off x="10555702" y="5124056"/>
            <a:ext cx="810720" cy="149760"/>
            <a:chOff x="10555702" y="5124056"/>
            <a:chExt cx="810720" cy="1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14:cNvPr>
                <p14:cNvContentPartPr/>
                <p14:nvPr/>
              </p14:nvContentPartPr>
              <p14:xfrm>
                <a:off x="10555702" y="5157896"/>
                <a:ext cx="110520" cy="8460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972C3F3-89C0-8E69-F37E-851699D099B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546702" y="5149256"/>
                  <a:ext cx="128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14:cNvPr>
                <p14:cNvContentPartPr/>
                <p14:nvPr/>
              </p14:nvContentPartPr>
              <p14:xfrm>
                <a:off x="10807702" y="5144936"/>
                <a:ext cx="202680" cy="128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BCEA940-7E3D-4DC4-541E-C076EDE22C8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799062" y="5135936"/>
                  <a:ext cx="220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14:cNvPr>
                <p14:cNvContentPartPr/>
                <p14:nvPr/>
              </p14:nvContentPartPr>
              <p14:xfrm>
                <a:off x="10908862" y="5124056"/>
                <a:ext cx="227520" cy="1026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9A953445-B1BF-B53D-E7DB-E542CD33918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899862" y="5115416"/>
                  <a:ext cx="245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14:cNvPr>
                <p14:cNvContentPartPr/>
                <p14:nvPr/>
              </p14:nvContentPartPr>
              <p14:xfrm>
                <a:off x="11267782" y="5151776"/>
                <a:ext cx="98640" cy="961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1E6C46C-3702-95E2-8968-D3D0C54FFEE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1259142" y="5143136"/>
                  <a:ext cx="1162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AA99133B-4784-D595-AB11-2F51D9ABBD09}"/>
              </a:ext>
            </a:extLst>
          </p:cNvPr>
          <p:cNvGrpSpPr/>
          <p:nvPr/>
        </p:nvGrpSpPr>
        <p:grpSpPr>
          <a:xfrm>
            <a:off x="1063582" y="4831736"/>
            <a:ext cx="2895120" cy="1819440"/>
            <a:chOff x="1063582" y="4831736"/>
            <a:chExt cx="2895120" cy="18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14:cNvPr>
                <p14:cNvContentPartPr/>
                <p14:nvPr/>
              </p14:nvContentPartPr>
              <p14:xfrm>
                <a:off x="2407822" y="4831736"/>
                <a:ext cx="44280" cy="18194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9A0E65A-0F6A-3446-4D47-438F42D9B3F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399182" y="4822736"/>
                  <a:ext cx="61920" cy="18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14:cNvPr>
                <p14:cNvContentPartPr/>
                <p14:nvPr/>
              </p14:nvContentPartPr>
              <p14:xfrm>
                <a:off x="1063582" y="5704016"/>
                <a:ext cx="2895120" cy="594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7149F73-E56F-AB73-7986-6CC70B8A1F9E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054942" y="5695376"/>
                  <a:ext cx="29127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BF3F6881-EE15-80E5-6639-1592D070FFE4}"/>
              </a:ext>
            </a:extLst>
          </p:cNvPr>
          <p:cNvGrpSpPr/>
          <p:nvPr/>
        </p:nvGrpSpPr>
        <p:grpSpPr>
          <a:xfrm>
            <a:off x="1693222" y="5007056"/>
            <a:ext cx="1539360" cy="710280"/>
            <a:chOff x="1693222" y="5007056"/>
            <a:chExt cx="1539360" cy="71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14:cNvPr>
                <p14:cNvContentPartPr/>
                <p14:nvPr/>
              </p14:nvContentPartPr>
              <p14:xfrm>
                <a:off x="2424022" y="5009216"/>
                <a:ext cx="739800" cy="4755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FD9F705-B89F-B20D-8CEE-3B576376505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415382" y="5000216"/>
                  <a:ext cx="7574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14:cNvPr>
                <p14:cNvContentPartPr/>
                <p14:nvPr/>
              </p14:nvContentPartPr>
              <p14:xfrm>
                <a:off x="3088582" y="5337536"/>
                <a:ext cx="128160" cy="34236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EE1EC42A-0BBD-546D-6E7F-89EFD470C4A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079582" y="5328536"/>
                  <a:ext cx="14580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14:cNvPr>
                <p14:cNvContentPartPr/>
                <p14:nvPr/>
              </p14:nvContentPartPr>
              <p14:xfrm>
                <a:off x="3232222" y="5677736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AFD47A4-26A4-16F8-E0AD-FB26AEAB933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223222" y="5668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14:cNvPr>
                <p14:cNvContentPartPr/>
                <p14:nvPr/>
              </p14:nvContentPartPr>
              <p14:xfrm>
                <a:off x="1917862" y="5007056"/>
                <a:ext cx="464040" cy="2653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1467637-306A-092D-E59D-49C23BEAD8C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908862" y="4998056"/>
                  <a:ext cx="48168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14:cNvPr>
                <p14:cNvContentPartPr/>
                <p14:nvPr/>
              </p14:nvContentPartPr>
              <p14:xfrm>
                <a:off x="1719142" y="5236376"/>
                <a:ext cx="200160" cy="3880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E6DA23A5-9EBE-F80D-D2B9-9F41BC2D967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710142" y="5227376"/>
                  <a:ext cx="2178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14:cNvPr>
                <p14:cNvContentPartPr/>
                <p14:nvPr/>
              </p14:nvContentPartPr>
              <p14:xfrm>
                <a:off x="1693222" y="5709416"/>
                <a:ext cx="2880" cy="79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307CA9E-DE61-4A97-47FB-60262E7CD1C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684582" y="5700776"/>
                  <a:ext cx="2052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A8C19F8F-5FB1-FBAF-E146-7C33CB591186}"/>
              </a:ext>
            </a:extLst>
          </p:cNvPr>
          <p:cNvGrpSpPr/>
          <p:nvPr/>
        </p:nvGrpSpPr>
        <p:grpSpPr>
          <a:xfrm>
            <a:off x="1711582" y="5853056"/>
            <a:ext cx="1478160" cy="581040"/>
            <a:chOff x="1711582" y="5853056"/>
            <a:chExt cx="1478160" cy="58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14:cNvPr>
                <p14:cNvContentPartPr/>
                <p14:nvPr/>
              </p14:nvContentPartPr>
              <p14:xfrm>
                <a:off x="1711582" y="5868896"/>
                <a:ext cx="48600" cy="1926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5C519F9-8C1B-BBF4-4453-56C1CF499DE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702942" y="5860256"/>
                  <a:ext cx="6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14:cNvPr>
                <p14:cNvContentPartPr/>
                <p14:nvPr/>
              </p14:nvContentPartPr>
              <p14:xfrm>
                <a:off x="1860622" y="6209096"/>
                <a:ext cx="190080" cy="1130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4972A52-CDDB-C770-0835-530A28BE97D0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851622" y="6200456"/>
                  <a:ext cx="2077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14:cNvPr>
                <p14:cNvContentPartPr/>
                <p14:nvPr/>
              </p14:nvContentPartPr>
              <p14:xfrm>
                <a:off x="2110462" y="6363536"/>
                <a:ext cx="198720" cy="572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5F13BD2F-9309-74D2-5468-E522C665FC00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101462" y="6354536"/>
                  <a:ext cx="216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14:cNvPr>
                <p14:cNvContentPartPr/>
                <p14:nvPr/>
              </p14:nvContentPartPr>
              <p14:xfrm>
                <a:off x="2622742" y="5853056"/>
                <a:ext cx="567000" cy="5810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4B5C304-CA83-0F75-847B-F765A594557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613742" y="5844056"/>
                  <a:ext cx="5846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14:cNvPr>
                <p14:cNvContentPartPr/>
                <p14:nvPr/>
              </p14:nvContentPartPr>
              <p14:xfrm>
                <a:off x="2381182" y="6416456"/>
                <a:ext cx="197280" cy="86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21CF3E2-2494-1EDF-6680-79F1F3B3169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372542" y="6407456"/>
                  <a:ext cx="21492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ADD97F3D-9736-4751-10C5-E7F2B865E818}"/>
              </a:ext>
            </a:extLst>
          </p:cNvPr>
          <p:cNvGrpSpPr/>
          <p:nvPr/>
        </p:nvGrpSpPr>
        <p:grpSpPr>
          <a:xfrm>
            <a:off x="763702" y="4757936"/>
            <a:ext cx="937800" cy="590760"/>
            <a:chOff x="763702" y="4757936"/>
            <a:chExt cx="93780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14:cNvPr>
                <p14:cNvContentPartPr/>
                <p14:nvPr/>
              </p14:nvContentPartPr>
              <p14:xfrm>
                <a:off x="1490542" y="5236736"/>
                <a:ext cx="210960" cy="5868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5CE42DD-A1F3-A434-8057-F9E08A5CD4B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481542" y="5227736"/>
                  <a:ext cx="228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14:cNvPr>
                <p14:cNvContentPartPr/>
                <p14:nvPr/>
              </p14:nvContentPartPr>
              <p14:xfrm>
                <a:off x="903742" y="4963136"/>
                <a:ext cx="146880" cy="882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2D45578-5190-14BF-AD54-56C41D97536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94742" y="4954136"/>
                  <a:ext cx="164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14:cNvPr>
                <p14:cNvContentPartPr/>
                <p14:nvPr/>
              </p14:nvContentPartPr>
              <p14:xfrm>
                <a:off x="1057822" y="4946936"/>
                <a:ext cx="122040" cy="439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66458D8-2678-B422-8E42-D7555DA1E5A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48822" y="4938296"/>
                  <a:ext cx="139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14:cNvPr>
                <p14:cNvContentPartPr/>
                <p14:nvPr/>
              </p14:nvContentPartPr>
              <p14:xfrm>
                <a:off x="1222702" y="4938656"/>
                <a:ext cx="73080" cy="392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B4EF03A-2766-5E32-410E-C7FB48FAB53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213702" y="4929656"/>
                  <a:ext cx="907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14:cNvPr>
                <p14:cNvContentPartPr/>
                <p14:nvPr/>
              </p14:nvContentPartPr>
              <p14:xfrm>
                <a:off x="1142782" y="4789976"/>
                <a:ext cx="360" cy="108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6873168-E50B-4CB2-B0D4-DCEB14DFA19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134142" y="478097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14:cNvPr>
                <p14:cNvContentPartPr/>
                <p14:nvPr/>
              </p14:nvContentPartPr>
              <p14:xfrm>
                <a:off x="1185262" y="4757936"/>
                <a:ext cx="150840" cy="17604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4F6861E-84BB-1827-55E4-F06C564CD19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176622" y="4748936"/>
                  <a:ext cx="1684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14:cNvPr>
                <p14:cNvContentPartPr/>
                <p14:nvPr/>
              </p14:nvContentPartPr>
              <p14:xfrm>
                <a:off x="1262302" y="4861976"/>
                <a:ext cx="72360" cy="9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2928B19-A8D2-7874-7C75-E0B31DD82CD7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253302" y="4852976"/>
                  <a:ext cx="90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14:cNvPr>
                <p14:cNvContentPartPr/>
                <p14:nvPr/>
              </p14:nvContentPartPr>
              <p14:xfrm>
                <a:off x="763702" y="5273456"/>
                <a:ext cx="124200" cy="752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E1F6E4DD-F430-FCA5-71B6-849C1A3CC610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755062" y="5264816"/>
                  <a:ext cx="1418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14:cNvPr>
                <p14:cNvContentPartPr/>
                <p14:nvPr/>
              </p14:nvContentPartPr>
              <p14:xfrm>
                <a:off x="898342" y="5273456"/>
                <a:ext cx="57240" cy="561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08C16F0-378F-38B4-10EC-DB75776B714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89342" y="5264816"/>
                  <a:ext cx="74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14:cNvPr>
                <p14:cNvContentPartPr/>
                <p14:nvPr/>
              </p14:nvContentPartPr>
              <p14:xfrm>
                <a:off x="877102" y="5183096"/>
                <a:ext cx="34200" cy="388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4DBDFAA-3D47-1B5B-B6B4-A436EF94645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68102" y="517445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14:cNvPr>
                <p14:cNvContentPartPr/>
                <p14:nvPr/>
              </p14:nvContentPartPr>
              <p14:xfrm>
                <a:off x="994102" y="5200016"/>
                <a:ext cx="63720" cy="950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19DE44D-5432-7A47-A487-4BFE7D9E6F07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85462" y="5191376"/>
                  <a:ext cx="8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14:cNvPr>
                <p14:cNvContentPartPr/>
                <p14:nvPr/>
              </p14:nvContentPartPr>
              <p14:xfrm>
                <a:off x="1122622" y="5059256"/>
                <a:ext cx="269280" cy="2156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EFCE619-7A8B-67E9-EB93-DD04A16CBC7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13982" y="5050256"/>
                  <a:ext cx="286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14:cNvPr>
                <p14:cNvContentPartPr/>
                <p14:nvPr/>
              </p14:nvContentPartPr>
              <p14:xfrm>
                <a:off x="1132342" y="5203616"/>
                <a:ext cx="14400" cy="48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BFCD8EB-C8B0-02C4-B112-87485BD8C36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23342" y="5194976"/>
                  <a:ext cx="320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FD48F6AE-3DDD-7682-C62A-2A50444F36F2}"/>
              </a:ext>
            </a:extLst>
          </p:cNvPr>
          <p:cNvGrpSpPr/>
          <p:nvPr/>
        </p:nvGrpSpPr>
        <p:grpSpPr>
          <a:xfrm>
            <a:off x="2451382" y="5325296"/>
            <a:ext cx="434880" cy="365400"/>
            <a:chOff x="2451382" y="5325296"/>
            <a:chExt cx="43488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14:cNvPr>
                <p14:cNvContentPartPr/>
                <p14:nvPr/>
              </p14:nvContentPartPr>
              <p14:xfrm>
                <a:off x="2727502" y="5330336"/>
                <a:ext cx="117360" cy="7200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231EAA6-E4D6-C437-DC60-5D43BD2F26B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718862" y="5321696"/>
                  <a:ext cx="135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14:cNvPr>
                <p14:cNvContentPartPr/>
                <p14:nvPr/>
              </p14:nvContentPartPr>
              <p14:xfrm>
                <a:off x="2484502" y="5404136"/>
                <a:ext cx="259200" cy="2696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CC2969D-0F78-54D8-D45B-67348E48D96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475502" y="5395496"/>
                  <a:ext cx="276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14:cNvPr>
                <p14:cNvContentPartPr/>
                <p14:nvPr/>
              </p14:nvContentPartPr>
              <p14:xfrm>
                <a:off x="2451382" y="5656496"/>
                <a:ext cx="20880" cy="1512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038AF33-5EC6-CC78-4E93-9B84D3DC186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442382" y="5647496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14:cNvPr>
                <p14:cNvContentPartPr/>
                <p14:nvPr/>
              </p14:nvContentPartPr>
              <p14:xfrm>
                <a:off x="2524462" y="5325296"/>
                <a:ext cx="69480" cy="939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1D6504AD-08F1-3165-ED25-83CCC774B3F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515822" y="5316656"/>
                  <a:ext cx="87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14:cNvPr>
                <p14:cNvContentPartPr/>
                <p14:nvPr/>
              </p14:nvContentPartPr>
              <p14:xfrm>
                <a:off x="2656942" y="5568656"/>
                <a:ext cx="70920" cy="1220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77E371DE-D178-DBE6-17B9-A1DF436ED983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647942" y="55596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14:cNvPr>
                <p14:cNvContentPartPr/>
                <p14:nvPr/>
              </p14:nvContentPartPr>
              <p14:xfrm>
                <a:off x="2624902" y="5522936"/>
                <a:ext cx="68760" cy="5868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EF811BDB-8A8D-E492-8D96-C2FB7331A9C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615902" y="5514296"/>
                  <a:ext cx="86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14:cNvPr>
                <p14:cNvContentPartPr/>
                <p14:nvPr/>
              </p14:nvContentPartPr>
              <p14:xfrm>
                <a:off x="2747302" y="5527616"/>
                <a:ext cx="138960" cy="1188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61AD2CE-53C2-13B5-47B6-AAEAB0C3881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738302" y="5518976"/>
                  <a:ext cx="1566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14:cNvPr>
                <p14:cNvContentPartPr/>
                <p14:nvPr/>
              </p14:nvContentPartPr>
              <p14:xfrm>
                <a:off x="2791222" y="5582336"/>
                <a:ext cx="47880" cy="504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A258997-ABFA-FC80-D557-4BFF04ABCF15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82222" y="5573696"/>
                  <a:ext cx="6552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531B2113-3D66-A8B4-1004-B60B17916947}"/>
              </a:ext>
            </a:extLst>
          </p:cNvPr>
          <p:cNvGrpSpPr/>
          <p:nvPr/>
        </p:nvGrpSpPr>
        <p:grpSpPr>
          <a:xfrm>
            <a:off x="2790862" y="4767296"/>
            <a:ext cx="521640" cy="469440"/>
            <a:chOff x="2790862" y="4767296"/>
            <a:chExt cx="521640" cy="4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14:cNvPr>
                <p14:cNvContentPartPr/>
                <p14:nvPr/>
              </p14:nvContentPartPr>
              <p14:xfrm>
                <a:off x="2790862" y="4939016"/>
                <a:ext cx="148320" cy="297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1514B82B-E4A3-FE6A-42C6-C131F7E8110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782222" y="4930016"/>
                  <a:ext cx="1659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14:cNvPr>
                <p14:cNvContentPartPr/>
                <p14:nvPr/>
              </p14:nvContentPartPr>
              <p14:xfrm>
                <a:off x="3024862" y="4767296"/>
                <a:ext cx="178560" cy="1674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01DBE19-E614-042B-0141-86893304EA8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015862" y="4758656"/>
                  <a:ext cx="196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14:cNvPr>
                <p14:cNvContentPartPr/>
                <p14:nvPr/>
              </p14:nvContentPartPr>
              <p14:xfrm>
                <a:off x="3077782" y="4864136"/>
                <a:ext cx="102600" cy="57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E221A81-8747-928B-8341-88BB705B964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069142" y="4855496"/>
                  <a:ext cx="120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14:cNvPr>
                <p14:cNvContentPartPr/>
                <p14:nvPr/>
              </p14:nvContentPartPr>
              <p14:xfrm>
                <a:off x="3222862" y="4881776"/>
                <a:ext cx="89640" cy="62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F62A091-045D-A394-A1E8-F121CBAED30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213862" y="4873136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687BC04A-E7A9-32A5-9D3A-44972AF9BEE8}"/>
              </a:ext>
            </a:extLst>
          </p:cNvPr>
          <p:cNvGrpSpPr/>
          <p:nvPr/>
        </p:nvGrpSpPr>
        <p:grpSpPr>
          <a:xfrm>
            <a:off x="2487742" y="5768096"/>
            <a:ext cx="1195560" cy="840600"/>
            <a:chOff x="2487742" y="5768096"/>
            <a:chExt cx="1195560" cy="84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14:cNvPr>
                <p14:cNvContentPartPr/>
                <p14:nvPr/>
              </p14:nvContentPartPr>
              <p14:xfrm>
                <a:off x="2487742" y="5768096"/>
                <a:ext cx="1091520" cy="8071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8CE8C37-69A7-978D-253E-6AACDBA7BD5E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479102" y="5759096"/>
                  <a:ext cx="1109160" cy="82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14:cNvPr>
                <p14:cNvContentPartPr/>
                <p14:nvPr/>
              </p14:nvContentPartPr>
              <p14:xfrm>
                <a:off x="3565942" y="6529856"/>
                <a:ext cx="117360" cy="7884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2D260587-E5B3-13AF-97AC-415BADB98C0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557302" y="6520856"/>
                  <a:ext cx="1350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7A72E622-6931-1AD1-E069-4BEA0462E11A}"/>
              </a:ext>
            </a:extLst>
          </p:cNvPr>
          <p:cNvGrpSpPr/>
          <p:nvPr/>
        </p:nvGrpSpPr>
        <p:grpSpPr>
          <a:xfrm>
            <a:off x="2737582" y="5763776"/>
            <a:ext cx="426600" cy="186480"/>
            <a:chOff x="2737582" y="5763776"/>
            <a:chExt cx="42660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14:cNvPr>
                <p14:cNvContentPartPr/>
                <p14:nvPr/>
              </p14:nvContentPartPr>
              <p14:xfrm>
                <a:off x="2768182" y="5763776"/>
                <a:ext cx="56160" cy="1825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B91723B-80C7-C834-7EE8-FCB1EB04128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759182" y="5755136"/>
                  <a:ext cx="73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14:cNvPr>
                <p14:cNvContentPartPr/>
                <p14:nvPr/>
              </p14:nvContentPartPr>
              <p14:xfrm>
                <a:off x="2737582" y="5879696"/>
                <a:ext cx="100800" cy="705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9A538E90-8D3F-4B0D-261B-FA682E8A36E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728942" y="5870696"/>
                  <a:ext cx="118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14:cNvPr>
                <p14:cNvContentPartPr/>
                <p14:nvPr/>
              </p14:nvContentPartPr>
              <p14:xfrm>
                <a:off x="2918662" y="5898776"/>
                <a:ext cx="69120" cy="79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14178DCA-3DDE-CA2B-080A-125F4B8C35D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910022" y="5889776"/>
                  <a:ext cx="86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14:cNvPr>
                <p14:cNvContentPartPr/>
                <p14:nvPr/>
              </p14:nvContentPartPr>
              <p14:xfrm>
                <a:off x="3028462" y="5837216"/>
                <a:ext cx="135720" cy="1072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97A74C5-A783-4538-DA58-96E2320D8AA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019822" y="5828216"/>
                  <a:ext cx="15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14:cNvPr>
                <p14:cNvContentPartPr/>
                <p14:nvPr/>
              </p14:nvContentPartPr>
              <p14:xfrm>
                <a:off x="3064822" y="5893736"/>
                <a:ext cx="55800" cy="12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5B2BC44-DEF5-5C5A-FFC5-88C38ECD5EC7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056182" y="5884736"/>
                  <a:ext cx="734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70EBBF76-6A24-034E-275E-940DBF94D022}"/>
              </a:ext>
            </a:extLst>
          </p:cNvPr>
          <p:cNvGrpSpPr/>
          <p:nvPr/>
        </p:nvGrpSpPr>
        <p:grpSpPr>
          <a:xfrm>
            <a:off x="2966902" y="6301616"/>
            <a:ext cx="173160" cy="294840"/>
            <a:chOff x="2966902" y="6301616"/>
            <a:chExt cx="1731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14:cNvPr>
                <p14:cNvContentPartPr/>
                <p14:nvPr/>
              </p14:nvContentPartPr>
              <p14:xfrm>
                <a:off x="3009022" y="6301616"/>
                <a:ext cx="21600" cy="720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317C9D0-CBCB-4B8B-B663-1B9342AB8D2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000022" y="6292616"/>
                  <a:ext cx="39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14:cNvPr>
                <p14:cNvContentPartPr/>
                <p14:nvPr/>
              </p14:nvContentPartPr>
              <p14:xfrm>
                <a:off x="2966902" y="6443096"/>
                <a:ext cx="148680" cy="140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F195C060-CF6B-799E-CF47-FB4E994ED15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2957902" y="6434456"/>
                  <a:ext cx="166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14:cNvPr>
                <p14:cNvContentPartPr/>
                <p14:nvPr/>
              </p14:nvContentPartPr>
              <p14:xfrm>
                <a:off x="3014062" y="6516536"/>
                <a:ext cx="126000" cy="799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1944F2FA-C52E-9AFA-794C-75A26F59D71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005422" y="6507896"/>
                  <a:ext cx="14364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BB31EAED-6193-2D94-A947-D265D99A9305}"/>
              </a:ext>
            </a:extLst>
          </p:cNvPr>
          <p:cNvGrpSpPr/>
          <p:nvPr/>
        </p:nvGrpSpPr>
        <p:grpSpPr>
          <a:xfrm>
            <a:off x="3864742" y="6514376"/>
            <a:ext cx="279000" cy="169200"/>
            <a:chOff x="3864742" y="6514376"/>
            <a:chExt cx="27900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14:cNvPr>
                <p14:cNvContentPartPr/>
                <p14:nvPr/>
              </p14:nvContentPartPr>
              <p14:xfrm>
                <a:off x="3864742" y="6514376"/>
                <a:ext cx="141120" cy="1378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684EBBF-0511-6AD8-FEDF-8A7E06063F2D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56102" y="6505376"/>
                  <a:ext cx="1587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14:cNvPr>
                <p14:cNvContentPartPr/>
                <p14:nvPr/>
              </p14:nvContentPartPr>
              <p14:xfrm>
                <a:off x="3886702" y="6597176"/>
                <a:ext cx="111240" cy="612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4EB5DA2-15FF-9BFE-3910-BF0D538A7725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878062" y="6588176"/>
                  <a:ext cx="1288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14:cNvPr>
                <p14:cNvContentPartPr/>
                <p14:nvPr/>
              </p14:nvContentPartPr>
              <p14:xfrm>
                <a:off x="4044382" y="6629216"/>
                <a:ext cx="99360" cy="5436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C7143DD8-EFE8-47FA-8FFC-2EF693F00B3E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035382" y="6620576"/>
                  <a:ext cx="117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BE367A67-66B8-AA39-2C90-8A866E15F85F}"/>
              </a:ext>
            </a:extLst>
          </p:cNvPr>
          <p:cNvGrpSpPr/>
          <p:nvPr/>
        </p:nvGrpSpPr>
        <p:grpSpPr>
          <a:xfrm>
            <a:off x="4014142" y="6304496"/>
            <a:ext cx="200880" cy="102240"/>
            <a:chOff x="4014142" y="6304496"/>
            <a:chExt cx="200880" cy="10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14:cNvPr>
                <p14:cNvContentPartPr/>
                <p14:nvPr/>
              </p14:nvContentPartPr>
              <p14:xfrm>
                <a:off x="4014142" y="6398096"/>
                <a:ext cx="68760" cy="8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7B8668F-6AAE-58C6-3789-4270F302502C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4005502" y="6389456"/>
                  <a:ext cx="86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14:cNvPr>
                <p14:cNvContentPartPr/>
                <p14:nvPr/>
              </p14:nvContentPartPr>
              <p14:xfrm>
                <a:off x="4180462" y="6304496"/>
                <a:ext cx="34560" cy="900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FB35B11-BBA1-1AE9-F75A-2665D74080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171822" y="6295496"/>
                  <a:ext cx="522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A9FBB019-3D47-498F-933B-EA5C6AA93EF2}"/>
              </a:ext>
            </a:extLst>
          </p:cNvPr>
          <p:cNvGrpSpPr/>
          <p:nvPr/>
        </p:nvGrpSpPr>
        <p:grpSpPr>
          <a:xfrm>
            <a:off x="4997302" y="6379376"/>
            <a:ext cx="834840" cy="337320"/>
            <a:chOff x="4997302" y="6379376"/>
            <a:chExt cx="83484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14:cNvPr>
                <p14:cNvContentPartPr/>
                <p14:nvPr/>
              </p14:nvContentPartPr>
              <p14:xfrm>
                <a:off x="4997302" y="6490256"/>
                <a:ext cx="153000" cy="1508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E81F0A38-FF69-C103-F37E-00EB3907E89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988302" y="6481616"/>
                  <a:ext cx="170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14:cNvPr>
                <p14:cNvContentPartPr/>
                <p14:nvPr/>
              </p14:nvContentPartPr>
              <p14:xfrm>
                <a:off x="5007742" y="6544256"/>
                <a:ext cx="137520" cy="270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5EC8340-7151-2F28-81BE-CC9E52B6948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999102" y="6535616"/>
                  <a:ext cx="155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14:cNvPr>
                <p14:cNvContentPartPr/>
                <p14:nvPr/>
              </p14:nvContentPartPr>
              <p14:xfrm>
                <a:off x="5200702" y="6592136"/>
                <a:ext cx="68760" cy="892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FA5392F-8FDF-51FD-28B7-BC0890186A4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5192062" y="6583136"/>
                  <a:ext cx="864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14:cNvPr>
                <p14:cNvContentPartPr/>
                <p14:nvPr/>
              </p14:nvContentPartPr>
              <p14:xfrm>
                <a:off x="5397982" y="6655856"/>
                <a:ext cx="19440" cy="608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BC7FC33D-98A0-65DD-C668-2A61D8A097B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389342" y="6646856"/>
                  <a:ext cx="37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14:cNvPr>
                <p14:cNvContentPartPr/>
                <p14:nvPr/>
              </p14:nvContentPartPr>
              <p14:xfrm>
                <a:off x="5534062" y="6494936"/>
                <a:ext cx="152280" cy="1670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A765F258-4E84-31D2-6B60-5423F590ADB9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5525422" y="6485936"/>
                  <a:ext cx="169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14:cNvPr>
                <p14:cNvContentPartPr/>
                <p14:nvPr/>
              </p14:nvContentPartPr>
              <p14:xfrm>
                <a:off x="5575462" y="6592136"/>
                <a:ext cx="91800" cy="360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AE7FFEB-D936-8403-948E-0B65699FA0F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5566462" y="6583136"/>
                  <a:ext cx="109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14:cNvPr>
                <p14:cNvContentPartPr/>
                <p14:nvPr/>
              </p14:nvContentPartPr>
              <p14:xfrm>
                <a:off x="5711542" y="6599696"/>
                <a:ext cx="60840" cy="774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2FB7C59E-0404-54E0-0574-738DAC815DC1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5702542" y="6591056"/>
                  <a:ext cx="78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14:cNvPr>
                <p14:cNvContentPartPr/>
                <p14:nvPr/>
              </p14:nvContentPartPr>
              <p14:xfrm>
                <a:off x="5661862" y="6448496"/>
                <a:ext cx="79920" cy="50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576A666-EFAF-AB84-D9FF-6E145DBEAAFD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5652862" y="6439496"/>
                  <a:ext cx="97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14:cNvPr>
                <p14:cNvContentPartPr/>
                <p14:nvPr/>
              </p14:nvContentPartPr>
              <p14:xfrm>
                <a:off x="5815942" y="6379376"/>
                <a:ext cx="16200" cy="752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EC4CA4C9-8F6B-B9E6-CA0E-50A16C20B3DE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806942" y="6370376"/>
                  <a:ext cx="3384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38F8C44C-B1E4-A846-5EDF-7980EDCC65B8}"/>
              </a:ext>
            </a:extLst>
          </p:cNvPr>
          <p:cNvGrpSpPr/>
          <p:nvPr/>
        </p:nvGrpSpPr>
        <p:grpSpPr>
          <a:xfrm>
            <a:off x="6165142" y="6486296"/>
            <a:ext cx="320400" cy="149400"/>
            <a:chOff x="6165142" y="6486296"/>
            <a:chExt cx="32040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14:cNvPr>
                <p14:cNvContentPartPr/>
                <p14:nvPr/>
              </p14:nvContentPartPr>
              <p14:xfrm>
                <a:off x="6165142" y="6574856"/>
                <a:ext cx="112680" cy="608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63FE1A05-16AD-ED6B-8F49-08D2D83A17C2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6156142" y="6565856"/>
                  <a:ext cx="130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14:cNvPr>
                <p14:cNvContentPartPr/>
                <p14:nvPr/>
              </p14:nvContentPartPr>
              <p14:xfrm>
                <a:off x="6293662" y="6486296"/>
                <a:ext cx="191880" cy="1141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DE988C3-B3F2-F663-DEF0-0B8B8C3D9A3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6285022" y="6477656"/>
                  <a:ext cx="209520" cy="13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2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14:cNvPr>
              <p14:cNvContentPartPr/>
              <p14:nvPr/>
            </p14:nvContentPartPr>
            <p14:xfrm>
              <a:off x="6687862" y="6448496"/>
              <a:ext cx="11880" cy="2232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15779B57-0443-E6BE-7944-7C367A787146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6678862" y="6439496"/>
                <a:ext cx="295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AFB72BD0-E366-FF07-D2A7-906A5481A90F}"/>
              </a:ext>
            </a:extLst>
          </p:cNvPr>
          <p:cNvGrpSpPr/>
          <p:nvPr/>
        </p:nvGrpSpPr>
        <p:grpSpPr>
          <a:xfrm>
            <a:off x="6714142" y="6563696"/>
            <a:ext cx="241560" cy="59400"/>
            <a:chOff x="6714142" y="6563696"/>
            <a:chExt cx="241560" cy="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14:cNvPr>
                <p14:cNvContentPartPr/>
                <p14:nvPr/>
              </p14:nvContentPartPr>
              <p14:xfrm>
                <a:off x="6714142" y="6570896"/>
                <a:ext cx="42840" cy="522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4901585-CFC2-6EF4-9273-FEC64859FD45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705502" y="6561896"/>
                  <a:ext cx="6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14:cNvPr>
                <p14:cNvContentPartPr/>
                <p14:nvPr/>
              </p14:nvContentPartPr>
              <p14:xfrm>
                <a:off x="6794062" y="6563696"/>
                <a:ext cx="161640" cy="5904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F1FCD1B-788A-18B5-DFAE-C52BE5C55E06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6785062" y="6555056"/>
                  <a:ext cx="1792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B8A98090-A91A-F38F-348C-E20FB533F9C1}"/>
              </a:ext>
            </a:extLst>
          </p:cNvPr>
          <p:cNvGrpSpPr/>
          <p:nvPr/>
        </p:nvGrpSpPr>
        <p:grpSpPr>
          <a:xfrm>
            <a:off x="7137142" y="6347696"/>
            <a:ext cx="1200960" cy="361080"/>
            <a:chOff x="7137142" y="6347696"/>
            <a:chExt cx="120096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14:cNvPr>
                <p14:cNvContentPartPr/>
                <p14:nvPr/>
              </p14:nvContentPartPr>
              <p14:xfrm>
                <a:off x="7137142" y="6495296"/>
                <a:ext cx="209520" cy="1393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184C7B43-10E5-136F-EB01-812E3B750602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128142" y="6486656"/>
                  <a:ext cx="227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14:cNvPr>
                <p14:cNvContentPartPr/>
                <p14:nvPr/>
              </p14:nvContentPartPr>
              <p14:xfrm>
                <a:off x="7417582" y="6544256"/>
                <a:ext cx="150120" cy="968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86332EEA-27F2-40FC-A13D-5430746C2FDB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408582" y="6535256"/>
                  <a:ext cx="167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14:cNvPr>
                <p14:cNvContentPartPr/>
                <p14:nvPr/>
              </p14:nvContentPartPr>
              <p14:xfrm>
                <a:off x="7506502" y="6424736"/>
                <a:ext cx="360" cy="136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5217C3B-60F8-90AA-8D1E-43FA0B0C334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497502" y="6415736"/>
                  <a:ext cx="18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14:cNvPr>
                <p14:cNvContentPartPr/>
                <p14:nvPr/>
              </p14:nvContentPartPr>
              <p14:xfrm>
                <a:off x="7597582" y="6558656"/>
                <a:ext cx="76320" cy="1501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6B0B0D90-374E-A6C2-4888-8AD96D59F1B8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7588582" y="65496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14:cNvPr>
                <p14:cNvContentPartPr/>
                <p14:nvPr/>
              </p14:nvContentPartPr>
              <p14:xfrm>
                <a:off x="7740502" y="6521936"/>
                <a:ext cx="42120" cy="116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55076AC-58D7-6CCE-3097-A6451D1F83E5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7731502" y="6513296"/>
                  <a:ext cx="59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14:cNvPr>
                <p14:cNvContentPartPr/>
                <p14:nvPr/>
              </p14:nvContentPartPr>
              <p14:xfrm>
                <a:off x="7856782" y="6556496"/>
                <a:ext cx="82080" cy="9000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4F8D2D2-20A8-CCAD-832D-2A1DAF6914F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848142" y="6547856"/>
                  <a:ext cx="99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14:cNvPr>
                <p14:cNvContentPartPr/>
                <p14:nvPr/>
              </p14:nvContentPartPr>
              <p14:xfrm>
                <a:off x="8002582" y="6570896"/>
                <a:ext cx="81360" cy="918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DC9B739D-74E7-1129-C8F5-9B6300F4920E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993582" y="6561896"/>
                  <a:ext cx="99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14:cNvPr>
                <p14:cNvContentPartPr/>
                <p14:nvPr/>
              </p14:nvContentPartPr>
              <p14:xfrm>
                <a:off x="8121382" y="6347696"/>
                <a:ext cx="216720" cy="2829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A7BEB185-DB92-42E6-719C-B795A2F596DF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112382" y="6339056"/>
                  <a:ext cx="23436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F636F0B6-CA63-2155-057F-1AC493CFA431}"/>
              </a:ext>
            </a:extLst>
          </p:cNvPr>
          <p:cNvGrpSpPr/>
          <p:nvPr/>
        </p:nvGrpSpPr>
        <p:grpSpPr>
          <a:xfrm>
            <a:off x="8537182" y="6368576"/>
            <a:ext cx="1051920" cy="255600"/>
            <a:chOff x="8537182" y="6368576"/>
            <a:chExt cx="105192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14:cNvPr>
                <p14:cNvContentPartPr/>
                <p14:nvPr/>
              </p14:nvContentPartPr>
              <p14:xfrm>
                <a:off x="8537182" y="6404936"/>
                <a:ext cx="74880" cy="2192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B1C58328-1335-4272-45FC-66C49F35928E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528542" y="6396296"/>
                  <a:ext cx="92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14:cNvPr>
                <p14:cNvContentPartPr/>
                <p14:nvPr/>
              </p14:nvContentPartPr>
              <p14:xfrm>
                <a:off x="8678302" y="6524096"/>
                <a:ext cx="66240" cy="7956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9E360E6-BA42-5BBB-CBF8-4EAE9DE5D14B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669302" y="6515456"/>
                  <a:ext cx="83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14:cNvPr>
                <p14:cNvContentPartPr/>
                <p14:nvPr/>
              </p14:nvContentPartPr>
              <p14:xfrm>
                <a:off x="8781982" y="6528056"/>
                <a:ext cx="115560" cy="9180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5BB55CB-5703-C62E-FDF2-7104FA09A89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773342" y="6519416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14:cNvPr>
                <p14:cNvContentPartPr/>
                <p14:nvPr/>
              </p14:nvContentPartPr>
              <p14:xfrm>
                <a:off x="8945782" y="6544256"/>
                <a:ext cx="58680" cy="727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2173475-C6B2-187F-0A41-900528BA0958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936782" y="6535256"/>
                  <a:ext cx="76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14:cNvPr>
                <p14:cNvContentPartPr/>
                <p14:nvPr/>
              </p14:nvContentPartPr>
              <p14:xfrm>
                <a:off x="9021382" y="6368576"/>
                <a:ext cx="155880" cy="2372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B588A777-F4A5-6842-6E12-7B045504C6CA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9012742" y="6359936"/>
                  <a:ext cx="1735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14:cNvPr>
                <p14:cNvContentPartPr/>
                <p14:nvPr/>
              </p14:nvContentPartPr>
              <p14:xfrm>
                <a:off x="9130462" y="6389816"/>
                <a:ext cx="5400" cy="151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DBE016E0-CBF2-A046-3A69-11F72C06EA2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9121822" y="6381176"/>
                  <a:ext cx="2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14:cNvPr>
                <p14:cNvContentPartPr/>
                <p14:nvPr/>
              </p14:nvContentPartPr>
              <p14:xfrm>
                <a:off x="9229822" y="6512216"/>
                <a:ext cx="264600" cy="972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48BDE8E5-F003-9B46-1D6B-BC4D6D9B92C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9220822" y="6503576"/>
                  <a:ext cx="2822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14:cNvPr>
                <p14:cNvContentPartPr/>
                <p14:nvPr/>
              </p14:nvContentPartPr>
              <p14:xfrm>
                <a:off x="9548422" y="6480536"/>
                <a:ext cx="40680" cy="1216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D0D9990-AEE0-2542-331B-B52A862CF58B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9539782" y="6471536"/>
                  <a:ext cx="583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5D7B2032-408E-C297-67C3-0831E9CEC56B}"/>
              </a:ext>
            </a:extLst>
          </p:cNvPr>
          <p:cNvGrpSpPr/>
          <p:nvPr/>
        </p:nvGrpSpPr>
        <p:grpSpPr>
          <a:xfrm>
            <a:off x="6804502" y="5204696"/>
            <a:ext cx="393480" cy="282960"/>
            <a:chOff x="6804502" y="5204696"/>
            <a:chExt cx="39348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14:cNvPr>
                <p14:cNvContentPartPr/>
                <p14:nvPr/>
              </p14:nvContentPartPr>
              <p14:xfrm>
                <a:off x="6856702" y="5204696"/>
                <a:ext cx="134640" cy="28296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2EA3BFF-6D1E-644A-85F9-ADD51769199C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847702" y="5196056"/>
                  <a:ext cx="1522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14:cNvPr>
                <p14:cNvContentPartPr/>
                <p14:nvPr/>
              </p14:nvContentPartPr>
              <p14:xfrm>
                <a:off x="6804502" y="5358416"/>
                <a:ext cx="149040" cy="2700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896D5FD-1840-F15D-5735-24E6A6A6A294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6795862" y="5349776"/>
                  <a:ext cx="166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14:cNvPr>
                <p14:cNvContentPartPr/>
                <p14:nvPr/>
              </p14:nvContentPartPr>
              <p14:xfrm>
                <a:off x="6961822" y="5349056"/>
                <a:ext cx="126000" cy="1054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4977C56-1DB2-5C22-449E-483506427C6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6952822" y="5340416"/>
                  <a:ext cx="143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14:cNvPr>
                <p14:cNvContentPartPr/>
                <p14:nvPr/>
              </p14:nvContentPartPr>
              <p14:xfrm>
                <a:off x="7122742" y="5341496"/>
                <a:ext cx="75240" cy="892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4CF5267-EF9A-9641-622F-E6476361FE3B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114102" y="5332496"/>
                  <a:ext cx="9288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B4317D33-78B3-B3BC-7B12-DF2DDD8AF1F9}"/>
              </a:ext>
            </a:extLst>
          </p:cNvPr>
          <p:cNvGrpSpPr/>
          <p:nvPr/>
        </p:nvGrpSpPr>
        <p:grpSpPr>
          <a:xfrm>
            <a:off x="7399942" y="5197136"/>
            <a:ext cx="2338920" cy="262440"/>
            <a:chOff x="7399942" y="5197136"/>
            <a:chExt cx="233892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14:cNvPr>
                <p14:cNvContentPartPr/>
                <p14:nvPr/>
              </p14:nvContentPartPr>
              <p14:xfrm>
                <a:off x="7399942" y="5313416"/>
                <a:ext cx="248400" cy="146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55832BC-8F6A-B5B8-7604-E20C7D95460A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390942" y="5304776"/>
                  <a:ext cx="266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14:cNvPr>
                <p14:cNvContentPartPr/>
                <p14:nvPr/>
              </p14:nvContentPartPr>
              <p14:xfrm>
                <a:off x="7669582" y="5218376"/>
                <a:ext cx="248760" cy="2239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8A12C25A-03EB-8441-D397-68075EBE666E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660582" y="5209376"/>
                  <a:ext cx="2664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14:cNvPr>
                <p14:cNvContentPartPr/>
                <p14:nvPr/>
              </p14:nvContentPartPr>
              <p14:xfrm>
                <a:off x="7949662" y="5397656"/>
                <a:ext cx="93960" cy="90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83E9E320-4A3A-CC4C-A72C-8CA0EA3B7779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941022" y="5389016"/>
                  <a:ext cx="1116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14:cNvPr>
                <p14:cNvContentPartPr/>
                <p14:nvPr/>
              </p14:nvContentPartPr>
              <p14:xfrm>
                <a:off x="8091142" y="5341856"/>
                <a:ext cx="108360" cy="10800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82F47BCC-AF32-DB30-2300-48D5CC80FC21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082502" y="5332856"/>
                  <a:ext cx="126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14:cNvPr>
                <p14:cNvContentPartPr/>
                <p14:nvPr/>
              </p14:nvContentPartPr>
              <p14:xfrm>
                <a:off x="8248822" y="5197136"/>
                <a:ext cx="396000" cy="24192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E177BD46-9456-B2A6-D2B6-70A469F37212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39822" y="5188496"/>
                  <a:ext cx="4136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14:cNvPr>
                <p14:cNvContentPartPr/>
                <p14:nvPr/>
              </p14:nvContentPartPr>
              <p14:xfrm>
                <a:off x="8723662" y="5327096"/>
                <a:ext cx="109440" cy="1170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2F1728F-9702-ADD4-BCD8-1A6654A86F8A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715022" y="5318096"/>
                  <a:ext cx="127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14:cNvPr>
                <p14:cNvContentPartPr/>
                <p14:nvPr/>
              </p14:nvContentPartPr>
              <p14:xfrm>
                <a:off x="8912302" y="5232056"/>
                <a:ext cx="96840" cy="2167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2671E216-F207-796B-2E74-8A1EC4C92490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903662" y="5223416"/>
                  <a:ext cx="114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14:cNvPr>
                <p14:cNvContentPartPr/>
                <p14:nvPr/>
              </p14:nvContentPartPr>
              <p14:xfrm>
                <a:off x="9170062" y="5255096"/>
                <a:ext cx="173880" cy="1875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2E09116-6137-17F8-668E-F5913DECA8C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9161422" y="5246456"/>
                  <a:ext cx="1915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14:cNvPr>
                <p14:cNvContentPartPr/>
                <p14:nvPr/>
              </p14:nvContentPartPr>
              <p14:xfrm>
                <a:off x="9346102" y="5230616"/>
                <a:ext cx="136440" cy="22572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54F08B0-9D9A-D320-B1FE-67CE7EB0D6EF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337102" y="5221976"/>
                  <a:ext cx="1540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14:cNvPr>
                <p14:cNvContentPartPr/>
                <p14:nvPr/>
              </p14:nvContentPartPr>
              <p14:xfrm>
                <a:off x="9468142" y="5347976"/>
                <a:ext cx="143280" cy="644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B128B6F0-FAE0-625C-8BDE-797F4C21AA90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59142" y="5339336"/>
                  <a:ext cx="160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14:cNvPr>
                <p14:cNvContentPartPr/>
                <p14:nvPr/>
              </p14:nvContentPartPr>
              <p14:xfrm>
                <a:off x="9579742" y="5242496"/>
                <a:ext cx="159120" cy="21276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CFFD456B-FD6F-2C42-547B-625F8840D2E3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571102" y="5233496"/>
                  <a:ext cx="176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7" name="Group 476">
            <a:extLst>
              <a:ext uri="{FF2B5EF4-FFF2-40B4-BE49-F238E27FC236}">
                <a16:creationId xmlns:a16="http://schemas.microsoft.com/office/drawing/2014/main" id="{65F5D42D-9C87-3B6F-C7BC-EBD9FDF5D451}"/>
              </a:ext>
            </a:extLst>
          </p:cNvPr>
          <p:cNvGrpSpPr/>
          <p:nvPr/>
        </p:nvGrpSpPr>
        <p:grpSpPr>
          <a:xfrm>
            <a:off x="6900262" y="5684216"/>
            <a:ext cx="363960" cy="133200"/>
            <a:chOff x="6900262" y="5684216"/>
            <a:chExt cx="36396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14:cNvPr>
                <p14:cNvContentPartPr/>
                <p14:nvPr/>
              </p14:nvContentPartPr>
              <p14:xfrm>
                <a:off x="6900262" y="5700056"/>
                <a:ext cx="212040" cy="1162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02DD9C03-0A08-3BFC-C2E6-56DF2E76FF10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6891622" y="5691056"/>
                  <a:ext cx="229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14:cNvPr>
                <p14:cNvContentPartPr/>
                <p14:nvPr/>
              </p14:nvContentPartPr>
              <p14:xfrm>
                <a:off x="7113022" y="5684216"/>
                <a:ext cx="151200" cy="1332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29AB17A-5D6D-A75E-FF29-808CF405F87E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7104022" y="5675216"/>
                  <a:ext cx="1688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B1D2F3C-66BB-616B-0229-D7CD043C3E6A}"/>
              </a:ext>
            </a:extLst>
          </p:cNvPr>
          <p:cNvGrpSpPr/>
          <p:nvPr/>
        </p:nvGrpSpPr>
        <p:grpSpPr>
          <a:xfrm>
            <a:off x="7511542" y="5593136"/>
            <a:ext cx="596160" cy="186480"/>
            <a:chOff x="7511542" y="5593136"/>
            <a:chExt cx="59616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14:cNvPr>
                <p14:cNvContentPartPr/>
                <p14:nvPr/>
              </p14:nvContentPartPr>
              <p14:xfrm>
                <a:off x="7511542" y="5657936"/>
                <a:ext cx="415080" cy="1216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8D4F961-222F-78AB-CAF3-6C3C5C7C09B8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7502902" y="5648936"/>
                  <a:ext cx="4327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14:cNvPr>
                <p14:cNvContentPartPr/>
                <p14:nvPr/>
              </p14:nvContentPartPr>
              <p14:xfrm>
                <a:off x="7972702" y="5593136"/>
                <a:ext cx="135000" cy="1706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198F26E1-4850-67E6-0BDB-93A4174C0D7C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964062" y="5584496"/>
                  <a:ext cx="15264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F3B5CF0E-D6E2-B975-E0F7-241738615D28}"/>
              </a:ext>
            </a:extLst>
          </p:cNvPr>
          <p:cNvGrpSpPr/>
          <p:nvPr/>
        </p:nvGrpSpPr>
        <p:grpSpPr>
          <a:xfrm>
            <a:off x="8383102" y="5585576"/>
            <a:ext cx="1064880" cy="326520"/>
            <a:chOff x="8383102" y="5585576"/>
            <a:chExt cx="10648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14:cNvPr>
                <p14:cNvContentPartPr/>
                <p14:nvPr/>
              </p14:nvContentPartPr>
              <p14:xfrm>
                <a:off x="8383102" y="5720216"/>
                <a:ext cx="104400" cy="1148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B8D5F69-B1EF-27DC-2852-838B9B4D16A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374102" y="5711216"/>
                  <a:ext cx="122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14:cNvPr>
                <p14:cNvContentPartPr/>
                <p14:nvPr/>
              </p14:nvContentPartPr>
              <p14:xfrm>
                <a:off x="8508022" y="5698976"/>
                <a:ext cx="94320" cy="114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AFF366D5-6D41-189A-FC91-E645CEF5810B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8499382" y="5689976"/>
                  <a:ext cx="1119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14:cNvPr>
                <p14:cNvContentPartPr/>
                <p14:nvPr/>
              </p14:nvContentPartPr>
              <p14:xfrm>
                <a:off x="8664622" y="5725616"/>
                <a:ext cx="253800" cy="439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8D53DF79-F320-E947-D412-87DF6745F7F8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8655982" y="5716616"/>
                  <a:ext cx="271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14:cNvPr>
                <p14:cNvContentPartPr/>
                <p14:nvPr/>
              </p14:nvContentPartPr>
              <p14:xfrm>
                <a:off x="8988982" y="5705096"/>
                <a:ext cx="84240" cy="20700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F7E5FAD2-8344-8CE5-F326-E2D60DD83E0A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979982" y="5696456"/>
                  <a:ext cx="101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14:cNvPr>
                <p14:cNvContentPartPr/>
                <p14:nvPr/>
              </p14:nvContentPartPr>
              <p14:xfrm>
                <a:off x="9078982" y="5585576"/>
                <a:ext cx="267120" cy="20520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150020F1-0A74-D953-AD53-000BA9E58FA4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069982" y="5576936"/>
                  <a:ext cx="284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14:cNvPr>
                <p14:cNvContentPartPr/>
                <p14:nvPr/>
              </p14:nvContentPartPr>
              <p14:xfrm>
                <a:off x="9314062" y="5688176"/>
                <a:ext cx="133920" cy="1069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C3B18B31-DBF6-88D3-B830-48420C80AFF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9305062" y="5679536"/>
                  <a:ext cx="1515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14:cNvPr>
                <p14:cNvContentPartPr/>
                <p14:nvPr/>
              </p14:nvContentPartPr>
              <p14:xfrm>
                <a:off x="9354022" y="5698976"/>
                <a:ext cx="71640" cy="1144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1FDE8BF2-043F-92B0-BDCF-CC2457881AF1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9345382" y="5689976"/>
                  <a:ext cx="892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9341343B-FCCC-62C4-519C-A59B43581EFE}"/>
              </a:ext>
            </a:extLst>
          </p:cNvPr>
          <p:cNvGrpSpPr/>
          <p:nvPr/>
        </p:nvGrpSpPr>
        <p:grpSpPr>
          <a:xfrm>
            <a:off x="9663982" y="5491616"/>
            <a:ext cx="1255680" cy="453240"/>
            <a:chOff x="9663982" y="5491616"/>
            <a:chExt cx="125568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14:cNvPr>
                <p14:cNvContentPartPr/>
                <p14:nvPr/>
              </p14:nvContentPartPr>
              <p14:xfrm>
                <a:off x="9663982" y="5692856"/>
                <a:ext cx="74880" cy="856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5D3624E2-4F26-F0F1-D0CF-B4D4E8F5D9BF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9654982" y="5684216"/>
                  <a:ext cx="925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14:cNvPr>
                <p14:cNvContentPartPr/>
                <p14:nvPr/>
              </p14:nvContentPartPr>
              <p14:xfrm>
                <a:off x="9800782" y="5688176"/>
                <a:ext cx="71280" cy="867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2DECAD9-1DC0-293F-415A-59E8BECCE191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9791782" y="5679536"/>
                  <a:ext cx="8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14:cNvPr>
                <p14:cNvContentPartPr/>
                <p14:nvPr/>
              </p14:nvContentPartPr>
              <p14:xfrm>
                <a:off x="9909502" y="5725616"/>
                <a:ext cx="125640" cy="529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12D9FFB-9771-882B-3499-9910024E7F51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9900502" y="5716616"/>
                  <a:ext cx="1432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14:cNvPr>
                <p14:cNvContentPartPr/>
                <p14:nvPr/>
              </p14:nvContentPartPr>
              <p14:xfrm>
                <a:off x="10073662" y="5725616"/>
                <a:ext cx="128880" cy="21924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FEF94B9B-889C-7598-EC29-6AC68099FF1B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065022" y="5716616"/>
                  <a:ext cx="146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14:cNvPr>
                <p14:cNvContentPartPr/>
                <p14:nvPr/>
              </p14:nvContentPartPr>
              <p14:xfrm>
                <a:off x="10068982" y="5601776"/>
                <a:ext cx="15480" cy="176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00140EF9-5EC5-B9FE-7BA2-865EB8650269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059982" y="5592776"/>
                  <a:ext cx="3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14:cNvPr>
                <p14:cNvContentPartPr/>
                <p14:nvPr/>
              </p14:nvContentPartPr>
              <p14:xfrm>
                <a:off x="10229542" y="5700776"/>
                <a:ext cx="122760" cy="453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92A3E0A8-5A9B-8A2E-C49F-331A35C7671B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220902" y="5692136"/>
                  <a:ext cx="140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14:cNvPr>
                <p14:cNvContentPartPr/>
                <p14:nvPr/>
              </p14:nvContentPartPr>
              <p14:xfrm>
                <a:off x="10397302" y="5700056"/>
                <a:ext cx="76680" cy="20124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6E55D865-000B-4E37-AC1B-FD22FB061888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388302" y="5691416"/>
                  <a:ext cx="943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14:cNvPr>
                <p14:cNvContentPartPr/>
                <p14:nvPr/>
              </p14:nvContentPartPr>
              <p14:xfrm>
                <a:off x="10536982" y="5685656"/>
                <a:ext cx="72720" cy="709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C8C65FC8-6310-56A2-A284-344E0915AC07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0528342" y="5676656"/>
                  <a:ext cx="903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14:cNvPr>
                <p14:cNvContentPartPr/>
                <p14:nvPr/>
              </p14:nvContentPartPr>
              <p14:xfrm>
                <a:off x="10589902" y="5491616"/>
                <a:ext cx="239040" cy="2793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78BB349A-ADB5-A395-53F2-5C027B7F5A9D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0580902" y="5482616"/>
                  <a:ext cx="2566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14:cNvPr>
                <p14:cNvContentPartPr/>
                <p14:nvPr/>
              </p14:nvContentPartPr>
              <p14:xfrm>
                <a:off x="10846942" y="5625536"/>
                <a:ext cx="72720" cy="1717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8CEC4536-B2E0-DA28-14CD-DD5B89EED2C5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10838302" y="5616536"/>
                  <a:ext cx="9036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ACABE060-BB44-4A5F-D7A5-ED3712BC00D1}"/>
              </a:ext>
            </a:extLst>
          </p:cNvPr>
          <p:cNvGrpSpPr/>
          <p:nvPr/>
        </p:nvGrpSpPr>
        <p:grpSpPr>
          <a:xfrm>
            <a:off x="4720822" y="4553816"/>
            <a:ext cx="330120" cy="327960"/>
            <a:chOff x="4720822" y="4553816"/>
            <a:chExt cx="33012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14:cNvPr>
                <p14:cNvContentPartPr/>
                <p14:nvPr/>
              </p14:nvContentPartPr>
              <p14:xfrm>
                <a:off x="4720822" y="4651376"/>
                <a:ext cx="161640" cy="18180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8BC5E26-4C58-EB1A-E2F4-6781EF27D903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711822" y="4642376"/>
                  <a:ext cx="1792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14:cNvPr>
                <p14:cNvContentPartPr/>
                <p14:nvPr/>
              </p14:nvContentPartPr>
              <p14:xfrm>
                <a:off x="4752502" y="4746056"/>
                <a:ext cx="97200" cy="1764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DE6AB5A3-BD49-6472-5DCC-60DE6C7CD092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743862" y="4737056"/>
                  <a:ext cx="114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14:cNvPr>
                <p14:cNvContentPartPr/>
                <p14:nvPr/>
              </p14:nvContentPartPr>
              <p14:xfrm>
                <a:off x="4904422" y="4809776"/>
                <a:ext cx="99360" cy="7200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E9C3C19C-9559-656C-9044-AB116FCBB4C5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895422" y="4800776"/>
                  <a:ext cx="1170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14:cNvPr>
                <p14:cNvContentPartPr/>
                <p14:nvPr/>
              </p14:nvContentPartPr>
              <p14:xfrm>
                <a:off x="4935382" y="4553816"/>
                <a:ext cx="99000" cy="964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DD415522-02E9-B095-791F-7FC79475AA50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926742" y="4544816"/>
                  <a:ext cx="116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14:cNvPr>
                <p14:cNvContentPartPr/>
                <p14:nvPr/>
              </p14:nvContentPartPr>
              <p14:xfrm>
                <a:off x="4977862" y="4566416"/>
                <a:ext cx="41040" cy="766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FE7700CC-B4A6-FB9D-D5E1-30AF10CAC1DA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968862" y="4557776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14:cNvPr>
                <p14:cNvContentPartPr/>
                <p14:nvPr/>
              </p14:nvContentPartPr>
              <p14:xfrm>
                <a:off x="4880302" y="4604936"/>
                <a:ext cx="170640" cy="1800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A61C0F52-96A7-F3B0-BD6A-25AA324384D8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871302" y="4595936"/>
                  <a:ext cx="18828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6E047963-2DBE-BBD7-EED0-D19949426A20}"/>
              </a:ext>
            </a:extLst>
          </p:cNvPr>
          <p:cNvGrpSpPr/>
          <p:nvPr/>
        </p:nvGrpSpPr>
        <p:grpSpPr>
          <a:xfrm>
            <a:off x="2513302" y="5974376"/>
            <a:ext cx="340920" cy="480960"/>
            <a:chOff x="2513302" y="5974376"/>
            <a:chExt cx="34092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14:cNvPr>
                <p14:cNvContentPartPr/>
                <p14:nvPr/>
              </p14:nvContentPartPr>
              <p14:xfrm>
                <a:off x="2720662" y="5974376"/>
                <a:ext cx="133560" cy="9756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1C95E60-E01F-FE47-8E9B-17D582E35759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2711662" y="5965376"/>
                  <a:ext cx="151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14:cNvPr>
                <p14:cNvContentPartPr/>
                <p14:nvPr/>
              </p14:nvContentPartPr>
              <p14:xfrm>
                <a:off x="2562622" y="6099296"/>
                <a:ext cx="137880" cy="1054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78F59E0-387C-F248-B95D-429A30F700CF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2553622" y="6090296"/>
                  <a:ext cx="155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14:cNvPr>
                <p14:cNvContentPartPr/>
                <p14:nvPr/>
              </p14:nvContentPartPr>
              <p14:xfrm>
                <a:off x="2514382" y="6251576"/>
                <a:ext cx="72000" cy="14220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DD139017-ACBE-ED37-ABAE-CEDB538A0648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2505742" y="6242936"/>
                  <a:ext cx="896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14:cNvPr>
                <p14:cNvContentPartPr/>
                <p14:nvPr/>
              </p14:nvContentPartPr>
              <p14:xfrm>
                <a:off x="2513302" y="6317456"/>
                <a:ext cx="86400" cy="900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A5E961D8-9047-41A0-3E4F-BA9ED7BF301C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2504662" y="6308456"/>
                  <a:ext cx="104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14:cNvPr>
                <p14:cNvContentPartPr/>
                <p14:nvPr/>
              </p14:nvContentPartPr>
              <p14:xfrm>
                <a:off x="2568382" y="6394496"/>
                <a:ext cx="89640" cy="6084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7C14A2CC-5EE0-993D-4336-CBDB66ED2EB9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2559742" y="6385856"/>
                  <a:ext cx="107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14:cNvPr>
                <p14:cNvContentPartPr/>
                <p14:nvPr/>
              </p14:nvContentPartPr>
              <p14:xfrm>
                <a:off x="2634982" y="6190736"/>
                <a:ext cx="78840" cy="684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919A048E-52F8-C746-AB18-D6C3FD64D57B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2626342" y="6181736"/>
                  <a:ext cx="96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14:cNvPr>
                <p14:cNvContentPartPr/>
                <p14:nvPr/>
              </p14:nvContentPartPr>
              <p14:xfrm>
                <a:off x="2648302" y="6187856"/>
                <a:ext cx="47520" cy="7020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45C4073C-E0CA-F719-50B3-87ECB01EDC5C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2639302" y="6179216"/>
                  <a:ext cx="65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14:cNvPr>
                <p14:cNvContentPartPr/>
                <p14:nvPr/>
              </p14:nvContentPartPr>
              <p14:xfrm>
                <a:off x="2627782" y="6235736"/>
                <a:ext cx="99720" cy="36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EAD3355-3881-32E2-8660-357A18E45B12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2618782" y="6227096"/>
                  <a:ext cx="1173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14:cNvPr>
                <p14:cNvContentPartPr/>
                <p14:nvPr/>
              </p14:nvContentPartPr>
              <p14:xfrm>
                <a:off x="2615542" y="6416456"/>
                <a:ext cx="360" cy="3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7D3DB789-3F69-296A-FE75-CAECC5BFD62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2606542" y="64078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2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14:cNvPr>
              <p14:cNvContentPartPr/>
              <p14:nvPr/>
            </p14:nvContentPartPr>
            <p14:xfrm>
              <a:off x="5224822" y="4938656"/>
              <a:ext cx="33120" cy="72000"/>
            </p14:xfrm>
          </p:contentPart>
        </mc:Choice>
        <mc:Fallback xmlns=""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FEE1F567-62AC-0430-1D3F-25E5B0D9ED4B}"/>
                  </a:ext>
                </a:extLst>
              </p:cNvPr>
              <p:cNvPicPr/>
              <p:nvPr/>
            </p:nvPicPr>
            <p:blipFill>
              <a:blip r:embed="rId843"/>
              <a:stretch>
                <a:fillRect/>
              </a:stretch>
            </p:blipFill>
            <p:spPr>
              <a:xfrm>
                <a:off x="5215822" y="4929656"/>
                <a:ext cx="50760" cy="8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7" name="Group 526">
            <a:extLst>
              <a:ext uri="{FF2B5EF4-FFF2-40B4-BE49-F238E27FC236}">
                <a16:creationId xmlns:a16="http://schemas.microsoft.com/office/drawing/2014/main" id="{8AC6396E-DFAF-5462-045B-1D613EE3D281}"/>
              </a:ext>
            </a:extLst>
          </p:cNvPr>
          <p:cNvGrpSpPr/>
          <p:nvPr/>
        </p:nvGrpSpPr>
        <p:grpSpPr>
          <a:xfrm>
            <a:off x="5273062" y="4482536"/>
            <a:ext cx="745200" cy="399240"/>
            <a:chOff x="5273062" y="4482536"/>
            <a:chExt cx="74520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14:cNvPr>
                <p14:cNvContentPartPr/>
                <p14:nvPr/>
              </p14:nvContentPartPr>
              <p14:xfrm>
                <a:off x="5358742" y="4655336"/>
                <a:ext cx="194400" cy="17784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5A5AF06E-8D2B-DF4F-6C44-A9E0AA712E3A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5349742" y="4646336"/>
                  <a:ext cx="212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14:cNvPr>
                <p14:cNvContentPartPr/>
                <p14:nvPr/>
              </p14:nvContentPartPr>
              <p14:xfrm>
                <a:off x="5420302" y="4759736"/>
                <a:ext cx="76680" cy="90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7B986627-2B95-038E-8A68-441FFC7C6550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5411662" y="4751096"/>
                  <a:ext cx="94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14:cNvPr>
                <p14:cNvContentPartPr/>
                <p14:nvPr/>
              </p14:nvContentPartPr>
              <p14:xfrm>
                <a:off x="5584822" y="4784936"/>
                <a:ext cx="73080" cy="968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0A4740BA-FFE4-5985-211F-36489C072D5B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5575822" y="4775936"/>
                  <a:ext cx="90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14:cNvPr>
                <p14:cNvContentPartPr/>
                <p14:nvPr/>
              </p14:nvContentPartPr>
              <p14:xfrm>
                <a:off x="5531542" y="4621496"/>
                <a:ext cx="93240" cy="900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29E5562-C570-D94A-E2A6-A279CB10FDDF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5522542" y="4612856"/>
                  <a:ext cx="110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14:cNvPr>
                <p14:cNvContentPartPr/>
                <p14:nvPr/>
              </p14:nvContentPartPr>
              <p14:xfrm>
                <a:off x="5663662" y="4575776"/>
                <a:ext cx="21600" cy="5472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0B045F62-B2CA-C202-307C-348D9237827B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5655022" y="4567136"/>
                  <a:ext cx="39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14:cNvPr>
                <p14:cNvContentPartPr/>
                <p14:nvPr/>
              </p14:nvContentPartPr>
              <p14:xfrm>
                <a:off x="5799742" y="4564976"/>
                <a:ext cx="113400" cy="2862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5D2E2F0D-2CBA-4795-F970-6E2E7CF8BEF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5791102" y="4556336"/>
                  <a:ext cx="1310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14:cNvPr>
                <p14:cNvContentPartPr/>
                <p14:nvPr/>
              </p14:nvContentPartPr>
              <p14:xfrm>
                <a:off x="5273062" y="4587656"/>
                <a:ext cx="110880" cy="27504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3AC0C17-190B-D5ED-D5CA-F5DB9D69D7AF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5264062" y="4579016"/>
                  <a:ext cx="1285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14:cNvPr>
                <p14:cNvContentPartPr/>
                <p14:nvPr/>
              </p14:nvContentPartPr>
              <p14:xfrm>
                <a:off x="5913502" y="4482536"/>
                <a:ext cx="69840" cy="6876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1C6CF686-31A6-D89F-57B7-16C01A2A5F4E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5904862" y="4473536"/>
                  <a:ext cx="87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14:cNvPr>
                <p14:cNvContentPartPr/>
                <p14:nvPr/>
              </p14:nvContentPartPr>
              <p14:xfrm>
                <a:off x="5927902" y="4491896"/>
                <a:ext cx="42480" cy="648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628135F4-2AA2-AE5F-1E49-98CF82E70592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5918902" y="4483256"/>
                  <a:ext cx="60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14:cNvPr>
                <p14:cNvContentPartPr/>
                <p14:nvPr/>
              </p14:nvContentPartPr>
              <p14:xfrm>
                <a:off x="5894782" y="4520696"/>
                <a:ext cx="123480" cy="1584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DAADC59E-DDF8-DBD9-A89E-994913456B6F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5886142" y="4512056"/>
                  <a:ext cx="14112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4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14:cNvPr>
              <p14:cNvContentPartPr/>
              <p14:nvPr/>
            </p14:nvContentPartPr>
            <p14:xfrm>
              <a:off x="3601222" y="6386936"/>
              <a:ext cx="9000" cy="56520"/>
            </p14:xfrm>
          </p:contentPart>
        </mc:Choice>
        <mc:Fallback xmlns=""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CC7EA102-079F-FAA2-F964-9B765DB718C1}"/>
                  </a:ext>
                </a:extLst>
              </p:cNvPr>
              <p:cNvPicPr/>
              <p:nvPr/>
            </p:nvPicPr>
            <p:blipFill>
              <a:blip r:embed="rId865"/>
              <a:stretch>
                <a:fillRect/>
              </a:stretch>
            </p:blipFill>
            <p:spPr>
              <a:xfrm>
                <a:off x="3592222" y="6377936"/>
                <a:ext cx="266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6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14:cNvPr>
              <p14:cNvContentPartPr/>
              <p14:nvPr/>
            </p14:nvContentPartPr>
            <p14:xfrm>
              <a:off x="3551182" y="5992016"/>
              <a:ext cx="5760" cy="180360"/>
            </p14:xfrm>
          </p:contentPart>
        </mc:Choice>
        <mc:Fallback xmlns=""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29692670-F1EE-C271-D2BF-2E21C000EFE3}"/>
                  </a:ext>
                </a:extLst>
              </p:cNvPr>
              <p:cNvPicPr/>
              <p:nvPr/>
            </p:nvPicPr>
            <p:blipFill>
              <a:blip r:embed="rId867"/>
              <a:stretch>
                <a:fillRect/>
              </a:stretch>
            </p:blipFill>
            <p:spPr>
              <a:xfrm>
                <a:off x="3542182" y="5983016"/>
                <a:ext cx="234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8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14:cNvPr>
              <p14:cNvContentPartPr/>
              <p14:nvPr/>
            </p14:nvContentPartPr>
            <p14:xfrm>
              <a:off x="3538222" y="5678096"/>
              <a:ext cx="39960" cy="14868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B5C2EFDF-DBA5-3DF3-750D-667D6BD2FB35}"/>
                  </a:ext>
                </a:extLst>
              </p:cNvPr>
              <p:cNvPicPr/>
              <p:nvPr/>
            </p:nvPicPr>
            <p:blipFill>
              <a:blip r:embed="rId869"/>
              <a:stretch>
                <a:fillRect/>
              </a:stretch>
            </p:blipFill>
            <p:spPr>
              <a:xfrm>
                <a:off x="3529582" y="5669456"/>
                <a:ext cx="576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0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14:cNvPr>
              <p14:cNvContentPartPr/>
              <p14:nvPr/>
            </p14:nvContentPartPr>
            <p14:xfrm>
              <a:off x="3576742" y="5400536"/>
              <a:ext cx="6840" cy="7020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A422A9C4-DACF-55D6-2D32-C479FAAA3FDC}"/>
                  </a:ext>
                </a:extLst>
              </p:cNvPr>
              <p:cNvPicPr/>
              <p:nvPr/>
            </p:nvPicPr>
            <p:blipFill>
              <a:blip r:embed="rId871"/>
              <a:stretch>
                <a:fillRect/>
              </a:stretch>
            </p:blipFill>
            <p:spPr>
              <a:xfrm>
                <a:off x="3567742" y="5391896"/>
                <a:ext cx="244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8" name="Group 547">
            <a:extLst>
              <a:ext uri="{FF2B5EF4-FFF2-40B4-BE49-F238E27FC236}">
                <a16:creationId xmlns:a16="http://schemas.microsoft.com/office/drawing/2014/main" id="{D3B52D8C-0F49-80EF-43FF-DAD9D262EA02}"/>
              </a:ext>
            </a:extLst>
          </p:cNvPr>
          <p:cNvGrpSpPr/>
          <p:nvPr/>
        </p:nvGrpSpPr>
        <p:grpSpPr>
          <a:xfrm>
            <a:off x="2854582" y="4635176"/>
            <a:ext cx="1460160" cy="649440"/>
            <a:chOff x="2854582" y="4635176"/>
            <a:chExt cx="146016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14:cNvPr>
                <p14:cNvContentPartPr/>
                <p14:nvPr/>
              </p14:nvContentPartPr>
              <p14:xfrm>
                <a:off x="3524542" y="4721216"/>
                <a:ext cx="80280" cy="35064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D183E74B-B0BB-AAA3-A102-E5CCF8DC3732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3515542" y="4712216"/>
                  <a:ext cx="979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14:cNvPr>
                <p14:cNvContentPartPr/>
                <p14:nvPr/>
              </p14:nvContentPartPr>
              <p14:xfrm>
                <a:off x="2854582" y="4753976"/>
                <a:ext cx="680400" cy="53064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8687C677-EE27-D660-F2AB-5581F0AA5258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2845942" y="4745336"/>
                  <a:ext cx="69804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14:cNvPr>
                <p14:cNvContentPartPr/>
                <p14:nvPr/>
              </p14:nvContentPartPr>
              <p14:xfrm>
                <a:off x="3502582" y="4635176"/>
                <a:ext cx="124200" cy="975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7634D752-227E-24CF-6DB8-B3489D79BDAE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3493942" y="4626536"/>
                  <a:ext cx="141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14:cNvPr>
                <p14:cNvContentPartPr/>
                <p14:nvPr/>
              </p14:nvContentPartPr>
              <p14:xfrm>
                <a:off x="3806422" y="4959176"/>
                <a:ext cx="86760" cy="15588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DB779E43-96B5-2869-66F1-391C9CE5B1B5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3797422" y="4950176"/>
                  <a:ext cx="104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14:cNvPr>
                <p14:cNvContentPartPr/>
                <p14:nvPr/>
              </p14:nvContentPartPr>
              <p14:xfrm>
                <a:off x="3831622" y="5035136"/>
                <a:ext cx="86760" cy="1008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021ACCF-5AD3-6CE6-7FE2-6F7B1B1F09A9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3822982" y="5026496"/>
                  <a:ext cx="104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14:cNvPr>
                <p14:cNvContentPartPr/>
                <p14:nvPr/>
              </p14:nvContentPartPr>
              <p14:xfrm>
                <a:off x="3966262" y="5076176"/>
                <a:ext cx="66240" cy="6984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FC1E3369-FB57-5B2B-44AE-A0A77CB36C0C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3957262" y="5067536"/>
                  <a:ext cx="838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14:cNvPr>
                <p14:cNvContentPartPr/>
                <p14:nvPr/>
              </p14:nvContentPartPr>
              <p14:xfrm>
                <a:off x="3944302" y="4938296"/>
                <a:ext cx="85320" cy="1116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75952793-7F59-89AB-5E82-CB1E013378D7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3935662" y="49296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14:cNvPr>
                <p14:cNvContentPartPr/>
                <p14:nvPr/>
              </p14:nvContentPartPr>
              <p14:xfrm>
                <a:off x="4093342" y="4901576"/>
                <a:ext cx="38520" cy="630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5E9697BB-CB57-B71C-CAA0-0CDBFFB2382E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4084702" y="4892576"/>
                  <a:ext cx="561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14:cNvPr>
                <p14:cNvContentPartPr/>
                <p14:nvPr/>
              </p14:nvContentPartPr>
              <p14:xfrm>
                <a:off x="3673222" y="4853696"/>
                <a:ext cx="65880" cy="9576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FF3714E7-17B4-5793-2CD0-C6BF9BDA192E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3664582" y="4844696"/>
                  <a:ext cx="83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0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14:cNvPr>
                <p14:cNvContentPartPr/>
                <p14:nvPr/>
              </p14:nvContentPartPr>
              <p14:xfrm>
                <a:off x="3769342" y="4859456"/>
                <a:ext cx="93600" cy="3823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AE29F75-87AD-5109-8106-A13189A3B67D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3760702" y="4850816"/>
                  <a:ext cx="11124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2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14:cNvPr>
                <p14:cNvContentPartPr/>
                <p14:nvPr/>
              </p14:nvContentPartPr>
              <p14:xfrm>
                <a:off x="4173982" y="4954496"/>
                <a:ext cx="69480" cy="28764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03AB3DC-AF92-8940-68C4-EC07F0579FFE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4165342" y="4945856"/>
                  <a:ext cx="871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4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14:cNvPr>
                <p14:cNvContentPartPr/>
                <p14:nvPr/>
              </p14:nvContentPartPr>
              <p14:xfrm>
                <a:off x="4199542" y="4821656"/>
                <a:ext cx="115200" cy="986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654BB14-655F-B1EC-DBEC-64FEB9F1FF78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4190902" y="4813016"/>
                  <a:ext cx="132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6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14:cNvPr>
                <p14:cNvContentPartPr/>
                <p14:nvPr/>
              </p14:nvContentPartPr>
              <p14:xfrm>
                <a:off x="4232302" y="4821656"/>
                <a:ext cx="42120" cy="7776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BC6C46FE-9CE8-8BCD-54D3-364AA8A6F606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4223662" y="4813016"/>
                  <a:ext cx="59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14:cNvPr>
                <p14:cNvContentPartPr/>
                <p14:nvPr/>
              </p14:nvContentPartPr>
              <p14:xfrm>
                <a:off x="4169662" y="4869536"/>
                <a:ext cx="141840" cy="576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F8DFEBCF-84D3-B292-CC56-BCD6AB6EAFB6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4161022" y="4860896"/>
                  <a:ext cx="15948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1F4AF17B-8491-F216-4EAF-D2A8821E6F26}"/>
              </a:ext>
            </a:extLst>
          </p:cNvPr>
          <p:cNvGrpSpPr/>
          <p:nvPr/>
        </p:nvGrpSpPr>
        <p:grpSpPr>
          <a:xfrm>
            <a:off x="384262" y="1951016"/>
            <a:ext cx="2817360" cy="1081800"/>
            <a:chOff x="384262" y="1951016"/>
            <a:chExt cx="2817360" cy="10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0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14:cNvPr>
                <p14:cNvContentPartPr/>
                <p14:nvPr/>
              </p14:nvContentPartPr>
              <p14:xfrm>
                <a:off x="442942" y="2205896"/>
                <a:ext cx="22680" cy="6696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F770DC45-478B-3F4F-FD17-6A4E1AEA4B34}"/>
                    </a:ext>
                  </a:extLst>
                </p:cNvPr>
                <p:cNvPicPr/>
                <p:nvPr/>
              </p:nvPicPr>
              <p:blipFill>
                <a:blip r:embed="rId901"/>
                <a:stretch>
                  <a:fillRect/>
                </a:stretch>
              </p:blipFill>
              <p:spPr>
                <a:xfrm>
                  <a:off x="433942" y="2197256"/>
                  <a:ext cx="40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2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14:cNvPr>
                <p14:cNvContentPartPr/>
                <p14:nvPr/>
              </p14:nvContentPartPr>
              <p14:xfrm>
                <a:off x="408022" y="2075576"/>
                <a:ext cx="2880" cy="1908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62687372-7C77-DCD6-08DA-BF2FBF954225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399022" y="2066936"/>
                  <a:ext cx="20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14:cNvPr>
                <p14:cNvContentPartPr/>
                <p14:nvPr/>
              </p14:nvContentPartPr>
              <p14:xfrm>
                <a:off x="555622" y="2055776"/>
                <a:ext cx="69840" cy="27396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F8973ECC-F0F9-332F-3449-2E3A30A764A5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546622" y="2047136"/>
                  <a:ext cx="87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14:cNvPr>
                <p14:cNvContentPartPr/>
                <p14:nvPr/>
              </p14:nvContentPartPr>
              <p14:xfrm>
                <a:off x="522142" y="2231816"/>
                <a:ext cx="121320" cy="2268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54BF0093-23D9-5EE9-07D3-AC8881D19846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513502" y="2222816"/>
                  <a:ext cx="138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14:cNvPr>
                <p14:cNvContentPartPr/>
                <p14:nvPr/>
              </p14:nvContentPartPr>
              <p14:xfrm>
                <a:off x="804382" y="2081336"/>
                <a:ext cx="183600" cy="19368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0FE66D27-A41C-69E6-9B04-0FA0B4466A01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795742" y="2072336"/>
                  <a:ext cx="2012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14:cNvPr>
                <p14:cNvContentPartPr/>
                <p14:nvPr/>
              </p14:nvContentPartPr>
              <p14:xfrm>
                <a:off x="985462" y="2035976"/>
                <a:ext cx="116280" cy="23508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7DFAA55-9357-B201-6586-1523AAF2315C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976822" y="2026976"/>
                  <a:ext cx="133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14:cNvPr>
                <p14:cNvContentPartPr/>
                <p14:nvPr/>
              </p14:nvContentPartPr>
              <p14:xfrm>
                <a:off x="1151782" y="2185376"/>
                <a:ext cx="120600" cy="504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28B2DE72-E2F0-37E1-F136-1650A574CF46}"/>
                    </a:ext>
                  </a:extLst>
                </p:cNvPr>
                <p:cNvPicPr/>
                <p:nvPr/>
              </p:nvPicPr>
              <p:blipFill>
                <a:blip r:embed="rId913"/>
                <a:stretch>
                  <a:fillRect/>
                </a:stretch>
              </p:blipFill>
              <p:spPr>
                <a:xfrm>
                  <a:off x="1142782" y="2176736"/>
                  <a:ext cx="1382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14:cNvPr>
                <p14:cNvContentPartPr/>
                <p14:nvPr/>
              </p14:nvContentPartPr>
              <p14:xfrm>
                <a:off x="1238542" y="2030576"/>
                <a:ext cx="142200" cy="26676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FD1C240F-3A68-55BA-95E0-A5D6DC84EED2}"/>
                    </a:ext>
                  </a:extLst>
                </p:cNvPr>
                <p:cNvPicPr/>
                <p:nvPr/>
              </p:nvPicPr>
              <p:blipFill>
                <a:blip r:embed="rId915"/>
                <a:stretch>
                  <a:fillRect/>
                </a:stretch>
              </p:blipFill>
              <p:spPr>
                <a:xfrm>
                  <a:off x="1229542" y="2021936"/>
                  <a:ext cx="159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14:cNvPr>
                <p14:cNvContentPartPr/>
                <p14:nvPr/>
              </p14:nvContentPartPr>
              <p14:xfrm>
                <a:off x="1475422" y="2190416"/>
                <a:ext cx="92880" cy="1080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52297C91-0351-DA2B-48B1-D321C9ED3ABE}"/>
                    </a:ext>
                  </a:extLst>
                </p:cNvPr>
                <p:cNvPicPr/>
                <p:nvPr/>
              </p:nvPicPr>
              <p:blipFill>
                <a:blip r:embed="rId917"/>
                <a:stretch>
                  <a:fillRect/>
                </a:stretch>
              </p:blipFill>
              <p:spPr>
                <a:xfrm>
                  <a:off x="1466782" y="2181416"/>
                  <a:ext cx="110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14:cNvPr>
                <p14:cNvContentPartPr/>
                <p14:nvPr/>
              </p14:nvContentPartPr>
              <p14:xfrm>
                <a:off x="1438702" y="2147216"/>
                <a:ext cx="92520" cy="115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FABEB196-0F3D-7DC2-AF70-6376EC92D43F}"/>
                    </a:ext>
                  </a:extLst>
                </p:cNvPr>
                <p:cNvPicPr/>
                <p:nvPr/>
              </p:nvPicPr>
              <p:blipFill>
                <a:blip r:embed="rId919"/>
                <a:stretch>
                  <a:fillRect/>
                </a:stretch>
              </p:blipFill>
              <p:spPr>
                <a:xfrm>
                  <a:off x="1429702" y="2138216"/>
                  <a:ext cx="110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14:cNvPr>
                <p14:cNvContentPartPr/>
                <p14:nvPr/>
              </p14:nvContentPartPr>
              <p14:xfrm>
                <a:off x="1638502" y="2176376"/>
                <a:ext cx="84240" cy="1404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917CB6A-E297-3F74-C6B5-2E4E3A48D7E7}"/>
                    </a:ext>
                  </a:extLst>
                </p:cNvPr>
                <p:cNvPicPr/>
                <p:nvPr/>
              </p:nvPicPr>
              <p:blipFill>
                <a:blip r:embed="rId921"/>
                <a:stretch>
                  <a:fillRect/>
                </a:stretch>
              </p:blipFill>
              <p:spPr>
                <a:xfrm>
                  <a:off x="1629502" y="2167736"/>
                  <a:ext cx="101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14:cNvPr>
                <p14:cNvContentPartPr/>
                <p14:nvPr/>
              </p14:nvContentPartPr>
              <p14:xfrm>
                <a:off x="1764862" y="2021576"/>
                <a:ext cx="149040" cy="19152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0CA9FBD7-FD8B-F89F-A1B7-2A4649CC141A}"/>
                    </a:ext>
                  </a:extLst>
                </p:cNvPr>
                <p:cNvPicPr/>
                <p:nvPr/>
              </p:nvPicPr>
              <p:blipFill>
                <a:blip r:embed="rId923"/>
                <a:stretch>
                  <a:fillRect/>
                </a:stretch>
              </p:blipFill>
              <p:spPr>
                <a:xfrm>
                  <a:off x="1755862" y="2012576"/>
                  <a:ext cx="166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14:cNvPr>
                <p14:cNvContentPartPr/>
                <p14:nvPr/>
              </p14:nvContentPartPr>
              <p14:xfrm>
                <a:off x="1991662" y="2014736"/>
                <a:ext cx="114480" cy="2390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48EED901-BB29-1ABA-8805-C5F29661FC47}"/>
                    </a:ext>
                  </a:extLst>
                </p:cNvPr>
                <p:cNvPicPr/>
                <p:nvPr/>
              </p:nvPicPr>
              <p:blipFill>
                <a:blip r:embed="rId925"/>
                <a:stretch>
                  <a:fillRect/>
                </a:stretch>
              </p:blipFill>
              <p:spPr>
                <a:xfrm>
                  <a:off x="1982662" y="2005736"/>
                  <a:ext cx="1321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14:cNvPr>
                <p14:cNvContentPartPr/>
                <p14:nvPr/>
              </p14:nvContentPartPr>
              <p14:xfrm>
                <a:off x="2082382" y="2041376"/>
                <a:ext cx="200160" cy="13572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D7DE1C44-E4FA-6564-B973-79840F192276}"/>
                    </a:ext>
                  </a:extLst>
                </p:cNvPr>
                <p:cNvPicPr/>
                <p:nvPr/>
              </p:nvPicPr>
              <p:blipFill>
                <a:blip r:embed="rId927"/>
                <a:stretch>
                  <a:fillRect/>
                </a:stretch>
              </p:blipFill>
              <p:spPr>
                <a:xfrm>
                  <a:off x="2073382" y="2032376"/>
                  <a:ext cx="2178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14:cNvPr>
                <p14:cNvContentPartPr/>
                <p14:nvPr/>
              </p14:nvContentPartPr>
              <p14:xfrm>
                <a:off x="2360302" y="2137856"/>
                <a:ext cx="79920" cy="1548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02130416-7AAC-A3A0-B72D-96195D454DCE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2351662" y="2128856"/>
                  <a:ext cx="97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0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14:cNvPr>
                <p14:cNvContentPartPr/>
                <p14:nvPr/>
              </p14:nvContentPartPr>
              <p14:xfrm>
                <a:off x="2477302" y="2094296"/>
                <a:ext cx="122040" cy="7092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B05014DA-38E1-F9FE-1CCE-5B2824330DFA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2468302" y="2085656"/>
                  <a:ext cx="139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14:cNvPr>
                <p14:cNvContentPartPr/>
                <p14:nvPr/>
              </p14:nvContentPartPr>
              <p14:xfrm>
                <a:off x="2567662" y="1951016"/>
                <a:ext cx="170640" cy="28152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33418976-CEBD-91E9-B6C3-4300A7AAA2AB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2558662" y="1942016"/>
                  <a:ext cx="1882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14:cNvPr>
                <p14:cNvContentPartPr/>
                <p14:nvPr/>
              </p14:nvContentPartPr>
              <p14:xfrm>
                <a:off x="611062" y="2531696"/>
                <a:ext cx="103680" cy="6372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A62B8966-2ABC-9043-CB5A-502EB1B73340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602422" y="2523056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14:cNvPr>
                <p14:cNvContentPartPr/>
                <p14:nvPr/>
              </p14:nvContentPartPr>
              <p14:xfrm>
                <a:off x="770542" y="2557616"/>
                <a:ext cx="209520" cy="5760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6AB2216A-FF13-CD79-6B7A-811824D7EAD6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761902" y="2548976"/>
                  <a:ext cx="227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14:cNvPr>
                <p14:cNvContentPartPr/>
                <p14:nvPr/>
              </p14:nvContentPartPr>
              <p14:xfrm>
                <a:off x="994102" y="2429456"/>
                <a:ext cx="68400" cy="15516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CBC5C6CF-538F-C2FA-F08E-70ACA792780A}"/>
                    </a:ext>
                  </a:extLst>
                </p:cNvPr>
                <p:cNvPicPr/>
                <p:nvPr/>
              </p:nvPicPr>
              <p:blipFill>
                <a:blip r:embed="rId939"/>
                <a:stretch>
                  <a:fillRect/>
                </a:stretch>
              </p:blipFill>
              <p:spPr>
                <a:xfrm>
                  <a:off x="985102" y="2420456"/>
                  <a:ext cx="860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0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14:cNvPr>
                <p14:cNvContentPartPr/>
                <p14:nvPr/>
              </p14:nvContentPartPr>
              <p14:xfrm>
                <a:off x="988702" y="2534576"/>
                <a:ext cx="201240" cy="468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54B9A7CA-F96E-B9E4-3800-48A5C45327AE}"/>
                    </a:ext>
                  </a:extLst>
                </p:cNvPr>
                <p:cNvPicPr/>
                <p:nvPr/>
              </p:nvPicPr>
              <p:blipFill>
                <a:blip r:embed="rId941"/>
                <a:stretch>
                  <a:fillRect/>
                </a:stretch>
              </p:blipFill>
              <p:spPr>
                <a:xfrm>
                  <a:off x="979702" y="2525936"/>
                  <a:ext cx="2188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14:cNvPr>
                <p14:cNvContentPartPr/>
                <p14:nvPr/>
              </p14:nvContentPartPr>
              <p14:xfrm>
                <a:off x="1094902" y="2413256"/>
                <a:ext cx="5760" cy="1980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99221E2E-D55C-C857-2D18-F6D80CBC8E7B}"/>
                    </a:ext>
                  </a:extLst>
                </p:cNvPr>
                <p:cNvPicPr/>
                <p:nvPr/>
              </p:nvPicPr>
              <p:blipFill>
                <a:blip r:embed="rId943"/>
                <a:stretch>
                  <a:fillRect/>
                </a:stretch>
              </p:blipFill>
              <p:spPr>
                <a:xfrm>
                  <a:off x="1086262" y="2404616"/>
                  <a:ext cx="23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4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14:cNvPr>
                <p14:cNvContentPartPr/>
                <p14:nvPr/>
              </p14:nvContentPartPr>
              <p14:xfrm>
                <a:off x="1256542" y="2469056"/>
                <a:ext cx="111600" cy="9432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306637D-A275-6E07-A0AB-DAC712B96303}"/>
                    </a:ext>
                  </a:extLst>
                </p:cNvPr>
                <p:cNvPicPr/>
                <p:nvPr/>
              </p:nvPicPr>
              <p:blipFill>
                <a:blip r:embed="rId945"/>
                <a:stretch>
                  <a:fillRect/>
                </a:stretch>
              </p:blipFill>
              <p:spPr>
                <a:xfrm>
                  <a:off x="1247542" y="2460416"/>
                  <a:ext cx="129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6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14:cNvPr>
                <p14:cNvContentPartPr/>
                <p14:nvPr/>
              </p14:nvContentPartPr>
              <p14:xfrm>
                <a:off x="1396582" y="2520896"/>
                <a:ext cx="102240" cy="14832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70A5AF7C-524A-BB01-AEC3-3912D84E0627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1387942" y="2511896"/>
                  <a:ext cx="119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14:cNvPr>
                <p14:cNvContentPartPr/>
                <p14:nvPr/>
              </p14:nvContentPartPr>
              <p14:xfrm>
                <a:off x="1534102" y="2475536"/>
                <a:ext cx="186480" cy="6336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3FEF2DBB-E032-B08D-F92F-DD7038BDFC3B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1525102" y="2466536"/>
                  <a:ext cx="20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14:cNvPr>
                <p14:cNvContentPartPr/>
                <p14:nvPr/>
              </p14:nvContentPartPr>
              <p14:xfrm>
                <a:off x="1801942" y="2455736"/>
                <a:ext cx="180360" cy="4752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489278D3-0A98-3280-B015-838690D1CB54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1793302" y="2447096"/>
                  <a:ext cx="1980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14:cNvPr>
                <p14:cNvContentPartPr/>
                <p14:nvPr/>
              </p14:nvContentPartPr>
              <p14:xfrm>
                <a:off x="2065102" y="2461496"/>
                <a:ext cx="85680" cy="9360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7D4BBA84-D16E-3CD1-A6EA-21B600D7C6BE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2056462" y="2452856"/>
                  <a:ext cx="10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14:cNvPr>
                <p14:cNvContentPartPr/>
                <p14:nvPr/>
              </p14:nvContentPartPr>
              <p14:xfrm>
                <a:off x="2174182" y="2365736"/>
                <a:ext cx="64440" cy="16560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85527F73-8F8B-AC9A-FDD2-1AF204C1A78A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2165182" y="2356736"/>
                  <a:ext cx="820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14:cNvPr>
                <p14:cNvContentPartPr/>
                <p14:nvPr/>
              </p14:nvContentPartPr>
              <p14:xfrm>
                <a:off x="2165902" y="2463656"/>
                <a:ext cx="77760" cy="2988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2F0FE849-1FB1-7D79-821F-D835248C804A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2157262" y="2454656"/>
                  <a:ext cx="95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14:cNvPr>
                <p14:cNvContentPartPr/>
                <p14:nvPr/>
              </p14:nvContentPartPr>
              <p14:xfrm>
                <a:off x="2281462" y="2434856"/>
                <a:ext cx="32040" cy="9072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1D72150E-6AF8-3812-43E5-7768686FFEEF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2272822" y="2425856"/>
                  <a:ext cx="49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14:cNvPr>
                <p14:cNvContentPartPr/>
                <p14:nvPr/>
              </p14:nvContentPartPr>
              <p14:xfrm>
                <a:off x="2445262" y="2456096"/>
                <a:ext cx="5040" cy="428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AEF9CA02-22D3-2F76-C036-D343DC0DC4BC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2436622" y="2447096"/>
                  <a:ext cx="22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2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14:cNvPr>
                <p14:cNvContentPartPr/>
                <p14:nvPr/>
              </p14:nvContentPartPr>
              <p14:xfrm>
                <a:off x="2381542" y="2322896"/>
                <a:ext cx="15120" cy="648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29446823-E3D9-17A1-6697-802C90F34F41}"/>
                    </a:ext>
                  </a:extLst>
                </p:cNvPr>
                <p:cNvPicPr/>
                <p:nvPr/>
              </p:nvPicPr>
              <p:blipFill>
                <a:blip r:embed="rId963"/>
                <a:stretch>
                  <a:fillRect/>
                </a:stretch>
              </p:blipFill>
              <p:spPr>
                <a:xfrm>
                  <a:off x="2372542" y="2314256"/>
                  <a:ext cx="3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4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14:cNvPr>
                <p14:cNvContentPartPr/>
                <p14:nvPr/>
              </p14:nvContentPartPr>
              <p14:xfrm>
                <a:off x="2557582" y="2408216"/>
                <a:ext cx="86400" cy="9468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5F34BAFE-971E-F32E-2E14-C49C83CE59AE}"/>
                    </a:ext>
                  </a:extLst>
                </p:cNvPr>
                <p:cNvPicPr/>
                <p:nvPr/>
              </p:nvPicPr>
              <p:blipFill>
                <a:blip r:embed="rId965"/>
                <a:stretch>
                  <a:fillRect/>
                </a:stretch>
              </p:blipFill>
              <p:spPr>
                <a:xfrm>
                  <a:off x="2548942" y="2399216"/>
                  <a:ext cx="104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14:cNvPr>
                <p14:cNvContentPartPr/>
                <p14:nvPr/>
              </p14:nvContentPartPr>
              <p14:xfrm>
                <a:off x="2072302" y="2465456"/>
                <a:ext cx="25560" cy="6660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3D31BDCF-4B40-3D15-AC83-A4F931C4F8B9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2063662" y="2456456"/>
                  <a:ext cx="43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14:cNvPr>
                <p14:cNvContentPartPr/>
                <p14:nvPr/>
              </p14:nvContentPartPr>
              <p14:xfrm>
                <a:off x="2036662" y="2450336"/>
                <a:ext cx="121680" cy="8604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DDC0E4F5-8055-6AB8-FA0A-50592440769B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2027662" y="2441696"/>
                  <a:ext cx="139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14:cNvPr>
                <p14:cNvContentPartPr/>
                <p14:nvPr/>
              </p14:nvContentPartPr>
              <p14:xfrm>
                <a:off x="404422" y="2992856"/>
                <a:ext cx="128160" cy="468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DF65835E-3EEA-8CB0-00F9-E7E92BF334BB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395422" y="2984216"/>
                  <a:ext cx="145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2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14:cNvPr>
                <p14:cNvContentPartPr/>
                <p14:nvPr/>
              </p14:nvContentPartPr>
              <p14:xfrm>
                <a:off x="384262" y="2918336"/>
                <a:ext cx="163440" cy="1656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8357E64-943C-8AC7-F2E8-A9812D92F469}"/>
                    </a:ext>
                  </a:extLst>
                </p:cNvPr>
                <p:cNvPicPr/>
                <p:nvPr/>
              </p:nvPicPr>
              <p:blipFill>
                <a:blip r:embed="rId973"/>
                <a:stretch>
                  <a:fillRect/>
                </a:stretch>
              </p:blipFill>
              <p:spPr>
                <a:xfrm>
                  <a:off x="375262" y="2909696"/>
                  <a:ext cx="181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14:cNvPr>
                <p14:cNvContentPartPr/>
                <p14:nvPr/>
              </p14:nvContentPartPr>
              <p14:xfrm>
                <a:off x="472822" y="2860016"/>
                <a:ext cx="151560" cy="1695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49B8BF8E-0085-CD37-456E-EB1E80305641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464182" y="2851016"/>
                  <a:ext cx="169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14:cNvPr>
                <p14:cNvContentPartPr/>
                <p14:nvPr/>
              </p14:nvContentPartPr>
              <p14:xfrm>
                <a:off x="798262" y="2830496"/>
                <a:ext cx="89640" cy="18936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EADE6391-F86D-7940-7C84-2A04ADD30D7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789622" y="2821496"/>
                  <a:ext cx="107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14:cNvPr>
                <p14:cNvContentPartPr/>
                <p14:nvPr/>
              </p14:nvContentPartPr>
              <p14:xfrm>
                <a:off x="871702" y="2917256"/>
                <a:ext cx="36360" cy="2808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39DCDBC-E821-6496-C9D4-E13B686E6E22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862702" y="2908616"/>
                  <a:ext cx="54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14:cNvPr>
                <p14:cNvContentPartPr/>
                <p14:nvPr/>
              </p14:nvContentPartPr>
              <p14:xfrm>
                <a:off x="879982" y="2813936"/>
                <a:ext cx="79920" cy="1738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3DDAF3A9-16CE-D97B-3207-E8CD7E5B7156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871342" y="2805296"/>
                  <a:ext cx="97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14:cNvPr>
                <p14:cNvContentPartPr/>
                <p14:nvPr/>
              </p14:nvContentPartPr>
              <p14:xfrm>
                <a:off x="1000942" y="2751656"/>
                <a:ext cx="126720" cy="2721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3A0A4FD1-E74B-031F-6F94-B69334605947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991942" y="2743016"/>
                  <a:ext cx="144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14:cNvPr>
                <p14:cNvContentPartPr/>
                <p14:nvPr/>
              </p14:nvContentPartPr>
              <p14:xfrm>
                <a:off x="1116142" y="2856056"/>
                <a:ext cx="177120" cy="14868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46A647C1-8D37-E5F3-223E-032C185FF6D0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1107502" y="2847056"/>
                  <a:ext cx="194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14:cNvPr>
                <p14:cNvContentPartPr/>
                <p14:nvPr/>
              </p14:nvContentPartPr>
              <p14:xfrm>
                <a:off x="1142422" y="2930936"/>
                <a:ext cx="133560" cy="1332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0CD1897-34B8-C0F6-011D-BF1574D802D8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1133782" y="2922296"/>
                  <a:ext cx="151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14:cNvPr>
                <p14:cNvContentPartPr/>
                <p14:nvPr/>
              </p14:nvContentPartPr>
              <p14:xfrm>
                <a:off x="1222702" y="2769656"/>
                <a:ext cx="155160" cy="2631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43A3CEBA-07EB-2374-BDF7-5FB7986B9A3A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1213702" y="2760656"/>
                  <a:ext cx="1728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14:cNvPr>
                <p14:cNvContentPartPr/>
                <p14:nvPr/>
              </p14:nvContentPartPr>
              <p14:xfrm>
                <a:off x="1509622" y="2903576"/>
                <a:ext cx="85320" cy="1404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1F9A2D93-BADE-F816-0958-541BFC1D3946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1500982" y="2894936"/>
                  <a:ext cx="102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2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14:cNvPr>
                <p14:cNvContentPartPr/>
                <p14:nvPr/>
              </p14:nvContentPartPr>
              <p14:xfrm>
                <a:off x="1446262" y="2844176"/>
                <a:ext cx="116640" cy="12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948B4F1A-1190-655E-AA68-E535C5B0AA8C}"/>
                    </a:ext>
                  </a:extLst>
                </p:cNvPr>
                <p:cNvPicPr/>
                <p:nvPr/>
              </p:nvPicPr>
              <p:blipFill>
                <a:blip r:embed="rId993"/>
                <a:stretch>
                  <a:fillRect/>
                </a:stretch>
              </p:blipFill>
              <p:spPr>
                <a:xfrm>
                  <a:off x="1437622" y="2835176"/>
                  <a:ext cx="134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14:cNvPr>
                <p14:cNvContentPartPr/>
                <p14:nvPr/>
              </p14:nvContentPartPr>
              <p14:xfrm>
                <a:off x="1739662" y="2869736"/>
                <a:ext cx="99360" cy="68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7FBE25CD-4789-F2D4-3155-8E74FA230869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1730662" y="2860736"/>
                  <a:ext cx="117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14:cNvPr>
                <p14:cNvContentPartPr/>
                <p14:nvPr/>
              </p14:nvContentPartPr>
              <p14:xfrm>
                <a:off x="1958542" y="2811056"/>
                <a:ext cx="132480" cy="17280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C1B9AFB4-1616-0D6B-E1B4-22EF1D4F9F33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1949542" y="2802056"/>
                  <a:ext cx="1501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14:cNvPr>
                <p14:cNvContentPartPr/>
                <p14:nvPr/>
              </p14:nvContentPartPr>
              <p14:xfrm>
                <a:off x="1951342" y="2902136"/>
                <a:ext cx="101160" cy="612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1E7247E0-E13E-4189-A8A4-1718F4787AC3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1942342" y="2893496"/>
                  <a:ext cx="118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14:cNvPr>
                <p14:cNvContentPartPr/>
                <p14:nvPr/>
              </p14:nvContentPartPr>
              <p14:xfrm>
                <a:off x="2039542" y="2748416"/>
                <a:ext cx="76320" cy="1548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9C228728-AD88-6782-3EF3-2DAEA6374D0E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2030902" y="2739416"/>
                  <a:ext cx="93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14:cNvPr>
                <p14:cNvContentPartPr/>
                <p14:nvPr/>
              </p14:nvContentPartPr>
              <p14:xfrm>
                <a:off x="2124142" y="2656616"/>
                <a:ext cx="194760" cy="1209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4E675570-D57E-F384-569F-C21B81E7E4AB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2115142" y="2647616"/>
                  <a:ext cx="212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14:cNvPr>
                <p14:cNvContentPartPr/>
                <p14:nvPr/>
              </p14:nvContentPartPr>
              <p14:xfrm>
                <a:off x="2394502" y="2718176"/>
                <a:ext cx="62280" cy="20592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4CC6B2D5-1EB2-2278-C0DA-90F429048F4E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2385502" y="2709176"/>
                  <a:ext cx="7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14:cNvPr>
                <p14:cNvContentPartPr/>
                <p14:nvPr/>
              </p14:nvContentPartPr>
              <p14:xfrm>
                <a:off x="2466502" y="2814656"/>
                <a:ext cx="24480" cy="4536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474CA14F-FF2D-2335-8830-F22E27EFAD4E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2457862" y="2806016"/>
                  <a:ext cx="421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14:cNvPr>
                <p14:cNvContentPartPr/>
                <p14:nvPr/>
              </p14:nvContentPartPr>
              <p14:xfrm>
                <a:off x="2477302" y="2727176"/>
                <a:ext cx="79920" cy="18504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7567A47-A2B9-F664-1956-E063D05E007A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2468302" y="2718176"/>
                  <a:ext cx="975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14:cNvPr>
                <p14:cNvContentPartPr/>
                <p14:nvPr/>
              </p14:nvContentPartPr>
              <p14:xfrm>
                <a:off x="2603302" y="2670296"/>
                <a:ext cx="113040" cy="28656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B3E0C01E-031A-E0FE-B326-5522037A772E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2594662" y="2661296"/>
                  <a:ext cx="1306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14:cNvPr>
                <p14:cNvContentPartPr/>
                <p14:nvPr/>
              </p14:nvContentPartPr>
              <p14:xfrm>
                <a:off x="2684662" y="2776856"/>
                <a:ext cx="162360" cy="16452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3DB6C2E1-65FA-EED6-DF9C-BDA6450F2F96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2675662" y="2767856"/>
                  <a:ext cx="18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14:cNvPr>
                <p14:cNvContentPartPr/>
                <p14:nvPr/>
              </p14:nvContentPartPr>
              <p14:xfrm>
                <a:off x="2720662" y="2865056"/>
                <a:ext cx="113040" cy="57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5224885A-6513-753A-0EEF-EF9FC3B0288D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2712022" y="2856416"/>
                  <a:ext cx="130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14:cNvPr>
                <p14:cNvContentPartPr/>
                <p14:nvPr/>
              </p14:nvContentPartPr>
              <p14:xfrm>
                <a:off x="2845582" y="2736536"/>
                <a:ext cx="68040" cy="144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09DE20EB-9B3F-D1DB-E6A3-DEF334BF6F93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2836942" y="2727536"/>
                  <a:ext cx="856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14:cNvPr>
                <p14:cNvContentPartPr/>
                <p14:nvPr/>
              </p14:nvContentPartPr>
              <p14:xfrm>
                <a:off x="2966182" y="2695136"/>
                <a:ext cx="30960" cy="7452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CB898DA5-5CBF-5BAF-0F32-41B3590358C2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2957542" y="2686496"/>
                  <a:ext cx="486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14:cNvPr>
                <p14:cNvContentPartPr/>
                <p14:nvPr/>
              </p14:nvContentPartPr>
              <p14:xfrm>
                <a:off x="3067342" y="2673896"/>
                <a:ext cx="134280" cy="32256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F27988C8-57A0-945C-BE60-1F0FDA8FAC3A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3058342" y="2665256"/>
                  <a:ext cx="151920" cy="34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2">
            <p14:nvContentPartPr>
              <p14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14:cNvPr>
              <p14:cNvContentPartPr/>
              <p14:nvPr/>
            </p14:nvContentPartPr>
            <p14:xfrm>
              <a:off x="1630582" y="5682056"/>
              <a:ext cx="128520" cy="140040"/>
            </p14:xfrm>
          </p:contentPart>
        </mc:Choice>
        <mc:Fallback xmlns="">
          <p:pic>
            <p:nvPicPr>
              <p:cNvPr id="620" name="Ink 619">
                <a:extLst>
                  <a:ext uri="{FF2B5EF4-FFF2-40B4-BE49-F238E27FC236}">
                    <a16:creationId xmlns:a16="http://schemas.microsoft.com/office/drawing/2014/main" id="{9B96E18A-653E-5929-71BA-3E204613CA6C}"/>
                  </a:ext>
                </a:extLst>
              </p:cNvPr>
              <p:cNvPicPr/>
              <p:nvPr/>
            </p:nvPicPr>
            <p:blipFill>
              <a:blip r:embed="rId1023"/>
              <a:stretch>
                <a:fillRect/>
              </a:stretch>
            </p:blipFill>
            <p:spPr>
              <a:xfrm>
                <a:off x="1621942" y="5673416"/>
                <a:ext cx="1461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2" name="Group 621">
            <a:extLst>
              <a:ext uri="{FF2B5EF4-FFF2-40B4-BE49-F238E27FC236}">
                <a16:creationId xmlns:a16="http://schemas.microsoft.com/office/drawing/2014/main" id="{910C0677-FE4E-1F5A-16C0-BD8C3E99E382}"/>
              </a:ext>
            </a:extLst>
          </p:cNvPr>
          <p:cNvGrpSpPr/>
          <p:nvPr/>
        </p:nvGrpSpPr>
        <p:grpSpPr>
          <a:xfrm>
            <a:off x="3130702" y="5586296"/>
            <a:ext cx="442800" cy="183240"/>
            <a:chOff x="3130702" y="5586296"/>
            <a:chExt cx="442800" cy="18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14:cNvPr>
                <p14:cNvContentPartPr/>
                <p14:nvPr/>
              </p14:nvContentPartPr>
              <p14:xfrm>
                <a:off x="3130702" y="5617976"/>
                <a:ext cx="155520" cy="1515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8CCD6603-636D-FCB1-E60F-6F0F6167A7C3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3121702" y="5609336"/>
                  <a:ext cx="173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6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14:cNvPr>
                <p14:cNvContentPartPr/>
                <p14:nvPr/>
              </p14:nvContentPartPr>
              <p14:xfrm>
                <a:off x="3349222" y="5586296"/>
                <a:ext cx="224280" cy="3312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E8A89914-91C9-C773-44A5-C13656773660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3340222" y="5577296"/>
                  <a:ext cx="24192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23DE36C9-87C7-0866-E4D9-7BBA21712191}"/>
              </a:ext>
            </a:extLst>
          </p:cNvPr>
          <p:cNvGrpSpPr/>
          <p:nvPr/>
        </p:nvGrpSpPr>
        <p:grpSpPr>
          <a:xfrm>
            <a:off x="3816862" y="5477576"/>
            <a:ext cx="470520" cy="195840"/>
            <a:chOff x="3816862" y="5477576"/>
            <a:chExt cx="47052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8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14:cNvPr>
                <p14:cNvContentPartPr/>
                <p14:nvPr/>
              </p14:nvContentPartPr>
              <p14:xfrm>
                <a:off x="3816862" y="5509976"/>
                <a:ext cx="181800" cy="16344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48D3037B-7D2A-A1B0-7A45-B4DD69B20E80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3808222" y="5501336"/>
                  <a:ext cx="199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0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14:cNvPr>
                <p14:cNvContentPartPr/>
                <p14:nvPr/>
              </p14:nvContentPartPr>
              <p14:xfrm>
                <a:off x="3871582" y="5602856"/>
                <a:ext cx="78480" cy="1116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9D3E9CB9-89D2-894E-BBB9-1C8A22AC44C9}"/>
                    </a:ext>
                  </a:extLst>
                </p:cNvPr>
                <p:cNvPicPr/>
                <p:nvPr/>
              </p:nvPicPr>
              <p:blipFill>
                <a:blip r:embed="rId1031"/>
                <a:stretch>
                  <a:fillRect/>
                </a:stretch>
              </p:blipFill>
              <p:spPr>
                <a:xfrm>
                  <a:off x="3862942" y="5594216"/>
                  <a:ext cx="96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2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14:cNvPr>
                <p14:cNvContentPartPr/>
                <p14:nvPr/>
              </p14:nvContentPartPr>
              <p14:xfrm>
                <a:off x="4034662" y="5586656"/>
                <a:ext cx="117360" cy="1152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1436F8CA-6985-AB06-0BCF-EF042A119BDD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4026022" y="557801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14:cNvPr>
                <p14:cNvContentPartPr/>
                <p14:nvPr/>
              </p14:nvContentPartPr>
              <p14:xfrm>
                <a:off x="4026382" y="5523656"/>
                <a:ext cx="93960" cy="111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1428AF6-AD1A-3460-EEC1-8FDDB0DB9F96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4017382" y="5514656"/>
                  <a:ext cx="111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14:cNvPr>
                <p14:cNvContentPartPr/>
                <p14:nvPr/>
              </p14:nvContentPartPr>
              <p14:xfrm>
                <a:off x="4230142" y="5477576"/>
                <a:ext cx="57240" cy="14328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114D21BB-AAAC-72A8-2628-FBE2A8AA5D4A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4221502" y="5468936"/>
                  <a:ext cx="7488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2281A871-C850-BAFF-42E9-E1D2819E6CC0}"/>
              </a:ext>
            </a:extLst>
          </p:cNvPr>
          <p:cNvGrpSpPr/>
          <p:nvPr/>
        </p:nvGrpSpPr>
        <p:grpSpPr>
          <a:xfrm>
            <a:off x="807982" y="5427896"/>
            <a:ext cx="760680" cy="260640"/>
            <a:chOff x="807982" y="5427896"/>
            <a:chExt cx="76068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14:cNvPr>
                <p14:cNvContentPartPr/>
                <p14:nvPr/>
              </p14:nvContentPartPr>
              <p14:xfrm>
                <a:off x="1422862" y="5647136"/>
                <a:ext cx="145800" cy="4140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F3E2B1DF-9716-05F7-3E13-53DA35D9D6A4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1413862" y="5638496"/>
                  <a:ext cx="163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14:cNvPr>
                <p14:cNvContentPartPr/>
                <p14:nvPr/>
              </p14:nvContentPartPr>
              <p14:xfrm>
                <a:off x="807982" y="5507456"/>
                <a:ext cx="175320" cy="15588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DDBB1A73-8A1C-5951-245D-BA68CD60258E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798982" y="5498816"/>
                  <a:ext cx="192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14:cNvPr>
                <p14:cNvContentPartPr/>
                <p14:nvPr/>
              </p14:nvContentPartPr>
              <p14:xfrm>
                <a:off x="859462" y="5599976"/>
                <a:ext cx="97560" cy="756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B76E0FA8-7CD0-5C76-0DB8-6160C5FCA60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850822" y="5590976"/>
                  <a:ext cx="115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14:cNvPr>
                <p14:cNvContentPartPr/>
                <p14:nvPr/>
              </p14:nvContentPartPr>
              <p14:xfrm>
                <a:off x="1035142" y="5566136"/>
                <a:ext cx="60120" cy="972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2E4DE7B5-C33F-A621-6DBB-C9BE6B28308C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1026502" y="5557136"/>
                  <a:ext cx="77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6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14:cNvPr>
                <p14:cNvContentPartPr/>
                <p14:nvPr/>
              </p14:nvContentPartPr>
              <p14:xfrm>
                <a:off x="1021822" y="5518256"/>
                <a:ext cx="63000" cy="576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ED6CC268-3799-00F0-E00B-4F2A7E8A6EB4}"/>
                    </a:ext>
                  </a:extLst>
                </p:cNvPr>
                <p:cNvPicPr/>
                <p:nvPr/>
              </p:nvPicPr>
              <p:blipFill>
                <a:blip r:embed="rId1047"/>
                <a:stretch>
                  <a:fillRect/>
                </a:stretch>
              </p:blipFill>
              <p:spPr>
                <a:xfrm>
                  <a:off x="1012822" y="5509256"/>
                  <a:ext cx="8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14:cNvPr>
                <p14:cNvContentPartPr/>
                <p14:nvPr/>
              </p14:nvContentPartPr>
              <p14:xfrm>
                <a:off x="1147462" y="5502056"/>
                <a:ext cx="70200" cy="1188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63F57CAC-AD08-AB5E-D025-173E4119114F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1138822" y="5493416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14:cNvPr>
                <p14:cNvContentPartPr/>
                <p14:nvPr/>
              </p14:nvContentPartPr>
              <p14:xfrm>
                <a:off x="1248982" y="5427896"/>
                <a:ext cx="104400" cy="11052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E0B6E828-96AD-9E35-6D12-99F6A277D469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1240342" y="5418896"/>
                  <a:ext cx="12204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1" name="Group 660">
            <a:extLst>
              <a:ext uri="{FF2B5EF4-FFF2-40B4-BE49-F238E27FC236}">
                <a16:creationId xmlns:a16="http://schemas.microsoft.com/office/drawing/2014/main" id="{A7DF5831-D126-82C3-7F1F-0BE98C593C8F}"/>
              </a:ext>
            </a:extLst>
          </p:cNvPr>
          <p:cNvGrpSpPr/>
          <p:nvPr/>
        </p:nvGrpSpPr>
        <p:grpSpPr>
          <a:xfrm>
            <a:off x="4539742" y="5461736"/>
            <a:ext cx="1672560" cy="573120"/>
            <a:chOff x="4539742" y="5461736"/>
            <a:chExt cx="167256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14:cNvPr>
                <p14:cNvContentPartPr/>
                <p14:nvPr/>
              </p14:nvContentPartPr>
              <p14:xfrm>
                <a:off x="4539742" y="5699696"/>
                <a:ext cx="87840" cy="8784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FA4E8640-BB08-A1E3-02F3-846C0892A1B7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4531102" y="5690696"/>
                  <a:ext cx="105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14:cNvPr>
                <p14:cNvContentPartPr/>
                <p14:nvPr/>
              </p14:nvContentPartPr>
              <p14:xfrm>
                <a:off x="4650622" y="5663336"/>
                <a:ext cx="241200" cy="20304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65DF5410-8828-6D9B-9305-BCA57340764A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4641622" y="5654336"/>
                  <a:ext cx="258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14:cNvPr>
                <p14:cNvContentPartPr/>
                <p14:nvPr/>
              </p14:nvContentPartPr>
              <p14:xfrm>
                <a:off x="4941142" y="5665856"/>
                <a:ext cx="112320" cy="8100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DEDA546C-8B04-4DBD-79BB-AC6983BAF76D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4932142" y="5656856"/>
                  <a:ext cx="1299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14:cNvPr>
                <p14:cNvContentPartPr/>
                <p14:nvPr/>
              </p14:nvContentPartPr>
              <p14:xfrm>
                <a:off x="5097022" y="5679176"/>
                <a:ext cx="101520" cy="6408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F4F0FE42-89B5-F837-CE4A-435CA6161045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5088022" y="5670176"/>
                  <a:ext cx="11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14:cNvPr>
                <p14:cNvContentPartPr/>
                <p14:nvPr/>
              </p14:nvContentPartPr>
              <p14:xfrm>
                <a:off x="5091622" y="5668016"/>
                <a:ext cx="76320" cy="6768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DAA3CA72-DF6D-F533-008A-30B7E3488557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5082982" y="5659376"/>
                  <a:ext cx="93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2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14:cNvPr>
                <p14:cNvContentPartPr/>
                <p14:nvPr/>
              </p14:nvContentPartPr>
              <p14:xfrm>
                <a:off x="5050942" y="5560736"/>
                <a:ext cx="5040" cy="1980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818AFC7C-9971-8EF3-8B11-8D6AAD9B8D79}"/>
                    </a:ext>
                  </a:extLst>
                </p:cNvPr>
                <p:cNvPicPr/>
                <p:nvPr/>
              </p:nvPicPr>
              <p:blipFill>
                <a:blip r:embed="rId1063"/>
                <a:stretch>
                  <a:fillRect/>
                </a:stretch>
              </p:blipFill>
              <p:spPr>
                <a:xfrm>
                  <a:off x="5041942" y="5551736"/>
                  <a:ext cx="22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4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14:cNvPr>
                <p14:cNvContentPartPr/>
                <p14:nvPr/>
              </p14:nvContentPartPr>
              <p14:xfrm>
                <a:off x="5207542" y="5623016"/>
                <a:ext cx="185400" cy="8136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2E55AFE4-B32E-4467-6E11-D664F967E959}"/>
                    </a:ext>
                  </a:extLst>
                </p:cNvPr>
                <p:cNvPicPr/>
                <p:nvPr/>
              </p:nvPicPr>
              <p:blipFill>
                <a:blip r:embed="rId1065"/>
                <a:stretch>
                  <a:fillRect/>
                </a:stretch>
              </p:blipFill>
              <p:spPr>
                <a:xfrm>
                  <a:off x="5198902" y="5614376"/>
                  <a:ext cx="203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14:cNvPr>
                <p14:cNvContentPartPr/>
                <p14:nvPr/>
              </p14:nvContentPartPr>
              <p14:xfrm>
                <a:off x="5089462" y="5660096"/>
                <a:ext cx="39960" cy="5436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30040CD9-361D-B570-CE42-BEB968D1C544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5080822" y="5651456"/>
                  <a:ext cx="576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14:cNvPr>
                <p14:cNvContentPartPr/>
                <p14:nvPr/>
              </p14:nvContentPartPr>
              <p14:xfrm>
                <a:off x="5395102" y="5461736"/>
                <a:ext cx="174960" cy="20340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1D221EF2-3F4E-8D80-7069-EC01DF52FD2A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5386102" y="5452736"/>
                  <a:ext cx="192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14:cNvPr>
                <p14:cNvContentPartPr/>
                <p14:nvPr/>
              </p14:nvContentPartPr>
              <p14:xfrm>
                <a:off x="5000542" y="5943416"/>
                <a:ext cx="108360" cy="9144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2F6F1DCC-8F21-9352-D1C7-EF72A7BBCC2C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4991902" y="5934416"/>
                  <a:ext cx="1260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14:cNvPr>
                <p14:cNvContentPartPr/>
                <p14:nvPr/>
              </p14:nvContentPartPr>
              <p14:xfrm>
                <a:off x="5114302" y="5943416"/>
                <a:ext cx="101160" cy="6984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C2C58717-C5E6-04EB-5E92-EDE668ED660A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5105662" y="5934776"/>
                  <a:ext cx="118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4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14:cNvPr>
                <p14:cNvContentPartPr/>
                <p14:nvPr/>
              </p14:nvContentPartPr>
              <p14:xfrm>
                <a:off x="5225902" y="5990216"/>
                <a:ext cx="143280" cy="2304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D7D0ECEA-3A53-5C1E-E840-7C76450FCEE0}"/>
                    </a:ext>
                  </a:extLst>
                </p:cNvPr>
                <p:cNvPicPr/>
                <p:nvPr/>
              </p:nvPicPr>
              <p:blipFill>
                <a:blip r:embed="rId1075"/>
                <a:stretch>
                  <a:fillRect/>
                </a:stretch>
              </p:blipFill>
              <p:spPr>
                <a:xfrm>
                  <a:off x="5216902" y="5981576"/>
                  <a:ext cx="1609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6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14:cNvPr>
                <p14:cNvContentPartPr/>
                <p14:nvPr/>
              </p14:nvContentPartPr>
              <p14:xfrm>
                <a:off x="5357662" y="5911376"/>
                <a:ext cx="140760" cy="10224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E3B9C933-1B69-68CB-9EEE-31676F66C10C}"/>
                    </a:ext>
                  </a:extLst>
                </p:cNvPr>
                <p:cNvPicPr/>
                <p:nvPr/>
              </p:nvPicPr>
              <p:blipFill>
                <a:blip r:embed="rId1077"/>
                <a:stretch>
                  <a:fillRect/>
                </a:stretch>
              </p:blipFill>
              <p:spPr>
                <a:xfrm>
                  <a:off x="5349022" y="5902736"/>
                  <a:ext cx="158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14:cNvPr>
                <p14:cNvContentPartPr/>
                <p14:nvPr/>
              </p14:nvContentPartPr>
              <p14:xfrm>
                <a:off x="5459542" y="5821016"/>
                <a:ext cx="100800" cy="18108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6A337D6E-4CC8-2286-1DE6-4D05B5DD44C0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5450902" y="5812376"/>
                  <a:ext cx="118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14:cNvPr>
                <p14:cNvContentPartPr/>
                <p14:nvPr/>
              </p14:nvContentPartPr>
              <p14:xfrm>
                <a:off x="5468902" y="5911016"/>
                <a:ext cx="118440" cy="4860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E6F2477B-7634-CB19-FBA6-4B0E5F1DABC7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5460262" y="5902376"/>
                  <a:ext cx="136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14:cNvPr>
                <p14:cNvContentPartPr/>
                <p14:nvPr/>
              </p14:nvContentPartPr>
              <p14:xfrm>
                <a:off x="5583382" y="5869616"/>
                <a:ext cx="48600" cy="10476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B2E44025-B086-6AD6-0565-029F63983CC0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5574742" y="5860976"/>
                  <a:ext cx="662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14:cNvPr>
                <p14:cNvContentPartPr/>
                <p14:nvPr/>
              </p14:nvContentPartPr>
              <p14:xfrm>
                <a:off x="5708302" y="5898056"/>
                <a:ext cx="112680" cy="8820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A3F37FBE-C731-1ADC-DEC8-E43CF285C543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5699662" y="5889056"/>
                  <a:ext cx="130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14:cNvPr>
                <p14:cNvContentPartPr/>
                <p14:nvPr/>
              </p14:nvContentPartPr>
              <p14:xfrm>
                <a:off x="5885062" y="5911376"/>
                <a:ext cx="32760" cy="3096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5A440125-C66F-928A-E4A1-EC84FE20A31E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5876062" y="5902736"/>
                  <a:ext cx="50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14:cNvPr>
                <p14:cNvContentPartPr/>
                <p14:nvPr/>
              </p14:nvContentPartPr>
              <p14:xfrm>
                <a:off x="5858422" y="5815976"/>
                <a:ext cx="2520" cy="144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FA1DB259-D8AE-6BA2-AED9-7FD376593973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5849422" y="580697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14:cNvPr>
                <p14:cNvContentPartPr/>
                <p14:nvPr/>
              </p14:nvContentPartPr>
              <p14:xfrm>
                <a:off x="5970022" y="5901296"/>
                <a:ext cx="112680" cy="3852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B89682CE-458D-CB70-CDD7-A9821418AB76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5961022" y="5892296"/>
                  <a:ext cx="130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14:cNvPr>
                <p14:cNvContentPartPr/>
                <p14:nvPr/>
              </p14:nvContentPartPr>
              <p14:xfrm>
                <a:off x="6017902" y="5730656"/>
                <a:ext cx="104400" cy="18288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D75BBFAE-98F5-E574-CFBF-C8EF597FC00D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6008902" y="5722016"/>
                  <a:ext cx="122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14:cNvPr>
                <p14:cNvContentPartPr/>
                <p14:nvPr/>
              </p14:nvContentPartPr>
              <p14:xfrm>
                <a:off x="6052462" y="5801216"/>
                <a:ext cx="104040" cy="3852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EC637E98-FED6-6C76-7610-B48DA611D98B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6043822" y="5792216"/>
                  <a:ext cx="1216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14:cNvPr>
                <p14:cNvContentPartPr/>
                <p14:nvPr/>
              </p14:nvContentPartPr>
              <p14:xfrm>
                <a:off x="6161182" y="5778536"/>
                <a:ext cx="51120" cy="13248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E57A3F47-07A8-B7DF-F924-49520089593D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6152542" y="5769896"/>
                  <a:ext cx="6876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8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E5273D77-68A2-A601-B063-E9580852FB57}"/>
                  </a:ext>
                </a:extLst>
              </p14:cNvPr>
              <p14:cNvContentPartPr/>
              <p14:nvPr/>
            </p14:nvContentPartPr>
            <p14:xfrm>
              <a:off x="4757182" y="1525496"/>
              <a:ext cx="1989720" cy="59400"/>
            </p14:xfrm>
          </p:contentPart>
        </mc:Choice>
        <mc:Fallback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E5273D77-68A2-A601-B063-E9580852FB57}"/>
                  </a:ext>
                </a:extLst>
              </p:cNvPr>
              <p:cNvPicPr/>
              <p:nvPr/>
            </p:nvPicPr>
            <p:blipFill>
              <a:blip r:embed="rId1099"/>
              <a:stretch>
                <a:fillRect/>
              </a:stretch>
            </p:blipFill>
            <p:spPr>
              <a:xfrm>
                <a:off x="4748182" y="1516496"/>
                <a:ext cx="20073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0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985F896A-0925-5DA3-C549-F2253EF2F98C}"/>
                  </a:ext>
                </a:extLst>
              </p14:cNvPr>
              <p14:cNvContentPartPr/>
              <p14:nvPr/>
            </p14:nvContentPartPr>
            <p14:xfrm>
              <a:off x="1602142" y="3774056"/>
              <a:ext cx="3038760" cy="75240"/>
            </p14:xfrm>
          </p:contentPart>
        </mc:Choice>
        <mc:Fallback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985F896A-0925-5DA3-C549-F2253EF2F98C}"/>
                  </a:ext>
                </a:extLst>
              </p:cNvPr>
              <p:cNvPicPr/>
              <p:nvPr/>
            </p:nvPicPr>
            <p:blipFill>
              <a:blip r:embed="rId1101"/>
              <a:stretch>
                <a:fillRect/>
              </a:stretch>
            </p:blipFill>
            <p:spPr>
              <a:xfrm>
                <a:off x="1593142" y="3765416"/>
                <a:ext cx="305640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07" name="Group 606">
            <a:extLst>
              <a:ext uri="{FF2B5EF4-FFF2-40B4-BE49-F238E27FC236}">
                <a16:creationId xmlns:a16="http://schemas.microsoft.com/office/drawing/2014/main" id="{41EF261D-EFD3-79CC-0051-E7D9FC93A90C}"/>
              </a:ext>
            </a:extLst>
          </p:cNvPr>
          <p:cNvGrpSpPr/>
          <p:nvPr/>
        </p:nvGrpSpPr>
        <p:grpSpPr>
          <a:xfrm>
            <a:off x="5256142" y="3460856"/>
            <a:ext cx="2112120" cy="388080"/>
            <a:chOff x="5256142" y="3460856"/>
            <a:chExt cx="211212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AF9F609-56D3-A8A5-4A46-2F2D6C55436B}"/>
                    </a:ext>
                  </a:extLst>
                </p14:cNvPr>
                <p14:cNvContentPartPr/>
                <p14:nvPr/>
              </p14:nvContentPartPr>
              <p14:xfrm>
                <a:off x="5256142" y="3485336"/>
                <a:ext cx="169920" cy="213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AF9F609-56D3-A8A5-4A46-2F2D6C55436B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5247142" y="3476336"/>
                  <a:ext cx="18756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6547E61-D858-7AB3-0EC3-7BCD62899954}"/>
                    </a:ext>
                  </a:extLst>
                </p14:cNvPr>
                <p14:cNvContentPartPr/>
                <p14:nvPr/>
              </p14:nvContentPartPr>
              <p14:xfrm>
                <a:off x="5477182" y="3622856"/>
                <a:ext cx="134280" cy="63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6547E61-D858-7AB3-0EC3-7BCD62899954}"/>
                    </a:ext>
                  </a:extLst>
                </p:cNvPr>
                <p:cNvPicPr/>
                <p:nvPr/>
              </p:nvPicPr>
              <p:blipFill>
                <a:blip r:embed="rId1105"/>
                <a:stretch>
                  <a:fillRect/>
                </a:stretch>
              </p:blipFill>
              <p:spPr>
                <a:xfrm>
                  <a:off x="5468542" y="3614216"/>
                  <a:ext cx="151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1744140-CAFF-3EA0-66C2-98562F15EC28}"/>
                    </a:ext>
                  </a:extLst>
                </p14:cNvPr>
                <p14:cNvContentPartPr/>
                <p14:nvPr/>
              </p14:nvContentPartPr>
              <p14:xfrm>
                <a:off x="5644942" y="3476696"/>
                <a:ext cx="38520" cy="159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1744140-CAFF-3EA0-66C2-98562F15EC28}"/>
                    </a:ext>
                  </a:extLst>
                </p:cNvPr>
                <p:cNvPicPr/>
                <p:nvPr/>
              </p:nvPicPr>
              <p:blipFill>
                <a:blip r:embed="rId1107"/>
                <a:stretch>
                  <a:fillRect/>
                </a:stretch>
              </p:blipFill>
              <p:spPr>
                <a:xfrm>
                  <a:off x="5636302" y="3467696"/>
                  <a:ext cx="56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8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6CCD878-203A-0AC4-6AED-AC4942BA9610}"/>
                    </a:ext>
                  </a:extLst>
                </p14:cNvPr>
                <p14:cNvContentPartPr/>
                <p14:nvPr/>
              </p14:nvContentPartPr>
              <p14:xfrm>
                <a:off x="5557102" y="3559136"/>
                <a:ext cx="158040" cy="1908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6CCD878-203A-0AC4-6AED-AC4942BA9610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5548462" y="3550136"/>
                  <a:ext cx="17568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0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F3F0C438-674B-125B-3A38-D9F264D25647}"/>
                    </a:ext>
                  </a:extLst>
                </p14:cNvPr>
                <p14:cNvContentPartPr/>
                <p14:nvPr/>
              </p14:nvContentPartPr>
              <p14:xfrm>
                <a:off x="5783902" y="3599096"/>
                <a:ext cx="17280" cy="7344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F3F0C438-674B-125B-3A38-D9F264D25647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5775262" y="3590096"/>
                  <a:ext cx="34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2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BCCA7AE2-E6CE-DE42-146B-8B35C300A68A}"/>
                    </a:ext>
                  </a:extLst>
                </p14:cNvPr>
                <p14:cNvContentPartPr/>
                <p14:nvPr/>
              </p14:nvContentPartPr>
              <p14:xfrm>
                <a:off x="5730622" y="3465896"/>
                <a:ext cx="2160" cy="216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BCCA7AE2-E6CE-DE42-146B-8B35C300A68A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5721982" y="3457256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4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31B41DEC-B797-5A98-0597-5328A8112E7B}"/>
                    </a:ext>
                  </a:extLst>
                </p14:cNvPr>
                <p14:cNvContentPartPr/>
                <p14:nvPr/>
              </p14:nvContentPartPr>
              <p14:xfrm>
                <a:off x="5904862" y="3549056"/>
                <a:ext cx="91440" cy="11016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31B41DEC-B797-5A98-0597-5328A8112E7B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5895862" y="3540416"/>
                  <a:ext cx="1090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9C52633-1A26-64DD-4C84-1D1E0A9F5D2B}"/>
                    </a:ext>
                  </a:extLst>
                </p14:cNvPr>
                <p14:cNvContentPartPr/>
                <p14:nvPr/>
              </p14:nvContentPartPr>
              <p14:xfrm>
                <a:off x="6018262" y="3612416"/>
                <a:ext cx="127080" cy="2008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9C52633-1A26-64DD-4C84-1D1E0A9F5D2B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6009622" y="3603416"/>
                  <a:ext cx="1447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C6FEF21-5306-9031-1ECA-0560D10FC66C}"/>
                    </a:ext>
                  </a:extLst>
                </p14:cNvPr>
                <p14:cNvContentPartPr/>
                <p14:nvPr/>
              </p14:nvContentPartPr>
              <p14:xfrm>
                <a:off x="6187102" y="3602696"/>
                <a:ext cx="229680" cy="80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C6FEF21-5306-9031-1ECA-0560D10FC66C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6178102" y="3593696"/>
                  <a:ext cx="247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433FB9C-F29F-17F1-4C7C-5FB6D08D6602}"/>
                    </a:ext>
                  </a:extLst>
                </p14:cNvPr>
                <p14:cNvContentPartPr/>
                <p14:nvPr/>
              </p14:nvContentPartPr>
              <p14:xfrm>
                <a:off x="6473302" y="3620336"/>
                <a:ext cx="187200" cy="52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433FB9C-F29F-17F1-4C7C-5FB6D08D6602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6464662" y="3611336"/>
                  <a:ext cx="2048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EAABC37-E1F1-22FA-5A0D-BBA0C748EEDE}"/>
                    </a:ext>
                  </a:extLst>
                </p14:cNvPr>
                <p14:cNvContentPartPr/>
                <p14:nvPr/>
              </p14:nvContentPartPr>
              <p14:xfrm>
                <a:off x="6713422" y="3571736"/>
                <a:ext cx="101880" cy="102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EAABC37-E1F1-22FA-5A0D-BBA0C748EEDE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6704782" y="356273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30BF6B-2F1D-343D-D266-060054257A10}"/>
                    </a:ext>
                  </a:extLst>
                </p14:cNvPr>
                <p14:cNvContentPartPr/>
                <p14:nvPr/>
              </p14:nvContentPartPr>
              <p14:xfrm>
                <a:off x="6863182" y="3460856"/>
                <a:ext cx="77400" cy="2188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30BF6B-2F1D-343D-D266-060054257A10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6854182" y="3451856"/>
                  <a:ext cx="95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7264C7F-93E6-672D-035F-6FA64C9B5211}"/>
                    </a:ext>
                  </a:extLst>
                </p14:cNvPr>
                <p14:cNvContentPartPr/>
                <p14:nvPr/>
              </p14:nvContentPartPr>
              <p14:xfrm>
                <a:off x="6853102" y="3587576"/>
                <a:ext cx="95400" cy="223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7264C7F-93E6-672D-035F-6FA64C9B5211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6844462" y="357893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8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027E8C57-301D-33A7-7957-6CBE86A1AEB7}"/>
                    </a:ext>
                  </a:extLst>
                </p14:cNvPr>
                <p14:cNvContentPartPr/>
                <p14:nvPr/>
              </p14:nvContentPartPr>
              <p14:xfrm>
                <a:off x="6948862" y="3530336"/>
                <a:ext cx="66240" cy="14328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027E8C57-301D-33A7-7957-6CBE86A1AEB7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6939862" y="3521696"/>
                  <a:ext cx="83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0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E26A1E5B-55F8-A23A-E4A5-5C63FDA516B7}"/>
                    </a:ext>
                  </a:extLst>
                </p14:cNvPr>
                <p14:cNvContentPartPr/>
                <p14:nvPr/>
              </p14:nvContentPartPr>
              <p14:xfrm>
                <a:off x="7054702" y="3588296"/>
                <a:ext cx="137160" cy="26064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E26A1E5B-55F8-A23A-E4A5-5C63FDA516B7}"/>
                    </a:ext>
                  </a:extLst>
                </p:cNvPr>
                <p:cNvPicPr/>
                <p:nvPr/>
              </p:nvPicPr>
              <p:blipFill>
                <a:blip r:embed="rId1131"/>
                <a:stretch>
                  <a:fillRect/>
                </a:stretch>
              </p:blipFill>
              <p:spPr>
                <a:xfrm>
                  <a:off x="7045702" y="3579656"/>
                  <a:ext cx="1548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2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07D9A8D-2D3B-49E4-9BAE-BFE88D73EDC2}"/>
                    </a:ext>
                  </a:extLst>
                </p14:cNvPr>
                <p14:cNvContentPartPr/>
                <p14:nvPr/>
              </p14:nvContentPartPr>
              <p14:xfrm>
                <a:off x="7320382" y="3561656"/>
                <a:ext cx="10080" cy="3492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07D9A8D-2D3B-49E4-9BAE-BFE88D73EDC2}"/>
                    </a:ext>
                  </a:extLst>
                </p:cNvPr>
                <p:cNvPicPr/>
                <p:nvPr/>
              </p:nvPicPr>
              <p:blipFill>
                <a:blip r:embed="rId1133"/>
                <a:stretch>
                  <a:fillRect/>
                </a:stretch>
              </p:blipFill>
              <p:spPr>
                <a:xfrm>
                  <a:off x="7311382" y="3553016"/>
                  <a:ext cx="27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4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21268327-1083-23B5-0BB0-5408E1ADC9C1}"/>
                    </a:ext>
                  </a:extLst>
                </p14:cNvPr>
                <p14:cNvContentPartPr/>
                <p14:nvPr/>
              </p14:nvContentPartPr>
              <p14:xfrm>
                <a:off x="7357462" y="3652016"/>
                <a:ext cx="10800" cy="24480"/>
              </p14:xfrm>
            </p:contentPart>
          </mc:Choice>
          <mc:Fallback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21268327-1083-23B5-0BB0-5408E1ADC9C1}"/>
                    </a:ext>
                  </a:extLst>
                </p:cNvPr>
                <p:cNvPicPr/>
                <p:nvPr/>
              </p:nvPicPr>
              <p:blipFill>
                <a:blip r:embed="rId1135"/>
                <a:stretch>
                  <a:fillRect/>
                </a:stretch>
              </p:blipFill>
              <p:spPr>
                <a:xfrm>
                  <a:off x="7348822" y="3643376"/>
                  <a:ext cx="28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9" name="Group 688">
            <a:extLst>
              <a:ext uri="{FF2B5EF4-FFF2-40B4-BE49-F238E27FC236}">
                <a16:creationId xmlns:a16="http://schemas.microsoft.com/office/drawing/2014/main" id="{07986DBC-D029-A4B7-5233-EB775B14480B}"/>
              </a:ext>
            </a:extLst>
          </p:cNvPr>
          <p:cNvGrpSpPr/>
          <p:nvPr/>
        </p:nvGrpSpPr>
        <p:grpSpPr>
          <a:xfrm>
            <a:off x="7786222" y="3375536"/>
            <a:ext cx="2840040" cy="505800"/>
            <a:chOff x="7786222" y="3375536"/>
            <a:chExt cx="2840040" cy="50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6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58E3A783-9711-7022-55C6-6AADC4637B1A}"/>
                    </a:ext>
                  </a:extLst>
                </p14:cNvPr>
                <p14:cNvContentPartPr/>
                <p14:nvPr/>
              </p14:nvContentPartPr>
              <p14:xfrm>
                <a:off x="7786222" y="3501536"/>
                <a:ext cx="79200" cy="20592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58E3A783-9711-7022-55C6-6AADC4637B1A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7777222" y="3492536"/>
                  <a:ext cx="96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96AECF3-5E48-C21E-A353-779136A76512}"/>
                    </a:ext>
                  </a:extLst>
                </p14:cNvPr>
                <p14:cNvContentPartPr/>
                <p14:nvPr/>
              </p14:nvContentPartPr>
              <p14:xfrm>
                <a:off x="7841302" y="3630056"/>
                <a:ext cx="154800" cy="1692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96AECF3-5E48-C21E-A353-779136A76512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7832662" y="3621416"/>
                  <a:ext cx="172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10088B5-D10A-081D-A12C-7F366C3610B6}"/>
                    </a:ext>
                  </a:extLst>
                </p14:cNvPr>
                <p14:cNvContentPartPr/>
                <p14:nvPr/>
              </p14:nvContentPartPr>
              <p14:xfrm>
                <a:off x="7926262" y="3508736"/>
                <a:ext cx="78480" cy="1969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10088B5-D10A-081D-A12C-7F366C3610B6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7917622" y="3499736"/>
                  <a:ext cx="96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2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3C0799B4-F65B-5E8C-F61D-05D8E12BFA91}"/>
                    </a:ext>
                  </a:extLst>
                </p14:cNvPr>
                <p14:cNvContentPartPr/>
                <p14:nvPr/>
              </p14:nvContentPartPr>
              <p14:xfrm>
                <a:off x="8068822" y="3448976"/>
                <a:ext cx="121680" cy="280800"/>
              </p14:xfrm>
            </p:contentPart>
          </mc:Choice>
          <mc:Fallback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3C0799B4-F65B-5E8C-F61D-05D8E12BFA91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8059822" y="3439976"/>
                  <a:ext cx="139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4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5C858AD3-1B9A-3E3D-7EED-548B337E58E0}"/>
                    </a:ext>
                  </a:extLst>
                </p14:cNvPr>
                <p14:cNvContentPartPr/>
                <p14:nvPr/>
              </p14:nvContentPartPr>
              <p14:xfrm>
                <a:off x="8176102" y="3546536"/>
                <a:ext cx="162360" cy="148680"/>
              </p14:xfrm>
            </p:contentPart>
          </mc:Choice>
          <mc:Fallback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5C858AD3-1B9A-3E3D-7EED-548B337E58E0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8167462" y="3537536"/>
                  <a:ext cx="180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6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7B4D0B6F-7A6D-7B6D-95FB-7041EF9A3DEF}"/>
                    </a:ext>
                  </a:extLst>
                </p14:cNvPr>
                <p14:cNvContentPartPr/>
                <p14:nvPr/>
              </p14:nvContentPartPr>
              <p14:xfrm>
                <a:off x="8231542" y="3635096"/>
                <a:ext cx="83160" cy="14760"/>
              </p14:xfrm>
            </p:contentPart>
          </mc:Choice>
          <mc:Fallback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7B4D0B6F-7A6D-7B6D-95FB-7041EF9A3DEF}"/>
                    </a:ext>
                  </a:extLst>
                </p:cNvPr>
                <p:cNvPicPr/>
                <p:nvPr/>
              </p:nvPicPr>
              <p:blipFill>
                <a:blip r:embed="rId1147"/>
                <a:stretch>
                  <a:fillRect/>
                </a:stretch>
              </p:blipFill>
              <p:spPr>
                <a:xfrm>
                  <a:off x="8222902" y="3626096"/>
                  <a:ext cx="100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8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4B78A325-F40F-4033-18CE-A00372C0FBF2}"/>
                    </a:ext>
                  </a:extLst>
                </p14:cNvPr>
                <p14:cNvContentPartPr/>
                <p14:nvPr/>
              </p14:nvContentPartPr>
              <p14:xfrm>
                <a:off x="8340982" y="3481736"/>
                <a:ext cx="137520" cy="264600"/>
              </p14:xfrm>
            </p:contentPart>
          </mc:Choice>
          <mc:Fallback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4B78A325-F40F-4033-18CE-A00372C0FBF2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8332342" y="3473096"/>
                  <a:ext cx="155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0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94DB8AB0-76CE-49CC-67E2-59E70A47CC20}"/>
                    </a:ext>
                  </a:extLst>
                </p14:cNvPr>
                <p14:cNvContentPartPr/>
                <p14:nvPr/>
              </p14:nvContentPartPr>
              <p14:xfrm>
                <a:off x="8635102" y="3601976"/>
                <a:ext cx="67680" cy="7560"/>
              </p14:xfrm>
            </p:contentPart>
          </mc:Choice>
          <mc:Fallback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94DB8AB0-76CE-49CC-67E2-59E70A47CC20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8626462" y="3592976"/>
                  <a:ext cx="85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2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66315582-8486-05E6-F9A7-8C69D9B7C231}"/>
                    </a:ext>
                  </a:extLst>
                </p14:cNvPr>
                <p14:cNvContentPartPr/>
                <p14:nvPr/>
              </p14:nvContentPartPr>
              <p14:xfrm>
                <a:off x="8607022" y="3537536"/>
                <a:ext cx="96120" cy="14040"/>
              </p14:xfrm>
            </p:contentPart>
          </mc:Choice>
          <mc:Fallback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66315582-8486-05E6-F9A7-8C69D9B7C231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8598022" y="3528536"/>
                  <a:ext cx="1137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4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113256C0-F808-F90C-FEAF-A2C59CCF9F89}"/>
                    </a:ext>
                  </a:extLst>
                </p14:cNvPr>
                <p14:cNvContentPartPr/>
                <p14:nvPr/>
              </p14:nvContentPartPr>
              <p14:xfrm>
                <a:off x="8863702" y="3588296"/>
                <a:ext cx="94320" cy="11880"/>
              </p14:xfrm>
            </p:contentPart>
          </mc:Choice>
          <mc:Fallback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113256C0-F808-F90C-FEAF-A2C59CCF9F89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8854702" y="3579296"/>
                  <a:ext cx="1119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6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0FECEE08-C3D3-862A-3E38-01D7AAE31666}"/>
                    </a:ext>
                  </a:extLst>
                </p14:cNvPr>
                <p14:cNvContentPartPr/>
                <p14:nvPr/>
              </p14:nvContentPartPr>
              <p14:xfrm>
                <a:off x="9064222" y="3534296"/>
                <a:ext cx="180720" cy="166320"/>
              </p14:xfrm>
            </p:contentPart>
          </mc:Choice>
          <mc:Fallback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0FECEE08-C3D3-862A-3E38-01D7AAE31666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9055222" y="3525296"/>
                  <a:ext cx="1983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8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76CD0E46-2146-F24E-1587-D837E847DD99}"/>
                    </a:ext>
                  </a:extLst>
                </p14:cNvPr>
                <p14:cNvContentPartPr/>
                <p14:nvPr/>
              </p14:nvContentPartPr>
              <p14:xfrm>
                <a:off x="9128302" y="3619976"/>
                <a:ext cx="95400" cy="16560"/>
              </p14:xfrm>
            </p:contentPart>
          </mc:Choice>
          <mc:Fallback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76CD0E46-2146-F24E-1587-D837E847DD99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9119662" y="3611336"/>
                  <a:ext cx="113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0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68BCA9E0-C999-CFEB-BB83-4C79E10F6756}"/>
                    </a:ext>
                  </a:extLst>
                </p14:cNvPr>
                <p14:cNvContentPartPr/>
                <p14:nvPr/>
              </p14:nvContentPartPr>
              <p14:xfrm>
                <a:off x="9234862" y="3482096"/>
                <a:ext cx="58320" cy="9000"/>
              </p14:xfrm>
            </p:contentPart>
          </mc:Choice>
          <mc:Fallback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68BCA9E0-C999-CFEB-BB83-4C79E10F6756}"/>
                    </a:ext>
                  </a:extLst>
                </p:cNvPr>
                <p:cNvPicPr/>
                <p:nvPr/>
              </p:nvPicPr>
              <p:blipFill>
                <a:blip r:embed="rId1161"/>
                <a:stretch>
                  <a:fillRect/>
                </a:stretch>
              </p:blipFill>
              <p:spPr>
                <a:xfrm>
                  <a:off x="9225862" y="3473096"/>
                  <a:ext cx="759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2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FCB4689D-FC03-CE65-77E0-2AE66EB681C3}"/>
                    </a:ext>
                  </a:extLst>
                </p14:cNvPr>
                <p14:cNvContentPartPr/>
                <p14:nvPr/>
              </p14:nvContentPartPr>
              <p14:xfrm>
                <a:off x="9361582" y="3407216"/>
                <a:ext cx="159480" cy="104400"/>
              </p14:xfrm>
            </p:contentPart>
          </mc:Choice>
          <mc:Fallback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FCB4689D-FC03-CE65-77E0-2AE66EB681C3}"/>
                    </a:ext>
                  </a:extLst>
                </p:cNvPr>
                <p:cNvPicPr/>
                <p:nvPr/>
              </p:nvPicPr>
              <p:blipFill>
                <a:blip r:embed="rId1163"/>
                <a:stretch>
                  <a:fillRect/>
                </a:stretch>
              </p:blipFill>
              <p:spPr>
                <a:xfrm>
                  <a:off x="9352582" y="3398216"/>
                  <a:ext cx="1771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4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F739F72D-0C31-5CBF-8709-809E9F247097}"/>
                    </a:ext>
                  </a:extLst>
                </p14:cNvPr>
                <p14:cNvContentPartPr/>
                <p14:nvPr/>
              </p14:nvContentPartPr>
              <p14:xfrm>
                <a:off x="9755062" y="3465896"/>
                <a:ext cx="144720" cy="217080"/>
              </p14:xfrm>
            </p:contentPart>
          </mc:Choice>
          <mc:Fallback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739F72D-0C31-5CBF-8709-809E9F247097}"/>
                    </a:ext>
                  </a:extLst>
                </p:cNvPr>
                <p:cNvPicPr/>
                <p:nvPr/>
              </p:nvPicPr>
              <p:blipFill>
                <a:blip r:embed="rId1165"/>
                <a:stretch>
                  <a:fillRect/>
                </a:stretch>
              </p:blipFill>
              <p:spPr>
                <a:xfrm>
                  <a:off x="9746422" y="3457256"/>
                  <a:ext cx="1623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6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995495BA-7071-C187-325B-DBEA9C9BF426}"/>
                    </a:ext>
                  </a:extLst>
                </p14:cNvPr>
                <p14:cNvContentPartPr/>
                <p14:nvPr/>
              </p14:nvContentPartPr>
              <p14:xfrm>
                <a:off x="9866662" y="3508736"/>
                <a:ext cx="66960" cy="158760"/>
              </p14:xfrm>
            </p:contentPart>
          </mc:Choice>
          <mc:Fallback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995495BA-7071-C187-325B-DBEA9C9BF426}"/>
                    </a:ext>
                  </a:extLst>
                </p:cNvPr>
                <p:cNvPicPr/>
                <p:nvPr/>
              </p:nvPicPr>
              <p:blipFill>
                <a:blip r:embed="rId1167"/>
                <a:stretch>
                  <a:fillRect/>
                </a:stretch>
              </p:blipFill>
              <p:spPr>
                <a:xfrm>
                  <a:off x="9858022" y="3499736"/>
                  <a:ext cx="84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8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6290C9EF-583B-A117-E9BA-82FF08B2A648}"/>
                    </a:ext>
                  </a:extLst>
                </p14:cNvPr>
                <p14:cNvContentPartPr/>
                <p14:nvPr/>
              </p14:nvContentPartPr>
              <p14:xfrm>
                <a:off x="10031542" y="3418016"/>
                <a:ext cx="92160" cy="297720"/>
              </p14:xfrm>
            </p:contentPart>
          </mc:Choice>
          <mc:Fallback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6290C9EF-583B-A117-E9BA-82FF08B2A648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10022542" y="3409376"/>
                  <a:ext cx="109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0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13F6EAE7-2A71-B171-FAF6-B38F4D99CADF}"/>
                    </a:ext>
                  </a:extLst>
                </p14:cNvPr>
                <p14:cNvContentPartPr/>
                <p14:nvPr/>
              </p14:nvContentPartPr>
              <p14:xfrm>
                <a:off x="10111462" y="3542216"/>
                <a:ext cx="165240" cy="142560"/>
              </p14:xfrm>
            </p:contentPart>
          </mc:Choice>
          <mc:Fallback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13F6EAE7-2A71-B171-FAF6-B38F4D99CADF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10102462" y="3533576"/>
                  <a:ext cx="182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2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68497044-0808-03D8-52FF-9391AB34505F}"/>
                    </a:ext>
                  </a:extLst>
                </p14:cNvPr>
                <p14:cNvContentPartPr/>
                <p14:nvPr/>
              </p14:nvContentPartPr>
              <p14:xfrm>
                <a:off x="10176982" y="3617816"/>
                <a:ext cx="67680" cy="13680"/>
              </p14:xfrm>
            </p:contentPart>
          </mc:Choice>
          <mc:Fallback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68497044-0808-03D8-52FF-9391AB34505F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10167982" y="3609176"/>
                  <a:ext cx="85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4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4E70C6BF-F515-9434-6ACA-682A22B11106}"/>
                    </a:ext>
                  </a:extLst>
                </p14:cNvPr>
                <p14:cNvContentPartPr/>
                <p14:nvPr/>
              </p14:nvContentPartPr>
              <p14:xfrm>
                <a:off x="10286422" y="3465896"/>
                <a:ext cx="69840" cy="16200"/>
              </p14:xfrm>
            </p:contentPart>
          </mc:Choice>
          <mc:Fallback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4E70C6BF-F515-9434-6ACA-682A22B11106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10277782" y="3457256"/>
                  <a:ext cx="87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6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27DD3550-5888-245C-A53F-7FC569C72995}"/>
                    </a:ext>
                  </a:extLst>
                </p14:cNvPr>
                <p14:cNvContentPartPr/>
                <p14:nvPr/>
              </p14:nvContentPartPr>
              <p14:xfrm>
                <a:off x="10435822" y="3402176"/>
                <a:ext cx="25200" cy="85320"/>
              </p14:xfrm>
            </p:contentPart>
          </mc:Choice>
          <mc:Fallback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27DD3550-5888-245C-A53F-7FC569C72995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10426822" y="3393536"/>
                  <a:ext cx="42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8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D144B329-6756-48B0-5080-2E27D0E15E51}"/>
                    </a:ext>
                  </a:extLst>
                </p14:cNvPr>
                <p14:cNvContentPartPr/>
                <p14:nvPr/>
              </p14:nvContentPartPr>
              <p14:xfrm>
                <a:off x="10509982" y="3375536"/>
                <a:ext cx="116280" cy="337320"/>
              </p14:xfrm>
            </p:contentPart>
          </mc:Choice>
          <mc:Fallback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D144B329-6756-48B0-5080-2E27D0E15E51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10501342" y="3366896"/>
                  <a:ext cx="13392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0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6A6C9DF7-79D6-E319-DA6A-FE0491C9188A}"/>
                    </a:ext>
                  </a:extLst>
                </p14:cNvPr>
                <p14:cNvContentPartPr/>
                <p14:nvPr/>
              </p14:nvContentPartPr>
              <p14:xfrm>
                <a:off x="7928422" y="3800696"/>
                <a:ext cx="2602440" cy="80640"/>
              </p14:xfrm>
            </p:contentPart>
          </mc:Choice>
          <mc:Fallback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6A6C9DF7-79D6-E319-DA6A-FE0491C9188A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7919422" y="3792056"/>
                  <a:ext cx="262008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2">
            <p14:nvContentPartPr>
              <p14:cNvPr id="690" name="Ink 689">
                <a:extLst>
                  <a:ext uri="{FF2B5EF4-FFF2-40B4-BE49-F238E27FC236}">
                    <a16:creationId xmlns:a16="http://schemas.microsoft.com/office/drawing/2014/main" id="{C23CB21B-9955-C4F3-E9DD-09DD29D071BA}"/>
                  </a:ext>
                </a:extLst>
              </p14:cNvPr>
              <p14:cNvContentPartPr/>
              <p14:nvPr/>
            </p14:nvContentPartPr>
            <p14:xfrm>
              <a:off x="1387222" y="4546976"/>
              <a:ext cx="920160" cy="30960"/>
            </p14:xfrm>
          </p:contentPart>
        </mc:Choice>
        <mc:Fallback>
          <p:pic>
            <p:nvPicPr>
              <p:cNvPr id="690" name="Ink 689">
                <a:extLst>
                  <a:ext uri="{FF2B5EF4-FFF2-40B4-BE49-F238E27FC236}">
                    <a16:creationId xmlns:a16="http://schemas.microsoft.com/office/drawing/2014/main" id="{C23CB21B-9955-C4F3-E9DD-09DD29D071BA}"/>
                  </a:ext>
                </a:extLst>
              </p:cNvPr>
              <p:cNvPicPr/>
              <p:nvPr/>
            </p:nvPicPr>
            <p:blipFill>
              <a:blip r:embed="rId1183"/>
              <a:stretch>
                <a:fillRect/>
              </a:stretch>
            </p:blipFill>
            <p:spPr>
              <a:xfrm>
                <a:off x="1378222" y="4538336"/>
                <a:ext cx="9378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4">
            <p14:nvContentPartPr>
              <p14:cNvPr id="691" name="Ink 690">
                <a:extLst>
                  <a:ext uri="{FF2B5EF4-FFF2-40B4-BE49-F238E27FC236}">
                    <a16:creationId xmlns:a16="http://schemas.microsoft.com/office/drawing/2014/main" id="{EBA581EB-B1FB-8F70-FEA2-7DB712CAD9E9}"/>
                  </a:ext>
                </a:extLst>
              </p14:cNvPr>
              <p14:cNvContentPartPr/>
              <p14:nvPr/>
            </p14:nvContentPartPr>
            <p14:xfrm>
              <a:off x="7193302" y="5119016"/>
              <a:ext cx="387720" cy="33480"/>
            </p14:xfrm>
          </p:contentPart>
        </mc:Choice>
        <mc:Fallback>
          <p:pic>
            <p:nvPicPr>
              <p:cNvPr id="691" name="Ink 690">
                <a:extLst>
                  <a:ext uri="{FF2B5EF4-FFF2-40B4-BE49-F238E27FC236}">
                    <a16:creationId xmlns:a16="http://schemas.microsoft.com/office/drawing/2014/main" id="{EBA581EB-B1FB-8F70-FEA2-7DB712CAD9E9}"/>
                  </a:ext>
                </a:extLst>
              </p:cNvPr>
              <p:cNvPicPr/>
              <p:nvPr/>
            </p:nvPicPr>
            <p:blipFill>
              <a:blip r:embed="rId1185"/>
              <a:stretch>
                <a:fillRect/>
              </a:stretch>
            </p:blipFill>
            <p:spPr>
              <a:xfrm>
                <a:off x="7184662" y="5110016"/>
                <a:ext cx="4053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6">
            <p14:nvContentPartPr>
              <p14:cNvPr id="692" name="Ink 691">
                <a:extLst>
                  <a:ext uri="{FF2B5EF4-FFF2-40B4-BE49-F238E27FC236}">
                    <a16:creationId xmlns:a16="http://schemas.microsoft.com/office/drawing/2014/main" id="{3095A920-6E21-F810-7F52-ADBF15BCE7E7}"/>
                  </a:ext>
                </a:extLst>
              </p14:cNvPr>
              <p14:cNvContentPartPr/>
              <p14:nvPr/>
            </p14:nvContentPartPr>
            <p14:xfrm>
              <a:off x="8954422" y="5119016"/>
              <a:ext cx="954720" cy="48600"/>
            </p14:xfrm>
          </p:contentPart>
        </mc:Choice>
        <mc:Fallback>
          <p:pic>
            <p:nvPicPr>
              <p:cNvPr id="692" name="Ink 691">
                <a:extLst>
                  <a:ext uri="{FF2B5EF4-FFF2-40B4-BE49-F238E27FC236}">
                    <a16:creationId xmlns:a16="http://schemas.microsoft.com/office/drawing/2014/main" id="{3095A920-6E21-F810-7F52-ADBF15BCE7E7}"/>
                  </a:ext>
                </a:extLst>
              </p:cNvPr>
              <p:cNvPicPr/>
              <p:nvPr/>
            </p:nvPicPr>
            <p:blipFill>
              <a:blip r:embed="rId1187"/>
              <a:stretch>
                <a:fillRect/>
              </a:stretch>
            </p:blipFill>
            <p:spPr>
              <a:xfrm>
                <a:off x="8945422" y="5110376"/>
                <a:ext cx="97236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8">
            <p14:nvContentPartPr>
              <p14:cNvPr id="693" name="Ink 692">
                <a:extLst>
                  <a:ext uri="{FF2B5EF4-FFF2-40B4-BE49-F238E27FC236}">
                    <a16:creationId xmlns:a16="http://schemas.microsoft.com/office/drawing/2014/main" id="{393C5907-9B21-77C8-615B-9C4171D92859}"/>
                  </a:ext>
                </a:extLst>
              </p14:cNvPr>
              <p14:cNvContentPartPr/>
              <p14:nvPr/>
            </p14:nvContentPartPr>
            <p14:xfrm>
              <a:off x="588742" y="764816"/>
              <a:ext cx="3233880" cy="97200"/>
            </p14:xfrm>
          </p:contentPart>
        </mc:Choice>
        <mc:Fallback>
          <p:pic>
            <p:nvPicPr>
              <p:cNvPr id="693" name="Ink 692">
                <a:extLst>
                  <a:ext uri="{FF2B5EF4-FFF2-40B4-BE49-F238E27FC236}">
                    <a16:creationId xmlns:a16="http://schemas.microsoft.com/office/drawing/2014/main" id="{393C5907-9B21-77C8-615B-9C4171D92859}"/>
                  </a:ext>
                </a:extLst>
              </p:cNvPr>
              <p:cNvPicPr/>
              <p:nvPr/>
            </p:nvPicPr>
            <p:blipFill>
              <a:blip r:embed="rId1189"/>
              <a:stretch>
                <a:fillRect/>
              </a:stretch>
            </p:blipFill>
            <p:spPr>
              <a:xfrm>
                <a:off x="580102" y="755816"/>
                <a:ext cx="3251520" cy="11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219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I: odd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22960" y="2560320"/>
            <a:ext cx="1014948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integer: M/2=(N-1)/2.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No zero at z=1 or z=-1 is forced by symmetry alone.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realize low-pass, high-pass, band-pass, band-stop, and many other real linear-phase responses.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80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647" y="1459339"/>
            <a:ext cx="7642426" cy="55568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31F352B-E943-9BCE-43C5-976973D053AB}"/>
              </a:ext>
            </a:extLst>
          </p:cNvPr>
          <p:cNvGrpSpPr/>
          <p:nvPr/>
        </p:nvGrpSpPr>
        <p:grpSpPr>
          <a:xfrm>
            <a:off x="983302" y="3910136"/>
            <a:ext cx="452520" cy="234720"/>
            <a:chOff x="983302" y="3910136"/>
            <a:chExt cx="45252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76C2808-A948-1419-25F8-B04FAB8DE3D5}"/>
                    </a:ext>
                  </a:extLst>
                </p14:cNvPr>
                <p14:cNvContentPartPr/>
                <p14:nvPr/>
              </p14:nvContentPartPr>
              <p14:xfrm>
                <a:off x="983302" y="3910136"/>
                <a:ext cx="268920" cy="234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76C2808-A948-1419-25F8-B04FAB8DE3D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4662" y="3901496"/>
                  <a:ext cx="2865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CA12F9B-79F6-7180-4F11-8CF81F0D6F1E}"/>
                    </a:ext>
                  </a:extLst>
                </p14:cNvPr>
                <p14:cNvContentPartPr/>
                <p14:nvPr/>
              </p14:nvContentPartPr>
              <p14:xfrm>
                <a:off x="1386862" y="3968816"/>
                <a:ext cx="22320" cy="2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CA12F9B-79F6-7180-4F11-8CF81F0D6F1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77862" y="3959816"/>
                  <a:ext cx="39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F2E8A23-4075-CF91-D80D-80F2C7B06684}"/>
                    </a:ext>
                  </a:extLst>
                </p14:cNvPr>
                <p14:cNvContentPartPr/>
                <p14:nvPr/>
              </p14:nvContentPartPr>
              <p14:xfrm>
                <a:off x="1428982" y="4072136"/>
                <a:ext cx="6840" cy="16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F2E8A23-4075-CF91-D80D-80F2C7B066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9982" y="4063136"/>
                  <a:ext cx="244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9C03C07-2212-5BE7-BB6A-B5B4A0C8B943}"/>
              </a:ext>
            </a:extLst>
          </p:cNvPr>
          <p:cNvGrpSpPr/>
          <p:nvPr/>
        </p:nvGrpSpPr>
        <p:grpSpPr>
          <a:xfrm>
            <a:off x="1694302" y="3841016"/>
            <a:ext cx="784800" cy="358560"/>
            <a:chOff x="1694302" y="3841016"/>
            <a:chExt cx="78480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D1F2968-4397-0875-6067-35EC7157E7EE}"/>
                    </a:ext>
                  </a:extLst>
                </p14:cNvPr>
                <p14:cNvContentPartPr/>
                <p14:nvPr/>
              </p14:nvContentPartPr>
              <p14:xfrm>
                <a:off x="1694302" y="3847856"/>
                <a:ext cx="114120" cy="351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D1F2968-4397-0875-6067-35EC7157E7E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5302" y="3839216"/>
                  <a:ext cx="1317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8004DCD-01A0-638C-08A9-8170D44B95D8}"/>
                    </a:ext>
                  </a:extLst>
                </p14:cNvPr>
                <p14:cNvContentPartPr/>
                <p14:nvPr/>
              </p14:nvContentPartPr>
              <p14:xfrm>
                <a:off x="1701502" y="4076456"/>
                <a:ext cx="122400" cy="22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8004DCD-01A0-638C-08A9-8170D44B95D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92502" y="4067816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D668C4-B43C-42E4-C001-0637B11FC82C}"/>
                    </a:ext>
                  </a:extLst>
                </p14:cNvPr>
                <p14:cNvContentPartPr/>
                <p14:nvPr/>
              </p14:nvContentPartPr>
              <p14:xfrm>
                <a:off x="1892302" y="4013456"/>
                <a:ext cx="33840" cy="87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D668C4-B43C-42E4-C001-0637B11FC8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83662" y="4004816"/>
                  <a:ext cx="51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42F041-3898-B939-2695-5B83B82982C4}"/>
                    </a:ext>
                  </a:extLst>
                </p14:cNvPr>
                <p14:cNvContentPartPr/>
                <p14:nvPr/>
              </p14:nvContentPartPr>
              <p14:xfrm>
                <a:off x="1876462" y="3928496"/>
                <a:ext cx="684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42F041-3898-B939-2695-5B83B82982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67822" y="3919856"/>
                  <a:ext cx="24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4B543A2-18BA-50F8-57F4-75AA1144974F}"/>
                    </a:ext>
                  </a:extLst>
                </p14:cNvPr>
                <p14:cNvContentPartPr/>
                <p14:nvPr/>
              </p14:nvContentPartPr>
              <p14:xfrm>
                <a:off x="1972582" y="3841016"/>
                <a:ext cx="148320" cy="258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4B543A2-18BA-50F8-57F4-75AA114497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963942" y="3832376"/>
                  <a:ext cx="1659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7E99EA-1DAD-5966-D852-C01198D5BB0B}"/>
                    </a:ext>
                  </a:extLst>
                </p14:cNvPr>
                <p14:cNvContentPartPr/>
                <p14:nvPr/>
              </p14:nvContentPartPr>
              <p14:xfrm>
                <a:off x="2144302" y="3853976"/>
                <a:ext cx="73800" cy="226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7E99EA-1DAD-5966-D852-C01198D5BB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35302" y="3845336"/>
                  <a:ext cx="914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6F387E-B6C6-1E1D-BF48-304AD3E740C1}"/>
                    </a:ext>
                  </a:extLst>
                </p14:cNvPr>
                <p14:cNvContentPartPr/>
                <p14:nvPr/>
              </p14:nvContentPartPr>
              <p14:xfrm>
                <a:off x="2131702" y="3956936"/>
                <a:ext cx="347400" cy="127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6F387E-B6C6-1E1D-BF48-304AD3E740C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22702" y="3947936"/>
                  <a:ext cx="36504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14FFA86-901B-C289-A82C-9F03CA82CC50}"/>
              </a:ext>
            </a:extLst>
          </p:cNvPr>
          <p:cNvGrpSpPr/>
          <p:nvPr/>
        </p:nvGrpSpPr>
        <p:grpSpPr>
          <a:xfrm>
            <a:off x="2736862" y="3793136"/>
            <a:ext cx="685800" cy="273960"/>
            <a:chOff x="2736862" y="3793136"/>
            <a:chExt cx="68580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B9E66F-94F1-3A71-9408-470E0D40140C}"/>
                    </a:ext>
                  </a:extLst>
                </p14:cNvPr>
                <p14:cNvContentPartPr/>
                <p14:nvPr/>
              </p14:nvContentPartPr>
              <p14:xfrm>
                <a:off x="2736862" y="3955136"/>
                <a:ext cx="87840" cy="111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B9E66F-94F1-3A71-9408-470E0D40140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28222" y="3946136"/>
                  <a:ext cx="105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5DFD838-3787-7F64-550B-7FC042CD3947}"/>
                    </a:ext>
                  </a:extLst>
                </p14:cNvPr>
                <p14:cNvContentPartPr/>
                <p14:nvPr/>
              </p14:nvContentPartPr>
              <p14:xfrm>
                <a:off x="2880862" y="3928496"/>
                <a:ext cx="72720" cy="123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5DFD838-3787-7F64-550B-7FC042CD39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71862" y="3919496"/>
                  <a:ext cx="90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64D0BB-5B87-7A1A-18FC-E17409261C78}"/>
                    </a:ext>
                  </a:extLst>
                </p14:cNvPr>
                <p14:cNvContentPartPr/>
                <p14:nvPr/>
              </p14:nvContentPartPr>
              <p14:xfrm>
                <a:off x="3044302" y="3793136"/>
                <a:ext cx="136800" cy="252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64D0BB-5B87-7A1A-18FC-E17409261C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35662" y="3784136"/>
                  <a:ext cx="1544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A307C8-6E60-B2A0-CC6F-E895A0A5A144}"/>
                    </a:ext>
                  </a:extLst>
                </p14:cNvPr>
                <p14:cNvContentPartPr/>
                <p14:nvPr/>
              </p14:nvContentPartPr>
              <p14:xfrm>
                <a:off x="3200182" y="3901136"/>
                <a:ext cx="222480" cy="122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A307C8-6E60-B2A0-CC6F-E895A0A5A14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91542" y="3892496"/>
                  <a:ext cx="2401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BAC9EC-42F5-68E8-E179-0404FBF48564}"/>
              </a:ext>
            </a:extLst>
          </p:cNvPr>
          <p:cNvGrpSpPr/>
          <p:nvPr/>
        </p:nvGrpSpPr>
        <p:grpSpPr>
          <a:xfrm>
            <a:off x="1027942" y="4529696"/>
            <a:ext cx="1302120" cy="266760"/>
            <a:chOff x="1027942" y="4529696"/>
            <a:chExt cx="130212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304ADB-4D6A-6937-3E35-088144CB72D0}"/>
                    </a:ext>
                  </a:extLst>
                </p14:cNvPr>
                <p14:cNvContentPartPr/>
                <p14:nvPr/>
              </p14:nvContentPartPr>
              <p14:xfrm>
                <a:off x="1027942" y="4529696"/>
                <a:ext cx="284760" cy="266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304ADB-4D6A-6937-3E35-088144CB72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8942" y="4521056"/>
                  <a:ext cx="3024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62FF85-99D3-65A0-EFAF-3C2A9EEF908E}"/>
                    </a:ext>
                  </a:extLst>
                </p14:cNvPr>
                <p14:cNvContentPartPr/>
                <p14:nvPr/>
              </p14:nvContentPartPr>
              <p14:xfrm>
                <a:off x="1456702" y="4635536"/>
                <a:ext cx="90360" cy="5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62FF85-99D3-65A0-EFAF-3C2A9EEF90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48062" y="4626536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4152F0-AABB-5EA7-EF49-37BB7AE1328F}"/>
                    </a:ext>
                  </a:extLst>
                </p14:cNvPr>
                <p14:cNvContentPartPr/>
                <p14:nvPr/>
              </p14:nvContentPartPr>
              <p14:xfrm>
                <a:off x="1445902" y="4570736"/>
                <a:ext cx="96120" cy="22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4152F0-AABB-5EA7-EF49-37BB7AE1328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36902" y="4562096"/>
                  <a:ext cx="11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B3C091C-FDC7-3F0A-50F6-6A228E7A9885}"/>
                    </a:ext>
                  </a:extLst>
                </p14:cNvPr>
                <p14:cNvContentPartPr/>
                <p14:nvPr/>
              </p14:nvContentPartPr>
              <p14:xfrm>
                <a:off x="1695382" y="4541576"/>
                <a:ext cx="271800" cy="206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B3C091C-FDC7-3F0A-50F6-6A228E7A988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86382" y="4532576"/>
                  <a:ext cx="289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267D3D9-27BA-3EFF-2A14-25A1683C9D73}"/>
                    </a:ext>
                  </a:extLst>
                </p14:cNvPr>
                <p14:cNvContentPartPr/>
                <p14:nvPr/>
              </p14:nvContentPartPr>
              <p14:xfrm>
                <a:off x="2067982" y="4619696"/>
                <a:ext cx="44280" cy="136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267D3D9-27BA-3EFF-2A14-25A1683C9D7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58982" y="4610696"/>
                  <a:ext cx="61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1B87C57-E90D-8CAD-0D9A-6ACBDEF3A292}"/>
                    </a:ext>
                  </a:extLst>
                </p14:cNvPr>
                <p14:cNvContentPartPr/>
                <p14:nvPr/>
              </p14:nvContentPartPr>
              <p14:xfrm>
                <a:off x="2015062" y="4667216"/>
                <a:ext cx="143280" cy="1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1B87C57-E90D-8CAD-0D9A-6ACBDEF3A2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06422" y="4658216"/>
                  <a:ext cx="1609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0DCE8E-C4CE-48CE-B78B-82A764E715AE}"/>
                    </a:ext>
                  </a:extLst>
                </p14:cNvPr>
                <p14:cNvContentPartPr/>
                <p14:nvPr/>
              </p14:nvContentPartPr>
              <p14:xfrm>
                <a:off x="2275342" y="4571816"/>
                <a:ext cx="54720" cy="142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0DCE8E-C4CE-48CE-B78B-82A764E715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66342" y="4563176"/>
                  <a:ext cx="723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02E2D6B-0A2A-A36D-A764-7CB4366DE936}"/>
              </a:ext>
            </a:extLst>
          </p:cNvPr>
          <p:cNvGrpSpPr/>
          <p:nvPr/>
        </p:nvGrpSpPr>
        <p:grpSpPr>
          <a:xfrm>
            <a:off x="2790862" y="4477856"/>
            <a:ext cx="811800" cy="274680"/>
            <a:chOff x="2790862" y="4477856"/>
            <a:chExt cx="81180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7688AB1-1FD5-A5FB-2967-6BF296D05447}"/>
                    </a:ext>
                  </a:extLst>
                </p14:cNvPr>
                <p14:cNvContentPartPr/>
                <p14:nvPr/>
              </p14:nvContentPartPr>
              <p14:xfrm>
                <a:off x="2827942" y="4676936"/>
                <a:ext cx="37080" cy="75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7688AB1-1FD5-A5FB-2967-6BF296D054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18942" y="4668296"/>
                  <a:ext cx="54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3585C7-9C3F-67A8-CEB4-DBC5A2D54E34}"/>
                    </a:ext>
                  </a:extLst>
                </p14:cNvPr>
                <p14:cNvContentPartPr/>
                <p14:nvPr/>
              </p14:nvContentPartPr>
              <p14:xfrm>
                <a:off x="2790862" y="4523936"/>
                <a:ext cx="14760" cy="14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3585C7-9C3F-67A8-CEB4-DBC5A2D54E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82222" y="4515296"/>
                  <a:ext cx="32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DE75745-82A9-9D4A-1520-AA9C1AE644D3}"/>
                    </a:ext>
                  </a:extLst>
                </p14:cNvPr>
                <p14:cNvContentPartPr/>
                <p14:nvPr/>
              </p14:nvContentPartPr>
              <p14:xfrm>
                <a:off x="2893102" y="4615376"/>
                <a:ext cx="101520" cy="132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DE75745-82A9-9D4A-1520-AA9C1AE644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4462" y="4606376"/>
                  <a:ext cx="119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6CADA1-B0E5-D1B0-4202-98B864840041}"/>
                    </a:ext>
                  </a:extLst>
                </p14:cNvPr>
                <p14:cNvContentPartPr/>
                <p14:nvPr/>
              </p14:nvContentPartPr>
              <p14:xfrm>
                <a:off x="3152302" y="4477856"/>
                <a:ext cx="114480" cy="250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6CADA1-B0E5-D1B0-4202-98B86484004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43662" y="4468856"/>
                  <a:ext cx="132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480F15F-642C-3BD1-5E0D-C484B447BA7D}"/>
                    </a:ext>
                  </a:extLst>
                </p14:cNvPr>
                <p14:cNvContentPartPr/>
                <p14:nvPr/>
              </p14:nvContentPartPr>
              <p14:xfrm>
                <a:off x="3136462" y="4621856"/>
                <a:ext cx="117360" cy="3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480F15F-642C-3BD1-5E0D-C484B447BA7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127462" y="4612856"/>
                  <a:ext cx="135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25FA4BB-75EC-3DB1-EEE6-D17AC52B6E90}"/>
                    </a:ext>
                  </a:extLst>
                </p14:cNvPr>
                <p14:cNvContentPartPr/>
                <p14:nvPr/>
              </p14:nvContentPartPr>
              <p14:xfrm>
                <a:off x="3248062" y="4481456"/>
                <a:ext cx="223560" cy="244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25FA4BB-75EC-3DB1-EEE6-D17AC52B6E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39422" y="4472456"/>
                  <a:ext cx="2412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60227A1-7D9F-FF97-8C23-E2BEFCADA986}"/>
                    </a:ext>
                  </a:extLst>
                </p14:cNvPr>
                <p14:cNvContentPartPr/>
                <p14:nvPr/>
              </p14:nvContentPartPr>
              <p14:xfrm>
                <a:off x="3476662" y="4608896"/>
                <a:ext cx="126000" cy="129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60227A1-7D9F-FF97-8C23-E2BEFCADA9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67662" y="4599896"/>
                  <a:ext cx="1436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42B6CDE-B79F-47B6-6202-C4824FAF895E}"/>
              </a:ext>
            </a:extLst>
          </p:cNvPr>
          <p:cNvGrpSpPr/>
          <p:nvPr/>
        </p:nvGrpSpPr>
        <p:grpSpPr>
          <a:xfrm>
            <a:off x="3785182" y="4518536"/>
            <a:ext cx="982800" cy="192240"/>
            <a:chOff x="3785182" y="4518536"/>
            <a:chExt cx="98280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DAFB75A-0C54-5BE5-3B42-BF52D556C3E5}"/>
                    </a:ext>
                  </a:extLst>
                </p14:cNvPr>
                <p14:cNvContentPartPr/>
                <p14:nvPr/>
              </p14:nvContentPartPr>
              <p14:xfrm>
                <a:off x="3785182" y="4619696"/>
                <a:ext cx="158040" cy="86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DAFB75A-0C54-5BE5-3B42-BF52D556C3E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76182" y="4610696"/>
                  <a:ext cx="175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CC54353-BF6D-68E6-52FB-E0420D98CF4B}"/>
                    </a:ext>
                  </a:extLst>
                </p14:cNvPr>
                <p14:cNvContentPartPr/>
                <p14:nvPr/>
              </p14:nvContentPartPr>
              <p14:xfrm>
                <a:off x="3960502" y="4619696"/>
                <a:ext cx="412920" cy="87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CC54353-BF6D-68E6-52FB-E0420D98CF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51502" y="4610696"/>
                  <a:ext cx="430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648811-985D-CEAF-B56D-40E888B91746}"/>
                    </a:ext>
                  </a:extLst>
                </p14:cNvPr>
                <p14:cNvContentPartPr/>
                <p14:nvPr/>
              </p14:nvContentPartPr>
              <p14:xfrm>
                <a:off x="4387822" y="4518536"/>
                <a:ext cx="380160" cy="192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648811-985D-CEAF-B56D-40E888B917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78822" y="4509896"/>
                  <a:ext cx="3978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50DF9C6-8EF2-FE23-9AEE-595B2FBEAC24}"/>
              </a:ext>
            </a:extLst>
          </p:cNvPr>
          <p:cNvGrpSpPr/>
          <p:nvPr/>
        </p:nvGrpSpPr>
        <p:grpSpPr>
          <a:xfrm>
            <a:off x="5098102" y="4414136"/>
            <a:ext cx="324720" cy="411480"/>
            <a:chOff x="5098102" y="4414136"/>
            <a:chExt cx="324720" cy="4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48A329C-868B-ACD6-F355-E283F460DE73}"/>
                    </a:ext>
                  </a:extLst>
                </p14:cNvPr>
                <p14:cNvContentPartPr/>
                <p14:nvPr/>
              </p14:nvContentPartPr>
              <p14:xfrm>
                <a:off x="5098102" y="4620056"/>
                <a:ext cx="101520" cy="75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48A329C-868B-ACD6-F355-E283F460DE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89102" y="4611056"/>
                  <a:ext cx="119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E276A1-A253-9511-E1AD-BD0EDFEB5310}"/>
                    </a:ext>
                  </a:extLst>
                </p14:cNvPr>
                <p14:cNvContentPartPr/>
                <p14:nvPr/>
              </p14:nvContentPartPr>
              <p14:xfrm>
                <a:off x="5288902" y="4414136"/>
                <a:ext cx="133920" cy="411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E276A1-A253-9511-E1AD-BD0EDFEB531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80262" y="4405496"/>
                  <a:ext cx="1515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262ED24-1FA3-0DED-6B1F-45274EF2ADB2}"/>
                    </a:ext>
                  </a:extLst>
                </p14:cNvPr>
                <p14:cNvContentPartPr/>
                <p14:nvPr/>
              </p14:nvContentPartPr>
              <p14:xfrm>
                <a:off x="5245702" y="4683776"/>
                <a:ext cx="92160" cy="37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262ED24-1FA3-0DED-6B1F-45274EF2AD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36702" y="4675136"/>
                  <a:ext cx="1098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D5D851-D7AE-9AB2-A366-903EEC288075}"/>
              </a:ext>
            </a:extLst>
          </p:cNvPr>
          <p:cNvGrpSpPr/>
          <p:nvPr/>
        </p:nvGrpSpPr>
        <p:grpSpPr>
          <a:xfrm>
            <a:off x="5734582" y="4415936"/>
            <a:ext cx="713520" cy="381600"/>
            <a:chOff x="5734582" y="4415936"/>
            <a:chExt cx="71352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68629E-D769-C763-764B-A517FC672E3C}"/>
                    </a:ext>
                  </a:extLst>
                </p14:cNvPr>
                <p14:cNvContentPartPr/>
                <p14:nvPr/>
              </p14:nvContentPartPr>
              <p14:xfrm>
                <a:off x="5734582" y="4415936"/>
                <a:ext cx="112680" cy="381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68629E-D769-C763-764B-A517FC672E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25582" y="4406936"/>
                  <a:ext cx="1303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1ABA3F-0415-587E-B788-02836C6538B1}"/>
                    </a:ext>
                  </a:extLst>
                </p14:cNvPr>
                <p14:cNvContentPartPr/>
                <p14:nvPr/>
              </p14:nvContentPartPr>
              <p14:xfrm>
                <a:off x="5778502" y="4658576"/>
                <a:ext cx="122400" cy="51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1ABA3F-0415-587E-B788-02836C6538B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69862" y="4649936"/>
                  <a:ext cx="140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9F3071-3CCC-E68B-BBD1-CE403557287F}"/>
                    </a:ext>
                  </a:extLst>
                </p14:cNvPr>
                <p14:cNvContentPartPr/>
                <p14:nvPr/>
              </p14:nvContentPartPr>
              <p14:xfrm>
                <a:off x="5867422" y="4529336"/>
                <a:ext cx="7200" cy="1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9F3071-3CCC-E68B-BBD1-CE403557287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858422" y="4520336"/>
                  <a:ext cx="24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5DB3A4-0CCF-1261-95B0-2F859566AE91}"/>
                    </a:ext>
                  </a:extLst>
                </p14:cNvPr>
                <p14:cNvContentPartPr/>
                <p14:nvPr/>
              </p14:nvContentPartPr>
              <p14:xfrm>
                <a:off x="5980102" y="4423136"/>
                <a:ext cx="133200" cy="29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5DB3A4-0CCF-1261-95B0-2F859566AE9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71462" y="4414496"/>
                  <a:ext cx="150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FCA86CF-1D25-2897-E011-FFF6C31899F6}"/>
                    </a:ext>
                  </a:extLst>
                </p14:cNvPr>
                <p14:cNvContentPartPr/>
                <p14:nvPr/>
              </p14:nvContentPartPr>
              <p14:xfrm>
                <a:off x="6126262" y="4438976"/>
                <a:ext cx="61920" cy="220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FCA86CF-1D25-2897-E011-FFF6C31899F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17622" y="4429976"/>
                  <a:ext cx="79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4898D12-5ADD-D404-730D-DCEF430FF4B4}"/>
                    </a:ext>
                  </a:extLst>
                </p14:cNvPr>
                <p14:cNvContentPartPr/>
                <p14:nvPr/>
              </p14:nvContentPartPr>
              <p14:xfrm>
                <a:off x="6113662" y="4550576"/>
                <a:ext cx="334440" cy="165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4898D12-5ADD-D404-730D-DCEF430FF4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104662" y="4541936"/>
                  <a:ext cx="35208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1448F38-0275-379D-A8C6-BE74795A807A}"/>
              </a:ext>
            </a:extLst>
          </p:cNvPr>
          <p:cNvGrpSpPr/>
          <p:nvPr/>
        </p:nvGrpSpPr>
        <p:grpSpPr>
          <a:xfrm>
            <a:off x="6682462" y="4460216"/>
            <a:ext cx="601200" cy="327600"/>
            <a:chOff x="6682462" y="4460216"/>
            <a:chExt cx="60120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2353045-E057-E3C7-3D5C-48296BEC8038}"/>
                    </a:ext>
                  </a:extLst>
                </p14:cNvPr>
                <p14:cNvContentPartPr/>
                <p14:nvPr/>
              </p14:nvContentPartPr>
              <p14:xfrm>
                <a:off x="6687862" y="4460216"/>
                <a:ext cx="98640" cy="234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2353045-E057-E3C7-3D5C-48296BEC803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678862" y="4451216"/>
                  <a:ext cx="116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5D359D5-E236-1730-C81F-10748E2B1474}"/>
                    </a:ext>
                  </a:extLst>
                </p14:cNvPr>
                <p14:cNvContentPartPr/>
                <p14:nvPr/>
              </p14:nvContentPartPr>
              <p14:xfrm>
                <a:off x="6682462" y="4581896"/>
                <a:ext cx="122760" cy="16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5D359D5-E236-1730-C81F-10748E2B147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673462" y="4572896"/>
                  <a:ext cx="140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66FC620-3512-467C-AE1F-DD6443DD4B7A}"/>
                    </a:ext>
                  </a:extLst>
                </p14:cNvPr>
                <p14:cNvContentPartPr/>
                <p14:nvPr/>
              </p14:nvContentPartPr>
              <p14:xfrm>
                <a:off x="6861022" y="4543736"/>
                <a:ext cx="128160" cy="140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66FC620-3512-467C-AE1F-DD6443DD4B7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52382" y="4535096"/>
                  <a:ext cx="145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4FEDAE-AA7A-A65A-73A0-4298092FD5A0}"/>
                    </a:ext>
                  </a:extLst>
                </p14:cNvPr>
                <p14:cNvContentPartPr/>
                <p14:nvPr/>
              </p14:nvContentPartPr>
              <p14:xfrm>
                <a:off x="7038862" y="4553096"/>
                <a:ext cx="59400" cy="234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4FEDAE-AA7A-A65A-73A0-4298092FD5A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30222" y="4544096"/>
                  <a:ext cx="770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D7E1758-E8C3-54E0-0F04-F2F9F7F0F984}"/>
                    </a:ext>
                  </a:extLst>
                </p14:cNvPr>
                <p14:cNvContentPartPr/>
                <p14:nvPr/>
              </p14:nvContentPartPr>
              <p14:xfrm>
                <a:off x="7189702" y="4502696"/>
                <a:ext cx="93960" cy="180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D7E1758-E8C3-54E0-0F04-F2F9F7F0F98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180702" y="4493696"/>
                  <a:ext cx="111600" cy="19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2F4D894-988F-02FB-8A1F-4841B75E3F5B}"/>
              </a:ext>
            </a:extLst>
          </p:cNvPr>
          <p:cNvGrpSpPr/>
          <p:nvPr/>
        </p:nvGrpSpPr>
        <p:grpSpPr>
          <a:xfrm>
            <a:off x="2309542" y="2249816"/>
            <a:ext cx="1037880" cy="188640"/>
            <a:chOff x="2309542" y="2249816"/>
            <a:chExt cx="103788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0BEDE6F-8681-9F4A-941E-AF4AB504BA06}"/>
                    </a:ext>
                  </a:extLst>
                </p14:cNvPr>
                <p14:cNvContentPartPr/>
                <p14:nvPr/>
              </p14:nvContentPartPr>
              <p14:xfrm>
                <a:off x="2309542" y="2249816"/>
                <a:ext cx="216720" cy="188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0BEDE6F-8681-9F4A-941E-AF4AB504BA0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00542" y="2241176"/>
                  <a:ext cx="234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A91C27-4E78-A028-1A09-5905412D063E}"/>
                    </a:ext>
                  </a:extLst>
                </p14:cNvPr>
                <p14:cNvContentPartPr/>
                <p14:nvPr/>
              </p14:nvContentPartPr>
              <p14:xfrm>
                <a:off x="2684662" y="2330816"/>
                <a:ext cx="193680" cy="99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A91C27-4E78-A028-1A09-5905412D06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75662" y="2321816"/>
                  <a:ext cx="2113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1A52AB3-9555-52C7-568D-C5A56D81C57D}"/>
                    </a:ext>
                  </a:extLst>
                </p14:cNvPr>
                <p14:cNvContentPartPr/>
                <p14:nvPr/>
              </p14:nvContentPartPr>
              <p14:xfrm>
                <a:off x="2838742" y="2306336"/>
                <a:ext cx="107640" cy="102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1A52AB3-9555-52C7-568D-C5A56D81C5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829742" y="2297336"/>
                  <a:ext cx="125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DE6ECE-F0C6-35D4-8B5A-462885B99944}"/>
                    </a:ext>
                  </a:extLst>
                </p14:cNvPr>
                <p14:cNvContentPartPr/>
                <p14:nvPr/>
              </p14:nvContentPartPr>
              <p14:xfrm>
                <a:off x="2997502" y="2296976"/>
                <a:ext cx="349920" cy="113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DE6ECE-F0C6-35D4-8B5A-462885B9994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988502" y="2288336"/>
                  <a:ext cx="3675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9B0B4FE-0A91-6721-3FDD-5C4E6CE64D6F}"/>
              </a:ext>
            </a:extLst>
          </p:cNvPr>
          <p:cNvGrpSpPr/>
          <p:nvPr/>
        </p:nvGrpSpPr>
        <p:grpSpPr>
          <a:xfrm>
            <a:off x="6520822" y="2174216"/>
            <a:ext cx="1564200" cy="411120"/>
            <a:chOff x="6520822" y="2174216"/>
            <a:chExt cx="1564200" cy="41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B2AFC67-345A-C330-B816-0BD6887C6840}"/>
                    </a:ext>
                  </a:extLst>
                </p14:cNvPr>
                <p14:cNvContentPartPr/>
                <p14:nvPr/>
              </p14:nvContentPartPr>
              <p14:xfrm>
                <a:off x="6520822" y="2276816"/>
                <a:ext cx="105840" cy="117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B2AFC67-345A-C330-B816-0BD6887C68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11822" y="2268176"/>
                  <a:ext cx="123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F32DAF7-CDE0-4793-160A-D0C5F0085ED2}"/>
                    </a:ext>
                  </a:extLst>
                </p14:cNvPr>
                <p14:cNvContentPartPr/>
                <p14:nvPr/>
              </p14:nvContentPartPr>
              <p14:xfrm>
                <a:off x="6724942" y="2332976"/>
                <a:ext cx="160560" cy="252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F32DAF7-CDE0-4793-160A-D0C5F0085E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716302" y="2323976"/>
                  <a:ext cx="178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754A69D-EEA4-92D9-23AA-64F56A730EDD}"/>
                    </a:ext>
                  </a:extLst>
                </p14:cNvPr>
                <p14:cNvContentPartPr/>
                <p14:nvPr/>
              </p14:nvContentPartPr>
              <p14:xfrm>
                <a:off x="6932302" y="2340536"/>
                <a:ext cx="239040" cy="67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754A69D-EEA4-92D9-23AA-64F56A730E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23302" y="2331896"/>
                  <a:ext cx="256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EA26FD-419F-7F49-90BD-234F8845187D}"/>
                    </a:ext>
                  </a:extLst>
                </p14:cNvPr>
                <p14:cNvContentPartPr/>
                <p14:nvPr/>
              </p14:nvContentPartPr>
              <p14:xfrm>
                <a:off x="7203382" y="2345936"/>
                <a:ext cx="184680" cy="56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EA26FD-419F-7F49-90BD-234F884518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94382" y="2337296"/>
                  <a:ext cx="202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1A3216-4C4B-A748-C475-E89B43A9B103}"/>
                    </a:ext>
                  </a:extLst>
                </p14:cNvPr>
                <p14:cNvContentPartPr/>
                <p14:nvPr/>
              </p14:nvContentPartPr>
              <p14:xfrm>
                <a:off x="7463302" y="2296976"/>
                <a:ext cx="120960" cy="102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1A3216-4C4B-A748-C475-E89B43A9B10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54302" y="2288336"/>
                  <a:ext cx="138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399C166-4FF8-E305-7AA6-BC1696A245D6}"/>
                    </a:ext>
                  </a:extLst>
                </p14:cNvPr>
                <p14:cNvContentPartPr/>
                <p14:nvPr/>
              </p14:nvContentPartPr>
              <p14:xfrm>
                <a:off x="7586062" y="2190056"/>
                <a:ext cx="50040" cy="184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399C166-4FF8-E305-7AA6-BC1696A245D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77422" y="2181416"/>
                  <a:ext cx="67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51B441D-63DE-A970-1749-7F5B69A4BAEE}"/>
                    </a:ext>
                  </a:extLst>
                </p14:cNvPr>
                <p14:cNvContentPartPr/>
                <p14:nvPr/>
              </p14:nvContentPartPr>
              <p14:xfrm>
                <a:off x="7533502" y="2298776"/>
                <a:ext cx="117000" cy="19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51B441D-63DE-A970-1749-7F5B69A4BA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524502" y="2290136"/>
                  <a:ext cx="134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D646B9B-0CB7-939A-D79A-1E47B017F0E9}"/>
                    </a:ext>
                  </a:extLst>
                </p14:cNvPr>
                <p14:cNvContentPartPr/>
                <p14:nvPr/>
              </p14:nvContentPartPr>
              <p14:xfrm>
                <a:off x="7681102" y="2268536"/>
                <a:ext cx="79920" cy="88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D646B9B-0CB7-939A-D79A-1E47B017F0E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72462" y="2259896"/>
                  <a:ext cx="97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635735C-7647-E1CD-CE41-E9223F6D8191}"/>
                    </a:ext>
                  </a:extLst>
                </p14:cNvPr>
                <p14:cNvContentPartPr/>
                <p14:nvPr/>
              </p14:nvContentPartPr>
              <p14:xfrm>
                <a:off x="7844542" y="2339096"/>
                <a:ext cx="15120" cy="63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635735C-7647-E1CD-CE41-E9223F6D81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835542" y="2330096"/>
                  <a:ext cx="327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BF447F-7D28-3D0B-7265-3E627249EA3F}"/>
                    </a:ext>
                  </a:extLst>
                </p14:cNvPr>
                <p14:cNvContentPartPr/>
                <p14:nvPr/>
              </p14:nvContentPartPr>
              <p14:xfrm>
                <a:off x="7788022" y="2174216"/>
                <a:ext cx="47520" cy="40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BF447F-7D28-3D0B-7265-3E627249EA3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79382" y="2165216"/>
                  <a:ext cx="65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0CF8324-02C4-CAAB-D9EF-8362FEF79380}"/>
                    </a:ext>
                  </a:extLst>
                </p14:cNvPr>
                <p14:cNvContentPartPr/>
                <p14:nvPr/>
              </p14:nvContentPartPr>
              <p14:xfrm>
                <a:off x="7957222" y="2287256"/>
                <a:ext cx="127800" cy="127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0CF8324-02C4-CAAB-D9EF-8362FEF793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948222" y="2278256"/>
                  <a:ext cx="14544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852FF4A-2DE3-A500-71E7-82F34B2BF4B7}"/>
                  </a:ext>
                </a:extLst>
              </p14:cNvPr>
              <p14:cNvContentPartPr/>
              <p14:nvPr/>
            </p14:nvContentPartPr>
            <p14:xfrm>
              <a:off x="485422" y="1062896"/>
              <a:ext cx="766800" cy="644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852FF4A-2DE3-A500-71E7-82F34B2BF4B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76422" y="1054256"/>
                <a:ext cx="784440" cy="8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II: even length, 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14400" y="2514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703320"/>
            <a:ext cx="1024092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is half-integer.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Because gain must vanish at Nyquist, a Type II filter cannot realize a high-pass response with nonzero H(e^(jπ)).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88" descr="eq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39" y="1459339"/>
            <a:ext cx="7996041" cy="555681"/>
          </a:xfrm>
          <a:prstGeom prst="rect">
            <a:avLst/>
          </a:prstGeom>
        </p:spPr>
      </p:pic>
      <p:pic>
        <p:nvPicPr>
          <p:cNvPr id="90" name="Picture 89" descr="eq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0243" y="2607826"/>
            <a:ext cx="8889233" cy="59042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BD46F9-B926-3228-4683-9534F2A4A903}"/>
              </a:ext>
            </a:extLst>
          </p:cNvPr>
          <p:cNvGrpSpPr/>
          <p:nvPr/>
        </p:nvGrpSpPr>
        <p:grpSpPr>
          <a:xfrm>
            <a:off x="2181022" y="2177096"/>
            <a:ext cx="945360" cy="226800"/>
            <a:chOff x="2181022" y="2177096"/>
            <a:chExt cx="94536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0CB5B2C-7442-A34E-B22F-97735C16CACB}"/>
                    </a:ext>
                  </a:extLst>
                </p14:cNvPr>
                <p14:cNvContentPartPr/>
                <p14:nvPr/>
              </p14:nvContentPartPr>
              <p14:xfrm>
                <a:off x="2181022" y="2177096"/>
                <a:ext cx="283680" cy="2239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0CB5B2C-7442-A34E-B22F-97735C16CA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72382" y="2168456"/>
                  <a:ext cx="301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8F00ACD-4913-4C9A-2CD2-1C9130F0DF8B}"/>
                    </a:ext>
                  </a:extLst>
                </p14:cNvPr>
                <p14:cNvContentPartPr/>
                <p14:nvPr/>
              </p14:nvContentPartPr>
              <p14:xfrm>
                <a:off x="2599702" y="2307056"/>
                <a:ext cx="114120" cy="75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8F00ACD-4913-4C9A-2CD2-1C9130F0DF8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90702" y="2298416"/>
                  <a:ext cx="131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9D236F-B1AD-CC72-9DB4-56EC09E80F1E}"/>
                    </a:ext>
                  </a:extLst>
                </p14:cNvPr>
                <p14:cNvContentPartPr/>
                <p14:nvPr/>
              </p14:nvContentPartPr>
              <p14:xfrm>
                <a:off x="2753782" y="2185736"/>
                <a:ext cx="117360" cy="217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9D236F-B1AD-CC72-9DB4-56EC09E80F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4782" y="2176736"/>
                  <a:ext cx="135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2D6732-757A-164B-69CF-F8530ADE1C80}"/>
                    </a:ext>
                  </a:extLst>
                </p14:cNvPr>
                <p14:cNvContentPartPr/>
                <p14:nvPr/>
              </p14:nvContentPartPr>
              <p14:xfrm>
                <a:off x="2958982" y="2193296"/>
                <a:ext cx="167400" cy="210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2D6732-757A-164B-69CF-F8530ADE1C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50342" y="2184296"/>
                  <a:ext cx="18504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D537FB5-0BE4-52EF-25C6-098AF1233549}"/>
              </a:ext>
            </a:extLst>
          </p:cNvPr>
          <p:cNvGrpSpPr/>
          <p:nvPr/>
        </p:nvGrpSpPr>
        <p:grpSpPr>
          <a:xfrm>
            <a:off x="6772822" y="2168456"/>
            <a:ext cx="1600560" cy="342360"/>
            <a:chOff x="6772822" y="2168456"/>
            <a:chExt cx="1600560" cy="3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CBF4BF8-E784-34A5-579C-03F9DAF27765}"/>
                    </a:ext>
                  </a:extLst>
                </p14:cNvPr>
                <p14:cNvContentPartPr/>
                <p14:nvPr/>
              </p14:nvContentPartPr>
              <p14:xfrm>
                <a:off x="6772822" y="2228576"/>
                <a:ext cx="131760" cy="13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CBF4BF8-E784-34A5-579C-03F9DAF277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64182" y="2219936"/>
                  <a:ext cx="1494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DD48D0F-9114-960E-F0CF-68FD56A0FAFF}"/>
                    </a:ext>
                  </a:extLst>
                </p14:cNvPr>
                <p14:cNvContentPartPr/>
                <p14:nvPr/>
              </p14:nvContentPartPr>
              <p14:xfrm>
                <a:off x="6964702" y="2296256"/>
                <a:ext cx="188640" cy="214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DD48D0F-9114-960E-F0CF-68FD56A0FAF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55702" y="2287256"/>
                  <a:ext cx="2062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68BE85-1D3A-8250-53A8-B3057247BD04}"/>
                    </a:ext>
                  </a:extLst>
                </p14:cNvPr>
                <p14:cNvContentPartPr/>
                <p14:nvPr/>
              </p14:nvContentPartPr>
              <p14:xfrm>
                <a:off x="7171342" y="2295176"/>
                <a:ext cx="212400" cy="48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68BE85-1D3A-8250-53A8-B3057247BD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62702" y="2286536"/>
                  <a:ext cx="230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48DBCC-186B-975F-04F6-0732A8421774}"/>
                    </a:ext>
                  </a:extLst>
                </p14:cNvPr>
                <p14:cNvContentPartPr/>
                <p14:nvPr/>
              </p14:nvContentPartPr>
              <p14:xfrm>
                <a:off x="7453222" y="2312816"/>
                <a:ext cx="207000" cy="38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48DBCC-186B-975F-04F6-0732A842177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44582" y="2303816"/>
                  <a:ext cx="224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B70BFE-2674-6206-9B4F-E83168E9FE55}"/>
                    </a:ext>
                  </a:extLst>
                </p14:cNvPr>
                <p14:cNvContentPartPr/>
                <p14:nvPr/>
              </p14:nvContentPartPr>
              <p14:xfrm>
                <a:off x="7702702" y="2264216"/>
                <a:ext cx="104760" cy="112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B70BFE-2674-6206-9B4F-E83168E9FE5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93702" y="2255576"/>
                  <a:ext cx="1224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8FD3F4A-B293-8D35-7012-DEEA8CC1EF1A}"/>
                    </a:ext>
                  </a:extLst>
                </p14:cNvPr>
                <p14:cNvContentPartPr/>
                <p14:nvPr/>
              </p14:nvContentPartPr>
              <p14:xfrm>
                <a:off x="7882702" y="2168816"/>
                <a:ext cx="33480" cy="169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8FD3F4A-B293-8D35-7012-DEEA8CC1EF1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73702" y="2160176"/>
                  <a:ext cx="511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BCB160-7CD0-DA6B-6374-C5B1F4B88104}"/>
                    </a:ext>
                  </a:extLst>
                </p14:cNvPr>
                <p14:cNvContentPartPr/>
                <p14:nvPr/>
              </p14:nvContentPartPr>
              <p14:xfrm>
                <a:off x="7829782" y="2284736"/>
                <a:ext cx="144720" cy="38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BCB160-7CD0-DA6B-6374-C5B1F4B8810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21142" y="2276096"/>
                  <a:ext cx="162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260C744-A27A-5395-A693-1D76E421CF47}"/>
                    </a:ext>
                  </a:extLst>
                </p14:cNvPr>
                <p14:cNvContentPartPr/>
                <p14:nvPr/>
              </p14:nvContentPartPr>
              <p14:xfrm>
                <a:off x="7995022" y="2258816"/>
                <a:ext cx="79920" cy="90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260C744-A27A-5395-A693-1D76E421CF4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986382" y="2249816"/>
                  <a:ext cx="975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AF2C203-8EA6-67C2-3E94-BF069014FA1F}"/>
                    </a:ext>
                  </a:extLst>
                </p14:cNvPr>
                <p14:cNvContentPartPr/>
                <p14:nvPr/>
              </p14:nvContentPartPr>
              <p14:xfrm>
                <a:off x="8139382" y="2312456"/>
                <a:ext cx="10800" cy="53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AF2C203-8EA6-67C2-3E94-BF069014FA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30382" y="2303456"/>
                  <a:ext cx="28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747198-8301-57E1-5005-42367CE138F6}"/>
                    </a:ext>
                  </a:extLst>
                </p14:cNvPr>
                <p14:cNvContentPartPr/>
                <p14:nvPr/>
              </p14:nvContentPartPr>
              <p14:xfrm>
                <a:off x="8112382" y="2168456"/>
                <a:ext cx="10080" cy="2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747198-8301-57E1-5005-42367CE138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03742" y="2159456"/>
                  <a:ext cx="27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8B1E60-ED09-B06A-B8FF-49FC4C22EE14}"/>
                    </a:ext>
                  </a:extLst>
                </p14:cNvPr>
                <p14:cNvContentPartPr/>
                <p14:nvPr/>
              </p14:nvContentPartPr>
              <p14:xfrm>
                <a:off x="8225062" y="2275016"/>
                <a:ext cx="148320" cy="91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8B1E60-ED09-B06A-B8FF-49FC4C22EE1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16062" y="2266376"/>
                  <a:ext cx="16596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37B41D1-94EB-1E86-FDD4-EC766568B7C3}"/>
                  </a:ext>
                </a:extLst>
              </p14:cNvPr>
              <p14:cNvContentPartPr/>
              <p14:nvPr/>
            </p14:nvContentPartPr>
            <p14:xfrm>
              <a:off x="501622" y="1063976"/>
              <a:ext cx="881640" cy="579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37B41D1-94EB-1E86-FDD4-EC766568B7C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2982" y="1055336"/>
                <a:ext cx="899280" cy="7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III: odd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005840" y="2468880"/>
            <a:ext cx="1005804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zeros at z=1 and z=-1.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Cannot have nonzero DC or Nyquist gain.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differentiator-like or Hilbert-transform structures over an interior band.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96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848" y="1413619"/>
            <a:ext cx="8162024" cy="555681"/>
          </a:xfrm>
          <a:prstGeom prst="rect">
            <a:avLst/>
          </a:prstGeom>
        </p:spPr>
      </p:pic>
      <p:pic>
        <p:nvPicPr>
          <p:cNvPr id="98" name="Picture 97" descr="eq_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459" y="2562106"/>
            <a:ext cx="6612802" cy="5904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8193F6F-BCEC-DEB0-5603-6291BCCCB237}"/>
                  </a:ext>
                </a:extLst>
              </p14:cNvPr>
              <p14:cNvContentPartPr/>
              <p14:nvPr/>
            </p14:nvContentPartPr>
            <p14:xfrm>
              <a:off x="402622" y="985136"/>
              <a:ext cx="1050480" cy="67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8193F6F-BCEC-DEB0-5603-6291BCCCB2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3982" y="976496"/>
                <a:ext cx="1068120" cy="8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0CFAE9F-69F3-245A-3F75-2653E567233B}"/>
              </a:ext>
            </a:extLst>
          </p:cNvPr>
          <p:cNvGrpSpPr/>
          <p:nvPr/>
        </p:nvGrpSpPr>
        <p:grpSpPr>
          <a:xfrm>
            <a:off x="6570142" y="2030576"/>
            <a:ext cx="2084400" cy="363960"/>
            <a:chOff x="6570142" y="2030576"/>
            <a:chExt cx="208440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03FEAF7-F78F-7BA0-5540-5809A9CEFB51}"/>
                    </a:ext>
                  </a:extLst>
                </p14:cNvPr>
                <p14:cNvContentPartPr/>
                <p14:nvPr/>
              </p14:nvContentPartPr>
              <p14:xfrm>
                <a:off x="6570142" y="2164136"/>
                <a:ext cx="171360" cy="106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03FEAF7-F78F-7BA0-5540-5809A9CEFB5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61142" y="2155136"/>
                  <a:ext cx="189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301172-8323-0925-C3A1-139F152C6F04}"/>
                    </a:ext>
                  </a:extLst>
                </p14:cNvPr>
                <p14:cNvContentPartPr/>
                <p14:nvPr/>
              </p14:nvContentPartPr>
              <p14:xfrm>
                <a:off x="6799462" y="2186096"/>
                <a:ext cx="145080" cy="70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301172-8323-0925-C3A1-139F152C6F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90462" y="2177096"/>
                  <a:ext cx="16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CC9F6EE-0BAD-AD81-FA77-93A067BC5C0C}"/>
                    </a:ext>
                  </a:extLst>
                </p14:cNvPr>
                <p14:cNvContentPartPr/>
                <p14:nvPr/>
              </p14:nvContentPartPr>
              <p14:xfrm>
                <a:off x="7016182" y="2084576"/>
                <a:ext cx="86760" cy="178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CC9F6EE-0BAD-AD81-FA77-93A067BC5C0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07542" y="2075936"/>
                  <a:ext cx="104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2E22310-80B0-625E-2194-427A142970C2}"/>
                    </a:ext>
                  </a:extLst>
                </p14:cNvPr>
                <p14:cNvContentPartPr/>
                <p14:nvPr/>
              </p14:nvContentPartPr>
              <p14:xfrm>
                <a:off x="6970822" y="2168456"/>
                <a:ext cx="153360" cy="5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2E22310-80B0-625E-2194-427A142970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61822" y="2159816"/>
                  <a:ext cx="171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C365F89-AC8C-2D7D-4BB6-3C7AA0BC8D30}"/>
                    </a:ext>
                  </a:extLst>
                </p14:cNvPr>
                <p14:cNvContentPartPr/>
                <p14:nvPr/>
              </p14:nvContentPartPr>
              <p14:xfrm>
                <a:off x="7160902" y="2184656"/>
                <a:ext cx="57960" cy="85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C365F89-AC8C-2D7D-4BB6-3C7AA0BC8D3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51902" y="2176016"/>
                  <a:ext cx="75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50493E-FA77-576B-70E3-8DAC49CBDE4C}"/>
                    </a:ext>
                  </a:extLst>
                </p14:cNvPr>
                <p14:cNvContentPartPr/>
                <p14:nvPr/>
              </p14:nvContentPartPr>
              <p14:xfrm>
                <a:off x="7145062" y="2071976"/>
                <a:ext cx="11160" cy="15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50493E-FA77-576B-70E3-8DAC49CBDE4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136062" y="2062976"/>
                  <a:ext cx="28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E9ACBA-0710-F981-B715-65C0D06A4CC4}"/>
                    </a:ext>
                  </a:extLst>
                </p14:cNvPr>
                <p14:cNvContentPartPr/>
                <p14:nvPr/>
              </p14:nvContentPartPr>
              <p14:xfrm>
                <a:off x="7272862" y="2139656"/>
                <a:ext cx="88560" cy="1209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E9ACBA-0710-F981-B715-65C0D06A4CC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263862" y="2130656"/>
                  <a:ext cx="1062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3E2319-BFAC-5971-A102-9FD697E59B7C}"/>
                    </a:ext>
                  </a:extLst>
                </p14:cNvPr>
                <p14:cNvContentPartPr/>
                <p14:nvPr/>
              </p14:nvContentPartPr>
              <p14:xfrm>
                <a:off x="7412902" y="2179616"/>
                <a:ext cx="115560" cy="21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3E2319-BFAC-5971-A102-9FD697E59B7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04262" y="2170616"/>
                  <a:ext cx="133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90A8AA5-69EE-303B-AE37-15519D6186A9}"/>
                    </a:ext>
                  </a:extLst>
                </p14:cNvPr>
                <p14:cNvContentPartPr/>
                <p14:nvPr/>
              </p14:nvContentPartPr>
              <p14:xfrm>
                <a:off x="7548982" y="2188976"/>
                <a:ext cx="223920" cy="76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90A8AA5-69EE-303B-AE37-15519D6186A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39982" y="2180336"/>
                  <a:ext cx="241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427B4EC-0CC4-003F-4B6F-D8C93D865E47}"/>
                    </a:ext>
                  </a:extLst>
                </p14:cNvPr>
                <p14:cNvContentPartPr/>
                <p14:nvPr/>
              </p14:nvContentPartPr>
              <p14:xfrm>
                <a:off x="7825462" y="2170616"/>
                <a:ext cx="183960" cy="68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427B4EC-0CC4-003F-4B6F-D8C93D865E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16462" y="2161976"/>
                  <a:ext cx="2016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0E6FA64-6364-5667-DD7B-21A50DC8B155}"/>
                    </a:ext>
                  </a:extLst>
                </p14:cNvPr>
                <p14:cNvContentPartPr/>
                <p14:nvPr/>
              </p14:nvContentPartPr>
              <p14:xfrm>
                <a:off x="8069542" y="2131736"/>
                <a:ext cx="90720" cy="106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0E6FA64-6364-5667-DD7B-21A50DC8B15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060902" y="2123096"/>
                  <a:ext cx="108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64E2EE0-CC87-0A24-550F-C0FD5AB13AB2}"/>
                    </a:ext>
                  </a:extLst>
                </p14:cNvPr>
                <p14:cNvContentPartPr/>
                <p14:nvPr/>
              </p14:nvContentPartPr>
              <p14:xfrm>
                <a:off x="8171062" y="2070176"/>
                <a:ext cx="108360" cy="22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64E2EE0-CC87-0A24-550F-C0FD5AB13A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62062" y="2061176"/>
                  <a:ext cx="126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F25032-CB51-9198-867A-D544A1F17293}"/>
                    </a:ext>
                  </a:extLst>
                </p14:cNvPr>
                <p14:cNvContentPartPr/>
                <p14:nvPr/>
              </p14:nvContentPartPr>
              <p14:xfrm>
                <a:off x="8180422" y="2168096"/>
                <a:ext cx="102600" cy="32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F25032-CB51-9198-867A-D544A1F1729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171422" y="2159456"/>
                  <a:ext cx="1202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BF75F86-1BA4-C96E-9600-A99D3E39E5E9}"/>
                    </a:ext>
                  </a:extLst>
                </p14:cNvPr>
                <p14:cNvContentPartPr/>
                <p14:nvPr/>
              </p14:nvContentPartPr>
              <p14:xfrm>
                <a:off x="8324062" y="2117696"/>
                <a:ext cx="30240" cy="13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BF75F86-1BA4-C96E-9600-A99D3E39E5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15062" y="2109056"/>
                  <a:ext cx="478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759236-7CBA-73F5-913B-B84743D5F493}"/>
                    </a:ext>
                  </a:extLst>
                </p14:cNvPr>
                <p14:cNvContentPartPr/>
                <p14:nvPr/>
              </p14:nvContentPartPr>
              <p14:xfrm>
                <a:off x="8443222" y="2184656"/>
                <a:ext cx="16200" cy="51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759236-7CBA-73F5-913B-B84743D5F49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34222" y="2176016"/>
                  <a:ext cx="338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226186-D560-6EEE-02D5-1CFA431D8EFA}"/>
                    </a:ext>
                  </a:extLst>
                </p14:cNvPr>
                <p14:cNvContentPartPr/>
                <p14:nvPr/>
              </p14:nvContentPartPr>
              <p14:xfrm>
                <a:off x="8394262" y="2030576"/>
                <a:ext cx="10080" cy="30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226186-D560-6EEE-02D5-1CFA431D8EF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85262" y="2021936"/>
                  <a:ext cx="277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5EDEE5-9DDE-44CF-9F5C-118E75B9F297}"/>
                    </a:ext>
                  </a:extLst>
                </p14:cNvPr>
                <p14:cNvContentPartPr/>
                <p14:nvPr/>
              </p14:nvContentPartPr>
              <p14:xfrm>
                <a:off x="8548342" y="2152256"/>
                <a:ext cx="106200" cy="10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5EDEE5-9DDE-44CF-9F5C-118E75B9F29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39702" y="2143256"/>
                  <a:ext cx="12384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96A1F2-0C2F-30E9-863F-B46C7CD40605}"/>
              </a:ext>
            </a:extLst>
          </p:cNvPr>
          <p:cNvGrpSpPr/>
          <p:nvPr/>
        </p:nvGrpSpPr>
        <p:grpSpPr>
          <a:xfrm>
            <a:off x="2037382" y="2152616"/>
            <a:ext cx="1145880" cy="194760"/>
            <a:chOff x="2037382" y="2152616"/>
            <a:chExt cx="1145880" cy="19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ACAF19B-8EF8-898D-E366-40CD662D86AB}"/>
                    </a:ext>
                  </a:extLst>
                </p14:cNvPr>
                <p14:cNvContentPartPr/>
                <p14:nvPr/>
              </p14:nvContentPartPr>
              <p14:xfrm>
                <a:off x="2037382" y="2152616"/>
                <a:ext cx="266040" cy="19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ACAF19B-8EF8-898D-E366-40CD662D86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028382" y="2143616"/>
                  <a:ext cx="283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93CE8A-1664-7C7F-2A04-5B3D6F18E162}"/>
                    </a:ext>
                  </a:extLst>
                </p14:cNvPr>
                <p14:cNvContentPartPr/>
                <p14:nvPr/>
              </p14:nvContentPartPr>
              <p14:xfrm>
                <a:off x="2456062" y="2205176"/>
                <a:ext cx="191880" cy="135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93CE8A-1664-7C7F-2A04-5B3D6F18E16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47422" y="2196536"/>
                  <a:ext cx="209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2462B7-4E93-69E1-7A45-2C3576335CFB}"/>
                    </a:ext>
                  </a:extLst>
                </p14:cNvPr>
                <p14:cNvContentPartPr/>
                <p14:nvPr/>
              </p14:nvContentPartPr>
              <p14:xfrm>
                <a:off x="2649742" y="2185376"/>
                <a:ext cx="99720" cy="123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2462B7-4E93-69E1-7A45-2C3576335CF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41102" y="2176736"/>
                  <a:ext cx="117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78B4A33-4078-D33F-4D91-A65128BFAF39}"/>
                    </a:ext>
                  </a:extLst>
                </p14:cNvPr>
                <p14:cNvContentPartPr/>
                <p14:nvPr/>
              </p14:nvContentPartPr>
              <p14:xfrm>
                <a:off x="2823262" y="2177816"/>
                <a:ext cx="158040" cy="109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78B4A33-4078-D33F-4D91-A65128BFAF3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14262" y="2169176"/>
                  <a:ext cx="175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27676E2-5B4B-51B4-DE7A-C294A2855CA1}"/>
                    </a:ext>
                  </a:extLst>
                </p14:cNvPr>
                <p14:cNvContentPartPr/>
                <p14:nvPr/>
              </p14:nvContentPartPr>
              <p14:xfrm>
                <a:off x="2985622" y="2197256"/>
                <a:ext cx="197640" cy="100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27676E2-5B4B-51B4-DE7A-C294A2855CA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76622" y="2188616"/>
                  <a:ext cx="215280" cy="118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Type IV: even length, antisymmetric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14400" y="1325880"/>
            <a:ext cx="1024092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2011680" y="2468880"/>
            <a:ext cx="8046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822960" y="3657600"/>
            <a:ext cx="102409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Forced zero at DC, but not necessarily at Nyquist.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Half-integer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Well suited to Hilbert transformers and differentiators, where zero DC response is natural.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Picture 104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040" y="1413619"/>
            <a:ext cx="8515640" cy="555681"/>
          </a:xfrm>
          <a:prstGeom prst="rect">
            <a:avLst/>
          </a:prstGeom>
        </p:spPr>
      </p:pic>
      <p:pic>
        <p:nvPicPr>
          <p:cNvPr id="106" name="Picture 105" descr="eq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60" y="2556619"/>
            <a:ext cx="2444999" cy="5556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585DB87-FFCF-EA37-9A52-CC5D3BD15585}"/>
                  </a:ext>
                </a:extLst>
              </p14:cNvPr>
              <p14:cNvContentPartPr/>
              <p14:nvPr/>
            </p14:nvContentPartPr>
            <p14:xfrm>
              <a:off x="466702" y="967136"/>
              <a:ext cx="1053720" cy="6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585DB87-FFCF-EA37-9A52-CC5D3BD155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702" y="958136"/>
                <a:ext cx="1071360" cy="8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C989D3A4-95D7-94B9-6B49-312C2013B20C}"/>
              </a:ext>
            </a:extLst>
          </p:cNvPr>
          <p:cNvGrpSpPr/>
          <p:nvPr/>
        </p:nvGrpSpPr>
        <p:grpSpPr>
          <a:xfrm>
            <a:off x="2037022" y="2120576"/>
            <a:ext cx="928440" cy="249480"/>
            <a:chOff x="2037022" y="2120576"/>
            <a:chExt cx="928440" cy="24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D8AF8C-CC7B-AE3E-D91F-56CA2570618D}"/>
                    </a:ext>
                  </a:extLst>
                </p14:cNvPr>
                <p14:cNvContentPartPr/>
                <p14:nvPr/>
              </p14:nvContentPartPr>
              <p14:xfrm>
                <a:off x="2037022" y="2147576"/>
                <a:ext cx="268920" cy="2224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D8AF8C-CC7B-AE3E-D91F-56CA257061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28382" y="2138576"/>
                  <a:ext cx="286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A52FF6-9936-E30B-DC05-6EAEE74D8C2D}"/>
                    </a:ext>
                  </a:extLst>
                </p14:cNvPr>
                <p14:cNvContentPartPr/>
                <p14:nvPr/>
              </p14:nvContentPartPr>
              <p14:xfrm>
                <a:off x="2457862" y="2261696"/>
                <a:ext cx="136800" cy="72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A52FF6-9936-E30B-DC05-6EAEE74D8C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49222" y="2253056"/>
                  <a:ext cx="154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E6EA18F-4E07-7AEB-CA7D-7521B0084138}"/>
                    </a:ext>
                  </a:extLst>
                </p14:cNvPr>
                <p14:cNvContentPartPr/>
                <p14:nvPr/>
              </p14:nvContentPartPr>
              <p14:xfrm>
                <a:off x="2651902" y="2121296"/>
                <a:ext cx="96840" cy="21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E6EA18F-4E07-7AEB-CA7D-7521B008413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42902" y="2112656"/>
                  <a:ext cx="114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FEA6545-F259-DCB7-57E8-C1C4AE88E626}"/>
                    </a:ext>
                  </a:extLst>
                </p14:cNvPr>
                <p14:cNvContentPartPr/>
                <p14:nvPr/>
              </p14:nvContentPartPr>
              <p14:xfrm>
                <a:off x="2847022" y="2120576"/>
                <a:ext cx="118440" cy="209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FEA6545-F259-DCB7-57E8-C1C4AE88E6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38022" y="2111576"/>
                  <a:ext cx="136080" cy="22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67CFF1-BC21-E1EE-3558-C5A317BA99E9}"/>
              </a:ext>
            </a:extLst>
          </p:cNvPr>
          <p:cNvGrpSpPr/>
          <p:nvPr/>
        </p:nvGrpSpPr>
        <p:grpSpPr>
          <a:xfrm>
            <a:off x="6587422" y="2131736"/>
            <a:ext cx="2216520" cy="350640"/>
            <a:chOff x="6587422" y="2131736"/>
            <a:chExt cx="221652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736EAA6-3B39-3D1D-DF87-0588A1B94CE3}"/>
                    </a:ext>
                  </a:extLst>
                </p14:cNvPr>
                <p14:cNvContentPartPr/>
                <p14:nvPr/>
              </p14:nvContentPartPr>
              <p14:xfrm>
                <a:off x="6587422" y="2204816"/>
                <a:ext cx="174240" cy="98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736EAA6-3B39-3D1D-DF87-0588A1B94C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78782" y="2196176"/>
                  <a:ext cx="191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FCE8287-583D-FBBD-C96A-A834B4DEDE3E}"/>
                    </a:ext>
                  </a:extLst>
                </p14:cNvPr>
                <p14:cNvContentPartPr/>
                <p14:nvPr/>
              </p14:nvContentPartPr>
              <p14:xfrm>
                <a:off x="6820702" y="2262416"/>
                <a:ext cx="154080" cy="54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FCE8287-583D-FBBD-C96A-A834B4DEDE3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11702" y="2253776"/>
                  <a:ext cx="171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F27200-A944-55B4-D7A2-22E044B08E3D}"/>
                    </a:ext>
                  </a:extLst>
                </p14:cNvPr>
                <p14:cNvContentPartPr/>
                <p14:nvPr/>
              </p14:nvContentPartPr>
              <p14:xfrm>
                <a:off x="6999982" y="2131736"/>
                <a:ext cx="74880" cy="186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F27200-A944-55B4-D7A2-22E044B08E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91342" y="2122736"/>
                  <a:ext cx="925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4CCECB3-2E5E-939F-A462-F5AAAA5DED75}"/>
                    </a:ext>
                  </a:extLst>
                </p14:cNvPr>
                <p14:cNvContentPartPr/>
                <p14:nvPr/>
              </p14:nvContentPartPr>
              <p14:xfrm>
                <a:off x="6988102" y="2248376"/>
                <a:ext cx="99000" cy="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4CCECB3-2E5E-939F-A462-F5AAAA5DED7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79102" y="2239736"/>
                  <a:ext cx="116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4A1EF3-F142-01BE-0C6B-A3020CCF018F}"/>
                    </a:ext>
                  </a:extLst>
                </p14:cNvPr>
                <p14:cNvContentPartPr/>
                <p14:nvPr/>
              </p14:nvContentPartPr>
              <p14:xfrm>
                <a:off x="7128862" y="2253776"/>
                <a:ext cx="37800" cy="69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4A1EF3-F142-01BE-0C6B-A3020CCF018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20222" y="2245136"/>
                  <a:ext cx="55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161BFA5-7C3B-1EF5-BE08-0B5DB2623F61}"/>
                    </a:ext>
                  </a:extLst>
                </p14:cNvPr>
                <p14:cNvContentPartPr/>
                <p14:nvPr/>
              </p14:nvContentPartPr>
              <p14:xfrm>
                <a:off x="7107622" y="2131736"/>
                <a:ext cx="3600" cy="12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161BFA5-7C3B-1EF5-BE08-0B5DB2623F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98982" y="2122736"/>
                  <a:ext cx="212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DAAF5C7-C6F6-D84A-05EC-B18D533EDF53}"/>
                    </a:ext>
                  </a:extLst>
                </p14:cNvPr>
                <p14:cNvContentPartPr/>
                <p14:nvPr/>
              </p14:nvContentPartPr>
              <p14:xfrm>
                <a:off x="7228222" y="2207336"/>
                <a:ext cx="102960" cy="106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DAAF5C7-C6F6-D84A-05EC-B18D533EDF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219582" y="2198336"/>
                  <a:ext cx="1206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B6AD4B-90BF-1205-D917-8A307D70BBBA}"/>
                    </a:ext>
                  </a:extLst>
                </p14:cNvPr>
                <p14:cNvContentPartPr/>
                <p14:nvPr/>
              </p14:nvContentPartPr>
              <p14:xfrm>
                <a:off x="7378702" y="2247656"/>
                <a:ext cx="171000" cy="234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B6AD4B-90BF-1205-D917-8A307D70BBB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70062" y="2239016"/>
                  <a:ext cx="1886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8590354-3C5E-AC4E-34FC-7A2890FF81ED}"/>
                    </a:ext>
                  </a:extLst>
                </p14:cNvPr>
                <p14:cNvContentPartPr/>
                <p14:nvPr/>
              </p14:nvContentPartPr>
              <p14:xfrm>
                <a:off x="7602262" y="2236136"/>
                <a:ext cx="237600" cy="9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8590354-3C5E-AC4E-34FC-7A2890FF81E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93262" y="2227496"/>
                  <a:ext cx="255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45A0CC-8416-AB83-1BFE-A64D4E58A79D}"/>
                    </a:ext>
                  </a:extLst>
                </p14:cNvPr>
                <p14:cNvContentPartPr/>
                <p14:nvPr/>
              </p14:nvContentPartPr>
              <p14:xfrm>
                <a:off x="7889182" y="2251976"/>
                <a:ext cx="217080" cy="73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45A0CC-8416-AB83-1BFE-A64D4E58A7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880182" y="2242976"/>
                  <a:ext cx="234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B4CE02B-BF42-12B9-834D-B993270CA1BE}"/>
                    </a:ext>
                  </a:extLst>
                </p14:cNvPr>
                <p14:cNvContentPartPr/>
                <p14:nvPr/>
              </p14:nvContentPartPr>
              <p14:xfrm>
                <a:off x="8153782" y="2221016"/>
                <a:ext cx="139680" cy="12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B4CE02B-BF42-12B9-834D-B993270CA1B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45142" y="2212376"/>
                  <a:ext cx="157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051F9F-DF9F-FBFD-1745-69A03B3BC1A1}"/>
                    </a:ext>
                  </a:extLst>
                </p14:cNvPr>
                <p14:cNvContentPartPr/>
                <p14:nvPr/>
              </p14:nvContentPartPr>
              <p14:xfrm>
                <a:off x="8303902" y="2152976"/>
                <a:ext cx="47520" cy="213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051F9F-DF9F-FBFD-1745-69A03B3BC1A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94902" y="2143976"/>
                  <a:ext cx="651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AC6F04-F744-D0B7-BDF3-E4A030CD3E9A}"/>
                    </a:ext>
                  </a:extLst>
                </p14:cNvPr>
                <p14:cNvContentPartPr/>
                <p14:nvPr/>
              </p14:nvContentPartPr>
              <p14:xfrm>
                <a:off x="8298142" y="2279336"/>
                <a:ext cx="96480" cy="28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AC6F04-F744-D0B7-BDF3-E4A030CD3E9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89142" y="2270696"/>
                  <a:ext cx="114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7D1CDB-51E6-49F4-E5F2-41F38E728355}"/>
                    </a:ext>
                  </a:extLst>
                </p14:cNvPr>
                <p14:cNvContentPartPr/>
                <p14:nvPr/>
              </p14:nvContentPartPr>
              <p14:xfrm>
                <a:off x="8351782" y="2231096"/>
                <a:ext cx="155520" cy="80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7D1CDB-51E6-49F4-E5F2-41F38E72835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42782" y="2222456"/>
                  <a:ext cx="173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388E16-ACA5-8B11-1DB0-8B1A6F1170DC}"/>
                    </a:ext>
                  </a:extLst>
                </p14:cNvPr>
                <p14:cNvContentPartPr/>
                <p14:nvPr/>
              </p14:nvContentPartPr>
              <p14:xfrm>
                <a:off x="8574622" y="2287616"/>
                <a:ext cx="17280" cy="72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388E16-ACA5-8B11-1DB0-8B1A6F1170D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5622" y="2278976"/>
                  <a:ext cx="34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713BA62-D8FA-1FB8-257A-39FF2A244841}"/>
                    </a:ext>
                  </a:extLst>
                </p14:cNvPr>
                <p14:cNvContentPartPr/>
                <p14:nvPr/>
              </p14:nvContentPartPr>
              <p14:xfrm>
                <a:off x="8532502" y="2163416"/>
                <a:ext cx="10080" cy="51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713BA62-D8FA-1FB8-257A-39FF2A24484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23502" y="2154776"/>
                  <a:ext cx="27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F4D7B4D-F76E-8592-D9B1-768CAD203A1A}"/>
                    </a:ext>
                  </a:extLst>
                </p14:cNvPr>
                <p14:cNvContentPartPr/>
                <p14:nvPr/>
              </p14:nvContentPartPr>
              <p14:xfrm>
                <a:off x="8671102" y="2264576"/>
                <a:ext cx="132840" cy="133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F4D7B4D-F76E-8592-D9B1-768CAD203A1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62102" y="2255576"/>
                  <a:ext cx="150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3A4F195-4ADF-6E41-1FDB-958A84CAEB1E}"/>
                    </a:ext>
                  </a:extLst>
                </p14:cNvPr>
                <p14:cNvContentPartPr/>
                <p14:nvPr/>
              </p14:nvContentPartPr>
              <p14:xfrm>
                <a:off x="8404702" y="2305616"/>
                <a:ext cx="30240" cy="55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3A4F195-4ADF-6E41-1FDB-958A84CAEB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96062" y="2296616"/>
                  <a:ext cx="478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C5CDD5-02E3-CFCF-A1E3-04140EB22DFE}"/>
                    </a:ext>
                  </a:extLst>
                </p14:cNvPr>
                <p14:cNvContentPartPr/>
                <p14:nvPr/>
              </p14:nvContentPartPr>
              <p14:xfrm>
                <a:off x="8145862" y="2232176"/>
                <a:ext cx="68400" cy="6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C5CDD5-02E3-CFCF-A1E3-04140EB22DF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36862" y="2223536"/>
                  <a:ext cx="86040" cy="79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Concept check: why Type II cannot be high-pass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77240" y="141732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high-pass normally requires appreciable gain near ω=π.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Type II symmetry forces H(e^(jπ))=0.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Therefore the required endpoint behavior contradicts the symmetry constraint.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Strong answer: this is not a matter of filter order; it is structural and holds for every Type II FIR.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2EF10-D693-BD92-2C58-97A9D767A383}"/>
              </a:ext>
            </a:extLst>
          </p:cNvPr>
          <p:cNvGrpSpPr/>
          <p:nvPr/>
        </p:nvGrpSpPr>
        <p:grpSpPr>
          <a:xfrm>
            <a:off x="1004542" y="2845256"/>
            <a:ext cx="776520" cy="476640"/>
            <a:chOff x="1004542" y="2845256"/>
            <a:chExt cx="77652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36ABF64-ECB8-0271-F6F1-E9D9EF7F8951}"/>
                    </a:ext>
                  </a:extLst>
                </p14:cNvPr>
                <p14:cNvContentPartPr/>
                <p14:nvPr/>
              </p14:nvContentPartPr>
              <p14:xfrm>
                <a:off x="1004542" y="3064496"/>
                <a:ext cx="72720" cy="238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36ABF64-ECB8-0271-F6F1-E9D9EF7F895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5542" y="3055496"/>
                  <a:ext cx="90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A0EB51-BAFC-13D0-75F0-A42A07430B2F}"/>
                    </a:ext>
                  </a:extLst>
                </p14:cNvPr>
                <p14:cNvContentPartPr/>
                <p14:nvPr/>
              </p14:nvContentPartPr>
              <p14:xfrm>
                <a:off x="1020382" y="3190856"/>
                <a:ext cx="165960" cy="30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A0EB51-BAFC-13D0-75F0-A42A07430B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1742" y="3181856"/>
                  <a:ext cx="1836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245B7C-827E-CA6F-D33D-4297FD75E7C2}"/>
                    </a:ext>
                  </a:extLst>
                </p14:cNvPr>
                <p14:cNvContentPartPr/>
                <p14:nvPr/>
              </p14:nvContentPartPr>
              <p14:xfrm>
                <a:off x="1105702" y="3061976"/>
                <a:ext cx="79560" cy="224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245B7C-827E-CA6F-D33D-4297FD75E7C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96702" y="3053336"/>
                  <a:ext cx="972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9F73CEE-B636-97DC-CC01-1F940A41AE79}"/>
                    </a:ext>
                  </a:extLst>
                </p14:cNvPr>
                <p14:cNvContentPartPr/>
                <p14:nvPr/>
              </p14:nvContentPartPr>
              <p14:xfrm>
                <a:off x="1264462" y="2990696"/>
                <a:ext cx="118080" cy="33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9F73CEE-B636-97DC-CC01-1F940A41AE7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55462" y="2982056"/>
                  <a:ext cx="13572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5DF58A-967A-ADF2-F0B1-E9BFB9D39E71}"/>
                    </a:ext>
                  </a:extLst>
                </p14:cNvPr>
                <p14:cNvContentPartPr/>
                <p14:nvPr/>
              </p14:nvContentPartPr>
              <p14:xfrm>
                <a:off x="1403062" y="3135776"/>
                <a:ext cx="146880" cy="13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5DF58A-967A-ADF2-F0B1-E9BFB9D39E7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4062" y="3126776"/>
                  <a:ext cx="1645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28612B-839F-6846-ED8D-88E4EC321263}"/>
                    </a:ext>
                  </a:extLst>
                </p14:cNvPr>
                <p14:cNvContentPartPr/>
                <p14:nvPr/>
              </p14:nvContentPartPr>
              <p14:xfrm>
                <a:off x="1546702" y="2990336"/>
                <a:ext cx="107280" cy="205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28612B-839F-6846-ED8D-88E4EC3212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37702" y="2981696"/>
                  <a:ext cx="124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F44FF17-1A11-FC3C-3CB1-36AAEE314785}"/>
                    </a:ext>
                  </a:extLst>
                </p14:cNvPr>
                <p14:cNvContentPartPr/>
                <p14:nvPr/>
              </p14:nvContentPartPr>
              <p14:xfrm>
                <a:off x="1520422" y="2845256"/>
                <a:ext cx="4680" cy="15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F44FF17-1A11-FC3C-3CB1-36AAEE31478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11422" y="2836616"/>
                  <a:ext cx="22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185CC2-093E-EC59-348B-E7CBC5D3CD46}"/>
                    </a:ext>
                  </a:extLst>
                </p14:cNvPr>
                <p14:cNvContentPartPr/>
                <p14:nvPr/>
              </p14:nvContentPartPr>
              <p14:xfrm>
                <a:off x="1701142" y="2907896"/>
                <a:ext cx="31320" cy="106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185CC2-093E-EC59-348B-E7CBC5D3CD4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92142" y="2898896"/>
                  <a:ext cx="48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5015AD-E8F2-A95B-3F23-AEC26A17BC15}"/>
                    </a:ext>
                  </a:extLst>
                </p14:cNvPr>
                <p14:cNvContentPartPr/>
                <p14:nvPr/>
              </p14:nvContentPartPr>
              <p14:xfrm>
                <a:off x="1727782" y="2913296"/>
                <a:ext cx="48960" cy="87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5015AD-E8F2-A95B-3F23-AEC26A17BC1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18782" y="2904296"/>
                  <a:ext cx="66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EF69BD-4ECF-4337-90FA-EB403EDC097F}"/>
                    </a:ext>
                  </a:extLst>
                </p14:cNvPr>
                <p14:cNvContentPartPr/>
                <p14:nvPr/>
              </p14:nvContentPartPr>
              <p14:xfrm>
                <a:off x="1655062" y="2866496"/>
                <a:ext cx="126000" cy="1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EF69BD-4ECF-4337-90FA-EB403EDC09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646062" y="2857856"/>
                  <a:ext cx="1436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E7B8E6D-3A95-7E46-B8E3-B7B8930EE556}"/>
                  </a:ext>
                </a:extLst>
              </p14:cNvPr>
              <p14:cNvContentPartPr/>
              <p14:nvPr/>
            </p14:nvContentPartPr>
            <p14:xfrm>
              <a:off x="1916422" y="3067376"/>
              <a:ext cx="120600" cy="256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E7B8E6D-3A95-7E46-B8E3-B7B8930EE55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907782" y="3058376"/>
                <a:ext cx="138240" cy="27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59F65EC-3C90-B923-C9F6-0CE2EB0B9E97}"/>
              </a:ext>
            </a:extLst>
          </p:cNvPr>
          <p:cNvGrpSpPr/>
          <p:nvPr/>
        </p:nvGrpSpPr>
        <p:grpSpPr>
          <a:xfrm>
            <a:off x="2217022" y="2950016"/>
            <a:ext cx="1102320" cy="419040"/>
            <a:chOff x="2217022" y="2950016"/>
            <a:chExt cx="1102320" cy="4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8D44DBE-1F95-A290-CFA0-3B3762DDA752}"/>
                    </a:ext>
                  </a:extLst>
                </p14:cNvPr>
                <p14:cNvContentPartPr/>
                <p14:nvPr/>
              </p14:nvContentPartPr>
              <p14:xfrm>
                <a:off x="2228182" y="3235856"/>
                <a:ext cx="132480" cy="9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8D44DBE-1F95-A290-CFA0-3B3762DDA75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19182" y="3226856"/>
                  <a:ext cx="150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6E5A52-75EC-9640-5500-D12A55C399C6}"/>
                    </a:ext>
                  </a:extLst>
                </p14:cNvPr>
                <p14:cNvContentPartPr/>
                <p14:nvPr/>
              </p14:nvContentPartPr>
              <p14:xfrm>
                <a:off x="2217022" y="3184016"/>
                <a:ext cx="122400" cy="5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6E5A52-75EC-9640-5500-D12A55C399C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208022" y="3175376"/>
                  <a:ext cx="140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189C97-7584-B503-3143-E57035A04653}"/>
                    </a:ext>
                  </a:extLst>
                </p14:cNvPr>
                <p14:cNvContentPartPr/>
                <p14:nvPr/>
              </p14:nvContentPartPr>
              <p14:xfrm>
                <a:off x="2477302" y="3063056"/>
                <a:ext cx="67680" cy="20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189C97-7584-B503-3143-E57035A0465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68662" y="3054416"/>
                  <a:ext cx="85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B898FB-4EB7-1521-65E2-18499AEB2CF0}"/>
                    </a:ext>
                  </a:extLst>
                </p14:cNvPr>
                <p14:cNvContentPartPr/>
                <p14:nvPr/>
              </p14:nvContentPartPr>
              <p14:xfrm>
                <a:off x="2493142" y="3078896"/>
                <a:ext cx="174600" cy="228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B898FB-4EB7-1521-65E2-18499AEB2CF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84502" y="3070256"/>
                  <a:ext cx="1922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ACCF0E-ACCB-B58F-E77B-968A6F84C2AF}"/>
                    </a:ext>
                  </a:extLst>
                </p14:cNvPr>
                <p14:cNvContentPartPr/>
                <p14:nvPr/>
              </p14:nvContentPartPr>
              <p14:xfrm>
                <a:off x="2729302" y="2972696"/>
                <a:ext cx="186840" cy="39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ACCF0E-ACCB-B58F-E77B-968A6F84C2A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20662" y="2964056"/>
                  <a:ext cx="20448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BA82A92-51F6-4689-6016-D001F3CB5FCC}"/>
                    </a:ext>
                  </a:extLst>
                </p14:cNvPr>
                <p14:cNvContentPartPr/>
                <p14:nvPr/>
              </p14:nvContentPartPr>
              <p14:xfrm>
                <a:off x="2841262" y="3182216"/>
                <a:ext cx="151920" cy="1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BA82A92-51F6-4689-6016-D001F3CB5FC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32622" y="3173576"/>
                  <a:ext cx="169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933C744-519B-A7F0-48AA-1CB3272F3F0C}"/>
                    </a:ext>
                  </a:extLst>
                </p14:cNvPr>
                <p14:cNvContentPartPr/>
                <p14:nvPr/>
              </p14:nvContentPartPr>
              <p14:xfrm>
                <a:off x="3120622" y="3104456"/>
                <a:ext cx="32760" cy="122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933C744-519B-A7F0-48AA-1CB3272F3F0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11622" y="3095816"/>
                  <a:ext cx="50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8EC704-43CD-BB19-2033-E678CC602FD2}"/>
                    </a:ext>
                  </a:extLst>
                </p14:cNvPr>
                <p14:cNvContentPartPr/>
                <p14:nvPr/>
              </p14:nvContentPartPr>
              <p14:xfrm>
                <a:off x="3109822" y="2950016"/>
                <a:ext cx="209520" cy="375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8EC704-43CD-BB19-2033-E678CC602FD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01182" y="2941016"/>
                  <a:ext cx="227160" cy="39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A34B24B-340F-D84C-0FD4-1C6C1577386A}"/>
              </a:ext>
            </a:extLst>
          </p:cNvPr>
          <p:cNvGrpSpPr/>
          <p:nvPr/>
        </p:nvGrpSpPr>
        <p:grpSpPr>
          <a:xfrm>
            <a:off x="7794862" y="1317056"/>
            <a:ext cx="348840" cy="339480"/>
            <a:chOff x="7794862" y="1317056"/>
            <a:chExt cx="348840" cy="33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C4DF97-0940-DEE5-C242-383599D091E6}"/>
                    </a:ext>
                  </a:extLst>
                </p14:cNvPr>
                <p14:cNvContentPartPr/>
                <p14:nvPr/>
              </p14:nvContentPartPr>
              <p14:xfrm>
                <a:off x="7794862" y="1398056"/>
                <a:ext cx="89640" cy="258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C4DF97-0940-DEE5-C242-383599D091E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86222" y="1389056"/>
                  <a:ext cx="107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8C151B-D857-BE45-19FE-5B602D509397}"/>
                    </a:ext>
                  </a:extLst>
                </p14:cNvPr>
                <p14:cNvContentPartPr/>
                <p14:nvPr/>
              </p14:nvContentPartPr>
              <p14:xfrm>
                <a:off x="7862542" y="1556096"/>
                <a:ext cx="99360" cy="176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08C151B-D857-BE45-19FE-5B602D50939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853902" y="1547456"/>
                  <a:ext cx="117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1B7FF9-2103-0AD5-20DC-132BFBAF4A0F}"/>
                    </a:ext>
                  </a:extLst>
                </p14:cNvPr>
                <p14:cNvContentPartPr/>
                <p14:nvPr/>
              </p14:nvContentPartPr>
              <p14:xfrm>
                <a:off x="7916182" y="1429736"/>
                <a:ext cx="78480" cy="20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1B7FF9-2103-0AD5-20DC-132BFBAF4A0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907182" y="1421096"/>
                  <a:ext cx="961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5DA8B80-D800-C884-D437-3EC01FC6089C}"/>
                    </a:ext>
                  </a:extLst>
                </p14:cNvPr>
                <p14:cNvContentPartPr/>
                <p14:nvPr/>
              </p14:nvContentPartPr>
              <p14:xfrm>
                <a:off x="8055142" y="1317056"/>
                <a:ext cx="88560" cy="333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5DA8B80-D800-C884-D437-3EC01FC6089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046502" y="1308416"/>
                  <a:ext cx="10620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F339CC0-3A39-9AD6-8B16-78E6C9D90E6E}"/>
              </a:ext>
            </a:extLst>
          </p:cNvPr>
          <p:cNvGrpSpPr/>
          <p:nvPr/>
        </p:nvGrpSpPr>
        <p:grpSpPr>
          <a:xfrm>
            <a:off x="8234422" y="1334336"/>
            <a:ext cx="1030320" cy="504720"/>
            <a:chOff x="8234422" y="1334336"/>
            <a:chExt cx="1030320" cy="50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992263-4BED-7B78-327A-DF5D1F8C436F}"/>
                    </a:ext>
                  </a:extLst>
                </p14:cNvPr>
                <p14:cNvContentPartPr/>
                <p14:nvPr/>
              </p14:nvContentPartPr>
              <p14:xfrm>
                <a:off x="8234422" y="1455656"/>
                <a:ext cx="161640" cy="161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992263-4BED-7B78-327A-DF5D1F8C436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225782" y="1447016"/>
                  <a:ext cx="179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34C178-A8A1-4190-DA66-97C97FAC1E98}"/>
                    </a:ext>
                  </a:extLst>
                </p14:cNvPr>
                <p14:cNvContentPartPr/>
                <p14:nvPr/>
              </p14:nvContentPartPr>
              <p14:xfrm>
                <a:off x="8318662" y="1536296"/>
                <a:ext cx="49320" cy="8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34C178-A8A1-4190-DA66-97C97FAC1E9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309662" y="1527296"/>
                  <a:ext cx="66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D27C0C9-27D8-D597-6445-A82CA50C6412}"/>
                    </a:ext>
                  </a:extLst>
                </p14:cNvPr>
                <p14:cNvContentPartPr/>
                <p14:nvPr/>
              </p14:nvContentPartPr>
              <p14:xfrm>
                <a:off x="8335582" y="1536296"/>
                <a:ext cx="360" cy="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D27C0C9-27D8-D597-6445-A82CA50C641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26942" y="15272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855CC1F-2404-6172-B964-41AF63662DB3}"/>
                    </a:ext>
                  </a:extLst>
                </p14:cNvPr>
                <p14:cNvContentPartPr/>
                <p14:nvPr/>
              </p14:nvContentPartPr>
              <p14:xfrm>
                <a:off x="8362222" y="1334336"/>
                <a:ext cx="155520" cy="343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855CC1F-2404-6172-B964-41AF63662DB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353582" y="1325336"/>
                  <a:ext cx="1731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EB4002F-BE3F-14E4-184F-63ADA32125BD}"/>
                    </a:ext>
                  </a:extLst>
                </p14:cNvPr>
                <p14:cNvContentPartPr/>
                <p14:nvPr/>
              </p14:nvContentPartPr>
              <p14:xfrm>
                <a:off x="8664622" y="1547096"/>
                <a:ext cx="75240" cy="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EB4002F-BE3F-14E4-184F-63ADA32125B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55982" y="1538096"/>
                  <a:ext cx="9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8BB616-2F12-989E-AB90-F746605743F7}"/>
                    </a:ext>
                  </a:extLst>
                </p14:cNvPr>
                <p14:cNvContentPartPr/>
                <p14:nvPr/>
              </p14:nvContentPartPr>
              <p14:xfrm>
                <a:off x="8618182" y="1498136"/>
                <a:ext cx="84960" cy="118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8BB616-2F12-989E-AB90-F746605743F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609182" y="1489496"/>
                  <a:ext cx="102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620939C-4951-92E3-7232-EDC1F80356FA}"/>
                    </a:ext>
                  </a:extLst>
                </p14:cNvPr>
                <p14:cNvContentPartPr/>
                <p14:nvPr/>
              </p14:nvContentPartPr>
              <p14:xfrm>
                <a:off x="8878102" y="1361696"/>
                <a:ext cx="336600" cy="268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620939C-4951-92E3-7232-EDC1F80356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69462" y="1353056"/>
                  <a:ext cx="354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6C2CCF-0A0C-A419-C144-6FDCE83815E7}"/>
                    </a:ext>
                  </a:extLst>
                </p14:cNvPr>
                <p14:cNvContentPartPr/>
                <p14:nvPr/>
              </p14:nvContentPartPr>
              <p14:xfrm>
                <a:off x="8826262" y="1759496"/>
                <a:ext cx="124200" cy="74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6C2CCF-0A0C-A419-C144-6FDCE83815E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17622" y="1750856"/>
                  <a:ext cx="141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4DFCA33-03C1-DC28-8FB2-684D2B2005C0}"/>
                    </a:ext>
                  </a:extLst>
                </p14:cNvPr>
                <p14:cNvContentPartPr/>
                <p14:nvPr/>
              </p14:nvContentPartPr>
              <p14:xfrm>
                <a:off x="9011302" y="1812416"/>
                <a:ext cx="74160" cy="5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4DFCA33-03C1-DC28-8FB2-684D2B2005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02662" y="1803776"/>
                  <a:ext cx="91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DA0CC1-530C-4817-0597-58EAC26DA5D9}"/>
                    </a:ext>
                  </a:extLst>
                </p14:cNvPr>
                <p14:cNvContentPartPr/>
                <p14:nvPr/>
              </p14:nvContentPartPr>
              <p14:xfrm>
                <a:off x="9002302" y="1759496"/>
                <a:ext cx="104760" cy="14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DA0CC1-530C-4817-0597-58EAC26DA5D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993662" y="1750856"/>
                  <a:ext cx="122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B49606-0F6E-BA65-474D-9909342A76FB}"/>
                    </a:ext>
                  </a:extLst>
                </p14:cNvPr>
                <p14:cNvContentPartPr/>
                <p14:nvPr/>
              </p14:nvContentPartPr>
              <p14:xfrm>
                <a:off x="9163942" y="1754456"/>
                <a:ext cx="100800" cy="84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B49606-0F6E-BA65-474D-9909342A76F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55302" y="1745816"/>
                  <a:ext cx="118440" cy="1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8E90493-4E13-3C25-3889-9FCB90BB76BE}"/>
                  </a:ext>
                </a:extLst>
              </p14:cNvPr>
              <p14:cNvContentPartPr/>
              <p14:nvPr/>
            </p14:nvContentPartPr>
            <p14:xfrm>
              <a:off x="8859742" y="1154696"/>
              <a:ext cx="177120" cy="1123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8E90493-4E13-3C25-3889-9FCB90BB76BE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850742" y="1146056"/>
                <a:ext cx="19476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83B3C31-B6BA-3E26-3740-3EE0DD4AE4EF}"/>
              </a:ext>
            </a:extLst>
          </p:cNvPr>
          <p:cNvGrpSpPr/>
          <p:nvPr/>
        </p:nvGrpSpPr>
        <p:grpSpPr>
          <a:xfrm>
            <a:off x="9366982" y="1321016"/>
            <a:ext cx="1186200" cy="333720"/>
            <a:chOff x="9366982" y="1321016"/>
            <a:chExt cx="118620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0000A7A-724E-A2D1-165F-FB505DA524CC}"/>
                    </a:ext>
                  </a:extLst>
                </p14:cNvPr>
                <p14:cNvContentPartPr/>
                <p14:nvPr/>
              </p14:nvContentPartPr>
              <p14:xfrm>
                <a:off x="9366982" y="1376816"/>
                <a:ext cx="149760" cy="227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0000A7A-724E-A2D1-165F-FB505DA524C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358342" y="1367816"/>
                  <a:ext cx="167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D1BDF0B-3BFD-CFCD-8A4D-38804AD2FD8F}"/>
                    </a:ext>
                  </a:extLst>
                </p14:cNvPr>
                <p14:cNvContentPartPr/>
                <p14:nvPr/>
              </p14:nvContentPartPr>
              <p14:xfrm>
                <a:off x="9551302" y="1376456"/>
                <a:ext cx="140040" cy="219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D1BDF0B-3BFD-CFCD-8A4D-38804AD2FD8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542302" y="1367816"/>
                  <a:ext cx="1576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C8A602-6D8C-9425-EF77-F116097721E2}"/>
                    </a:ext>
                  </a:extLst>
                </p14:cNvPr>
                <p14:cNvContentPartPr/>
                <p14:nvPr/>
              </p14:nvContentPartPr>
              <p14:xfrm>
                <a:off x="9701422" y="1497776"/>
                <a:ext cx="127800" cy="50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C8A602-6D8C-9425-EF77-F116097721E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92782" y="1488776"/>
                  <a:ext cx="145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6278B4-A3EA-8F2B-1CAE-DA04B07271A1}"/>
                    </a:ext>
                  </a:extLst>
                </p14:cNvPr>
                <p14:cNvContentPartPr/>
                <p14:nvPr/>
              </p14:nvContentPartPr>
              <p14:xfrm>
                <a:off x="9776302" y="1350536"/>
                <a:ext cx="194760" cy="304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6278B4-A3EA-8F2B-1CAE-DA04B07271A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67662" y="1341896"/>
                  <a:ext cx="2124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F4FB242-A319-69A7-43FB-3982219AEE76}"/>
                    </a:ext>
                  </a:extLst>
                </p14:cNvPr>
                <p14:cNvContentPartPr/>
                <p14:nvPr/>
              </p14:nvContentPartPr>
              <p14:xfrm>
                <a:off x="10095262" y="1487336"/>
                <a:ext cx="207720" cy="162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F4FB242-A319-69A7-43FB-3982219AEE7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86622" y="1478336"/>
                  <a:ext cx="2253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48922D4-A601-02F4-8FDD-CDBF36A264A6}"/>
                    </a:ext>
                  </a:extLst>
                </p14:cNvPr>
                <p14:cNvContentPartPr/>
                <p14:nvPr/>
              </p14:nvContentPartPr>
              <p14:xfrm>
                <a:off x="10143862" y="1557176"/>
                <a:ext cx="127440" cy="11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48922D4-A601-02F4-8FDD-CDBF36A264A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135222" y="1548536"/>
                  <a:ext cx="14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CD4002E-65CB-5452-DB68-314B64FACA07}"/>
                    </a:ext>
                  </a:extLst>
                </p14:cNvPr>
                <p14:cNvContentPartPr/>
                <p14:nvPr/>
              </p14:nvContentPartPr>
              <p14:xfrm>
                <a:off x="10246822" y="1373216"/>
                <a:ext cx="72360" cy="9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CD4002E-65CB-5452-DB68-314B64FACA0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237822" y="1364576"/>
                  <a:ext cx="90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BAAF084-1C6B-CEC1-3420-05EACA227C7E}"/>
                    </a:ext>
                  </a:extLst>
                </p14:cNvPr>
                <p14:cNvContentPartPr/>
                <p14:nvPr/>
              </p14:nvContentPartPr>
              <p14:xfrm>
                <a:off x="10382542" y="1321016"/>
                <a:ext cx="170640" cy="98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BAAF084-1C6B-CEC1-3420-05EACA227C7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73542" y="1312376"/>
                  <a:ext cx="18828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7870543-DF26-F562-E9F0-0056F765FFAC}"/>
              </a:ext>
            </a:extLst>
          </p:cNvPr>
          <p:cNvGrpSpPr/>
          <p:nvPr/>
        </p:nvGrpSpPr>
        <p:grpSpPr>
          <a:xfrm>
            <a:off x="3624262" y="3124616"/>
            <a:ext cx="129960" cy="70920"/>
            <a:chOff x="3624262" y="3124616"/>
            <a:chExt cx="129960" cy="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B286971-902C-E583-83B0-4F941216973F}"/>
                    </a:ext>
                  </a:extLst>
                </p14:cNvPr>
                <p14:cNvContentPartPr/>
                <p14:nvPr/>
              </p14:nvContentPartPr>
              <p14:xfrm>
                <a:off x="3630742" y="3177176"/>
                <a:ext cx="123480" cy="18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B286971-902C-E583-83B0-4F941216973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622102" y="3168176"/>
                  <a:ext cx="141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9BC640-3F50-D9FD-8760-EE2FD9AF8ADF}"/>
                    </a:ext>
                  </a:extLst>
                </p14:cNvPr>
                <p14:cNvContentPartPr/>
                <p14:nvPr/>
              </p14:nvContentPartPr>
              <p14:xfrm>
                <a:off x="3624262" y="3124616"/>
                <a:ext cx="97560" cy="6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9BC640-3F50-D9FD-8760-EE2FD9AF8AD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615262" y="3115976"/>
                  <a:ext cx="1152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D4F5607-8C90-2C99-7721-012075BDB9DB}"/>
              </a:ext>
            </a:extLst>
          </p:cNvPr>
          <p:cNvGrpSpPr/>
          <p:nvPr/>
        </p:nvGrpSpPr>
        <p:grpSpPr>
          <a:xfrm>
            <a:off x="3968422" y="2947856"/>
            <a:ext cx="602280" cy="280080"/>
            <a:chOff x="3968422" y="2947856"/>
            <a:chExt cx="602280" cy="28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55676A-6A40-6186-775E-F3743BE2C394}"/>
                    </a:ext>
                  </a:extLst>
                </p14:cNvPr>
                <p14:cNvContentPartPr/>
                <p14:nvPr/>
              </p14:nvContentPartPr>
              <p14:xfrm>
                <a:off x="3968422" y="2975936"/>
                <a:ext cx="200520" cy="236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55676A-6A40-6186-775E-F3743BE2C39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959422" y="2967296"/>
                  <a:ext cx="2181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5D3A699-2BED-B04F-5399-E6024752A47E}"/>
                    </a:ext>
                  </a:extLst>
                </p14:cNvPr>
                <p14:cNvContentPartPr/>
                <p14:nvPr/>
              </p14:nvContentPartPr>
              <p14:xfrm>
                <a:off x="4118902" y="2947856"/>
                <a:ext cx="156960" cy="270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5D3A699-2BED-B04F-5399-E6024752A47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110262" y="2938856"/>
                  <a:ext cx="1746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C7394B7-6A03-ABF1-33C9-763C27682BF7}"/>
                    </a:ext>
                  </a:extLst>
                </p14:cNvPr>
                <p14:cNvContentPartPr/>
                <p14:nvPr/>
              </p14:nvContentPartPr>
              <p14:xfrm>
                <a:off x="4296382" y="3078896"/>
                <a:ext cx="131760" cy="90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C7394B7-6A03-ABF1-33C9-763C27682BF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287382" y="3070256"/>
                  <a:ext cx="149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27B266B-6BCB-CEE9-4911-C9FB14E0948C}"/>
                    </a:ext>
                  </a:extLst>
                </p14:cNvPr>
                <p14:cNvContentPartPr/>
                <p14:nvPr/>
              </p14:nvContentPartPr>
              <p14:xfrm>
                <a:off x="4364422" y="2949656"/>
                <a:ext cx="206280" cy="278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27B266B-6BCB-CEE9-4911-C9FB14E0948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355782" y="2941016"/>
                  <a:ext cx="22392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BF76D6E-C890-B631-813A-5E010E4A0E27}"/>
              </a:ext>
            </a:extLst>
          </p:cNvPr>
          <p:cNvGrpSpPr/>
          <p:nvPr/>
        </p:nvGrpSpPr>
        <p:grpSpPr>
          <a:xfrm>
            <a:off x="4748902" y="2866496"/>
            <a:ext cx="1955520" cy="325080"/>
            <a:chOff x="4748902" y="2866496"/>
            <a:chExt cx="195552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8F6013-A950-9FC8-481C-7F7E716C27F1}"/>
                    </a:ext>
                  </a:extLst>
                </p14:cNvPr>
                <p14:cNvContentPartPr/>
                <p14:nvPr/>
              </p14:nvContentPartPr>
              <p14:xfrm>
                <a:off x="4748902" y="3114896"/>
                <a:ext cx="137160" cy="11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8F6013-A950-9FC8-481C-7F7E716C27F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739902" y="3105896"/>
                  <a:ext cx="154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027B0FE-5261-4ED7-BD60-C53D0C5A41C3}"/>
                    </a:ext>
                  </a:extLst>
                </p14:cNvPr>
                <p14:cNvContentPartPr/>
                <p14:nvPr/>
              </p14:nvContentPartPr>
              <p14:xfrm>
                <a:off x="4976782" y="2969456"/>
                <a:ext cx="187920" cy="196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027B0FE-5261-4ED7-BD60-C53D0C5A41C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968142" y="2960456"/>
                  <a:ext cx="2055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9F8E75D-96DC-6B16-4963-CEC07383BB9B}"/>
                    </a:ext>
                  </a:extLst>
                </p14:cNvPr>
                <p14:cNvContentPartPr/>
                <p14:nvPr/>
              </p14:nvContentPartPr>
              <p14:xfrm>
                <a:off x="5202142" y="2920136"/>
                <a:ext cx="169560" cy="248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9F8E75D-96DC-6B16-4963-CEC07383BB9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193502" y="2911496"/>
                  <a:ext cx="1872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D1A6948-EA4C-D826-22C1-8E2365F3BA04}"/>
                    </a:ext>
                  </a:extLst>
                </p14:cNvPr>
                <p14:cNvContentPartPr/>
                <p14:nvPr/>
              </p14:nvContentPartPr>
              <p14:xfrm>
                <a:off x="5399782" y="3029936"/>
                <a:ext cx="73080" cy="1141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D1A6948-EA4C-D826-22C1-8E2365F3BA0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90782" y="3021296"/>
                  <a:ext cx="90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7FF2A2-28C3-C6F9-2A70-83AFC7F8EEB3}"/>
                    </a:ext>
                  </a:extLst>
                </p14:cNvPr>
                <p14:cNvContentPartPr/>
                <p14:nvPr/>
              </p14:nvContentPartPr>
              <p14:xfrm>
                <a:off x="5395822" y="2900336"/>
                <a:ext cx="244800" cy="291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7FF2A2-28C3-C6F9-2A70-83AFC7F8EE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387182" y="2891336"/>
                  <a:ext cx="26244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8D2E9AB-E5F6-AC04-6C1A-27AE952C70E2}"/>
                    </a:ext>
                  </a:extLst>
                </p14:cNvPr>
                <p14:cNvContentPartPr/>
                <p14:nvPr/>
              </p14:nvContentPartPr>
              <p14:xfrm>
                <a:off x="5816302" y="2994656"/>
                <a:ext cx="50040" cy="127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8D2E9AB-E5F6-AC04-6C1A-27AE952C70E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807662" y="2985656"/>
                  <a:ext cx="676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2317B5B-E00A-2660-CB7D-D346FCA3CF66}"/>
                    </a:ext>
                  </a:extLst>
                </p14:cNvPr>
                <p14:cNvContentPartPr/>
                <p14:nvPr/>
              </p14:nvContentPartPr>
              <p14:xfrm>
                <a:off x="5746822" y="3045776"/>
                <a:ext cx="170640" cy="219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2317B5B-E00A-2660-CB7D-D346FCA3CF6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37822" y="3036776"/>
                  <a:ext cx="188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D900F2-1097-C3E0-CC76-333D228A43E0}"/>
                    </a:ext>
                  </a:extLst>
                </p14:cNvPr>
                <p14:cNvContentPartPr/>
                <p14:nvPr/>
              </p14:nvContentPartPr>
              <p14:xfrm>
                <a:off x="5977582" y="2923016"/>
                <a:ext cx="207720" cy="216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D900F2-1097-C3E0-CC76-333D228A43E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968942" y="2914016"/>
                  <a:ext cx="225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193E239-EE5D-14C0-BA35-8AEE8F97627E}"/>
                    </a:ext>
                  </a:extLst>
                </p14:cNvPr>
                <p14:cNvContentPartPr/>
                <p14:nvPr/>
              </p14:nvContentPartPr>
              <p14:xfrm>
                <a:off x="6201142" y="2878376"/>
                <a:ext cx="165960" cy="301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193E239-EE5D-14C0-BA35-8AEE8F97627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192502" y="2869376"/>
                  <a:ext cx="183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F9A796C-3161-92FB-3876-EF8100692BA0}"/>
                    </a:ext>
                  </a:extLst>
                </p14:cNvPr>
                <p14:cNvContentPartPr/>
                <p14:nvPr/>
              </p14:nvContentPartPr>
              <p14:xfrm>
                <a:off x="6384742" y="2965136"/>
                <a:ext cx="170280" cy="125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F9A796C-3161-92FB-3876-EF8100692BA0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75742" y="2956136"/>
                  <a:ext cx="187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475426-9088-EC81-2B19-D52C793D4975}"/>
                    </a:ext>
                  </a:extLst>
                </p14:cNvPr>
                <p14:cNvContentPartPr/>
                <p14:nvPr/>
              </p14:nvContentPartPr>
              <p14:xfrm>
                <a:off x="6501742" y="2866496"/>
                <a:ext cx="202680" cy="303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475426-9088-EC81-2B19-D52C793D497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492742" y="2857856"/>
                  <a:ext cx="220320" cy="32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9B9C807-12D8-8742-0765-872D9C35A908}"/>
              </a:ext>
            </a:extLst>
          </p:cNvPr>
          <p:cNvGrpSpPr/>
          <p:nvPr/>
        </p:nvGrpSpPr>
        <p:grpSpPr>
          <a:xfrm>
            <a:off x="6895582" y="2794496"/>
            <a:ext cx="978120" cy="380520"/>
            <a:chOff x="6895582" y="2794496"/>
            <a:chExt cx="97812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14B9834-5636-54AE-04A3-7F7CE7DCC8D3}"/>
                    </a:ext>
                  </a:extLst>
                </p14:cNvPr>
                <p14:cNvContentPartPr/>
                <p14:nvPr/>
              </p14:nvContentPartPr>
              <p14:xfrm>
                <a:off x="6895582" y="3029936"/>
                <a:ext cx="116280" cy="165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14B9834-5636-54AE-04A3-7F7CE7DCC8D3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886942" y="3021296"/>
                  <a:ext cx="133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AC5DEC-6685-E1C9-B1C1-C028483BA71E}"/>
                    </a:ext>
                  </a:extLst>
                </p14:cNvPr>
                <p14:cNvContentPartPr/>
                <p14:nvPr/>
              </p14:nvContentPartPr>
              <p14:xfrm>
                <a:off x="7106182" y="2864336"/>
                <a:ext cx="201960" cy="228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AC5DEC-6685-E1C9-B1C1-C028483BA71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97182" y="2855696"/>
                  <a:ext cx="2196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41F33C8-2411-5250-0B78-DCDB151FA4C0}"/>
                    </a:ext>
                  </a:extLst>
                </p14:cNvPr>
                <p14:cNvContentPartPr/>
                <p14:nvPr/>
              </p14:nvContentPartPr>
              <p14:xfrm>
                <a:off x="7383382" y="2794496"/>
                <a:ext cx="165240" cy="362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41F33C8-2411-5250-0B78-DCDB151FA4C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74382" y="2785856"/>
                  <a:ext cx="1828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9B96AC7-72C8-1918-AA5F-03C2714CACFE}"/>
                    </a:ext>
                  </a:extLst>
                </p14:cNvPr>
                <p14:cNvContentPartPr/>
                <p14:nvPr/>
              </p14:nvContentPartPr>
              <p14:xfrm>
                <a:off x="7538182" y="2914376"/>
                <a:ext cx="179640" cy="158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9B96AC7-72C8-1918-AA5F-03C2714CACF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29542" y="2905736"/>
                  <a:ext cx="1972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64D2CB6-11DB-6C49-452B-9A6FC53DAE06}"/>
                    </a:ext>
                  </a:extLst>
                </p14:cNvPr>
                <p14:cNvContentPartPr/>
                <p14:nvPr/>
              </p14:nvContentPartPr>
              <p14:xfrm>
                <a:off x="7687222" y="2825456"/>
                <a:ext cx="186480" cy="3495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64D2CB6-11DB-6C49-452B-9A6FC53DAE0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78222" y="2816816"/>
                  <a:ext cx="204120" cy="36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7E6E07E-E642-5891-208E-791D9AFF8F84}"/>
                  </a:ext>
                </a:extLst>
              </p14:cNvPr>
              <p14:cNvContentPartPr/>
              <p14:nvPr/>
            </p14:nvContentPartPr>
            <p14:xfrm>
              <a:off x="8176102" y="3066296"/>
              <a:ext cx="675000" cy="385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7E6E07E-E642-5891-208E-791D9AFF8F84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167462" y="3057656"/>
                <a:ext cx="6926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FA683A47-DCE1-0EB6-0A40-638661BB131F}"/>
              </a:ext>
            </a:extLst>
          </p:cNvPr>
          <p:cNvGrpSpPr/>
          <p:nvPr/>
        </p:nvGrpSpPr>
        <p:grpSpPr>
          <a:xfrm>
            <a:off x="9282022" y="2782616"/>
            <a:ext cx="786600" cy="334080"/>
            <a:chOff x="9282022" y="2782616"/>
            <a:chExt cx="786600" cy="33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F1A9197-6381-2DDF-3610-857694499B96}"/>
                    </a:ext>
                  </a:extLst>
                </p14:cNvPr>
                <p14:cNvContentPartPr/>
                <p14:nvPr/>
              </p14:nvContentPartPr>
              <p14:xfrm>
                <a:off x="9282022" y="2849216"/>
                <a:ext cx="183960" cy="211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F1A9197-6381-2DDF-3610-857694499B9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73382" y="2840576"/>
                  <a:ext cx="201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95C2542-DAE2-18A7-5D93-95C99130D0DE}"/>
                    </a:ext>
                  </a:extLst>
                </p14:cNvPr>
                <p14:cNvContentPartPr/>
                <p14:nvPr/>
              </p14:nvContentPartPr>
              <p14:xfrm>
                <a:off x="9495502" y="2782616"/>
                <a:ext cx="206640" cy="334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95C2542-DAE2-18A7-5D93-95C99130D0D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486502" y="2773976"/>
                  <a:ext cx="2242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C4FBDEC-70C3-B43D-B51A-B0F453F542CD}"/>
                    </a:ext>
                  </a:extLst>
                </p14:cNvPr>
                <p14:cNvContentPartPr/>
                <p14:nvPr/>
              </p14:nvContentPartPr>
              <p14:xfrm>
                <a:off x="9689902" y="2913296"/>
                <a:ext cx="222840" cy="129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C4FBDEC-70C3-B43D-B51A-B0F453F542C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81262" y="2904656"/>
                  <a:ext cx="2404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14D0BE-8757-A318-8B9D-A58AA52AF392}"/>
                    </a:ext>
                  </a:extLst>
                </p14:cNvPr>
                <p14:cNvContentPartPr/>
                <p14:nvPr/>
              </p14:nvContentPartPr>
              <p14:xfrm>
                <a:off x="9893302" y="2794856"/>
                <a:ext cx="175320" cy="282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14D0BE-8757-A318-8B9D-A58AA52AF39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884662" y="2785856"/>
                  <a:ext cx="192960" cy="30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2BB39EF-D5F1-5F19-72D8-374420F0AC04}"/>
                  </a:ext>
                </a:extLst>
              </p14:cNvPr>
              <p14:cNvContentPartPr/>
              <p14:nvPr/>
            </p14:nvContentPartPr>
            <p14:xfrm>
              <a:off x="9076822" y="2956856"/>
              <a:ext cx="110160" cy="201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2BB39EF-D5F1-5F19-72D8-374420F0AC04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067822" y="2948216"/>
                <a:ext cx="127800" cy="3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26414E6C-5566-E318-8C26-FB160B7395FA}"/>
              </a:ext>
            </a:extLst>
          </p:cNvPr>
          <p:cNvGrpSpPr/>
          <p:nvPr/>
        </p:nvGrpSpPr>
        <p:grpSpPr>
          <a:xfrm>
            <a:off x="9703582" y="3487136"/>
            <a:ext cx="686880" cy="215280"/>
            <a:chOff x="9703582" y="3487136"/>
            <a:chExt cx="68688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6A55836-4100-6CCB-060B-ABAE79C3B662}"/>
                    </a:ext>
                  </a:extLst>
                </p14:cNvPr>
                <p14:cNvContentPartPr/>
                <p14:nvPr/>
              </p14:nvContentPartPr>
              <p14:xfrm>
                <a:off x="9703582" y="3500816"/>
                <a:ext cx="263160" cy="201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6A55836-4100-6CCB-060B-ABAE79C3B66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694582" y="3492176"/>
                  <a:ext cx="280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516C119-0DC7-9016-F624-E4E0AEFF5122}"/>
                    </a:ext>
                  </a:extLst>
                </p14:cNvPr>
                <p14:cNvContentPartPr/>
                <p14:nvPr/>
              </p14:nvContentPartPr>
              <p14:xfrm>
                <a:off x="10185982" y="3599096"/>
                <a:ext cx="24480" cy="64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516C119-0DC7-9016-F624-E4E0AEFF512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176982" y="3590096"/>
                  <a:ext cx="42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23BDB1C-6D6B-7FBE-052D-BF8C57490435}"/>
                    </a:ext>
                  </a:extLst>
                </p14:cNvPr>
                <p14:cNvContentPartPr/>
                <p14:nvPr/>
              </p14:nvContentPartPr>
              <p14:xfrm>
                <a:off x="10153942" y="3487136"/>
                <a:ext cx="15120" cy="26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23BDB1C-6D6B-7FBE-052D-BF8C5749043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144942" y="3478496"/>
                  <a:ext cx="32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ED8F50A-16B5-5C99-A538-984154661575}"/>
                    </a:ext>
                  </a:extLst>
                </p14:cNvPr>
                <p14:cNvContentPartPr/>
                <p14:nvPr/>
              </p14:nvContentPartPr>
              <p14:xfrm>
                <a:off x="10259782" y="3555176"/>
                <a:ext cx="130680" cy="102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ED8F50A-16B5-5C99-A538-98415466157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251142" y="3546536"/>
                  <a:ext cx="148320" cy="12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B65898E-779E-0393-8F29-947B739AC0EF}"/>
              </a:ext>
            </a:extLst>
          </p:cNvPr>
          <p:cNvGrpSpPr/>
          <p:nvPr/>
        </p:nvGrpSpPr>
        <p:grpSpPr>
          <a:xfrm>
            <a:off x="10606462" y="3399296"/>
            <a:ext cx="494640" cy="275040"/>
            <a:chOff x="10606462" y="3399296"/>
            <a:chExt cx="49464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B758DB6-97E2-E61F-0437-0DC7791D9402}"/>
                    </a:ext>
                  </a:extLst>
                </p14:cNvPr>
                <p14:cNvContentPartPr/>
                <p14:nvPr/>
              </p14:nvContentPartPr>
              <p14:xfrm>
                <a:off x="10606462" y="3556976"/>
                <a:ext cx="118800" cy="83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B758DB6-97E2-E61F-0437-0DC7791D940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597822" y="3548336"/>
                  <a:ext cx="136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CA5D60C-BC41-6B3C-66F2-61B0722FA7A1}"/>
                    </a:ext>
                  </a:extLst>
                </p14:cNvPr>
                <p14:cNvContentPartPr/>
                <p14:nvPr/>
              </p14:nvContentPartPr>
              <p14:xfrm>
                <a:off x="10806622" y="3427376"/>
                <a:ext cx="82440" cy="2469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CA5D60C-BC41-6B3C-66F2-61B0722FA7A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797982" y="3418376"/>
                  <a:ext cx="100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7A01C4A-3F2F-9D7B-9C9D-08A617F5A3BF}"/>
                    </a:ext>
                  </a:extLst>
                </p14:cNvPr>
                <p14:cNvContentPartPr/>
                <p14:nvPr/>
              </p14:nvContentPartPr>
              <p14:xfrm>
                <a:off x="11002102" y="3399296"/>
                <a:ext cx="99000" cy="263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7A01C4A-3F2F-9D7B-9C9D-08A617F5A3B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993462" y="3390656"/>
                  <a:ext cx="11664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6542002-4F0F-711A-8694-F83C3F8AA3F5}"/>
              </a:ext>
            </a:extLst>
          </p:cNvPr>
          <p:cNvGrpSpPr/>
          <p:nvPr/>
        </p:nvGrpSpPr>
        <p:grpSpPr>
          <a:xfrm>
            <a:off x="1126942" y="3715016"/>
            <a:ext cx="2571480" cy="374400"/>
            <a:chOff x="1126942" y="3715016"/>
            <a:chExt cx="257148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215E51F-40E9-E7DB-8337-C59381308074}"/>
                    </a:ext>
                  </a:extLst>
                </p14:cNvPr>
                <p14:cNvContentPartPr/>
                <p14:nvPr/>
              </p14:nvContentPartPr>
              <p14:xfrm>
                <a:off x="1126942" y="3778736"/>
                <a:ext cx="192600" cy="2286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215E51F-40E9-E7DB-8337-C5938130807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17942" y="3770096"/>
                  <a:ext cx="2102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4D65CE1-FBD2-CD03-34EF-B0A990123A93}"/>
                    </a:ext>
                  </a:extLst>
                </p14:cNvPr>
                <p14:cNvContentPartPr/>
                <p14:nvPr/>
              </p14:nvContentPartPr>
              <p14:xfrm>
                <a:off x="1349062" y="3779096"/>
                <a:ext cx="242280" cy="286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4D65CE1-FBD2-CD03-34EF-B0A990123A9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340422" y="3770456"/>
                  <a:ext cx="2599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DC0D986-2380-D7B5-C3A8-7763B9623696}"/>
                    </a:ext>
                  </a:extLst>
                </p14:cNvPr>
                <p14:cNvContentPartPr/>
                <p14:nvPr/>
              </p14:nvContentPartPr>
              <p14:xfrm>
                <a:off x="1581622" y="3944336"/>
                <a:ext cx="172800" cy="680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DC0D986-2380-D7B5-C3A8-7763B962369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572622" y="3935696"/>
                  <a:ext cx="1904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0F28CB3-4DD0-BC08-C379-FA64468BEF82}"/>
                    </a:ext>
                  </a:extLst>
                </p14:cNvPr>
                <p14:cNvContentPartPr/>
                <p14:nvPr/>
              </p14:nvContentPartPr>
              <p14:xfrm>
                <a:off x="1695742" y="3796016"/>
                <a:ext cx="232920" cy="293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0F28CB3-4DD0-BC08-C379-FA64468BEF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686742" y="3787376"/>
                  <a:ext cx="250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49042E7-0523-5FDD-3B3D-82B5CB657886}"/>
                    </a:ext>
                  </a:extLst>
                </p14:cNvPr>
                <p14:cNvContentPartPr/>
                <p14:nvPr/>
              </p14:nvContentPartPr>
              <p14:xfrm>
                <a:off x="2039542" y="3975656"/>
                <a:ext cx="113760" cy="27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49042E7-0523-5FDD-3B3D-82B5CB65788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030542" y="3966656"/>
                  <a:ext cx="131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8C7AAD7-AC06-F01F-996A-E89A7C7091F2}"/>
                    </a:ext>
                  </a:extLst>
                </p14:cNvPr>
                <p14:cNvContentPartPr/>
                <p14:nvPr/>
              </p14:nvContentPartPr>
              <p14:xfrm>
                <a:off x="1998142" y="3901496"/>
                <a:ext cx="118080" cy="1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8C7AAD7-AC06-F01F-996A-E89A7C7091F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989142" y="3892856"/>
                  <a:ext cx="135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8B67BF1-4E76-93C9-C226-24E94B00930D}"/>
                    </a:ext>
                  </a:extLst>
                </p14:cNvPr>
                <p14:cNvContentPartPr/>
                <p14:nvPr/>
              </p14:nvContentPartPr>
              <p14:xfrm>
                <a:off x="2278222" y="3803936"/>
                <a:ext cx="253440" cy="214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8B67BF1-4E76-93C9-C226-24E94B00930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269582" y="3795296"/>
                  <a:ext cx="271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28AE59B-2C1D-1873-5165-94657BF3A85A}"/>
                    </a:ext>
                  </a:extLst>
                </p14:cNvPr>
                <p14:cNvContentPartPr/>
                <p14:nvPr/>
              </p14:nvContentPartPr>
              <p14:xfrm>
                <a:off x="2550742" y="3768656"/>
                <a:ext cx="282240" cy="299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28AE59B-2C1D-1873-5165-94657BF3A85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541742" y="3759656"/>
                  <a:ext cx="2998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C3EBE05-21C5-F558-B2AB-D03031C5D07F}"/>
                    </a:ext>
                  </a:extLst>
                </p14:cNvPr>
                <p14:cNvContentPartPr/>
                <p14:nvPr/>
              </p14:nvContentPartPr>
              <p14:xfrm>
                <a:off x="2818222" y="3821936"/>
                <a:ext cx="208080" cy="1605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C3EBE05-21C5-F558-B2AB-D03031C5D07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809582" y="3813296"/>
                  <a:ext cx="225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DD4ABE3-2B5F-5897-D3F5-A2C31D618DB6}"/>
                    </a:ext>
                  </a:extLst>
                </p14:cNvPr>
                <p14:cNvContentPartPr/>
                <p14:nvPr/>
              </p14:nvContentPartPr>
              <p14:xfrm>
                <a:off x="3109462" y="3896816"/>
                <a:ext cx="155160" cy="32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DD4ABE3-2B5F-5897-D3F5-A2C31D618DB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100462" y="3887816"/>
                  <a:ext cx="172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F055782-3F85-E207-8470-D022D82114B6}"/>
                    </a:ext>
                  </a:extLst>
                </p14:cNvPr>
                <p14:cNvContentPartPr/>
                <p14:nvPr/>
              </p14:nvContentPartPr>
              <p14:xfrm>
                <a:off x="3348862" y="3889616"/>
                <a:ext cx="173520" cy="97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F055782-3F85-E207-8470-D022D82114B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339862" y="3880616"/>
                  <a:ext cx="191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6B8EDC1-CFF0-965E-D48F-52ABC949CC12}"/>
                    </a:ext>
                  </a:extLst>
                </p14:cNvPr>
                <p14:cNvContentPartPr/>
                <p14:nvPr/>
              </p14:nvContentPartPr>
              <p14:xfrm>
                <a:off x="3455422" y="3715016"/>
                <a:ext cx="243000" cy="326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6B8EDC1-CFF0-965E-D48F-52ABC949CC1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446422" y="3706376"/>
                  <a:ext cx="260640" cy="34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193ABBA-E4B6-544B-0FE4-64C800B925BD}"/>
              </a:ext>
            </a:extLst>
          </p:cNvPr>
          <p:cNvGrpSpPr/>
          <p:nvPr/>
        </p:nvGrpSpPr>
        <p:grpSpPr>
          <a:xfrm>
            <a:off x="4242382" y="3843536"/>
            <a:ext cx="428760" cy="192600"/>
            <a:chOff x="4242382" y="3843536"/>
            <a:chExt cx="428760" cy="19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24A6CF5-8B8F-DA03-CD7F-4406D1BCD99E}"/>
                    </a:ext>
                  </a:extLst>
                </p14:cNvPr>
                <p14:cNvContentPartPr/>
                <p14:nvPr/>
              </p14:nvContentPartPr>
              <p14:xfrm>
                <a:off x="4242382" y="3949736"/>
                <a:ext cx="239400" cy="27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24A6CF5-8B8F-DA03-CD7F-4406D1BCD99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233382" y="3941096"/>
                  <a:ext cx="257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210C5DC-9B5A-68A6-E0C7-25EA0E11CC7A}"/>
                    </a:ext>
                  </a:extLst>
                </p14:cNvPr>
                <p14:cNvContentPartPr/>
                <p14:nvPr/>
              </p14:nvContentPartPr>
              <p14:xfrm>
                <a:off x="4279822" y="3896456"/>
                <a:ext cx="196560" cy="219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210C5DC-9B5A-68A6-E0C7-25EA0E11CC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271182" y="3887816"/>
                  <a:ext cx="214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6B2AEA-0AE2-0155-0EC3-2FDBAFF3BCDF}"/>
                    </a:ext>
                  </a:extLst>
                </p14:cNvPr>
                <p14:cNvContentPartPr/>
                <p14:nvPr/>
              </p14:nvContentPartPr>
              <p14:xfrm>
                <a:off x="4465582" y="3843536"/>
                <a:ext cx="205560" cy="1926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6B2AEA-0AE2-0155-0EC3-2FDBAFF3BCD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456582" y="3834536"/>
                  <a:ext cx="2232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5D99B51-9C1A-DD95-EFCF-1666F35056AC}"/>
              </a:ext>
            </a:extLst>
          </p:cNvPr>
          <p:cNvGrpSpPr/>
          <p:nvPr/>
        </p:nvGrpSpPr>
        <p:grpSpPr>
          <a:xfrm>
            <a:off x="4970662" y="3684056"/>
            <a:ext cx="857520" cy="395280"/>
            <a:chOff x="4970662" y="3684056"/>
            <a:chExt cx="85752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BFA4765-583A-5322-F52F-CB58A31B4574}"/>
                    </a:ext>
                  </a:extLst>
                </p14:cNvPr>
                <p14:cNvContentPartPr/>
                <p14:nvPr/>
              </p14:nvContentPartPr>
              <p14:xfrm>
                <a:off x="4970662" y="3827696"/>
                <a:ext cx="115200" cy="225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BFA4765-583A-5322-F52F-CB58A31B457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961662" y="3818696"/>
                  <a:ext cx="132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7CDA501-27F7-1BD4-48CE-DD88744798D3}"/>
                    </a:ext>
                  </a:extLst>
                </p14:cNvPr>
                <p14:cNvContentPartPr/>
                <p14:nvPr/>
              </p14:nvContentPartPr>
              <p14:xfrm>
                <a:off x="5071462" y="3907616"/>
                <a:ext cx="38160" cy="532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7CDA501-27F7-1BD4-48CE-DD88744798D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062822" y="3898976"/>
                  <a:ext cx="55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A25390F-4CE6-7947-CE12-95FFC9A3F51F}"/>
                    </a:ext>
                  </a:extLst>
                </p14:cNvPr>
                <p14:cNvContentPartPr/>
                <p14:nvPr/>
              </p14:nvContentPartPr>
              <p14:xfrm>
                <a:off x="5081182" y="3844256"/>
                <a:ext cx="113400" cy="2066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A25390F-4CE6-7947-CE12-95FFC9A3F51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072182" y="3835256"/>
                  <a:ext cx="131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C198641-86C0-E19B-4176-4D1AE28F5A26}"/>
                    </a:ext>
                  </a:extLst>
                </p14:cNvPr>
                <p14:cNvContentPartPr/>
                <p14:nvPr/>
              </p14:nvContentPartPr>
              <p14:xfrm>
                <a:off x="5224462" y="3753176"/>
                <a:ext cx="145080" cy="3124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C198641-86C0-E19B-4176-4D1AE28F5A2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15822" y="3744176"/>
                  <a:ext cx="162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C6922FF-FFC3-FC16-1742-F6AB43C1B750}"/>
                    </a:ext>
                  </a:extLst>
                </p14:cNvPr>
                <p14:cNvContentPartPr/>
                <p14:nvPr/>
              </p14:nvContentPartPr>
              <p14:xfrm>
                <a:off x="5378902" y="3914456"/>
                <a:ext cx="86400" cy="9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C6922FF-FFC3-FC16-1742-F6AB43C1B75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369902" y="3905816"/>
                  <a:ext cx="104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8465E38-397F-87C4-88F5-1C23BAB192B6}"/>
                    </a:ext>
                  </a:extLst>
                </p14:cNvPr>
                <p14:cNvContentPartPr/>
                <p14:nvPr/>
              </p14:nvContentPartPr>
              <p14:xfrm>
                <a:off x="5592382" y="3827696"/>
                <a:ext cx="47520" cy="176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8465E38-397F-87C4-88F5-1C23BAB192B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583742" y="3818696"/>
                  <a:ext cx="651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7CE5BF-9C60-D94F-FAD7-1DA92641D4AA}"/>
                    </a:ext>
                  </a:extLst>
                </p14:cNvPr>
                <p14:cNvContentPartPr/>
                <p14:nvPr/>
              </p14:nvContentPartPr>
              <p14:xfrm>
                <a:off x="5603182" y="3684056"/>
                <a:ext cx="225000" cy="395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7CE5BF-9C60-D94F-FAD7-1DA92641D4A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594182" y="3675056"/>
                  <a:ext cx="242640" cy="41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0E7864D-ADF9-3D47-2279-BEBA2527AB59}"/>
              </a:ext>
            </a:extLst>
          </p:cNvPr>
          <p:cNvGrpSpPr/>
          <p:nvPr/>
        </p:nvGrpSpPr>
        <p:grpSpPr>
          <a:xfrm>
            <a:off x="6098542" y="3850016"/>
            <a:ext cx="148320" cy="95040"/>
            <a:chOff x="6098542" y="3850016"/>
            <a:chExt cx="14832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27B4113-2B5F-B396-62E6-6E00F4026AEE}"/>
                    </a:ext>
                  </a:extLst>
                </p14:cNvPr>
                <p14:cNvContentPartPr/>
                <p14:nvPr/>
              </p14:nvContentPartPr>
              <p14:xfrm>
                <a:off x="6120142" y="3922376"/>
                <a:ext cx="126720" cy="22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27B4113-2B5F-B396-62E6-6E00F4026AE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111502" y="3913376"/>
                  <a:ext cx="144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86A76EA-57E5-C983-FBCA-7C88B763A448}"/>
                    </a:ext>
                  </a:extLst>
                </p14:cNvPr>
                <p14:cNvContentPartPr/>
                <p14:nvPr/>
              </p14:nvContentPartPr>
              <p14:xfrm>
                <a:off x="6098542" y="3850016"/>
                <a:ext cx="121680" cy="20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86A76EA-57E5-C983-FBCA-7C88B763A44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089902" y="3841016"/>
                  <a:ext cx="13932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35A290F-340D-A43B-F024-F6E366BB33CA}"/>
                  </a:ext>
                </a:extLst>
              </p14:cNvPr>
              <p14:cNvContentPartPr/>
              <p14:nvPr/>
            </p14:nvContentPartPr>
            <p14:xfrm>
              <a:off x="6440902" y="3791696"/>
              <a:ext cx="146880" cy="1958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35A290F-340D-A43B-F024-F6E366BB33CA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432262" y="3783056"/>
                <a:ext cx="164520" cy="213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Zero symmetry for real linear-phase FIR filters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5"/>
          <p:cNvSpPr/>
          <p:nvPr/>
        </p:nvSpPr>
        <p:spPr>
          <a:xfrm>
            <a:off x="914400" y="1325880"/>
            <a:ext cx="10240920" cy="8226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Image 0" descr="/mnt/data/week5_lectures9_10/assets/L10_four_zero_constellation.png"/>
          <p:cNvPicPr/>
          <p:nvPr/>
        </p:nvPicPr>
        <p:blipFill>
          <a:blip r:embed="rId3"/>
          <a:stretch/>
        </p:blipFill>
        <p:spPr>
          <a:xfrm>
            <a:off x="3657600" y="2423160"/>
            <a:ext cx="475452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Shape 6"/>
          <p:cNvSpPr/>
          <p:nvPr/>
        </p:nvSpPr>
        <p:spPr>
          <a:xfrm>
            <a:off x="68580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83196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Why four?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3196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Real coefficients give conjugate symmetry; palindromic / anti-palindromic linear-phase structure gives reciprocal symmetry.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9"/>
          <p:cNvSpPr/>
          <p:nvPr/>
        </p:nvSpPr>
        <p:spPr>
          <a:xfrm>
            <a:off x="8641080" y="2743200"/>
            <a:ext cx="2742840" cy="2011320"/>
          </a:xfrm>
          <a:prstGeom prst="roundRect">
            <a:avLst>
              <a:gd name="adj" fmla="val 2727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8787240" y="285300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Degenerate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8787240" y="3182040"/>
            <a:ext cx="2450160" cy="148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on the unit circle or real axis can collapse the four-point set into pairs or individual points.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123" descr="eq_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432" y="1424592"/>
            <a:ext cx="3112855" cy="62517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DDCDFFE-756F-016F-78B2-17C35AE3FA7C}"/>
              </a:ext>
            </a:extLst>
          </p:cNvPr>
          <p:cNvGrpSpPr/>
          <p:nvPr/>
        </p:nvGrpSpPr>
        <p:grpSpPr>
          <a:xfrm>
            <a:off x="495142" y="5122256"/>
            <a:ext cx="2465280" cy="406440"/>
            <a:chOff x="495142" y="5122256"/>
            <a:chExt cx="246528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1564B95-4BBB-38E8-4752-C97485E0C37E}"/>
                    </a:ext>
                  </a:extLst>
                </p14:cNvPr>
                <p14:cNvContentPartPr/>
                <p14:nvPr/>
              </p14:nvContentPartPr>
              <p14:xfrm>
                <a:off x="495142" y="5249336"/>
                <a:ext cx="57240" cy="211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1564B95-4BBB-38E8-4752-C97485E0C37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6142" y="5240336"/>
                  <a:ext cx="748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5711081-F281-4A8E-D151-49DF7DD7D51C}"/>
                    </a:ext>
                  </a:extLst>
                </p14:cNvPr>
                <p14:cNvContentPartPr/>
                <p14:nvPr/>
              </p14:nvContentPartPr>
              <p14:xfrm>
                <a:off x="520702" y="5360576"/>
                <a:ext cx="116640" cy="41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5711081-F281-4A8E-D151-49DF7DD7D5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2062" y="5351576"/>
                  <a:ext cx="134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7D1116-7CB3-B5B9-DE3A-58ACC3F6A1F1}"/>
                    </a:ext>
                  </a:extLst>
                </p14:cNvPr>
                <p14:cNvContentPartPr/>
                <p14:nvPr/>
              </p14:nvContentPartPr>
              <p14:xfrm>
                <a:off x="611062" y="5251856"/>
                <a:ext cx="73080" cy="214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7D1116-7CB3-B5B9-DE3A-58ACC3F6A1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2422" y="5242856"/>
                  <a:ext cx="90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88CE24-BE26-48B3-CDF3-297EB1D316E6}"/>
                    </a:ext>
                  </a:extLst>
                </p14:cNvPr>
                <p14:cNvContentPartPr/>
                <p14:nvPr/>
              </p14:nvContentPartPr>
              <p14:xfrm>
                <a:off x="785662" y="5180216"/>
                <a:ext cx="68400" cy="316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88CE24-BE26-48B3-CDF3-297EB1D316E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6662" y="5171576"/>
                  <a:ext cx="860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557E321-AE66-9F7F-C3F9-6FE624A28177}"/>
                    </a:ext>
                  </a:extLst>
                </p14:cNvPr>
                <p14:cNvContentPartPr/>
                <p14:nvPr/>
              </p14:nvContentPartPr>
              <p14:xfrm>
                <a:off x="871702" y="5310176"/>
                <a:ext cx="139320" cy="170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557E321-AE66-9F7F-C3F9-6FE624A281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2702" y="5301536"/>
                  <a:ext cx="156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40E9EDB-BAB0-0D2C-F445-D1315F6CDA62}"/>
                    </a:ext>
                  </a:extLst>
                </p14:cNvPr>
                <p14:cNvContentPartPr/>
                <p14:nvPr/>
              </p14:nvContentPartPr>
              <p14:xfrm>
                <a:off x="888622" y="5409536"/>
                <a:ext cx="132480" cy="8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40E9EDB-BAB0-0D2C-F445-D1315F6CDA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79622" y="5400536"/>
                  <a:ext cx="1501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D29AD2D-4359-BAFF-D7BD-7092AB3A7732}"/>
                    </a:ext>
                  </a:extLst>
                </p14:cNvPr>
                <p14:cNvContentPartPr/>
                <p14:nvPr/>
              </p14:nvContentPartPr>
              <p14:xfrm>
                <a:off x="967462" y="5193896"/>
                <a:ext cx="181800" cy="33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D29AD2D-4359-BAFF-D7BD-7092AB3A773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58462" y="5184896"/>
                  <a:ext cx="19944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FD4E62-E484-83D2-2D2C-BAD747343A84}"/>
                    </a:ext>
                  </a:extLst>
                </p14:cNvPr>
                <p14:cNvContentPartPr/>
                <p14:nvPr/>
              </p14:nvContentPartPr>
              <p14:xfrm>
                <a:off x="1317742" y="5406656"/>
                <a:ext cx="70200" cy="111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FD4E62-E484-83D2-2D2C-BAD747343A8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08742" y="5397656"/>
                  <a:ext cx="87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9B9AF6-2201-4B2A-FA06-2339511DEDB9}"/>
                    </a:ext>
                  </a:extLst>
                </p14:cNvPr>
                <p14:cNvContentPartPr/>
                <p14:nvPr/>
              </p14:nvContentPartPr>
              <p14:xfrm>
                <a:off x="1275982" y="5332496"/>
                <a:ext cx="106560" cy="15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9B9AF6-2201-4B2A-FA06-2339511DEDB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67342" y="5323496"/>
                  <a:ext cx="124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9D7F7D-074E-2877-B86D-357FCCA56154}"/>
                    </a:ext>
                  </a:extLst>
                </p14:cNvPr>
                <p14:cNvContentPartPr/>
                <p14:nvPr/>
              </p14:nvContentPartPr>
              <p14:xfrm>
                <a:off x="1530862" y="5288936"/>
                <a:ext cx="159480" cy="161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9D7F7D-074E-2877-B86D-357FCCA5615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22222" y="5280296"/>
                  <a:ext cx="177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11AB780-386C-F762-F364-C97A31506589}"/>
                    </a:ext>
                  </a:extLst>
                </p14:cNvPr>
                <p14:cNvContentPartPr/>
                <p14:nvPr/>
              </p14:nvContentPartPr>
              <p14:xfrm>
                <a:off x="1565062" y="5363816"/>
                <a:ext cx="77760" cy="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11AB780-386C-F762-F364-C97A315065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56062" y="5354816"/>
                  <a:ext cx="954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A4B4E4-76CA-C31A-DA50-7AEE4FE7BE4D}"/>
                    </a:ext>
                  </a:extLst>
                </p14:cNvPr>
                <p14:cNvContentPartPr/>
                <p14:nvPr/>
              </p14:nvContentPartPr>
              <p14:xfrm>
                <a:off x="1681342" y="5214056"/>
                <a:ext cx="51840" cy="2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A4B4E4-76CA-C31A-DA50-7AEE4FE7BE4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72702" y="5205056"/>
                  <a:ext cx="694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1F0268-C6BA-2C63-6677-4C21591F119A}"/>
                    </a:ext>
                  </a:extLst>
                </p14:cNvPr>
                <p14:cNvContentPartPr/>
                <p14:nvPr/>
              </p14:nvContentPartPr>
              <p14:xfrm>
                <a:off x="1810222" y="5122256"/>
                <a:ext cx="175320" cy="122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1F0268-C6BA-2C63-6677-4C21591F11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01582" y="5113256"/>
                  <a:ext cx="192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34A0A71-B5CB-70FE-5414-55CB05D95FD9}"/>
                    </a:ext>
                  </a:extLst>
                </p14:cNvPr>
                <p14:cNvContentPartPr/>
                <p14:nvPr/>
              </p14:nvContentPartPr>
              <p14:xfrm>
                <a:off x="2079502" y="5221256"/>
                <a:ext cx="69480" cy="248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34A0A71-B5CB-70FE-5414-55CB05D95FD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70502" y="5212616"/>
                  <a:ext cx="871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4C9C0A8-1040-7911-94E5-D056F8A5A154}"/>
                    </a:ext>
                  </a:extLst>
                </p14:cNvPr>
                <p14:cNvContentPartPr/>
                <p14:nvPr/>
              </p14:nvContentPartPr>
              <p14:xfrm>
                <a:off x="2131702" y="5354816"/>
                <a:ext cx="97200" cy="24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4C9C0A8-1040-7911-94E5-D056F8A5A15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22702" y="5346176"/>
                  <a:ext cx="114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64282E-86FB-E110-7E82-B085EAD32F41}"/>
                    </a:ext>
                  </a:extLst>
                </p14:cNvPr>
                <p14:cNvContentPartPr/>
                <p14:nvPr/>
              </p14:nvContentPartPr>
              <p14:xfrm>
                <a:off x="2190022" y="5241776"/>
                <a:ext cx="81720" cy="218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64282E-86FB-E110-7E82-B085EAD32F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81382" y="5232776"/>
                  <a:ext cx="99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B43FDC-925E-A1D5-AE4F-896894907004}"/>
                    </a:ext>
                  </a:extLst>
                </p14:cNvPr>
                <p14:cNvContentPartPr/>
                <p14:nvPr/>
              </p14:nvContentPartPr>
              <p14:xfrm>
                <a:off x="2348422" y="5188496"/>
                <a:ext cx="110880" cy="2980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B43FDC-925E-A1D5-AE4F-89689490700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39422" y="5179856"/>
                  <a:ext cx="1285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92594E7-6755-C18F-1A57-AF7B833A065F}"/>
                    </a:ext>
                  </a:extLst>
                </p14:cNvPr>
                <p14:cNvContentPartPr/>
                <p14:nvPr/>
              </p14:nvContentPartPr>
              <p14:xfrm>
                <a:off x="2445262" y="5296136"/>
                <a:ext cx="145440" cy="159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92594E7-6755-C18F-1A57-AF7B833A065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36622" y="5287496"/>
                  <a:ext cx="163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A354C9-C371-50CC-5AA0-6A56117622E8}"/>
                    </a:ext>
                  </a:extLst>
                </p14:cNvPr>
                <p14:cNvContentPartPr/>
                <p14:nvPr/>
              </p14:nvContentPartPr>
              <p14:xfrm>
                <a:off x="2477302" y="5370296"/>
                <a:ext cx="79920" cy="5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A354C9-C371-50CC-5AA0-6A56117622E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68302" y="5361296"/>
                  <a:ext cx="97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26A2C34-6B36-18A9-4BB5-9E4C0DF55D10}"/>
                    </a:ext>
                  </a:extLst>
                </p14:cNvPr>
                <p14:cNvContentPartPr/>
                <p14:nvPr/>
              </p14:nvContentPartPr>
              <p14:xfrm>
                <a:off x="2548222" y="5230976"/>
                <a:ext cx="88560" cy="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26A2C34-6B36-18A9-4BB5-9E4C0DF55D1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39582" y="5222336"/>
                  <a:ext cx="106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F20A84-39F5-80C5-F681-543721B47CFF}"/>
                    </a:ext>
                  </a:extLst>
                </p14:cNvPr>
                <p14:cNvContentPartPr/>
                <p14:nvPr/>
              </p14:nvContentPartPr>
              <p14:xfrm>
                <a:off x="2705902" y="5167256"/>
                <a:ext cx="29520" cy="76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F20A84-39F5-80C5-F681-543721B47CF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96902" y="5158256"/>
                  <a:ext cx="47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832DF2A-51B6-12C4-650B-37DF84C8F6D5}"/>
                    </a:ext>
                  </a:extLst>
                </p14:cNvPr>
                <p14:cNvContentPartPr/>
                <p14:nvPr/>
              </p14:nvContentPartPr>
              <p14:xfrm>
                <a:off x="2796262" y="5135216"/>
                <a:ext cx="164160" cy="333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832DF2A-51B6-12C4-650B-37DF84C8F6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787262" y="5126576"/>
                  <a:ext cx="181800" cy="35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27F0F37-F64C-733E-9BC2-2BF6E5D93AB5}"/>
              </a:ext>
            </a:extLst>
          </p:cNvPr>
          <p:cNvGrpSpPr/>
          <p:nvPr/>
        </p:nvGrpSpPr>
        <p:grpSpPr>
          <a:xfrm>
            <a:off x="313702" y="5764496"/>
            <a:ext cx="2010600" cy="340920"/>
            <a:chOff x="313702" y="5764496"/>
            <a:chExt cx="2010600" cy="34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B2DD57-B259-2822-6163-A9F3E89F6F2E}"/>
                    </a:ext>
                  </a:extLst>
                </p14:cNvPr>
                <p14:cNvContentPartPr/>
                <p14:nvPr/>
              </p14:nvContentPartPr>
              <p14:xfrm>
                <a:off x="313702" y="5964656"/>
                <a:ext cx="218160" cy="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B2DD57-B259-2822-6163-A9F3E89F6F2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04702" y="5956016"/>
                  <a:ext cx="235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ABCFCB-67CD-DEB1-534B-B418EAD86F1C}"/>
                    </a:ext>
                  </a:extLst>
                </p14:cNvPr>
                <p14:cNvContentPartPr/>
                <p14:nvPr/>
              </p14:nvContentPartPr>
              <p14:xfrm>
                <a:off x="331342" y="5905976"/>
                <a:ext cx="163440" cy="5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ABCFCB-67CD-DEB1-534B-B418EAD86F1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2342" y="5896976"/>
                  <a:ext cx="181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498D949-51F2-FD23-95B7-0FB58078EA5B}"/>
                    </a:ext>
                  </a:extLst>
                </p14:cNvPr>
                <p14:cNvContentPartPr/>
                <p14:nvPr/>
              </p14:nvContentPartPr>
              <p14:xfrm>
                <a:off x="462022" y="5837216"/>
                <a:ext cx="137880" cy="171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498D949-51F2-FD23-95B7-0FB58078EA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3382" y="5828216"/>
                  <a:ext cx="1555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4FD5AF6-299D-12FA-428F-087D29DA5D62}"/>
                    </a:ext>
                  </a:extLst>
                </p14:cNvPr>
                <p14:cNvContentPartPr/>
                <p14:nvPr/>
              </p14:nvContentPartPr>
              <p14:xfrm>
                <a:off x="761902" y="5938016"/>
                <a:ext cx="35280" cy="75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4FD5AF6-299D-12FA-428F-087D29DA5D62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53262" y="5929376"/>
                  <a:ext cx="52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59B1F9-A792-DCDF-DE87-AD4ACC73FCD0}"/>
                    </a:ext>
                  </a:extLst>
                </p14:cNvPr>
                <p14:cNvContentPartPr/>
                <p14:nvPr/>
              </p14:nvContentPartPr>
              <p14:xfrm>
                <a:off x="732382" y="5823536"/>
                <a:ext cx="17280" cy="8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59B1F9-A792-DCDF-DE87-AD4ACC73FCD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3382" y="5814536"/>
                  <a:ext cx="3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4A24ECC-7A09-5D8F-C450-42695A69E8FC}"/>
                    </a:ext>
                  </a:extLst>
                </p14:cNvPr>
                <p14:cNvContentPartPr/>
                <p14:nvPr/>
              </p14:nvContentPartPr>
              <p14:xfrm>
                <a:off x="843982" y="5765216"/>
                <a:ext cx="75960" cy="340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4A24ECC-7A09-5D8F-C450-42695A69E8F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5342" y="5756216"/>
                  <a:ext cx="936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34A220-598A-9D19-E037-87C9147DE55D}"/>
                    </a:ext>
                  </a:extLst>
                </p14:cNvPr>
                <p14:cNvContentPartPr/>
                <p14:nvPr/>
              </p14:nvContentPartPr>
              <p14:xfrm>
                <a:off x="838222" y="5980856"/>
                <a:ext cx="97560" cy="21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34A220-598A-9D19-E037-87C9147DE55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29582" y="597221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2B86897-88C6-D346-8538-D19C1F1E2112}"/>
                    </a:ext>
                  </a:extLst>
                </p14:cNvPr>
                <p14:cNvContentPartPr/>
                <p14:nvPr/>
              </p14:nvContentPartPr>
              <p14:xfrm>
                <a:off x="1063222" y="5820656"/>
                <a:ext cx="175320" cy="167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2B86897-88C6-D346-8538-D19C1F1E211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54222" y="5811656"/>
                  <a:ext cx="192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00EC2AD-AFB6-27AC-56F1-1CB4EAE74AD5}"/>
                    </a:ext>
                  </a:extLst>
                </p14:cNvPr>
                <p14:cNvContentPartPr/>
                <p14:nvPr/>
              </p14:nvContentPartPr>
              <p14:xfrm>
                <a:off x="1111102" y="5910656"/>
                <a:ext cx="79560" cy="17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00EC2AD-AFB6-27AC-56F1-1CB4EAE74AD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02102" y="5901656"/>
                  <a:ext cx="97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C0F6B63-6A87-B115-50E4-ED68EFBC3C66}"/>
                    </a:ext>
                  </a:extLst>
                </p14:cNvPr>
                <p14:cNvContentPartPr/>
                <p14:nvPr/>
              </p14:nvContentPartPr>
              <p14:xfrm>
                <a:off x="1252942" y="5938016"/>
                <a:ext cx="82800" cy="73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C0F6B63-6A87-B115-50E4-ED68EFBC3C6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243942" y="5929376"/>
                  <a:ext cx="1004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A6D58EE-8F17-C30C-EF87-0E56C05650FE}"/>
                    </a:ext>
                  </a:extLst>
                </p14:cNvPr>
                <p14:cNvContentPartPr/>
                <p14:nvPr/>
              </p14:nvContentPartPr>
              <p14:xfrm>
                <a:off x="1456702" y="5878256"/>
                <a:ext cx="8640" cy="39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A6D58EE-8F17-C30C-EF87-0E56C05650F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47702" y="5869616"/>
                  <a:ext cx="26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271579F-4185-F253-ED44-A9772A51190B}"/>
                    </a:ext>
                  </a:extLst>
                </p14:cNvPr>
                <p14:cNvContentPartPr/>
                <p14:nvPr/>
              </p14:nvContentPartPr>
              <p14:xfrm>
                <a:off x="1411702" y="5764496"/>
                <a:ext cx="2880" cy="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271579F-4185-F253-ED44-A9772A51190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402702" y="5755496"/>
                  <a:ext cx="205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B9B2497-E831-FAF0-F9EF-A60CA574262C}"/>
                    </a:ext>
                  </a:extLst>
                </p14:cNvPr>
                <p14:cNvContentPartPr/>
                <p14:nvPr/>
              </p14:nvContentPartPr>
              <p14:xfrm>
                <a:off x="1498102" y="5815256"/>
                <a:ext cx="130680" cy="13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B9B2497-E831-FAF0-F9EF-A60CA574262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489462" y="5806256"/>
                  <a:ext cx="148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2DA65A5-F2FE-5CBF-64D0-1A017E9F70B2}"/>
                    </a:ext>
                  </a:extLst>
                </p14:cNvPr>
                <p14:cNvContentPartPr/>
                <p14:nvPr/>
              </p14:nvContentPartPr>
              <p14:xfrm>
                <a:off x="1770262" y="5794016"/>
                <a:ext cx="173880" cy="159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DA65A5-F2FE-5CBF-64D0-1A017E9F70B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61262" y="5785016"/>
                  <a:ext cx="191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A165038-2D69-6908-73E4-26332585366B}"/>
                    </a:ext>
                  </a:extLst>
                </p14:cNvPr>
                <p14:cNvContentPartPr/>
                <p14:nvPr/>
              </p14:nvContentPartPr>
              <p14:xfrm>
                <a:off x="1849822" y="5785016"/>
                <a:ext cx="272520" cy="131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A165038-2D69-6908-73E4-26332585366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841182" y="5776016"/>
                  <a:ext cx="290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263E87B-C08F-79BA-0CEB-6D20189E82C0}"/>
                    </a:ext>
                  </a:extLst>
                </p14:cNvPr>
                <p14:cNvContentPartPr/>
                <p14:nvPr/>
              </p14:nvContentPartPr>
              <p14:xfrm>
                <a:off x="2219902" y="5819936"/>
                <a:ext cx="104400" cy="86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263E87B-C08F-79BA-0CEB-6D20189E82C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211262" y="5811296"/>
                  <a:ext cx="1220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F3E540F-AFA3-10E4-A36C-08AD82B78CB8}"/>
              </a:ext>
            </a:extLst>
          </p:cNvPr>
          <p:cNvGrpSpPr/>
          <p:nvPr/>
        </p:nvGrpSpPr>
        <p:grpSpPr>
          <a:xfrm>
            <a:off x="2527342" y="5701856"/>
            <a:ext cx="232200" cy="291600"/>
            <a:chOff x="2527342" y="5701856"/>
            <a:chExt cx="23220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E16E6C-534A-D506-A964-AD73CC6D48D9}"/>
                    </a:ext>
                  </a:extLst>
                </p14:cNvPr>
                <p14:cNvContentPartPr/>
                <p14:nvPr/>
              </p14:nvContentPartPr>
              <p14:xfrm>
                <a:off x="2527342" y="5820296"/>
                <a:ext cx="89280" cy="82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E16E6C-534A-D506-A964-AD73CC6D48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518342" y="5811656"/>
                  <a:ext cx="106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F05A161-676F-FBC8-13A1-CEACAA9B818B}"/>
                    </a:ext>
                  </a:extLst>
                </p14:cNvPr>
                <p14:cNvContentPartPr/>
                <p14:nvPr/>
              </p14:nvContentPartPr>
              <p14:xfrm>
                <a:off x="2673862" y="5701856"/>
                <a:ext cx="62280" cy="291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F05A161-676F-FBC8-13A1-CEACAA9B818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665222" y="5692856"/>
                  <a:ext cx="799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483D40F-DEBC-72F9-964E-19CA18ACC21B}"/>
                    </a:ext>
                  </a:extLst>
                </p14:cNvPr>
                <p14:cNvContentPartPr/>
                <p14:nvPr/>
              </p14:nvContentPartPr>
              <p14:xfrm>
                <a:off x="2659102" y="5903096"/>
                <a:ext cx="100440" cy="14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483D40F-DEBC-72F9-964E-19CA18ACC21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650102" y="5894456"/>
                  <a:ext cx="11808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CD36883-A593-DF45-2E0E-1E78F5571065}"/>
              </a:ext>
            </a:extLst>
          </p:cNvPr>
          <p:cNvGrpSpPr/>
          <p:nvPr/>
        </p:nvGrpSpPr>
        <p:grpSpPr>
          <a:xfrm>
            <a:off x="2929102" y="5651096"/>
            <a:ext cx="622800" cy="287640"/>
            <a:chOff x="2929102" y="5651096"/>
            <a:chExt cx="62280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F62DE7-BD79-010D-7700-E17F4DE67194}"/>
                    </a:ext>
                  </a:extLst>
                </p14:cNvPr>
                <p14:cNvContentPartPr/>
                <p14:nvPr/>
              </p14:nvContentPartPr>
              <p14:xfrm>
                <a:off x="2929102" y="5714816"/>
                <a:ext cx="54360" cy="187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F62DE7-BD79-010D-7700-E17F4DE67194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920102" y="5706176"/>
                  <a:ext cx="720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EC77EC-09D9-2B56-5835-08AC8ED71571}"/>
                    </a:ext>
                  </a:extLst>
                </p14:cNvPr>
                <p14:cNvContentPartPr/>
                <p14:nvPr/>
              </p14:nvContentPartPr>
              <p14:xfrm>
                <a:off x="2939542" y="5697176"/>
                <a:ext cx="129600" cy="215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EC77EC-09D9-2B56-5835-08AC8ED7157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30902" y="5688536"/>
                  <a:ext cx="147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0D0BDF-2A8A-1986-D0B3-BF962EC4B9F3}"/>
                    </a:ext>
                  </a:extLst>
                </p14:cNvPr>
                <p14:cNvContentPartPr/>
                <p14:nvPr/>
              </p14:nvContentPartPr>
              <p14:xfrm>
                <a:off x="3173902" y="5651096"/>
                <a:ext cx="83160" cy="261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0D0BDF-2A8A-1986-D0B3-BF962EC4B9F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164902" y="5642096"/>
                  <a:ext cx="100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74DB761-6FEE-1CC0-C8AF-246F76375452}"/>
                    </a:ext>
                  </a:extLst>
                </p14:cNvPr>
                <p14:cNvContentPartPr/>
                <p14:nvPr/>
              </p14:nvContentPartPr>
              <p14:xfrm>
                <a:off x="3269302" y="5764856"/>
                <a:ext cx="142200" cy="141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74DB761-6FEE-1CC0-C8AF-246F7637545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60662" y="5756216"/>
                  <a:ext cx="159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C656C64-B83B-0E2E-5478-9911F7744464}"/>
                    </a:ext>
                  </a:extLst>
                </p14:cNvPr>
                <p14:cNvContentPartPr/>
                <p14:nvPr/>
              </p14:nvContentPartPr>
              <p14:xfrm>
                <a:off x="3289822" y="5837216"/>
                <a:ext cx="107640" cy="129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C656C64-B83B-0E2E-5478-9911F77444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280822" y="5828216"/>
                  <a:ext cx="1252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DF912D-C23A-73A3-48BB-7FFFE6CD703A}"/>
                    </a:ext>
                  </a:extLst>
                </p14:cNvPr>
                <p14:cNvContentPartPr/>
                <p14:nvPr/>
              </p14:nvContentPartPr>
              <p14:xfrm>
                <a:off x="3450022" y="5656496"/>
                <a:ext cx="101880" cy="282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DF912D-C23A-73A3-48BB-7FFFE6CD703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441382" y="5647496"/>
                  <a:ext cx="11952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B2EAF75-FD91-DE89-60C8-08D736775D91}"/>
              </a:ext>
            </a:extLst>
          </p:cNvPr>
          <p:cNvGrpSpPr/>
          <p:nvPr/>
        </p:nvGrpSpPr>
        <p:grpSpPr>
          <a:xfrm>
            <a:off x="762622" y="6156176"/>
            <a:ext cx="511200" cy="249120"/>
            <a:chOff x="762622" y="6156176"/>
            <a:chExt cx="51120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D4DB2C0-E1B2-E934-0E7D-9D2010A44F68}"/>
                    </a:ext>
                  </a:extLst>
                </p14:cNvPr>
                <p14:cNvContentPartPr/>
                <p14:nvPr/>
              </p14:nvContentPartPr>
              <p14:xfrm>
                <a:off x="762622" y="6156176"/>
                <a:ext cx="99000" cy="249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D4DB2C0-E1B2-E934-0E7D-9D2010A44F6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53622" y="6147176"/>
                  <a:ext cx="1166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17F7F9D-0194-2B73-ABD8-653C323590BC}"/>
                    </a:ext>
                  </a:extLst>
                </p14:cNvPr>
                <p14:cNvContentPartPr/>
                <p14:nvPr/>
              </p14:nvContentPartPr>
              <p14:xfrm>
                <a:off x="797182" y="6295136"/>
                <a:ext cx="91080" cy="25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17F7F9D-0194-2B73-ABD8-653C323590B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88542" y="6286136"/>
                  <a:ext cx="108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B470C62-6F3D-7CD0-1BF9-A71DC71A427D}"/>
                    </a:ext>
                  </a:extLst>
                </p14:cNvPr>
                <p14:cNvContentPartPr/>
                <p14:nvPr/>
              </p14:nvContentPartPr>
              <p14:xfrm>
                <a:off x="866302" y="6219896"/>
                <a:ext cx="407520" cy="159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B470C62-6F3D-7CD0-1BF9-A71DC71A427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57662" y="6210896"/>
                  <a:ext cx="4251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61484FA-EDDC-7C60-CE0F-7106FE831124}"/>
              </a:ext>
            </a:extLst>
          </p:cNvPr>
          <p:cNvGrpSpPr/>
          <p:nvPr/>
        </p:nvGrpSpPr>
        <p:grpSpPr>
          <a:xfrm>
            <a:off x="1499182" y="6139976"/>
            <a:ext cx="331200" cy="283680"/>
            <a:chOff x="1499182" y="6139976"/>
            <a:chExt cx="33120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F46B2CB-6143-2985-40BC-59B87BDD5726}"/>
                    </a:ext>
                  </a:extLst>
                </p14:cNvPr>
                <p14:cNvContentPartPr/>
                <p14:nvPr/>
              </p14:nvContentPartPr>
              <p14:xfrm>
                <a:off x="1499182" y="6251936"/>
                <a:ext cx="146880" cy="149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F46B2CB-6143-2985-40BC-59B87BDD572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490182" y="6242936"/>
                  <a:ext cx="164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7AE7F57-7040-EA91-0EAE-887A1ACFF933}"/>
                    </a:ext>
                  </a:extLst>
                </p14:cNvPr>
                <p14:cNvContentPartPr/>
                <p14:nvPr/>
              </p14:nvContentPartPr>
              <p14:xfrm>
                <a:off x="1541662" y="6333296"/>
                <a:ext cx="79560" cy="2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7AE7F57-7040-EA91-0EAE-887A1ACFF93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532662" y="6324296"/>
                  <a:ext cx="97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D76C1D9-8019-24D1-5D17-4F55EA84DB70}"/>
                    </a:ext>
                  </a:extLst>
                </p14:cNvPr>
                <p14:cNvContentPartPr/>
                <p14:nvPr/>
              </p14:nvContentPartPr>
              <p14:xfrm>
                <a:off x="1673062" y="6358496"/>
                <a:ext cx="71640" cy="65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D76C1D9-8019-24D1-5D17-4F55EA84DB7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664422" y="6349496"/>
                  <a:ext cx="892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2780257-0CC6-1686-48F9-5E9F12810FA2}"/>
                    </a:ext>
                  </a:extLst>
                </p14:cNvPr>
                <p14:cNvContentPartPr/>
                <p14:nvPr/>
              </p14:nvContentPartPr>
              <p14:xfrm>
                <a:off x="1647862" y="6177056"/>
                <a:ext cx="79920" cy="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2780257-0CC6-1686-48F9-5E9F12810FA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639222" y="6168416"/>
                  <a:ext cx="97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A9A087A-980D-1040-620B-459021A4A8AB}"/>
                    </a:ext>
                  </a:extLst>
                </p14:cNvPr>
                <p14:cNvContentPartPr/>
                <p14:nvPr/>
              </p14:nvContentPartPr>
              <p14:xfrm>
                <a:off x="1796902" y="6139976"/>
                <a:ext cx="33480" cy="72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A9A087A-980D-1040-620B-459021A4A8A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787902" y="6131336"/>
                  <a:ext cx="5112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AF32867-A991-47B0-D6D6-9E6EFC08E276}"/>
              </a:ext>
            </a:extLst>
          </p:cNvPr>
          <p:cNvGrpSpPr/>
          <p:nvPr/>
        </p:nvGrpSpPr>
        <p:grpSpPr>
          <a:xfrm>
            <a:off x="2046742" y="6150776"/>
            <a:ext cx="1027440" cy="208080"/>
            <a:chOff x="2046742" y="6150776"/>
            <a:chExt cx="1027440" cy="20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4BFE295-04BC-995B-0648-FEFDCE2D1248}"/>
                    </a:ext>
                  </a:extLst>
                </p14:cNvPr>
                <p14:cNvContentPartPr/>
                <p14:nvPr/>
              </p14:nvContentPartPr>
              <p14:xfrm>
                <a:off x="2046742" y="6256976"/>
                <a:ext cx="221040" cy="74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4BFE295-04BC-995B-0648-FEFDCE2D124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037742" y="6248336"/>
                  <a:ext cx="2386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930E75-E85E-82A1-54CB-F6D03AB1BE5C}"/>
                    </a:ext>
                  </a:extLst>
                </p14:cNvPr>
                <p14:cNvContentPartPr/>
                <p14:nvPr/>
              </p14:nvContentPartPr>
              <p14:xfrm>
                <a:off x="2301622" y="6283616"/>
                <a:ext cx="137880" cy="64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930E75-E85E-82A1-54CB-F6D03AB1BE5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292982" y="6274976"/>
                  <a:ext cx="155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CE00F2C-EACD-D726-1CBA-F575508FC428}"/>
                    </a:ext>
                  </a:extLst>
                </p14:cNvPr>
                <p14:cNvContentPartPr/>
                <p14:nvPr/>
              </p14:nvContentPartPr>
              <p14:xfrm>
                <a:off x="2429422" y="6236816"/>
                <a:ext cx="84240" cy="122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CE00F2C-EACD-D726-1CBA-F575508FC42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420422" y="6227816"/>
                  <a:ext cx="101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E301F13-F080-ED51-B959-3E29C5A702EF}"/>
                    </a:ext>
                  </a:extLst>
                </p14:cNvPr>
                <p14:cNvContentPartPr/>
                <p14:nvPr/>
              </p14:nvContentPartPr>
              <p14:xfrm>
                <a:off x="2601142" y="6150776"/>
                <a:ext cx="32760" cy="176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E301F13-F080-ED51-B959-3E29C5A702EF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592502" y="6141776"/>
                  <a:ext cx="50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07B43C0-2A07-DA17-1D6A-3EBFE0CD3555}"/>
                    </a:ext>
                  </a:extLst>
                </p14:cNvPr>
                <p14:cNvContentPartPr/>
                <p14:nvPr/>
              </p14:nvContentPartPr>
              <p14:xfrm>
                <a:off x="2535982" y="6251936"/>
                <a:ext cx="117000" cy="10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07B43C0-2A07-DA17-1D6A-3EBFE0CD355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526982" y="6242936"/>
                  <a:ext cx="1346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16C6564-8C27-071A-8DDF-244B2FAFD727}"/>
                    </a:ext>
                  </a:extLst>
                </p14:cNvPr>
                <p14:cNvContentPartPr/>
                <p14:nvPr/>
              </p14:nvContentPartPr>
              <p14:xfrm>
                <a:off x="2806702" y="6166616"/>
                <a:ext cx="267480" cy="187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16C6564-8C27-071A-8DDF-244B2FAFD72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798062" y="6157976"/>
                  <a:ext cx="2851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D78E38-DA6A-1A56-6DDE-B0D6FBF66E1E}"/>
              </a:ext>
            </a:extLst>
          </p:cNvPr>
          <p:cNvGrpSpPr/>
          <p:nvPr/>
        </p:nvGrpSpPr>
        <p:grpSpPr>
          <a:xfrm>
            <a:off x="3269302" y="6220976"/>
            <a:ext cx="480240" cy="141840"/>
            <a:chOff x="3269302" y="6220976"/>
            <a:chExt cx="480240" cy="14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1501E5C-5B2C-2A2E-A6CB-A04D1D845365}"/>
                    </a:ext>
                  </a:extLst>
                </p14:cNvPr>
                <p14:cNvContentPartPr/>
                <p14:nvPr/>
              </p14:nvContentPartPr>
              <p14:xfrm>
                <a:off x="3269302" y="6220976"/>
                <a:ext cx="175320" cy="141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1501E5C-5B2C-2A2E-A6CB-A04D1D84536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260662" y="6212336"/>
                  <a:ext cx="192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1F02FA0-485A-54C7-CCF6-8F0C3D4666E6}"/>
                    </a:ext>
                  </a:extLst>
                </p14:cNvPr>
                <p14:cNvContentPartPr/>
                <p14:nvPr/>
              </p14:nvContentPartPr>
              <p14:xfrm>
                <a:off x="3338422" y="6226016"/>
                <a:ext cx="240480" cy="119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1F02FA0-485A-54C7-CCF6-8F0C3D4666E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329782" y="6217016"/>
                  <a:ext cx="2581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6A4960-3C66-FDED-8BFD-0F925EF00A5B}"/>
                    </a:ext>
                  </a:extLst>
                </p14:cNvPr>
                <p14:cNvContentPartPr/>
                <p14:nvPr/>
              </p14:nvContentPartPr>
              <p14:xfrm>
                <a:off x="3657742" y="6236096"/>
                <a:ext cx="91800" cy="96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6A4960-3C66-FDED-8BFD-0F925EF00A5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649102" y="6227096"/>
                  <a:ext cx="1094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497555B-F402-EE98-CDE3-73F1B2932CF3}"/>
              </a:ext>
            </a:extLst>
          </p:cNvPr>
          <p:cNvGrpSpPr/>
          <p:nvPr/>
        </p:nvGrpSpPr>
        <p:grpSpPr>
          <a:xfrm>
            <a:off x="3977422" y="6065816"/>
            <a:ext cx="1018800" cy="378000"/>
            <a:chOff x="3977422" y="6065816"/>
            <a:chExt cx="101880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CB96CF5-78DF-BCDB-FED8-7AF392C6B2D8}"/>
                    </a:ext>
                  </a:extLst>
                </p14:cNvPr>
                <p14:cNvContentPartPr/>
                <p14:nvPr/>
              </p14:nvContentPartPr>
              <p14:xfrm>
                <a:off x="3977422" y="6261296"/>
                <a:ext cx="107280" cy="71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CB96CF5-78DF-BCDB-FED8-7AF392C6B2D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968422" y="6252296"/>
                  <a:ext cx="124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13513D1-7DF6-27A9-3AAD-6AE558FC90AA}"/>
                    </a:ext>
                  </a:extLst>
                </p14:cNvPr>
                <p14:cNvContentPartPr/>
                <p14:nvPr/>
              </p14:nvContentPartPr>
              <p14:xfrm>
                <a:off x="4123582" y="6147896"/>
                <a:ext cx="97920" cy="295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13513D1-7DF6-27A9-3AAD-6AE558FC90A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114942" y="6139256"/>
                  <a:ext cx="1155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C1D3A65-2982-8C4D-156A-B25D2B47A597}"/>
                    </a:ext>
                  </a:extLst>
                </p14:cNvPr>
                <p14:cNvContentPartPr/>
                <p14:nvPr/>
              </p14:nvContentPartPr>
              <p14:xfrm>
                <a:off x="4135102" y="6370736"/>
                <a:ext cx="75600" cy="90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C1D3A65-2982-8C4D-156A-B25D2B47A59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126462" y="6361736"/>
                  <a:ext cx="93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60AEB6D-4A72-0EC6-C17F-5F44CA476E33}"/>
                    </a:ext>
                  </a:extLst>
                </p14:cNvPr>
                <p14:cNvContentPartPr/>
                <p14:nvPr/>
              </p14:nvContentPartPr>
              <p14:xfrm>
                <a:off x="4364422" y="6161216"/>
                <a:ext cx="90720" cy="185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60AEB6D-4A72-0EC6-C17F-5F44CA476E3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355782" y="6152576"/>
                  <a:ext cx="108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403FC2B-E7B4-9DE9-19C0-9BE4A1F90207}"/>
                    </a:ext>
                  </a:extLst>
                </p14:cNvPr>
                <p14:cNvContentPartPr/>
                <p14:nvPr/>
              </p14:nvContentPartPr>
              <p14:xfrm>
                <a:off x="4391062" y="6161576"/>
                <a:ext cx="160200" cy="192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403FC2B-E7B4-9DE9-19C0-9BE4A1F9020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82422" y="6152936"/>
                  <a:ext cx="177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428D404-675D-FBE6-41DA-95B3F631F1B5}"/>
                    </a:ext>
                  </a:extLst>
                </p14:cNvPr>
                <p14:cNvContentPartPr/>
                <p14:nvPr/>
              </p14:nvContentPartPr>
              <p14:xfrm>
                <a:off x="4613542" y="6108296"/>
                <a:ext cx="107280" cy="272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428D404-675D-FBE6-41DA-95B3F631F1B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04902" y="6099296"/>
                  <a:ext cx="124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18C41FF-35B0-2708-DC05-0B50538E7F2D}"/>
                    </a:ext>
                  </a:extLst>
                </p14:cNvPr>
                <p14:cNvContentPartPr/>
                <p14:nvPr/>
              </p14:nvContentPartPr>
              <p14:xfrm>
                <a:off x="4694182" y="6195416"/>
                <a:ext cx="182880" cy="136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18C41FF-35B0-2708-DC05-0B50538E7F2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85182" y="6186776"/>
                  <a:ext cx="200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C112D5F-9F51-5D9D-A562-8CE0B8E652B0}"/>
                    </a:ext>
                  </a:extLst>
                </p14:cNvPr>
                <p14:cNvContentPartPr/>
                <p14:nvPr/>
              </p14:nvContentPartPr>
              <p14:xfrm>
                <a:off x="4720822" y="6254816"/>
                <a:ext cx="117000" cy="15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C112D5F-9F51-5D9D-A562-8CE0B8E652B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712182" y="6245816"/>
                  <a:ext cx="1346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D71525-3A84-7031-F4CC-90FEAE4E305C}"/>
                    </a:ext>
                  </a:extLst>
                </p14:cNvPr>
                <p14:cNvContentPartPr/>
                <p14:nvPr/>
              </p14:nvContentPartPr>
              <p14:xfrm>
                <a:off x="4821622" y="6065816"/>
                <a:ext cx="174600" cy="303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D71525-3A84-7031-F4CC-90FEAE4E305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812982" y="6056816"/>
                  <a:ext cx="192240" cy="32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687ED0D-2335-0458-9C0C-59E7D3EF0516}"/>
              </a:ext>
            </a:extLst>
          </p:cNvPr>
          <p:cNvGrpSpPr/>
          <p:nvPr/>
        </p:nvGrpSpPr>
        <p:grpSpPr>
          <a:xfrm>
            <a:off x="5612542" y="6151496"/>
            <a:ext cx="650160" cy="383760"/>
            <a:chOff x="5612542" y="6151496"/>
            <a:chExt cx="650160" cy="38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883991B-87DC-ADDA-485C-F916E6433D38}"/>
                    </a:ext>
                  </a:extLst>
                </p14:cNvPr>
                <p14:cNvContentPartPr/>
                <p14:nvPr/>
              </p14:nvContentPartPr>
              <p14:xfrm>
                <a:off x="5612542" y="6151496"/>
                <a:ext cx="117720" cy="38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883991B-87DC-ADDA-485C-F916E6433D3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603542" y="6142856"/>
                  <a:ext cx="1353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BF30211-CA2D-1169-406C-4963C8376D11}"/>
                    </a:ext>
                  </a:extLst>
                </p14:cNvPr>
                <p14:cNvContentPartPr/>
                <p14:nvPr/>
              </p14:nvContentPartPr>
              <p14:xfrm>
                <a:off x="5612902" y="6389096"/>
                <a:ext cx="128880" cy="223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BF30211-CA2D-1169-406C-4963C8376D1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603902" y="6380456"/>
                  <a:ext cx="146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BE94989-94F0-A4F3-65E7-78D43D174073}"/>
                    </a:ext>
                  </a:extLst>
                </p14:cNvPr>
                <p14:cNvContentPartPr/>
                <p14:nvPr/>
              </p14:nvContentPartPr>
              <p14:xfrm>
                <a:off x="5741422" y="6291536"/>
                <a:ext cx="53640" cy="120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BE94989-94F0-A4F3-65E7-78D43D17407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732422" y="6282896"/>
                  <a:ext cx="712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3FA2D74-825D-5705-1D1D-07F93E529CF0}"/>
                    </a:ext>
                  </a:extLst>
                </p14:cNvPr>
                <p14:cNvContentPartPr/>
                <p14:nvPr/>
              </p14:nvContentPartPr>
              <p14:xfrm>
                <a:off x="5877142" y="6337616"/>
                <a:ext cx="97920" cy="784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3FA2D74-825D-5705-1D1D-07F93E529CF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868502" y="6328616"/>
                  <a:ext cx="115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EA17A9-842B-1DF4-2D04-B37337BA1458}"/>
                    </a:ext>
                  </a:extLst>
                </p14:cNvPr>
                <p14:cNvContentPartPr/>
                <p14:nvPr/>
              </p14:nvContentPartPr>
              <p14:xfrm>
                <a:off x="6033742" y="6318896"/>
                <a:ext cx="228960" cy="81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EA17A9-842B-1DF4-2D04-B37337BA145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025102" y="6310256"/>
                  <a:ext cx="24660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A925182-339F-85F7-80B1-069074572E17}"/>
              </a:ext>
            </a:extLst>
          </p:cNvPr>
          <p:cNvGrpSpPr/>
          <p:nvPr/>
        </p:nvGrpSpPr>
        <p:grpSpPr>
          <a:xfrm>
            <a:off x="6512902" y="6129536"/>
            <a:ext cx="1361520" cy="410400"/>
            <a:chOff x="6512902" y="6129536"/>
            <a:chExt cx="1361520" cy="41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C2B151D-9327-0CCB-F60D-AB849E7D4A19}"/>
                    </a:ext>
                  </a:extLst>
                </p14:cNvPr>
                <p14:cNvContentPartPr/>
                <p14:nvPr/>
              </p14:nvContentPartPr>
              <p14:xfrm>
                <a:off x="6512902" y="6278216"/>
                <a:ext cx="85680" cy="122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C2B151D-9327-0CCB-F60D-AB849E7D4A1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503902" y="6269576"/>
                  <a:ext cx="1033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D5764F5-890F-29A5-B185-A8640900D0E0}"/>
                    </a:ext>
                  </a:extLst>
                </p14:cNvPr>
                <p14:cNvContentPartPr/>
                <p14:nvPr/>
              </p14:nvContentPartPr>
              <p14:xfrm>
                <a:off x="6639982" y="6326096"/>
                <a:ext cx="102600" cy="169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D5764F5-890F-29A5-B185-A8640900D0E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630982" y="6317456"/>
                  <a:ext cx="12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F992C6F-8E3E-CE0F-19DE-93D87C225A1E}"/>
                    </a:ext>
                  </a:extLst>
                </p14:cNvPr>
                <p14:cNvContentPartPr/>
                <p14:nvPr/>
              </p14:nvContentPartPr>
              <p14:xfrm>
                <a:off x="6804502" y="6303776"/>
                <a:ext cx="190080" cy="68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F992C6F-8E3E-CE0F-19DE-93D87C225A1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795862" y="6295136"/>
                  <a:ext cx="207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B8EA629-866C-04FA-3229-BE1081ACF301}"/>
                    </a:ext>
                  </a:extLst>
                </p14:cNvPr>
                <p14:cNvContentPartPr/>
                <p14:nvPr/>
              </p14:nvContentPartPr>
              <p14:xfrm>
                <a:off x="7065142" y="6279656"/>
                <a:ext cx="181440" cy="57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B8EA629-866C-04FA-3229-BE1081ACF30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056502" y="6270656"/>
                  <a:ext cx="199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65B9FF2-613C-3F22-FD50-407A21F4A93B}"/>
                    </a:ext>
                  </a:extLst>
                </p14:cNvPr>
                <p14:cNvContentPartPr/>
                <p14:nvPr/>
              </p14:nvContentPartPr>
              <p14:xfrm>
                <a:off x="7214182" y="6278576"/>
                <a:ext cx="96480" cy="25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65B9FF2-613C-3F22-FD50-407A21F4A93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205182" y="6269576"/>
                  <a:ext cx="114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83943B1-E8DC-EBBB-AAB6-7E33A6C4B15A}"/>
                    </a:ext>
                  </a:extLst>
                </p14:cNvPr>
                <p14:cNvContentPartPr/>
                <p14:nvPr/>
              </p14:nvContentPartPr>
              <p14:xfrm>
                <a:off x="7416502" y="6241856"/>
                <a:ext cx="92520" cy="165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83943B1-E8DC-EBBB-AAB6-7E33A6C4B15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407502" y="6232856"/>
                  <a:ext cx="1101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EA255AC-F04B-645E-0F83-26572852B4A7}"/>
                    </a:ext>
                  </a:extLst>
                </p14:cNvPr>
                <p14:cNvContentPartPr/>
                <p14:nvPr/>
              </p14:nvContentPartPr>
              <p14:xfrm>
                <a:off x="7490302" y="6129536"/>
                <a:ext cx="78120" cy="246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EA255AC-F04B-645E-0F83-26572852B4A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7481662" y="6120536"/>
                  <a:ext cx="95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955E52-C52D-EE0C-1AFD-4D59D109DE9E}"/>
                    </a:ext>
                  </a:extLst>
                </p14:cNvPr>
                <p14:cNvContentPartPr/>
                <p14:nvPr/>
              </p14:nvContentPartPr>
              <p14:xfrm>
                <a:off x="7526302" y="6289016"/>
                <a:ext cx="92160" cy="108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955E52-C52D-EE0C-1AFD-4D59D109DE9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7517662" y="6280016"/>
                  <a:ext cx="109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8F91648-8F87-091F-19CE-8E5F53616D45}"/>
                    </a:ext>
                  </a:extLst>
                </p14:cNvPr>
                <p14:cNvContentPartPr/>
                <p14:nvPr/>
              </p14:nvContentPartPr>
              <p14:xfrm>
                <a:off x="7667422" y="6246896"/>
                <a:ext cx="43200" cy="1126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8F91648-8F87-091F-19CE-8E5F53616D4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658782" y="6237896"/>
                  <a:ext cx="60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310E970-FE0F-6326-5788-2DA139DD3904}"/>
                    </a:ext>
                  </a:extLst>
                </p14:cNvPr>
                <p14:cNvContentPartPr/>
                <p14:nvPr/>
              </p14:nvContentPartPr>
              <p14:xfrm>
                <a:off x="7782982" y="6277496"/>
                <a:ext cx="91440" cy="262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310E970-FE0F-6326-5788-2DA139DD390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773982" y="6268856"/>
                  <a:ext cx="1090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9613379-142A-8F4A-90FE-96AB95351C9B}"/>
              </a:ext>
            </a:extLst>
          </p:cNvPr>
          <p:cNvGrpSpPr/>
          <p:nvPr/>
        </p:nvGrpSpPr>
        <p:grpSpPr>
          <a:xfrm>
            <a:off x="8186542" y="6155456"/>
            <a:ext cx="1127520" cy="267120"/>
            <a:chOff x="8186542" y="6155456"/>
            <a:chExt cx="112752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36CABC8-9B38-6683-E0F1-806CDB309AEB}"/>
                    </a:ext>
                  </a:extLst>
                </p14:cNvPr>
                <p14:cNvContentPartPr/>
                <p14:nvPr/>
              </p14:nvContentPartPr>
              <p14:xfrm>
                <a:off x="8186542" y="6299456"/>
                <a:ext cx="63720" cy="115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36CABC8-9B38-6683-E0F1-806CDB309AE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177542" y="6290816"/>
                  <a:ext cx="81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A66CF9B-6D24-A084-4AA9-E8B0C66B2E7B}"/>
                    </a:ext>
                  </a:extLst>
                </p14:cNvPr>
                <p14:cNvContentPartPr/>
                <p14:nvPr/>
              </p14:nvContentPartPr>
              <p14:xfrm>
                <a:off x="8297422" y="6298736"/>
                <a:ext cx="74520" cy="103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A66CF9B-6D24-A084-4AA9-E8B0C66B2E7B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288782" y="6290096"/>
                  <a:ext cx="921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A1B7C51-F6AE-12BE-39C1-EA2E5CC21E05}"/>
                    </a:ext>
                  </a:extLst>
                </p14:cNvPr>
                <p14:cNvContentPartPr/>
                <p14:nvPr/>
              </p14:nvContentPartPr>
              <p14:xfrm>
                <a:off x="8399662" y="6308096"/>
                <a:ext cx="131760" cy="79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A1B7C51-F6AE-12BE-39C1-EA2E5CC21E0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390662" y="6299456"/>
                  <a:ext cx="1494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090418-5E10-1D20-9C40-19B7FD5546F5}"/>
                    </a:ext>
                  </a:extLst>
                </p14:cNvPr>
                <p14:cNvContentPartPr/>
                <p14:nvPr/>
              </p14:nvContentPartPr>
              <p14:xfrm>
                <a:off x="8516662" y="6278216"/>
                <a:ext cx="129960" cy="144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090418-5E10-1D20-9C40-19B7FD5546F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507662" y="6269576"/>
                  <a:ext cx="147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650F97-78CD-705A-F28B-8004FEE8252A}"/>
                    </a:ext>
                  </a:extLst>
                </p14:cNvPr>
                <p14:cNvContentPartPr/>
                <p14:nvPr/>
              </p14:nvContentPartPr>
              <p14:xfrm>
                <a:off x="8654902" y="6177416"/>
                <a:ext cx="43200" cy="2253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650F97-78CD-705A-F28B-8004FEE8252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645902" y="6168416"/>
                  <a:ext cx="60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CA4DF68-203B-C046-B287-0138FCDA2B30}"/>
                    </a:ext>
                  </a:extLst>
                </p14:cNvPr>
                <p14:cNvContentPartPr/>
                <p14:nvPr/>
              </p14:nvContentPartPr>
              <p14:xfrm>
                <a:off x="8628262" y="6304496"/>
                <a:ext cx="101160" cy="16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CA4DF68-203B-C046-B287-0138FCDA2B3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619262" y="6295496"/>
                  <a:ext cx="11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E94FFEA-9DC7-99B1-013D-11AC094AFC0F}"/>
                    </a:ext>
                  </a:extLst>
                </p14:cNvPr>
                <p14:cNvContentPartPr/>
                <p14:nvPr/>
              </p14:nvContentPartPr>
              <p14:xfrm>
                <a:off x="8733742" y="6256976"/>
                <a:ext cx="33840" cy="1148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E94FFEA-9DC7-99B1-013D-11AC094AFC0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725102" y="6247976"/>
                  <a:ext cx="51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239D270-2605-728B-AB25-AFE1CA09640B}"/>
                    </a:ext>
                  </a:extLst>
                </p14:cNvPr>
                <p14:cNvContentPartPr/>
                <p14:nvPr/>
              </p14:nvContentPartPr>
              <p14:xfrm>
                <a:off x="8856862" y="6299456"/>
                <a:ext cx="109800" cy="1011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239D270-2605-728B-AB25-AFE1CA09640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848222" y="6290816"/>
                  <a:ext cx="127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77490EC-A93C-0548-BBB8-FCFC8258D6BA}"/>
                    </a:ext>
                  </a:extLst>
                </p14:cNvPr>
                <p14:cNvContentPartPr/>
                <p14:nvPr/>
              </p14:nvContentPartPr>
              <p14:xfrm>
                <a:off x="9026782" y="6331496"/>
                <a:ext cx="9360" cy="835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77490EC-A93C-0548-BBB8-FCFC8258D6B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018142" y="6322856"/>
                  <a:ext cx="27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E8DA624-80FB-DCA6-2F9C-83B28F80F5BD}"/>
                    </a:ext>
                  </a:extLst>
                </p14:cNvPr>
                <p14:cNvContentPartPr/>
                <p14:nvPr/>
              </p14:nvContentPartPr>
              <p14:xfrm>
                <a:off x="8979982" y="6198656"/>
                <a:ext cx="4680" cy="223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E8DA624-80FB-DCA6-2F9C-83B28F80F5B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71342" y="618965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F0C2B9C-D521-812E-B539-FC342270D0C1}"/>
                    </a:ext>
                  </a:extLst>
                </p14:cNvPr>
                <p14:cNvContentPartPr/>
                <p14:nvPr/>
              </p14:nvContentPartPr>
              <p14:xfrm>
                <a:off x="9069262" y="6305936"/>
                <a:ext cx="164520" cy="928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F0C2B9C-D521-812E-B539-FC342270D0C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060622" y="6296936"/>
                  <a:ext cx="1821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E64B09-82E8-B60C-79FE-4A363D7482A7}"/>
                    </a:ext>
                  </a:extLst>
                </p14:cNvPr>
                <p14:cNvContentPartPr/>
                <p14:nvPr/>
              </p14:nvContentPartPr>
              <p14:xfrm>
                <a:off x="9228742" y="6155456"/>
                <a:ext cx="79200" cy="2559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E64B09-82E8-B60C-79FE-4A363D7482A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220102" y="6146816"/>
                  <a:ext cx="96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FC1EBB0-7DB1-7AA6-6F92-112BCC66E51E}"/>
                    </a:ext>
                  </a:extLst>
                </p14:cNvPr>
                <p14:cNvContentPartPr/>
                <p14:nvPr/>
              </p14:nvContentPartPr>
              <p14:xfrm>
                <a:off x="9272662" y="6262376"/>
                <a:ext cx="41400" cy="154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FC1EBB0-7DB1-7AA6-6F92-112BCC66E51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264022" y="6253736"/>
                  <a:ext cx="590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EB1993F-2763-11ED-FDAD-3999C4E409C0}"/>
                  </a:ext>
                </a:extLst>
              </p14:cNvPr>
              <p14:cNvContentPartPr/>
              <p14:nvPr/>
            </p14:nvContentPartPr>
            <p14:xfrm>
              <a:off x="4389982" y="1957136"/>
              <a:ext cx="423000" cy="4104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EB1993F-2763-11ED-FDAD-3999C4E409C0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4381342" y="1948136"/>
                <a:ext cx="44064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CE8F3EE-6BC2-30C6-C808-69AB7CE2EF1A}"/>
                  </a:ext>
                </a:extLst>
              </p14:cNvPr>
              <p14:cNvContentPartPr/>
              <p14:nvPr/>
            </p14:nvContentPartPr>
            <p14:xfrm>
              <a:off x="6332902" y="1982696"/>
              <a:ext cx="329040" cy="594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CE8F3EE-6BC2-30C6-C808-69AB7CE2EF1A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323902" y="1974056"/>
                <a:ext cx="346680" cy="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B7B0ADC-2A25-7121-7228-5D9001D734A3}"/>
              </a:ext>
            </a:extLst>
          </p:cNvPr>
          <p:cNvGrpSpPr/>
          <p:nvPr/>
        </p:nvGrpSpPr>
        <p:grpSpPr>
          <a:xfrm>
            <a:off x="8559142" y="648536"/>
            <a:ext cx="569160" cy="252000"/>
            <a:chOff x="8559142" y="648536"/>
            <a:chExt cx="56916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A5AE369-B5F2-8FC6-379E-1D0FF40F4D3B}"/>
                    </a:ext>
                  </a:extLst>
                </p14:cNvPr>
                <p14:cNvContentPartPr/>
                <p14:nvPr/>
              </p14:nvContentPartPr>
              <p14:xfrm>
                <a:off x="8559142" y="648536"/>
                <a:ext cx="251280" cy="218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A5AE369-B5F2-8FC6-379E-1D0FF40F4D3B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550142" y="639536"/>
                  <a:ext cx="268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DCD37FA-5397-A2BF-64ED-3DCA3261A4FB}"/>
                    </a:ext>
                  </a:extLst>
                </p14:cNvPr>
                <p14:cNvContentPartPr/>
                <p14:nvPr/>
              </p14:nvContentPartPr>
              <p14:xfrm>
                <a:off x="8580382" y="765896"/>
                <a:ext cx="118440" cy="208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DCD37FA-5397-A2BF-64ED-3DCA3261A4FB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571382" y="757256"/>
                  <a:ext cx="13608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3872892-378E-0640-3F84-EA6109638700}"/>
                    </a:ext>
                  </a:extLst>
                </p14:cNvPr>
                <p14:cNvContentPartPr/>
                <p14:nvPr/>
              </p14:nvContentPartPr>
              <p14:xfrm>
                <a:off x="8832382" y="829256"/>
                <a:ext cx="128880" cy="71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3872892-378E-0640-3F84-EA610963870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823742" y="820256"/>
                  <a:ext cx="146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FF975A1-1205-105B-E1B9-CE428EFE8EC6}"/>
                    </a:ext>
                  </a:extLst>
                </p14:cNvPr>
                <p14:cNvContentPartPr/>
                <p14:nvPr/>
              </p14:nvContentPartPr>
              <p14:xfrm>
                <a:off x="9048022" y="766256"/>
                <a:ext cx="80280" cy="10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FF975A1-1205-105B-E1B9-CE428EFE8EC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039022" y="757616"/>
                  <a:ext cx="979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A363FB6-4793-1B31-2C51-52614A6C2323}"/>
                    </a:ext>
                  </a:extLst>
                </p14:cNvPr>
                <p14:cNvContentPartPr/>
                <p14:nvPr/>
              </p14:nvContentPartPr>
              <p14:xfrm>
                <a:off x="9053062" y="702536"/>
                <a:ext cx="69840" cy="7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A363FB6-4793-1B31-2C51-52614A6C2323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044062" y="693536"/>
                  <a:ext cx="874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42288ABB-A922-AF26-6403-A97FE3E7B61D}"/>
              </a:ext>
            </a:extLst>
          </p:cNvPr>
          <p:cNvGrpSpPr/>
          <p:nvPr/>
        </p:nvGrpSpPr>
        <p:grpSpPr>
          <a:xfrm>
            <a:off x="9303982" y="305096"/>
            <a:ext cx="573840" cy="490680"/>
            <a:chOff x="9303982" y="305096"/>
            <a:chExt cx="573840" cy="49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3438B48-9E81-77B1-A42E-FDBC1678732B}"/>
                    </a:ext>
                  </a:extLst>
                </p14:cNvPr>
                <p14:cNvContentPartPr/>
                <p14:nvPr/>
              </p14:nvContentPartPr>
              <p14:xfrm>
                <a:off x="9303982" y="674456"/>
                <a:ext cx="69480" cy="1213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3438B48-9E81-77B1-A42E-FDBC1678732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294982" y="665456"/>
                  <a:ext cx="871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095519D-BB29-C53D-B55B-A819A32FA993}"/>
                    </a:ext>
                  </a:extLst>
                </p14:cNvPr>
                <p14:cNvContentPartPr/>
                <p14:nvPr/>
              </p14:nvContentPartPr>
              <p14:xfrm>
                <a:off x="9465622" y="674096"/>
                <a:ext cx="162000" cy="1033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095519D-BB29-C53D-B55B-A819A32FA993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456622" y="665096"/>
                  <a:ext cx="179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29F83C6-2576-1E64-E91D-D09CA3D4280E}"/>
                    </a:ext>
                  </a:extLst>
                </p14:cNvPr>
                <p14:cNvContentPartPr/>
                <p14:nvPr/>
              </p14:nvContentPartPr>
              <p14:xfrm>
                <a:off x="9597382" y="494096"/>
                <a:ext cx="91440" cy="1760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29F83C6-2576-1E64-E91D-D09CA3D4280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588742" y="485456"/>
                  <a:ext cx="109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33F221-5BB7-6F51-55E7-3EE736C79DAB}"/>
                    </a:ext>
                  </a:extLst>
                </p14:cNvPr>
                <p14:cNvContentPartPr/>
                <p14:nvPr/>
              </p14:nvContentPartPr>
              <p14:xfrm>
                <a:off x="9550582" y="322736"/>
                <a:ext cx="8280" cy="15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33F221-5BB7-6F51-55E7-3EE736C79D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541582" y="314096"/>
                  <a:ext cx="25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FFFDB5-A0F9-06E4-6C8A-B31CC895AC6B}"/>
                    </a:ext>
                  </a:extLst>
                </p14:cNvPr>
                <p14:cNvContentPartPr/>
                <p14:nvPr/>
              </p14:nvContentPartPr>
              <p14:xfrm>
                <a:off x="9733822" y="305096"/>
                <a:ext cx="144000" cy="1843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FFFDB5-A0F9-06E4-6C8A-B31CC895AC6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25182" y="296456"/>
                  <a:ext cx="1616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C39568-BAC1-657D-4537-F18DD493CD61}"/>
                    </a:ext>
                  </a:extLst>
                </p14:cNvPr>
                <p14:cNvContentPartPr/>
                <p14:nvPr/>
              </p14:nvContentPartPr>
              <p14:xfrm>
                <a:off x="9759382" y="422816"/>
                <a:ext cx="86760" cy="79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C39568-BAC1-657D-4537-F18DD493CD6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750382" y="414176"/>
                  <a:ext cx="1044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630043E-EB08-BB79-ED30-EFEEB28DEEFA}"/>
                  </a:ext>
                </a:extLst>
              </p14:cNvPr>
              <p14:cNvContentPartPr/>
              <p14:nvPr/>
            </p14:nvContentPartPr>
            <p14:xfrm>
              <a:off x="10305142" y="389696"/>
              <a:ext cx="46440" cy="1357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630043E-EB08-BB79-ED30-EFEEB28DEEFA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0296502" y="380696"/>
                <a:ext cx="6408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93FD9B5-FE04-8EA8-A64E-0DEE55F66521}"/>
                  </a:ext>
                </a:extLst>
              </p14:cNvPr>
              <p14:cNvContentPartPr/>
              <p14:nvPr/>
            </p14:nvContentPartPr>
            <p14:xfrm>
              <a:off x="10854142" y="452336"/>
              <a:ext cx="33840" cy="1216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93FD9B5-FE04-8EA8-A64E-0DEE55F66521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0845142" y="443696"/>
                <a:ext cx="51480" cy="13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1882072-6EDA-CEE9-5E6B-3B1C9AE648BA}"/>
              </a:ext>
            </a:extLst>
          </p:cNvPr>
          <p:cNvGrpSpPr/>
          <p:nvPr/>
        </p:nvGrpSpPr>
        <p:grpSpPr>
          <a:xfrm>
            <a:off x="10217662" y="653216"/>
            <a:ext cx="771480" cy="288360"/>
            <a:chOff x="10217662" y="653216"/>
            <a:chExt cx="771480" cy="28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BA1322D-EF1E-F5F4-441B-289B92025AA0}"/>
                    </a:ext>
                  </a:extLst>
                </p14:cNvPr>
                <p14:cNvContentPartPr/>
                <p14:nvPr/>
              </p14:nvContentPartPr>
              <p14:xfrm>
                <a:off x="10265902" y="653216"/>
                <a:ext cx="207000" cy="16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BA1322D-EF1E-F5F4-441B-289B92025AA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257262" y="644216"/>
                  <a:ext cx="22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AC8BA12-E214-3987-A860-DED04459A00F}"/>
                    </a:ext>
                  </a:extLst>
                </p14:cNvPr>
                <p14:cNvContentPartPr/>
                <p14:nvPr/>
              </p14:nvContentPartPr>
              <p14:xfrm>
                <a:off x="10217662" y="736016"/>
                <a:ext cx="145080" cy="1738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AC8BA12-E214-3987-A860-DED04459A00F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209022" y="727376"/>
                  <a:ext cx="162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945AD0F-77AC-D888-D0E0-5D6039F26396}"/>
                    </a:ext>
                  </a:extLst>
                </p14:cNvPr>
                <p14:cNvContentPartPr/>
                <p14:nvPr/>
              </p14:nvContentPartPr>
              <p14:xfrm>
                <a:off x="10223782" y="824936"/>
                <a:ext cx="90000" cy="10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945AD0F-77AC-D888-D0E0-5D6039F2639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15142" y="81593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98066F7-EF3D-4157-8E0C-75620197959E}"/>
                    </a:ext>
                  </a:extLst>
                </p14:cNvPr>
                <p14:cNvContentPartPr/>
                <p14:nvPr/>
              </p14:nvContentPartPr>
              <p14:xfrm>
                <a:off x="10392262" y="855896"/>
                <a:ext cx="81720" cy="8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98066F7-EF3D-4157-8E0C-75620197959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383622" y="846896"/>
                  <a:ext cx="993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17BE7E8-F12F-81C9-260F-EF47D0FB4C92}"/>
                    </a:ext>
                  </a:extLst>
                </p14:cNvPr>
                <p14:cNvContentPartPr/>
                <p14:nvPr/>
              </p14:nvContentPartPr>
              <p14:xfrm>
                <a:off x="10624462" y="723776"/>
                <a:ext cx="93240" cy="15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17BE7E8-F12F-81C9-260F-EF47D0FB4C92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615462" y="715136"/>
                  <a:ext cx="1108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30C5E7B-9718-0994-05D0-BB66F62610B4}"/>
                    </a:ext>
                  </a:extLst>
                </p14:cNvPr>
                <p14:cNvContentPartPr/>
                <p14:nvPr/>
              </p14:nvContentPartPr>
              <p14:xfrm>
                <a:off x="10595662" y="655016"/>
                <a:ext cx="106200" cy="205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30C5E7B-9718-0994-05D0-BB66F62610B4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586662" y="646016"/>
                  <a:ext cx="12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E2A1D9F-D296-00D3-5C05-871923702C7F}"/>
                    </a:ext>
                  </a:extLst>
                </p14:cNvPr>
                <p14:cNvContentPartPr/>
                <p14:nvPr/>
              </p14:nvContentPartPr>
              <p14:xfrm>
                <a:off x="10799062" y="658976"/>
                <a:ext cx="190080" cy="16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E2A1D9F-D296-00D3-5C05-871923702C7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790062" y="649976"/>
                  <a:ext cx="2077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3039660-D995-8494-9900-C17112124BB9}"/>
                    </a:ext>
                  </a:extLst>
                </p14:cNvPr>
                <p14:cNvContentPartPr/>
                <p14:nvPr/>
              </p14:nvContentPartPr>
              <p14:xfrm>
                <a:off x="10891942" y="748976"/>
                <a:ext cx="80640" cy="91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3039660-D995-8494-9900-C17112124BB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883302" y="739976"/>
                  <a:ext cx="98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9C3AF54-8640-7876-EAD3-0D1D77BA53ED}"/>
                    </a:ext>
                  </a:extLst>
                </p14:cNvPr>
                <p14:cNvContentPartPr/>
                <p14:nvPr/>
              </p14:nvContentPartPr>
              <p14:xfrm>
                <a:off x="10876822" y="784256"/>
                <a:ext cx="33120" cy="63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9C3AF54-8640-7876-EAD3-0D1D77BA53ED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867822" y="775616"/>
                  <a:ext cx="507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72DE13C-EE3C-3E5B-34AA-2DC09192B921}"/>
              </a:ext>
            </a:extLst>
          </p:cNvPr>
          <p:cNvGrpSpPr/>
          <p:nvPr/>
        </p:nvGrpSpPr>
        <p:grpSpPr>
          <a:xfrm>
            <a:off x="11201182" y="349016"/>
            <a:ext cx="580680" cy="448920"/>
            <a:chOff x="11201182" y="349016"/>
            <a:chExt cx="58068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38A2B14C-1D18-F2E1-B185-5AE4B6035D9D}"/>
                    </a:ext>
                  </a:extLst>
                </p14:cNvPr>
                <p14:cNvContentPartPr/>
                <p14:nvPr/>
              </p14:nvContentPartPr>
              <p14:xfrm>
                <a:off x="11201182" y="661136"/>
                <a:ext cx="254160" cy="1368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38A2B14C-1D18-F2E1-B185-5AE4B6035D9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192542" y="652136"/>
                  <a:ext cx="271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632E839-018C-EE59-33BB-FA9E38D1418E}"/>
                    </a:ext>
                  </a:extLst>
                </p14:cNvPr>
                <p14:cNvContentPartPr/>
                <p14:nvPr/>
              </p14:nvContentPartPr>
              <p14:xfrm>
                <a:off x="11336542" y="544496"/>
                <a:ext cx="83160" cy="14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632E839-018C-EE59-33BB-FA9E38D1418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27542" y="535496"/>
                  <a:ext cx="100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2FEEF9F-C435-F21C-EEF0-3D89044F2004}"/>
                    </a:ext>
                  </a:extLst>
                </p14:cNvPr>
                <p14:cNvContentPartPr/>
                <p14:nvPr/>
              </p14:nvContentPartPr>
              <p14:xfrm>
                <a:off x="11525902" y="504896"/>
                <a:ext cx="75600" cy="1972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2FEEF9F-C435-F21C-EEF0-3D89044F200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516902" y="495896"/>
                  <a:ext cx="93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969C7A2-BECB-D21F-F5B8-1880B10ADC58}"/>
                    </a:ext>
                  </a:extLst>
                </p14:cNvPr>
                <p14:cNvContentPartPr/>
                <p14:nvPr/>
              </p14:nvContentPartPr>
              <p14:xfrm>
                <a:off x="11510782" y="388256"/>
                <a:ext cx="9720" cy="158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969C7A2-BECB-D21F-F5B8-1880B10ADC5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502142" y="379616"/>
                  <a:ext cx="273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9E94B7-7A61-B882-1461-B3CAF59F6420}"/>
                    </a:ext>
                  </a:extLst>
                </p14:cNvPr>
                <p14:cNvContentPartPr/>
                <p14:nvPr/>
              </p14:nvContentPartPr>
              <p14:xfrm>
                <a:off x="11636062" y="349016"/>
                <a:ext cx="145800" cy="1724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9E94B7-7A61-B882-1461-B3CAF59F642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627062" y="340376"/>
                  <a:ext cx="163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EBFFC2E-90AE-9FFE-6138-1C03C4625BF2}"/>
                    </a:ext>
                  </a:extLst>
                </p14:cNvPr>
                <p14:cNvContentPartPr/>
                <p14:nvPr/>
              </p14:nvContentPartPr>
              <p14:xfrm>
                <a:off x="11691862" y="441176"/>
                <a:ext cx="25200" cy="36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EBFFC2E-90AE-9FFE-6138-1C03C4625BF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683222" y="432176"/>
                  <a:ext cx="4284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7619558-99E4-EE26-8D86-D0735AAAE45B}"/>
              </a:ext>
            </a:extLst>
          </p:cNvPr>
          <p:cNvGrpSpPr/>
          <p:nvPr/>
        </p:nvGrpSpPr>
        <p:grpSpPr>
          <a:xfrm>
            <a:off x="6286102" y="3459416"/>
            <a:ext cx="689040" cy="697320"/>
            <a:chOff x="6286102" y="3459416"/>
            <a:chExt cx="689040" cy="69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A37416B-7802-7291-4E90-CE27F42CD5EB}"/>
                    </a:ext>
                  </a:extLst>
                </p14:cNvPr>
                <p14:cNvContentPartPr/>
                <p14:nvPr/>
              </p14:nvContentPartPr>
              <p14:xfrm>
                <a:off x="6817822" y="3672896"/>
                <a:ext cx="157320" cy="107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A37416B-7802-7291-4E90-CE27F42CD5E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809182" y="3663896"/>
                  <a:ext cx="174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192E766-CF7E-987A-C9A5-F9CB50CB213B}"/>
                    </a:ext>
                  </a:extLst>
                </p14:cNvPr>
                <p14:cNvContentPartPr/>
                <p14:nvPr/>
              </p14:nvContentPartPr>
              <p14:xfrm>
                <a:off x="6286102" y="3782336"/>
                <a:ext cx="570240" cy="374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192E766-CF7E-987A-C9A5-F9CB50CB213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277462" y="3773336"/>
                  <a:ext cx="5878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AF52755-2D7C-F61A-AD8C-749E33F22CB0}"/>
                    </a:ext>
                  </a:extLst>
                </p14:cNvPr>
                <p14:cNvContentPartPr/>
                <p14:nvPr/>
              </p14:nvContentPartPr>
              <p14:xfrm>
                <a:off x="6602542" y="3459416"/>
                <a:ext cx="154080" cy="15516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AF52755-2D7C-F61A-AD8C-749E33F22CB0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593902" y="3450776"/>
                  <a:ext cx="171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34E25C5-2D67-7FCE-CBF4-13CDC9F95615}"/>
                    </a:ext>
                  </a:extLst>
                </p14:cNvPr>
                <p14:cNvContentPartPr/>
                <p14:nvPr/>
              </p14:nvContentPartPr>
              <p14:xfrm>
                <a:off x="6629182" y="3534296"/>
                <a:ext cx="117360" cy="16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34E25C5-2D67-7FCE-CBF4-13CDC9F9561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620542" y="3525656"/>
                  <a:ext cx="135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8250C3B-D0CE-D7BF-D867-C0BE25A0D9E4}"/>
                    </a:ext>
                  </a:extLst>
                </p14:cNvPr>
                <p14:cNvContentPartPr/>
                <p14:nvPr/>
              </p14:nvContentPartPr>
              <p14:xfrm>
                <a:off x="6783262" y="3547616"/>
                <a:ext cx="86040" cy="57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8250C3B-D0CE-D7BF-D867-C0BE25A0D9E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774622" y="3538976"/>
                  <a:ext cx="103680" cy="7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BA4EF8A-640F-E4EF-73C3-45C7B3C995AB}"/>
              </a:ext>
            </a:extLst>
          </p:cNvPr>
          <p:cNvGrpSpPr/>
          <p:nvPr/>
        </p:nvGrpSpPr>
        <p:grpSpPr>
          <a:xfrm>
            <a:off x="6320662" y="4203176"/>
            <a:ext cx="1393200" cy="990720"/>
            <a:chOff x="6320662" y="4203176"/>
            <a:chExt cx="1393200" cy="99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EB0247-6F0F-5220-DEAB-5EA0FF017082}"/>
                    </a:ext>
                  </a:extLst>
                </p14:cNvPr>
                <p14:cNvContentPartPr/>
                <p14:nvPr/>
              </p14:nvContentPartPr>
              <p14:xfrm>
                <a:off x="6320662" y="4203176"/>
                <a:ext cx="1298880" cy="9316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EB0247-6F0F-5220-DEAB-5EA0FF01708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312022" y="4194536"/>
                  <a:ext cx="1316520" cy="9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F5DA8C9-1435-5F5B-63CC-6F94A01C51C2}"/>
                    </a:ext>
                  </a:extLst>
                </p14:cNvPr>
                <p14:cNvContentPartPr/>
                <p14:nvPr/>
              </p14:nvContentPartPr>
              <p14:xfrm>
                <a:off x="7601182" y="5086256"/>
                <a:ext cx="112680" cy="107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F5DA8C9-1435-5F5B-63CC-6F94A01C51C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592542" y="5077616"/>
                  <a:ext cx="1303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8A863FD-C633-F743-EA25-6C4C23A949E3}"/>
              </a:ext>
            </a:extLst>
          </p:cNvPr>
          <p:cNvGrpSpPr/>
          <p:nvPr/>
        </p:nvGrpSpPr>
        <p:grpSpPr>
          <a:xfrm>
            <a:off x="7921222" y="4935776"/>
            <a:ext cx="149040" cy="231840"/>
            <a:chOff x="7921222" y="4935776"/>
            <a:chExt cx="14904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E455DFE-534D-0184-A389-BDC1E001DFE2}"/>
                    </a:ext>
                  </a:extLst>
                </p14:cNvPr>
                <p14:cNvContentPartPr/>
                <p14:nvPr/>
              </p14:nvContentPartPr>
              <p14:xfrm>
                <a:off x="7921222" y="4935776"/>
                <a:ext cx="42840" cy="1224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E455DFE-534D-0184-A389-BDC1E001DFE2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912222" y="4927136"/>
                  <a:ext cx="604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A7C6889-0F4B-7CEA-3453-0303BEDD77E0}"/>
                    </a:ext>
                  </a:extLst>
                </p14:cNvPr>
                <p14:cNvContentPartPr/>
                <p14:nvPr/>
              </p14:nvContentPartPr>
              <p14:xfrm>
                <a:off x="7922662" y="5146016"/>
                <a:ext cx="147600" cy="21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A7C6889-0F4B-7CEA-3453-0303BEDD77E0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913662" y="5137016"/>
                  <a:ext cx="16524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40B7A8D6-4A3D-75F5-9532-7F487FBFA429}"/>
              </a:ext>
            </a:extLst>
          </p:cNvPr>
          <p:cNvGrpSpPr/>
          <p:nvPr/>
        </p:nvGrpSpPr>
        <p:grpSpPr>
          <a:xfrm>
            <a:off x="7899982" y="5295056"/>
            <a:ext cx="282240" cy="195480"/>
            <a:chOff x="7899982" y="5295056"/>
            <a:chExt cx="282240" cy="1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12710E2-66D6-73AA-849C-F9F278C5FD9A}"/>
                    </a:ext>
                  </a:extLst>
                </p14:cNvPr>
                <p14:cNvContentPartPr/>
                <p14:nvPr/>
              </p14:nvContentPartPr>
              <p14:xfrm>
                <a:off x="7899982" y="5295056"/>
                <a:ext cx="164520" cy="1548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12710E2-66D6-73AA-849C-F9F278C5FD9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890982" y="5286056"/>
                  <a:ext cx="1821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1E8F7A8-748B-1279-6333-1CF9AF254F55}"/>
                    </a:ext>
                  </a:extLst>
                </p14:cNvPr>
                <p14:cNvContentPartPr/>
                <p14:nvPr/>
              </p14:nvContentPartPr>
              <p14:xfrm>
                <a:off x="7949302" y="5382176"/>
                <a:ext cx="94320" cy="10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1E8F7A8-748B-1279-6333-1CF9AF254F55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940662" y="5373176"/>
                  <a:ext cx="111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BF91221-4EC1-1487-3651-D0D42A409E67}"/>
                    </a:ext>
                  </a:extLst>
                </p14:cNvPr>
                <p14:cNvContentPartPr/>
                <p14:nvPr/>
              </p14:nvContentPartPr>
              <p14:xfrm>
                <a:off x="8084302" y="5400536"/>
                <a:ext cx="97920" cy="900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BF91221-4EC1-1487-3651-D0D42A409E6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075662" y="5391536"/>
                  <a:ext cx="115560" cy="10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C6531AE-F7E3-87F6-16A7-ABE57513837C}"/>
                  </a:ext>
                </a:extLst>
              </p14:cNvPr>
              <p14:cNvContentPartPr/>
              <p14:nvPr/>
            </p14:nvContentPartPr>
            <p14:xfrm>
              <a:off x="6480502" y="3768656"/>
              <a:ext cx="84960" cy="928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C6531AE-F7E3-87F6-16A7-ABE57513837C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6471502" y="3759656"/>
                <a:ext cx="1026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63D5264B-1FA5-E077-2D29-8958EECC1B80}"/>
              </a:ext>
            </a:extLst>
          </p:cNvPr>
          <p:cNvGrpSpPr/>
          <p:nvPr/>
        </p:nvGrpSpPr>
        <p:grpSpPr>
          <a:xfrm>
            <a:off x="6703342" y="4585496"/>
            <a:ext cx="112320" cy="156960"/>
            <a:chOff x="6703342" y="4585496"/>
            <a:chExt cx="112320" cy="15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AB9703D-51B8-FD1F-F680-1E03F46AFAED}"/>
                    </a:ext>
                  </a:extLst>
                </p14:cNvPr>
                <p14:cNvContentPartPr/>
                <p14:nvPr/>
              </p14:nvContentPartPr>
              <p14:xfrm>
                <a:off x="6703342" y="4585496"/>
                <a:ext cx="31680" cy="97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AB9703D-51B8-FD1F-F680-1E03F46AFAE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6694702" y="4576856"/>
                  <a:ext cx="49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4336C5A-AFFC-9021-5734-DC33359968E1}"/>
                    </a:ext>
                  </a:extLst>
                </p14:cNvPr>
                <p14:cNvContentPartPr/>
                <p14:nvPr/>
              </p14:nvContentPartPr>
              <p14:xfrm>
                <a:off x="6707662" y="4732016"/>
                <a:ext cx="108000" cy="104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4336C5A-AFFC-9021-5734-DC33359968E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6698662" y="4723016"/>
                  <a:ext cx="1256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7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F4BC120F-999C-A88C-83DC-51AA29966B85}"/>
                  </a:ext>
                </a:extLst>
              </p14:cNvPr>
              <p14:cNvContentPartPr/>
              <p14:nvPr/>
            </p14:nvContentPartPr>
            <p14:xfrm>
              <a:off x="6751942" y="4842536"/>
              <a:ext cx="68400" cy="622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F4BC120F-999C-A88C-83DC-51AA29966B85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6743302" y="4833536"/>
                <a:ext cx="86040" cy="7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D9F05EB-DA4B-2428-832C-696CA5E47BE1}"/>
              </a:ext>
            </a:extLst>
          </p:cNvPr>
          <p:cNvGrpSpPr/>
          <p:nvPr/>
        </p:nvGrpSpPr>
        <p:grpSpPr>
          <a:xfrm>
            <a:off x="6660502" y="3949376"/>
            <a:ext cx="310320" cy="181080"/>
            <a:chOff x="6660502" y="3949376"/>
            <a:chExt cx="310320" cy="18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B6AB205-8267-1FF0-574F-3B618543C52A}"/>
                    </a:ext>
                  </a:extLst>
                </p14:cNvPr>
                <p14:cNvContentPartPr/>
                <p14:nvPr/>
              </p14:nvContentPartPr>
              <p14:xfrm>
                <a:off x="6682102" y="3965576"/>
                <a:ext cx="64440" cy="1648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B6AB205-8267-1FF0-574F-3B618543C52A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673462" y="3956936"/>
                  <a:ext cx="820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9C739FB-A95A-8A46-E9E2-AF0B93D4804A}"/>
                    </a:ext>
                  </a:extLst>
                </p14:cNvPr>
                <p14:cNvContentPartPr/>
                <p14:nvPr/>
              </p14:nvContentPartPr>
              <p14:xfrm>
                <a:off x="6660502" y="3957296"/>
                <a:ext cx="89640" cy="504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9C739FB-A95A-8A46-E9E2-AF0B93D4804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651862" y="3948656"/>
                  <a:ext cx="1072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E1EE872-BD42-83D3-623D-16032E803167}"/>
                    </a:ext>
                  </a:extLst>
                </p14:cNvPr>
                <p14:cNvContentPartPr/>
                <p14:nvPr/>
              </p14:nvContentPartPr>
              <p14:xfrm>
                <a:off x="6841942" y="3949376"/>
                <a:ext cx="128880" cy="133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E1EE872-BD42-83D3-623D-16032E803167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832942" y="3940376"/>
                  <a:ext cx="146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B91F698-0653-84DF-3A0A-E43A12C73C18}"/>
                    </a:ext>
                  </a:extLst>
                </p14:cNvPr>
                <p14:cNvContentPartPr/>
                <p14:nvPr/>
              </p14:nvContentPartPr>
              <p14:xfrm>
                <a:off x="6921862" y="4018856"/>
                <a:ext cx="21240" cy="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B91F698-0653-84DF-3A0A-E43A12C73C1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912862" y="4010216"/>
                  <a:ext cx="388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94E610C-9BFF-4AF8-B4EC-9C7CD4256A95}"/>
              </a:ext>
            </a:extLst>
          </p:cNvPr>
          <p:cNvGrpSpPr/>
          <p:nvPr/>
        </p:nvGrpSpPr>
        <p:grpSpPr>
          <a:xfrm>
            <a:off x="6762022" y="4239536"/>
            <a:ext cx="447120" cy="231840"/>
            <a:chOff x="6762022" y="4239536"/>
            <a:chExt cx="447120" cy="23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94E08AB-2AF0-8A4E-FC5F-1FACA7ACD1B7}"/>
                    </a:ext>
                  </a:extLst>
                </p14:cNvPr>
                <p14:cNvContentPartPr/>
                <p14:nvPr/>
              </p14:nvContentPartPr>
              <p14:xfrm>
                <a:off x="6778222" y="4239536"/>
                <a:ext cx="79920" cy="198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94E08AB-2AF0-8A4E-FC5F-1FACA7ACD1B7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769582" y="4230896"/>
                  <a:ext cx="9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14C409D-CD69-C03B-3849-44D198B65BF7}"/>
                    </a:ext>
                  </a:extLst>
                </p14:cNvPr>
                <p14:cNvContentPartPr/>
                <p14:nvPr/>
              </p14:nvContentPartPr>
              <p14:xfrm>
                <a:off x="6762022" y="4375256"/>
                <a:ext cx="90360" cy="961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14C409D-CD69-C03B-3849-44D198B65BF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753382" y="4366256"/>
                  <a:ext cx="108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B47A8A9-9B6D-06D5-A9D7-BC28715F4322}"/>
                    </a:ext>
                  </a:extLst>
                </p14:cNvPr>
                <p14:cNvContentPartPr/>
                <p14:nvPr/>
              </p14:nvContentPartPr>
              <p14:xfrm>
                <a:off x="6941662" y="4381016"/>
                <a:ext cx="65520" cy="14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B47A8A9-9B6D-06D5-A9D7-BC28715F4322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932662" y="4372016"/>
                  <a:ext cx="83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1A6BD6D-71C1-4073-CA9A-28959C1777DE}"/>
                    </a:ext>
                  </a:extLst>
                </p14:cNvPr>
                <p14:cNvContentPartPr/>
                <p14:nvPr/>
              </p14:nvContentPartPr>
              <p14:xfrm>
                <a:off x="7091782" y="4332056"/>
                <a:ext cx="117360" cy="129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1A6BD6D-71C1-4073-CA9A-28959C1777DE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082782" y="4323416"/>
                  <a:ext cx="135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ECA2D28-CBEA-9832-E7EC-EB45FBC7CB49}"/>
                    </a:ext>
                  </a:extLst>
                </p14:cNvPr>
                <p14:cNvContentPartPr/>
                <p14:nvPr/>
              </p14:nvContentPartPr>
              <p14:xfrm>
                <a:off x="7182142" y="4401536"/>
                <a:ext cx="360" cy="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ECA2D28-CBEA-9832-E7EC-EB45FBC7CB4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173142" y="4392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8DC1DC62-C139-FC48-57E1-2827D6D4D9BE}"/>
              </a:ext>
            </a:extLst>
          </p:cNvPr>
          <p:cNvGrpSpPr/>
          <p:nvPr/>
        </p:nvGrpSpPr>
        <p:grpSpPr>
          <a:xfrm>
            <a:off x="8734102" y="4923176"/>
            <a:ext cx="299880" cy="199080"/>
            <a:chOff x="8734102" y="4923176"/>
            <a:chExt cx="29988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3698713-8E73-FA96-BE0A-155747B8F4B4}"/>
                    </a:ext>
                  </a:extLst>
                </p14:cNvPr>
                <p14:cNvContentPartPr/>
                <p14:nvPr/>
              </p14:nvContentPartPr>
              <p14:xfrm>
                <a:off x="8782702" y="4923176"/>
                <a:ext cx="72360" cy="199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3698713-8E73-FA96-BE0A-155747B8F4B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773702" y="4914176"/>
                  <a:ext cx="90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DF798E2-3247-58FD-CADB-7ED20405F69C}"/>
                    </a:ext>
                  </a:extLst>
                </p14:cNvPr>
                <p14:cNvContentPartPr/>
                <p14:nvPr/>
              </p14:nvContentPartPr>
              <p14:xfrm>
                <a:off x="8734102" y="5018216"/>
                <a:ext cx="144360" cy="5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DF798E2-3247-58FD-CADB-7ED20405F69C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725102" y="5009576"/>
                  <a:ext cx="162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6E5106A-5B98-3E6A-AC6F-4F470BFBE6EE}"/>
                    </a:ext>
                  </a:extLst>
                </p14:cNvPr>
                <p14:cNvContentPartPr/>
                <p14:nvPr/>
              </p14:nvContentPartPr>
              <p14:xfrm>
                <a:off x="8924542" y="5028296"/>
                <a:ext cx="109440" cy="76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6E5106A-5B98-3E6A-AC6F-4F470BFBE6E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915542" y="5019656"/>
                  <a:ext cx="12708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8E47427-09AB-840E-8B2D-7E8B33C63C74}"/>
              </a:ext>
            </a:extLst>
          </p:cNvPr>
          <p:cNvGrpSpPr/>
          <p:nvPr/>
        </p:nvGrpSpPr>
        <p:grpSpPr>
          <a:xfrm>
            <a:off x="9238102" y="4933256"/>
            <a:ext cx="443160" cy="294120"/>
            <a:chOff x="9238102" y="4933256"/>
            <a:chExt cx="443160" cy="29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58227C5-4329-FD1A-4AD9-ECE8053E87F5}"/>
                    </a:ext>
                  </a:extLst>
                </p14:cNvPr>
                <p14:cNvContentPartPr/>
                <p14:nvPr/>
              </p14:nvContentPartPr>
              <p14:xfrm>
                <a:off x="9238102" y="4983656"/>
                <a:ext cx="342000" cy="243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58227C5-4329-FD1A-4AD9-ECE8053E87F5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229102" y="4974656"/>
                  <a:ext cx="359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F8897D2-38DC-04F9-8EED-DB81F11C63F6}"/>
                    </a:ext>
                  </a:extLst>
                </p14:cNvPr>
                <p14:cNvContentPartPr/>
                <p14:nvPr/>
              </p14:nvContentPartPr>
              <p14:xfrm>
                <a:off x="9577222" y="4933256"/>
                <a:ext cx="78480" cy="1792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F8897D2-38DC-04F9-8EED-DB81F11C63F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568222" y="4924616"/>
                  <a:ext cx="96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9F6621F-75FA-8821-F65B-C5971E3C38BB}"/>
                    </a:ext>
                  </a:extLst>
                </p14:cNvPr>
                <p14:cNvContentPartPr/>
                <p14:nvPr/>
              </p14:nvContentPartPr>
              <p14:xfrm>
                <a:off x="9574702" y="5020736"/>
                <a:ext cx="106560" cy="27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9F6621F-75FA-8821-F65B-C5971E3C38B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565702" y="5011736"/>
                  <a:ext cx="12420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EB1CE222-B0E5-3B91-3502-96E42C70C37D}"/>
              </a:ext>
            </a:extLst>
          </p:cNvPr>
          <p:cNvGrpSpPr/>
          <p:nvPr/>
        </p:nvGrpSpPr>
        <p:grpSpPr>
          <a:xfrm>
            <a:off x="9909502" y="4842536"/>
            <a:ext cx="1482840" cy="276120"/>
            <a:chOff x="9909502" y="4842536"/>
            <a:chExt cx="148284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194F0A3-301B-5BE5-246D-5345174B0334}"/>
                    </a:ext>
                  </a:extLst>
                </p14:cNvPr>
                <p14:cNvContentPartPr/>
                <p14:nvPr/>
              </p14:nvContentPartPr>
              <p14:xfrm>
                <a:off x="9909502" y="4997696"/>
                <a:ext cx="212760" cy="117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194F0A3-301B-5BE5-246D-5345174B0334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900502" y="4989056"/>
                  <a:ext cx="230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A32700C-8DD1-97F7-3453-00CEB013C5A4}"/>
                    </a:ext>
                  </a:extLst>
                </p14:cNvPr>
                <p14:cNvContentPartPr/>
                <p14:nvPr/>
              </p14:nvContentPartPr>
              <p14:xfrm>
                <a:off x="10156462" y="4877456"/>
                <a:ext cx="250560" cy="231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A32700C-8DD1-97F7-3453-00CEB013C5A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47822" y="4868456"/>
                  <a:ext cx="2682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2DBF6CF-8030-8B4C-43AC-C2FFC453276E}"/>
                    </a:ext>
                  </a:extLst>
                </p14:cNvPr>
                <p14:cNvContentPartPr/>
                <p14:nvPr/>
              </p14:nvContentPartPr>
              <p14:xfrm>
                <a:off x="10566862" y="5020016"/>
                <a:ext cx="99000" cy="92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2DBF6CF-8030-8B4C-43AC-C2FFC453276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557862" y="5011016"/>
                  <a:ext cx="116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6C3E70B-EE40-C878-3092-8B9DA8A7FC4B}"/>
                    </a:ext>
                  </a:extLst>
                </p14:cNvPr>
                <p14:cNvContentPartPr/>
                <p14:nvPr/>
              </p14:nvContentPartPr>
              <p14:xfrm>
                <a:off x="10706542" y="4842536"/>
                <a:ext cx="372600" cy="2736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6C3E70B-EE40-C878-3092-8B9DA8A7FC4B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697542" y="4833536"/>
                  <a:ext cx="390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266DA09-47DD-F0C0-CC29-BC31129A2666}"/>
                    </a:ext>
                  </a:extLst>
                </p14:cNvPr>
                <p14:cNvContentPartPr/>
                <p14:nvPr/>
              </p14:nvContentPartPr>
              <p14:xfrm>
                <a:off x="11110102" y="4988696"/>
                <a:ext cx="64080" cy="104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266DA09-47DD-F0C0-CC29-BC31129A266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1101102" y="4979696"/>
                  <a:ext cx="81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A05DA03-7746-728E-0EDB-94807E6A52C9}"/>
                    </a:ext>
                  </a:extLst>
                </p14:cNvPr>
                <p14:cNvContentPartPr/>
                <p14:nvPr/>
              </p14:nvContentPartPr>
              <p14:xfrm>
                <a:off x="11294782" y="4885376"/>
                <a:ext cx="97560" cy="233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A05DA03-7746-728E-0EDB-94807E6A52C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286142" y="4876736"/>
                  <a:ext cx="11520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B6AF592C-7233-C63C-05A0-D7C355092EC7}"/>
              </a:ext>
            </a:extLst>
          </p:cNvPr>
          <p:cNvGrpSpPr/>
          <p:nvPr/>
        </p:nvGrpSpPr>
        <p:grpSpPr>
          <a:xfrm>
            <a:off x="8806102" y="5254016"/>
            <a:ext cx="581760" cy="250560"/>
            <a:chOff x="8806102" y="5254016"/>
            <a:chExt cx="58176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00E8E49-0CBC-8E7A-9D22-D95C37B1E46F}"/>
                    </a:ext>
                  </a:extLst>
                </p14:cNvPr>
                <p14:cNvContentPartPr/>
                <p14:nvPr/>
              </p14:nvContentPartPr>
              <p14:xfrm>
                <a:off x="8806102" y="5318096"/>
                <a:ext cx="159840" cy="179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00E8E49-0CBC-8E7A-9D22-D95C37B1E46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797462" y="5309456"/>
                  <a:ext cx="1774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9720132-555E-C7F7-CBD4-C05F086576E3}"/>
                    </a:ext>
                  </a:extLst>
                </p14:cNvPr>
                <p14:cNvContentPartPr/>
                <p14:nvPr/>
              </p14:nvContentPartPr>
              <p14:xfrm>
                <a:off x="8977822" y="5269496"/>
                <a:ext cx="156240" cy="229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9720132-555E-C7F7-CBD4-C05F086576E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968822" y="5260496"/>
                  <a:ext cx="1738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16FB708-4D7C-7194-0EB2-1781415AEBAC}"/>
                    </a:ext>
                  </a:extLst>
                </p14:cNvPr>
                <p14:cNvContentPartPr/>
                <p14:nvPr/>
              </p14:nvContentPartPr>
              <p14:xfrm>
                <a:off x="9117142" y="5355536"/>
                <a:ext cx="150120" cy="84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16FB708-4D7C-7194-0EB2-1781415AEBA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108502" y="5346896"/>
                  <a:ext cx="167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FF88B30-9C6D-08EA-F272-5C49121901B0}"/>
                    </a:ext>
                  </a:extLst>
                </p14:cNvPr>
                <p14:cNvContentPartPr/>
                <p14:nvPr/>
              </p14:nvContentPartPr>
              <p14:xfrm>
                <a:off x="9202462" y="5254016"/>
                <a:ext cx="185400" cy="2505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FF88B30-9C6D-08EA-F272-5C49121901B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193462" y="5245376"/>
                  <a:ext cx="203040" cy="26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85A6730-1F5D-F2A1-DC43-8C5D692115E0}"/>
              </a:ext>
            </a:extLst>
          </p:cNvPr>
          <p:cNvGrpSpPr/>
          <p:nvPr/>
        </p:nvGrpSpPr>
        <p:grpSpPr>
          <a:xfrm>
            <a:off x="9648862" y="5252216"/>
            <a:ext cx="1706040" cy="250560"/>
            <a:chOff x="9648862" y="5252216"/>
            <a:chExt cx="1706040" cy="25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166B870-62BF-65CC-8DE6-764813042A06}"/>
                    </a:ext>
                  </a:extLst>
                </p14:cNvPr>
                <p14:cNvContentPartPr/>
                <p14:nvPr/>
              </p14:nvContentPartPr>
              <p14:xfrm>
                <a:off x="9648862" y="5368496"/>
                <a:ext cx="182880" cy="1069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166B870-62BF-65CC-8DE6-764813042A0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640222" y="5359496"/>
                  <a:ext cx="200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496BF58-8FBE-D072-82FA-D8C61A158514}"/>
                    </a:ext>
                  </a:extLst>
                </p14:cNvPr>
                <p14:cNvContentPartPr/>
                <p14:nvPr/>
              </p14:nvContentPartPr>
              <p14:xfrm>
                <a:off x="9905182" y="5401616"/>
                <a:ext cx="116640" cy="1011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496BF58-8FBE-D072-82FA-D8C61A158514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896542" y="5392616"/>
                  <a:ext cx="134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157712C-3FDE-A765-3255-7177E9D5CE33}"/>
                    </a:ext>
                  </a:extLst>
                </p14:cNvPr>
                <p14:cNvContentPartPr/>
                <p14:nvPr/>
              </p14:nvContentPartPr>
              <p14:xfrm>
                <a:off x="10189942" y="5252216"/>
                <a:ext cx="267480" cy="240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157712C-3FDE-A765-3255-7177E9D5CE3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180942" y="5243216"/>
                  <a:ext cx="285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FA4258F-D985-6C78-C79F-A0077E931AF9}"/>
                    </a:ext>
                  </a:extLst>
                </p14:cNvPr>
                <p14:cNvContentPartPr/>
                <p14:nvPr/>
              </p14:nvContentPartPr>
              <p14:xfrm>
                <a:off x="10468582" y="5366696"/>
                <a:ext cx="57960" cy="997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FA4258F-D985-6C78-C79F-A0077E931AF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459582" y="5358056"/>
                  <a:ext cx="756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B35C0BB-66F5-2FC6-AF0E-2071DEFD3A71}"/>
                    </a:ext>
                  </a:extLst>
                </p14:cNvPr>
                <p14:cNvContentPartPr/>
                <p14:nvPr/>
              </p14:nvContentPartPr>
              <p14:xfrm>
                <a:off x="10588102" y="5385416"/>
                <a:ext cx="77400" cy="810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B35C0BB-66F5-2FC6-AF0E-2071DEFD3A7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579462" y="5376776"/>
                  <a:ext cx="95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41C07A6-1976-E45A-3473-AFC315DEA1FE}"/>
                    </a:ext>
                  </a:extLst>
                </p14:cNvPr>
                <p14:cNvContentPartPr/>
                <p14:nvPr/>
              </p14:nvContentPartPr>
              <p14:xfrm>
                <a:off x="10823902" y="5361656"/>
                <a:ext cx="372240" cy="777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41C07A6-1976-E45A-3473-AFC315DEA1FE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814902" y="5353016"/>
                  <a:ext cx="389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D18FDCEF-6CD9-66AF-BE04-ED8FAB5699B3}"/>
                    </a:ext>
                  </a:extLst>
                </p14:cNvPr>
                <p14:cNvContentPartPr/>
                <p14:nvPr/>
              </p14:nvContentPartPr>
              <p14:xfrm>
                <a:off x="11266342" y="5268776"/>
                <a:ext cx="88560" cy="185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D18FDCEF-6CD9-66AF-BE04-ED8FAB5699B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257342" y="5260136"/>
                  <a:ext cx="106200" cy="20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66B723D2-73D3-C91A-4190-FB1D7B6045E5}"/>
              </a:ext>
            </a:extLst>
          </p:cNvPr>
          <p:cNvGrpSpPr/>
          <p:nvPr/>
        </p:nvGrpSpPr>
        <p:grpSpPr>
          <a:xfrm>
            <a:off x="9090502" y="5597816"/>
            <a:ext cx="297000" cy="383400"/>
            <a:chOff x="9090502" y="5597816"/>
            <a:chExt cx="29700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EE8E13B-B30B-3F60-EA2E-2B5FA5370291}"/>
                    </a:ext>
                  </a:extLst>
                </p14:cNvPr>
                <p14:cNvContentPartPr/>
                <p14:nvPr/>
              </p14:nvContentPartPr>
              <p14:xfrm>
                <a:off x="9090502" y="5751896"/>
                <a:ext cx="178920" cy="129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EE8E13B-B30B-3F60-EA2E-2B5FA5370291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081862" y="5742896"/>
                  <a:ext cx="196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9BAA2CC-9764-2CB6-7F35-A854FED25441}"/>
                    </a:ext>
                  </a:extLst>
                </p14:cNvPr>
                <p14:cNvContentPartPr/>
                <p14:nvPr/>
              </p14:nvContentPartPr>
              <p14:xfrm>
                <a:off x="9127942" y="5829296"/>
                <a:ext cx="106200" cy="13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9BAA2CC-9764-2CB6-7F35-A854FED2544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118942" y="5820656"/>
                  <a:ext cx="123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6E008C1-C925-AF1D-B1CB-75BFBE11605F}"/>
                    </a:ext>
                  </a:extLst>
                </p14:cNvPr>
                <p14:cNvContentPartPr/>
                <p14:nvPr/>
              </p14:nvContentPartPr>
              <p14:xfrm>
                <a:off x="9286702" y="5910656"/>
                <a:ext cx="100800" cy="705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6E008C1-C925-AF1D-B1CB-75BFBE11605F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277702" y="5901656"/>
                  <a:ext cx="118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2549832-3583-39D1-D24E-ABB20C07A1B3}"/>
                    </a:ext>
                  </a:extLst>
                </p14:cNvPr>
                <p14:cNvContentPartPr/>
                <p14:nvPr/>
              </p14:nvContentPartPr>
              <p14:xfrm>
                <a:off x="9228742" y="5613656"/>
                <a:ext cx="106560" cy="813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2549832-3583-39D1-D24E-ABB20C07A1B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220102" y="5605016"/>
                  <a:ext cx="124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E62713A-F4FB-572E-2CF3-8177967F199B}"/>
                    </a:ext>
                  </a:extLst>
                </p14:cNvPr>
                <p14:cNvContentPartPr/>
                <p14:nvPr/>
              </p14:nvContentPartPr>
              <p14:xfrm>
                <a:off x="9276622" y="5597816"/>
                <a:ext cx="5760" cy="878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E62713A-F4FB-572E-2CF3-8177967F199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267982" y="5589176"/>
                  <a:ext cx="23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AC0A9F5-9454-92D2-477F-9B7F8C5908B1}"/>
                    </a:ext>
                  </a:extLst>
                </p14:cNvPr>
                <p14:cNvContentPartPr/>
                <p14:nvPr/>
              </p14:nvContentPartPr>
              <p14:xfrm>
                <a:off x="9233782" y="5645336"/>
                <a:ext cx="133560" cy="11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AC0A9F5-9454-92D2-477F-9B7F8C5908B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224782" y="5636336"/>
                  <a:ext cx="15120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E4940E8-CB67-318A-595D-BFDCE8E37C61}"/>
              </a:ext>
            </a:extLst>
          </p:cNvPr>
          <p:cNvGrpSpPr/>
          <p:nvPr/>
        </p:nvGrpSpPr>
        <p:grpSpPr>
          <a:xfrm>
            <a:off x="9627982" y="5665856"/>
            <a:ext cx="547920" cy="242280"/>
            <a:chOff x="9627982" y="5665856"/>
            <a:chExt cx="54792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6943B55-B0B9-C0C6-5E05-D9443ECEF239}"/>
                    </a:ext>
                  </a:extLst>
                </p14:cNvPr>
                <p14:cNvContentPartPr/>
                <p14:nvPr/>
              </p14:nvContentPartPr>
              <p14:xfrm>
                <a:off x="9627982" y="5796176"/>
                <a:ext cx="393480" cy="849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6943B55-B0B9-C0C6-5E05-D9443ECEF23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618982" y="5787176"/>
                  <a:ext cx="411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612CF56-6400-253F-B854-C5391EEA4FA5}"/>
                    </a:ext>
                  </a:extLst>
                </p14:cNvPr>
                <p14:cNvContentPartPr/>
                <p14:nvPr/>
              </p14:nvContentPartPr>
              <p14:xfrm>
                <a:off x="10065742" y="5665856"/>
                <a:ext cx="110160" cy="2422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612CF56-6400-253F-B854-C5391EEA4FA5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057102" y="5657216"/>
                  <a:ext cx="12780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FE25A78F-86BD-270F-95EB-06DD4BD27E7A}"/>
              </a:ext>
            </a:extLst>
          </p:cNvPr>
          <p:cNvGrpSpPr/>
          <p:nvPr/>
        </p:nvGrpSpPr>
        <p:grpSpPr>
          <a:xfrm>
            <a:off x="10355542" y="5626616"/>
            <a:ext cx="341280" cy="472320"/>
            <a:chOff x="10355542" y="5626616"/>
            <a:chExt cx="341280" cy="4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9D567E4-F799-C68C-B1AB-919FEEBF628C}"/>
                    </a:ext>
                  </a:extLst>
                </p14:cNvPr>
                <p14:cNvContentPartPr/>
                <p14:nvPr/>
              </p14:nvContentPartPr>
              <p14:xfrm>
                <a:off x="10392982" y="5626616"/>
                <a:ext cx="42120" cy="93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9D567E4-F799-C68C-B1AB-919FEEBF628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384342" y="5617616"/>
                  <a:ext cx="59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33748E2-A0D9-948D-2762-4144772F6678}"/>
                    </a:ext>
                  </a:extLst>
                </p14:cNvPr>
                <p14:cNvContentPartPr/>
                <p14:nvPr/>
              </p14:nvContentPartPr>
              <p14:xfrm>
                <a:off x="10355542" y="5789696"/>
                <a:ext cx="186840" cy="21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33748E2-A0D9-948D-2762-4144772F667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346542" y="5780696"/>
                  <a:ext cx="204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800F10A-C849-810B-BC45-A6743F46D890}"/>
                    </a:ext>
                  </a:extLst>
                </p14:cNvPr>
                <p14:cNvContentPartPr/>
                <p14:nvPr/>
              </p14:nvContentPartPr>
              <p14:xfrm>
                <a:off x="10355902" y="5907056"/>
                <a:ext cx="154080" cy="153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800F10A-C849-810B-BC45-A6743F46D89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347262" y="5898056"/>
                  <a:ext cx="1717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F3E1C233-016A-562A-B5F9-0D9C435B2557}"/>
                    </a:ext>
                  </a:extLst>
                </p14:cNvPr>
                <p14:cNvContentPartPr/>
                <p14:nvPr/>
              </p14:nvContentPartPr>
              <p14:xfrm>
                <a:off x="10386502" y="5992376"/>
                <a:ext cx="91800" cy="10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F3E1C233-016A-562A-B5F9-0D9C435B255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377862" y="5983376"/>
                  <a:ext cx="109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287C2AB-8B8E-E0C1-6335-1A25104BF82A}"/>
                    </a:ext>
                  </a:extLst>
                </p14:cNvPr>
                <p14:cNvContentPartPr/>
                <p14:nvPr/>
              </p14:nvContentPartPr>
              <p14:xfrm>
                <a:off x="10530862" y="6030176"/>
                <a:ext cx="60480" cy="687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287C2AB-8B8E-E0C1-6335-1A25104BF82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522222" y="6021176"/>
                  <a:ext cx="78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AA3D2F3-5FF2-0E16-D91B-9D54D16FC2EB}"/>
                    </a:ext>
                  </a:extLst>
                </p14:cNvPr>
                <p14:cNvContentPartPr/>
                <p14:nvPr/>
              </p14:nvContentPartPr>
              <p14:xfrm>
                <a:off x="10595302" y="5853056"/>
                <a:ext cx="84960" cy="658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AA3D2F3-5FF2-0E16-D91B-9D54D16FC2E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586302" y="5844056"/>
                  <a:ext cx="102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58EECBE-69AD-A2EB-EB44-7A8E5227487B}"/>
                    </a:ext>
                  </a:extLst>
                </p14:cNvPr>
                <p14:cNvContentPartPr/>
                <p14:nvPr/>
              </p14:nvContentPartPr>
              <p14:xfrm>
                <a:off x="10626262" y="5858456"/>
                <a:ext cx="54360" cy="6372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58EECBE-69AD-A2EB-EB44-7A8E5227487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617262" y="5849456"/>
                  <a:ext cx="720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9BBB61C-2869-98F4-91E1-85983A12603A}"/>
                    </a:ext>
                  </a:extLst>
                </p14:cNvPr>
                <p14:cNvContentPartPr/>
                <p14:nvPr/>
              </p14:nvContentPartPr>
              <p14:xfrm>
                <a:off x="10594942" y="5890136"/>
                <a:ext cx="101880" cy="172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9BBB61C-2869-98F4-91E1-85983A12603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585942" y="5881496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5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14196291-F8AD-DE92-3A5B-A8ABC65EB414}"/>
                  </a:ext>
                </a:extLst>
              </p14:cNvPr>
              <p14:cNvContentPartPr/>
              <p14:nvPr/>
            </p14:nvContentPartPr>
            <p14:xfrm>
              <a:off x="5316622" y="1966496"/>
              <a:ext cx="489960" cy="4320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14196291-F8AD-DE92-3A5B-A8ABC65EB414}"/>
                  </a:ext>
                </a:extLst>
              </p:cNvPr>
              <p:cNvPicPr/>
              <p:nvPr/>
            </p:nvPicPr>
            <p:blipFill>
              <a:blip r:embed="rId396"/>
              <a:stretch>
                <a:fillRect/>
              </a:stretch>
            </p:blipFill>
            <p:spPr>
              <a:xfrm>
                <a:off x="5307622" y="1957856"/>
                <a:ext cx="507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7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D6603FFD-D84E-EFB1-ECA0-806E43F2A1CC}"/>
                  </a:ext>
                </a:extLst>
              </p14:cNvPr>
              <p14:cNvContentPartPr/>
              <p14:nvPr/>
            </p14:nvContentPartPr>
            <p14:xfrm>
              <a:off x="7141462" y="2125616"/>
              <a:ext cx="460800" cy="4356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D6603FFD-D84E-EFB1-ECA0-806E43F2A1CC}"/>
                  </a:ext>
                </a:extLst>
              </p:cNvPr>
              <p:cNvPicPr/>
              <p:nvPr/>
            </p:nvPicPr>
            <p:blipFill>
              <a:blip r:embed="rId398"/>
              <a:stretch>
                <a:fillRect/>
              </a:stretch>
            </p:blipFill>
            <p:spPr>
              <a:xfrm>
                <a:off x="7132822" y="2116976"/>
                <a:ext cx="47844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DEA3E1AE-CFAB-A709-43AB-0841164F8220}"/>
              </a:ext>
            </a:extLst>
          </p:cNvPr>
          <p:cNvGrpSpPr/>
          <p:nvPr/>
        </p:nvGrpSpPr>
        <p:grpSpPr>
          <a:xfrm>
            <a:off x="6680302" y="4530416"/>
            <a:ext cx="326520" cy="907200"/>
            <a:chOff x="6680302" y="4530416"/>
            <a:chExt cx="326520" cy="90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C34220E-D64E-AA4B-2210-BC4680D4AA04}"/>
                    </a:ext>
                  </a:extLst>
                </p14:cNvPr>
                <p14:cNvContentPartPr/>
                <p14:nvPr/>
              </p14:nvContentPartPr>
              <p14:xfrm>
                <a:off x="6804142" y="4530416"/>
                <a:ext cx="139320" cy="105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C34220E-D64E-AA4B-2210-BC4680D4AA0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795142" y="4521776"/>
                  <a:ext cx="156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5B8A472-81E8-0EE9-DAFB-ECBF6662EF2F}"/>
                    </a:ext>
                  </a:extLst>
                </p14:cNvPr>
                <p14:cNvContentPartPr/>
                <p14:nvPr/>
              </p14:nvContentPartPr>
              <p14:xfrm>
                <a:off x="6912502" y="4699256"/>
                <a:ext cx="61920" cy="4428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5B8A472-81E8-0EE9-DAFB-ECBF6662EF2F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903502" y="4690616"/>
                  <a:ext cx="795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91FBAB0-E9AD-3964-689F-A83FAB18CAEB}"/>
                    </a:ext>
                  </a:extLst>
                </p14:cNvPr>
                <p14:cNvContentPartPr/>
                <p14:nvPr/>
              </p14:nvContentPartPr>
              <p14:xfrm>
                <a:off x="6680302" y="5241056"/>
                <a:ext cx="131400" cy="1512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91FBAB0-E9AD-3964-689F-A83FAB18CAE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671302" y="5232416"/>
                  <a:ext cx="149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F7F4563-2D41-623D-8FEB-CF27F4C77BF0}"/>
                    </a:ext>
                  </a:extLst>
                </p14:cNvPr>
                <p14:cNvContentPartPr/>
                <p14:nvPr/>
              </p14:nvContentPartPr>
              <p14:xfrm>
                <a:off x="6708382" y="5311976"/>
                <a:ext cx="102240" cy="151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2F7F4563-2D41-623D-8FEB-CF27F4C77BF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699382" y="5302976"/>
                  <a:ext cx="119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E2136E0-CB0B-2785-67A5-1093453D921D}"/>
                    </a:ext>
                  </a:extLst>
                </p14:cNvPr>
                <p14:cNvContentPartPr/>
                <p14:nvPr/>
              </p14:nvContentPartPr>
              <p14:xfrm>
                <a:off x="6854902" y="5385056"/>
                <a:ext cx="77400" cy="525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E2136E0-CB0B-2785-67A5-1093453D921D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846262" y="5376416"/>
                  <a:ext cx="95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DB84474-3130-4B5E-D328-13D2B995DA9C}"/>
                    </a:ext>
                  </a:extLst>
                </p14:cNvPr>
                <p14:cNvContentPartPr/>
                <p14:nvPr/>
              </p14:nvContentPartPr>
              <p14:xfrm>
                <a:off x="6924382" y="5236016"/>
                <a:ext cx="82440" cy="525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DB84474-3130-4B5E-D328-13D2B995DA9C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915742" y="5227016"/>
                  <a:ext cx="100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D74AD39-A044-BB32-0B85-7067CD633EF7}"/>
                    </a:ext>
                  </a:extLst>
                </p14:cNvPr>
                <p14:cNvContentPartPr/>
                <p14:nvPr/>
              </p14:nvContentPartPr>
              <p14:xfrm>
                <a:off x="6935182" y="5209736"/>
                <a:ext cx="39960" cy="644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D74AD39-A044-BB32-0B85-7067CD633EF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926542" y="5201096"/>
                  <a:ext cx="57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E8D13D3-3851-AF7D-1C01-750BAA5E7124}"/>
                    </a:ext>
                  </a:extLst>
                </p14:cNvPr>
                <p14:cNvContentPartPr/>
                <p14:nvPr/>
              </p14:nvContentPartPr>
              <p14:xfrm>
                <a:off x="6893422" y="5252936"/>
                <a:ext cx="102960" cy="57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E8D13D3-3851-AF7D-1C01-750BAA5E712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884422" y="5243936"/>
                  <a:ext cx="1206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580E9B4-0738-47F9-C406-374E379A47FC}"/>
              </a:ext>
            </a:extLst>
          </p:cNvPr>
          <p:cNvGrpSpPr/>
          <p:nvPr/>
        </p:nvGrpSpPr>
        <p:grpSpPr>
          <a:xfrm>
            <a:off x="6931222" y="2801336"/>
            <a:ext cx="1213560" cy="920160"/>
            <a:chOff x="6931222" y="2801336"/>
            <a:chExt cx="1213560" cy="92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F2418B6B-07F0-EF39-9277-E5694352C536}"/>
                    </a:ext>
                  </a:extLst>
                </p14:cNvPr>
                <p14:cNvContentPartPr/>
                <p14:nvPr/>
              </p14:nvContentPartPr>
              <p14:xfrm>
                <a:off x="6931222" y="3263576"/>
                <a:ext cx="657720" cy="4579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F2418B6B-07F0-EF39-9277-E5694352C536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6922582" y="3254936"/>
                  <a:ext cx="67536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249FD686-E177-488D-9587-C68D856C1DEA}"/>
                    </a:ext>
                  </a:extLst>
                </p14:cNvPr>
                <p14:cNvContentPartPr/>
                <p14:nvPr/>
              </p14:nvContentPartPr>
              <p14:xfrm>
                <a:off x="7616662" y="3176096"/>
                <a:ext cx="102240" cy="103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249FD686-E177-488D-9587-C68D856C1DE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608022" y="3167456"/>
                  <a:ext cx="119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5D4A8DD-51C1-0293-571A-558BC16A5C8D}"/>
                    </a:ext>
                  </a:extLst>
                </p14:cNvPr>
                <p14:cNvContentPartPr/>
                <p14:nvPr/>
              </p14:nvContentPartPr>
              <p14:xfrm>
                <a:off x="7602262" y="3163136"/>
                <a:ext cx="127800" cy="864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5D4A8DD-51C1-0293-571A-558BC16A5C8D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593262" y="3154496"/>
                  <a:ext cx="145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1891CEB-A147-6B31-6BC7-F11175417C21}"/>
                    </a:ext>
                  </a:extLst>
                </p14:cNvPr>
                <p14:cNvContentPartPr/>
                <p14:nvPr/>
              </p14:nvContentPartPr>
              <p14:xfrm>
                <a:off x="7888822" y="2801336"/>
                <a:ext cx="6840" cy="932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1891CEB-A147-6B31-6BC7-F11175417C21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880182" y="2792696"/>
                  <a:ext cx="24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104EDB0-F8C1-808F-F421-B324D00C5F90}"/>
                    </a:ext>
                  </a:extLst>
                </p14:cNvPr>
                <p14:cNvContentPartPr/>
                <p14:nvPr/>
              </p14:nvContentPartPr>
              <p14:xfrm>
                <a:off x="7829062" y="2966216"/>
                <a:ext cx="167040" cy="144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104EDB0-F8C1-808F-F421-B324D00C5F9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820062" y="2957576"/>
                  <a:ext cx="184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9237AEF-7C2A-8280-686F-3A7C8C2470C4}"/>
                    </a:ext>
                  </a:extLst>
                </p14:cNvPr>
                <p14:cNvContentPartPr/>
                <p14:nvPr/>
              </p14:nvContentPartPr>
              <p14:xfrm>
                <a:off x="7852102" y="3090416"/>
                <a:ext cx="105840" cy="1483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9237AEF-7C2A-8280-686F-3A7C8C2470C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843102" y="3081776"/>
                  <a:ext cx="123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D5E1E14-A85C-9DB0-A77C-CB0EF71F914D}"/>
                    </a:ext>
                  </a:extLst>
                </p14:cNvPr>
                <p14:cNvContentPartPr/>
                <p14:nvPr/>
              </p14:nvContentPartPr>
              <p14:xfrm>
                <a:off x="7854262" y="3168176"/>
                <a:ext cx="131040" cy="165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D5E1E14-A85C-9DB0-A77C-CB0EF71F914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845262" y="3159536"/>
                  <a:ext cx="148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8AEA269-EEEE-2ECE-A248-C32BA4FFEE40}"/>
                    </a:ext>
                  </a:extLst>
                </p14:cNvPr>
                <p14:cNvContentPartPr/>
                <p14:nvPr/>
              </p14:nvContentPartPr>
              <p14:xfrm>
                <a:off x="8005822" y="3247016"/>
                <a:ext cx="81000" cy="5508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8AEA269-EEEE-2ECE-A248-C32BA4FFEE40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996822" y="3238376"/>
                  <a:ext cx="98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06F5C92-980D-200E-8550-B9885652E1ED}"/>
                    </a:ext>
                  </a:extLst>
                </p14:cNvPr>
                <p14:cNvContentPartPr/>
                <p14:nvPr/>
              </p14:nvContentPartPr>
              <p14:xfrm>
                <a:off x="8027422" y="3029936"/>
                <a:ext cx="100800" cy="74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06F5C92-980D-200E-8550-B9885652E1ED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018422" y="3021296"/>
                  <a:ext cx="118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EFCF3A65-CD07-507F-6097-380D4D82FC0A}"/>
                    </a:ext>
                  </a:extLst>
                </p14:cNvPr>
                <p14:cNvContentPartPr/>
                <p14:nvPr/>
              </p14:nvContentPartPr>
              <p14:xfrm>
                <a:off x="8078182" y="3051536"/>
                <a:ext cx="24120" cy="63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EFCF3A65-CD07-507F-6097-380D4D82FC0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069542" y="3042536"/>
                  <a:ext cx="41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BC02BB2-8661-FBF5-781C-FD015FB1C7AC}"/>
                    </a:ext>
                  </a:extLst>
                </p14:cNvPr>
                <p14:cNvContentPartPr/>
                <p14:nvPr/>
              </p14:nvContentPartPr>
              <p14:xfrm>
                <a:off x="8043982" y="3076736"/>
                <a:ext cx="100800" cy="18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BC02BB2-8661-FBF5-781C-FD015FB1C7A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035342" y="3068096"/>
                  <a:ext cx="11844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81969D57-0032-65AE-B4AA-CD8F415EC0D6}"/>
              </a:ext>
            </a:extLst>
          </p:cNvPr>
          <p:cNvGrpSpPr/>
          <p:nvPr/>
        </p:nvGrpSpPr>
        <p:grpSpPr>
          <a:xfrm>
            <a:off x="7431982" y="4150976"/>
            <a:ext cx="253800" cy="272160"/>
            <a:chOff x="7431982" y="4150976"/>
            <a:chExt cx="25380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F20275E-4FBC-D595-CC19-EA36356F8BB4}"/>
                    </a:ext>
                  </a:extLst>
                </p14:cNvPr>
                <p14:cNvContentPartPr/>
                <p14:nvPr/>
              </p14:nvContentPartPr>
              <p14:xfrm>
                <a:off x="7431982" y="4150976"/>
                <a:ext cx="111600" cy="914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F20275E-4FBC-D595-CC19-EA36356F8BB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422982" y="4142336"/>
                  <a:ext cx="129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E31193F-D595-DD1F-12CD-855DC55B4DB0}"/>
                    </a:ext>
                  </a:extLst>
                </p14:cNvPr>
                <p14:cNvContentPartPr/>
                <p14:nvPr/>
              </p14:nvContentPartPr>
              <p14:xfrm>
                <a:off x="7650142" y="4292456"/>
                <a:ext cx="35640" cy="1306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E31193F-D595-DD1F-12CD-855DC55B4DB0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641142" y="4283456"/>
                  <a:ext cx="5328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E328E06E-1CF9-82FE-42E0-F4F836195FDD}"/>
              </a:ext>
            </a:extLst>
          </p:cNvPr>
          <p:cNvGrpSpPr/>
          <p:nvPr/>
        </p:nvGrpSpPr>
        <p:grpSpPr>
          <a:xfrm>
            <a:off x="7601902" y="3707096"/>
            <a:ext cx="282960" cy="344160"/>
            <a:chOff x="7601902" y="3707096"/>
            <a:chExt cx="28296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D305F16-69A1-3E2A-7750-7C0477A49C81}"/>
                    </a:ext>
                  </a:extLst>
                </p14:cNvPr>
                <p14:cNvContentPartPr/>
                <p14:nvPr/>
              </p14:nvContentPartPr>
              <p14:xfrm>
                <a:off x="7601902" y="3961256"/>
                <a:ext cx="100800" cy="900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D305F16-69A1-3E2A-7750-7C0477A49C81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593262" y="3952616"/>
                  <a:ext cx="118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A57D43B-6EC5-2915-7F7B-FBF777B54C61}"/>
                    </a:ext>
                  </a:extLst>
                </p14:cNvPr>
                <p14:cNvContentPartPr/>
                <p14:nvPr/>
              </p14:nvContentPartPr>
              <p14:xfrm>
                <a:off x="7684342" y="3816896"/>
                <a:ext cx="66600" cy="154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A57D43B-6EC5-2915-7F7B-FBF777B54C6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675342" y="3808256"/>
                  <a:ext cx="842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80C75335-D89F-4D64-EF00-3CD3EA1B99B1}"/>
                    </a:ext>
                  </a:extLst>
                </p14:cNvPr>
                <p14:cNvContentPartPr/>
                <p14:nvPr/>
              </p14:nvContentPartPr>
              <p14:xfrm>
                <a:off x="7665982" y="3707096"/>
                <a:ext cx="360" cy="144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80C75335-D89F-4D64-EF00-3CD3EA1B99B1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656982" y="3698096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6147B19-E536-FFDC-6991-C115C0BD94C5}"/>
                    </a:ext>
                  </a:extLst>
                </p14:cNvPr>
                <p14:cNvContentPartPr/>
                <p14:nvPr/>
              </p14:nvContentPartPr>
              <p14:xfrm>
                <a:off x="7778662" y="3755336"/>
                <a:ext cx="106200" cy="100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6147B19-E536-FFDC-6991-C115C0BD94C5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769662" y="3746336"/>
                  <a:ext cx="12384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293E8668-ED2F-8875-EBEE-235EE60EF3F0}"/>
                  </a:ext>
                </a:extLst>
              </p14:cNvPr>
              <p14:cNvContentPartPr/>
              <p14:nvPr/>
            </p14:nvContentPartPr>
            <p14:xfrm>
              <a:off x="5050222" y="4125056"/>
              <a:ext cx="128520" cy="9432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293E8668-ED2F-8875-EBEE-235EE60EF3F0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5041222" y="4116416"/>
                <a:ext cx="146160" cy="11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E0F36801-C189-49F2-F409-0DF4D5DE53CB}"/>
              </a:ext>
            </a:extLst>
          </p:cNvPr>
          <p:cNvGrpSpPr/>
          <p:nvPr/>
        </p:nvGrpSpPr>
        <p:grpSpPr>
          <a:xfrm>
            <a:off x="4806142" y="4362656"/>
            <a:ext cx="169200" cy="97200"/>
            <a:chOff x="4806142" y="4362656"/>
            <a:chExt cx="169200" cy="9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BAF8D79-9A3F-1C35-D8BD-01D020A68728}"/>
                    </a:ext>
                  </a:extLst>
                </p14:cNvPr>
                <p14:cNvContentPartPr/>
                <p14:nvPr/>
              </p14:nvContentPartPr>
              <p14:xfrm>
                <a:off x="4806142" y="4406936"/>
                <a:ext cx="74160" cy="61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BAF8D79-9A3F-1C35-D8BD-01D020A68728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4797502" y="4397936"/>
                  <a:ext cx="918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6C3406B-D1CD-D66C-F495-8A361CBDCF12}"/>
                    </a:ext>
                  </a:extLst>
                </p14:cNvPr>
                <p14:cNvContentPartPr/>
                <p14:nvPr/>
              </p14:nvContentPartPr>
              <p14:xfrm>
                <a:off x="4943302" y="4362656"/>
                <a:ext cx="32040" cy="972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6C3406B-D1CD-D66C-F495-8A361CBDCF12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4934662" y="4354016"/>
                  <a:ext cx="49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551915F-CC5D-B576-F556-38FBC386F772}"/>
                    </a:ext>
                  </a:extLst>
                </p14:cNvPr>
                <p14:cNvContentPartPr/>
                <p14:nvPr/>
              </p14:nvContentPartPr>
              <p14:xfrm>
                <a:off x="4944022" y="4369856"/>
                <a:ext cx="16560" cy="795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551915F-CC5D-B576-F556-38FBC386F77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4935022" y="4360856"/>
                  <a:ext cx="3420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3FA4550A-70D8-73A8-19BB-62056DB513B4}"/>
              </a:ext>
            </a:extLst>
          </p:cNvPr>
          <p:cNvGrpSpPr/>
          <p:nvPr/>
        </p:nvGrpSpPr>
        <p:grpSpPr>
          <a:xfrm>
            <a:off x="4747102" y="3599096"/>
            <a:ext cx="249480" cy="415080"/>
            <a:chOff x="4747102" y="3599096"/>
            <a:chExt cx="24948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44BA562-00CE-7DD7-5923-A179458F18A2}"/>
                    </a:ext>
                  </a:extLst>
                </p14:cNvPr>
                <p14:cNvContentPartPr/>
                <p14:nvPr/>
              </p14:nvContentPartPr>
              <p14:xfrm>
                <a:off x="4747102" y="3908336"/>
                <a:ext cx="114840" cy="1058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44BA562-00CE-7DD7-5923-A179458F18A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4738462" y="3899336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2B1CFF0-4695-6C60-08C5-2EFA4D0C0E6C}"/>
                    </a:ext>
                  </a:extLst>
                </p14:cNvPr>
                <p14:cNvContentPartPr/>
                <p14:nvPr/>
              </p14:nvContentPartPr>
              <p14:xfrm>
                <a:off x="4848262" y="3747776"/>
                <a:ext cx="79560" cy="1695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2B1CFF0-4695-6C60-08C5-2EFA4D0C0E6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4839622" y="3739136"/>
                  <a:ext cx="97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B2CCE07-A8EA-956F-4AE9-48DDB74767E3}"/>
                    </a:ext>
                  </a:extLst>
                </p14:cNvPr>
                <p14:cNvContentPartPr/>
                <p14:nvPr/>
              </p14:nvContentPartPr>
              <p14:xfrm>
                <a:off x="4779142" y="3599096"/>
                <a:ext cx="360" cy="6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B2CCE07-A8EA-956F-4AE9-48DDB74767E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4770502" y="359009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3164E9DB-7E08-8669-DB0F-43C3B75DA0F0}"/>
                    </a:ext>
                  </a:extLst>
                </p14:cNvPr>
                <p14:cNvContentPartPr/>
                <p14:nvPr/>
              </p14:nvContentPartPr>
              <p14:xfrm>
                <a:off x="4906582" y="3668216"/>
                <a:ext cx="44280" cy="741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3164E9DB-7E08-8669-DB0F-43C3B75DA0F0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897942" y="3659216"/>
                  <a:ext cx="61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2273CF1-F789-A325-662C-BD5920D456E0}"/>
                    </a:ext>
                  </a:extLst>
                </p14:cNvPr>
                <p14:cNvContentPartPr/>
                <p14:nvPr/>
              </p14:nvContentPartPr>
              <p14:xfrm>
                <a:off x="4949422" y="3657416"/>
                <a:ext cx="47160" cy="828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2273CF1-F789-A325-662C-BD5920D456E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940422" y="3648776"/>
                  <a:ext cx="64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1DC67C6F-F9BE-C076-9451-695B96F0783C}"/>
                    </a:ext>
                  </a:extLst>
                </p14:cNvPr>
                <p14:cNvContentPartPr/>
                <p14:nvPr/>
              </p14:nvContentPartPr>
              <p14:xfrm>
                <a:off x="4874902" y="3631136"/>
                <a:ext cx="111960" cy="28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1DC67C6F-F9BE-C076-9451-695B96F0783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865902" y="3622136"/>
                  <a:ext cx="1296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432A4A20-BA9D-A5ED-57FF-6123681D3DFB}"/>
              </a:ext>
            </a:extLst>
          </p:cNvPr>
          <p:cNvGrpSpPr/>
          <p:nvPr/>
        </p:nvGrpSpPr>
        <p:grpSpPr>
          <a:xfrm>
            <a:off x="478222" y="2280776"/>
            <a:ext cx="1074240" cy="271800"/>
            <a:chOff x="478222" y="2280776"/>
            <a:chExt cx="107424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AC751C1-8F8E-5DEF-93AA-04568D08EFD3}"/>
                    </a:ext>
                  </a:extLst>
                </p14:cNvPr>
                <p14:cNvContentPartPr/>
                <p14:nvPr/>
              </p14:nvContentPartPr>
              <p14:xfrm>
                <a:off x="478222" y="2317856"/>
                <a:ext cx="51840" cy="2343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AC751C1-8F8E-5DEF-93AA-04568D08EFD3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69582" y="2308856"/>
                  <a:ext cx="694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9D0AFF20-576A-8EE6-B7DA-2FAEBC55109B}"/>
                    </a:ext>
                  </a:extLst>
                </p14:cNvPr>
                <p14:cNvContentPartPr/>
                <p14:nvPr/>
              </p14:nvContentPartPr>
              <p14:xfrm>
                <a:off x="520702" y="2466536"/>
                <a:ext cx="107280" cy="57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9D0AFF20-576A-8EE6-B7DA-2FAEBC55109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512062" y="245789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C3148EF-85B0-89B5-ACD3-55A71FED606D}"/>
                    </a:ext>
                  </a:extLst>
                </p14:cNvPr>
                <p14:cNvContentPartPr/>
                <p14:nvPr/>
              </p14:nvContentPartPr>
              <p14:xfrm>
                <a:off x="592342" y="2363216"/>
                <a:ext cx="46080" cy="16704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C3148EF-85B0-89B5-ACD3-55A71FED606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583342" y="2354576"/>
                  <a:ext cx="63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7CED98EE-75F0-9668-4719-95A840C66AD3}"/>
                    </a:ext>
                  </a:extLst>
                </p14:cNvPr>
                <p14:cNvContentPartPr/>
                <p14:nvPr/>
              </p14:nvContentPartPr>
              <p14:xfrm>
                <a:off x="696742" y="2280776"/>
                <a:ext cx="122040" cy="2718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7CED98EE-75F0-9668-4719-95A840C66AD3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687742" y="2272136"/>
                  <a:ext cx="1396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C7E3C7B-92AD-EF19-2CAC-1AA109665F02}"/>
                    </a:ext>
                  </a:extLst>
                </p14:cNvPr>
                <p14:cNvContentPartPr/>
                <p14:nvPr/>
              </p14:nvContentPartPr>
              <p14:xfrm>
                <a:off x="791782" y="2366096"/>
                <a:ext cx="163440" cy="185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C7E3C7B-92AD-EF19-2CAC-1AA109665F02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783142" y="2357096"/>
                  <a:ext cx="1810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B8F6D55E-0180-60DC-7AEF-D164421691A5}"/>
                    </a:ext>
                  </a:extLst>
                </p14:cNvPr>
                <p14:cNvContentPartPr/>
                <p14:nvPr/>
              </p14:nvContentPartPr>
              <p14:xfrm>
                <a:off x="811582" y="2456096"/>
                <a:ext cx="124200" cy="133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B8F6D55E-0180-60DC-7AEF-D164421691A5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02942" y="2447096"/>
                  <a:ext cx="141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45D5D74-99EF-4FAF-5817-FD71F6A42964}"/>
                    </a:ext>
                  </a:extLst>
                </p14:cNvPr>
                <p14:cNvContentPartPr/>
                <p14:nvPr/>
              </p14:nvContentPartPr>
              <p14:xfrm>
                <a:off x="951262" y="2296616"/>
                <a:ext cx="101880" cy="2556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45D5D74-99EF-4FAF-5817-FD71F6A4296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42622" y="2287616"/>
                  <a:ext cx="119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6F50770-042C-0297-5BE7-D7BB970EF82E}"/>
                    </a:ext>
                  </a:extLst>
                </p14:cNvPr>
                <p14:cNvContentPartPr/>
                <p14:nvPr/>
              </p14:nvContentPartPr>
              <p14:xfrm>
                <a:off x="1191742" y="2476976"/>
                <a:ext cx="100440" cy="118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6F50770-042C-0297-5BE7-D7BB970EF82E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82742" y="2468336"/>
                  <a:ext cx="1180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6B886F8E-2411-9E66-AF3E-114A627D99D3}"/>
                    </a:ext>
                  </a:extLst>
                </p14:cNvPr>
                <p14:cNvContentPartPr/>
                <p14:nvPr/>
              </p14:nvContentPartPr>
              <p14:xfrm>
                <a:off x="1183822" y="2423696"/>
                <a:ext cx="87120" cy="79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6B886F8E-2411-9E66-AF3E-114A627D99D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74822" y="2415056"/>
                  <a:ext cx="104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D6DDF2E-E045-D3E6-6A95-3315A2C32974}"/>
                    </a:ext>
                  </a:extLst>
                </p14:cNvPr>
                <p14:cNvContentPartPr/>
                <p14:nvPr/>
              </p14:nvContentPartPr>
              <p14:xfrm>
                <a:off x="1467502" y="2326496"/>
                <a:ext cx="10800" cy="8676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D6DDF2E-E045-D3E6-6A95-3315A2C32974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458862" y="2317856"/>
                  <a:ext cx="28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542686D-521D-7D99-D083-88B7D83E0A35}"/>
                    </a:ext>
                  </a:extLst>
                </p14:cNvPr>
                <p14:cNvContentPartPr/>
                <p14:nvPr/>
              </p14:nvContentPartPr>
              <p14:xfrm>
                <a:off x="1430422" y="2379416"/>
                <a:ext cx="95400" cy="183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542686D-521D-7D99-D083-88B7D83E0A3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421782" y="2370416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16BDCC3-F7FF-1E9E-A6B2-738FB666C10A}"/>
                    </a:ext>
                  </a:extLst>
                </p14:cNvPr>
                <p14:cNvContentPartPr/>
                <p14:nvPr/>
              </p14:nvContentPartPr>
              <p14:xfrm>
                <a:off x="1435102" y="2494256"/>
                <a:ext cx="117360" cy="133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16BDCC3-F7FF-1E9E-A6B2-738FB666C10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426462" y="2485616"/>
                  <a:ext cx="1350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2F016EF5-6688-AF81-E786-F4E675129A92}"/>
              </a:ext>
            </a:extLst>
          </p:cNvPr>
          <p:cNvGrpSpPr/>
          <p:nvPr/>
        </p:nvGrpSpPr>
        <p:grpSpPr>
          <a:xfrm>
            <a:off x="1711582" y="2215256"/>
            <a:ext cx="1283760" cy="347040"/>
            <a:chOff x="1711582" y="2215256"/>
            <a:chExt cx="1283760" cy="34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A235C2B-C9FF-E334-AAB8-E6A959C2C44F}"/>
                    </a:ext>
                  </a:extLst>
                </p14:cNvPr>
                <p14:cNvContentPartPr/>
                <p14:nvPr/>
              </p14:nvContentPartPr>
              <p14:xfrm>
                <a:off x="1711582" y="2356376"/>
                <a:ext cx="101880" cy="14832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A235C2B-C9FF-E334-AAB8-E6A959C2C44F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702942" y="2347376"/>
                  <a:ext cx="119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7A6F886-159E-4013-9EE3-DF9AB9006A30}"/>
                    </a:ext>
                  </a:extLst>
                </p14:cNvPr>
                <p14:cNvContentPartPr/>
                <p14:nvPr/>
              </p14:nvContentPartPr>
              <p14:xfrm>
                <a:off x="1743262" y="2433416"/>
                <a:ext cx="96480" cy="129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7A6F886-159E-4013-9EE3-DF9AB9006A30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734262" y="2424776"/>
                  <a:ext cx="1141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2363FDC-1574-5F49-299D-4DD067059F2F}"/>
                    </a:ext>
                  </a:extLst>
                </p14:cNvPr>
                <p14:cNvContentPartPr/>
                <p14:nvPr/>
              </p14:nvContentPartPr>
              <p14:xfrm>
                <a:off x="1813102" y="2277176"/>
                <a:ext cx="69120" cy="3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2363FDC-1574-5F49-299D-4DD067059F2F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804102" y="2268536"/>
                  <a:ext cx="86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A32EEB2-35EB-1CEC-B7D0-C6BFCFFF48E7}"/>
                    </a:ext>
                  </a:extLst>
                </p14:cNvPr>
                <p14:cNvContentPartPr/>
                <p14:nvPr/>
              </p14:nvContentPartPr>
              <p14:xfrm>
                <a:off x="1950982" y="2215256"/>
                <a:ext cx="132480" cy="1141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A32EEB2-35EB-1CEC-B7D0-C6BFCFFF48E7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941982" y="2206616"/>
                  <a:ext cx="150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80D09C9-EEB0-2C41-769E-D49EE42D7C3B}"/>
                    </a:ext>
                  </a:extLst>
                </p14:cNvPr>
                <p14:cNvContentPartPr/>
                <p14:nvPr/>
              </p14:nvContentPartPr>
              <p14:xfrm>
                <a:off x="2158342" y="2444216"/>
                <a:ext cx="5760" cy="36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80D09C9-EEB0-2C41-769E-D49EE42D7C3B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149342" y="2435216"/>
                  <a:ext cx="23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1B3380E-449B-27E1-058D-FD3056214B72}"/>
                    </a:ext>
                  </a:extLst>
                </p14:cNvPr>
                <p14:cNvContentPartPr/>
                <p14:nvPr/>
              </p14:nvContentPartPr>
              <p14:xfrm>
                <a:off x="2232502" y="2307056"/>
                <a:ext cx="71280" cy="2109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1B3380E-449B-27E1-058D-FD3056214B7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223862" y="2298416"/>
                  <a:ext cx="88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71917BDD-9310-83E0-6AB9-FF4F3A70E5DA}"/>
                    </a:ext>
                  </a:extLst>
                </p14:cNvPr>
                <p14:cNvContentPartPr/>
                <p14:nvPr/>
              </p14:nvContentPartPr>
              <p14:xfrm>
                <a:off x="2264542" y="2294816"/>
                <a:ext cx="126360" cy="1933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71917BDD-9310-83E0-6AB9-FF4F3A70E5D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2255902" y="2286176"/>
                  <a:ext cx="144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725F1BF-0C49-6C06-4F8A-A399660C4BC6}"/>
                    </a:ext>
                  </a:extLst>
                </p14:cNvPr>
                <p14:cNvContentPartPr/>
                <p14:nvPr/>
              </p14:nvContentPartPr>
              <p14:xfrm>
                <a:off x="2445982" y="2260976"/>
                <a:ext cx="89280" cy="2566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725F1BF-0C49-6C06-4F8A-A399660C4BC6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2437342" y="2251976"/>
                  <a:ext cx="106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6AC84734-FC4A-B6DF-6421-6634346B318C}"/>
                    </a:ext>
                  </a:extLst>
                </p14:cNvPr>
                <p14:cNvContentPartPr/>
                <p14:nvPr/>
              </p14:nvContentPartPr>
              <p14:xfrm>
                <a:off x="2551462" y="2352776"/>
                <a:ext cx="117000" cy="15660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6AC84734-FC4A-B6DF-6421-6634346B318C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2542822" y="2343776"/>
                  <a:ext cx="134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D453F6B-D6EF-95C3-1AAC-5847CDF6F274}"/>
                    </a:ext>
                  </a:extLst>
                </p14:cNvPr>
                <p14:cNvContentPartPr/>
                <p14:nvPr/>
              </p14:nvContentPartPr>
              <p14:xfrm>
                <a:off x="2545342" y="2428736"/>
                <a:ext cx="113040" cy="115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D453F6B-D6EF-95C3-1AAC-5847CDF6F27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2536342" y="2420096"/>
                  <a:ext cx="130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726C33A-0799-D526-AFBC-E080E65A9E7E}"/>
                    </a:ext>
                  </a:extLst>
                </p14:cNvPr>
                <p14:cNvContentPartPr/>
                <p14:nvPr/>
              </p14:nvContentPartPr>
              <p14:xfrm>
                <a:off x="2636782" y="2301656"/>
                <a:ext cx="69480" cy="36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726C33A-0799-D526-AFBC-E080E65A9E7E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2628142" y="2293016"/>
                  <a:ext cx="87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4152AC29-E3C2-A6E3-8A7D-63DE0248A019}"/>
                    </a:ext>
                  </a:extLst>
                </p14:cNvPr>
                <p14:cNvContentPartPr/>
                <p14:nvPr/>
              </p14:nvContentPartPr>
              <p14:xfrm>
                <a:off x="2780062" y="2248736"/>
                <a:ext cx="27360" cy="1220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4152AC29-E3C2-A6E3-8A7D-63DE0248A01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771422" y="2239736"/>
                  <a:ext cx="45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DD6EC22-05A8-ED07-7F73-5F1D861CAFEE}"/>
                    </a:ext>
                  </a:extLst>
                </p14:cNvPr>
                <p14:cNvContentPartPr/>
                <p14:nvPr/>
              </p14:nvContentPartPr>
              <p14:xfrm>
                <a:off x="2870782" y="2243336"/>
                <a:ext cx="124560" cy="3189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DD6EC22-05A8-ED07-7F73-5F1D861CAFEE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2861782" y="2234336"/>
                  <a:ext cx="14220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ED7D83B5-DBF0-B499-5EB9-9A28A926F93E}"/>
              </a:ext>
            </a:extLst>
          </p:cNvPr>
          <p:cNvGrpSpPr/>
          <p:nvPr/>
        </p:nvGrpSpPr>
        <p:grpSpPr>
          <a:xfrm>
            <a:off x="468862" y="1541696"/>
            <a:ext cx="1365480" cy="510120"/>
            <a:chOff x="468862" y="1541696"/>
            <a:chExt cx="1365480" cy="51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8C809A78-F8CC-A299-D25F-590C700AD065}"/>
                    </a:ext>
                  </a:extLst>
                </p14:cNvPr>
                <p14:cNvContentPartPr/>
                <p14:nvPr/>
              </p14:nvContentPartPr>
              <p14:xfrm>
                <a:off x="468862" y="1679576"/>
                <a:ext cx="121680" cy="1188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8C809A78-F8CC-A299-D25F-590C700AD065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459862" y="1670576"/>
                  <a:ext cx="139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D3CD2CF6-6C0B-482B-F56D-4E1A835CD8CF}"/>
                    </a:ext>
                  </a:extLst>
                </p14:cNvPr>
                <p14:cNvContentPartPr/>
                <p14:nvPr/>
              </p14:nvContentPartPr>
              <p14:xfrm>
                <a:off x="653902" y="1584176"/>
                <a:ext cx="53280" cy="2138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D3CD2CF6-6C0B-482B-F56D-4E1A835CD8C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44902" y="1575176"/>
                  <a:ext cx="70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9C200F8-391C-09DB-B9EE-7E2F2DBBC0BF}"/>
                    </a:ext>
                  </a:extLst>
                </p14:cNvPr>
                <p14:cNvContentPartPr/>
                <p14:nvPr/>
              </p14:nvContentPartPr>
              <p14:xfrm>
                <a:off x="600982" y="1722056"/>
                <a:ext cx="132840" cy="111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9C200F8-391C-09DB-B9EE-7E2F2DBBC0B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591982" y="1713056"/>
                  <a:ext cx="150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871C4B5-700D-FAB8-899B-E55798792C75}"/>
                    </a:ext>
                  </a:extLst>
                </p14:cNvPr>
                <p14:cNvContentPartPr/>
                <p14:nvPr/>
              </p14:nvContentPartPr>
              <p14:xfrm>
                <a:off x="754342" y="1679576"/>
                <a:ext cx="42120" cy="8028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871C4B5-700D-FAB8-899B-E55798792C75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45702" y="1670576"/>
                  <a:ext cx="59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2D241FCD-69E6-3C89-D3D0-02319ADAB268}"/>
                    </a:ext>
                  </a:extLst>
                </p14:cNvPr>
                <p14:cNvContentPartPr/>
                <p14:nvPr/>
              </p14:nvContentPartPr>
              <p14:xfrm>
                <a:off x="877102" y="1695776"/>
                <a:ext cx="93600" cy="741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2D241FCD-69E6-3C89-D3D0-02319ADAB268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68102" y="1686776"/>
                  <a:ext cx="1112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7E3B939-550C-A589-BC08-454BDBC9CEDA}"/>
                    </a:ext>
                  </a:extLst>
                </p14:cNvPr>
                <p14:cNvContentPartPr/>
                <p14:nvPr/>
              </p14:nvContentPartPr>
              <p14:xfrm>
                <a:off x="1036942" y="1701176"/>
                <a:ext cx="100800" cy="9612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7E3B939-550C-A589-BC08-454BDBC9CEDA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027942" y="1692176"/>
                  <a:ext cx="1184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85591EB-214B-CF57-9764-AF7547E6CD08}"/>
                    </a:ext>
                  </a:extLst>
                </p14:cNvPr>
                <p14:cNvContentPartPr/>
                <p14:nvPr/>
              </p14:nvContentPartPr>
              <p14:xfrm>
                <a:off x="1148182" y="1584176"/>
                <a:ext cx="84600" cy="2138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85591EB-214B-CF57-9764-AF7547E6CD0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139182" y="1575176"/>
                  <a:ext cx="102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ED116583-CEEA-ECEC-F011-41A130D2C45E}"/>
                    </a:ext>
                  </a:extLst>
                </p14:cNvPr>
                <p14:cNvContentPartPr/>
                <p14:nvPr/>
              </p14:nvContentPartPr>
              <p14:xfrm>
                <a:off x="1143502" y="1700816"/>
                <a:ext cx="111240" cy="432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ED116583-CEEA-ECEC-F011-41A130D2C45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34502" y="1691816"/>
                  <a:ext cx="128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037F375-CF69-F8E2-CD9F-CEB840FAF0E9}"/>
                    </a:ext>
                  </a:extLst>
                </p14:cNvPr>
                <p14:cNvContentPartPr/>
                <p14:nvPr/>
              </p14:nvContentPartPr>
              <p14:xfrm>
                <a:off x="1302262" y="1711616"/>
                <a:ext cx="120240" cy="54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037F375-CF69-F8E2-CD9F-CEB840FAF0E9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293622" y="1702976"/>
                  <a:ext cx="137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75E3AF32-F47C-49E3-4915-9DF7FF81DD97}"/>
                    </a:ext>
                  </a:extLst>
                </p14:cNvPr>
                <p14:cNvContentPartPr/>
                <p14:nvPr/>
              </p14:nvContentPartPr>
              <p14:xfrm>
                <a:off x="1465702" y="1648256"/>
                <a:ext cx="27000" cy="1008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75E3AF32-F47C-49E3-4915-9DF7FF81DD9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457062" y="1639616"/>
                  <a:ext cx="446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02AFEF5-B1B3-E689-B650-098BE0CE7132}"/>
                    </a:ext>
                  </a:extLst>
                </p14:cNvPr>
                <p14:cNvContentPartPr/>
                <p14:nvPr/>
              </p14:nvContentPartPr>
              <p14:xfrm>
                <a:off x="1616182" y="1669136"/>
                <a:ext cx="105840" cy="828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02AFEF5-B1B3-E689-B650-098BE0CE713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607542" y="1660136"/>
                  <a:ext cx="1234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D5E4545-8B51-EF6E-85F5-5B4ADF41D9E1}"/>
                    </a:ext>
                  </a:extLst>
                </p14:cNvPr>
                <p14:cNvContentPartPr/>
                <p14:nvPr/>
              </p14:nvContentPartPr>
              <p14:xfrm>
                <a:off x="1716622" y="1541696"/>
                <a:ext cx="84960" cy="2023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D5E4545-8B51-EF6E-85F5-5B4ADF41D9E1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707982" y="1533056"/>
                  <a:ext cx="1026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CCF6BC0A-A375-575F-5FE3-31D2D8C339C5}"/>
                    </a:ext>
                  </a:extLst>
                </p14:cNvPr>
                <p14:cNvContentPartPr/>
                <p14:nvPr/>
              </p14:nvContentPartPr>
              <p14:xfrm>
                <a:off x="1807342" y="1722416"/>
                <a:ext cx="360" cy="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CCF6BC0A-A375-575F-5FE3-31D2D8C339C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798702" y="1713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449D984-9AE5-8EB2-E875-A59C9A645795}"/>
                    </a:ext>
                  </a:extLst>
                </p14:cNvPr>
                <p14:cNvContentPartPr/>
                <p14:nvPr/>
              </p14:nvContentPartPr>
              <p14:xfrm>
                <a:off x="618982" y="1957856"/>
                <a:ext cx="87480" cy="896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449D984-9AE5-8EB2-E875-A59C9A64579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10342" y="1948856"/>
                  <a:ext cx="105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71CCC6D-7115-802A-26B3-9D156B0F419F}"/>
                    </a:ext>
                  </a:extLst>
                </p14:cNvPr>
                <p14:cNvContentPartPr/>
                <p14:nvPr/>
              </p14:nvContentPartPr>
              <p14:xfrm>
                <a:off x="733822" y="1978736"/>
                <a:ext cx="95040" cy="6408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71CCC6D-7115-802A-26B3-9D156B0F419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24822" y="1970096"/>
                  <a:ext cx="112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812B6F0-DF95-92FA-9C08-215086F36A39}"/>
                    </a:ext>
                  </a:extLst>
                </p14:cNvPr>
                <p14:cNvContentPartPr/>
                <p14:nvPr/>
              </p14:nvContentPartPr>
              <p14:xfrm>
                <a:off x="866302" y="1995296"/>
                <a:ext cx="117720" cy="374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812B6F0-DF95-92FA-9C08-215086F36A3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57662" y="1986296"/>
                  <a:ext cx="135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577ABF7-9557-9CE1-9E2C-DCA189669469}"/>
                    </a:ext>
                  </a:extLst>
                </p14:cNvPr>
                <p14:cNvContentPartPr/>
                <p14:nvPr/>
              </p14:nvContentPartPr>
              <p14:xfrm>
                <a:off x="994102" y="1954976"/>
                <a:ext cx="105120" cy="8208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577ABF7-9557-9CE1-9E2C-DCA189669469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985102" y="1945976"/>
                  <a:ext cx="122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1173307D-CE98-B116-BCCB-05A8AE2F7531}"/>
                    </a:ext>
                  </a:extLst>
                </p14:cNvPr>
                <p14:cNvContentPartPr/>
                <p14:nvPr/>
              </p14:nvContentPartPr>
              <p14:xfrm>
                <a:off x="1169422" y="1860656"/>
                <a:ext cx="47160" cy="1911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1173307D-CE98-B116-BCCB-05A8AE2F7531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60422" y="1851656"/>
                  <a:ext cx="64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4E6FAF7-377E-4156-BDE4-751BE47F49C4}"/>
                    </a:ext>
                  </a:extLst>
                </p14:cNvPr>
                <p14:cNvContentPartPr/>
                <p14:nvPr/>
              </p14:nvContentPartPr>
              <p14:xfrm>
                <a:off x="1111102" y="1976576"/>
                <a:ext cx="138240" cy="226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4E6FAF7-377E-4156-BDE4-751BE47F49C4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02462" y="1967576"/>
                  <a:ext cx="155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7D2DA55-9EA3-5A43-1B0A-CAF42CDABEEF}"/>
                    </a:ext>
                  </a:extLst>
                </p14:cNvPr>
                <p14:cNvContentPartPr/>
                <p14:nvPr/>
              </p14:nvContentPartPr>
              <p14:xfrm>
                <a:off x="1290742" y="1935176"/>
                <a:ext cx="18720" cy="795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7D2DA55-9EA3-5A43-1B0A-CAF42CDABEE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282102" y="1926536"/>
                  <a:ext cx="3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98DCC042-86B0-08C6-08D3-DDFAA4F4B619}"/>
                    </a:ext>
                  </a:extLst>
                </p14:cNvPr>
                <p14:cNvContentPartPr/>
                <p14:nvPr/>
              </p14:nvContentPartPr>
              <p14:xfrm>
                <a:off x="1407022" y="1950656"/>
                <a:ext cx="96840" cy="6876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98DCC042-86B0-08C6-08D3-DDFAA4F4B61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398022" y="1942016"/>
                  <a:ext cx="114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F9D4E39C-D370-6E08-A5B7-71BE5C7A20E4}"/>
                    </a:ext>
                  </a:extLst>
                </p14:cNvPr>
                <p14:cNvContentPartPr/>
                <p14:nvPr/>
              </p14:nvContentPartPr>
              <p14:xfrm>
                <a:off x="1568302" y="1961456"/>
                <a:ext cx="16200" cy="435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F9D4E39C-D370-6E08-A5B7-71BE5C7A20E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559302" y="1952816"/>
                  <a:ext cx="33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683071F-FE0C-9E48-C94E-484AC0F3782E}"/>
                    </a:ext>
                  </a:extLst>
                </p14:cNvPr>
                <p14:cNvContentPartPr/>
                <p14:nvPr/>
              </p14:nvContentPartPr>
              <p14:xfrm>
                <a:off x="1541662" y="1881896"/>
                <a:ext cx="360" cy="3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683071F-FE0C-9E48-C94E-484AC0F3782E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532662" y="1872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3B31D31-D606-554D-271F-BE3989F42AF0}"/>
                    </a:ext>
                  </a:extLst>
                </p14:cNvPr>
                <p14:cNvContentPartPr/>
                <p14:nvPr/>
              </p14:nvContentPartPr>
              <p14:xfrm>
                <a:off x="1621222" y="1964696"/>
                <a:ext cx="98640" cy="410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3B31D31-D606-554D-271F-BE3989F42AF0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612582" y="1956056"/>
                  <a:ext cx="1162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6D64105D-0B53-CE38-2577-0A46BF694605}"/>
                    </a:ext>
                  </a:extLst>
                </p14:cNvPr>
                <p14:cNvContentPartPr/>
                <p14:nvPr/>
              </p14:nvContentPartPr>
              <p14:xfrm>
                <a:off x="1764862" y="1844456"/>
                <a:ext cx="51480" cy="1648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6D64105D-0B53-CE38-2577-0A46BF694605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755862" y="1835816"/>
                  <a:ext cx="69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C2CB526-D532-FA20-7F9D-7EE64430B860}"/>
                    </a:ext>
                  </a:extLst>
                </p14:cNvPr>
                <p14:cNvContentPartPr/>
                <p14:nvPr/>
              </p14:nvContentPartPr>
              <p14:xfrm>
                <a:off x="1733542" y="1953176"/>
                <a:ext cx="100800" cy="14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C2CB526-D532-FA20-7F9D-7EE64430B860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724902" y="1944536"/>
                  <a:ext cx="1184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B161FF7B-57D7-2E3E-9E8A-4BD78B50A1C1}"/>
              </a:ext>
            </a:extLst>
          </p:cNvPr>
          <p:cNvGrpSpPr/>
          <p:nvPr/>
        </p:nvGrpSpPr>
        <p:grpSpPr>
          <a:xfrm>
            <a:off x="3343822" y="2128496"/>
            <a:ext cx="1212480" cy="334800"/>
            <a:chOff x="3343822" y="2128496"/>
            <a:chExt cx="12124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58B2A371-0F04-958D-FBA0-9A816CA01B31}"/>
                    </a:ext>
                  </a:extLst>
                </p14:cNvPr>
                <p14:cNvContentPartPr/>
                <p14:nvPr/>
              </p14:nvContentPartPr>
              <p14:xfrm>
                <a:off x="3343822" y="2237936"/>
                <a:ext cx="191160" cy="867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58B2A371-0F04-958D-FBA0-9A816CA01B31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3334822" y="2229296"/>
                  <a:ext cx="208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EF2473A7-CC2A-2F2E-AC22-E3FFD3B9A9E6}"/>
                    </a:ext>
                  </a:extLst>
                </p14:cNvPr>
                <p14:cNvContentPartPr/>
                <p14:nvPr/>
              </p14:nvContentPartPr>
              <p14:xfrm>
                <a:off x="3571702" y="2260616"/>
                <a:ext cx="122760" cy="648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EF2473A7-CC2A-2F2E-AC22-E3FFD3B9A9E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3562702" y="2251616"/>
                  <a:ext cx="140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A0D22DB-C284-3004-AD96-1497F781254E}"/>
                    </a:ext>
                  </a:extLst>
                </p14:cNvPr>
                <p14:cNvContentPartPr/>
                <p14:nvPr/>
              </p14:nvContentPartPr>
              <p14:xfrm>
                <a:off x="3726502" y="2234336"/>
                <a:ext cx="106560" cy="2289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A0D22DB-C284-3004-AD96-1497F781254E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3717862" y="2225336"/>
                  <a:ext cx="124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2E64D3F6-9133-1D09-6EEB-3CC9C5BB3AF2}"/>
                    </a:ext>
                  </a:extLst>
                </p14:cNvPr>
                <p14:cNvContentPartPr/>
                <p14:nvPr/>
              </p14:nvContentPartPr>
              <p14:xfrm>
                <a:off x="3365062" y="2301656"/>
                <a:ext cx="360" cy="198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2E64D3F6-9133-1D09-6EEB-3CC9C5BB3AF2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3356062" y="2293016"/>
                  <a:ext cx="18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41554AE2-00DB-DD5B-16F6-E6B288210027}"/>
                    </a:ext>
                  </a:extLst>
                </p14:cNvPr>
                <p14:cNvContentPartPr/>
                <p14:nvPr/>
              </p14:nvContentPartPr>
              <p14:xfrm>
                <a:off x="3986422" y="2128496"/>
                <a:ext cx="78480" cy="2620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41554AE2-00DB-DD5B-16F6-E6B288210027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3977782" y="2119856"/>
                  <a:ext cx="961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CE23AD62-1B18-A1CC-46ED-970D5D099A01}"/>
                    </a:ext>
                  </a:extLst>
                </p14:cNvPr>
                <p14:cNvContentPartPr/>
                <p14:nvPr/>
              </p14:nvContentPartPr>
              <p14:xfrm>
                <a:off x="3969142" y="2276456"/>
                <a:ext cx="92520" cy="151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CE23AD62-1B18-A1CC-46ED-970D5D099A01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3960142" y="2267456"/>
                  <a:ext cx="110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D023B172-767C-C080-D688-484123FC81E8}"/>
                    </a:ext>
                  </a:extLst>
                </p14:cNvPr>
                <p14:cNvContentPartPr/>
                <p14:nvPr/>
              </p14:nvContentPartPr>
              <p14:xfrm>
                <a:off x="4119262" y="2258456"/>
                <a:ext cx="65520" cy="6048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D023B172-767C-C080-D688-484123FC81E8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4110262" y="2249816"/>
                  <a:ext cx="83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1912A90-38E3-E624-A158-570DC54CFB87}"/>
                    </a:ext>
                  </a:extLst>
                </p14:cNvPr>
                <p14:cNvContentPartPr/>
                <p14:nvPr/>
              </p14:nvContentPartPr>
              <p14:xfrm>
                <a:off x="4206022" y="2222456"/>
                <a:ext cx="42120" cy="7200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1912A90-38E3-E624-A158-570DC54CFB87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4197022" y="2213816"/>
                  <a:ext cx="597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905B8330-7710-AAB0-06D3-47AC0DBF89E2}"/>
                    </a:ext>
                  </a:extLst>
                </p14:cNvPr>
                <p14:cNvContentPartPr/>
                <p14:nvPr/>
              </p14:nvContentPartPr>
              <p14:xfrm>
                <a:off x="4333822" y="2222096"/>
                <a:ext cx="222480" cy="831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905B8330-7710-AAB0-06D3-47AC0DBF89E2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4324822" y="2213096"/>
                  <a:ext cx="240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095432B0-3EFA-E713-6FA6-FF0941ED9DDD}"/>
                    </a:ext>
                  </a:extLst>
                </p14:cNvPr>
                <p14:cNvContentPartPr/>
                <p14:nvPr/>
              </p14:nvContentPartPr>
              <p14:xfrm>
                <a:off x="4465582" y="2235776"/>
                <a:ext cx="3600" cy="28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095432B0-3EFA-E713-6FA6-FF0941ED9DDD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4456582" y="2226776"/>
                  <a:ext cx="212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D9E8BB2-2FEC-139F-73E2-99933C4E895B}"/>
              </a:ext>
            </a:extLst>
          </p:cNvPr>
          <p:cNvGrpSpPr/>
          <p:nvPr/>
        </p:nvGrpSpPr>
        <p:grpSpPr>
          <a:xfrm>
            <a:off x="3279022" y="2477336"/>
            <a:ext cx="788760" cy="245520"/>
            <a:chOff x="3279022" y="2477336"/>
            <a:chExt cx="7887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263CA006-2D15-0CD3-7E4D-78F36647C195}"/>
                    </a:ext>
                  </a:extLst>
                </p14:cNvPr>
                <p14:cNvContentPartPr/>
                <p14:nvPr/>
              </p14:nvContentPartPr>
              <p14:xfrm>
                <a:off x="3279022" y="2523776"/>
                <a:ext cx="69480" cy="17316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263CA006-2D15-0CD3-7E4D-78F36647C195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3270022" y="2515136"/>
                  <a:ext cx="87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8F2360A8-F30B-352D-7EB8-AFCDD421E1E3}"/>
                    </a:ext>
                  </a:extLst>
                </p14:cNvPr>
                <p14:cNvContentPartPr/>
                <p14:nvPr/>
              </p14:nvContentPartPr>
              <p14:xfrm>
                <a:off x="3301342" y="2632496"/>
                <a:ext cx="99720" cy="1008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8F2360A8-F30B-352D-7EB8-AFCDD421E1E3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3292342" y="2623496"/>
                  <a:ext cx="117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9D912DB-862E-8F6A-A9CD-CC64779FF15D}"/>
                    </a:ext>
                  </a:extLst>
                </p14:cNvPr>
                <p14:cNvContentPartPr/>
                <p14:nvPr/>
              </p14:nvContentPartPr>
              <p14:xfrm>
                <a:off x="3349222" y="2519816"/>
                <a:ext cx="86040" cy="18972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9D912DB-862E-8F6A-A9CD-CC64779FF15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3340222" y="2510816"/>
                  <a:ext cx="1036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63F9D66-3C82-FF2C-081D-9DB0044AB9C8}"/>
                    </a:ext>
                  </a:extLst>
                </p14:cNvPr>
                <p14:cNvContentPartPr/>
                <p14:nvPr/>
              </p14:nvContentPartPr>
              <p14:xfrm>
                <a:off x="3439222" y="2477336"/>
                <a:ext cx="133200" cy="2455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63F9D66-3C82-FF2C-081D-9DB0044AB9C8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3430582" y="2468336"/>
                  <a:ext cx="150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8EDC3F9-D08B-A305-2835-683C228C1627}"/>
                    </a:ext>
                  </a:extLst>
                </p14:cNvPr>
                <p14:cNvContentPartPr/>
                <p14:nvPr/>
              </p14:nvContentPartPr>
              <p14:xfrm>
                <a:off x="3519142" y="2578496"/>
                <a:ext cx="113400" cy="1126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8EDC3F9-D08B-A305-2835-683C228C162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3510502" y="2569856"/>
                  <a:ext cx="131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0DAFFFA8-CF36-7E96-7E0F-82DD96BEB396}"/>
                    </a:ext>
                  </a:extLst>
                </p14:cNvPr>
                <p14:cNvContentPartPr/>
                <p14:nvPr/>
              </p14:nvContentPartPr>
              <p14:xfrm>
                <a:off x="3529942" y="2626016"/>
                <a:ext cx="74520" cy="1548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0DAFFFA8-CF36-7E96-7E0F-82DD96BEB396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3521302" y="2617376"/>
                  <a:ext cx="92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17ACDBFC-433F-5099-0702-3F92D34139A7}"/>
                    </a:ext>
                  </a:extLst>
                </p14:cNvPr>
                <p14:cNvContentPartPr/>
                <p14:nvPr/>
              </p14:nvContentPartPr>
              <p14:xfrm>
                <a:off x="3582862" y="2477336"/>
                <a:ext cx="122760" cy="2314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17ACDBFC-433F-5099-0702-3F92D34139A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3574222" y="2468336"/>
                  <a:ext cx="140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BAA99E5E-B83B-4B27-3321-C8ECF633D3A3}"/>
                    </a:ext>
                  </a:extLst>
                </p14:cNvPr>
                <p14:cNvContentPartPr/>
                <p14:nvPr/>
              </p14:nvContentPartPr>
              <p14:xfrm>
                <a:off x="3796342" y="2620616"/>
                <a:ext cx="95400" cy="162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BAA99E5E-B83B-4B27-3321-C8ECF633D3A3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3787342" y="2611976"/>
                  <a:ext cx="113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D2990ED-7994-09B0-F244-D3E8C18BF306}"/>
                    </a:ext>
                  </a:extLst>
                </p14:cNvPr>
                <p14:cNvContentPartPr/>
                <p14:nvPr/>
              </p14:nvContentPartPr>
              <p14:xfrm>
                <a:off x="3764302" y="2547176"/>
                <a:ext cx="84600" cy="158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D2990ED-7994-09B0-F244-D3E8C18BF306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3755662" y="2538176"/>
                  <a:ext cx="1022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EE519C9-C2B6-9B5C-2B9F-0A4E95DFBD5B}"/>
                    </a:ext>
                  </a:extLst>
                </p14:cNvPr>
                <p14:cNvContentPartPr/>
                <p14:nvPr/>
              </p14:nvContentPartPr>
              <p14:xfrm>
                <a:off x="3954022" y="2492096"/>
                <a:ext cx="113760" cy="1393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EE519C9-C2B6-9B5C-2B9F-0A4E95DFBD5B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3945382" y="2483456"/>
                  <a:ext cx="131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FDCCDC4-DC7C-4721-96A8-F5AA74D92D2D}"/>
                    </a:ext>
                  </a:extLst>
                </p14:cNvPr>
                <p14:cNvContentPartPr/>
                <p14:nvPr/>
              </p14:nvContentPartPr>
              <p14:xfrm>
                <a:off x="3811462" y="2541056"/>
                <a:ext cx="360" cy="3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FDCCDC4-DC7C-4721-96A8-F5AA74D92D2D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802822" y="25320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5E2D33DF-9FDB-BE5F-FAC4-53A62BD9BF50}"/>
              </a:ext>
            </a:extLst>
          </p:cNvPr>
          <p:cNvGrpSpPr/>
          <p:nvPr/>
        </p:nvGrpSpPr>
        <p:grpSpPr>
          <a:xfrm>
            <a:off x="3242302" y="2796296"/>
            <a:ext cx="762480" cy="255600"/>
            <a:chOff x="3242302" y="2796296"/>
            <a:chExt cx="76248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B1DB1747-9CDE-D8D3-0152-CFB6637B9AF5}"/>
                    </a:ext>
                  </a:extLst>
                </p14:cNvPr>
                <p14:cNvContentPartPr/>
                <p14:nvPr/>
              </p14:nvContentPartPr>
              <p14:xfrm>
                <a:off x="3242302" y="2965856"/>
                <a:ext cx="123120" cy="860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B1DB1747-9CDE-D8D3-0152-CFB6637B9AF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233302" y="2957216"/>
                  <a:ext cx="140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CEF7A825-0F39-D7F7-D318-9875B83E945B}"/>
                    </a:ext>
                  </a:extLst>
                </p14:cNvPr>
                <p14:cNvContentPartPr/>
                <p14:nvPr/>
              </p14:nvContentPartPr>
              <p14:xfrm>
                <a:off x="3362182" y="2858936"/>
                <a:ext cx="76320" cy="1803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CEF7A825-0F39-D7F7-D318-9875B83E945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353182" y="2850296"/>
                  <a:ext cx="939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6D64AFB-7312-5393-6DD5-7B2BD30D49BC}"/>
                    </a:ext>
                  </a:extLst>
                </p14:cNvPr>
                <p14:cNvContentPartPr/>
                <p14:nvPr/>
              </p14:nvContentPartPr>
              <p14:xfrm>
                <a:off x="3367222" y="2939576"/>
                <a:ext cx="56880" cy="212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6D64AFB-7312-5393-6DD5-7B2BD30D49B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358222" y="2930936"/>
                  <a:ext cx="74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2709DC72-7D94-82C4-DE5D-6D336A01694C}"/>
                    </a:ext>
                  </a:extLst>
                </p14:cNvPr>
                <p14:cNvContentPartPr/>
                <p14:nvPr/>
              </p14:nvContentPartPr>
              <p14:xfrm>
                <a:off x="3418342" y="3016976"/>
                <a:ext cx="45360" cy="79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2709DC72-7D94-82C4-DE5D-6D336A01694C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409342" y="3008336"/>
                  <a:ext cx="630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54515C9F-07BA-583E-2220-C8DB5EE7E32C}"/>
                    </a:ext>
                  </a:extLst>
                </p14:cNvPr>
                <p14:cNvContentPartPr/>
                <p14:nvPr/>
              </p14:nvContentPartPr>
              <p14:xfrm>
                <a:off x="3615262" y="2892056"/>
                <a:ext cx="32400" cy="9648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54515C9F-07BA-583E-2220-C8DB5EE7E32C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3606262" y="2883056"/>
                  <a:ext cx="50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C2BA317-38FB-D692-1B2F-8DC8BD05DD43}"/>
                    </a:ext>
                  </a:extLst>
                </p14:cNvPr>
                <p14:cNvContentPartPr/>
                <p14:nvPr/>
              </p14:nvContentPartPr>
              <p14:xfrm>
                <a:off x="3560542" y="2896376"/>
                <a:ext cx="143280" cy="12456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C2BA317-38FB-D692-1B2F-8DC8BD05DD43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3551902" y="2887376"/>
                  <a:ext cx="160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ABEDC231-2CF4-4DA2-B83D-32DED91B854B}"/>
                    </a:ext>
                  </a:extLst>
                </p14:cNvPr>
                <p14:cNvContentPartPr/>
                <p14:nvPr/>
              </p14:nvContentPartPr>
              <p14:xfrm>
                <a:off x="3577822" y="2956496"/>
                <a:ext cx="47520" cy="154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ABEDC231-2CF4-4DA2-B83D-32DED91B854B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3568822" y="2947496"/>
                  <a:ext cx="65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D97CC81-B4BA-39D8-AE2A-67C481502F51}"/>
                    </a:ext>
                  </a:extLst>
                </p14:cNvPr>
                <p14:cNvContentPartPr/>
                <p14:nvPr/>
              </p14:nvContentPartPr>
              <p14:xfrm>
                <a:off x="3735502" y="2960816"/>
                <a:ext cx="78840" cy="115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D97CC81-B4BA-39D8-AE2A-67C481502F51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3726502" y="2952176"/>
                  <a:ext cx="96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575B84C-B8E2-917C-CF69-7D035155FA47}"/>
                    </a:ext>
                  </a:extLst>
                </p14:cNvPr>
                <p14:cNvContentPartPr/>
                <p14:nvPr/>
              </p14:nvContentPartPr>
              <p14:xfrm>
                <a:off x="3738742" y="2925896"/>
                <a:ext cx="62640" cy="57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575B84C-B8E2-917C-CF69-7D035155FA4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3729742" y="2916896"/>
                  <a:ext cx="80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C6A44810-4619-8FA2-CE4D-D70ACCEA477A}"/>
                    </a:ext>
                  </a:extLst>
                </p14:cNvPr>
                <p14:cNvContentPartPr/>
                <p14:nvPr/>
              </p14:nvContentPartPr>
              <p14:xfrm>
                <a:off x="3880582" y="2853896"/>
                <a:ext cx="49680" cy="788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C6A44810-4619-8FA2-CE4D-D70ACCEA477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3871582" y="2844896"/>
                  <a:ext cx="67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6C5A9E2-13FF-04B4-162E-6D4013EDE4F0}"/>
                    </a:ext>
                  </a:extLst>
                </p14:cNvPr>
                <p14:cNvContentPartPr/>
                <p14:nvPr/>
              </p14:nvContentPartPr>
              <p14:xfrm>
                <a:off x="3880582" y="2892416"/>
                <a:ext cx="69480" cy="50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6C5A9E2-13FF-04B4-162E-6D4013EDE4F0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3871942" y="2883416"/>
                  <a:ext cx="871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AE48DE92-8ED2-4137-299E-FD67A6FE1B40}"/>
                    </a:ext>
                  </a:extLst>
                </p14:cNvPr>
                <p14:cNvContentPartPr/>
                <p14:nvPr/>
              </p14:nvContentPartPr>
              <p14:xfrm>
                <a:off x="3923062" y="2796296"/>
                <a:ext cx="81720" cy="1332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AE48DE92-8ED2-4137-299E-FD67A6FE1B4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3914422" y="2787296"/>
                  <a:ext cx="9936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44BC35D5-5EE7-590E-743B-2651551EFC86}"/>
              </a:ext>
            </a:extLst>
          </p:cNvPr>
          <p:cNvGrpSpPr/>
          <p:nvPr/>
        </p:nvGrpSpPr>
        <p:grpSpPr>
          <a:xfrm>
            <a:off x="3243022" y="3162056"/>
            <a:ext cx="630000" cy="245160"/>
            <a:chOff x="3243022" y="3162056"/>
            <a:chExt cx="63000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54953FC-0014-AE59-61DF-ED3543A8F346}"/>
                    </a:ext>
                  </a:extLst>
                </p14:cNvPr>
                <p14:cNvContentPartPr/>
                <p14:nvPr/>
              </p14:nvContentPartPr>
              <p14:xfrm>
                <a:off x="3243022" y="3322616"/>
                <a:ext cx="91800" cy="8460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54953FC-0014-AE59-61DF-ED3543A8F346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3234022" y="3313616"/>
                  <a:ext cx="109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493DAB2-EF17-D32E-85E9-2E52B11D24C0}"/>
                    </a:ext>
                  </a:extLst>
                </p14:cNvPr>
                <p14:cNvContentPartPr/>
                <p14:nvPr/>
              </p14:nvContentPartPr>
              <p14:xfrm>
                <a:off x="3325822" y="3349256"/>
                <a:ext cx="27000" cy="442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493DAB2-EF17-D32E-85E9-2E52B11D24C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3316822" y="3340256"/>
                  <a:ext cx="44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115CE9E6-2514-5ACD-0585-AF3F365AB197}"/>
                    </a:ext>
                  </a:extLst>
                </p14:cNvPr>
                <p14:cNvContentPartPr/>
                <p14:nvPr/>
              </p14:nvContentPartPr>
              <p14:xfrm>
                <a:off x="3370462" y="3337376"/>
                <a:ext cx="100080" cy="442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115CE9E6-2514-5ACD-0585-AF3F365AB197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3361462" y="3328376"/>
                  <a:ext cx="117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DC19AE48-D02C-EE6E-C2A9-CB41ED0829FE}"/>
                    </a:ext>
                  </a:extLst>
                </p14:cNvPr>
                <p14:cNvContentPartPr/>
                <p14:nvPr/>
              </p14:nvContentPartPr>
              <p14:xfrm>
                <a:off x="3529942" y="3197336"/>
                <a:ext cx="70560" cy="17712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DC19AE48-D02C-EE6E-C2A9-CB41ED0829FE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3520942" y="3188336"/>
                  <a:ext cx="88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B329CF5-07E4-0C09-4AA3-25B056794D2E}"/>
                    </a:ext>
                  </a:extLst>
                </p14:cNvPr>
                <p14:cNvContentPartPr/>
                <p14:nvPr/>
              </p14:nvContentPartPr>
              <p14:xfrm>
                <a:off x="3630742" y="3162056"/>
                <a:ext cx="24120" cy="1958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B329CF5-07E4-0C09-4AA3-25B056794D2E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3622102" y="3153416"/>
                  <a:ext cx="417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82CA5DA4-A4F9-DFF1-9A0F-39E7994F17B4}"/>
                    </a:ext>
                  </a:extLst>
                </p14:cNvPr>
                <p14:cNvContentPartPr/>
                <p14:nvPr/>
              </p14:nvContentPartPr>
              <p14:xfrm>
                <a:off x="3721102" y="3242696"/>
                <a:ext cx="70560" cy="849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82CA5DA4-A4F9-DFF1-9A0F-39E7994F17B4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3712462" y="3234056"/>
                  <a:ext cx="88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1811095-0707-5828-4CAD-DEDD08848CF8}"/>
                    </a:ext>
                  </a:extLst>
                </p14:cNvPr>
                <p14:cNvContentPartPr/>
                <p14:nvPr/>
              </p14:nvContentPartPr>
              <p14:xfrm>
                <a:off x="3806422" y="3209936"/>
                <a:ext cx="66600" cy="943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1811095-0707-5828-4CAD-DEDD08848CF8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797422" y="3200936"/>
                  <a:ext cx="842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45E9C7CC-A014-F36A-0DC5-F60E8A3C9508}"/>
              </a:ext>
            </a:extLst>
          </p:cNvPr>
          <p:cNvGrpSpPr/>
          <p:nvPr/>
        </p:nvGrpSpPr>
        <p:grpSpPr>
          <a:xfrm>
            <a:off x="3365062" y="3519176"/>
            <a:ext cx="525240" cy="230040"/>
            <a:chOff x="3365062" y="3519176"/>
            <a:chExt cx="525240" cy="23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921ED4F7-36DF-1346-701F-5959482DCE3C}"/>
                    </a:ext>
                  </a:extLst>
                </p14:cNvPr>
                <p14:cNvContentPartPr/>
                <p14:nvPr/>
              </p14:nvContentPartPr>
              <p14:xfrm>
                <a:off x="3365062" y="3625736"/>
                <a:ext cx="193680" cy="1234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921ED4F7-36DF-1346-701F-5959482DCE3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356062" y="3616736"/>
                  <a:ext cx="211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8EB1A490-120F-DBDB-5C06-B4137DFEB23A}"/>
                    </a:ext>
                  </a:extLst>
                </p14:cNvPr>
                <p14:cNvContentPartPr/>
                <p14:nvPr/>
              </p14:nvContentPartPr>
              <p14:xfrm>
                <a:off x="3390622" y="3689456"/>
                <a:ext cx="86400" cy="1008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8EB1A490-120F-DBDB-5C06-B4137DFEB23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381622" y="3680456"/>
                  <a:ext cx="1040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0E493473-AA10-6774-1315-E431E0286F9C}"/>
                    </a:ext>
                  </a:extLst>
                </p14:cNvPr>
                <p14:cNvContentPartPr/>
                <p14:nvPr/>
              </p14:nvContentPartPr>
              <p14:xfrm>
                <a:off x="3550462" y="3657776"/>
                <a:ext cx="91440" cy="50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0E493473-AA10-6774-1315-E431E0286F9C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541462" y="3649136"/>
                  <a:ext cx="109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E2DEDB1-C7DD-6219-80EA-DEF855475DB5}"/>
                    </a:ext>
                  </a:extLst>
                </p14:cNvPr>
                <p14:cNvContentPartPr/>
                <p14:nvPr/>
              </p14:nvContentPartPr>
              <p14:xfrm>
                <a:off x="3528862" y="3593696"/>
                <a:ext cx="86400" cy="154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E2DEDB1-C7DD-6219-80EA-DEF855475DB5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520222" y="3584696"/>
                  <a:ext cx="104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292AA60-A3F1-EC4D-DFE9-E22F1A143470}"/>
                    </a:ext>
                  </a:extLst>
                </p14:cNvPr>
                <p14:cNvContentPartPr/>
                <p14:nvPr/>
              </p14:nvContentPartPr>
              <p14:xfrm>
                <a:off x="3726142" y="3599096"/>
                <a:ext cx="43200" cy="219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292AA60-A3F1-EC4D-DFE9-E22F1A14347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717142" y="3590096"/>
                  <a:ext cx="60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07C12140-6E28-2C75-BB12-D410E63835F8}"/>
                    </a:ext>
                  </a:extLst>
                </p14:cNvPr>
                <p14:cNvContentPartPr/>
                <p14:nvPr/>
              </p14:nvContentPartPr>
              <p14:xfrm>
                <a:off x="3832702" y="3519176"/>
                <a:ext cx="57600" cy="11232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07C12140-6E28-2C75-BB12-D410E63835F8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824062" y="3510536"/>
                  <a:ext cx="75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2EFD23D-29F6-9F42-99F3-7BD50701391E}"/>
                    </a:ext>
                  </a:extLst>
                </p14:cNvPr>
                <p14:cNvContentPartPr/>
                <p14:nvPr/>
              </p14:nvContentPartPr>
              <p14:xfrm>
                <a:off x="3690142" y="3618536"/>
                <a:ext cx="41760" cy="75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2EFD23D-29F6-9F42-99F3-7BD50701391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681502" y="3609896"/>
                  <a:ext cx="59400" cy="25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Polynomial viewpoint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77240" y="1417320"/>
            <a:ext cx="1042380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symmetric FIR has a palindromic coefficient polynomial; an antisymmetric FIR has an anti-palindromic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z₀ is a zero, reciprocal symmetry forces 1/z₀ (with conjugation as required for real coefficients).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zero geometry is the z-plane fingerprint of linear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6"/>
          <p:cNvSpPr/>
          <p:nvPr/>
        </p:nvSpPr>
        <p:spPr>
          <a:xfrm>
            <a:off x="1645920" y="4709160"/>
            <a:ext cx="88693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130" descr="eq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977" y="4802386"/>
            <a:ext cx="5025205" cy="5904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0C1C2A-A119-D7CF-FD40-C94A0A7D85FE}"/>
                  </a:ext>
                </a:extLst>
              </p14:cNvPr>
              <p14:cNvContentPartPr/>
              <p14:nvPr/>
            </p14:nvContentPartPr>
            <p14:xfrm>
              <a:off x="5299342" y="4541936"/>
              <a:ext cx="256320" cy="312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0C1C2A-A119-D7CF-FD40-C94A0A7D85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0702" y="4532936"/>
                <a:ext cx="273960" cy="32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0313AA2-E61E-C7EB-88D9-98BC88BFD1A3}"/>
              </a:ext>
            </a:extLst>
          </p:cNvPr>
          <p:cNvGrpSpPr/>
          <p:nvPr/>
        </p:nvGrpSpPr>
        <p:grpSpPr>
          <a:xfrm>
            <a:off x="5024302" y="4166816"/>
            <a:ext cx="116640" cy="135360"/>
            <a:chOff x="5024302" y="4166816"/>
            <a:chExt cx="11664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3561CB3-263C-BB0D-675F-AD4D35338424}"/>
                    </a:ext>
                  </a:extLst>
                </p14:cNvPr>
                <p14:cNvContentPartPr/>
                <p14:nvPr/>
              </p14:nvContentPartPr>
              <p14:xfrm>
                <a:off x="5053822" y="4166816"/>
                <a:ext cx="36360" cy="135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3561CB3-263C-BB0D-675F-AD4D353384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44822" y="4158176"/>
                  <a:ext cx="54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9A3AD7-6B3E-F273-07D2-13F39C74D787}"/>
                    </a:ext>
                  </a:extLst>
                </p14:cNvPr>
                <p14:cNvContentPartPr/>
                <p14:nvPr/>
              </p14:nvContentPartPr>
              <p14:xfrm>
                <a:off x="5024302" y="4240256"/>
                <a:ext cx="116640" cy="2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9A3AD7-6B3E-F273-07D2-13F39C74D78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15302" y="4231256"/>
                  <a:ext cx="13428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9B1178-EA17-972E-B787-5668D94ECE01}"/>
              </a:ext>
            </a:extLst>
          </p:cNvPr>
          <p:cNvGrpSpPr/>
          <p:nvPr/>
        </p:nvGrpSpPr>
        <p:grpSpPr>
          <a:xfrm>
            <a:off x="5369182" y="4125416"/>
            <a:ext cx="203760" cy="160200"/>
            <a:chOff x="5369182" y="4125416"/>
            <a:chExt cx="203760" cy="16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FA785C-517B-3D02-E584-6FC12F3C59C4}"/>
                    </a:ext>
                  </a:extLst>
                </p14:cNvPr>
                <p14:cNvContentPartPr/>
                <p14:nvPr/>
              </p14:nvContentPartPr>
              <p14:xfrm>
                <a:off x="5403022" y="4220816"/>
                <a:ext cx="24120" cy="56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FA785C-517B-3D02-E584-6FC12F3C59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394382" y="4212176"/>
                  <a:ext cx="4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14239C5-8315-EA69-8BB1-5757B8CD0011}"/>
                    </a:ext>
                  </a:extLst>
                </p14:cNvPr>
                <p14:cNvContentPartPr/>
                <p14:nvPr/>
              </p14:nvContentPartPr>
              <p14:xfrm>
                <a:off x="5369182" y="4125416"/>
                <a:ext cx="8640" cy="18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14239C5-8315-EA69-8BB1-5757B8CD00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60542" y="4116416"/>
                  <a:ext cx="26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685A34-B3C7-E6E8-CBE9-D030073ABF10}"/>
                    </a:ext>
                  </a:extLst>
                </p14:cNvPr>
                <p14:cNvContentPartPr/>
                <p14:nvPr/>
              </p14:nvContentPartPr>
              <p14:xfrm>
                <a:off x="5467102" y="4183736"/>
                <a:ext cx="105840" cy="101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685A34-B3C7-E6E8-CBE9-D030073ABF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58102" y="4174736"/>
                  <a:ext cx="1234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8ADF120-34F6-4418-C72E-943FF70FF6E3}"/>
              </a:ext>
            </a:extLst>
          </p:cNvPr>
          <p:cNvGrpSpPr/>
          <p:nvPr/>
        </p:nvGrpSpPr>
        <p:grpSpPr>
          <a:xfrm>
            <a:off x="5723782" y="4064576"/>
            <a:ext cx="413640" cy="356760"/>
            <a:chOff x="5723782" y="4064576"/>
            <a:chExt cx="41364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580A4D5-6125-BF77-A4AE-BB71DC3894F4}"/>
                    </a:ext>
                  </a:extLst>
                </p14:cNvPr>
                <p14:cNvContentPartPr/>
                <p14:nvPr/>
              </p14:nvContentPartPr>
              <p14:xfrm>
                <a:off x="5723782" y="4064576"/>
                <a:ext cx="162000" cy="356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580A4D5-6125-BF77-A4AE-BB71DC3894F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15142" y="4055936"/>
                  <a:ext cx="1796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8FB262E-F955-8BDB-BCD9-B6C47B9EBB4E}"/>
                    </a:ext>
                  </a:extLst>
                </p14:cNvPr>
                <p14:cNvContentPartPr/>
                <p14:nvPr/>
              </p14:nvContentPartPr>
              <p14:xfrm>
                <a:off x="5768062" y="4260776"/>
                <a:ext cx="101160" cy="3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8FB262E-F955-8BDB-BCD9-B6C47B9EBB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59062" y="4252136"/>
                  <a:ext cx="1188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A849C6B-BC1A-D8FD-255B-70AF75485D7F}"/>
                    </a:ext>
                  </a:extLst>
                </p14:cNvPr>
                <p14:cNvContentPartPr/>
                <p14:nvPr/>
              </p14:nvContentPartPr>
              <p14:xfrm>
                <a:off x="5919982" y="4229096"/>
                <a:ext cx="119880" cy="78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A849C6B-BC1A-D8FD-255B-70AF75485D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11342" y="4220456"/>
                  <a:ext cx="1375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FAB5368-1739-C16B-0270-28E29D4148C0}"/>
                    </a:ext>
                  </a:extLst>
                </p14:cNvPr>
                <p14:cNvContentPartPr/>
                <p14:nvPr/>
              </p14:nvContentPartPr>
              <p14:xfrm>
                <a:off x="6065422" y="4166456"/>
                <a:ext cx="72000" cy="12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FAB5368-1739-C16B-0270-28E29D4148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56422" y="4157816"/>
                  <a:ext cx="8964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ABA2D76-22D9-8E0A-7D47-503DAE8C6EA1}"/>
              </a:ext>
            </a:extLst>
          </p:cNvPr>
          <p:cNvGrpSpPr/>
          <p:nvPr/>
        </p:nvGrpSpPr>
        <p:grpSpPr>
          <a:xfrm>
            <a:off x="6350902" y="4024256"/>
            <a:ext cx="1495440" cy="381240"/>
            <a:chOff x="6350902" y="4024256"/>
            <a:chExt cx="149544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97FA48-A3BF-F6B0-EB8D-EC1AB0D03ABB}"/>
                    </a:ext>
                  </a:extLst>
                </p14:cNvPr>
                <p14:cNvContentPartPr/>
                <p14:nvPr/>
              </p14:nvContentPartPr>
              <p14:xfrm>
                <a:off x="6350902" y="4157096"/>
                <a:ext cx="86040" cy="118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97FA48-A3BF-F6B0-EB8D-EC1AB0D03A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42262" y="4148456"/>
                  <a:ext cx="1036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4E09DE-D74A-D580-235A-9A934BED78E5}"/>
                    </a:ext>
                  </a:extLst>
                </p14:cNvPr>
                <p14:cNvContentPartPr/>
                <p14:nvPr/>
              </p14:nvContentPartPr>
              <p14:xfrm>
                <a:off x="6470422" y="4215416"/>
                <a:ext cx="137880" cy="190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4E09DE-D74A-D580-235A-9A934BED78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61422" y="4206776"/>
                  <a:ext cx="155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0D997E9-C5AF-4071-C529-39E446838592}"/>
                    </a:ext>
                  </a:extLst>
                </p14:cNvPr>
                <p14:cNvContentPartPr/>
                <p14:nvPr/>
              </p14:nvContentPartPr>
              <p14:xfrm>
                <a:off x="6687862" y="4204976"/>
                <a:ext cx="225360" cy="74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0D997E9-C5AF-4071-C529-39E4468385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78862" y="4196336"/>
                  <a:ext cx="2430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D94242-F629-4790-2D00-A8D148CAC70B}"/>
                    </a:ext>
                  </a:extLst>
                </p14:cNvPr>
                <p14:cNvContentPartPr/>
                <p14:nvPr/>
              </p14:nvContentPartPr>
              <p14:xfrm>
                <a:off x="6948142" y="4194536"/>
                <a:ext cx="224280" cy="68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D94242-F629-4790-2D00-A8D148CAC70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39502" y="4185536"/>
                  <a:ext cx="241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D25691-2FD6-9FE9-18CB-0384E134C5AF}"/>
                    </a:ext>
                  </a:extLst>
                </p14:cNvPr>
                <p14:cNvContentPartPr/>
                <p14:nvPr/>
              </p14:nvContentPartPr>
              <p14:xfrm>
                <a:off x="7224982" y="4171136"/>
                <a:ext cx="124200" cy="93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D25691-2FD6-9FE9-18CB-0384E134C5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15982" y="4162496"/>
                  <a:ext cx="141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E399CB4-F575-26EB-C9FB-2171453E83F0}"/>
                    </a:ext>
                  </a:extLst>
                </p14:cNvPr>
                <p14:cNvContentPartPr/>
                <p14:nvPr/>
              </p14:nvContentPartPr>
              <p14:xfrm>
                <a:off x="7352062" y="4024256"/>
                <a:ext cx="100440" cy="213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E399CB4-F575-26EB-C9FB-2171453E83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43422" y="4015256"/>
                  <a:ext cx="118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3330B8-9401-1567-B579-36C09E764E9F}"/>
                    </a:ext>
                  </a:extLst>
                </p14:cNvPr>
                <p14:cNvContentPartPr/>
                <p14:nvPr/>
              </p14:nvContentPartPr>
              <p14:xfrm>
                <a:off x="7317862" y="4157096"/>
                <a:ext cx="119880" cy="12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3330B8-9401-1567-B579-36C09E764E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08862" y="4148456"/>
                  <a:ext cx="137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5145CF4-CFFC-384D-096C-E33DEA3D3BA8}"/>
                    </a:ext>
                  </a:extLst>
                </p14:cNvPr>
                <p14:cNvContentPartPr/>
                <p14:nvPr/>
              </p14:nvContentPartPr>
              <p14:xfrm>
                <a:off x="7479142" y="4113896"/>
                <a:ext cx="54360" cy="135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5145CF4-CFFC-384D-096C-E33DEA3D3B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70142" y="4104896"/>
                  <a:ext cx="72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0F2AA7-69ED-83C1-1B31-C8185F369319}"/>
                    </a:ext>
                  </a:extLst>
                </p14:cNvPr>
                <p14:cNvContentPartPr/>
                <p14:nvPr/>
              </p14:nvContentPartPr>
              <p14:xfrm>
                <a:off x="7633942" y="4172936"/>
                <a:ext cx="28440" cy="68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0F2AA7-69ED-83C1-1B31-C8185F36931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25302" y="4164296"/>
                  <a:ext cx="46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597248-B95E-E1FD-74D4-C1C68AF817D4}"/>
                    </a:ext>
                  </a:extLst>
                </p14:cNvPr>
                <p14:cNvContentPartPr/>
                <p14:nvPr/>
              </p14:nvContentPartPr>
              <p14:xfrm>
                <a:off x="7596862" y="4024256"/>
                <a:ext cx="10800" cy="24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597248-B95E-E1FD-74D4-C1C68AF817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87862" y="4015256"/>
                  <a:ext cx="28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CA54BF-C3B1-5217-A488-A39A4AAD5D8E}"/>
                    </a:ext>
                  </a:extLst>
                </p14:cNvPr>
                <p14:cNvContentPartPr/>
                <p14:nvPr/>
              </p14:nvContentPartPr>
              <p14:xfrm>
                <a:off x="7724302" y="4130096"/>
                <a:ext cx="122040" cy="112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CA54BF-C3B1-5217-A488-A39A4AAD5D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15662" y="4121096"/>
                  <a:ext cx="1396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038FE62-62FA-6F75-2275-52DBD34E3F66}"/>
              </a:ext>
            </a:extLst>
          </p:cNvPr>
          <p:cNvGrpSpPr/>
          <p:nvPr/>
        </p:nvGrpSpPr>
        <p:grpSpPr>
          <a:xfrm>
            <a:off x="8091142" y="4006976"/>
            <a:ext cx="459000" cy="210960"/>
            <a:chOff x="8091142" y="4006976"/>
            <a:chExt cx="45900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BD4875E-74A3-EE5A-5DD0-9B5DC780144B}"/>
                    </a:ext>
                  </a:extLst>
                </p14:cNvPr>
                <p14:cNvContentPartPr/>
                <p14:nvPr/>
              </p14:nvContentPartPr>
              <p14:xfrm>
                <a:off x="8117782" y="4066736"/>
                <a:ext cx="68400" cy="151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BD4875E-74A3-EE5A-5DD0-9B5DC780144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08782" y="4058096"/>
                  <a:ext cx="860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AB21D64-E11F-B493-9519-01A6338AAB94}"/>
                    </a:ext>
                  </a:extLst>
                </p14:cNvPr>
                <p14:cNvContentPartPr/>
                <p14:nvPr/>
              </p14:nvContentPartPr>
              <p14:xfrm>
                <a:off x="8091142" y="4020656"/>
                <a:ext cx="75960" cy="83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AB21D64-E11F-B493-9519-01A6338AAB9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82502" y="4012016"/>
                  <a:ext cx="93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E035E20-828C-4E72-1E05-65A0A3ABCAA9}"/>
                    </a:ext>
                  </a:extLst>
                </p14:cNvPr>
                <p14:cNvContentPartPr/>
                <p14:nvPr/>
              </p14:nvContentPartPr>
              <p14:xfrm>
                <a:off x="8128582" y="4118936"/>
                <a:ext cx="85320" cy="17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E035E20-828C-4E72-1E05-65A0A3ABCAA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19582" y="4109936"/>
                  <a:ext cx="102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AA920A2-6EC5-9FCD-19CC-4E034ECC8BBC}"/>
                    </a:ext>
                  </a:extLst>
                </p14:cNvPr>
                <p14:cNvContentPartPr/>
                <p14:nvPr/>
              </p14:nvContentPartPr>
              <p14:xfrm>
                <a:off x="8256022" y="4087976"/>
                <a:ext cx="66240" cy="128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AA920A2-6EC5-9FCD-19CC-4E034ECC8BB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47022" y="4079336"/>
                  <a:ext cx="83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2DBF434-5853-4200-475B-807DF1AE4BEC}"/>
                    </a:ext>
                  </a:extLst>
                </p14:cNvPr>
                <p14:cNvContentPartPr/>
                <p14:nvPr/>
              </p14:nvContentPartPr>
              <p14:xfrm>
                <a:off x="8373382" y="4006976"/>
                <a:ext cx="176760" cy="206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2DBF434-5853-4200-475B-807DF1AE4BE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64742" y="3997976"/>
                  <a:ext cx="19440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E195289-286A-8345-5AB7-A9D0AF1134E8}"/>
              </a:ext>
            </a:extLst>
          </p:cNvPr>
          <p:cNvGrpSpPr/>
          <p:nvPr/>
        </p:nvGrpSpPr>
        <p:grpSpPr>
          <a:xfrm>
            <a:off x="8776582" y="3997616"/>
            <a:ext cx="610920" cy="263160"/>
            <a:chOff x="8776582" y="3997616"/>
            <a:chExt cx="61092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B70620-4571-205C-A9E4-0B675929A461}"/>
                    </a:ext>
                  </a:extLst>
                </p14:cNvPr>
                <p14:cNvContentPartPr/>
                <p14:nvPr/>
              </p14:nvContentPartPr>
              <p14:xfrm>
                <a:off x="8776582" y="4134056"/>
                <a:ext cx="144720" cy="98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B70620-4571-205C-A9E4-0B675929A46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67582" y="4125416"/>
                  <a:ext cx="162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4CC0AEE-3490-B187-43FB-71C184FA3DC2}"/>
                    </a:ext>
                  </a:extLst>
                </p14:cNvPr>
                <p14:cNvContentPartPr/>
                <p14:nvPr/>
              </p14:nvContentPartPr>
              <p14:xfrm>
                <a:off x="8925262" y="4150256"/>
                <a:ext cx="96840" cy="77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4CC0AEE-3490-B187-43FB-71C184FA3DC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16622" y="4141616"/>
                  <a:ext cx="114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439E677-2BA5-45D1-6268-0D18553DACFA}"/>
                    </a:ext>
                  </a:extLst>
                </p14:cNvPr>
                <p14:cNvContentPartPr/>
                <p14:nvPr/>
              </p14:nvContentPartPr>
              <p14:xfrm>
                <a:off x="8915182" y="4140896"/>
                <a:ext cx="91080" cy="72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439E677-2BA5-45D1-6268-0D18553DACF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06542" y="4131896"/>
                  <a:ext cx="108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DDED30E-B2F1-DEB7-5B7F-A365C6898C30}"/>
                    </a:ext>
                  </a:extLst>
                </p14:cNvPr>
                <p14:cNvContentPartPr/>
                <p14:nvPr/>
              </p14:nvContentPartPr>
              <p14:xfrm>
                <a:off x="9064942" y="4088336"/>
                <a:ext cx="118080" cy="11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DDED30E-B2F1-DEB7-5B7F-A365C6898C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056302" y="4079336"/>
                  <a:ext cx="135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B5D393-5740-A15C-238E-778802A9D5B6}"/>
                    </a:ext>
                  </a:extLst>
                </p14:cNvPr>
                <p14:cNvContentPartPr/>
                <p14:nvPr/>
              </p14:nvContentPartPr>
              <p14:xfrm>
                <a:off x="9221182" y="3997616"/>
                <a:ext cx="92160" cy="243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B5D393-5740-A15C-238E-778802A9D5B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12542" y="3988976"/>
                  <a:ext cx="109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1718205-9417-68EB-1D2F-B13345202DB1}"/>
                    </a:ext>
                  </a:extLst>
                </p14:cNvPr>
                <p14:cNvContentPartPr/>
                <p14:nvPr/>
              </p14:nvContentPartPr>
              <p14:xfrm>
                <a:off x="9222622" y="4172216"/>
                <a:ext cx="81360" cy="11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1718205-9417-68EB-1D2F-B13345202D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213622" y="4163216"/>
                  <a:ext cx="99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E52C6A-5B48-BBF0-7C44-A942C17B7DAC}"/>
                    </a:ext>
                  </a:extLst>
                </p14:cNvPr>
                <p14:cNvContentPartPr/>
                <p14:nvPr/>
              </p14:nvContentPartPr>
              <p14:xfrm>
                <a:off x="9313702" y="4008416"/>
                <a:ext cx="73800" cy="252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E52C6A-5B48-BBF0-7C44-A942C17B7DA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04702" y="3999416"/>
                  <a:ext cx="91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AD0AA6-A58C-399C-62AB-53E2E2F93B07}"/>
                    </a:ext>
                  </a:extLst>
                </p14:cNvPr>
                <p14:cNvContentPartPr/>
                <p14:nvPr/>
              </p14:nvContentPartPr>
              <p14:xfrm>
                <a:off x="9315502" y="4156376"/>
                <a:ext cx="68040" cy="11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AD0AA6-A58C-399C-62AB-53E2E2F93B0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306862" y="4147736"/>
                  <a:ext cx="856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B7DD63D-A45B-DC55-1820-EB322ED3A606}"/>
              </a:ext>
            </a:extLst>
          </p:cNvPr>
          <p:cNvGrpSpPr/>
          <p:nvPr/>
        </p:nvGrpSpPr>
        <p:grpSpPr>
          <a:xfrm>
            <a:off x="9797902" y="3875216"/>
            <a:ext cx="1829160" cy="405360"/>
            <a:chOff x="9797902" y="3875216"/>
            <a:chExt cx="1829160" cy="40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FE7B91-39C7-9075-1D65-F06B95A51832}"/>
                    </a:ext>
                  </a:extLst>
                </p14:cNvPr>
                <p14:cNvContentPartPr/>
                <p14:nvPr/>
              </p14:nvContentPartPr>
              <p14:xfrm>
                <a:off x="9797902" y="3997616"/>
                <a:ext cx="209880" cy="253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FE7B91-39C7-9075-1D65-F06B95A518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88902" y="3988976"/>
                  <a:ext cx="2275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A7A1B7-2003-6FC6-1974-1A6D7771D29A}"/>
                    </a:ext>
                  </a:extLst>
                </p14:cNvPr>
                <p14:cNvContentPartPr/>
                <p14:nvPr/>
              </p14:nvContentPartPr>
              <p14:xfrm>
                <a:off x="9930382" y="3965936"/>
                <a:ext cx="205200" cy="287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A7A1B7-2003-6FC6-1974-1A6D7771D2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21742" y="3957296"/>
                  <a:ext cx="2228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FACF09-D582-4614-537F-C891D989BF09}"/>
                    </a:ext>
                  </a:extLst>
                </p14:cNvPr>
                <p14:cNvContentPartPr/>
                <p14:nvPr/>
              </p14:nvContentPartPr>
              <p14:xfrm>
                <a:off x="10141702" y="4146656"/>
                <a:ext cx="142920" cy="795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FACF09-D582-4614-537F-C891D989BF0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33062" y="4137656"/>
                  <a:ext cx="160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837F436-BF00-AB70-130B-FAC4DC800F2F}"/>
                    </a:ext>
                  </a:extLst>
                </p14:cNvPr>
                <p14:cNvContentPartPr/>
                <p14:nvPr/>
              </p14:nvContentPartPr>
              <p14:xfrm>
                <a:off x="10223062" y="3976736"/>
                <a:ext cx="222120" cy="303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837F436-BF00-AB70-130B-FAC4DC800F2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14062" y="3967736"/>
                  <a:ext cx="2397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4229606-7C04-912D-8845-F54556B66E71}"/>
                    </a:ext>
                  </a:extLst>
                </p14:cNvPr>
                <p14:cNvContentPartPr/>
                <p14:nvPr/>
              </p14:nvContentPartPr>
              <p14:xfrm>
                <a:off x="10535902" y="4172576"/>
                <a:ext cx="91800" cy="223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4229606-7C04-912D-8845-F54556B66E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26902" y="4163576"/>
                  <a:ext cx="109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85BEBB-2EF1-B59B-873D-8EA2BC41419C}"/>
                    </a:ext>
                  </a:extLst>
                </p14:cNvPr>
                <p14:cNvContentPartPr/>
                <p14:nvPr/>
              </p14:nvContentPartPr>
              <p14:xfrm>
                <a:off x="10565062" y="4126136"/>
                <a:ext cx="51840" cy="4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85BEBB-2EF1-B59B-873D-8EA2BC41419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56062" y="4117496"/>
                  <a:ext cx="69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3D0C6B1-6441-C100-C532-304EC55EF601}"/>
                    </a:ext>
                  </a:extLst>
                </p14:cNvPr>
                <p14:cNvContentPartPr/>
                <p14:nvPr/>
              </p14:nvContentPartPr>
              <p14:xfrm>
                <a:off x="10701502" y="3999776"/>
                <a:ext cx="157320" cy="185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3D0C6B1-6441-C100-C532-304EC55EF60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692502" y="3990776"/>
                  <a:ext cx="174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7256A0-21ED-6D7E-2FA7-D2BAFF351924}"/>
                    </a:ext>
                  </a:extLst>
                </p14:cNvPr>
                <p14:cNvContentPartPr/>
                <p14:nvPr/>
              </p14:nvContentPartPr>
              <p14:xfrm>
                <a:off x="10870342" y="3906896"/>
                <a:ext cx="135720" cy="298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7256A0-21ED-6D7E-2FA7-D2BAFF35192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61702" y="3897896"/>
                  <a:ext cx="153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F88BB01-77DC-C6F6-01CF-9A44A1D78ECB}"/>
                    </a:ext>
                  </a:extLst>
                </p14:cNvPr>
                <p14:cNvContentPartPr/>
                <p14:nvPr/>
              </p14:nvContentPartPr>
              <p14:xfrm>
                <a:off x="11020102" y="3972056"/>
                <a:ext cx="189720" cy="159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F88BB01-77DC-C6F6-01CF-9A44A1D78EC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11102" y="3963056"/>
                  <a:ext cx="207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1D5480F-5FCA-1A0E-CF02-850738808E7E}"/>
                    </a:ext>
                  </a:extLst>
                </p14:cNvPr>
                <p14:cNvContentPartPr/>
                <p14:nvPr/>
              </p14:nvContentPartPr>
              <p14:xfrm>
                <a:off x="11262022" y="4072136"/>
                <a:ext cx="61920" cy="11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1D5480F-5FCA-1A0E-CF02-850738808E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253382" y="4063136"/>
                  <a:ext cx="795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1ACA351-8184-7E97-7639-F8E2668B9044}"/>
                    </a:ext>
                  </a:extLst>
                </p14:cNvPr>
                <p14:cNvContentPartPr/>
                <p14:nvPr/>
              </p14:nvContentPartPr>
              <p14:xfrm>
                <a:off x="11403142" y="4013456"/>
                <a:ext cx="136080" cy="94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1ACA351-8184-7E97-7639-F8E2668B90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394502" y="4004816"/>
                  <a:ext cx="1537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A0EA28-4A3B-7508-3110-5D9BE41E2CBC}"/>
                    </a:ext>
                  </a:extLst>
                </p14:cNvPr>
                <p14:cNvContentPartPr/>
                <p14:nvPr/>
              </p14:nvContentPartPr>
              <p14:xfrm>
                <a:off x="11466862" y="3875216"/>
                <a:ext cx="160200" cy="285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A0EA28-4A3B-7508-3110-5D9BE41E2C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58222" y="3866576"/>
                  <a:ext cx="177840" cy="30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E22FF43-D27F-E7E3-0562-28AA083D6B9F}"/>
                  </a:ext>
                </a:extLst>
              </p14:cNvPr>
              <p14:cNvContentPartPr/>
              <p14:nvPr/>
            </p14:nvContentPartPr>
            <p14:xfrm>
              <a:off x="5333542" y="5435096"/>
              <a:ext cx="185760" cy="196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E22FF43-D27F-E7E3-0562-28AA083D6B9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24902" y="5426456"/>
                <a:ext cx="2034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3001A5B-010C-BE05-209E-5A0B15328B74}"/>
                  </a:ext>
                </a:extLst>
              </p14:cNvPr>
              <p14:cNvContentPartPr/>
              <p14:nvPr/>
            </p14:nvContentPartPr>
            <p14:xfrm>
              <a:off x="4899022" y="6001736"/>
              <a:ext cx="93240" cy="90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3001A5B-010C-BE05-209E-5A0B15328B7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890022" y="5992736"/>
                <a:ext cx="110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DF80E0CC-DC10-6AF7-2E9F-D2AB4338E578}"/>
              </a:ext>
            </a:extLst>
          </p:cNvPr>
          <p:cNvGrpSpPr/>
          <p:nvPr/>
        </p:nvGrpSpPr>
        <p:grpSpPr>
          <a:xfrm>
            <a:off x="5215102" y="5868896"/>
            <a:ext cx="170280" cy="176400"/>
            <a:chOff x="5215102" y="5868896"/>
            <a:chExt cx="17028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60DF219-9F50-E5F4-7232-87F4519C0970}"/>
                    </a:ext>
                  </a:extLst>
                </p14:cNvPr>
                <p14:cNvContentPartPr/>
                <p14:nvPr/>
              </p14:nvContentPartPr>
              <p14:xfrm>
                <a:off x="5252182" y="5980496"/>
                <a:ext cx="14040" cy="48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60DF219-9F50-E5F4-7232-87F4519C097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43542" y="5971856"/>
                  <a:ext cx="316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02BD582-0691-A13C-BAEC-9F48D0139733}"/>
                    </a:ext>
                  </a:extLst>
                </p14:cNvPr>
                <p14:cNvContentPartPr/>
                <p14:nvPr/>
              </p14:nvContentPartPr>
              <p14:xfrm>
                <a:off x="5215102" y="5868896"/>
                <a:ext cx="3600" cy="9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02BD582-0691-A13C-BAEC-9F48D01397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6102" y="586025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F33EE16-080B-248B-65B0-F4EBA9C84E14}"/>
                    </a:ext>
                  </a:extLst>
                </p14:cNvPr>
                <p14:cNvContentPartPr/>
                <p14:nvPr/>
              </p14:nvContentPartPr>
              <p14:xfrm>
                <a:off x="5310142" y="5938736"/>
                <a:ext cx="75240" cy="1065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F33EE16-080B-248B-65B0-F4EBA9C84E1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01502" y="5929736"/>
                  <a:ext cx="9288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1654CC3-8062-3794-F8F2-ACC15E8C8878}"/>
              </a:ext>
            </a:extLst>
          </p:cNvPr>
          <p:cNvGrpSpPr/>
          <p:nvPr/>
        </p:nvGrpSpPr>
        <p:grpSpPr>
          <a:xfrm>
            <a:off x="5596342" y="5759816"/>
            <a:ext cx="387360" cy="366480"/>
            <a:chOff x="5596342" y="5759816"/>
            <a:chExt cx="38736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C4F5C0-0BF2-7B80-5F2B-0625F1997BEB}"/>
                    </a:ext>
                  </a:extLst>
                </p14:cNvPr>
                <p14:cNvContentPartPr/>
                <p14:nvPr/>
              </p14:nvContentPartPr>
              <p14:xfrm>
                <a:off x="5617582" y="5759816"/>
                <a:ext cx="96120" cy="366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C4F5C0-0BF2-7B80-5F2B-0625F1997BE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08942" y="5751176"/>
                  <a:ext cx="1137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97CB99C-93E2-8883-703D-5A8F8EEA5821}"/>
                    </a:ext>
                  </a:extLst>
                </p14:cNvPr>
                <p14:cNvContentPartPr/>
                <p14:nvPr/>
              </p14:nvContentPartPr>
              <p14:xfrm>
                <a:off x="5596342" y="5973656"/>
                <a:ext cx="124200" cy="44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97CB99C-93E2-8883-703D-5A8F8EEA582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87342" y="5964656"/>
                  <a:ext cx="1418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5AFF725-14CC-D390-B092-718E240E444D}"/>
                    </a:ext>
                  </a:extLst>
                </p14:cNvPr>
                <p14:cNvContentPartPr/>
                <p14:nvPr/>
              </p14:nvContentPartPr>
              <p14:xfrm>
                <a:off x="5752222" y="5873936"/>
                <a:ext cx="231480" cy="170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5AFF725-14CC-D390-B092-718E240E444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43222" y="5865296"/>
                  <a:ext cx="249120" cy="18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E6066698-B2AB-EB99-4923-D6C1985593E4}"/>
              </a:ext>
            </a:extLst>
          </p:cNvPr>
          <p:cNvGrpSpPr/>
          <p:nvPr/>
        </p:nvGrpSpPr>
        <p:grpSpPr>
          <a:xfrm>
            <a:off x="6198622" y="5698976"/>
            <a:ext cx="2037240" cy="440280"/>
            <a:chOff x="6198622" y="5698976"/>
            <a:chExt cx="2037240" cy="44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D5EF4D7-9B92-711E-FD7D-38994CEC4632}"/>
                    </a:ext>
                  </a:extLst>
                </p14:cNvPr>
                <p14:cNvContentPartPr/>
                <p14:nvPr/>
              </p14:nvContentPartPr>
              <p14:xfrm>
                <a:off x="6198622" y="5909936"/>
                <a:ext cx="147960" cy="98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D5EF4D7-9B92-711E-FD7D-38994CEC463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89982" y="5900936"/>
                  <a:ext cx="165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39B71FB-3C2F-955E-1096-79773CEB5FAD}"/>
                    </a:ext>
                  </a:extLst>
                </p14:cNvPr>
                <p14:cNvContentPartPr/>
                <p14:nvPr/>
              </p14:nvContentPartPr>
              <p14:xfrm>
                <a:off x="6347302" y="5938016"/>
                <a:ext cx="205560" cy="64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39B71FB-3C2F-955E-1096-79773CEB5F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38662" y="5929376"/>
                  <a:ext cx="223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B9EA5B9-F0D7-CE89-1629-4DAC18CA3EB7}"/>
                    </a:ext>
                  </a:extLst>
                </p14:cNvPr>
                <p14:cNvContentPartPr/>
                <p14:nvPr/>
              </p14:nvContentPartPr>
              <p14:xfrm>
                <a:off x="6496342" y="5783936"/>
                <a:ext cx="84240" cy="234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B9EA5B9-F0D7-CE89-1629-4DAC18CA3EB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87342" y="5774936"/>
                  <a:ext cx="101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0A33FDD-BC27-56CB-7D36-C5780B9DEEAE}"/>
                    </a:ext>
                  </a:extLst>
                </p14:cNvPr>
                <p14:cNvContentPartPr/>
                <p14:nvPr/>
              </p14:nvContentPartPr>
              <p14:xfrm>
                <a:off x="6517582" y="5948816"/>
                <a:ext cx="222120" cy="71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0A33FDD-BC27-56CB-7D36-C5780B9DEEA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08582" y="5939816"/>
                  <a:ext cx="239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DA35EA9-F54F-D79B-ED21-B79ED3F87243}"/>
                    </a:ext>
                  </a:extLst>
                </p14:cNvPr>
                <p14:cNvContentPartPr/>
                <p14:nvPr/>
              </p14:nvContentPartPr>
              <p14:xfrm>
                <a:off x="6671662" y="5826416"/>
                <a:ext cx="14040" cy="34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DA35EA9-F54F-D79B-ED21-B79ED3F872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663022" y="5817776"/>
                  <a:ext cx="316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42CB5A1-82BB-89E6-5F6C-E4D722DED4E5}"/>
                    </a:ext>
                  </a:extLst>
                </p14:cNvPr>
                <p14:cNvContentPartPr/>
                <p14:nvPr/>
              </p14:nvContentPartPr>
              <p14:xfrm>
                <a:off x="6819622" y="5888336"/>
                <a:ext cx="92880" cy="130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42CB5A1-82BB-89E6-5F6C-E4D722DED4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10622" y="5879696"/>
                  <a:ext cx="110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3B525A-7BEE-42DD-D054-1764F5D0A9A7}"/>
                    </a:ext>
                  </a:extLst>
                </p14:cNvPr>
                <p14:cNvContentPartPr/>
                <p14:nvPr/>
              </p14:nvContentPartPr>
              <p14:xfrm>
                <a:off x="6951382" y="5948096"/>
                <a:ext cx="114120" cy="191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3B525A-7BEE-42DD-D054-1764F5D0A9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42382" y="5939096"/>
                  <a:ext cx="1317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FC23D08-5A89-7AA2-7E94-B100A89BAE80}"/>
                    </a:ext>
                  </a:extLst>
                </p14:cNvPr>
                <p14:cNvContentPartPr/>
                <p14:nvPr/>
              </p14:nvContentPartPr>
              <p14:xfrm>
                <a:off x="7123462" y="5900936"/>
                <a:ext cx="233640" cy="85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FC23D08-5A89-7AA2-7E94-B100A89BAE8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14822" y="5891936"/>
                  <a:ext cx="2512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259FEB-2886-4D6D-67FE-0F8DA5A3A1B3}"/>
                    </a:ext>
                  </a:extLst>
                </p14:cNvPr>
                <p14:cNvContentPartPr/>
                <p14:nvPr/>
              </p14:nvContentPartPr>
              <p14:xfrm>
                <a:off x="7384102" y="5890136"/>
                <a:ext cx="244440" cy="74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259FEB-2886-4D6D-67FE-0F8DA5A3A1B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75462" y="5881496"/>
                  <a:ext cx="262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A1931AF-E32B-8584-6E39-474A2D65DF12}"/>
                    </a:ext>
                  </a:extLst>
                </p14:cNvPr>
                <p14:cNvContentPartPr/>
                <p14:nvPr/>
              </p14:nvContentPartPr>
              <p14:xfrm>
                <a:off x="7617742" y="5826776"/>
                <a:ext cx="117720" cy="150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A1931AF-E32B-8584-6E39-474A2D65DF1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09102" y="5817776"/>
                  <a:ext cx="135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D19CF5-983B-7BA3-055D-096889C9BA06}"/>
                    </a:ext>
                  </a:extLst>
                </p14:cNvPr>
                <p14:cNvContentPartPr/>
                <p14:nvPr/>
              </p14:nvContentPartPr>
              <p14:xfrm>
                <a:off x="7697662" y="5698976"/>
                <a:ext cx="97920" cy="261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D19CF5-983B-7BA3-055D-096889C9BA0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89022" y="5689976"/>
                  <a:ext cx="115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3B4C03-095F-E679-AA8E-42B0626A360F}"/>
                    </a:ext>
                  </a:extLst>
                </p14:cNvPr>
                <p14:cNvContentPartPr/>
                <p14:nvPr/>
              </p14:nvContentPartPr>
              <p14:xfrm>
                <a:off x="7712422" y="5862416"/>
                <a:ext cx="92160" cy="10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3B4C03-095F-E679-AA8E-42B0626A360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703782" y="585377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61DE488-3912-DBAA-AFC0-BB8EDC9A3726}"/>
                    </a:ext>
                  </a:extLst>
                </p14:cNvPr>
                <p14:cNvContentPartPr/>
                <p14:nvPr/>
              </p14:nvContentPartPr>
              <p14:xfrm>
                <a:off x="7845622" y="5818136"/>
                <a:ext cx="65880" cy="123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61DE488-3912-DBAA-AFC0-BB8EDC9A372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836982" y="5809136"/>
                  <a:ext cx="83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A04DB7-736B-0CE4-7D2E-7D9EFC803922}"/>
                    </a:ext>
                  </a:extLst>
                </p14:cNvPr>
                <p14:cNvContentPartPr/>
                <p14:nvPr/>
              </p14:nvContentPartPr>
              <p14:xfrm>
                <a:off x="8016622" y="5911376"/>
                <a:ext cx="19440" cy="53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A04DB7-736B-0CE4-7D2E-7D9EFC80392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07982" y="5902736"/>
                  <a:ext cx="37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CB41834-6C8E-F917-02E6-A9CBF99F7A42}"/>
                    </a:ext>
                  </a:extLst>
                </p14:cNvPr>
                <p14:cNvContentPartPr/>
                <p14:nvPr/>
              </p14:nvContentPartPr>
              <p14:xfrm>
                <a:off x="7963702" y="5757296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CB41834-6C8E-F917-02E6-A9CBF99F7A4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54702" y="57486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90C39F-C292-777B-CA13-F040574967CD}"/>
                    </a:ext>
                  </a:extLst>
                </p14:cNvPr>
                <p14:cNvContentPartPr/>
                <p14:nvPr/>
              </p14:nvContentPartPr>
              <p14:xfrm>
                <a:off x="8126782" y="5895536"/>
                <a:ext cx="109080" cy="106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90C39F-C292-777B-CA13-F040574967C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117782" y="5886536"/>
                  <a:ext cx="12672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10A8C3D-6E31-8A9C-A2C4-4B56CF7742FD}"/>
              </a:ext>
            </a:extLst>
          </p:cNvPr>
          <p:cNvGrpSpPr/>
          <p:nvPr/>
        </p:nvGrpSpPr>
        <p:grpSpPr>
          <a:xfrm>
            <a:off x="8452582" y="5686736"/>
            <a:ext cx="1184040" cy="353520"/>
            <a:chOff x="8452582" y="5686736"/>
            <a:chExt cx="1184040" cy="35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54EBB6-6997-8A92-363A-19DB92AE2D7B}"/>
                    </a:ext>
                  </a:extLst>
                </p14:cNvPr>
                <p14:cNvContentPartPr/>
                <p14:nvPr/>
              </p14:nvContentPartPr>
              <p14:xfrm>
                <a:off x="8452582" y="5805176"/>
                <a:ext cx="84240" cy="167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54EBB6-6997-8A92-363A-19DB92AE2D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43942" y="5796536"/>
                  <a:ext cx="1018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38674B3-048D-6003-BFF6-816DB92D866C}"/>
                    </a:ext>
                  </a:extLst>
                </p14:cNvPr>
                <p14:cNvContentPartPr/>
                <p14:nvPr/>
              </p14:nvContentPartPr>
              <p14:xfrm>
                <a:off x="8452582" y="5772056"/>
                <a:ext cx="77760" cy="65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38674B3-048D-6003-BFF6-816DB92D866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43942" y="5763056"/>
                  <a:ext cx="95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3C696F9-5DE2-A0C1-FCEC-51B265901D6C}"/>
                    </a:ext>
                  </a:extLst>
                </p14:cNvPr>
                <p14:cNvContentPartPr/>
                <p14:nvPr/>
              </p14:nvContentPartPr>
              <p14:xfrm>
                <a:off x="8490022" y="5830736"/>
                <a:ext cx="49680" cy="54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3C696F9-5DE2-A0C1-FCEC-51B265901D6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481022" y="5822096"/>
                  <a:ext cx="673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5B6EB40-B558-B9F1-1ED6-9EFEDAABC647}"/>
                    </a:ext>
                  </a:extLst>
                </p14:cNvPr>
                <p14:cNvContentPartPr/>
                <p14:nvPr/>
              </p14:nvContentPartPr>
              <p14:xfrm>
                <a:off x="8654902" y="5821016"/>
                <a:ext cx="51840" cy="155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5B6EB40-B558-B9F1-1ED6-9EFEDAABC64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45902" y="5812376"/>
                  <a:ext cx="694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D234FE2-671C-09F0-C3B7-B503687E9ED2}"/>
                    </a:ext>
                  </a:extLst>
                </p14:cNvPr>
                <p14:cNvContentPartPr/>
                <p14:nvPr/>
              </p14:nvContentPartPr>
              <p14:xfrm>
                <a:off x="8728702" y="5746856"/>
                <a:ext cx="170640" cy="2264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D234FE2-671C-09F0-C3B7-B503687E9E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720062" y="5737856"/>
                  <a:ext cx="188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CA3ACF-CB1E-8200-09E7-1C00B96D7C84}"/>
                    </a:ext>
                  </a:extLst>
                </p14:cNvPr>
                <p14:cNvContentPartPr/>
                <p14:nvPr/>
              </p14:nvContentPartPr>
              <p14:xfrm>
                <a:off x="9051982" y="5827136"/>
                <a:ext cx="44280" cy="64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CA3ACF-CB1E-8200-09E7-1C00B96D7C8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42982" y="5818136"/>
                  <a:ext cx="619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F799777-0B79-62A0-1A58-1E97ED0658C0}"/>
                    </a:ext>
                  </a:extLst>
                </p14:cNvPr>
                <p14:cNvContentPartPr/>
                <p14:nvPr/>
              </p14:nvContentPartPr>
              <p14:xfrm>
                <a:off x="9165022" y="5842256"/>
                <a:ext cx="67320" cy="759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F799777-0B79-62A0-1A58-1E97ED0658C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56382" y="5833616"/>
                  <a:ext cx="84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C86E563-CF78-2B44-EDF5-BDE3D13EB48B}"/>
                    </a:ext>
                  </a:extLst>
                </p14:cNvPr>
                <p14:cNvContentPartPr/>
                <p14:nvPr/>
              </p14:nvContentPartPr>
              <p14:xfrm>
                <a:off x="9324142" y="5808416"/>
                <a:ext cx="112680" cy="118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C86E563-CF78-2B44-EDF5-BDE3D13EB48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15502" y="5799416"/>
                  <a:ext cx="130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78979B9-0CC9-B87F-C1E6-6137665855A8}"/>
                    </a:ext>
                  </a:extLst>
                </p14:cNvPr>
                <p14:cNvContentPartPr/>
                <p14:nvPr/>
              </p14:nvContentPartPr>
              <p14:xfrm>
                <a:off x="9418822" y="5686736"/>
                <a:ext cx="118440" cy="353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78979B9-0CC9-B87F-C1E6-6137665855A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09822" y="5677736"/>
                  <a:ext cx="136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220AFD2-9D51-8C42-C7ED-003D4D966595}"/>
                    </a:ext>
                  </a:extLst>
                </p14:cNvPr>
                <p14:cNvContentPartPr/>
                <p14:nvPr/>
              </p14:nvContentPartPr>
              <p14:xfrm>
                <a:off x="9549142" y="5735696"/>
                <a:ext cx="87480" cy="289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220AFD2-9D51-8C42-C7ED-003D4D96659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540142" y="5726696"/>
                  <a:ext cx="105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7AD9D61-5B76-B0EF-63D1-394B236CD596}"/>
                    </a:ext>
                  </a:extLst>
                </p14:cNvPr>
                <p14:cNvContentPartPr/>
                <p14:nvPr/>
              </p14:nvContentPartPr>
              <p14:xfrm>
                <a:off x="9588742" y="5911376"/>
                <a:ext cx="39240" cy="162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7AD9D61-5B76-B0EF-63D1-394B236CD5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0102" y="5902736"/>
                  <a:ext cx="568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1D382FD-FFED-D04E-E9C8-A6D6CE59033B}"/>
              </a:ext>
            </a:extLst>
          </p:cNvPr>
          <p:cNvGrpSpPr/>
          <p:nvPr/>
        </p:nvGrpSpPr>
        <p:grpSpPr>
          <a:xfrm>
            <a:off x="9951982" y="5587376"/>
            <a:ext cx="1978560" cy="357120"/>
            <a:chOff x="9951982" y="5587376"/>
            <a:chExt cx="197856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D22C4A2-90AF-84C4-A2D7-AC324103EB8E}"/>
                    </a:ext>
                  </a:extLst>
                </p14:cNvPr>
                <p14:cNvContentPartPr/>
                <p14:nvPr/>
              </p14:nvContentPartPr>
              <p14:xfrm>
                <a:off x="9951982" y="5693576"/>
                <a:ext cx="172080" cy="208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D22C4A2-90AF-84C4-A2D7-AC324103EB8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42982" y="5684576"/>
                  <a:ext cx="189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25A0B96-5CC1-5091-A604-30E566454B71}"/>
                    </a:ext>
                  </a:extLst>
                </p14:cNvPr>
                <p14:cNvContentPartPr/>
                <p14:nvPr/>
              </p14:nvContentPartPr>
              <p14:xfrm>
                <a:off x="10116142" y="5656496"/>
                <a:ext cx="175680" cy="283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25A0B96-5CC1-5091-A604-30E566454B7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07142" y="5647496"/>
                  <a:ext cx="1933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F69ED7D-F2D0-E585-F552-94EA40EDEEF9}"/>
                    </a:ext>
                  </a:extLst>
                </p14:cNvPr>
                <p14:cNvContentPartPr/>
                <p14:nvPr/>
              </p14:nvContentPartPr>
              <p14:xfrm>
                <a:off x="10286782" y="5832176"/>
                <a:ext cx="140040" cy="55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F69ED7D-F2D0-E585-F552-94EA40EDEE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278142" y="5823536"/>
                  <a:ext cx="157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F88BF03-2DFF-87A8-9392-507CDEE7700F}"/>
                    </a:ext>
                  </a:extLst>
                </p14:cNvPr>
                <p14:cNvContentPartPr/>
                <p14:nvPr/>
              </p14:nvContentPartPr>
              <p14:xfrm>
                <a:off x="10387942" y="5666576"/>
                <a:ext cx="159840" cy="277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F88BF03-2DFF-87A8-9392-507CDEE7700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378942" y="5657936"/>
                  <a:ext cx="1774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DD91E9A-57E4-05D4-F1E0-BFF49A56A484}"/>
                    </a:ext>
                  </a:extLst>
                </p14:cNvPr>
                <p14:cNvContentPartPr/>
                <p14:nvPr/>
              </p14:nvContentPartPr>
              <p14:xfrm>
                <a:off x="10686022" y="5847656"/>
                <a:ext cx="79560" cy="5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DD91E9A-57E4-05D4-F1E0-BFF49A56A48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677022" y="583865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833FC33-00D4-F9E9-E6E1-29041C7048CD}"/>
                    </a:ext>
                  </a:extLst>
                </p14:cNvPr>
                <p14:cNvContentPartPr/>
                <p14:nvPr/>
              </p14:nvContentPartPr>
              <p14:xfrm>
                <a:off x="10707262" y="5781776"/>
                <a:ext cx="69120" cy="7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833FC33-00D4-F9E9-E6E1-29041C7048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698262" y="5772776"/>
                  <a:ext cx="867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B845A02-F29B-DA67-668D-15F7D8BB0F82}"/>
                    </a:ext>
                  </a:extLst>
                </p14:cNvPr>
                <p14:cNvContentPartPr/>
                <p14:nvPr/>
              </p14:nvContentPartPr>
              <p14:xfrm>
                <a:off x="10887982" y="5795816"/>
                <a:ext cx="79560" cy="9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B845A02-F29B-DA67-668D-15F7D8BB0F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78982" y="5786816"/>
                  <a:ext cx="97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38F5BFC-9614-1363-538E-778D14CC5E31}"/>
                    </a:ext>
                  </a:extLst>
                </p14:cNvPr>
                <p14:cNvContentPartPr/>
                <p14:nvPr/>
              </p14:nvContentPartPr>
              <p14:xfrm>
                <a:off x="10988422" y="5619056"/>
                <a:ext cx="177480" cy="2152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38F5BFC-9614-1363-538E-778D14CC5E3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79782" y="5610416"/>
                  <a:ext cx="1951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F0824CA-079B-0FDE-980C-9222E1C9F433}"/>
                    </a:ext>
                  </a:extLst>
                </p14:cNvPr>
                <p14:cNvContentPartPr/>
                <p14:nvPr/>
              </p14:nvContentPartPr>
              <p14:xfrm>
                <a:off x="11192182" y="5616176"/>
                <a:ext cx="127800" cy="259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F0824CA-079B-0FDE-980C-9222E1C9F43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83182" y="5607176"/>
                  <a:ext cx="1454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336B5F7-B4BD-A388-EA15-5ED45489E80E}"/>
                    </a:ext>
                  </a:extLst>
                </p14:cNvPr>
                <p14:cNvContentPartPr/>
                <p14:nvPr/>
              </p14:nvContentPartPr>
              <p14:xfrm>
                <a:off x="11313502" y="5699696"/>
                <a:ext cx="178560" cy="1310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336B5F7-B4BD-A388-EA15-5ED45489E80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304862" y="5691056"/>
                  <a:ext cx="1962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62F43FD-8D70-C70E-E757-D75B80BA8201}"/>
                    </a:ext>
                  </a:extLst>
                </p14:cNvPr>
                <p14:cNvContentPartPr/>
                <p14:nvPr/>
              </p14:nvContentPartPr>
              <p14:xfrm>
                <a:off x="11556862" y="5772056"/>
                <a:ext cx="101880" cy="176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62F43FD-8D70-C70E-E757-D75B80BA820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547862" y="5763416"/>
                  <a:ext cx="119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5AECA4B-1A56-E081-618E-FF184F080D86}"/>
                    </a:ext>
                  </a:extLst>
                </p14:cNvPr>
                <p14:cNvContentPartPr/>
                <p14:nvPr/>
              </p14:nvContentPartPr>
              <p14:xfrm>
                <a:off x="11722102" y="5736056"/>
                <a:ext cx="100440" cy="64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5AECA4B-1A56-E081-618E-FF184F080D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713462" y="5727416"/>
                  <a:ext cx="118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3E55C7A-69B8-2549-420C-E35741A1E631}"/>
                    </a:ext>
                  </a:extLst>
                </p14:cNvPr>
                <p14:cNvContentPartPr/>
                <p14:nvPr/>
              </p14:nvContentPartPr>
              <p14:xfrm>
                <a:off x="11786182" y="5587376"/>
                <a:ext cx="144360" cy="265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3E55C7A-69B8-2549-420C-E35741A1E63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777182" y="5578376"/>
                  <a:ext cx="16200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D2E06B2-F6B5-D624-C4C9-62ED6568128E}"/>
              </a:ext>
            </a:extLst>
          </p:cNvPr>
          <p:cNvGrpSpPr/>
          <p:nvPr/>
        </p:nvGrpSpPr>
        <p:grpSpPr>
          <a:xfrm>
            <a:off x="3274342" y="6416456"/>
            <a:ext cx="633240" cy="284040"/>
            <a:chOff x="3274342" y="6416456"/>
            <a:chExt cx="633240" cy="28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5CCC4CF-C710-3550-3150-61B9EB03C73B}"/>
                    </a:ext>
                  </a:extLst>
                </p14:cNvPr>
                <p14:cNvContentPartPr/>
                <p14:nvPr/>
              </p14:nvContentPartPr>
              <p14:xfrm>
                <a:off x="3274342" y="6437696"/>
                <a:ext cx="208080" cy="222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5CCC4CF-C710-3550-3150-61B9EB03C73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265702" y="6429056"/>
                  <a:ext cx="225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E33971A-5DF2-41E3-4A2F-6EFD3E60E81A}"/>
                    </a:ext>
                  </a:extLst>
                </p14:cNvPr>
                <p14:cNvContentPartPr/>
                <p14:nvPr/>
              </p14:nvContentPartPr>
              <p14:xfrm>
                <a:off x="3481702" y="6416456"/>
                <a:ext cx="219240" cy="284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E33971A-5DF2-41E3-4A2F-6EFD3E60E81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473062" y="6407456"/>
                  <a:ext cx="2368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72AC5D9-753C-8224-4561-BBE222FB426F}"/>
                    </a:ext>
                  </a:extLst>
                </p14:cNvPr>
                <p14:cNvContentPartPr/>
                <p14:nvPr/>
              </p14:nvContentPartPr>
              <p14:xfrm>
                <a:off x="3684022" y="6575936"/>
                <a:ext cx="113400" cy="630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72AC5D9-753C-8224-4561-BBE222FB426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675022" y="6567296"/>
                  <a:ext cx="1310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CFB1F41-6A09-21A4-6A5D-19CFCFDCAFCA}"/>
                    </a:ext>
                  </a:extLst>
                </p14:cNvPr>
                <p14:cNvContentPartPr/>
                <p14:nvPr/>
              </p14:nvContentPartPr>
              <p14:xfrm>
                <a:off x="3753142" y="6427616"/>
                <a:ext cx="154440" cy="235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CFB1F41-6A09-21A4-6A5D-19CFCFDCAFC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44142" y="6418616"/>
                  <a:ext cx="172080" cy="25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EE561ACB-B37D-521D-E924-4FC83269924B}"/>
                  </a:ext>
                </a:extLst>
              </p14:cNvPr>
              <p14:cNvContentPartPr/>
              <p14:nvPr/>
            </p14:nvContentPartPr>
            <p14:xfrm>
              <a:off x="4148062" y="6498176"/>
              <a:ext cx="459000" cy="1285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EE561ACB-B37D-521D-E924-4FC83269924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139422" y="6489176"/>
                <a:ext cx="47664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8D548C7-12C7-C4EB-5D21-2D61BCAA7E54}"/>
              </a:ext>
            </a:extLst>
          </p:cNvPr>
          <p:cNvGrpSpPr/>
          <p:nvPr/>
        </p:nvGrpSpPr>
        <p:grpSpPr>
          <a:xfrm>
            <a:off x="4837822" y="6332936"/>
            <a:ext cx="1644840" cy="296280"/>
            <a:chOff x="4837822" y="6332936"/>
            <a:chExt cx="164484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0EB220C-7616-CE8D-4BCD-36D8410559A6}"/>
                    </a:ext>
                  </a:extLst>
                </p14:cNvPr>
                <p14:cNvContentPartPr/>
                <p14:nvPr/>
              </p14:nvContentPartPr>
              <p14:xfrm>
                <a:off x="4837822" y="6511856"/>
                <a:ext cx="250200" cy="117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0EB220C-7616-CE8D-4BCD-36D8410559A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828822" y="6503216"/>
                  <a:ext cx="267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E60823-D169-46E2-C7F9-1F46643EC7C6}"/>
                    </a:ext>
                  </a:extLst>
                </p14:cNvPr>
                <p14:cNvContentPartPr/>
                <p14:nvPr/>
              </p14:nvContentPartPr>
              <p14:xfrm>
                <a:off x="5107462" y="6380096"/>
                <a:ext cx="224640" cy="226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E60823-D169-46E2-C7F9-1F46643EC7C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98822" y="6371096"/>
                  <a:ext cx="2422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A8B3656-2794-05DB-C404-0C02E538D68D}"/>
                    </a:ext>
                  </a:extLst>
                </p14:cNvPr>
                <p14:cNvContentPartPr/>
                <p14:nvPr/>
              </p14:nvContentPartPr>
              <p14:xfrm>
                <a:off x="5496982" y="6499616"/>
                <a:ext cx="140040" cy="1256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A8B3656-2794-05DB-C404-0C02E538D68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487982" y="6490616"/>
                  <a:ext cx="157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A956B79-32D3-CCC5-8086-C5B9E9EE6FF0}"/>
                    </a:ext>
                  </a:extLst>
                </p14:cNvPr>
                <p14:cNvContentPartPr/>
                <p14:nvPr/>
              </p14:nvContentPartPr>
              <p14:xfrm>
                <a:off x="5720182" y="6544976"/>
                <a:ext cx="100800" cy="727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A956B79-32D3-CCC5-8086-C5B9E9EE6FF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11542" y="6536336"/>
                  <a:ext cx="11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F267134-6E3C-666B-9816-B624A89EE8E6}"/>
                    </a:ext>
                  </a:extLst>
                </p14:cNvPr>
                <p14:cNvContentPartPr/>
                <p14:nvPr/>
              </p14:nvContentPartPr>
              <p14:xfrm>
                <a:off x="5814862" y="6352016"/>
                <a:ext cx="473760" cy="2563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F267134-6E3C-666B-9816-B624A89EE8E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06222" y="6343376"/>
                  <a:ext cx="491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553124B-962F-55FD-543D-36A0FFA492D5}"/>
                    </a:ext>
                  </a:extLst>
                </p14:cNvPr>
                <p14:cNvContentPartPr/>
                <p14:nvPr/>
              </p14:nvContentPartPr>
              <p14:xfrm>
                <a:off x="6368902" y="6332936"/>
                <a:ext cx="113760" cy="2894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553124B-962F-55FD-543D-36A0FFA492D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59902" y="6323936"/>
                  <a:ext cx="1314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82335F-9741-F18A-8AE7-1D0337E51FAE}"/>
                    </a:ext>
                  </a:extLst>
                </p14:cNvPr>
                <p14:cNvContentPartPr/>
                <p14:nvPr/>
              </p14:nvContentPartPr>
              <p14:xfrm>
                <a:off x="6129502" y="6523016"/>
                <a:ext cx="360" cy="30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82335F-9741-F18A-8AE7-1D0337E51FA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20502" y="6514016"/>
                  <a:ext cx="18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1E98478-938A-8EEC-BD9D-9DA9352F3966}"/>
                    </a:ext>
                  </a:extLst>
                </p14:cNvPr>
                <p14:cNvContentPartPr/>
                <p14:nvPr/>
              </p14:nvContentPartPr>
              <p14:xfrm>
                <a:off x="5360542" y="6548576"/>
                <a:ext cx="110160" cy="226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1E98478-938A-8EEC-BD9D-9DA9352F396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351902" y="6539576"/>
                  <a:ext cx="127800" cy="40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Generalized phase: sign changes create apparent phase jumps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the real amplitude factor A(ω) crosses zero, its sign changes.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negative real amplitude contributes an additional π to the displayed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unwrapped phase may show jumps, but the underlying delay term remains -ω M/2.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 group delay away from magnitude zeros to diagnose the physical timing behavior.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9212559-D204-21F5-7566-3C03C8392AAE}"/>
              </a:ext>
            </a:extLst>
          </p:cNvPr>
          <p:cNvGrpSpPr/>
          <p:nvPr/>
        </p:nvGrpSpPr>
        <p:grpSpPr>
          <a:xfrm>
            <a:off x="930382" y="4778456"/>
            <a:ext cx="271440" cy="244800"/>
            <a:chOff x="930382" y="4778456"/>
            <a:chExt cx="271440" cy="24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99015C-2CBB-DF81-FE8C-855664B91A31}"/>
                    </a:ext>
                  </a:extLst>
                </p14:cNvPr>
                <p14:cNvContentPartPr/>
                <p14:nvPr/>
              </p14:nvContentPartPr>
              <p14:xfrm>
                <a:off x="996982" y="4848296"/>
                <a:ext cx="48960" cy="115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99015C-2CBB-DF81-FE8C-855664B91A3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8342" y="4839296"/>
                  <a:ext cx="66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C8ED2D3-F00F-431E-5FCE-E215D132C0A9}"/>
                    </a:ext>
                  </a:extLst>
                </p14:cNvPr>
                <p14:cNvContentPartPr/>
                <p14:nvPr/>
              </p14:nvContentPartPr>
              <p14:xfrm>
                <a:off x="1068262" y="4884296"/>
                <a:ext cx="57240" cy="81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C8ED2D3-F00F-431E-5FCE-E215D132C0A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59622" y="4875656"/>
                  <a:ext cx="74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8644B45-60BE-DB0E-96B8-C8CCD24BDB0F}"/>
                    </a:ext>
                  </a:extLst>
                </p14:cNvPr>
                <p14:cNvContentPartPr/>
                <p14:nvPr/>
              </p14:nvContentPartPr>
              <p14:xfrm>
                <a:off x="930382" y="4778456"/>
                <a:ext cx="170280" cy="4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8644B45-60BE-DB0E-96B8-C8CCD24BDB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1382" y="4769456"/>
                  <a:ext cx="1879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CB63A84-B104-C5C8-F7A8-BFD2779908B3}"/>
                    </a:ext>
                  </a:extLst>
                </p14:cNvPr>
                <p14:cNvContentPartPr/>
                <p14:nvPr/>
              </p14:nvContentPartPr>
              <p14:xfrm>
                <a:off x="1013182" y="5003816"/>
                <a:ext cx="188640" cy="19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CB63A84-B104-C5C8-F7A8-BFD2779908B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04182" y="4995176"/>
                  <a:ext cx="2062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2189149-5725-ABB9-EEBC-DC406CEC678A}"/>
              </a:ext>
            </a:extLst>
          </p:cNvPr>
          <p:cNvGrpSpPr/>
          <p:nvPr/>
        </p:nvGrpSpPr>
        <p:grpSpPr>
          <a:xfrm>
            <a:off x="834262" y="5188856"/>
            <a:ext cx="361800" cy="258120"/>
            <a:chOff x="834262" y="5188856"/>
            <a:chExt cx="36180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198B14-CE00-53E1-6D6F-3D550B1796EB}"/>
                    </a:ext>
                  </a:extLst>
                </p14:cNvPr>
                <p14:cNvContentPartPr/>
                <p14:nvPr/>
              </p14:nvContentPartPr>
              <p14:xfrm>
                <a:off x="965302" y="5263736"/>
                <a:ext cx="49320" cy="97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198B14-CE00-53E1-6D6F-3D550B1796E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56302" y="5255096"/>
                  <a:ext cx="66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C52C61-2CB3-DE80-B7C0-CD21B79D87D4}"/>
                    </a:ext>
                  </a:extLst>
                </p14:cNvPr>
                <p14:cNvContentPartPr/>
                <p14:nvPr/>
              </p14:nvContentPartPr>
              <p14:xfrm>
                <a:off x="1025782" y="5268416"/>
                <a:ext cx="48600" cy="802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C52C61-2CB3-DE80-B7C0-CD21B79D87D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7142" y="5259416"/>
                  <a:ext cx="66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F0D699B-CC98-2AAD-26C6-DA5FA3DA3F45}"/>
                    </a:ext>
                  </a:extLst>
                </p14:cNvPr>
                <p14:cNvContentPartPr/>
                <p14:nvPr/>
              </p14:nvContentPartPr>
              <p14:xfrm>
                <a:off x="1100302" y="5278856"/>
                <a:ext cx="61200" cy="95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F0D699B-CC98-2AAD-26C6-DA5FA3DA3F4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91302" y="5270216"/>
                  <a:ext cx="78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DEB3A8-BA7C-5FC8-8784-312CD6D8C388}"/>
                    </a:ext>
                  </a:extLst>
                </p14:cNvPr>
                <p14:cNvContentPartPr/>
                <p14:nvPr/>
              </p14:nvContentPartPr>
              <p14:xfrm>
                <a:off x="834262" y="5188856"/>
                <a:ext cx="303480" cy="28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DEB3A8-BA7C-5FC8-8784-312CD6D8C38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25262" y="5179856"/>
                  <a:ext cx="321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899A1D-4185-B30E-D65A-00E1F42AB3CC}"/>
                    </a:ext>
                  </a:extLst>
                </p14:cNvPr>
                <p14:cNvContentPartPr/>
                <p14:nvPr/>
              </p14:nvContentPartPr>
              <p14:xfrm>
                <a:off x="1016782" y="5432936"/>
                <a:ext cx="179280" cy="14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899A1D-4185-B30E-D65A-00E1F42AB3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8142" y="5424296"/>
                  <a:ext cx="19692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420F363-16D5-DA05-2C1C-0892ED5AC60E}"/>
              </a:ext>
            </a:extLst>
          </p:cNvPr>
          <p:cNvGrpSpPr/>
          <p:nvPr/>
        </p:nvGrpSpPr>
        <p:grpSpPr>
          <a:xfrm>
            <a:off x="807262" y="5637416"/>
            <a:ext cx="367200" cy="181800"/>
            <a:chOff x="807262" y="5637416"/>
            <a:chExt cx="36720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2E1B0F-43BB-705D-8753-44828EEFE4B7}"/>
                    </a:ext>
                  </a:extLst>
                </p14:cNvPr>
                <p14:cNvContentPartPr/>
                <p14:nvPr/>
              </p14:nvContentPartPr>
              <p14:xfrm>
                <a:off x="962062" y="5701496"/>
                <a:ext cx="63000" cy="11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2E1B0F-43BB-705D-8753-44828EEFE4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3062" y="5692496"/>
                  <a:ext cx="80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3A5DB4-4872-A290-95F7-B5477130A6AB}"/>
                    </a:ext>
                  </a:extLst>
                </p14:cNvPr>
                <p14:cNvContentPartPr/>
                <p14:nvPr/>
              </p14:nvContentPartPr>
              <p14:xfrm>
                <a:off x="1052422" y="5695736"/>
                <a:ext cx="122040" cy="114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3A5DB4-4872-A290-95F7-B5477130A6A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43782" y="5686736"/>
                  <a:ext cx="139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C54AB01-C303-59BE-70B5-820AAEDE338D}"/>
                    </a:ext>
                  </a:extLst>
                </p14:cNvPr>
                <p14:cNvContentPartPr/>
                <p14:nvPr/>
              </p14:nvContentPartPr>
              <p14:xfrm>
                <a:off x="807262" y="5637416"/>
                <a:ext cx="335880" cy="14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C54AB01-C303-59BE-70B5-820AAEDE338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8262" y="5628416"/>
                  <a:ext cx="35352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B82CD0-9DC2-667C-5EB9-96BDC1F12783}"/>
                  </a:ext>
                </a:extLst>
              </p14:cNvPr>
              <p14:cNvContentPartPr/>
              <p14:nvPr/>
            </p14:nvContentPartPr>
            <p14:xfrm>
              <a:off x="1005262" y="5911376"/>
              <a:ext cx="207000" cy="162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B82CD0-9DC2-667C-5EB9-96BDC1F1278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96622" y="5902736"/>
                <a:ext cx="22464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228D14F-2F8D-4425-0F9D-8974DFB8CC01}"/>
                  </a:ext>
                </a:extLst>
              </p14:cNvPr>
              <p14:cNvContentPartPr/>
              <p14:nvPr/>
            </p14:nvContentPartPr>
            <p14:xfrm>
              <a:off x="2138542" y="3747776"/>
              <a:ext cx="246960" cy="2221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228D14F-2F8D-4425-0F9D-8974DFB8CC0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129902" y="3738776"/>
                <a:ext cx="264600" cy="23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A46CE10-7C8D-27F6-C45B-B918E71CA3E8}"/>
              </a:ext>
            </a:extLst>
          </p:cNvPr>
          <p:cNvGrpSpPr/>
          <p:nvPr/>
        </p:nvGrpSpPr>
        <p:grpSpPr>
          <a:xfrm>
            <a:off x="2082382" y="4704656"/>
            <a:ext cx="469440" cy="251640"/>
            <a:chOff x="2082382" y="4704656"/>
            <a:chExt cx="46944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7A2B62-5300-14A1-6957-EDAD45FB658B}"/>
                    </a:ext>
                  </a:extLst>
                </p14:cNvPr>
                <p14:cNvContentPartPr/>
                <p14:nvPr/>
              </p14:nvContentPartPr>
              <p14:xfrm>
                <a:off x="2082382" y="4886096"/>
                <a:ext cx="123120" cy="70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7A2B62-5300-14A1-6957-EDAD45FB658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73382" y="4877096"/>
                  <a:ext cx="140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413667-C8B6-C011-D7A5-26F76AC49B9A}"/>
                    </a:ext>
                  </a:extLst>
                </p14:cNvPr>
                <p14:cNvContentPartPr/>
                <p14:nvPr/>
              </p14:nvContentPartPr>
              <p14:xfrm>
                <a:off x="2233222" y="4712936"/>
                <a:ext cx="132480" cy="221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413667-C8B6-C011-D7A5-26F76AC49B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24222" y="4703936"/>
                  <a:ext cx="150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FDB5E06-0473-7000-303A-D8796F28E581}"/>
                    </a:ext>
                  </a:extLst>
                </p14:cNvPr>
                <p14:cNvContentPartPr/>
                <p14:nvPr/>
              </p14:nvContentPartPr>
              <p14:xfrm>
                <a:off x="2426902" y="4704656"/>
                <a:ext cx="124920" cy="214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FDB5E06-0473-7000-303A-D8796F28E58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18262" y="4696016"/>
                  <a:ext cx="14256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15A839B6-E2DB-B7D2-5CC4-7C8C989BB0DB}"/>
              </a:ext>
            </a:extLst>
          </p:cNvPr>
          <p:cNvGrpSpPr/>
          <p:nvPr/>
        </p:nvGrpSpPr>
        <p:grpSpPr>
          <a:xfrm>
            <a:off x="2130262" y="5268416"/>
            <a:ext cx="628920" cy="117720"/>
            <a:chOff x="2130262" y="5268416"/>
            <a:chExt cx="628920" cy="1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D10529-29E1-381F-FE5A-212DB9DB09F2}"/>
                    </a:ext>
                  </a:extLst>
                </p14:cNvPr>
                <p14:cNvContentPartPr/>
                <p14:nvPr/>
              </p14:nvContentPartPr>
              <p14:xfrm>
                <a:off x="2130262" y="5268416"/>
                <a:ext cx="150480" cy="117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D10529-29E1-381F-FE5A-212DB9DB0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121262" y="5259776"/>
                  <a:ext cx="168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BC6C0E7-11F2-85B6-BF19-8E2C9459E280}"/>
                    </a:ext>
                  </a:extLst>
                </p14:cNvPr>
                <p14:cNvContentPartPr/>
                <p14:nvPr/>
              </p14:nvContentPartPr>
              <p14:xfrm>
                <a:off x="2294782" y="5274176"/>
                <a:ext cx="97560" cy="9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BC6C0E7-11F2-85B6-BF19-8E2C9459E28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85782" y="5265176"/>
                  <a:ext cx="1152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84A33EF-578D-1CB5-91FF-E43DE5BE13E7}"/>
                    </a:ext>
                  </a:extLst>
                </p14:cNvPr>
                <p14:cNvContentPartPr/>
                <p14:nvPr/>
              </p14:nvContentPartPr>
              <p14:xfrm>
                <a:off x="2422582" y="5275256"/>
                <a:ext cx="133560" cy="95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84A33EF-578D-1CB5-91FF-E43DE5BE13E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13942" y="5266256"/>
                  <a:ext cx="1512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AAB0EDC-D11D-511B-AA5D-8C8E8A046B71}"/>
                    </a:ext>
                  </a:extLst>
                </p14:cNvPr>
                <p14:cNvContentPartPr/>
                <p14:nvPr/>
              </p14:nvContentPartPr>
              <p14:xfrm>
                <a:off x="2556862" y="5292176"/>
                <a:ext cx="202320" cy="66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AAB0EDC-D11D-511B-AA5D-8C8E8A046B7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548222" y="5283536"/>
                  <a:ext cx="21996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93B9AB62-9630-1BB7-0832-5128C8BEDA82}"/>
              </a:ext>
            </a:extLst>
          </p:cNvPr>
          <p:cNvGrpSpPr/>
          <p:nvPr/>
        </p:nvGrpSpPr>
        <p:grpSpPr>
          <a:xfrm>
            <a:off x="2203342" y="5587736"/>
            <a:ext cx="460440" cy="266400"/>
            <a:chOff x="2203342" y="5587736"/>
            <a:chExt cx="46044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0CF9B5B-68EC-680C-6EEC-334F87719476}"/>
                    </a:ext>
                  </a:extLst>
                </p14:cNvPr>
                <p14:cNvContentPartPr/>
                <p14:nvPr/>
              </p14:nvContentPartPr>
              <p14:xfrm>
                <a:off x="2203342" y="5761976"/>
                <a:ext cx="114840" cy="92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0CF9B5B-68EC-680C-6EEC-334F8771947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194702" y="5752976"/>
                  <a:ext cx="132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A1B666F-35FE-D080-FD68-0158E04BBBAA}"/>
                    </a:ext>
                  </a:extLst>
                </p14:cNvPr>
                <p14:cNvContentPartPr/>
                <p14:nvPr/>
              </p14:nvContentPartPr>
              <p14:xfrm>
                <a:off x="2371462" y="5637056"/>
                <a:ext cx="91440" cy="1792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A1B666F-35FE-D080-FD68-0158E04BBBA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362462" y="5628416"/>
                  <a:ext cx="1090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E83CA80-4715-C13F-8E64-CFD88124CC44}"/>
                    </a:ext>
                  </a:extLst>
                </p14:cNvPr>
                <p14:cNvContentPartPr/>
                <p14:nvPr/>
              </p14:nvContentPartPr>
              <p14:xfrm>
                <a:off x="2531662" y="5587736"/>
                <a:ext cx="132120" cy="2181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E83CA80-4715-C13F-8E64-CFD88124CC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22662" y="5579096"/>
                  <a:ext cx="14976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140EDF0-8627-184F-FA67-0EA6F3FE446D}"/>
              </a:ext>
            </a:extLst>
          </p:cNvPr>
          <p:cNvGrpSpPr/>
          <p:nvPr/>
        </p:nvGrpSpPr>
        <p:grpSpPr>
          <a:xfrm>
            <a:off x="3434902" y="4661096"/>
            <a:ext cx="1573200" cy="304920"/>
            <a:chOff x="3434902" y="4661096"/>
            <a:chExt cx="157320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EC92164-E5A6-78B5-8AED-2884537097B9}"/>
                    </a:ext>
                  </a:extLst>
                </p14:cNvPr>
                <p14:cNvContentPartPr/>
                <p14:nvPr/>
              </p14:nvContentPartPr>
              <p14:xfrm>
                <a:off x="3434902" y="4779176"/>
                <a:ext cx="121320" cy="118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EC92164-E5A6-78B5-8AED-2884537097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425902" y="4770176"/>
                  <a:ext cx="138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A2C342D-29F9-117F-FB0E-38C9C2B4A388}"/>
                    </a:ext>
                  </a:extLst>
                </p14:cNvPr>
                <p14:cNvContentPartPr/>
                <p14:nvPr/>
              </p14:nvContentPartPr>
              <p14:xfrm>
                <a:off x="3568102" y="4805816"/>
                <a:ext cx="127080" cy="1602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A2C342D-29F9-117F-FB0E-38C9C2B4A38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59462" y="4796816"/>
                  <a:ext cx="1447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152B528-676D-9414-030F-F46C25958781}"/>
                    </a:ext>
                  </a:extLst>
                </p14:cNvPr>
                <p14:cNvContentPartPr/>
                <p14:nvPr/>
              </p14:nvContentPartPr>
              <p14:xfrm>
                <a:off x="3778702" y="4811216"/>
                <a:ext cx="212760" cy="60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152B528-676D-9414-030F-F46C259587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769702" y="4802216"/>
                  <a:ext cx="230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2971A08-F3A9-54B6-E1F7-23CDA761E290}"/>
                    </a:ext>
                  </a:extLst>
                </p14:cNvPr>
                <p14:cNvContentPartPr/>
                <p14:nvPr/>
              </p14:nvContentPartPr>
              <p14:xfrm>
                <a:off x="4061302" y="4814816"/>
                <a:ext cx="152280" cy="43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2971A08-F3A9-54B6-E1F7-23CDA761E29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52662" y="4805816"/>
                  <a:ext cx="169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10F3446-35F7-1AF4-33EC-8C82B26FE73A}"/>
                    </a:ext>
                  </a:extLst>
                </p14:cNvPr>
                <p14:cNvContentPartPr/>
                <p14:nvPr/>
              </p14:nvContentPartPr>
              <p14:xfrm>
                <a:off x="4284502" y="4736336"/>
                <a:ext cx="99360" cy="149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10F3446-35F7-1AF4-33EC-8C82B26FE73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75862" y="4727696"/>
                  <a:ext cx="117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399B016-DC77-AB07-B1A6-877C15FD5F68}"/>
                    </a:ext>
                  </a:extLst>
                </p14:cNvPr>
                <p14:cNvContentPartPr/>
                <p14:nvPr/>
              </p14:nvContentPartPr>
              <p14:xfrm>
                <a:off x="4492582" y="4720856"/>
                <a:ext cx="138960" cy="165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399B016-DC77-AB07-B1A6-877C15FD5F6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483582" y="4711856"/>
                  <a:ext cx="1566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BF59FA3-FE7F-FD76-DCAD-B67BB353BD49}"/>
                    </a:ext>
                  </a:extLst>
                </p14:cNvPr>
                <p14:cNvContentPartPr/>
                <p14:nvPr/>
              </p14:nvContentPartPr>
              <p14:xfrm>
                <a:off x="4651342" y="4767656"/>
                <a:ext cx="74880" cy="79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BF59FA3-FE7F-FD76-DCAD-B67BB353BD4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42342" y="4759016"/>
                  <a:ext cx="92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59CC6C8-9296-08B4-0808-231768CE02C7}"/>
                    </a:ext>
                  </a:extLst>
                </p14:cNvPr>
                <p14:cNvContentPartPr/>
                <p14:nvPr/>
              </p14:nvContentPartPr>
              <p14:xfrm>
                <a:off x="4778062" y="4795016"/>
                <a:ext cx="18360" cy="745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59CC6C8-9296-08B4-0808-231768CE02C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69062" y="4786376"/>
                  <a:ext cx="36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A7974E3-1272-2824-95DC-56E45FE409AD}"/>
                    </a:ext>
                  </a:extLst>
                </p14:cNvPr>
                <p14:cNvContentPartPr/>
                <p14:nvPr/>
              </p14:nvContentPartPr>
              <p14:xfrm>
                <a:off x="4710022" y="4661096"/>
                <a:ext cx="10800" cy="19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A7974E3-1272-2824-95DC-56E45FE409A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701382" y="4652096"/>
                  <a:ext cx="28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CCCDF50-3043-48CD-AF63-BAF63268D291}"/>
                    </a:ext>
                  </a:extLst>
                </p14:cNvPr>
                <p14:cNvContentPartPr/>
                <p14:nvPr/>
              </p14:nvContentPartPr>
              <p14:xfrm>
                <a:off x="4879222" y="4747136"/>
                <a:ext cx="128880" cy="1126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CCCDF50-3043-48CD-AF63-BAF63268D29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70222" y="4738496"/>
                  <a:ext cx="1465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C8D0B58-3DE3-F111-3A89-48788E7E2060}"/>
                    </a:ext>
                  </a:extLst>
                </p14:cNvPr>
                <p14:cNvContentPartPr/>
                <p14:nvPr/>
              </p14:nvContentPartPr>
              <p14:xfrm>
                <a:off x="4546222" y="4674776"/>
                <a:ext cx="15480" cy="85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C8D0B58-3DE3-F111-3A89-48788E7E20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537222" y="4665776"/>
                  <a:ext cx="331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35FA3D5-4A87-E609-E1B0-3F1F507DF301}"/>
              </a:ext>
            </a:extLst>
          </p:cNvPr>
          <p:cNvGrpSpPr/>
          <p:nvPr/>
        </p:nvGrpSpPr>
        <p:grpSpPr>
          <a:xfrm>
            <a:off x="3377662" y="5044856"/>
            <a:ext cx="2392560" cy="373680"/>
            <a:chOff x="3377662" y="5044856"/>
            <a:chExt cx="239256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2595012-18BA-AFB8-4459-F471224FD7CB}"/>
                    </a:ext>
                  </a:extLst>
                </p14:cNvPr>
                <p14:cNvContentPartPr/>
                <p14:nvPr/>
              </p14:nvContentPartPr>
              <p14:xfrm>
                <a:off x="3377662" y="5246456"/>
                <a:ext cx="151920" cy="75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2595012-18BA-AFB8-4459-F471224FD7C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368662" y="5237816"/>
                  <a:ext cx="169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44B121E-7F63-7078-FF19-E7CC79EFD175}"/>
                    </a:ext>
                  </a:extLst>
                </p14:cNvPr>
                <p14:cNvContentPartPr/>
                <p14:nvPr/>
              </p14:nvContentPartPr>
              <p14:xfrm>
                <a:off x="3582862" y="5273456"/>
                <a:ext cx="208080" cy="48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44B121E-7F63-7078-FF19-E7CC79EFD17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574222" y="5264816"/>
                  <a:ext cx="225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5D616C0-8C28-07C4-8D09-10C8D99C0C2D}"/>
                    </a:ext>
                  </a:extLst>
                </p14:cNvPr>
                <p14:cNvContentPartPr/>
                <p14:nvPr/>
              </p14:nvContentPartPr>
              <p14:xfrm>
                <a:off x="3731902" y="5146016"/>
                <a:ext cx="187200" cy="187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5D616C0-8C28-07C4-8D09-10C8D99C0C2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722902" y="5137016"/>
                  <a:ext cx="204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FB1FF7A-DC22-FBEA-E20A-D5540F95B3EB}"/>
                    </a:ext>
                  </a:extLst>
                </p14:cNvPr>
                <p14:cNvContentPartPr/>
                <p14:nvPr/>
              </p14:nvContentPartPr>
              <p14:xfrm>
                <a:off x="3848902" y="5124776"/>
                <a:ext cx="5760" cy="43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FB1FF7A-DC22-FBEA-E20A-D5540F95B3E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839902" y="5115776"/>
                  <a:ext cx="23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8970EA84-7C61-1D97-5D9B-9FE9B533D386}"/>
                    </a:ext>
                  </a:extLst>
                </p14:cNvPr>
                <p14:cNvContentPartPr/>
                <p14:nvPr/>
              </p14:nvContentPartPr>
              <p14:xfrm>
                <a:off x="3977062" y="5226656"/>
                <a:ext cx="90000" cy="100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8970EA84-7C61-1D97-5D9B-9FE9B533D38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968422" y="521801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70A2C04-9B90-FEDB-BCBE-CAF974F0D430}"/>
                    </a:ext>
                  </a:extLst>
                </p14:cNvPr>
                <p14:cNvContentPartPr/>
                <p14:nvPr/>
              </p14:nvContentPartPr>
              <p14:xfrm>
                <a:off x="4140862" y="5170496"/>
                <a:ext cx="142200" cy="1414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70A2C04-9B90-FEDB-BCBE-CAF974F0D43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131862" y="5161496"/>
                  <a:ext cx="159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7D0093D-BA4C-429E-AF96-3CE310A5BFFA}"/>
                    </a:ext>
                  </a:extLst>
                </p14:cNvPr>
                <p14:cNvContentPartPr/>
                <p14:nvPr/>
              </p14:nvContentPartPr>
              <p14:xfrm>
                <a:off x="4258222" y="5211896"/>
                <a:ext cx="196920" cy="2066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7D0093D-BA4C-429E-AF96-3CE310A5BFF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49222" y="5202896"/>
                  <a:ext cx="214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CED58F0-802D-E3A3-222D-698AB7C6BE9B}"/>
                    </a:ext>
                  </a:extLst>
                </p14:cNvPr>
                <p14:cNvContentPartPr/>
                <p14:nvPr/>
              </p14:nvContentPartPr>
              <p14:xfrm>
                <a:off x="4497262" y="5209016"/>
                <a:ext cx="233640" cy="698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CED58F0-802D-E3A3-222D-698AB7C6BE9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88622" y="5200376"/>
                  <a:ext cx="251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67FC9AC-5D5F-B504-8446-BA82EABD6B38}"/>
                    </a:ext>
                  </a:extLst>
                </p14:cNvPr>
                <p14:cNvContentPartPr/>
                <p14:nvPr/>
              </p14:nvContentPartPr>
              <p14:xfrm>
                <a:off x="4794982" y="5204336"/>
                <a:ext cx="217440" cy="586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67FC9AC-5D5F-B504-8446-BA82EABD6B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86342" y="5195696"/>
                  <a:ext cx="2350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B2E1A67-67F3-C10A-A417-C0345F99674E}"/>
                    </a:ext>
                  </a:extLst>
                </p14:cNvPr>
                <p14:cNvContentPartPr/>
                <p14:nvPr/>
              </p14:nvContentPartPr>
              <p14:xfrm>
                <a:off x="5081182" y="5148176"/>
                <a:ext cx="125280" cy="1414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B2E1A67-67F3-C10A-A417-C0345F99674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072182" y="5139176"/>
                  <a:ext cx="1429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A470BFB-D931-26A4-8C16-696C09DD2A19}"/>
                    </a:ext>
                  </a:extLst>
                </p14:cNvPr>
                <p14:cNvContentPartPr/>
                <p14:nvPr/>
              </p14:nvContentPartPr>
              <p14:xfrm>
                <a:off x="5199262" y="5044856"/>
                <a:ext cx="79200" cy="220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A470BFB-D931-26A4-8C16-696C09DD2A1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90262" y="5036216"/>
                  <a:ext cx="96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0A03D00-8407-948F-A13B-BD2535EECC53}"/>
                    </a:ext>
                  </a:extLst>
                </p14:cNvPr>
                <p14:cNvContentPartPr/>
                <p14:nvPr/>
              </p14:nvContentPartPr>
              <p14:xfrm>
                <a:off x="5178382" y="5158616"/>
                <a:ext cx="122040" cy="33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40A03D00-8407-948F-A13B-BD2535EECC5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69382" y="5149976"/>
                  <a:ext cx="139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2EB39F1-7203-7994-D070-B32CD38D83C2}"/>
                    </a:ext>
                  </a:extLst>
                </p14:cNvPr>
                <p14:cNvContentPartPr/>
                <p14:nvPr/>
              </p14:nvContentPartPr>
              <p14:xfrm>
                <a:off x="5316262" y="5127656"/>
                <a:ext cx="81720" cy="104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2EB39F1-7203-7994-D070-B32CD38D83C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07262" y="5119016"/>
                  <a:ext cx="99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2C70202-EBC2-EBE5-8466-DFEF8FEC7C0F}"/>
                    </a:ext>
                  </a:extLst>
                </p14:cNvPr>
                <p14:cNvContentPartPr/>
                <p14:nvPr/>
              </p14:nvContentPartPr>
              <p14:xfrm>
                <a:off x="5493742" y="5178056"/>
                <a:ext cx="12960" cy="529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2C70202-EBC2-EBE5-8466-DFEF8FEC7C0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84742" y="5169056"/>
                  <a:ext cx="30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93EE745-A437-618D-02AC-258FC8D40F9F}"/>
                    </a:ext>
                  </a:extLst>
                </p14:cNvPr>
                <p14:cNvContentPartPr/>
                <p14:nvPr/>
              </p14:nvContentPartPr>
              <p14:xfrm>
                <a:off x="5453062" y="5044856"/>
                <a:ext cx="6840" cy="28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93EE745-A437-618D-02AC-258FC8D40F9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44422" y="5036216"/>
                  <a:ext cx="24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E345BBA-2446-644A-EA8C-E8B42431FF43}"/>
                    </a:ext>
                  </a:extLst>
                </p14:cNvPr>
                <p14:cNvContentPartPr/>
                <p14:nvPr/>
              </p14:nvContentPartPr>
              <p14:xfrm>
                <a:off x="5617222" y="5112896"/>
                <a:ext cx="153000" cy="108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E345BBA-2446-644A-EA8C-E8B42431FF4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608222" y="5104256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FDB9BDBF-00D9-8FBA-1274-8C2D55986BA2}"/>
              </a:ext>
            </a:extLst>
          </p:cNvPr>
          <p:cNvGrpSpPr/>
          <p:nvPr/>
        </p:nvGrpSpPr>
        <p:grpSpPr>
          <a:xfrm>
            <a:off x="3454702" y="5539496"/>
            <a:ext cx="548640" cy="218880"/>
            <a:chOff x="3454702" y="5539496"/>
            <a:chExt cx="548640" cy="21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A7060F4-FFC8-D809-1E9A-0A646C842475}"/>
                    </a:ext>
                  </a:extLst>
                </p14:cNvPr>
                <p14:cNvContentPartPr/>
                <p14:nvPr/>
              </p14:nvContentPartPr>
              <p14:xfrm>
                <a:off x="3454702" y="5682776"/>
                <a:ext cx="346320" cy="75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A7060F4-FFC8-D809-1E9A-0A646C84247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45702" y="5673776"/>
                  <a:ext cx="3639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A2B22BE-A080-82DB-C65E-43AD2AEDD38C}"/>
                    </a:ext>
                  </a:extLst>
                </p14:cNvPr>
                <p14:cNvContentPartPr/>
                <p14:nvPr/>
              </p14:nvContentPartPr>
              <p14:xfrm>
                <a:off x="3779782" y="5549936"/>
                <a:ext cx="87480" cy="171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A2B22BE-A080-82DB-C65E-43AD2AEDD38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770782" y="5541296"/>
                  <a:ext cx="10512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0EC797F-B3E9-43A6-C174-310138068BE8}"/>
                    </a:ext>
                  </a:extLst>
                </p14:cNvPr>
                <p14:cNvContentPartPr/>
                <p14:nvPr/>
              </p14:nvContentPartPr>
              <p14:xfrm>
                <a:off x="3727222" y="5644976"/>
                <a:ext cx="169920" cy="226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0EC797F-B3E9-43A6-C174-310138068BE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718582" y="5635976"/>
                  <a:ext cx="187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935AE76-9EFE-0F16-B409-27969C345666}"/>
                    </a:ext>
                  </a:extLst>
                </p14:cNvPr>
                <p14:cNvContentPartPr/>
                <p14:nvPr/>
              </p14:nvContentPartPr>
              <p14:xfrm>
                <a:off x="3984982" y="5682776"/>
                <a:ext cx="18360" cy="378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935AE76-9EFE-0F16-B409-27969C345666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976342" y="5674136"/>
                  <a:ext cx="360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296C050-758B-39B6-0FAA-439F37CB2EE5}"/>
                    </a:ext>
                  </a:extLst>
                </p14:cNvPr>
                <p14:cNvContentPartPr/>
                <p14:nvPr/>
              </p14:nvContentPartPr>
              <p14:xfrm>
                <a:off x="3942502" y="5539496"/>
                <a:ext cx="2520" cy="6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296C050-758B-39B6-0FAA-439F37CB2EE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933502" y="5530496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0BDCE9A8-2F69-8B4E-4BA6-DDC21B398A18}"/>
              </a:ext>
            </a:extLst>
          </p:cNvPr>
          <p:cNvGrpSpPr/>
          <p:nvPr/>
        </p:nvGrpSpPr>
        <p:grpSpPr>
          <a:xfrm>
            <a:off x="4172542" y="5459576"/>
            <a:ext cx="1595520" cy="371160"/>
            <a:chOff x="4172542" y="5459576"/>
            <a:chExt cx="159552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319414E-6CCC-7196-1229-76C61F096404}"/>
                    </a:ext>
                  </a:extLst>
                </p14:cNvPr>
                <p14:cNvContentPartPr/>
                <p14:nvPr/>
              </p14:nvContentPartPr>
              <p14:xfrm>
                <a:off x="4172542" y="5661536"/>
                <a:ext cx="38160" cy="36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319414E-6CCC-7196-1229-76C61F0964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163542" y="5652896"/>
                  <a:ext cx="55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944BC54-FDC4-4B70-5400-03FB7810BADA}"/>
                    </a:ext>
                  </a:extLst>
                </p14:cNvPr>
                <p14:cNvContentPartPr/>
                <p14:nvPr/>
              </p14:nvContentPartPr>
              <p14:xfrm>
                <a:off x="4245622" y="5595656"/>
                <a:ext cx="123120" cy="115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944BC54-FDC4-4B70-5400-03FB7810BAD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36622" y="5586656"/>
                  <a:ext cx="140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FC28358-D6A7-F606-3353-3DB41CB13FF9}"/>
                    </a:ext>
                  </a:extLst>
                </p14:cNvPr>
                <p14:cNvContentPartPr/>
                <p14:nvPr/>
              </p14:nvContentPartPr>
              <p14:xfrm>
                <a:off x="4380262" y="5645696"/>
                <a:ext cx="137160" cy="185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FC28358-D6A7-F606-3353-3DB41CB13FF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371622" y="5637056"/>
                  <a:ext cx="154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1F23C0F-948F-9031-9E17-D3EDCA3D2DD3}"/>
                    </a:ext>
                  </a:extLst>
                </p14:cNvPr>
                <p14:cNvContentPartPr/>
                <p14:nvPr/>
              </p14:nvContentPartPr>
              <p14:xfrm>
                <a:off x="4561342" y="5624456"/>
                <a:ext cx="176760" cy="64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1F23C0F-948F-9031-9E17-D3EDCA3D2DD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552342" y="5615456"/>
                  <a:ext cx="194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96C1B6D-E0D2-2B28-3A79-F5B86072BBAB}"/>
                    </a:ext>
                  </a:extLst>
                </p14:cNvPr>
                <p14:cNvContentPartPr/>
                <p14:nvPr/>
              </p14:nvContentPartPr>
              <p14:xfrm>
                <a:off x="4805782" y="5621216"/>
                <a:ext cx="146880" cy="511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96C1B6D-E0D2-2B28-3A79-F5B86072BBA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796782" y="5612216"/>
                  <a:ext cx="164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3B337B0-472E-65A5-F587-530E4F8B68D4}"/>
                    </a:ext>
                  </a:extLst>
                </p14:cNvPr>
                <p14:cNvContentPartPr/>
                <p14:nvPr/>
              </p14:nvContentPartPr>
              <p14:xfrm>
                <a:off x="4938622" y="5635256"/>
                <a:ext cx="90360" cy="21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3B337B0-472E-65A5-F587-530E4F8B68D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929982" y="5626256"/>
                  <a:ext cx="108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0A54CED-B09B-5708-964A-AD0A399B1680}"/>
                    </a:ext>
                  </a:extLst>
                </p14:cNvPr>
                <p14:cNvContentPartPr/>
                <p14:nvPr/>
              </p14:nvContentPartPr>
              <p14:xfrm>
                <a:off x="5071462" y="5545256"/>
                <a:ext cx="109800" cy="117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0A54CED-B09B-5708-964A-AD0A399B168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062462" y="5536616"/>
                  <a:ext cx="127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6F120394-2708-B865-3927-1FC83292F286}"/>
                    </a:ext>
                  </a:extLst>
                </p14:cNvPr>
                <p14:cNvContentPartPr/>
                <p14:nvPr/>
              </p14:nvContentPartPr>
              <p14:xfrm>
                <a:off x="5215102" y="5459576"/>
                <a:ext cx="91440" cy="2300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6F120394-2708-B865-3927-1FC83292F28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06102" y="5450936"/>
                  <a:ext cx="109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BFB7577-99E7-55CE-D067-0CFBDC9C4387}"/>
                    </a:ext>
                  </a:extLst>
                </p14:cNvPr>
                <p14:cNvContentPartPr/>
                <p14:nvPr/>
              </p14:nvContentPartPr>
              <p14:xfrm>
                <a:off x="5215462" y="5591336"/>
                <a:ext cx="95400" cy="122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BFB7577-99E7-55CE-D067-0CFBDC9C438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206822" y="5582696"/>
                  <a:ext cx="113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50B63BB-337E-0AF1-3456-BDB765D40AF3}"/>
                    </a:ext>
                  </a:extLst>
                </p14:cNvPr>
                <p14:cNvContentPartPr/>
                <p14:nvPr/>
              </p14:nvContentPartPr>
              <p14:xfrm>
                <a:off x="5358022" y="5566136"/>
                <a:ext cx="40680" cy="74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50B63BB-337E-0AF1-3456-BDB765D40AF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349382" y="5557136"/>
                  <a:ext cx="58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D0CAC3C-1DF1-8A53-8EB0-2D25B2292884}"/>
                    </a:ext>
                  </a:extLst>
                </p14:cNvPr>
                <p14:cNvContentPartPr/>
                <p14:nvPr/>
              </p14:nvContentPartPr>
              <p14:xfrm>
                <a:off x="5475742" y="5608616"/>
                <a:ext cx="46080" cy="57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D0CAC3C-1DF1-8A53-8EB0-2D25B229288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466742" y="5599616"/>
                  <a:ext cx="63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B19AFE9-6349-1579-4A06-32186FEB3D67}"/>
                    </a:ext>
                  </a:extLst>
                </p14:cNvPr>
                <p14:cNvContentPartPr/>
                <p14:nvPr/>
              </p14:nvContentPartPr>
              <p14:xfrm>
                <a:off x="5427862" y="5502056"/>
                <a:ext cx="2520" cy="68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B19AFE9-6349-1579-4A06-32186FEB3D6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18862" y="5493416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4910541-80EE-AA7C-A2A1-00E71027B14F}"/>
                    </a:ext>
                  </a:extLst>
                </p14:cNvPr>
                <p14:cNvContentPartPr/>
                <p14:nvPr/>
              </p14:nvContentPartPr>
              <p14:xfrm>
                <a:off x="5593462" y="5556416"/>
                <a:ext cx="174600" cy="106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4910541-80EE-AA7C-A2A1-00E71027B14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584822" y="5547416"/>
                  <a:ext cx="19224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F11C2213-8428-98BC-49B4-20A2C073FE42}"/>
                  </a:ext>
                </a:extLst>
              </p14:cNvPr>
              <p14:cNvContentPartPr/>
              <p14:nvPr/>
            </p14:nvContentPartPr>
            <p14:xfrm>
              <a:off x="7092840" y="3656160"/>
              <a:ext cx="167040" cy="13104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F11C2213-8428-98BC-49B4-20A2C073FE42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084200" y="3647160"/>
                <a:ext cx="1846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B3E1239F-8CAA-1CE8-13FC-9341CB959823}"/>
                  </a:ext>
                </a:extLst>
              </p14:cNvPr>
              <p14:cNvContentPartPr/>
              <p14:nvPr/>
            </p14:nvContentPartPr>
            <p14:xfrm>
              <a:off x="6517582" y="4411256"/>
              <a:ext cx="2520" cy="14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B3E1239F-8CAA-1CE8-13FC-9341CB959823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508582" y="4402256"/>
                <a:ext cx="20160" cy="1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3DA68A92-F4D7-B782-EEF2-CE255C4AEE5E}"/>
              </a:ext>
            </a:extLst>
          </p:cNvPr>
          <p:cNvGrpSpPr/>
          <p:nvPr/>
        </p:nvGrpSpPr>
        <p:grpSpPr>
          <a:xfrm>
            <a:off x="475342" y="3003656"/>
            <a:ext cx="10460160" cy="1600200"/>
            <a:chOff x="475342" y="3003656"/>
            <a:chExt cx="10460160" cy="16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7E446B9-2AD6-C819-976D-A722A92CA6CB}"/>
                    </a:ext>
                  </a:extLst>
                </p14:cNvPr>
                <p14:cNvContentPartPr/>
                <p14:nvPr/>
              </p14:nvContentPartPr>
              <p14:xfrm>
                <a:off x="664342" y="3115256"/>
                <a:ext cx="64800" cy="152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7E446B9-2AD6-C819-976D-A722A92CA6C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55702" y="3106256"/>
                  <a:ext cx="824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744B90-54E9-5701-5F26-D478FB31E8C7}"/>
                    </a:ext>
                  </a:extLst>
                </p14:cNvPr>
                <p14:cNvContentPartPr/>
                <p14:nvPr/>
              </p14:nvContentPartPr>
              <p14:xfrm>
                <a:off x="475342" y="3077096"/>
                <a:ext cx="300960" cy="22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744B90-54E9-5701-5F26-D478FB31E8C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66702" y="3068456"/>
                  <a:ext cx="318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909B0AE-27A1-14A0-7D66-47D71E87C21A}"/>
                    </a:ext>
                  </a:extLst>
                </p14:cNvPr>
                <p14:cNvContentPartPr/>
                <p14:nvPr/>
              </p14:nvContentPartPr>
              <p14:xfrm>
                <a:off x="828142" y="3199496"/>
                <a:ext cx="119160" cy="76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909B0AE-27A1-14A0-7D66-47D71E87C21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19142" y="3190496"/>
                  <a:ext cx="136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110D02E-0991-D740-A8D0-A53EB12B9787}"/>
                    </a:ext>
                  </a:extLst>
                </p14:cNvPr>
                <p14:cNvContentPartPr/>
                <p14:nvPr/>
              </p14:nvContentPartPr>
              <p14:xfrm>
                <a:off x="956662" y="3072776"/>
                <a:ext cx="175320" cy="197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110D02E-0991-D740-A8D0-A53EB12B97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48022" y="3063776"/>
                  <a:ext cx="192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92F6169-B4DC-A350-2577-0362F2FDD31D}"/>
                    </a:ext>
                  </a:extLst>
                </p14:cNvPr>
                <p14:cNvContentPartPr/>
                <p14:nvPr/>
              </p14:nvContentPartPr>
              <p14:xfrm>
                <a:off x="1121542" y="3088616"/>
                <a:ext cx="263520" cy="196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92F6169-B4DC-A350-2577-0362F2FDD31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12902" y="3079616"/>
                  <a:ext cx="281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D518B0-8416-2128-E90B-07C82F7311A3}"/>
                    </a:ext>
                  </a:extLst>
                </p14:cNvPr>
                <p14:cNvContentPartPr/>
                <p14:nvPr/>
              </p14:nvContentPartPr>
              <p14:xfrm>
                <a:off x="1668382" y="3189416"/>
                <a:ext cx="139320" cy="65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D518B0-8416-2128-E90B-07C82F7311A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59382" y="3180776"/>
                  <a:ext cx="156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6C2C9D-93D1-3C4B-0429-28753CF86F8D}"/>
                    </a:ext>
                  </a:extLst>
                </p14:cNvPr>
                <p14:cNvContentPartPr/>
                <p14:nvPr/>
              </p14:nvContentPartPr>
              <p14:xfrm>
                <a:off x="1841182" y="3027056"/>
                <a:ext cx="105120" cy="329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6C2C9D-93D1-3C4B-0429-28753CF86F8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32182" y="3018416"/>
                  <a:ext cx="1227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235C13-E171-DCB4-4110-90658ABDB412}"/>
                    </a:ext>
                  </a:extLst>
                </p14:cNvPr>
                <p14:cNvContentPartPr/>
                <p14:nvPr/>
              </p14:nvContentPartPr>
              <p14:xfrm>
                <a:off x="1844422" y="3238736"/>
                <a:ext cx="111960" cy="15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235C13-E171-DCB4-4110-90658ABDB41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835782" y="3229736"/>
                  <a:ext cx="129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889CAD-D43F-C00A-DD90-275CD71DC7DA}"/>
                    </a:ext>
                  </a:extLst>
                </p14:cNvPr>
                <p14:cNvContentPartPr/>
                <p14:nvPr/>
              </p14:nvContentPartPr>
              <p14:xfrm>
                <a:off x="2328262" y="3141536"/>
                <a:ext cx="92160" cy="97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889CAD-D43F-C00A-DD90-275CD71DC7D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319262" y="3132536"/>
                  <a:ext cx="109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3FE4F38-65D0-24A9-5512-1320088895A6}"/>
                    </a:ext>
                  </a:extLst>
                </p14:cNvPr>
                <p14:cNvContentPartPr/>
                <p14:nvPr/>
              </p14:nvContentPartPr>
              <p14:xfrm>
                <a:off x="2481982" y="3172496"/>
                <a:ext cx="101520" cy="61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3FE4F38-65D0-24A9-5512-1320088895A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473342" y="3163856"/>
                  <a:ext cx="119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3096D8-DC8E-3B5A-1CBF-F8C8F33829D2}"/>
                    </a:ext>
                  </a:extLst>
                </p14:cNvPr>
                <p14:cNvContentPartPr/>
                <p14:nvPr/>
              </p14:nvContentPartPr>
              <p14:xfrm>
                <a:off x="2599342" y="3188696"/>
                <a:ext cx="180360" cy="69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3096D8-DC8E-3B5A-1CBF-F8C8F33829D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590702" y="3179696"/>
                  <a:ext cx="198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B461A5-03C9-A328-6153-E3AFCA5F5E72}"/>
                    </a:ext>
                  </a:extLst>
                </p14:cNvPr>
                <p14:cNvContentPartPr/>
                <p14:nvPr/>
              </p14:nvContentPartPr>
              <p14:xfrm>
                <a:off x="2764222" y="3153776"/>
                <a:ext cx="129240" cy="100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B461A5-03C9-A328-6153-E3AFCA5F5E7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755222" y="3144776"/>
                  <a:ext cx="146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B16366-8C2A-E35B-39D0-20B5A02235EF}"/>
                    </a:ext>
                  </a:extLst>
                </p14:cNvPr>
                <p14:cNvContentPartPr/>
                <p14:nvPr/>
              </p14:nvContentPartPr>
              <p14:xfrm>
                <a:off x="2881222" y="3019496"/>
                <a:ext cx="104760" cy="22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B16366-8C2A-E35B-39D0-20B5A02235E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72582" y="3010496"/>
                  <a:ext cx="122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8998C0E-2E03-5C29-9C5D-40B5C470A2A5}"/>
                    </a:ext>
                  </a:extLst>
                </p14:cNvPr>
                <p14:cNvContentPartPr/>
                <p14:nvPr/>
              </p14:nvContentPartPr>
              <p14:xfrm>
                <a:off x="2893102" y="3136136"/>
                <a:ext cx="94680" cy="25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8998C0E-2E03-5C29-9C5D-40B5C470A2A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84462" y="3127496"/>
                  <a:ext cx="112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E2CCEB-5301-434D-6D15-8FEF9D0DB851}"/>
                    </a:ext>
                  </a:extLst>
                </p14:cNvPr>
                <p14:cNvContentPartPr/>
                <p14:nvPr/>
              </p14:nvContentPartPr>
              <p14:xfrm>
                <a:off x="3020902" y="3088976"/>
                <a:ext cx="40680" cy="11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E2CCEB-5301-434D-6D15-8FEF9D0DB85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011902" y="3079976"/>
                  <a:ext cx="58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FBC3C59-A788-BF08-B431-864F6EC11156}"/>
                    </a:ext>
                  </a:extLst>
                </p14:cNvPr>
                <p14:cNvContentPartPr/>
                <p14:nvPr/>
              </p14:nvContentPartPr>
              <p14:xfrm>
                <a:off x="3147982" y="3136496"/>
                <a:ext cx="102960" cy="74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FBC3C59-A788-BF08-B431-864F6EC11156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139342" y="3127496"/>
                  <a:ext cx="120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6D766B-4F5D-1D7D-4E7E-C0DED27E4567}"/>
                    </a:ext>
                  </a:extLst>
                </p14:cNvPr>
                <p14:cNvContentPartPr/>
                <p14:nvPr/>
              </p14:nvContentPartPr>
              <p14:xfrm>
                <a:off x="3306382" y="3163136"/>
                <a:ext cx="49320" cy="65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6D766B-4F5D-1D7D-4E7E-C0DED27E4567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97742" y="3154136"/>
                  <a:ext cx="66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E8CF6E-8508-7DAE-23F1-28C409FFAA1A}"/>
                    </a:ext>
                  </a:extLst>
                </p14:cNvPr>
                <p14:cNvContentPartPr/>
                <p14:nvPr/>
              </p14:nvContentPartPr>
              <p14:xfrm>
                <a:off x="3263902" y="3040736"/>
                <a:ext cx="12240" cy="12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E8CF6E-8508-7DAE-23F1-28C409FFAA1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255262" y="3031736"/>
                  <a:ext cx="29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E82E6C-3AF4-61B8-CEAE-6A4ABF53350B}"/>
                    </a:ext>
                  </a:extLst>
                </p14:cNvPr>
                <p14:cNvContentPartPr/>
                <p14:nvPr/>
              </p14:nvContentPartPr>
              <p14:xfrm>
                <a:off x="3397102" y="3157736"/>
                <a:ext cx="148680" cy="65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E82E6C-3AF4-61B8-CEAE-6A4ABF53350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388102" y="3148736"/>
                  <a:ext cx="166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49A9A15-CF4D-A5EC-C071-0EFB063F06A3}"/>
                    </a:ext>
                  </a:extLst>
                </p14:cNvPr>
                <p14:cNvContentPartPr/>
                <p14:nvPr/>
              </p14:nvContentPartPr>
              <p14:xfrm>
                <a:off x="3583582" y="3003656"/>
                <a:ext cx="52560" cy="228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49A9A15-CF4D-A5EC-C071-0EFB063F06A3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574582" y="2994656"/>
                  <a:ext cx="70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7C1F40-A68D-DE8A-7C32-7BA2FBF06D30}"/>
                    </a:ext>
                  </a:extLst>
                </p14:cNvPr>
                <p14:cNvContentPartPr/>
                <p14:nvPr/>
              </p14:nvContentPartPr>
              <p14:xfrm>
                <a:off x="3581422" y="3133256"/>
                <a:ext cx="70920" cy="16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7C1F40-A68D-DE8A-7C32-7BA2FBF06D3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572782" y="3124616"/>
                  <a:ext cx="88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1342B8-93CE-1DAE-B152-B1BE75699E57}"/>
                    </a:ext>
                  </a:extLst>
                </p14:cNvPr>
                <p14:cNvContentPartPr/>
                <p14:nvPr/>
              </p14:nvContentPartPr>
              <p14:xfrm>
                <a:off x="3721102" y="3084296"/>
                <a:ext cx="81720" cy="116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1342B8-93CE-1DAE-B152-B1BE75699E5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712102" y="3075656"/>
                  <a:ext cx="99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9852CCF-A3D9-0DA7-50A6-B3FB42C37AB3}"/>
                    </a:ext>
                  </a:extLst>
                </p14:cNvPr>
                <p14:cNvContentPartPr/>
                <p14:nvPr/>
              </p14:nvContentPartPr>
              <p14:xfrm>
                <a:off x="866302" y="3852536"/>
                <a:ext cx="51840" cy="122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9852CCF-A3D9-0DA7-50A6-B3FB42C37AB3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7662" y="3843536"/>
                  <a:ext cx="69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C7F20A-BE2C-379C-50CB-77793B690049}"/>
                    </a:ext>
                  </a:extLst>
                </p14:cNvPr>
                <p14:cNvContentPartPr/>
                <p14:nvPr/>
              </p14:nvContentPartPr>
              <p14:xfrm>
                <a:off x="739942" y="3794576"/>
                <a:ext cx="243720" cy="22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C7F20A-BE2C-379C-50CB-77793B69004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1302" y="3785936"/>
                  <a:ext cx="261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4496B06-B1E6-178D-A598-5435DCA9A65D}"/>
                    </a:ext>
                  </a:extLst>
                </p14:cNvPr>
                <p14:cNvContentPartPr/>
                <p14:nvPr/>
              </p14:nvContentPartPr>
              <p14:xfrm>
                <a:off x="1035502" y="3943256"/>
                <a:ext cx="123480" cy="209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4496B06-B1E6-178D-A598-5435DCA9A65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26862" y="3934256"/>
                  <a:ext cx="141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E919DAF-5C87-1E07-1515-FB93C22DDC1C}"/>
                    </a:ext>
                  </a:extLst>
                </p14:cNvPr>
                <p14:cNvContentPartPr/>
                <p14:nvPr/>
              </p14:nvContentPartPr>
              <p14:xfrm>
                <a:off x="1216222" y="3928856"/>
                <a:ext cx="85320" cy="190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E919DAF-5C87-1E07-1515-FB93C22DDC1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207582" y="3919856"/>
                  <a:ext cx="102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D184193-7644-8E3C-AEB0-85CCEFCE0B60}"/>
                    </a:ext>
                  </a:extLst>
                </p14:cNvPr>
                <p14:cNvContentPartPr/>
                <p14:nvPr/>
              </p14:nvContentPartPr>
              <p14:xfrm>
                <a:off x="1339342" y="3902936"/>
                <a:ext cx="196560" cy="95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D184193-7644-8E3C-AEB0-85CCEFCE0B60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330702" y="3893936"/>
                  <a:ext cx="2142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4A7D936-C0AE-B431-A022-784281475E1E}"/>
                    </a:ext>
                  </a:extLst>
                </p14:cNvPr>
                <p14:cNvContentPartPr/>
                <p14:nvPr/>
              </p14:nvContentPartPr>
              <p14:xfrm>
                <a:off x="1041622" y="4486856"/>
                <a:ext cx="46800" cy="115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4A7D936-C0AE-B431-A022-784281475E1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32982" y="4477856"/>
                  <a:ext cx="644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E6FC9BD-B377-0FE6-D00F-E11346F2CA52}"/>
                    </a:ext>
                  </a:extLst>
                </p14:cNvPr>
                <p14:cNvContentPartPr/>
                <p14:nvPr/>
              </p14:nvContentPartPr>
              <p14:xfrm>
                <a:off x="971782" y="4413776"/>
                <a:ext cx="107640" cy="25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E6FC9BD-B377-0FE6-D00F-E11346F2CA5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62782" y="4404776"/>
                  <a:ext cx="125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EF7EC0-206B-4A10-5A7C-EA8D43F969D8}"/>
                    </a:ext>
                  </a:extLst>
                </p14:cNvPr>
                <p14:cNvContentPartPr/>
                <p14:nvPr/>
              </p14:nvContentPartPr>
              <p14:xfrm>
                <a:off x="1031182" y="4581536"/>
                <a:ext cx="117360" cy="22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EF7EC0-206B-4A10-5A7C-EA8D43F969D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022542" y="4572896"/>
                  <a:ext cx="135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52FF872-3419-981C-0D48-079ACBE2FC01}"/>
                    </a:ext>
                  </a:extLst>
                </p14:cNvPr>
                <p14:cNvContentPartPr/>
                <p14:nvPr/>
              </p14:nvContentPartPr>
              <p14:xfrm>
                <a:off x="2019742" y="4427816"/>
                <a:ext cx="138960" cy="11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52FF872-3419-981C-0D48-079ACBE2FC0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010742" y="4419176"/>
                  <a:ext cx="1566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E3BDDF-6E60-770F-8F71-92BF8DB671D3}"/>
                    </a:ext>
                  </a:extLst>
                </p14:cNvPr>
                <p14:cNvContentPartPr/>
                <p14:nvPr/>
              </p14:nvContentPartPr>
              <p14:xfrm>
                <a:off x="2184982" y="4437176"/>
                <a:ext cx="96840" cy="81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E3BDDF-6E60-770F-8F71-92BF8DB671D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175982" y="4428536"/>
                  <a:ext cx="1144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558D33-406A-D3B6-A7D6-C07CE2A6A0B8}"/>
                    </a:ext>
                  </a:extLst>
                </p14:cNvPr>
                <p14:cNvContentPartPr/>
                <p14:nvPr/>
              </p14:nvContentPartPr>
              <p14:xfrm>
                <a:off x="2295142" y="4400096"/>
                <a:ext cx="138240" cy="109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558D33-406A-D3B6-A7D6-C07CE2A6A0B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286142" y="4391096"/>
                  <a:ext cx="155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CD61EFB-DC05-6A12-126F-F74E8CBB8DF3}"/>
                    </a:ext>
                  </a:extLst>
                </p14:cNvPr>
                <p14:cNvContentPartPr/>
                <p14:nvPr/>
              </p14:nvContentPartPr>
              <p14:xfrm>
                <a:off x="2450662" y="4439696"/>
                <a:ext cx="188640" cy="57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CD61EFB-DC05-6A12-126F-F74E8CBB8DF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441662" y="4431056"/>
                  <a:ext cx="2062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7D612C3-43F7-E95C-6F5B-EB9ABFC65BC5}"/>
                    </a:ext>
                  </a:extLst>
                </p14:cNvPr>
                <p14:cNvContentPartPr/>
                <p14:nvPr/>
              </p14:nvContentPartPr>
              <p14:xfrm>
                <a:off x="3309622" y="3677576"/>
                <a:ext cx="193680" cy="181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7D612C3-43F7-E95C-6F5B-EB9ABFC65BC5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300622" y="3668576"/>
                  <a:ext cx="211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B21D492-CF58-4C2C-8E2B-54CC2D39D2F2}"/>
                    </a:ext>
                  </a:extLst>
                </p14:cNvPr>
                <p14:cNvContentPartPr/>
                <p14:nvPr/>
              </p14:nvContentPartPr>
              <p14:xfrm>
                <a:off x="3520942" y="3784136"/>
                <a:ext cx="236520" cy="187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B21D492-CF58-4C2C-8E2B-54CC2D39D2F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511942" y="3775496"/>
                  <a:ext cx="254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7813DB9-F4C7-903E-83D2-E29A47DF9FC7}"/>
                    </a:ext>
                  </a:extLst>
                </p14:cNvPr>
                <p14:cNvContentPartPr/>
                <p14:nvPr/>
              </p14:nvContentPartPr>
              <p14:xfrm>
                <a:off x="3747742" y="3770816"/>
                <a:ext cx="239400" cy="61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7813DB9-F4C7-903E-83D2-E29A47DF9FC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739102" y="3761816"/>
                  <a:ext cx="257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04607C4-325F-F912-B57D-6DDC0D4432FE}"/>
                    </a:ext>
                  </a:extLst>
                </p14:cNvPr>
                <p14:cNvContentPartPr/>
                <p14:nvPr/>
              </p14:nvContentPartPr>
              <p14:xfrm>
                <a:off x="4035022" y="3758216"/>
                <a:ext cx="250200" cy="482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04607C4-325F-F912-B57D-6DDC0D4432F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026022" y="3749576"/>
                  <a:ext cx="267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4439605-35BB-C115-FBE2-103BC6DA556A}"/>
                    </a:ext>
                  </a:extLst>
                </p14:cNvPr>
                <p14:cNvContentPartPr/>
                <p14:nvPr/>
              </p14:nvContentPartPr>
              <p14:xfrm>
                <a:off x="4321942" y="3710336"/>
                <a:ext cx="111960" cy="91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4439605-35BB-C115-FBE2-103BC6DA556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4313302" y="3701696"/>
                  <a:ext cx="129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61A7AD-56D1-BAA0-5F6A-48AFBD5C91A1}"/>
                    </a:ext>
                  </a:extLst>
                </p14:cNvPr>
                <p14:cNvContentPartPr/>
                <p14:nvPr/>
              </p14:nvContentPartPr>
              <p14:xfrm>
                <a:off x="4438942" y="3636176"/>
                <a:ext cx="118080" cy="224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61A7AD-56D1-BAA0-5F6A-48AFBD5C91A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4429942" y="3627176"/>
                  <a:ext cx="135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A89E558-7344-5035-8A65-B62CD4416939}"/>
                    </a:ext>
                  </a:extLst>
                </p14:cNvPr>
                <p14:cNvContentPartPr/>
                <p14:nvPr/>
              </p14:nvContentPartPr>
              <p14:xfrm>
                <a:off x="4448302" y="3752816"/>
                <a:ext cx="118440" cy="11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A89E558-7344-5035-8A65-B62CD441693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439662" y="3743816"/>
                  <a:ext cx="136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4D5D7CE-1116-50C1-EEFC-7945CA5C3517}"/>
                    </a:ext>
                  </a:extLst>
                </p14:cNvPr>
                <p14:cNvContentPartPr/>
                <p14:nvPr/>
              </p14:nvContentPartPr>
              <p14:xfrm>
                <a:off x="4576462" y="3704936"/>
                <a:ext cx="83880" cy="96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4D5D7CE-1116-50C1-EEFC-7945CA5C351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567822" y="3695936"/>
                  <a:ext cx="101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C6F1875-6E34-D093-F8AE-9DB86B6037F6}"/>
                    </a:ext>
                  </a:extLst>
                </p14:cNvPr>
                <p14:cNvContentPartPr/>
                <p14:nvPr/>
              </p14:nvContentPartPr>
              <p14:xfrm>
                <a:off x="4731262" y="3728336"/>
                <a:ext cx="181800" cy="2505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C6F1875-6E34-D093-F8AE-9DB86B6037F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722622" y="3719696"/>
                  <a:ext cx="1994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8C4A326-C8C2-C590-1BB4-33541057411E}"/>
                    </a:ext>
                  </a:extLst>
                </p14:cNvPr>
                <p14:cNvContentPartPr/>
                <p14:nvPr/>
              </p14:nvContentPartPr>
              <p14:xfrm>
                <a:off x="3384142" y="4300376"/>
                <a:ext cx="129960" cy="123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8C4A326-C8C2-C590-1BB4-33541057411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75142" y="4291736"/>
                  <a:ext cx="147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50619A3-5705-9C62-64A7-57F3B1C8A992}"/>
                    </a:ext>
                  </a:extLst>
                </p14:cNvPr>
                <p14:cNvContentPartPr/>
                <p14:nvPr/>
              </p14:nvContentPartPr>
              <p14:xfrm>
                <a:off x="3588262" y="4352576"/>
                <a:ext cx="129600" cy="1566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50619A3-5705-9C62-64A7-57F3B1C8A99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579262" y="4343936"/>
                  <a:ext cx="1472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16C589B-100F-C58C-737E-5BAF30BAB598}"/>
                    </a:ext>
                  </a:extLst>
                </p14:cNvPr>
                <p14:cNvContentPartPr/>
                <p14:nvPr/>
              </p14:nvContentPartPr>
              <p14:xfrm>
                <a:off x="3786262" y="4376336"/>
                <a:ext cx="182520" cy="342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16C589B-100F-C58C-737E-5BAF30BAB59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777262" y="4367336"/>
                  <a:ext cx="200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10A16B2-4237-7342-ADA0-E37230664589}"/>
                    </a:ext>
                  </a:extLst>
                </p14:cNvPr>
                <p14:cNvContentPartPr/>
                <p14:nvPr/>
              </p14:nvContentPartPr>
              <p14:xfrm>
                <a:off x="4045462" y="4354016"/>
                <a:ext cx="162360" cy="529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10A16B2-4237-7342-ADA0-E3723066458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036822" y="4345016"/>
                  <a:ext cx="180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A6723C9-F72B-3708-E1D2-BE6A78D65528}"/>
                    </a:ext>
                  </a:extLst>
                </p14:cNvPr>
                <p14:cNvContentPartPr/>
                <p14:nvPr/>
              </p14:nvContentPartPr>
              <p14:xfrm>
                <a:off x="4284862" y="4305776"/>
                <a:ext cx="100800" cy="121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A6723C9-F72B-3708-E1D2-BE6A78D65528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275862" y="4297136"/>
                  <a:ext cx="118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ADC54A-5AA1-EBC8-2B11-4AA118340C4B}"/>
                    </a:ext>
                  </a:extLst>
                </p14:cNvPr>
                <p14:cNvContentPartPr/>
                <p14:nvPr/>
              </p14:nvContentPartPr>
              <p14:xfrm>
                <a:off x="4438942" y="4176536"/>
                <a:ext cx="125280" cy="2314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ADC54A-5AA1-EBC8-2B11-4AA118340C4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429942" y="4167896"/>
                  <a:ext cx="142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32E00B8-614F-B514-DCDC-4341AB0C917A}"/>
                    </a:ext>
                  </a:extLst>
                </p14:cNvPr>
                <p14:cNvContentPartPr/>
                <p14:nvPr/>
              </p14:nvContentPartPr>
              <p14:xfrm>
                <a:off x="4417702" y="4311176"/>
                <a:ext cx="122760" cy="205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32E00B8-614F-B514-DCDC-4341AB0C917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08702" y="4302536"/>
                  <a:ext cx="140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F529A46-BF2C-8D37-7CF5-483E55E770F8}"/>
                    </a:ext>
                  </a:extLst>
                </p14:cNvPr>
                <p14:cNvContentPartPr/>
                <p14:nvPr/>
              </p14:nvContentPartPr>
              <p14:xfrm>
                <a:off x="4635142" y="4323416"/>
                <a:ext cx="47160" cy="96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F529A46-BF2C-8D37-7CF5-483E55E770F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26142" y="4314416"/>
                  <a:ext cx="648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AFADD05-4D19-1008-EBB9-44638D3D154D}"/>
                    </a:ext>
                  </a:extLst>
                </p14:cNvPr>
                <p14:cNvContentPartPr/>
                <p14:nvPr/>
              </p14:nvContentPartPr>
              <p14:xfrm>
                <a:off x="4771582" y="4375256"/>
                <a:ext cx="6120" cy="392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AFADD05-4D19-1008-EBB9-44638D3D154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762582" y="4366256"/>
                  <a:ext cx="23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79658B3-94D9-278C-F5FF-3CEF03A24D8F}"/>
                    </a:ext>
                  </a:extLst>
                </p14:cNvPr>
                <p14:cNvContentPartPr/>
                <p14:nvPr/>
              </p14:nvContentPartPr>
              <p14:xfrm>
                <a:off x="4731262" y="4247456"/>
                <a:ext cx="30240" cy="252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79658B3-94D9-278C-F5FF-3CEF03A24D8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722622" y="4238816"/>
                  <a:ext cx="478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F88C972F-F603-4ACC-247B-B5757010D1E9}"/>
                    </a:ext>
                  </a:extLst>
                </p14:cNvPr>
                <p14:cNvContentPartPr/>
                <p14:nvPr/>
              </p14:nvContentPartPr>
              <p14:xfrm>
                <a:off x="4875982" y="4321976"/>
                <a:ext cx="114480" cy="961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F88C972F-F603-4ACC-247B-B5757010D1E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867342" y="4312976"/>
                  <a:ext cx="132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1C54DD2-A972-CF45-A828-41A6F1E054AC}"/>
                    </a:ext>
                  </a:extLst>
                </p14:cNvPr>
                <p14:cNvContentPartPr/>
                <p14:nvPr/>
              </p14:nvContentPartPr>
              <p14:xfrm>
                <a:off x="6067560" y="3429000"/>
                <a:ext cx="56880" cy="1188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1C54DD2-A972-CF45-A828-41A6F1E054A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6058560" y="3420360"/>
                  <a:ext cx="74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9B71571-35BE-BD1D-8C11-397940B7148C}"/>
                    </a:ext>
                  </a:extLst>
                </p14:cNvPr>
                <p14:cNvContentPartPr/>
                <p14:nvPr/>
              </p14:nvContentPartPr>
              <p14:xfrm>
                <a:off x="6003840" y="3386520"/>
                <a:ext cx="166320" cy="226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9B71571-35BE-BD1D-8C11-397940B7148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994840" y="3377520"/>
                  <a:ext cx="183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DE4EB27-D519-C7C4-D6F9-F16E9E7843B3}"/>
                    </a:ext>
                  </a:extLst>
                </p14:cNvPr>
                <p14:cNvContentPartPr/>
                <p14:nvPr/>
              </p14:nvContentPartPr>
              <p14:xfrm>
                <a:off x="6083400" y="3498480"/>
                <a:ext cx="86040" cy="115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DE4EB27-D519-C7C4-D6F9-F16E9E7843B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074760" y="3489840"/>
                  <a:ext cx="103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9DF483C-51E0-1F02-1357-7DD3D45ABC43}"/>
                    </a:ext>
                  </a:extLst>
                </p14:cNvPr>
                <p14:cNvContentPartPr/>
                <p14:nvPr/>
              </p14:nvContentPartPr>
              <p14:xfrm>
                <a:off x="6231360" y="3510000"/>
                <a:ext cx="109080" cy="482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9DF483C-51E0-1F02-1357-7DD3D45ABC4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222720" y="3501360"/>
                  <a:ext cx="126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20FFA65-F708-1098-B088-AAEA20BE59C0}"/>
                    </a:ext>
                  </a:extLst>
                </p14:cNvPr>
                <p14:cNvContentPartPr/>
                <p14:nvPr/>
              </p14:nvContentPartPr>
              <p14:xfrm>
                <a:off x="6396600" y="3444480"/>
                <a:ext cx="51840" cy="92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20FFA65-F708-1098-B088-AAEA20BE59C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387960" y="3435840"/>
                  <a:ext cx="69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0C957FC-9077-8010-2594-D0EB19F68456}"/>
                    </a:ext>
                  </a:extLst>
                </p14:cNvPr>
                <p14:cNvContentPartPr/>
                <p14:nvPr/>
              </p14:nvContentPartPr>
              <p14:xfrm>
                <a:off x="6512160" y="3451680"/>
                <a:ext cx="230400" cy="856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0C957FC-9077-8010-2594-D0EB19F6845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503160" y="3443040"/>
                  <a:ext cx="2480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8007177-D40D-7084-07B8-0E0A8289BB52}"/>
                    </a:ext>
                  </a:extLst>
                </p14:cNvPr>
                <p14:cNvContentPartPr/>
                <p14:nvPr/>
              </p14:nvContentPartPr>
              <p14:xfrm>
                <a:off x="6774240" y="3317040"/>
                <a:ext cx="145080" cy="20916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8007177-D40D-7084-07B8-0E0A8289BB5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765600" y="3308040"/>
                  <a:ext cx="1627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D47FD58-2345-050E-3247-0717644F9883}"/>
                    </a:ext>
                  </a:extLst>
                </p14:cNvPr>
                <p14:cNvContentPartPr/>
                <p14:nvPr/>
              </p14:nvContentPartPr>
              <p14:xfrm>
                <a:off x="6078000" y="3692160"/>
                <a:ext cx="141120" cy="153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D47FD58-2345-050E-3247-0717644F988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069360" y="3683160"/>
                  <a:ext cx="1587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8F8A9AC-5956-FCDB-A6ED-2E982B6CCDB4}"/>
                    </a:ext>
                  </a:extLst>
                </p14:cNvPr>
                <p14:cNvContentPartPr/>
                <p14:nvPr/>
              </p14:nvContentPartPr>
              <p14:xfrm>
                <a:off x="6115440" y="3769560"/>
                <a:ext cx="124200" cy="115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8F8A9AC-5956-FCDB-A6ED-2E982B6CCDB4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106440" y="3760920"/>
                  <a:ext cx="1418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6694021-08D3-F7D0-F2B1-FFD27C226557}"/>
                    </a:ext>
                  </a:extLst>
                </p14:cNvPr>
                <p14:cNvContentPartPr/>
                <p14:nvPr/>
              </p14:nvContentPartPr>
              <p14:xfrm>
                <a:off x="6288960" y="3715920"/>
                <a:ext cx="159840" cy="982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6694021-08D3-F7D0-F2B1-FFD27C22655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280320" y="3707280"/>
                  <a:ext cx="177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88E8B75-D7C7-F743-FE72-2E7D9250C1B9}"/>
                    </a:ext>
                  </a:extLst>
                </p14:cNvPr>
                <p14:cNvContentPartPr/>
                <p14:nvPr/>
              </p14:nvContentPartPr>
              <p14:xfrm>
                <a:off x="6502080" y="3758760"/>
                <a:ext cx="81720" cy="69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88E8B75-D7C7-F743-FE72-2E7D9250C1B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493440" y="3750120"/>
                  <a:ext cx="99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90469DA-49E7-1D68-9ED6-C71D871BFBC1}"/>
                    </a:ext>
                  </a:extLst>
                </p14:cNvPr>
                <p14:cNvContentPartPr/>
                <p14:nvPr/>
              </p14:nvContentPartPr>
              <p14:xfrm>
                <a:off x="6765960" y="3742200"/>
                <a:ext cx="99360" cy="64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90469DA-49E7-1D68-9ED6-C71D871BFBC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756960" y="3733560"/>
                  <a:ext cx="117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04EA0C9-2E93-BED7-3ECA-A2B683B63570}"/>
                    </a:ext>
                  </a:extLst>
                </p14:cNvPr>
                <p14:cNvContentPartPr/>
                <p14:nvPr/>
              </p14:nvContentPartPr>
              <p14:xfrm>
                <a:off x="6859560" y="3631680"/>
                <a:ext cx="68400" cy="1767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04EA0C9-2E93-BED7-3ECA-A2B683B6357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850920" y="3622680"/>
                  <a:ext cx="86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A8D2B5F-A265-CE7D-1D5F-464B0C64CDB1}"/>
                    </a:ext>
                  </a:extLst>
                </p14:cNvPr>
                <p14:cNvContentPartPr/>
                <p14:nvPr/>
              </p14:nvContentPartPr>
              <p14:xfrm>
                <a:off x="6888000" y="3727440"/>
                <a:ext cx="51840" cy="64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A8D2B5F-A265-CE7D-1D5F-464B0C64CDB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879360" y="3718800"/>
                  <a:ext cx="69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C8E68C5-54CD-0757-BFCE-37CD1F76A393}"/>
                    </a:ext>
                  </a:extLst>
                </p14:cNvPr>
                <p14:cNvContentPartPr/>
                <p14:nvPr/>
              </p14:nvContentPartPr>
              <p14:xfrm>
                <a:off x="7333320" y="3756240"/>
                <a:ext cx="79560" cy="36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C8E68C5-54CD-0757-BFCE-37CD1F76A39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324320" y="3747240"/>
                  <a:ext cx="97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1782B0B3-DE13-AB1E-B443-75A630CE56F1}"/>
                    </a:ext>
                  </a:extLst>
                </p14:cNvPr>
                <p14:cNvContentPartPr/>
                <p14:nvPr/>
              </p14:nvContentPartPr>
              <p14:xfrm>
                <a:off x="7294080" y="3689280"/>
                <a:ext cx="102600" cy="2808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1782B0B3-DE13-AB1E-B443-75A630CE56F1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85440" y="3680280"/>
                  <a:ext cx="120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F028F34-E7D9-393E-3370-B6996B03E3C5}"/>
                    </a:ext>
                  </a:extLst>
                </p14:cNvPr>
                <p14:cNvContentPartPr/>
                <p14:nvPr/>
              </p14:nvContentPartPr>
              <p14:xfrm>
                <a:off x="7484880" y="3660120"/>
                <a:ext cx="157680" cy="1504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F028F34-E7D9-393E-3370-B6996B03E3C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476240" y="3651120"/>
                  <a:ext cx="175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1FCE5F8-AEF9-77EC-D6F4-35C163490F73}"/>
                    </a:ext>
                  </a:extLst>
                </p14:cNvPr>
                <p14:cNvContentPartPr/>
                <p14:nvPr/>
              </p14:nvContentPartPr>
              <p14:xfrm>
                <a:off x="8500440" y="3394800"/>
                <a:ext cx="84240" cy="131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1FCE5F8-AEF9-77EC-D6F4-35C163490F73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491440" y="3386160"/>
                  <a:ext cx="1018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A93DE9D-4794-0708-ABE6-BE7DFC7CF5C0}"/>
                    </a:ext>
                  </a:extLst>
                </p14:cNvPr>
                <p14:cNvContentPartPr/>
                <p14:nvPr/>
              </p14:nvContentPartPr>
              <p14:xfrm>
                <a:off x="8481000" y="3337560"/>
                <a:ext cx="136800" cy="50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A93DE9D-4794-0708-ABE6-BE7DFC7CF5C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72360" y="3328560"/>
                  <a:ext cx="154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BC6FFA1-F23C-3B51-EAF3-4C30B80BE1A5}"/>
                    </a:ext>
                  </a:extLst>
                </p14:cNvPr>
                <p14:cNvContentPartPr/>
                <p14:nvPr/>
              </p14:nvContentPartPr>
              <p14:xfrm>
                <a:off x="8544720" y="3428640"/>
                <a:ext cx="56160" cy="334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BC6FFA1-F23C-3B51-EAF3-4C30B80BE1A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536080" y="3419640"/>
                  <a:ext cx="73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475F945-1A91-812C-9826-9E5433BFB6F2}"/>
                    </a:ext>
                  </a:extLst>
                </p14:cNvPr>
                <p14:cNvContentPartPr/>
                <p14:nvPr/>
              </p14:nvContentPartPr>
              <p14:xfrm>
                <a:off x="8649480" y="3455640"/>
                <a:ext cx="124560" cy="91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475F945-1A91-812C-9826-9E5433BFB6F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640480" y="3447000"/>
                  <a:ext cx="142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A7CE749-F5FD-2024-4781-D88BC1854376}"/>
                    </a:ext>
                  </a:extLst>
                </p14:cNvPr>
                <p14:cNvContentPartPr/>
                <p14:nvPr/>
              </p14:nvContentPartPr>
              <p14:xfrm>
                <a:off x="8809320" y="3437280"/>
                <a:ext cx="43200" cy="936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A7CE749-F5FD-2024-4781-D88BC185437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800680" y="3428280"/>
                  <a:ext cx="60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2A65B3C-3C30-7778-702D-54B353580BEA}"/>
                    </a:ext>
                  </a:extLst>
                </p14:cNvPr>
                <p14:cNvContentPartPr/>
                <p14:nvPr/>
              </p14:nvContentPartPr>
              <p14:xfrm>
                <a:off x="8889240" y="3430800"/>
                <a:ext cx="227520" cy="856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2A65B3C-3C30-7778-702D-54B353580BEA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880600" y="3421800"/>
                  <a:ext cx="2451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BB11AE9-6BF2-C1DC-806A-9E979FA34F6B}"/>
                    </a:ext>
                  </a:extLst>
                </p14:cNvPr>
                <p14:cNvContentPartPr/>
                <p14:nvPr/>
              </p14:nvContentPartPr>
              <p14:xfrm>
                <a:off x="9185520" y="3340440"/>
                <a:ext cx="93240" cy="1814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BB11AE9-6BF2-C1DC-806A-9E979FA34F6B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176520" y="3331800"/>
                  <a:ext cx="1108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37E02AC-B140-A31F-7330-F327C56CB1ED}"/>
                    </a:ext>
                  </a:extLst>
                </p14:cNvPr>
                <p14:cNvContentPartPr/>
                <p14:nvPr/>
              </p14:nvContentPartPr>
              <p14:xfrm>
                <a:off x="8565960" y="3641760"/>
                <a:ext cx="164520" cy="1443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37E02AC-B140-A31F-7330-F327C56CB1E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557320" y="3632760"/>
                  <a:ext cx="182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0256DEC1-182A-45B4-FF83-28DA4B76A236}"/>
                    </a:ext>
                  </a:extLst>
                </p14:cNvPr>
                <p14:cNvContentPartPr/>
                <p14:nvPr/>
              </p14:nvContentPartPr>
              <p14:xfrm>
                <a:off x="8630040" y="3691440"/>
                <a:ext cx="266400" cy="799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0256DEC1-182A-45B4-FF83-28DA4B76A236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621040" y="3682440"/>
                  <a:ext cx="284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AD245FD-8CF9-B179-AEDB-221E189A83EE}"/>
                    </a:ext>
                  </a:extLst>
                </p14:cNvPr>
                <p14:cNvContentPartPr/>
                <p14:nvPr/>
              </p14:nvContentPartPr>
              <p14:xfrm>
                <a:off x="8949000" y="3676680"/>
                <a:ext cx="102240" cy="68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AD245FD-8CF9-B179-AEDB-221E189A83EE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940000" y="3668040"/>
                  <a:ext cx="119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403E4A9-28C5-FA70-24CD-781623596261}"/>
                    </a:ext>
                  </a:extLst>
                </p14:cNvPr>
                <p14:cNvContentPartPr/>
                <p14:nvPr/>
              </p14:nvContentPartPr>
              <p14:xfrm>
                <a:off x="9233760" y="3699720"/>
                <a:ext cx="104760" cy="658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403E4A9-28C5-FA70-24CD-78162359626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9225120" y="3691080"/>
                  <a:ext cx="122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A176F6C-2669-FC28-F726-56F612406544}"/>
                    </a:ext>
                  </a:extLst>
                </p14:cNvPr>
                <p14:cNvContentPartPr/>
                <p14:nvPr/>
              </p14:nvContentPartPr>
              <p14:xfrm>
                <a:off x="9348600" y="3539880"/>
                <a:ext cx="99360" cy="1965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A176F6C-2669-FC28-F726-56F61240654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9339960" y="3531240"/>
                  <a:ext cx="117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52B4588-DA2D-2FC7-049D-158B7E0611CE}"/>
                    </a:ext>
                  </a:extLst>
                </p14:cNvPr>
                <p14:cNvContentPartPr/>
                <p14:nvPr/>
              </p14:nvContentPartPr>
              <p14:xfrm>
                <a:off x="9329880" y="3637080"/>
                <a:ext cx="108720" cy="280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52B4588-DA2D-2FC7-049D-158B7E0611C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320880" y="3628440"/>
                  <a:ext cx="126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708909E-0428-4A54-9986-6D7F2A4A5574}"/>
                    </a:ext>
                  </a:extLst>
                </p14:cNvPr>
                <p14:cNvContentPartPr/>
                <p14:nvPr/>
              </p14:nvContentPartPr>
              <p14:xfrm>
                <a:off x="9683040" y="3616920"/>
                <a:ext cx="223560" cy="1170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708909E-0428-4A54-9986-6D7F2A4A5574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674040" y="3607920"/>
                  <a:ext cx="241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4E0CC69-EC26-CECB-E0CC-0F94972B6CFC}"/>
                    </a:ext>
                  </a:extLst>
                </p14:cNvPr>
                <p14:cNvContentPartPr/>
                <p14:nvPr/>
              </p14:nvContentPartPr>
              <p14:xfrm>
                <a:off x="10044840" y="3722400"/>
                <a:ext cx="95400" cy="111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4E0CC69-EC26-CECB-E0CC-0F94972B6CFC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036200" y="3713400"/>
                  <a:ext cx="1130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10999A60-BDB9-459E-5864-AD9DEE66BEE2}"/>
                    </a:ext>
                  </a:extLst>
                </p14:cNvPr>
                <p14:cNvContentPartPr/>
                <p14:nvPr/>
              </p14:nvContentPartPr>
              <p14:xfrm>
                <a:off x="9991200" y="3668760"/>
                <a:ext cx="123120" cy="11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10999A60-BDB9-459E-5864-AD9DEE66BEE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982560" y="3659760"/>
                  <a:ext cx="140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D65836A-08DB-6E26-8EB8-FC3959F4C5DA}"/>
                    </a:ext>
                  </a:extLst>
                </p14:cNvPr>
                <p14:cNvContentPartPr/>
                <p14:nvPr/>
              </p14:nvContentPartPr>
              <p14:xfrm>
                <a:off x="10256520" y="3642480"/>
                <a:ext cx="42120" cy="9576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D65836A-08DB-6E26-8EB8-FC3959F4C5D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247880" y="3633840"/>
                  <a:ext cx="59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543A498-643A-70C7-3879-62F538B42B05}"/>
                    </a:ext>
                  </a:extLst>
                </p14:cNvPr>
                <p14:cNvContentPartPr/>
                <p14:nvPr/>
              </p14:nvContentPartPr>
              <p14:xfrm>
                <a:off x="10320600" y="3637080"/>
                <a:ext cx="63360" cy="101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543A498-643A-70C7-3879-62F538B42B0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311600" y="3628440"/>
                  <a:ext cx="81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BFF15C5-A19F-D1CF-C87E-F3AAA5E9B050}"/>
                    </a:ext>
                  </a:extLst>
                </p14:cNvPr>
                <p14:cNvContentPartPr/>
                <p14:nvPr/>
              </p14:nvContentPartPr>
              <p14:xfrm>
                <a:off x="10135560" y="3605040"/>
                <a:ext cx="227880" cy="1116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BFF15C5-A19F-D1CF-C87E-F3AAA5E9B05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126920" y="3596400"/>
                  <a:ext cx="245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7CB4349-199E-E850-AE8B-69EC6F96D723}"/>
                    </a:ext>
                  </a:extLst>
                </p14:cNvPr>
                <p14:cNvContentPartPr/>
                <p14:nvPr/>
              </p14:nvContentPartPr>
              <p14:xfrm>
                <a:off x="612862" y="4130456"/>
                <a:ext cx="10322640" cy="860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7CB4349-199E-E850-AE8B-69EC6F96D723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04222" y="4121456"/>
                  <a:ext cx="1034028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55FF2D4E-843B-D1C0-2BC2-E81126C3F838}"/>
              </a:ext>
            </a:extLst>
          </p:cNvPr>
          <p:cNvGrpSpPr/>
          <p:nvPr/>
        </p:nvGrpSpPr>
        <p:grpSpPr>
          <a:xfrm>
            <a:off x="6473302" y="4326296"/>
            <a:ext cx="359640" cy="96480"/>
            <a:chOff x="6473302" y="4326296"/>
            <a:chExt cx="35964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267572D-58AD-7320-5AAB-0335F4350036}"/>
                    </a:ext>
                  </a:extLst>
                </p14:cNvPr>
                <p14:cNvContentPartPr/>
                <p14:nvPr/>
              </p14:nvContentPartPr>
              <p14:xfrm>
                <a:off x="6473302" y="4329896"/>
                <a:ext cx="189360" cy="92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267572D-58AD-7320-5AAB-0335F435003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464662" y="4321256"/>
                  <a:ext cx="207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34CE019-B6AB-E2F4-59F0-6224B2167E79}"/>
                    </a:ext>
                  </a:extLst>
                </p14:cNvPr>
                <p14:cNvContentPartPr/>
                <p14:nvPr/>
              </p14:nvContentPartPr>
              <p14:xfrm>
                <a:off x="6744022" y="4326296"/>
                <a:ext cx="88920" cy="878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34CE019-B6AB-E2F4-59F0-6224B2167E7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735382" y="4317296"/>
                  <a:ext cx="10656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C8AC4FB9-D3B6-11E7-435F-271E2E49544F}"/>
              </a:ext>
            </a:extLst>
          </p:cNvPr>
          <p:cNvGrpSpPr/>
          <p:nvPr/>
        </p:nvGrpSpPr>
        <p:grpSpPr>
          <a:xfrm>
            <a:off x="6517222" y="4690616"/>
            <a:ext cx="329040" cy="109080"/>
            <a:chOff x="6517222" y="4690616"/>
            <a:chExt cx="329040" cy="10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CE81F4B-AA05-9AB6-951B-AF2F4585AD8C}"/>
                    </a:ext>
                  </a:extLst>
                </p14:cNvPr>
                <p14:cNvContentPartPr/>
                <p14:nvPr/>
              </p14:nvContentPartPr>
              <p14:xfrm>
                <a:off x="6517222" y="4716896"/>
                <a:ext cx="151560" cy="828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CE81F4B-AA05-9AB6-951B-AF2F4585AD8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508222" y="4707896"/>
                  <a:ext cx="1692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BDA90C3-6C85-7BC7-0A69-9996AAF07A42}"/>
                    </a:ext>
                  </a:extLst>
                </p14:cNvPr>
                <p14:cNvContentPartPr/>
                <p14:nvPr/>
              </p14:nvContentPartPr>
              <p14:xfrm>
                <a:off x="6724582" y="4690616"/>
                <a:ext cx="121680" cy="892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BDA90C3-6C85-7BC7-0A69-9996AAF07A42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6715582" y="4681616"/>
                  <a:ext cx="13932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B5274C6-53C0-3CE6-6FFA-2C01EC6EDD07}"/>
              </a:ext>
            </a:extLst>
          </p:cNvPr>
          <p:cNvGrpSpPr/>
          <p:nvPr/>
        </p:nvGrpSpPr>
        <p:grpSpPr>
          <a:xfrm>
            <a:off x="6416422" y="5087336"/>
            <a:ext cx="483480" cy="276120"/>
            <a:chOff x="6416422" y="5087336"/>
            <a:chExt cx="48348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7AAC7BBF-E4D5-7950-BD52-638E9C37B3AC}"/>
                    </a:ext>
                  </a:extLst>
                </p14:cNvPr>
                <p14:cNvContentPartPr/>
                <p14:nvPr/>
              </p14:nvContentPartPr>
              <p14:xfrm>
                <a:off x="6416422" y="5106776"/>
                <a:ext cx="209520" cy="2566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7AAC7BBF-E4D5-7950-BD52-638E9C37B3A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6407422" y="5097776"/>
                  <a:ext cx="2271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EC514FD-277A-D04C-CD78-C24031C1021B}"/>
                    </a:ext>
                  </a:extLst>
                </p14:cNvPr>
                <p14:cNvContentPartPr/>
                <p14:nvPr/>
              </p14:nvContentPartPr>
              <p14:xfrm>
                <a:off x="6634582" y="5099216"/>
                <a:ext cx="137160" cy="1166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EC514FD-277A-D04C-CD78-C24031C1021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625942" y="5090216"/>
                  <a:ext cx="1548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C8EB4042-1F22-F9F7-AA1B-F26C5050F1DA}"/>
                    </a:ext>
                  </a:extLst>
                </p14:cNvPr>
                <p14:cNvContentPartPr/>
                <p14:nvPr/>
              </p14:nvContentPartPr>
              <p14:xfrm>
                <a:off x="6818182" y="5087336"/>
                <a:ext cx="81720" cy="131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C8EB4042-1F22-F9F7-AA1B-F26C5050F1D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809542" y="5078696"/>
                  <a:ext cx="9936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A9E1B9B-C6C6-82EA-757F-8153BDF9953F}"/>
              </a:ext>
            </a:extLst>
          </p:cNvPr>
          <p:cNvGrpSpPr/>
          <p:nvPr/>
        </p:nvGrpSpPr>
        <p:grpSpPr>
          <a:xfrm>
            <a:off x="6498142" y="5529776"/>
            <a:ext cx="405720" cy="298440"/>
            <a:chOff x="6498142" y="5529776"/>
            <a:chExt cx="40572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39A560B-FD95-4043-0ED5-ECD95001B132}"/>
                    </a:ext>
                  </a:extLst>
                </p14:cNvPr>
                <p14:cNvContentPartPr/>
                <p14:nvPr/>
              </p14:nvContentPartPr>
              <p14:xfrm>
                <a:off x="6498142" y="5590976"/>
                <a:ext cx="190800" cy="237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39A560B-FD95-4043-0ED5-ECD95001B132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489142" y="5582336"/>
                  <a:ext cx="2084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51EC8119-8F39-8817-8960-6A94B3256C3F}"/>
                    </a:ext>
                  </a:extLst>
                </p14:cNvPr>
                <p14:cNvContentPartPr/>
                <p14:nvPr/>
              </p14:nvContentPartPr>
              <p14:xfrm>
                <a:off x="6666262" y="5583416"/>
                <a:ext cx="104040" cy="95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51EC8119-8F39-8817-8960-6A94B3256C3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657622" y="5574416"/>
                  <a:ext cx="121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6FE5824-C8D0-E0B1-E1A5-B8B796AC1745}"/>
                    </a:ext>
                  </a:extLst>
                </p14:cNvPr>
                <p14:cNvContentPartPr/>
                <p14:nvPr/>
              </p14:nvContentPartPr>
              <p14:xfrm>
                <a:off x="6810262" y="5565776"/>
                <a:ext cx="93600" cy="111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6FE5824-C8D0-E0B1-E1A5-B8B796AC174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01262" y="5556776"/>
                  <a:ext cx="111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A062750-2ACF-DFE5-C02D-7CB0B83310CF}"/>
                    </a:ext>
                  </a:extLst>
                </p14:cNvPr>
                <p14:cNvContentPartPr/>
                <p14:nvPr/>
              </p14:nvContentPartPr>
              <p14:xfrm>
                <a:off x="6825742" y="5529776"/>
                <a:ext cx="64080" cy="100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A062750-2ACF-DFE5-C02D-7CB0B83310C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817102" y="5520776"/>
                  <a:ext cx="8172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938F4861-D817-4070-BAC3-36D43A6B6FE3}"/>
              </a:ext>
            </a:extLst>
          </p:cNvPr>
          <p:cNvGrpSpPr/>
          <p:nvPr/>
        </p:nvGrpSpPr>
        <p:grpSpPr>
          <a:xfrm>
            <a:off x="8909782" y="4299656"/>
            <a:ext cx="344520" cy="113040"/>
            <a:chOff x="8909782" y="4299656"/>
            <a:chExt cx="344520" cy="11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C5EB3F0-8583-88DC-C1E9-5DD5E4623A43}"/>
                    </a:ext>
                  </a:extLst>
                </p14:cNvPr>
                <p14:cNvContentPartPr/>
                <p14:nvPr/>
              </p14:nvContentPartPr>
              <p14:xfrm>
                <a:off x="8909782" y="4299656"/>
                <a:ext cx="175680" cy="1130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C5EB3F0-8583-88DC-C1E9-5DD5E4623A4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901142" y="4291016"/>
                  <a:ext cx="193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24235D0-263A-2015-D480-5C1C4DAD4626}"/>
                    </a:ext>
                  </a:extLst>
                </p14:cNvPr>
                <p14:cNvContentPartPr/>
                <p14:nvPr/>
              </p14:nvContentPartPr>
              <p14:xfrm>
                <a:off x="9169342" y="4305416"/>
                <a:ext cx="84960" cy="828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24235D0-263A-2015-D480-5C1C4DAD462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160342" y="4296416"/>
                  <a:ext cx="1026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B86A62B7-5D6A-B75A-660F-08DC3D0DCA47}"/>
              </a:ext>
            </a:extLst>
          </p:cNvPr>
          <p:cNvGrpSpPr/>
          <p:nvPr/>
        </p:nvGrpSpPr>
        <p:grpSpPr>
          <a:xfrm>
            <a:off x="8867662" y="4674416"/>
            <a:ext cx="454320" cy="292320"/>
            <a:chOff x="8867662" y="4674416"/>
            <a:chExt cx="45432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273F670-6229-BCAF-B595-50FC7555BB14}"/>
                    </a:ext>
                  </a:extLst>
                </p14:cNvPr>
                <p14:cNvContentPartPr/>
                <p14:nvPr/>
              </p14:nvContentPartPr>
              <p14:xfrm>
                <a:off x="8867662" y="4726256"/>
                <a:ext cx="178920" cy="2404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273F670-6229-BCAF-B595-50FC7555BB14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859022" y="4717616"/>
                  <a:ext cx="196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410D2684-8D29-1C49-78DE-6FD67D982759}"/>
                    </a:ext>
                  </a:extLst>
                </p14:cNvPr>
                <p14:cNvContentPartPr/>
                <p14:nvPr/>
              </p14:nvContentPartPr>
              <p14:xfrm>
                <a:off x="9058822" y="4720496"/>
                <a:ext cx="146520" cy="1065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410D2684-8D29-1C49-78DE-6FD67D98275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050182" y="4711496"/>
                  <a:ext cx="164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9A5B0D4-BBB0-6F00-06C1-180D38715526}"/>
                    </a:ext>
                  </a:extLst>
                </p14:cNvPr>
                <p14:cNvContentPartPr/>
                <p14:nvPr/>
              </p14:nvContentPartPr>
              <p14:xfrm>
                <a:off x="9220822" y="4674416"/>
                <a:ext cx="101160" cy="1249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9A5B0D4-BBB0-6F00-06C1-180D3871552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212182" y="4665776"/>
                  <a:ext cx="1188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41034A2A-2632-4C6B-1F00-4468413EF7D1}"/>
              </a:ext>
            </a:extLst>
          </p:cNvPr>
          <p:cNvGrpSpPr/>
          <p:nvPr/>
        </p:nvGrpSpPr>
        <p:grpSpPr>
          <a:xfrm>
            <a:off x="8888902" y="5107496"/>
            <a:ext cx="449640" cy="231120"/>
            <a:chOff x="8888902" y="5107496"/>
            <a:chExt cx="44964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F53BFC60-AB65-37DB-B781-2A890CA95EF3}"/>
                    </a:ext>
                  </a:extLst>
                </p14:cNvPr>
                <p14:cNvContentPartPr/>
                <p14:nvPr/>
              </p14:nvContentPartPr>
              <p14:xfrm>
                <a:off x="8888902" y="5135216"/>
                <a:ext cx="171000" cy="2034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F53BFC60-AB65-37DB-B781-2A890CA95EF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879902" y="5126216"/>
                  <a:ext cx="188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4FD8279-B7B1-6800-CF87-A5F25951FEA2}"/>
                    </a:ext>
                  </a:extLst>
                </p14:cNvPr>
                <p14:cNvContentPartPr/>
                <p14:nvPr/>
              </p14:nvContentPartPr>
              <p14:xfrm>
                <a:off x="9090142" y="5109296"/>
                <a:ext cx="117000" cy="1170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4FD8279-B7B1-6800-CF87-A5F25951FEA2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081142" y="5100296"/>
                  <a:ext cx="134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F01E275-101A-3891-D9AB-911F58C6862B}"/>
                    </a:ext>
                  </a:extLst>
                </p14:cNvPr>
                <p14:cNvContentPartPr/>
                <p14:nvPr/>
              </p14:nvContentPartPr>
              <p14:xfrm>
                <a:off x="9226942" y="5107496"/>
                <a:ext cx="111600" cy="1378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F01E275-101A-3891-D9AB-911F58C6862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218302" y="5098856"/>
                  <a:ext cx="12924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6E4AFB4A-4AE3-ED70-380B-8B62B0CC9565}"/>
              </a:ext>
            </a:extLst>
          </p:cNvPr>
          <p:cNvGrpSpPr/>
          <p:nvPr/>
        </p:nvGrpSpPr>
        <p:grpSpPr>
          <a:xfrm>
            <a:off x="8978902" y="5581256"/>
            <a:ext cx="336240" cy="105840"/>
            <a:chOff x="8978902" y="5581256"/>
            <a:chExt cx="336240" cy="10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727209C3-C8D8-E253-5558-FFD73AE38423}"/>
                    </a:ext>
                  </a:extLst>
                </p14:cNvPr>
                <p14:cNvContentPartPr/>
                <p14:nvPr/>
              </p14:nvContentPartPr>
              <p14:xfrm>
                <a:off x="8978902" y="5604656"/>
                <a:ext cx="165600" cy="82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727209C3-C8D8-E253-5558-FFD73AE3842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970262" y="5595656"/>
                  <a:ext cx="183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5F5DBBB-481B-9379-31C6-CD0F72CE60A0}"/>
                    </a:ext>
                  </a:extLst>
                </p14:cNvPr>
                <p14:cNvContentPartPr/>
                <p14:nvPr/>
              </p14:nvContentPartPr>
              <p14:xfrm>
                <a:off x="9202462" y="5581256"/>
                <a:ext cx="112680" cy="889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5F5DBBB-481B-9379-31C6-CD0F72CE60A0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193462" y="5572616"/>
                  <a:ext cx="1303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DE065F5B-782A-6BBC-600C-C54F55B737D0}"/>
              </a:ext>
            </a:extLst>
          </p:cNvPr>
          <p:cNvGrpSpPr/>
          <p:nvPr/>
        </p:nvGrpSpPr>
        <p:grpSpPr>
          <a:xfrm>
            <a:off x="10025062" y="4172576"/>
            <a:ext cx="2015640" cy="292320"/>
            <a:chOff x="10025062" y="4172576"/>
            <a:chExt cx="201564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1FBAF72-F807-694A-A5F7-F78E20079931}"/>
                    </a:ext>
                  </a:extLst>
                </p14:cNvPr>
                <p14:cNvContentPartPr/>
                <p14:nvPr/>
              </p14:nvContentPartPr>
              <p14:xfrm>
                <a:off x="10025062" y="4220456"/>
                <a:ext cx="126720" cy="1393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1FBAF72-F807-694A-A5F7-F78E2007993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016062" y="4211816"/>
                  <a:ext cx="144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A9E45D4-AA7E-A0E1-0665-A6116562F628}"/>
                    </a:ext>
                  </a:extLst>
                </p14:cNvPr>
                <p14:cNvContentPartPr/>
                <p14:nvPr/>
              </p14:nvContentPartPr>
              <p14:xfrm>
                <a:off x="10206142" y="4235936"/>
                <a:ext cx="66960" cy="1278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A9E45D4-AA7E-A0E1-0665-A6116562F62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197142" y="4227296"/>
                  <a:ext cx="84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655FAC75-4B2B-77C0-C6D9-C1454822C7AF}"/>
                    </a:ext>
                  </a:extLst>
                </p14:cNvPr>
                <p14:cNvContentPartPr/>
                <p14:nvPr/>
              </p14:nvContentPartPr>
              <p14:xfrm>
                <a:off x="10366702" y="4263656"/>
                <a:ext cx="37440" cy="10512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655FAC75-4B2B-77C0-C6D9-C1454822C7A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357702" y="4254656"/>
                  <a:ext cx="550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C5E824D-5AAE-52C8-97A5-A45F526EDB4B}"/>
                    </a:ext>
                  </a:extLst>
                </p14:cNvPr>
                <p14:cNvContentPartPr/>
                <p14:nvPr/>
              </p14:nvContentPartPr>
              <p14:xfrm>
                <a:off x="10355902" y="4234136"/>
                <a:ext cx="56520" cy="457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C5E824D-5AAE-52C8-97A5-A45F526EDB4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347262" y="4225496"/>
                  <a:ext cx="74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52E2ED3-9CC8-414D-FF0F-976C373FA263}"/>
                    </a:ext>
                  </a:extLst>
                </p14:cNvPr>
                <p14:cNvContentPartPr/>
                <p14:nvPr/>
              </p14:nvContentPartPr>
              <p14:xfrm>
                <a:off x="10382542" y="4296416"/>
                <a:ext cx="42120" cy="97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52E2ED3-9CC8-414D-FF0F-976C373FA263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373542" y="4287776"/>
                  <a:ext cx="59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BAC3490-2497-77A5-63A9-6B5809516906}"/>
                    </a:ext>
                  </a:extLst>
                </p14:cNvPr>
                <p14:cNvContentPartPr/>
                <p14:nvPr/>
              </p14:nvContentPartPr>
              <p14:xfrm>
                <a:off x="10516102" y="4396496"/>
                <a:ext cx="31680" cy="684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BAC3490-2497-77A5-63A9-6B580951690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507462" y="4387496"/>
                  <a:ext cx="49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E31C321-E4A7-F0F8-5946-C92108FDA794}"/>
                    </a:ext>
                  </a:extLst>
                </p14:cNvPr>
                <p14:cNvContentPartPr/>
                <p14:nvPr/>
              </p14:nvContentPartPr>
              <p14:xfrm>
                <a:off x="10636342" y="4274096"/>
                <a:ext cx="45360" cy="1148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E31C321-E4A7-F0F8-5946-C92108FDA79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627342" y="4265456"/>
                  <a:ext cx="63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56F34F3B-CB5E-420F-CA17-1D7D357F7328}"/>
                    </a:ext>
                  </a:extLst>
                </p14:cNvPr>
                <p14:cNvContentPartPr/>
                <p14:nvPr/>
              </p14:nvContentPartPr>
              <p14:xfrm>
                <a:off x="10648222" y="4241336"/>
                <a:ext cx="108360" cy="1389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56F34F3B-CB5E-420F-CA17-1D7D357F732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639582" y="4232696"/>
                  <a:ext cx="1260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D152259-161F-4CEB-CD30-4B6032ABDAB4}"/>
                    </a:ext>
                  </a:extLst>
                </p14:cNvPr>
                <p14:cNvContentPartPr/>
                <p14:nvPr/>
              </p14:nvContentPartPr>
              <p14:xfrm>
                <a:off x="10799422" y="4219376"/>
                <a:ext cx="82080" cy="1620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D152259-161F-4CEB-CD30-4B6032ABDAB4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790782" y="4210736"/>
                  <a:ext cx="99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8BB56FA-93D4-9715-F54D-5B190DE0D6CD}"/>
                    </a:ext>
                  </a:extLst>
                </p14:cNvPr>
                <p14:cNvContentPartPr/>
                <p14:nvPr/>
              </p14:nvContentPartPr>
              <p14:xfrm>
                <a:off x="10956742" y="4263656"/>
                <a:ext cx="31680" cy="1000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8BB56FA-93D4-9715-F54D-5B190DE0D6C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947742" y="4254656"/>
                  <a:ext cx="493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4579239-4065-9151-6439-6239384E08E0}"/>
                    </a:ext>
                  </a:extLst>
                </p14:cNvPr>
                <p14:cNvContentPartPr/>
                <p14:nvPr/>
              </p14:nvContentPartPr>
              <p14:xfrm>
                <a:off x="10945942" y="4216856"/>
                <a:ext cx="74520" cy="2052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4579239-4065-9151-6439-6239384E08E0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937302" y="4207856"/>
                  <a:ext cx="92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BB20394-7DD5-E40D-C431-A14AAF764539}"/>
                    </a:ext>
                  </a:extLst>
                </p14:cNvPr>
                <p14:cNvContentPartPr/>
                <p14:nvPr/>
              </p14:nvContentPartPr>
              <p14:xfrm>
                <a:off x="10967182" y="4272296"/>
                <a:ext cx="59400" cy="183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BB20394-7DD5-E40D-C431-A14AAF76453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958542" y="4263296"/>
                  <a:ext cx="77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848CFE7-CEC9-74E7-F546-51D36AFBCABB}"/>
                    </a:ext>
                  </a:extLst>
                </p14:cNvPr>
                <p14:cNvContentPartPr/>
                <p14:nvPr/>
              </p14:nvContentPartPr>
              <p14:xfrm>
                <a:off x="11111902" y="4375256"/>
                <a:ext cx="36720" cy="63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848CFE7-CEC9-74E7-F546-51D36AFBCAB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102902" y="4366256"/>
                  <a:ext cx="54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7DC36D85-28DE-E16C-E6CB-DB6B675E1A9F}"/>
                    </a:ext>
                  </a:extLst>
                </p14:cNvPr>
                <p14:cNvContentPartPr/>
                <p14:nvPr/>
              </p14:nvContentPartPr>
              <p14:xfrm>
                <a:off x="11211982" y="4226216"/>
                <a:ext cx="37080" cy="1242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7DC36D85-28DE-E16C-E6CB-DB6B675E1A9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202982" y="4217576"/>
                  <a:ext cx="54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635D299-70FA-DED3-8FF1-E219337C8C0D}"/>
                    </a:ext>
                  </a:extLst>
                </p14:cNvPr>
                <p14:cNvContentPartPr/>
                <p14:nvPr/>
              </p14:nvContentPartPr>
              <p14:xfrm>
                <a:off x="11190742" y="4200656"/>
                <a:ext cx="142920" cy="1551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635D299-70FA-DED3-8FF1-E219337C8C0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181742" y="4191656"/>
                  <a:ext cx="1605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FE0FD8A-7584-3846-CD91-DDAD7FD53CF5}"/>
                    </a:ext>
                  </a:extLst>
                </p14:cNvPr>
                <p14:cNvContentPartPr/>
                <p14:nvPr/>
              </p14:nvContentPartPr>
              <p14:xfrm>
                <a:off x="11366062" y="4252856"/>
                <a:ext cx="36000" cy="910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FE0FD8A-7584-3846-CD91-DDAD7FD53CF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357062" y="4243856"/>
                  <a:ext cx="536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45D6FA2-F34E-238E-3388-D541A00FE8E3}"/>
                    </a:ext>
                  </a:extLst>
                </p14:cNvPr>
                <p14:cNvContentPartPr/>
                <p14:nvPr/>
              </p14:nvContentPartPr>
              <p14:xfrm>
                <a:off x="11350222" y="4200656"/>
                <a:ext cx="90720" cy="151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45D6FA2-F34E-238E-3388-D541A00FE8E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341222" y="4192016"/>
                  <a:ext cx="108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25230515-C8AE-14E9-7E5D-4844F95EBFF0}"/>
                    </a:ext>
                  </a:extLst>
                </p14:cNvPr>
                <p14:cNvContentPartPr/>
                <p14:nvPr/>
              </p14:nvContentPartPr>
              <p14:xfrm>
                <a:off x="11366062" y="4262576"/>
                <a:ext cx="5760" cy="14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25230515-C8AE-14E9-7E5D-4844F95EBFF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357062" y="4253576"/>
                  <a:ext cx="234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46B99DB-7099-C7CA-3983-FD9DFDFC150D}"/>
                    </a:ext>
                  </a:extLst>
                </p14:cNvPr>
                <p14:cNvContentPartPr/>
                <p14:nvPr/>
              </p14:nvContentPartPr>
              <p14:xfrm>
                <a:off x="11361022" y="4201016"/>
                <a:ext cx="96120" cy="687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46B99DB-7099-C7CA-3983-FD9DFDFC150D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352382" y="4192016"/>
                  <a:ext cx="113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33D4CC7-2C8E-D86B-4E68-CAB7A0F89CE0}"/>
                    </a:ext>
                  </a:extLst>
                </p14:cNvPr>
                <p14:cNvContentPartPr/>
                <p14:nvPr/>
              </p14:nvContentPartPr>
              <p14:xfrm>
                <a:off x="11504302" y="4247456"/>
                <a:ext cx="36720" cy="961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33D4CC7-2C8E-D86B-4E68-CAB7A0F89CE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495302" y="4238816"/>
                  <a:ext cx="54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0237549-C8EF-C067-9845-5C63B364E034}"/>
                    </a:ext>
                  </a:extLst>
                </p14:cNvPr>
                <p14:cNvContentPartPr/>
                <p14:nvPr/>
              </p14:nvContentPartPr>
              <p14:xfrm>
                <a:off x="11483062" y="4180496"/>
                <a:ext cx="78120" cy="406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0237549-C8EF-C067-9845-5C63B364E03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474062" y="4171496"/>
                  <a:ext cx="95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4A508925-7C91-79FC-A13B-E9162C199A97}"/>
                    </a:ext>
                  </a:extLst>
                </p14:cNvPr>
                <p14:cNvContentPartPr/>
                <p14:nvPr/>
              </p14:nvContentPartPr>
              <p14:xfrm>
                <a:off x="11509702" y="4251776"/>
                <a:ext cx="63000" cy="334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4A508925-7C91-79FC-A13B-E9162C199A9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500702" y="4242776"/>
                  <a:ext cx="806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BC12A1CF-2FDF-6290-C212-AB7D76493CA9}"/>
                    </a:ext>
                  </a:extLst>
                </p14:cNvPr>
                <p14:cNvContentPartPr/>
                <p14:nvPr/>
              </p14:nvContentPartPr>
              <p14:xfrm>
                <a:off x="11631742" y="4375256"/>
                <a:ext cx="21960" cy="615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BC12A1CF-2FDF-6290-C212-AB7D76493CA9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622742" y="4366256"/>
                  <a:ext cx="396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E9A79087-6BA1-F79A-ADCF-D9736070A7E7}"/>
                    </a:ext>
                  </a:extLst>
                </p14:cNvPr>
                <p14:cNvContentPartPr/>
                <p14:nvPr/>
              </p14:nvContentPartPr>
              <p14:xfrm>
                <a:off x="11705902" y="4173296"/>
                <a:ext cx="95760" cy="159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E9A79087-6BA1-F79A-ADCF-D9736070A7E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696902" y="4164296"/>
                  <a:ext cx="113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F4260896-2540-894F-832D-D90EBD482EA2}"/>
                    </a:ext>
                  </a:extLst>
                </p14:cNvPr>
                <p14:cNvContentPartPr/>
                <p14:nvPr/>
              </p14:nvContentPartPr>
              <p14:xfrm>
                <a:off x="11764582" y="4254656"/>
                <a:ext cx="70920" cy="8352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F4260896-2540-894F-832D-D90EBD482EA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755942" y="4246016"/>
                  <a:ext cx="885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DA72461-E31C-5267-7410-9C0BAD0277F7}"/>
                    </a:ext>
                  </a:extLst>
                </p14:cNvPr>
                <p14:cNvContentPartPr/>
                <p14:nvPr/>
              </p14:nvContentPartPr>
              <p14:xfrm>
                <a:off x="11858902" y="4172576"/>
                <a:ext cx="96840" cy="17748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DA72461-E31C-5267-7410-9C0BAD0277F7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1850262" y="4163576"/>
                  <a:ext cx="114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738EC40-07E4-7462-6EC3-D443B760BA50}"/>
                    </a:ext>
                  </a:extLst>
                </p14:cNvPr>
                <p14:cNvContentPartPr/>
                <p14:nvPr/>
              </p14:nvContentPartPr>
              <p14:xfrm>
                <a:off x="11966902" y="4242056"/>
                <a:ext cx="24840" cy="8316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738EC40-07E4-7462-6EC3-D443B760BA5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957902" y="4233416"/>
                  <a:ext cx="424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B42917A-24F7-6702-9346-000CDB65AED6}"/>
                    </a:ext>
                  </a:extLst>
                </p14:cNvPr>
                <p14:cNvContentPartPr/>
                <p14:nvPr/>
              </p14:nvContentPartPr>
              <p14:xfrm>
                <a:off x="11966902" y="4175096"/>
                <a:ext cx="70200" cy="248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B42917A-24F7-6702-9346-000CDB65AED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1957902" y="4166456"/>
                  <a:ext cx="87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190DA1B-F519-0A21-D4A8-36F694476A13}"/>
                    </a:ext>
                  </a:extLst>
                </p14:cNvPr>
                <p14:cNvContentPartPr/>
                <p14:nvPr/>
              </p14:nvContentPartPr>
              <p14:xfrm>
                <a:off x="11982742" y="4236656"/>
                <a:ext cx="57960" cy="21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190DA1B-F519-0A21-D4A8-36F694476A1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1973742" y="4227656"/>
                  <a:ext cx="756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7D049327-24A4-330C-A0F8-55BF8817AA6D}"/>
              </a:ext>
            </a:extLst>
          </p:cNvPr>
          <p:cNvGrpSpPr/>
          <p:nvPr/>
        </p:nvGrpSpPr>
        <p:grpSpPr>
          <a:xfrm>
            <a:off x="10021102" y="4604936"/>
            <a:ext cx="1379160" cy="245520"/>
            <a:chOff x="10021102" y="4604936"/>
            <a:chExt cx="137916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EFC54916-CE07-3F28-C67A-E709FFF74D6C}"/>
                    </a:ext>
                  </a:extLst>
                </p14:cNvPr>
                <p14:cNvContentPartPr/>
                <p14:nvPr/>
              </p14:nvContentPartPr>
              <p14:xfrm>
                <a:off x="10021102" y="4715096"/>
                <a:ext cx="81720" cy="511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EFC54916-CE07-3F28-C67A-E709FFF74D6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012102" y="4706096"/>
                  <a:ext cx="99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99FF2E5-8850-2302-74E9-BEA7CBC40BBF}"/>
                    </a:ext>
                  </a:extLst>
                </p14:cNvPr>
                <p14:cNvContentPartPr/>
                <p14:nvPr/>
              </p14:nvContentPartPr>
              <p14:xfrm>
                <a:off x="10150342" y="4720856"/>
                <a:ext cx="74520" cy="601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99FF2E5-8850-2302-74E9-BEA7CBC40BB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141702" y="4711856"/>
                  <a:ext cx="92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F20D170-B8E0-E6CF-77A5-A882358E94FC}"/>
                    </a:ext>
                  </a:extLst>
                </p14:cNvPr>
                <p14:cNvContentPartPr/>
                <p14:nvPr/>
              </p14:nvContentPartPr>
              <p14:xfrm>
                <a:off x="10366702" y="4630136"/>
                <a:ext cx="82800" cy="17352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F20D170-B8E0-E6CF-77A5-A882358E94F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357702" y="4621496"/>
                  <a:ext cx="100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B37C8E2-86F3-8272-A37F-8CDF56B9E780}"/>
                    </a:ext>
                  </a:extLst>
                </p14:cNvPr>
                <p14:cNvContentPartPr/>
                <p14:nvPr/>
              </p14:nvContentPartPr>
              <p14:xfrm>
                <a:off x="10392982" y="4727696"/>
                <a:ext cx="86400" cy="198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B37C8E2-86F3-8272-A37F-8CDF56B9E780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384342" y="4718696"/>
                  <a:ext cx="104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C59342B-D922-C138-CAA3-F9A58BD63409}"/>
                    </a:ext>
                  </a:extLst>
                </p14:cNvPr>
                <p14:cNvContentPartPr/>
                <p14:nvPr/>
              </p14:nvContentPartPr>
              <p14:xfrm>
                <a:off x="10446262" y="4667576"/>
                <a:ext cx="68760" cy="1134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C59342B-D922-C138-CAA3-F9A58BD6340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437622" y="4658576"/>
                  <a:ext cx="86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D0DBD70-FBD1-687F-B1CD-8B480FAF6460}"/>
                    </a:ext>
                  </a:extLst>
                </p14:cNvPr>
                <p14:cNvContentPartPr/>
                <p14:nvPr/>
              </p14:nvContentPartPr>
              <p14:xfrm>
                <a:off x="10536622" y="4688816"/>
                <a:ext cx="54720" cy="939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D0DBD70-FBD1-687F-B1CD-8B480FAF6460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0527982" y="4679816"/>
                  <a:ext cx="723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18A75EF-91DF-109B-C558-7471CED16C08}"/>
                    </a:ext>
                  </a:extLst>
                </p14:cNvPr>
                <p14:cNvContentPartPr/>
                <p14:nvPr/>
              </p14:nvContentPartPr>
              <p14:xfrm>
                <a:off x="10520782" y="4613936"/>
                <a:ext cx="90360" cy="432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18A75EF-91DF-109B-C558-7471CED16C0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511782" y="4605296"/>
                  <a:ext cx="108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712A1D9-D141-307C-46EA-C520306875A3}"/>
                    </a:ext>
                  </a:extLst>
                </p14:cNvPr>
                <p14:cNvContentPartPr/>
                <p14:nvPr/>
              </p14:nvContentPartPr>
              <p14:xfrm>
                <a:off x="10552462" y="4613216"/>
                <a:ext cx="90360" cy="709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712A1D9-D141-307C-46EA-C520306875A3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543822" y="4604576"/>
                  <a:ext cx="108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2622B1C-3C50-AF94-9E9E-859FB7071BFD}"/>
                    </a:ext>
                  </a:extLst>
                </p14:cNvPr>
                <p14:cNvContentPartPr/>
                <p14:nvPr/>
              </p14:nvContentPartPr>
              <p14:xfrm>
                <a:off x="10696102" y="4683416"/>
                <a:ext cx="45720" cy="799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2622B1C-3C50-AF94-9E9E-859FB7071BFD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687462" y="4674776"/>
                  <a:ext cx="63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134E83F-BE8B-8C4D-FB4D-F9DD9F8FBCC4}"/>
                    </a:ext>
                  </a:extLst>
                </p14:cNvPr>
                <p14:cNvContentPartPr/>
                <p14:nvPr/>
              </p14:nvContentPartPr>
              <p14:xfrm>
                <a:off x="10685662" y="4620056"/>
                <a:ext cx="59040" cy="424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134E83F-BE8B-8C4D-FB4D-F9DD9F8FBCC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676662" y="4611416"/>
                  <a:ext cx="76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FB38103-1C18-6AC6-5D55-D5A826BCFF28}"/>
                    </a:ext>
                  </a:extLst>
                </p14:cNvPr>
                <p14:cNvContentPartPr/>
                <p14:nvPr/>
              </p14:nvContentPartPr>
              <p14:xfrm>
                <a:off x="10690702" y="4690256"/>
                <a:ext cx="63360" cy="201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FB38103-1C18-6AC6-5D55-D5A826BCFF28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682062" y="4681616"/>
                  <a:ext cx="81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E9997895-DEA3-BC90-9963-76BA2BC29FF8}"/>
                    </a:ext>
                  </a:extLst>
                </p14:cNvPr>
                <p14:cNvContentPartPr/>
                <p14:nvPr/>
              </p14:nvContentPartPr>
              <p14:xfrm>
                <a:off x="10845142" y="4784576"/>
                <a:ext cx="22680" cy="658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E9997895-DEA3-BC90-9963-76BA2BC29FF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0836502" y="4775576"/>
                  <a:ext cx="40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8FC2EBF-04B8-B8A7-F3E0-D1FF711C861D}"/>
                    </a:ext>
                  </a:extLst>
                </p14:cNvPr>
                <p14:cNvContentPartPr/>
                <p14:nvPr/>
              </p14:nvContentPartPr>
              <p14:xfrm>
                <a:off x="11025862" y="4667576"/>
                <a:ext cx="36000" cy="1141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8FC2EBF-04B8-B8A7-F3E0-D1FF711C861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1016862" y="4658576"/>
                  <a:ext cx="536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042E0F0-245D-B605-FF19-B5297E7F6245}"/>
                    </a:ext>
                  </a:extLst>
                </p14:cNvPr>
                <p14:cNvContentPartPr/>
                <p14:nvPr/>
              </p14:nvContentPartPr>
              <p14:xfrm>
                <a:off x="10967182" y="4629776"/>
                <a:ext cx="159480" cy="1396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042E0F0-245D-B605-FF19-B5297E7F624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958542" y="4621136"/>
                  <a:ext cx="17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FEE7AC7-AD66-A2E8-6052-2EF630CF60FC}"/>
                    </a:ext>
                  </a:extLst>
                </p14:cNvPr>
                <p14:cNvContentPartPr/>
                <p14:nvPr/>
              </p14:nvContentPartPr>
              <p14:xfrm>
                <a:off x="11184982" y="4632656"/>
                <a:ext cx="101880" cy="1206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FEE7AC7-AD66-A2E8-6052-2EF630CF60F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1176342" y="4624016"/>
                  <a:ext cx="119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0E36A61-460C-7CA6-7EE8-310491BE82DB}"/>
                    </a:ext>
                  </a:extLst>
                </p14:cNvPr>
                <p14:cNvContentPartPr/>
                <p14:nvPr/>
              </p14:nvContentPartPr>
              <p14:xfrm>
                <a:off x="11350222" y="4662176"/>
                <a:ext cx="44640" cy="874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0E36A61-460C-7CA6-7EE8-310491BE82D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1341222" y="4653536"/>
                  <a:ext cx="62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DB453C9C-389F-2CC9-F7E3-337B4DF3A37C}"/>
                    </a:ext>
                  </a:extLst>
                </p14:cNvPr>
                <p14:cNvContentPartPr/>
                <p14:nvPr/>
              </p14:nvContentPartPr>
              <p14:xfrm>
                <a:off x="11328982" y="4604936"/>
                <a:ext cx="71280" cy="255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DB453C9C-389F-2CC9-F7E3-337B4DF3A37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1319982" y="4596296"/>
                  <a:ext cx="88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C1FB22F-D2FB-51D4-C5AB-0BE9426DEA96}"/>
                    </a:ext>
                  </a:extLst>
                </p14:cNvPr>
                <p14:cNvContentPartPr/>
                <p14:nvPr/>
              </p14:nvContentPartPr>
              <p14:xfrm>
                <a:off x="11350222" y="4668656"/>
                <a:ext cx="47160" cy="100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C1FB22F-D2FB-51D4-C5AB-0BE9426DEA9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1341222" y="4659656"/>
                  <a:ext cx="648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C5790E34-D87F-53E4-954F-1B7EAA0D6A62}"/>
              </a:ext>
            </a:extLst>
          </p:cNvPr>
          <p:cNvGrpSpPr/>
          <p:nvPr/>
        </p:nvGrpSpPr>
        <p:grpSpPr>
          <a:xfrm>
            <a:off x="10031542" y="5023616"/>
            <a:ext cx="500040" cy="299160"/>
            <a:chOff x="10031542" y="5023616"/>
            <a:chExt cx="50004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D91ECD4C-B78A-0A72-F459-BEFEF3419EB8}"/>
                    </a:ext>
                  </a:extLst>
                </p14:cNvPr>
                <p14:cNvContentPartPr/>
                <p14:nvPr/>
              </p14:nvContentPartPr>
              <p14:xfrm>
                <a:off x="10069342" y="5156456"/>
                <a:ext cx="85680" cy="1663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D91ECD4C-B78A-0A72-F459-BEFEF3419EB8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060702" y="5147816"/>
                  <a:ext cx="103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E4ECEA50-F63F-3872-5331-F3EDF6A00585}"/>
                    </a:ext>
                  </a:extLst>
                </p14:cNvPr>
                <p14:cNvContentPartPr/>
                <p14:nvPr/>
              </p14:nvContentPartPr>
              <p14:xfrm>
                <a:off x="10031542" y="5023616"/>
                <a:ext cx="16560" cy="1872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E4ECEA50-F63F-3872-5331-F3EDF6A00585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022902" y="5014976"/>
                  <a:ext cx="34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CA20B65-289F-5B66-6E66-15B60E273DA8}"/>
                    </a:ext>
                  </a:extLst>
                </p14:cNvPr>
                <p14:cNvContentPartPr/>
                <p14:nvPr/>
              </p14:nvContentPartPr>
              <p14:xfrm>
                <a:off x="10155742" y="5124056"/>
                <a:ext cx="142920" cy="529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CA20B65-289F-5B66-6E66-15B60E273DA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147102" y="5115416"/>
                  <a:ext cx="160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8981DC6-AF5C-B00F-84FE-B62127251D8D}"/>
                    </a:ext>
                  </a:extLst>
                </p14:cNvPr>
                <p14:cNvContentPartPr/>
                <p14:nvPr/>
              </p14:nvContentPartPr>
              <p14:xfrm>
                <a:off x="10319182" y="5082296"/>
                <a:ext cx="87480" cy="1029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8981DC6-AF5C-B00F-84FE-B62127251D8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310542" y="5073296"/>
                  <a:ext cx="105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C8AB1CF-11A4-2305-4361-D2DAC31B6A1D}"/>
                    </a:ext>
                  </a:extLst>
                </p14:cNvPr>
                <p14:cNvContentPartPr/>
                <p14:nvPr/>
              </p14:nvContentPartPr>
              <p14:xfrm>
                <a:off x="10419622" y="5023616"/>
                <a:ext cx="91080" cy="17892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C8AB1CF-11A4-2305-4361-D2DAC31B6A1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410982" y="5014976"/>
                  <a:ext cx="108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0BC3E41-F175-C60E-37BA-972B2EEE41BE}"/>
                    </a:ext>
                  </a:extLst>
                </p14:cNvPr>
                <p14:cNvContentPartPr/>
                <p14:nvPr/>
              </p14:nvContentPartPr>
              <p14:xfrm>
                <a:off x="10419982" y="5130536"/>
                <a:ext cx="111600" cy="50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0BC3E41-F175-C60E-37BA-972B2EEE41B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410982" y="5121536"/>
                  <a:ext cx="1292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6D5B07EB-5D9A-F528-8A70-5899213C4296}"/>
              </a:ext>
            </a:extLst>
          </p:cNvPr>
          <p:cNvGrpSpPr/>
          <p:nvPr/>
        </p:nvGrpSpPr>
        <p:grpSpPr>
          <a:xfrm>
            <a:off x="10685302" y="5031536"/>
            <a:ext cx="579240" cy="176760"/>
            <a:chOff x="10685302" y="5031536"/>
            <a:chExt cx="57924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C47589F-5872-7806-CFD8-A1C0C6A91141}"/>
                    </a:ext>
                  </a:extLst>
                </p14:cNvPr>
                <p14:cNvContentPartPr/>
                <p14:nvPr/>
              </p14:nvContentPartPr>
              <p14:xfrm>
                <a:off x="10685302" y="5039456"/>
                <a:ext cx="175320" cy="1512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C47589F-5872-7806-CFD8-A1C0C6A91141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676302" y="5030816"/>
                  <a:ext cx="192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16BC850-9049-63DB-87E0-1A1D72147FFA}"/>
                    </a:ext>
                  </a:extLst>
                </p14:cNvPr>
                <p14:cNvContentPartPr/>
                <p14:nvPr/>
              </p14:nvContentPartPr>
              <p14:xfrm>
                <a:off x="10876822" y="5082296"/>
                <a:ext cx="32040" cy="10008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16BC850-9049-63DB-87E0-1A1D72147FF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868182" y="5073296"/>
                  <a:ext cx="496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06AEA7A-AC9F-FDD7-7EBA-8A05E8852C7E}"/>
                    </a:ext>
                  </a:extLst>
                </p14:cNvPr>
                <p14:cNvContentPartPr/>
                <p14:nvPr/>
              </p14:nvContentPartPr>
              <p14:xfrm>
                <a:off x="10848742" y="5032616"/>
                <a:ext cx="101880" cy="640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06AEA7A-AC9F-FDD7-7EBA-8A05E8852C7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839742" y="5023976"/>
                  <a:ext cx="119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B2596708-9024-0AA5-F3A8-7B4F82520D74}"/>
                    </a:ext>
                  </a:extLst>
                </p14:cNvPr>
                <p14:cNvContentPartPr/>
                <p14:nvPr/>
              </p14:nvContentPartPr>
              <p14:xfrm>
                <a:off x="11025862" y="5071496"/>
                <a:ext cx="31320" cy="11196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B2596708-9024-0AA5-F3A8-7B4F82520D7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1016862" y="5062856"/>
                  <a:ext cx="48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4828F55B-F2FE-87BA-D506-67B8A949CE42}"/>
                    </a:ext>
                  </a:extLst>
                </p14:cNvPr>
                <p14:cNvContentPartPr/>
                <p14:nvPr/>
              </p14:nvContentPartPr>
              <p14:xfrm>
                <a:off x="11015062" y="5031536"/>
                <a:ext cx="73800" cy="295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4828F55B-F2FE-87BA-D506-67B8A949CE42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1006422" y="5022896"/>
                  <a:ext cx="91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533231F-4B3A-2882-9487-1E9C12EB6B9A}"/>
                    </a:ext>
                  </a:extLst>
                </p14:cNvPr>
                <p14:cNvContentPartPr/>
                <p14:nvPr/>
              </p14:nvContentPartPr>
              <p14:xfrm>
                <a:off x="11025862" y="5114336"/>
                <a:ext cx="69120" cy="162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533231F-4B3A-2882-9487-1E9C12EB6B9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1016862" y="5105336"/>
                  <a:ext cx="86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ACD5D1D-46F5-D18B-0168-74DE16F75AA3}"/>
                    </a:ext>
                  </a:extLst>
                </p14:cNvPr>
                <p14:cNvContentPartPr/>
                <p14:nvPr/>
              </p14:nvContentPartPr>
              <p14:xfrm>
                <a:off x="11188222" y="5119376"/>
                <a:ext cx="64080" cy="88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ACD5D1D-46F5-D18B-0168-74DE16F75AA3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1179222" y="5110736"/>
                  <a:ext cx="81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E6CA7C3-E383-0917-3537-8CC8DD68AD3B}"/>
                    </a:ext>
                  </a:extLst>
                </p14:cNvPr>
                <p14:cNvContentPartPr/>
                <p14:nvPr/>
              </p14:nvContentPartPr>
              <p14:xfrm>
                <a:off x="11206582" y="5088776"/>
                <a:ext cx="57960" cy="97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E6CA7C3-E383-0917-3537-8CC8DD68AD3B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1197582" y="5079776"/>
                  <a:ext cx="7560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444A5E47-3B0A-4BCA-E7F2-AC94C5880D95}"/>
                  </a:ext>
                </a:extLst>
              </p14:cNvPr>
              <p14:cNvContentPartPr/>
              <p14:nvPr/>
            </p14:nvContentPartPr>
            <p14:xfrm>
              <a:off x="10084822" y="5581976"/>
              <a:ext cx="105120" cy="5796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444A5E47-3B0A-4BCA-E7F2-AC94C5880D95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0075822" y="5572976"/>
                <a:ext cx="1227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A9D98603-F4AE-0910-DB93-AB81E2075BD9}"/>
                  </a:ext>
                </a:extLst>
              </p14:cNvPr>
              <p14:cNvContentPartPr/>
              <p14:nvPr/>
            </p14:nvContentPartPr>
            <p14:xfrm>
              <a:off x="10248622" y="5594216"/>
              <a:ext cx="82440" cy="7344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A9D98603-F4AE-0910-DB93-AB81E2075BD9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0239622" y="5585576"/>
                <a:ext cx="100080" cy="9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3B86AC1A-20A2-5803-51BB-437663FD47B0}"/>
              </a:ext>
            </a:extLst>
          </p:cNvPr>
          <p:cNvGrpSpPr/>
          <p:nvPr/>
        </p:nvGrpSpPr>
        <p:grpSpPr>
          <a:xfrm>
            <a:off x="10483342" y="5469296"/>
            <a:ext cx="924840" cy="256680"/>
            <a:chOff x="10483342" y="5469296"/>
            <a:chExt cx="924840" cy="25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F9B3D87D-C319-83D6-6E9A-16984B77C185}"/>
                    </a:ext>
                  </a:extLst>
                </p14:cNvPr>
                <p14:cNvContentPartPr/>
                <p14:nvPr/>
              </p14:nvContentPartPr>
              <p14:xfrm>
                <a:off x="10483342" y="5520776"/>
                <a:ext cx="117000" cy="1270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F9B3D87D-C319-83D6-6E9A-16984B77C185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474342" y="5511776"/>
                  <a:ext cx="13464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8A4D795D-0E90-5F92-17D9-06B3B0A14E82}"/>
                    </a:ext>
                  </a:extLst>
                </p14:cNvPr>
                <p14:cNvContentPartPr/>
                <p14:nvPr/>
              </p14:nvContentPartPr>
              <p14:xfrm>
                <a:off x="10566862" y="5475416"/>
                <a:ext cx="86400" cy="1648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8A4D795D-0E90-5F92-17D9-06B3B0A14E82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558222" y="5466416"/>
                  <a:ext cx="1040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AD812F1-9355-DE24-625A-440DAF411C9D}"/>
                    </a:ext>
                  </a:extLst>
                </p14:cNvPr>
                <p14:cNvContentPartPr/>
                <p14:nvPr/>
              </p14:nvContentPartPr>
              <p14:xfrm>
                <a:off x="10706902" y="5539496"/>
                <a:ext cx="40680" cy="1072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AD812F1-9355-DE24-625A-440DAF411C9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0697902" y="5530496"/>
                  <a:ext cx="58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F9878C5-3BE6-9F37-5768-60858D535306}"/>
                    </a:ext>
                  </a:extLst>
                </p14:cNvPr>
                <p14:cNvContentPartPr/>
                <p14:nvPr/>
              </p14:nvContentPartPr>
              <p14:xfrm>
                <a:off x="10712302" y="5469296"/>
                <a:ext cx="93240" cy="385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F9878C5-3BE6-9F37-5768-60858D535306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0703302" y="5460656"/>
                  <a:ext cx="110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90A7F67-C4D3-A379-C3C8-990E3CA85443}"/>
                    </a:ext>
                  </a:extLst>
                </p14:cNvPr>
                <p14:cNvContentPartPr/>
                <p14:nvPr/>
              </p14:nvContentPartPr>
              <p14:xfrm>
                <a:off x="10722742" y="5555696"/>
                <a:ext cx="74160" cy="1080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90A7F67-C4D3-A379-C3C8-990E3CA8544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0714102" y="5546696"/>
                  <a:ext cx="918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68CFAC79-97E7-9BA5-1252-971CCA738379}"/>
                    </a:ext>
                  </a:extLst>
                </p14:cNvPr>
                <p14:cNvContentPartPr/>
                <p14:nvPr/>
              </p14:nvContentPartPr>
              <p14:xfrm>
                <a:off x="10862062" y="5666936"/>
                <a:ext cx="57960" cy="59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68CFAC79-97E7-9BA5-1252-971CCA73837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853062" y="5658296"/>
                  <a:ext cx="75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D6C758A-5FF1-91D7-BB7E-CEDD277E0120}"/>
                    </a:ext>
                  </a:extLst>
                </p14:cNvPr>
                <p14:cNvContentPartPr/>
                <p14:nvPr/>
              </p14:nvContentPartPr>
              <p14:xfrm>
                <a:off x="11031262" y="5539496"/>
                <a:ext cx="25200" cy="11412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D6C758A-5FF1-91D7-BB7E-CEDD277E0120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022262" y="5530496"/>
                  <a:ext cx="428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04CDD01F-ABC3-FA41-E773-4316ACDF68F6}"/>
                    </a:ext>
                  </a:extLst>
                </p14:cNvPr>
                <p14:cNvContentPartPr/>
                <p14:nvPr/>
              </p14:nvContentPartPr>
              <p14:xfrm>
                <a:off x="10993822" y="5506376"/>
                <a:ext cx="153000" cy="1465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04CDD01F-ABC3-FA41-E773-4316ACDF68F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0985182" y="5497376"/>
                  <a:ext cx="170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1A8F9C2-7AA2-D731-B351-C5CF8A557224}"/>
                    </a:ext>
                  </a:extLst>
                </p14:cNvPr>
                <p14:cNvContentPartPr/>
                <p14:nvPr/>
              </p14:nvContentPartPr>
              <p14:xfrm>
                <a:off x="11175262" y="5517896"/>
                <a:ext cx="87840" cy="12960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1A8F9C2-7AA2-D731-B351-C5CF8A55722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166262" y="5509256"/>
                  <a:ext cx="105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B02F219-9A9B-A058-9BCB-551CBB4F036B}"/>
                    </a:ext>
                  </a:extLst>
                </p14:cNvPr>
                <p14:cNvContentPartPr/>
                <p14:nvPr/>
              </p14:nvContentPartPr>
              <p14:xfrm>
                <a:off x="11328982" y="5534096"/>
                <a:ext cx="40680" cy="1072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B02F219-9A9B-A058-9BCB-551CBB4F036B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319982" y="5525096"/>
                  <a:ext cx="583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0114F768-4936-F551-4B9F-587A495C58CE}"/>
                    </a:ext>
                  </a:extLst>
                </p14:cNvPr>
                <p14:cNvContentPartPr/>
                <p14:nvPr/>
              </p14:nvContentPartPr>
              <p14:xfrm>
                <a:off x="11328982" y="5492336"/>
                <a:ext cx="75600" cy="5292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0114F768-4936-F551-4B9F-587A495C58C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1319982" y="5483336"/>
                  <a:ext cx="93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6F495DD-56B2-E7D6-5EC1-0B91472C1E35}"/>
                    </a:ext>
                  </a:extLst>
                </p14:cNvPr>
                <p14:cNvContentPartPr/>
                <p14:nvPr/>
              </p14:nvContentPartPr>
              <p14:xfrm>
                <a:off x="11334022" y="5576216"/>
                <a:ext cx="74160" cy="111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6F495DD-56B2-E7D6-5EC1-0B91472C1E35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1325382" y="5567576"/>
                  <a:ext cx="9180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46A0BEE9-CEE1-4683-8126-3550B42489E4}"/>
                  </a:ext>
                </a:extLst>
              </p14:cNvPr>
              <p14:cNvContentPartPr/>
              <p14:nvPr/>
            </p14:nvContentPartPr>
            <p14:xfrm>
              <a:off x="4034662" y="1690376"/>
              <a:ext cx="383040" cy="72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46A0BEE9-CEE1-4683-8126-3550B42489E4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4026022" y="1672376"/>
                <a:ext cx="40068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B40E8756-5A16-A4FE-ED91-11651D31A8A9}"/>
              </a:ext>
            </a:extLst>
          </p:cNvPr>
          <p:cNvGrpSpPr/>
          <p:nvPr/>
        </p:nvGrpSpPr>
        <p:grpSpPr>
          <a:xfrm>
            <a:off x="1996702" y="1663736"/>
            <a:ext cx="2483280" cy="38160"/>
            <a:chOff x="1996702" y="1663736"/>
            <a:chExt cx="2483280" cy="3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3076C2C8-0378-E3F9-7D5A-8F718EA8D73F}"/>
                    </a:ext>
                  </a:extLst>
                </p14:cNvPr>
                <p14:cNvContentPartPr/>
                <p14:nvPr/>
              </p14:nvContentPartPr>
              <p14:xfrm>
                <a:off x="4130422" y="1674536"/>
                <a:ext cx="349560" cy="1512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3076C2C8-0378-E3F9-7D5A-8F718EA8D73F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4121782" y="1665536"/>
                  <a:ext cx="367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EB84534A-112C-224A-0237-E649BA070E1F}"/>
                    </a:ext>
                  </a:extLst>
                </p14:cNvPr>
                <p14:cNvContentPartPr/>
                <p14:nvPr/>
              </p14:nvContentPartPr>
              <p14:xfrm>
                <a:off x="1996702" y="1663736"/>
                <a:ext cx="1989000" cy="3816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EB84534A-112C-224A-0237-E649BA070E1F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987702" y="1654736"/>
                  <a:ext cx="200664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5">
            <p14:nvContentPartPr>
              <p14:cNvPr id="396" name="Ink 395">
                <a:extLst>
                  <a:ext uri="{FF2B5EF4-FFF2-40B4-BE49-F238E27FC236}">
                    <a16:creationId xmlns:a16="http://schemas.microsoft.com/office/drawing/2014/main" id="{BD0058B4-884B-8CCE-D152-F164B9DA2CBA}"/>
                  </a:ext>
                </a:extLst>
              </p14:cNvPr>
              <p14:cNvContentPartPr/>
              <p14:nvPr/>
            </p14:nvContentPartPr>
            <p14:xfrm>
              <a:off x="4524262" y="1355216"/>
              <a:ext cx="1345320" cy="405000"/>
            </p14:xfrm>
          </p:contentPart>
        </mc:Choice>
        <mc:Fallback>
          <p:pic>
            <p:nvPicPr>
              <p:cNvPr id="396" name="Ink 395">
                <a:extLst>
                  <a:ext uri="{FF2B5EF4-FFF2-40B4-BE49-F238E27FC236}">
                    <a16:creationId xmlns:a16="http://schemas.microsoft.com/office/drawing/2014/main" id="{BD0058B4-884B-8CCE-D152-F164B9DA2CBA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4515262" y="1346576"/>
                <a:ext cx="1362960" cy="42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2" name="Group 401">
            <a:extLst>
              <a:ext uri="{FF2B5EF4-FFF2-40B4-BE49-F238E27FC236}">
                <a16:creationId xmlns:a16="http://schemas.microsoft.com/office/drawing/2014/main" id="{D44B913F-F365-720F-6AC6-26E312C3DC9B}"/>
              </a:ext>
            </a:extLst>
          </p:cNvPr>
          <p:cNvGrpSpPr/>
          <p:nvPr/>
        </p:nvGrpSpPr>
        <p:grpSpPr>
          <a:xfrm>
            <a:off x="9734182" y="1216616"/>
            <a:ext cx="2261160" cy="1221120"/>
            <a:chOff x="9734182" y="1216616"/>
            <a:chExt cx="2261160" cy="12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904FBB4-D8B7-3912-E33F-48E6422F5AB5}"/>
                    </a:ext>
                  </a:extLst>
                </p14:cNvPr>
                <p14:cNvContentPartPr/>
                <p14:nvPr/>
              </p14:nvContentPartPr>
              <p14:xfrm>
                <a:off x="10673782" y="1216616"/>
                <a:ext cx="50400" cy="12211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904FBB4-D8B7-3912-E33F-48E6422F5AB5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0665142" y="1207616"/>
                  <a:ext cx="68040" cy="12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A7290C7-38DB-4F39-AB60-CE8DBB4E024D}"/>
                    </a:ext>
                  </a:extLst>
                </p14:cNvPr>
                <p14:cNvContentPartPr/>
                <p14:nvPr/>
              </p14:nvContentPartPr>
              <p14:xfrm>
                <a:off x="9734182" y="1993496"/>
                <a:ext cx="2036160" cy="259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A7290C7-38DB-4F39-AB60-CE8DBB4E024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725542" y="1984496"/>
                  <a:ext cx="2053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DE6F20D-94A6-C337-D746-1636281A0C88}"/>
                    </a:ext>
                  </a:extLst>
                </p14:cNvPr>
                <p14:cNvContentPartPr/>
                <p14:nvPr/>
              </p14:nvContentPartPr>
              <p14:xfrm>
                <a:off x="11696902" y="1930136"/>
                <a:ext cx="163800" cy="1040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DE6F20D-94A6-C337-D746-1636281A0C8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1687902" y="1921136"/>
                  <a:ext cx="181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2A8D37F3-9F62-5341-C6E9-23329FC04B7B}"/>
                    </a:ext>
                  </a:extLst>
                </p14:cNvPr>
                <p14:cNvContentPartPr/>
                <p14:nvPr/>
              </p14:nvContentPartPr>
              <p14:xfrm>
                <a:off x="11807422" y="2110856"/>
                <a:ext cx="187920" cy="932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2A8D37F3-9F62-5341-C6E9-23329FC04B7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1798422" y="2102216"/>
                  <a:ext cx="20556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F401B8DB-BDAC-63FE-C253-13481DD0C590}"/>
                  </a:ext>
                </a:extLst>
              </p14:cNvPr>
              <p14:cNvContentPartPr/>
              <p14:nvPr/>
            </p14:nvContentPartPr>
            <p14:xfrm>
              <a:off x="10696102" y="1514696"/>
              <a:ext cx="950400" cy="58572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F401B8DB-BDAC-63FE-C253-13481DD0C590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10687462" y="1506056"/>
                <a:ext cx="968040" cy="60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6" name="Group 405">
            <a:extLst>
              <a:ext uri="{FF2B5EF4-FFF2-40B4-BE49-F238E27FC236}">
                <a16:creationId xmlns:a16="http://schemas.microsoft.com/office/drawing/2014/main" id="{B4438C08-8AE5-7EF6-1672-6B4EED63D3DF}"/>
              </a:ext>
            </a:extLst>
          </p:cNvPr>
          <p:cNvGrpSpPr/>
          <p:nvPr/>
        </p:nvGrpSpPr>
        <p:grpSpPr>
          <a:xfrm>
            <a:off x="9797542" y="1529816"/>
            <a:ext cx="946800" cy="549360"/>
            <a:chOff x="9797542" y="1529816"/>
            <a:chExt cx="946800" cy="54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C13125A3-9BC3-5B31-FB3C-74F3D6BAF966}"/>
                    </a:ext>
                  </a:extLst>
                </p14:cNvPr>
                <p14:cNvContentPartPr/>
                <p14:nvPr/>
              </p14:nvContentPartPr>
              <p14:xfrm>
                <a:off x="10039102" y="1529816"/>
                <a:ext cx="705240" cy="5493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C13125A3-9BC3-5B31-FB3C-74F3D6BAF966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030102" y="1521176"/>
                  <a:ext cx="72288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F46248A-5AE5-F7DB-3A21-F30E4713FD2D}"/>
                    </a:ext>
                  </a:extLst>
                </p14:cNvPr>
                <p14:cNvContentPartPr/>
                <p14:nvPr/>
              </p14:nvContentPartPr>
              <p14:xfrm>
                <a:off x="9797542" y="1939496"/>
                <a:ext cx="255600" cy="543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F46248A-5AE5-F7DB-3A21-F30E4713FD2D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788542" y="1930496"/>
                  <a:ext cx="27324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4374CF71-B12D-2D6B-A066-EDCE57D203F2}"/>
              </a:ext>
            </a:extLst>
          </p:cNvPr>
          <p:cNvGrpSpPr/>
          <p:nvPr/>
        </p:nvGrpSpPr>
        <p:grpSpPr>
          <a:xfrm>
            <a:off x="10939822" y="1174856"/>
            <a:ext cx="597960" cy="278640"/>
            <a:chOff x="10939822" y="1174856"/>
            <a:chExt cx="5979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44AF824-96F3-B520-71EF-C36F096259F2}"/>
                    </a:ext>
                  </a:extLst>
                </p14:cNvPr>
                <p14:cNvContentPartPr/>
                <p14:nvPr/>
              </p14:nvContentPartPr>
              <p14:xfrm>
                <a:off x="10939822" y="1246136"/>
                <a:ext cx="146520" cy="1803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44AF824-96F3-B520-71EF-C36F096259F2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931182" y="1237496"/>
                  <a:ext cx="164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2460B536-D471-4785-0327-D5D61ED0A4D5}"/>
                    </a:ext>
                  </a:extLst>
                </p14:cNvPr>
                <p14:cNvContentPartPr/>
                <p14:nvPr/>
              </p14:nvContentPartPr>
              <p14:xfrm>
                <a:off x="11146822" y="1217336"/>
                <a:ext cx="73440" cy="1785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2460B536-D471-4785-0327-D5D61ED0A4D5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1138182" y="1208336"/>
                  <a:ext cx="910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F3C5312-068F-1505-74E8-EFFAAD56FB22}"/>
                    </a:ext>
                  </a:extLst>
                </p14:cNvPr>
                <p14:cNvContentPartPr/>
                <p14:nvPr/>
              </p14:nvContentPartPr>
              <p14:xfrm>
                <a:off x="11254102" y="1255856"/>
                <a:ext cx="170640" cy="1004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F3C5312-068F-1505-74E8-EFFAAD56FB22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1245462" y="1247216"/>
                  <a:ext cx="188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A07DFA4-9F30-1DAC-0C24-CA9BB14CEA85}"/>
                    </a:ext>
                  </a:extLst>
                </p14:cNvPr>
                <p14:cNvContentPartPr/>
                <p14:nvPr/>
              </p14:nvContentPartPr>
              <p14:xfrm>
                <a:off x="11408542" y="1174856"/>
                <a:ext cx="129240" cy="27864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A07DFA4-9F30-1DAC-0C24-CA9BB14CEA85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1399902" y="1165856"/>
                  <a:ext cx="146880" cy="29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4B338C78-15DF-750C-D493-6A619B768D65}"/>
              </a:ext>
            </a:extLst>
          </p:cNvPr>
          <p:cNvGrpSpPr/>
          <p:nvPr/>
        </p:nvGrpSpPr>
        <p:grpSpPr>
          <a:xfrm>
            <a:off x="11237182" y="2158376"/>
            <a:ext cx="147600" cy="205200"/>
            <a:chOff x="11237182" y="2158376"/>
            <a:chExt cx="147600" cy="2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DB46C2D-8487-9A6F-23DA-2F33CF97222B}"/>
                    </a:ext>
                  </a:extLst>
                </p14:cNvPr>
                <p14:cNvContentPartPr/>
                <p14:nvPr/>
              </p14:nvContentPartPr>
              <p14:xfrm>
                <a:off x="11264902" y="2168816"/>
                <a:ext cx="119880" cy="19476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DB46C2D-8487-9A6F-23DA-2F33CF97222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256262" y="2160176"/>
                  <a:ext cx="137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C1D31F4F-75C4-4064-184E-B93BAEC4F236}"/>
                    </a:ext>
                  </a:extLst>
                </p14:cNvPr>
                <p14:cNvContentPartPr/>
                <p14:nvPr/>
              </p14:nvContentPartPr>
              <p14:xfrm>
                <a:off x="11237182" y="2158376"/>
                <a:ext cx="96840" cy="561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C1D31F4F-75C4-4064-184E-B93BAEC4F236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1228542" y="2149376"/>
                  <a:ext cx="1144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399FB363-3980-7132-8BB7-7C69E2085492}"/>
              </a:ext>
            </a:extLst>
          </p:cNvPr>
          <p:cNvGrpSpPr/>
          <p:nvPr/>
        </p:nvGrpSpPr>
        <p:grpSpPr>
          <a:xfrm>
            <a:off x="10903822" y="2466536"/>
            <a:ext cx="1190520" cy="579240"/>
            <a:chOff x="10903822" y="2466536"/>
            <a:chExt cx="1190520" cy="57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57027EDA-FF9E-FEDB-FB58-9182DE42153B}"/>
                    </a:ext>
                  </a:extLst>
                </p14:cNvPr>
                <p14:cNvContentPartPr/>
                <p14:nvPr/>
              </p14:nvContentPartPr>
              <p14:xfrm>
                <a:off x="11025142" y="2477696"/>
                <a:ext cx="131040" cy="1792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57027EDA-FF9E-FEDB-FB58-9182DE42153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1016502" y="2468696"/>
                  <a:ext cx="148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B21A046-7DB9-ED15-E121-C93AFA9AE708}"/>
                    </a:ext>
                  </a:extLst>
                </p14:cNvPr>
                <p14:cNvContentPartPr/>
                <p14:nvPr/>
              </p14:nvContentPartPr>
              <p14:xfrm>
                <a:off x="11158342" y="2471936"/>
                <a:ext cx="89640" cy="20160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B21A046-7DB9-ED15-E121-C93AFA9AE70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1149702" y="2462936"/>
                  <a:ext cx="1072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64C383F-7EC4-FB3E-C2D6-A6AA9962010B}"/>
                    </a:ext>
                  </a:extLst>
                </p14:cNvPr>
                <p14:cNvContentPartPr/>
                <p14:nvPr/>
              </p14:nvContentPartPr>
              <p14:xfrm>
                <a:off x="11264902" y="2544656"/>
                <a:ext cx="155520" cy="882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64C383F-7EC4-FB3E-C2D6-A6AA9962010B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1256262" y="2535656"/>
                  <a:ext cx="173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7FF3B557-6634-2E2C-61F4-30E0EBCE3423}"/>
                    </a:ext>
                  </a:extLst>
                </p14:cNvPr>
                <p14:cNvContentPartPr/>
                <p14:nvPr/>
              </p14:nvContentPartPr>
              <p14:xfrm>
                <a:off x="11408542" y="2466536"/>
                <a:ext cx="128520" cy="2340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7FF3B557-6634-2E2C-61F4-30E0EBCE342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1399902" y="2457896"/>
                  <a:ext cx="1461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8B7C69E3-4F89-7B0D-6BFB-C55D65FE1FAA}"/>
                    </a:ext>
                  </a:extLst>
                </p14:cNvPr>
                <p14:cNvContentPartPr/>
                <p14:nvPr/>
              </p14:nvContentPartPr>
              <p14:xfrm>
                <a:off x="10935502" y="2875856"/>
                <a:ext cx="28800" cy="590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8B7C69E3-4F89-7B0D-6BFB-C55D65FE1FAA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926502" y="2867216"/>
                  <a:ext cx="464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9B67F439-13FB-659A-EC77-920E4FC1ACE0}"/>
                    </a:ext>
                  </a:extLst>
                </p14:cNvPr>
                <p14:cNvContentPartPr/>
                <p14:nvPr/>
              </p14:nvContentPartPr>
              <p14:xfrm>
                <a:off x="10903822" y="2758856"/>
                <a:ext cx="5040" cy="147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9B67F439-13FB-659A-EC77-920E4FC1ACE0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895182" y="275021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D3C2FC4-52F0-FB98-A421-3B100A4CB429}"/>
                    </a:ext>
                  </a:extLst>
                </p14:cNvPr>
                <p14:cNvContentPartPr/>
                <p14:nvPr/>
              </p14:nvContentPartPr>
              <p14:xfrm>
                <a:off x="10983382" y="2832656"/>
                <a:ext cx="98280" cy="1134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D3C2FC4-52F0-FB98-A421-3B100A4CB429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0974382" y="2823656"/>
                  <a:ext cx="115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A6965EE-FF6A-538A-5DE3-2BE3E9DAF2AA}"/>
                    </a:ext>
                  </a:extLst>
                </p14:cNvPr>
                <p14:cNvContentPartPr/>
                <p14:nvPr/>
              </p14:nvContentPartPr>
              <p14:xfrm>
                <a:off x="11211982" y="2831936"/>
                <a:ext cx="233640" cy="964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A6965EE-FF6A-538A-5DE3-2BE3E9DAF2AA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1202982" y="2822936"/>
                  <a:ext cx="2512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D3601B7E-D8A6-FD4E-3129-8F08D0E419F1}"/>
                    </a:ext>
                  </a:extLst>
                </p14:cNvPr>
                <p14:cNvContentPartPr/>
                <p14:nvPr/>
              </p14:nvContentPartPr>
              <p14:xfrm>
                <a:off x="11450302" y="2833376"/>
                <a:ext cx="86760" cy="21240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D3601B7E-D8A6-FD4E-3129-8F08D0E419F1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441302" y="2824736"/>
                  <a:ext cx="1044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D6510412-7A0F-06AD-1499-A548345BCA99}"/>
                    </a:ext>
                  </a:extLst>
                </p14:cNvPr>
                <p14:cNvContentPartPr/>
                <p14:nvPr/>
              </p14:nvContentPartPr>
              <p14:xfrm>
                <a:off x="11571622" y="2847416"/>
                <a:ext cx="95400" cy="7848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D6510412-7A0F-06AD-1499-A548345BCA99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1562622" y="2838776"/>
                  <a:ext cx="113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01495BC4-2498-E5A8-E114-D24846D34EF4}"/>
                    </a:ext>
                  </a:extLst>
                </p14:cNvPr>
                <p14:cNvContentPartPr/>
                <p14:nvPr/>
              </p14:nvContentPartPr>
              <p14:xfrm>
                <a:off x="11674222" y="2732216"/>
                <a:ext cx="62640" cy="1620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01495BC4-2498-E5A8-E114-D24846D34EF4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665582" y="2723576"/>
                  <a:ext cx="802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421C9B8-9010-556E-80D0-C1BF84ABABF2}"/>
                    </a:ext>
                  </a:extLst>
                </p14:cNvPr>
                <p14:cNvContentPartPr/>
                <p14:nvPr/>
              </p14:nvContentPartPr>
              <p14:xfrm>
                <a:off x="11679622" y="2824016"/>
                <a:ext cx="158400" cy="752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421C9B8-9010-556E-80D0-C1BF84ABABF2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11670982" y="2815376"/>
                  <a:ext cx="176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DBD689B-29D9-BE55-8180-C29BD35587B1}"/>
                    </a:ext>
                  </a:extLst>
                </p14:cNvPr>
                <p14:cNvContentPartPr/>
                <p14:nvPr/>
              </p14:nvContentPartPr>
              <p14:xfrm>
                <a:off x="11780782" y="2721776"/>
                <a:ext cx="5760" cy="2520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DBD689B-29D9-BE55-8180-C29BD35587B1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11771782" y="271277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233F67B4-BA04-C859-ACF6-CED96BEBEE66}"/>
                    </a:ext>
                  </a:extLst>
                </p14:cNvPr>
                <p14:cNvContentPartPr/>
                <p14:nvPr/>
              </p14:nvContentPartPr>
              <p14:xfrm>
                <a:off x="11876542" y="2799896"/>
                <a:ext cx="62280" cy="871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233F67B4-BA04-C859-ACF6-CED96BEBEE66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1867542" y="2791256"/>
                  <a:ext cx="79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BF99F994-5F58-3EE1-B5A7-1F5883BF67DA}"/>
                    </a:ext>
                  </a:extLst>
                </p14:cNvPr>
                <p14:cNvContentPartPr/>
                <p14:nvPr/>
              </p14:nvContentPartPr>
              <p14:xfrm>
                <a:off x="11977702" y="2793416"/>
                <a:ext cx="116640" cy="9180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BF99F994-5F58-3EE1-B5A7-1F5883BF67DA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1968702" y="2784416"/>
                  <a:ext cx="134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2BB79CF3-210E-B92E-934B-5A2285AC37FC}"/>
                    </a:ext>
                  </a:extLst>
                </p14:cNvPr>
                <p14:cNvContentPartPr/>
                <p14:nvPr/>
              </p14:nvContentPartPr>
              <p14:xfrm>
                <a:off x="11982742" y="2789096"/>
                <a:ext cx="45360" cy="3024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2BB79CF3-210E-B92E-934B-5A2285AC37FC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1973742" y="2780456"/>
                  <a:ext cx="6300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5E5C98CC-B886-5173-2F74-B403AB09E56B}"/>
                  </a:ext>
                </a:extLst>
              </p14:cNvPr>
              <p14:cNvContentPartPr/>
              <p14:nvPr/>
            </p14:nvContentPartPr>
            <p14:xfrm>
              <a:off x="11084182" y="1897016"/>
              <a:ext cx="323640" cy="8712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5E5C98CC-B886-5173-2F74-B403AB09E56B}"/>
                  </a:ext>
                </a:extLst>
              </p:cNvPr>
              <p:cNvPicPr/>
              <p:nvPr/>
            </p:nvPicPr>
            <p:blipFill>
              <a:blip r:embed="rId586"/>
              <a:stretch>
                <a:fillRect/>
              </a:stretch>
            </p:blipFill>
            <p:spPr>
              <a:xfrm>
                <a:off x="11075542" y="1888016"/>
                <a:ext cx="3412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0697C9A8-B055-8E2E-CD21-EA4D9435827A}"/>
                  </a:ext>
                </a:extLst>
              </p14:cNvPr>
              <p14:cNvContentPartPr/>
              <p14:nvPr/>
            </p14:nvContentPartPr>
            <p14:xfrm>
              <a:off x="10128382" y="1929416"/>
              <a:ext cx="286200" cy="5544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0697C9A8-B055-8E2E-CD21-EA4D9435827A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10119742" y="1920416"/>
                <a:ext cx="30384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1" name="Group 440">
            <a:extLst>
              <a:ext uri="{FF2B5EF4-FFF2-40B4-BE49-F238E27FC236}">
                <a16:creationId xmlns:a16="http://schemas.microsoft.com/office/drawing/2014/main" id="{C74FE108-9129-1B6E-5F80-E5A27259E3C2}"/>
              </a:ext>
            </a:extLst>
          </p:cNvPr>
          <p:cNvGrpSpPr/>
          <p:nvPr/>
        </p:nvGrpSpPr>
        <p:grpSpPr>
          <a:xfrm>
            <a:off x="9613942" y="1205456"/>
            <a:ext cx="775080" cy="258480"/>
            <a:chOff x="9613942" y="1205456"/>
            <a:chExt cx="775080" cy="25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ACEBE0C-38A2-590D-CC5C-B9D9C2F5B5F8}"/>
                    </a:ext>
                  </a:extLst>
                </p14:cNvPr>
                <p14:cNvContentPartPr/>
                <p14:nvPr/>
              </p14:nvContentPartPr>
              <p14:xfrm>
                <a:off x="9723022" y="1277096"/>
                <a:ext cx="129240" cy="15732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ACEBE0C-38A2-590D-CC5C-B9D9C2F5B5F8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9714022" y="1268096"/>
                  <a:ext cx="146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3271A6CA-82EC-582A-65FE-32D09E42AEF3}"/>
                    </a:ext>
                  </a:extLst>
                </p14:cNvPr>
                <p14:cNvContentPartPr/>
                <p14:nvPr/>
              </p14:nvContentPartPr>
              <p14:xfrm>
                <a:off x="9887902" y="1206536"/>
                <a:ext cx="88560" cy="2372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3271A6CA-82EC-582A-65FE-32D09E42AEF3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9878902" y="1197896"/>
                  <a:ext cx="106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29D5EFD-B3D6-5A6F-BA6B-2581FC006428}"/>
                    </a:ext>
                  </a:extLst>
                </p14:cNvPr>
                <p14:cNvContentPartPr/>
                <p14:nvPr/>
              </p14:nvContentPartPr>
              <p14:xfrm>
                <a:off x="9991582" y="1291496"/>
                <a:ext cx="169200" cy="9144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29D5EFD-B3D6-5A6F-BA6B-2581FC006428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982582" y="1282496"/>
                  <a:ext cx="186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F629E01F-3205-4136-A80C-268B788C457A}"/>
                    </a:ext>
                  </a:extLst>
                </p14:cNvPr>
                <p14:cNvContentPartPr/>
                <p14:nvPr/>
              </p14:nvContentPartPr>
              <p14:xfrm>
                <a:off x="10159342" y="1222736"/>
                <a:ext cx="101880" cy="22464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F629E01F-3205-4136-A80C-268B788C457A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10150342" y="1213736"/>
                  <a:ext cx="119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24CFC642-BD6D-A781-4CC5-F6A5A21E8369}"/>
                    </a:ext>
                  </a:extLst>
                </p14:cNvPr>
                <p14:cNvContentPartPr/>
                <p14:nvPr/>
              </p14:nvContentPartPr>
              <p14:xfrm>
                <a:off x="10334662" y="1217336"/>
                <a:ext cx="54360" cy="17064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24CFC642-BD6D-A781-4CC5-F6A5A21E836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10326022" y="1208336"/>
                  <a:ext cx="720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F424815F-F52C-5201-FA94-B30033B7591C}"/>
                    </a:ext>
                  </a:extLst>
                </p14:cNvPr>
                <p14:cNvContentPartPr/>
                <p14:nvPr/>
              </p14:nvContentPartPr>
              <p14:xfrm>
                <a:off x="9613942" y="1205456"/>
                <a:ext cx="23760" cy="2584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F424815F-F52C-5201-FA94-B30033B7591C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9605302" y="1196816"/>
                  <a:ext cx="41400" cy="27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1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4ADC8C4B-10FC-27EA-87D6-66E5C7CBE77E}"/>
                  </a:ext>
                </a:extLst>
              </p14:cNvPr>
              <p14:cNvContentPartPr/>
              <p14:nvPr/>
            </p14:nvContentPartPr>
            <p14:xfrm>
              <a:off x="9916342" y="1774616"/>
              <a:ext cx="270000" cy="9684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4ADC8C4B-10FC-27EA-87D6-66E5C7CBE77E}"/>
                  </a:ext>
                </a:extLst>
              </p:cNvPr>
              <p:cNvPicPr/>
              <p:nvPr/>
            </p:nvPicPr>
            <p:blipFill>
              <a:blip r:embed="rId602"/>
              <a:stretch>
                <a:fillRect/>
              </a:stretch>
            </p:blipFill>
            <p:spPr>
              <a:xfrm>
                <a:off x="9907342" y="1765616"/>
                <a:ext cx="28764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2" name="Group 451">
            <a:extLst>
              <a:ext uri="{FF2B5EF4-FFF2-40B4-BE49-F238E27FC236}">
                <a16:creationId xmlns:a16="http://schemas.microsoft.com/office/drawing/2014/main" id="{578B32E0-8632-254A-64AA-D447192E216C}"/>
              </a:ext>
            </a:extLst>
          </p:cNvPr>
          <p:cNvGrpSpPr/>
          <p:nvPr/>
        </p:nvGrpSpPr>
        <p:grpSpPr>
          <a:xfrm>
            <a:off x="8838502" y="1567976"/>
            <a:ext cx="788760" cy="485640"/>
            <a:chOff x="8838502" y="1567976"/>
            <a:chExt cx="788760" cy="48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FB5AD78-E628-9B5A-7E5A-C14878CF7860}"/>
                    </a:ext>
                  </a:extLst>
                </p14:cNvPr>
                <p14:cNvContentPartPr/>
                <p14:nvPr/>
              </p14:nvContentPartPr>
              <p14:xfrm>
                <a:off x="9000142" y="1670936"/>
                <a:ext cx="70560" cy="16560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FB5AD78-E628-9B5A-7E5A-C14878CF7860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991142" y="1661936"/>
                  <a:ext cx="88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1EB9194E-A35F-FE3E-BA84-E8184DFF4873}"/>
                    </a:ext>
                  </a:extLst>
                </p14:cNvPr>
                <p14:cNvContentPartPr/>
                <p14:nvPr/>
              </p14:nvContentPartPr>
              <p14:xfrm>
                <a:off x="9037582" y="1567976"/>
                <a:ext cx="196560" cy="18000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1EB9194E-A35F-FE3E-BA84-E8184DFF4873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9028582" y="1559336"/>
                  <a:ext cx="214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7EFF9634-211F-FD76-BBA6-12AD4E1C96EE}"/>
                    </a:ext>
                  </a:extLst>
                </p14:cNvPr>
                <p14:cNvContentPartPr/>
                <p14:nvPr/>
              </p14:nvContentPartPr>
              <p14:xfrm>
                <a:off x="9256102" y="1684976"/>
                <a:ext cx="87480" cy="691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7EFF9634-211F-FD76-BBA6-12AD4E1C96EE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247102" y="1676336"/>
                  <a:ext cx="105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A217B66-FC1E-40F6-6C94-1AFEE422410C}"/>
                    </a:ext>
                  </a:extLst>
                </p14:cNvPr>
                <p14:cNvContentPartPr/>
                <p14:nvPr/>
              </p14:nvContentPartPr>
              <p14:xfrm>
                <a:off x="9356182" y="1643936"/>
                <a:ext cx="239760" cy="1112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A217B66-FC1E-40F6-6C94-1AFEE422410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9347542" y="1635296"/>
                  <a:ext cx="257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5CA29C21-CFA2-60CB-6466-E14F76D480EB}"/>
                    </a:ext>
                  </a:extLst>
                </p14:cNvPr>
                <p14:cNvContentPartPr/>
                <p14:nvPr/>
              </p14:nvContentPartPr>
              <p14:xfrm>
                <a:off x="8838502" y="1918976"/>
                <a:ext cx="140760" cy="7560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5CA29C21-CFA2-60CB-6466-E14F76D480EB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8829502" y="1909976"/>
                  <a:ext cx="1584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22CD4272-BC94-82C6-437D-E85E6CC95478}"/>
                    </a:ext>
                  </a:extLst>
                </p14:cNvPr>
                <p14:cNvContentPartPr/>
                <p14:nvPr/>
              </p14:nvContentPartPr>
              <p14:xfrm>
                <a:off x="8915182" y="1796576"/>
                <a:ext cx="226800" cy="16884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22CD4272-BC94-82C6-437D-E85E6CC95478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8906542" y="1787936"/>
                  <a:ext cx="2444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08EE1CC-089F-30DE-D67A-0425C4D67CD1}"/>
                    </a:ext>
                  </a:extLst>
                </p14:cNvPr>
                <p14:cNvContentPartPr/>
                <p14:nvPr/>
              </p14:nvContentPartPr>
              <p14:xfrm>
                <a:off x="9186262" y="1892336"/>
                <a:ext cx="197640" cy="532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08EE1CC-089F-30DE-D67A-0425C4D67CD1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9177622" y="1883696"/>
                  <a:ext cx="215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8EC0DED0-29E2-0C1B-AF95-3E134A587D90}"/>
                    </a:ext>
                  </a:extLst>
                </p14:cNvPr>
                <p14:cNvContentPartPr/>
                <p14:nvPr/>
              </p14:nvContentPartPr>
              <p14:xfrm>
                <a:off x="9421342" y="1866416"/>
                <a:ext cx="205920" cy="18720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8EC0DED0-29E2-0C1B-AF95-3E134A587D9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412342" y="1857776"/>
                  <a:ext cx="22356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0B58FE9F-C64D-48A6-3EB9-527A8B3250B4}"/>
              </a:ext>
            </a:extLst>
          </p:cNvPr>
          <p:cNvGrpSpPr/>
          <p:nvPr/>
        </p:nvGrpSpPr>
        <p:grpSpPr>
          <a:xfrm>
            <a:off x="9439702" y="2191136"/>
            <a:ext cx="533880" cy="295920"/>
            <a:chOff x="9439702" y="2191136"/>
            <a:chExt cx="53388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9A305C42-B362-B9A1-8839-245866B443F8}"/>
                    </a:ext>
                  </a:extLst>
                </p14:cNvPr>
                <p14:cNvContentPartPr/>
                <p14:nvPr/>
              </p14:nvContentPartPr>
              <p14:xfrm>
                <a:off x="9439702" y="2191136"/>
                <a:ext cx="124560" cy="16020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9A305C42-B362-B9A1-8839-245866B443F8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9430702" y="2182496"/>
                  <a:ext cx="142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67CEB321-470C-DA39-A2AA-373B1A3EBC3A}"/>
                    </a:ext>
                  </a:extLst>
                </p14:cNvPr>
                <p14:cNvContentPartPr/>
                <p14:nvPr/>
              </p14:nvContentPartPr>
              <p14:xfrm>
                <a:off x="9600262" y="2285816"/>
                <a:ext cx="135720" cy="20124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67CEB321-470C-DA39-A2AA-373B1A3EBC3A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9591262" y="2276816"/>
                  <a:ext cx="1533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6872E74B-EA06-CA33-3BE9-F575678E658D}"/>
                    </a:ext>
                  </a:extLst>
                </p14:cNvPr>
                <p14:cNvContentPartPr/>
                <p14:nvPr/>
              </p14:nvContentPartPr>
              <p14:xfrm>
                <a:off x="9856222" y="2285816"/>
                <a:ext cx="44280" cy="7236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6872E74B-EA06-CA33-3BE9-F575678E658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9847222" y="2277176"/>
                  <a:ext cx="61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171ABC8-4032-5D0A-9055-5C2CA3043A99}"/>
                    </a:ext>
                  </a:extLst>
                </p14:cNvPr>
                <p14:cNvContentPartPr/>
                <p14:nvPr/>
              </p14:nvContentPartPr>
              <p14:xfrm>
                <a:off x="9934702" y="2291216"/>
                <a:ext cx="31680" cy="8712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171ABC8-4032-5D0A-9055-5C2CA3043A99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9926062" y="2282216"/>
                  <a:ext cx="493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22724159-D076-CFBD-CEF2-158C8E6F875D}"/>
                    </a:ext>
                  </a:extLst>
                </p14:cNvPr>
                <p14:cNvContentPartPr/>
                <p14:nvPr/>
              </p14:nvContentPartPr>
              <p14:xfrm>
                <a:off x="9843982" y="2267456"/>
                <a:ext cx="129600" cy="828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22724159-D076-CFBD-CEF2-158C8E6F875D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9835342" y="2258816"/>
                  <a:ext cx="147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DCF65AC-ED5E-CF0C-231A-80EA2D36B6A5}"/>
                    </a:ext>
                  </a:extLst>
                </p14:cNvPr>
                <p14:cNvContentPartPr/>
                <p14:nvPr/>
              </p14:nvContentPartPr>
              <p14:xfrm>
                <a:off x="9814462" y="2253776"/>
                <a:ext cx="84960" cy="1620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DCF65AC-ED5E-CF0C-231A-80EA2D36B6A5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9805462" y="2245136"/>
                  <a:ext cx="102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C3289FE-35C0-687A-D00F-FF80B7497B97}"/>
                    </a:ext>
                  </a:extLst>
                </p14:cNvPr>
                <p14:cNvContentPartPr/>
                <p14:nvPr/>
              </p14:nvContentPartPr>
              <p14:xfrm>
                <a:off x="9876382" y="2301656"/>
                <a:ext cx="25200" cy="74160"/>
              </p14:xfrm>
            </p:contentPart>
          </mc:Choice>
          <mc:Fallback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C3289FE-35C0-687A-D00F-FF80B7497B97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9867382" y="2293016"/>
                  <a:ext cx="42840" cy="91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0C5638-A65B-E75A-4E20-03F3BECEAB69}"/>
              </a:ext>
            </a:extLst>
          </p:cNvPr>
          <p:cNvSpPr txBox="1"/>
          <p:nvPr/>
        </p:nvSpPr>
        <p:spPr>
          <a:xfrm>
            <a:off x="584791" y="430618"/>
            <a:ext cx="510652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/>
              <a:t>Type I and II FIR Filter Examples</a:t>
            </a:r>
          </a:p>
        </p:txBody>
      </p:sp>
      <p:pic>
        <p:nvPicPr>
          <p:cNvPr id="4" name="Picture 3" descr="The provided text appears to be a technical description of a figure or graph, likely related to signal processing or digital filter design. It mentions various terms such as FIR (Finite Impulse Response), LPF (Low-Pass Filter), Wc (Cutoff Frequency), and N (Number of Taps), which are common parameters in filter design. The numerical values suggest a frequency response or magnitude response of a filter. Without the actual image, I can only infer that it describes the characteristics of an FIR filter, possibly comparing different types or configurations.&#10;&#10;AI-generated content may be incorrect.">
            <a:extLst>
              <a:ext uri="{FF2B5EF4-FFF2-40B4-BE49-F238E27FC236}">
                <a16:creationId xmlns:a16="http://schemas.microsoft.com/office/drawing/2014/main" id="{FC2C8610-4169-5EFE-039F-BBF018483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91" y="1132426"/>
            <a:ext cx="7041633" cy="55714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C050EC-DDDB-420F-F7C6-9E4BFEB122CB}"/>
                  </a:ext>
                </a:extLst>
              </p:cNvPr>
              <p:cNvSpPr txBox="1"/>
              <p:nvPr/>
            </p:nvSpPr>
            <p:spPr>
              <a:xfrm>
                <a:off x="8004046" y="4000835"/>
                <a:ext cx="3603163" cy="9678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 the phase jumps by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𝑗𝑤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negative (and is displayed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C050EC-DDDB-420F-F7C6-9E4BFEB12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046" y="4000835"/>
                <a:ext cx="3603163" cy="967894"/>
              </a:xfrm>
              <a:prstGeom prst="rect">
                <a:avLst/>
              </a:prstGeom>
              <a:blipFill>
                <a:blip r:embed="rId3"/>
                <a:stretch>
                  <a:fillRect l="-1354" t="-2516" b="-8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79C09D-AC98-EC3D-49DF-655772F07503}"/>
                  </a:ext>
                </a:extLst>
              </p:cNvPr>
              <p:cNvSpPr txBox="1"/>
              <p:nvPr/>
            </p:nvSpPr>
            <p:spPr>
              <a:xfrm>
                <a:off x="8004046" y="2905012"/>
                <a:ext cx="36629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Type II filter has a forced zero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79C09D-AC98-EC3D-49DF-655772F07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046" y="2905012"/>
                <a:ext cx="3662916" cy="646331"/>
              </a:xfrm>
              <a:prstGeom prst="rect">
                <a:avLst/>
              </a:prstGeom>
              <a:blipFill>
                <a:blip r:embed="rId4"/>
                <a:stretch>
                  <a:fillRect l="-1331" t="-4717" r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565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11AC-644F-C4D3-27CE-786D15C6C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37E51F-2F70-1BD6-6D0C-49C54263B3A4}"/>
              </a:ext>
            </a:extLst>
          </p:cNvPr>
          <p:cNvSpPr txBox="1"/>
          <p:nvPr/>
        </p:nvSpPr>
        <p:spPr>
          <a:xfrm>
            <a:off x="584791" y="430618"/>
            <a:ext cx="542071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/>
              <a:t>Type III and IV FIR Filter Examples</a:t>
            </a:r>
          </a:p>
        </p:txBody>
      </p:sp>
      <p:pic>
        <p:nvPicPr>
          <p:cNvPr id="4" name="Picture 3" descr="The image displays two FIR Type III and Type IV Hilbert Filters, with their impulse responses plotted on a logarithmic scale, showing their amplitude and phase characteristics.&#10;&#10;AI-generated content may be incorrect.">
            <a:extLst>
              <a:ext uri="{FF2B5EF4-FFF2-40B4-BE49-F238E27FC236}">
                <a16:creationId xmlns:a16="http://schemas.microsoft.com/office/drawing/2014/main" id="{AFB0B99A-0419-0D4A-C3A3-B26AE61DA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18" y="1087040"/>
            <a:ext cx="7044041" cy="55742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A2A039-C112-86FA-8DA0-5D09FCA93224}"/>
                  </a:ext>
                </a:extLst>
              </p:cNvPr>
              <p:cNvSpPr txBox="1"/>
              <p:nvPr/>
            </p:nvSpPr>
            <p:spPr>
              <a:xfrm>
                <a:off x="7905307" y="4162647"/>
                <a:ext cx="35512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 the phase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A2A039-C112-86FA-8DA0-5D09FCA93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07" y="4162647"/>
                <a:ext cx="3551275" cy="646331"/>
              </a:xfrm>
              <a:prstGeom prst="rect">
                <a:avLst/>
              </a:prstGeom>
              <a:blipFill>
                <a:blip r:embed="rId3"/>
                <a:stretch>
                  <a:fillRect l="-1546" t="-66981" b="-5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76EB0-975E-D868-CD9F-D7834B20DA6F}"/>
                  </a:ext>
                </a:extLst>
              </p:cNvPr>
              <p:cNvSpPr txBox="1"/>
              <p:nvPr/>
            </p:nvSpPr>
            <p:spPr>
              <a:xfrm>
                <a:off x="7905307" y="2695353"/>
                <a:ext cx="375695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Type III filter has forced zeros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en-US" dirty="0"/>
                  <a:t> and the Type IV filter has a forced zero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776EB0-975E-D868-CD9F-D7834B20D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307" y="2695353"/>
                <a:ext cx="3756954" cy="923330"/>
              </a:xfrm>
              <a:prstGeom prst="rect">
                <a:avLst/>
              </a:prstGeom>
              <a:blipFill>
                <a:blip r:embed="rId4"/>
                <a:stretch>
                  <a:fillRect l="-1461" t="-2632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428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Conv1d is a trainable FIR-like local operator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685800" y="1325880"/>
            <a:ext cx="10789560" cy="8683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77240" y="260604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one input/output channel, the kernel is simply a finite set of tap weights.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Multiple channels generalize one FIR to a bank of learned finite-support cross-correlations.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Deep-learning libraries use correlation ordering, but the FIR interpretation remains useful.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431" y="1430078"/>
            <a:ext cx="3990298" cy="6599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5CB7D392-5231-AFC7-C39F-E217C9D3DBE4}"/>
              </a:ext>
            </a:extLst>
          </p:cNvPr>
          <p:cNvGrpSpPr/>
          <p:nvPr/>
        </p:nvGrpSpPr>
        <p:grpSpPr>
          <a:xfrm>
            <a:off x="6283582" y="1179536"/>
            <a:ext cx="797760" cy="468720"/>
            <a:chOff x="6283582" y="1179536"/>
            <a:chExt cx="79776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73B9472-3261-02C4-49CE-89C97E1A6F9C}"/>
                    </a:ext>
                  </a:extLst>
                </p14:cNvPr>
                <p14:cNvContentPartPr/>
                <p14:nvPr/>
              </p14:nvContentPartPr>
              <p14:xfrm>
                <a:off x="6283582" y="1304096"/>
                <a:ext cx="283680" cy="344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73B9472-3261-02C4-49CE-89C97E1A6F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274942" y="1295456"/>
                  <a:ext cx="30132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535599A-D349-916B-C3FB-A775655914C5}"/>
                    </a:ext>
                  </a:extLst>
                </p14:cNvPr>
                <p14:cNvContentPartPr/>
                <p14:nvPr/>
              </p14:nvContentPartPr>
              <p14:xfrm>
                <a:off x="6668782" y="1179536"/>
                <a:ext cx="226440" cy="149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535599A-D349-916B-C3FB-A775655914C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59782" y="1170896"/>
                  <a:ext cx="244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0D109C-0618-045E-CBFA-BA229399DFEC}"/>
                    </a:ext>
                  </a:extLst>
                </p14:cNvPr>
                <p14:cNvContentPartPr/>
                <p14:nvPr/>
              </p14:nvContentPartPr>
              <p14:xfrm>
                <a:off x="7049302" y="1200056"/>
                <a:ext cx="360" cy="3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0D109C-0618-045E-CBFA-BA229399DF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0302" y="119141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025B78-E448-5F85-9763-84F7A447DF42}"/>
                    </a:ext>
                  </a:extLst>
                </p14:cNvPr>
                <p14:cNvContentPartPr/>
                <p14:nvPr/>
              </p14:nvContentPartPr>
              <p14:xfrm>
                <a:off x="7070542" y="1286456"/>
                <a:ext cx="10800" cy="31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025B78-E448-5F85-9763-84F7A447DF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61542" y="1277456"/>
                  <a:ext cx="284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790723C-AEAE-138B-89D5-74A60051C37C}"/>
              </a:ext>
            </a:extLst>
          </p:cNvPr>
          <p:cNvGrpSpPr/>
          <p:nvPr/>
        </p:nvGrpSpPr>
        <p:grpSpPr>
          <a:xfrm>
            <a:off x="7294462" y="1031216"/>
            <a:ext cx="1238400" cy="301680"/>
            <a:chOff x="7294462" y="1031216"/>
            <a:chExt cx="1238400" cy="30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46B1266-A433-7727-6E9D-AF43E66E01DB}"/>
                    </a:ext>
                  </a:extLst>
                </p14:cNvPr>
                <p14:cNvContentPartPr/>
                <p14:nvPr/>
              </p14:nvContentPartPr>
              <p14:xfrm>
                <a:off x="7325782" y="1121576"/>
                <a:ext cx="82440" cy="21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46B1266-A433-7727-6E9D-AF43E66E01D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16782" y="1112576"/>
                  <a:ext cx="1000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6F9F5C2-AD30-F615-4577-40F85F7E87E6}"/>
                    </a:ext>
                  </a:extLst>
                </p14:cNvPr>
                <p14:cNvContentPartPr/>
                <p14:nvPr/>
              </p14:nvContentPartPr>
              <p14:xfrm>
                <a:off x="7294462" y="1243616"/>
                <a:ext cx="122040" cy="6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6F9F5C2-AD30-F615-4577-40F85F7E87E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85462" y="123497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DEC75C4-01FB-EE6E-7130-DD452E10A201}"/>
                    </a:ext>
                  </a:extLst>
                </p14:cNvPr>
                <p14:cNvContentPartPr/>
                <p14:nvPr/>
              </p14:nvContentPartPr>
              <p14:xfrm>
                <a:off x="7427302" y="1180976"/>
                <a:ext cx="78120" cy="93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DEC75C4-01FB-EE6E-7130-DD452E10A2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18302" y="1171976"/>
                  <a:ext cx="957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40CBF83-7B1E-F58F-B5B0-785239C18D48}"/>
                    </a:ext>
                  </a:extLst>
                </p14:cNvPr>
                <p14:cNvContentPartPr/>
                <p14:nvPr/>
              </p14:nvContentPartPr>
              <p14:xfrm>
                <a:off x="7573462" y="1222016"/>
                <a:ext cx="118080" cy="85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40CBF83-7B1E-F58F-B5B0-785239C18D4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564822" y="1213016"/>
                  <a:ext cx="135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FE0BD4-C1A1-FCB8-682F-2B0142FAED99}"/>
                    </a:ext>
                  </a:extLst>
                </p14:cNvPr>
                <p14:cNvContentPartPr/>
                <p14:nvPr/>
              </p14:nvContentPartPr>
              <p14:xfrm>
                <a:off x="7745542" y="1227776"/>
                <a:ext cx="53280" cy="69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FE0BD4-C1A1-FCB8-682F-2B0142FAED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36902" y="1219136"/>
                  <a:ext cx="70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4DAF6CC-EB15-96F8-AB55-853BFE58367F}"/>
                    </a:ext>
                  </a:extLst>
                </p14:cNvPr>
                <p14:cNvContentPartPr/>
                <p14:nvPr/>
              </p14:nvContentPartPr>
              <p14:xfrm>
                <a:off x="7729702" y="1105736"/>
                <a:ext cx="4680" cy="6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4DAF6CC-EB15-96F8-AB55-853BFE5836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720702" y="1096736"/>
                  <a:ext cx="22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FD1010D-23BE-7B8C-A80D-95152E33B5AD}"/>
                    </a:ext>
                  </a:extLst>
                </p14:cNvPr>
                <p14:cNvContentPartPr/>
                <p14:nvPr/>
              </p14:nvContentPartPr>
              <p14:xfrm>
                <a:off x="7814662" y="1206536"/>
                <a:ext cx="218160" cy="101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FD1010D-23BE-7B8C-A80D-95152E33B5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06022" y="1197896"/>
                  <a:ext cx="235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F81D060-106A-D262-8AD0-85CDCA9F3836}"/>
                    </a:ext>
                  </a:extLst>
                </p14:cNvPr>
                <p14:cNvContentPartPr/>
                <p14:nvPr/>
              </p14:nvContentPartPr>
              <p14:xfrm>
                <a:off x="8061982" y="1213736"/>
                <a:ext cx="104040" cy="89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F81D060-106A-D262-8AD0-85CDCA9F38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053342" y="1205096"/>
                  <a:ext cx="121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7690285-DE3D-1CA9-9142-F05F787FA7F7}"/>
                    </a:ext>
                  </a:extLst>
                </p14:cNvPr>
                <p14:cNvContentPartPr/>
                <p14:nvPr/>
              </p14:nvContentPartPr>
              <p14:xfrm>
                <a:off x="8133622" y="1031216"/>
                <a:ext cx="170640" cy="245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7690285-DE3D-1CA9-9142-F05F787FA7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124982" y="1022216"/>
                  <a:ext cx="1882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0839BF-5C6D-B94C-F0A9-071B90F4B8B5}"/>
                    </a:ext>
                  </a:extLst>
                </p14:cNvPr>
                <p14:cNvContentPartPr/>
                <p14:nvPr/>
              </p14:nvContentPartPr>
              <p14:xfrm>
                <a:off x="8309302" y="1068296"/>
                <a:ext cx="223560" cy="191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0839BF-5C6D-B94C-F0A9-071B90F4B8B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00302" y="1059656"/>
                  <a:ext cx="24120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FE7DAE-D4C9-3DA4-A074-054EE388F6B7}"/>
              </a:ext>
            </a:extLst>
          </p:cNvPr>
          <p:cNvGrpSpPr/>
          <p:nvPr/>
        </p:nvGrpSpPr>
        <p:grpSpPr>
          <a:xfrm>
            <a:off x="8750302" y="1041656"/>
            <a:ext cx="918360" cy="393840"/>
            <a:chOff x="8750302" y="1041656"/>
            <a:chExt cx="91836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1CB440-582A-AFF6-E702-44F4857006B2}"/>
                    </a:ext>
                  </a:extLst>
                </p14:cNvPr>
                <p14:cNvContentPartPr/>
                <p14:nvPr/>
              </p14:nvContentPartPr>
              <p14:xfrm>
                <a:off x="8750302" y="1164416"/>
                <a:ext cx="209520" cy="105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1CB440-582A-AFF6-E702-44F4857006B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41662" y="1155776"/>
                  <a:ext cx="227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40B472-5555-9A5E-7A31-A977A011BE09}"/>
                    </a:ext>
                  </a:extLst>
                </p14:cNvPr>
                <p14:cNvContentPartPr/>
                <p14:nvPr/>
              </p14:nvContentPartPr>
              <p14:xfrm>
                <a:off x="9012022" y="1158656"/>
                <a:ext cx="150480" cy="106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40B472-5555-9A5E-7A31-A977A011BE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03022" y="1150016"/>
                  <a:ext cx="168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595AC1-14FE-57A9-9EF4-1C05D6CEA021}"/>
                    </a:ext>
                  </a:extLst>
                </p14:cNvPr>
                <p14:cNvContentPartPr/>
                <p14:nvPr/>
              </p14:nvContentPartPr>
              <p14:xfrm>
                <a:off x="9095902" y="1073696"/>
                <a:ext cx="8640" cy="2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595AC1-14FE-57A9-9EF4-1C05D6CEA02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87262" y="1065056"/>
                  <a:ext cx="26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67C7C4A-950C-DF1B-204B-C17F9FA8E843}"/>
                    </a:ext>
                  </a:extLst>
                </p14:cNvPr>
                <p14:cNvContentPartPr/>
                <p14:nvPr/>
              </p14:nvContentPartPr>
              <p14:xfrm>
                <a:off x="9219742" y="1190696"/>
                <a:ext cx="100080" cy="24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67C7C4A-950C-DF1B-204B-C17F9FA8E8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11102" y="1181696"/>
                  <a:ext cx="117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26C829-24E5-1C7B-95C1-AD8E8317E5CC}"/>
                    </a:ext>
                  </a:extLst>
                </p14:cNvPr>
                <p14:cNvContentPartPr/>
                <p14:nvPr/>
              </p14:nvContentPartPr>
              <p14:xfrm>
                <a:off x="9297862" y="1041656"/>
                <a:ext cx="142200" cy="216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26C829-24E5-1C7B-95C1-AD8E8317E5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289222" y="1033016"/>
                  <a:ext cx="159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A14660B-A2C0-9E3C-6E79-A543DBFF8E86}"/>
                    </a:ext>
                  </a:extLst>
                </p14:cNvPr>
                <p14:cNvContentPartPr/>
                <p14:nvPr/>
              </p14:nvContentPartPr>
              <p14:xfrm>
                <a:off x="9457342" y="1045256"/>
                <a:ext cx="69480" cy="199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A14660B-A2C0-9E3C-6E79-A543DBFF8E8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448702" y="1036256"/>
                  <a:ext cx="87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21A4D7-FC9D-8DE0-ABC4-9A073ADD0917}"/>
                    </a:ext>
                  </a:extLst>
                </p14:cNvPr>
                <p14:cNvContentPartPr/>
                <p14:nvPr/>
              </p14:nvContentPartPr>
              <p14:xfrm>
                <a:off x="9421342" y="1122656"/>
                <a:ext cx="100080" cy="9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21A4D7-FC9D-8DE0-ABC4-9A073ADD09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12702" y="1114016"/>
                  <a:ext cx="117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A614A3B-B2C3-FD17-6900-53B238F01F1E}"/>
                    </a:ext>
                  </a:extLst>
                </p14:cNvPr>
                <p14:cNvContentPartPr/>
                <p14:nvPr/>
              </p14:nvContentPartPr>
              <p14:xfrm>
                <a:off x="9606022" y="1110056"/>
                <a:ext cx="62640" cy="145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A614A3B-B2C3-FD17-6900-53B238F01F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97382" y="1101416"/>
                  <a:ext cx="802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69A9A2A-8629-B63E-96E8-06816C6412A5}"/>
              </a:ext>
            </a:extLst>
          </p:cNvPr>
          <p:cNvGrpSpPr/>
          <p:nvPr/>
        </p:nvGrpSpPr>
        <p:grpSpPr>
          <a:xfrm>
            <a:off x="9261502" y="1412096"/>
            <a:ext cx="2611080" cy="1319760"/>
            <a:chOff x="9261502" y="1412096"/>
            <a:chExt cx="2611080" cy="131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7984C45-409D-5EEC-1C42-FC384B20F12C}"/>
                    </a:ext>
                  </a:extLst>
                </p14:cNvPr>
                <p14:cNvContentPartPr/>
                <p14:nvPr/>
              </p14:nvContentPartPr>
              <p14:xfrm>
                <a:off x="9261502" y="1572296"/>
                <a:ext cx="111600" cy="92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7984C45-409D-5EEC-1C42-FC384B20F12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52502" y="1563656"/>
                  <a:ext cx="129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4B1A97-0770-A696-A6FE-F140F50FE964}"/>
                    </a:ext>
                  </a:extLst>
                </p14:cNvPr>
                <p14:cNvContentPartPr/>
                <p14:nvPr/>
              </p14:nvContentPartPr>
              <p14:xfrm>
                <a:off x="9432142" y="1583096"/>
                <a:ext cx="95760" cy="65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4B1A97-0770-A696-A6FE-F140F50FE9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23142" y="1574096"/>
                  <a:ext cx="113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6D13212-6050-CAC3-9741-8C06A4C55886}"/>
                    </a:ext>
                  </a:extLst>
                </p14:cNvPr>
                <p14:cNvContentPartPr/>
                <p14:nvPr/>
              </p14:nvContentPartPr>
              <p14:xfrm>
                <a:off x="9613942" y="1554656"/>
                <a:ext cx="35640" cy="101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6D13212-6050-CAC3-9741-8C06A4C5588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04942" y="1545656"/>
                  <a:ext cx="53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1D164FD-58A7-C924-7E44-C8992C29E98C}"/>
                    </a:ext>
                  </a:extLst>
                </p14:cNvPr>
                <p14:cNvContentPartPr/>
                <p14:nvPr/>
              </p14:nvContentPartPr>
              <p14:xfrm>
                <a:off x="9739942" y="1534856"/>
                <a:ext cx="253800" cy="114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1D164FD-58A7-C924-7E44-C8992C29E9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30942" y="1526216"/>
                  <a:ext cx="271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4912933-C6FA-BDB4-8C35-CBBD4FB2262F}"/>
                    </a:ext>
                  </a:extLst>
                </p14:cNvPr>
                <p14:cNvContentPartPr/>
                <p14:nvPr/>
              </p14:nvContentPartPr>
              <p14:xfrm>
                <a:off x="9973222" y="1538456"/>
                <a:ext cx="89280" cy="88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4912933-C6FA-BDB4-8C35-CBBD4FB2262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64222" y="1529816"/>
                  <a:ext cx="106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1296181-F0D2-D532-BE4F-B9E4F52515E2}"/>
                    </a:ext>
                  </a:extLst>
                </p14:cNvPr>
                <p14:cNvContentPartPr/>
                <p14:nvPr/>
              </p14:nvContentPartPr>
              <p14:xfrm>
                <a:off x="10138102" y="1566536"/>
                <a:ext cx="94320" cy="187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1296181-F0D2-D532-BE4F-B9E4F52515E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29102" y="1557896"/>
                  <a:ext cx="111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677F891-229E-41D4-86E3-D04AD9428A91}"/>
                    </a:ext>
                  </a:extLst>
                </p14:cNvPr>
                <p14:cNvContentPartPr/>
                <p14:nvPr/>
              </p14:nvContentPartPr>
              <p14:xfrm>
                <a:off x="10290742" y="1567616"/>
                <a:ext cx="113400" cy="65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677F891-229E-41D4-86E3-D04AD9428A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82102" y="1558616"/>
                  <a:ext cx="1310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68C05D-945C-BE49-C2C5-70867B8B3993}"/>
                    </a:ext>
                  </a:extLst>
                </p14:cNvPr>
                <p14:cNvContentPartPr/>
                <p14:nvPr/>
              </p14:nvContentPartPr>
              <p14:xfrm>
                <a:off x="10419622" y="1586336"/>
                <a:ext cx="110160" cy="52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68C05D-945C-BE49-C2C5-70867B8B399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410622" y="1577336"/>
                  <a:ext cx="127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730624-74A9-C921-BBB3-D2D6AC313858}"/>
                    </a:ext>
                  </a:extLst>
                </p14:cNvPr>
                <p14:cNvContentPartPr/>
                <p14:nvPr/>
              </p14:nvContentPartPr>
              <p14:xfrm>
                <a:off x="10618342" y="1412096"/>
                <a:ext cx="58320" cy="21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730624-74A9-C921-BBB3-D2D6AC31385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09342" y="1403456"/>
                  <a:ext cx="75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61076EC-79E5-A497-8C14-9B331B88DBC0}"/>
                    </a:ext>
                  </a:extLst>
                </p14:cNvPr>
                <p14:cNvContentPartPr/>
                <p14:nvPr/>
              </p14:nvContentPartPr>
              <p14:xfrm>
                <a:off x="10733542" y="1541696"/>
                <a:ext cx="39240" cy="79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61076EC-79E5-A497-8C14-9B331B88DBC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24542" y="1532696"/>
                  <a:ext cx="56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21E9CDA-CE41-8285-0D6E-2EDE12A098BD}"/>
                    </a:ext>
                  </a:extLst>
                </p14:cNvPr>
                <p14:cNvContentPartPr/>
                <p14:nvPr/>
              </p14:nvContentPartPr>
              <p14:xfrm>
                <a:off x="10737862" y="1456376"/>
                <a:ext cx="1440" cy="1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21E9CDA-CE41-8285-0D6E-2EDE12A098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28862" y="1447736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B1FC0AE-5180-7E1B-FEA9-8EBFAD09316D}"/>
                    </a:ext>
                  </a:extLst>
                </p14:cNvPr>
                <p14:cNvContentPartPr/>
                <p14:nvPr/>
              </p14:nvContentPartPr>
              <p14:xfrm>
                <a:off x="10828942" y="1561136"/>
                <a:ext cx="172800" cy="60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B1FC0AE-5180-7E1B-FEA9-8EBFAD0931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20302" y="1552136"/>
                  <a:ext cx="190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A8ED241-DA26-E8AF-F3F1-FD70797899BB}"/>
                    </a:ext>
                  </a:extLst>
                </p14:cNvPr>
                <p14:cNvContentPartPr/>
                <p14:nvPr/>
              </p14:nvContentPartPr>
              <p14:xfrm>
                <a:off x="11015422" y="1540976"/>
                <a:ext cx="89280" cy="307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A8ED241-DA26-E8AF-F3F1-FD70797899B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06422" y="1531976"/>
                  <a:ext cx="10692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05F8290-4446-8763-9751-C2ED6C0AECDC}"/>
                    </a:ext>
                  </a:extLst>
                </p14:cNvPr>
                <p14:cNvContentPartPr/>
                <p14:nvPr/>
              </p14:nvContentPartPr>
              <p14:xfrm>
                <a:off x="9271582" y="1798736"/>
                <a:ext cx="92880" cy="211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05F8290-4446-8763-9751-C2ED6C0AEC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62582" y="1789736"/>
                  <a:ext cx="110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97BEB4-E924-C183-32A6-F031BFB651CA}"/>
                    </a:ext>
                  </a:extLst>
                </p14:cNvPr>
                <p14:cNvContentPartPr/>
                <p14:nvPr/>
              </p14:nvContentPartPr>
              <p14:xfrm>
                <a:off x="9275902" y="1929776"/>
                <a:ext cx="102240" cy="12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97BEB4-E924-C183-32A6-F031BFB651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67262" y="1920776"/>
                  <a:ext cx="119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97A1DF-D0BA-3563-CD7B-F4DB0D95FB63}"/>
                    </a:ext>
                  </a:extLst>
                </p14:cNvPr>
                <p14:cNvContentPartPr/>
                <p14:nvPr/>
              </p14:nvContentPartPr>
              <p14:xfrm>
                <a:off x="9410542" y="1937336"/>
                <a:ext cx="94320" cy="78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97A1DF-D0BA-3563-CD7B-F4DB0D95FB6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01542" y="1928336"/>
                  <a:ext cx="111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78ADEF2-9E61-3C72-5887-01CD192FE048}"/>
                    </a:ext>
                  </a:extLst>
                </p14:cNvPr>
                <p14:cNvContentPartPr/>
                <p14:nvPr/>
              </p14:nvContentPartPr>
              <p14:xfrm>
                <a:off x="9712582" y="1945616"/>
                <a:ext cx="47520" cy="62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78ADEF2-9E61-3C72-5887-01CD192FE04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03942" y="1936616"/>
                  <a:ext cx="65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02CD56A-6766-181C-BEB5-8B5EB48ECEF3}"/>
                    </a:ext>
                  </a:extLst>
                </p14:cNvPr>
                <p14:cNvContentPartPr/>
                <p14:nvPr/>
              </p14:nvContentPartPr>
              <p14:xfrm>
                <a:off x="9685942" y="1823216"/>
                <a:ext cx="360" cy="25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02CD56A-6766-181C-BEB5-8B5EB48ECE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77302" y="1814576"/>
                  <a:ext cx="18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FA1E1D-3659-7E7C-C703-249C8682734A}"/>
                    </a:ext>
                  </a:extLst>
                </p14:cNvPr>
                <p14:cNvContentPartPr/>
                <p14:nvPr/>
              </p14:nvContentPartPr>
              <p14:xfrm>
                <a:off x="9792502" y="1924376"/>
                <a:ext cx="297720" cy="10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FA1E1D-3659-7E7C-C703-249C8682734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83502" y="1915376"/>
                  <a:ext cx="315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22BB3E-8A1A-720D-0CDB-A573D6CAF3E3}"/>
                    </a:ext>
                  </a:extLst>
                </p14:cNvPr>
                <p14:cNvContentPartPr/>
                <p14:nvPr/>
              </p14:nvContentPartPr>
              <p14:xfrm>
                <a:off x="10093462" y="1917896"/>
                <a:ext cx="109440" cy="240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22BB3E-8A1A-720D-0CDB-A573D6CAF3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084462" y="1909256"/>
                  <a:ext cx="127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1F6C186-8587-8CF6-9887-847E7CA2F87C}"/>
                    </a:ext>
                  </a:extLst>
                </p14:cNvPr>
                <p14:cNvContentPartPr/>
                <p14:nvPr/>
              </p14:nvContentPartPr>
              <p14:xfrm>
                <a:off x="10276342" y="1948496"/>
                <a:ext cx="126000" cy="61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1F6C186-8587-8CF6-9887-847E7CA2F87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67342" y="1939496"/>
                  <a:ext cx="143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FA9711-B34F-3D0B-8646-0787D482649D}"/>
                    </a:ext>
                  </a:extLst>
                </p14:cNvPr>
                <p14:cNvContentPartPr/>
                <p14:nvPr/>
              </p14:nvContentPartPr>
              <p14:xfrm>
                <a:off x="10423942" y="1778936"/>
                <a:ext cx="129240" cy="223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FA9711-B34F-3D0B-8646-0787D482649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14942" y="1770296"/>
                  <a:ext cx="1468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27FC169-197D-E30A-19E2-34274E4892F5}"/>
                    </a:ext>
                  </a:extLst>
                </p14:cNvPr>
                <p14:cNvContentPartPr/>
                <p14:nvPr/>
              </p14:nvContentPartPr>
              <p14:xfrm>
                <a:off x="10579102" y="1855256"/>
                <a:ext cx="234720" cy="122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27FC169-197D-E30A-19E2-34274E4892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70462" y="1846256"/>
                  <a:ext cx="252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A88FF8-0A68-79A7-285C-77D15D9D8650}"/>
                    </a:ext>
                  </a:extLst>
                </p14:cNvPr>
                <p14:cNvContentPartPr/>
                <p14:nvPr/>
              </p14:nvContentPartPr>
              <p14:xfrm>
                <a:off x="9557422" y="2258456"/>
                <a:ext cx="296640" cy="159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A88FF8-0A68-79A7-285C-77D15D9D865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48782" y="2249456"/>
                  <a:ext cx="314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6EA7339-ADA5-D8E2-DC81-1AC2100D2ECD}"/>
                    </a:ext>
                  </a:extLst>
                </p14:cNvPr>
                <p14:cNvContentPartPr/>
                <p14:nvPr/>
              </p14:nvContentPartPr>
              <p14:xfrm>
                <a:off x="9829942" y="2243336"/>
                <a:ext cx="75240" cy="11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6EA7339-ADA5-D8E2-DC81-1AC2100D2EC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821302" y="2234336"/>
                  <a:ext cx="928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573030F-8031-C533-3046-B7A3CD54A15C}"/>
                    </a:ext>
                  </a:extLst>
                </p14:cNvPr>
                <p14:cNvContentPartPr/>
                <p14:nvPr/>
              </p14:nvContentPartPr>
              <p14:xfrm>
                <a:off x="9937942" y="2268896"/>
                <a:ext cx="120960" cy="176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573030F-8031-C533-3046-B7A3CD54A15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29302" y="2259896"/>
                  <a:ext cx="1386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8F1530C-412B-0E10-2558-56105069973B}"/>
                    </a:ext>
                  </a:extLst>
                </p14:cNvPr>
                <p14:cNvContentPartPr/>
                <p14:nvPr/>
              </p14:nvContentPartPr>
              <p14:xfrm>
                <a:off x="10069702" y="2286536"/>
                <a:ext cx="249840" cy="78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8F1530C-412B-0E10-2558-56105069973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60702" y="2277536"/>
                  <a:ext cx="267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210150-35CD-FD83-F8FC-AA87B15C069D}"/>
                    </a:ext>
                  </a:extLst>
                </p14:cNvPr>
                <p14:cNvContentPartPr/>
                <p14:nvPr/>
              </p14:nvContentPartPr>
              <p14:xfrm>
                <a:off x="10382542" y="2267816"/>
                <a:ext cx="59040" cy="932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210150-35CD-FD83-F8FC-AA87B15C069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73542" y="2259176"/>
                  <a:ext cx="76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582932-0C9D-FD93-1222-7AE6C96F4217}"/>
                    </a:ext>
                  </a:extLst>
                </p14:cNvPr>
                <p14:cNvContentPartPr/>
                <p14:nvPr/>
              </p14:nvContentPartPr>
              <p14:xfrm>
                <a:off x="10514662" y="2235776"/>
                <a:ext cx="139320" cy="120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582932-0C9D-FD93-1222-7AE6C96F421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505662" y="2227136"/>
                  <a:ext cx="156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2CE30C7-CC83-6839-2D7D-B3852BFBE5CC}"/>
                    </a:ext>
                  </a:extLst>
                </p14:cNvPr>
                <p14:cNvContentPartPr/>
                <p14:nvPr/>
              </p14:nvContentPartPr>
              <p14:xfrm>
                <a:off x="10866382" y="2118416"/>
                <a:ext cx="185400" cy="2264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2CE30C7-CC83-6839-2D7D-B3852BFBE5C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857382" y="2109416"/>
                  <a:ext cx="2030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1C1D0D8-BC44-A58F-B9EE-60AADF289824}"/>
                    </a:ext>
                  </a:extLst>
                </p14:cNvPr>
                <p14:cNvContentPartPr/>
                <p14:nvPr/>
              </p14:nvContentPartPr>
              <p14:xfrm>
                <a:off x="11066902" y="2129936"/>
                <a:ext cx="123120" cy="209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1C1D0D8-BC44-A58F-B9EE-60AADF2898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058262" y="2120936"/>
                  <a:ext cx="140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C83B61-D30E-2651-EB0A-819030723BB9}"/>
                    </a:ext>
                  </a:extLst>
                </p14:cNvPr>
                <p14:cNvContentPartPr/>
                <p14:nvPr/>
              </p14:nvContentPartPr>
              <p14:xfrm>
                <a:off x="11195782" y="2243336"/>
                <a:ext cx="103680" cy="63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C83B61-D30E-2651-EB0A-819030723BB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187142" y="2234336"/>
                  <a:ext cx="121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0BC432-066B-166B-10FE-4C715D6212F4}"/>
                    </a:ext>
                  </a:extLst>
                </p14:cNvPr>
                <p14:cNvContentPartPr/>
                <p14:nvPr/>
              </p14:nvContentPartPr>
              <p14:xfrm>
                <a:off x="11275702" y="2098616"/>
                <a:ext cx="129240" cy="246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0BC432-066B-166B-10FE-4C715D6212F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266702" y="2089976"/>
                  <a:ext cx="146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5DA542E-9C76-5D42-137C-EB9F5245E926}"/>
                    </a:ext>
                  </a:extLst>
                </p14:cNvPr>
                <p14:cNvContentPartPr/>
                <p14:nvPr/>
              </p14:nvContentPartPr>
              <p14:xfrm>
                <a:off x="9994462" y="2663456"/>
                <a:ext cx="48600" cy="68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5DA542E-9C76-5D42-137C-EB9F5245E92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85462" y="2654456"/>
                  <a:ext cx="66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47BE733-DAFF-FA4C-95CB-A677F03FAE6A}"/>
                    </a:ext>
                  </a:extLst>
                </p14:cNvPr>
                <p14:cNvContentPartPr/>
                <p14:nvPr/>
              </p14:nvContentPartPr>
              <p14:xfrm>
                <a:off x="9957382" y="2546456"/>
                <a:ext cx="10080" cy="14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47BE733-DAFF-FA4C-95CB-A677F03FAE6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48382" y="2537456"/>
                  <a:ext cx="27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784E364-42B5-5C85-DA2B-E0E0C8AEB13C}"/>
                    </a:ext>
                  </a:extLst>
                </p14:cNvPr>
                <p14:cNvContentPartPr/>
                <p14:nvPr/>
              </p14:nvContentPartPr>
              <p14:xfrm>
                <a:off x="10167622" y="2631416"/>
                <a:ext cx="3600" cy="11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784E364-42B5-5C85-DA2B-E0E0C8AEB13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58982" y="2622416"/>
                  <a:ext cx="21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21F6B6-95F9-5E3F-9A93-F84F9E34699F}"/>
                    </a:ext>
                  </a:extLst>
                </p14:cNvPr>
                <p14:cNvContentPartPr/>
                <p14:nvPr/>
              </p14:nvContentPartPr>
              <p14:xfrm>
                <a:off x="10106062" y="2629616"/>
                <a:ext cx="136080" cy="63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21F6B6-95F9-5E3F-9A93-F84F9E34699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97422" y="2620616"/>
                  <a:ext cx="1537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2EF5EC4-4F6F-4E60-D0E4-BE4B6659BE5C}"/>
                    </a:ext>
                  </a:extLst>
                </p14:cNvPr>
                <p14:cNvContentPartPr/>
                <p14:nvPr/>
              </p14:nvContentPartPr>
              <p14:xfrm>
                <a:off x="10462102" y="2514416"/>
                <a:ext cx="79920" cy="191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2EF5EC4-4F6F-4E60-D0E4-BE4B6659BE5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53462" y="2505776"/>
                  <a:ext cx="97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D735A75-8AE9-916E-987F-E6BA14FC3846}"/>
                    </a:ext>
                  </a:extLst>
                </p14:cNvPr>
                <p14:cNvContentPartPr/>
                <p14:nvPr/>
              </p14:nvContentPartPr>
              <p14:xfrm>
                <a:off x="10440502" y="2631056"/>
                <a:ext cx="118080" cy="5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D735A75-8AE9-916E-987F-E6BA14FC384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31502" y="2622416"/>
                  <a:ext cx="135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1779D06-D5E0-D56B-CACB-0318749030B9}"/>
                    </a:ext>
                  </a:extLst>
                </p14:cNvPr>
                <p14:cNvContentPartPr/>
                <p14:nvPr/>
              </p14:nvContentPartPr>
              <p14:xfrm>
                <a:off x="10568662" y="2568776"/>
                <a:ext cx="64080" cy="105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1779D06-D5E0-D56B-CACB-0318749030B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60022" y="2559776"/>
                  <a:ext cx="81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E2BD1DA-06B4-B787-F143-4C74E4AD8EFF}"/>
                    </a:ext>
                  </a:extLst>
                </p14:cNvPr>
                <p14:cNvContentPartPr/>
                <p14:nvPr/>
              </p14:nvContentPartPr>
              <p14:xfrm>
                <a:off x="10695022" y="2626376"/>
                <a:ext cx="112680" cy="5364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E2BD1DA-06B4-B787-F143-4C74E4AD8EF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86022" y="2617376"/>
                  <a:ext cx="130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8B4EFA-339D-0431-26C3-AFC86AC9F069}"/>
                    </a:ext>
                  </a:extLst>
                </p14:cNvPr>
                <p14:cNvContentPartPr/>
                <p14:nvPr/>
              </p14:nvContentPartPr>
              <p14:xfrm>
                <a:off x="10862782" y="2469776"/>
                <a:ext cx="208080" cy="216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8B4EFA-339D-0431-26C3-AFC86AC9F06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53782" y="2460776"/>
                  <a:ext cx="225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3BCC009-0EE7-960C-7289-593474D234CC}"/>
                    </a:ext>
                  </a:extLst>
                </p14:cNvPr>
                <p14:cNvContentPartPr/>
                <p14:nvPr/>
              </p14:nvContentPartPr>
              <p14:xfrm>
                <a:off x="11015062" y="2489576"/>
                <a:ext cx="5040" cy="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3BCC009-0EE7-960C-7289-593474D234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006422" y="2480936"/>
                  <a:ext cx="22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8BDF91C-8263-ADA7-DEDE-A8E9A8704496}"/>
                    </a:ext>
                  </a:extLst>
                </p14:cNvPr>
                <p14:cNvContentPartPr/>
                <p14:nvPr/>
              </p14:nvContentPartPr>
              <p14:xfrm>
                <a:off x="11116222" y="2487776"/>
                <a:ext cx="167040" cy="187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8BDF91C-8263-ADA7-DEDE-A8E9A870449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07222" y="2479136"/>
                  <a:ext cx="184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42CBAE5-EC68-38D7-BC3E-603D520AB922}"/>
                    </a:ext>
                  </a:extLst>
                </p14:cNvPr>
                <p14:cNvContentPartPr/>
                <p14:nvPr/>
              </p14:nvContentPartPr>
              <p14:xfrm>
                <a:off x="11222422" y="2493176"/>
                <a:ext cx="1440" cy="198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42CBAE5-EC68-38D7-BC3E-603D520AB9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213782" y="2484176"/>
                  <a:ext cx="19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8E00DCE-146C-C78F-FBDC-E9023A39AE7A}"/>
                    </a:ext>
                  </a:extLst>
                </p14:cNvPr>
                <p14:cNvContentPartPr/>
                <p14:nvPr/>
              </p14:nvContentPartPr>
              <p14:xfrm>
                <a:off x="11316742" y="2584616"/>
                <a:ext cx="77760" cy="89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8E00DCE-146C-C78F-FBDC-E9023A39AE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307742" y="2575976"/>
                  <a:ext cx="954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D9CC1ED-DA32-F6D0-84E2-A353E78FC7A8}"/>
                    </a:ext>
                  </a:extLst>
                </p14:cNvPr>
                <p14:cNvContentPartPr/>
                <p14:nvPr/>
              </p14:nvContentPartPr>
              <p14:xfrm>
                <a:off x="11474062" y="2617016"/>
                <a:ext cx="141480" cy="38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D9CC1ED-DA32-F6D0-84E2-A353E78FC7A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65062" y="2608016"/>
                  <a:ext cx="159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A8745A3-D256-7189-8B47-670FFF31A90A}"/>
                    </a:ext>
                  </a:extLst>
                </p14:cNvPr>
                <p14:cNvContentPartPr/>
                <p14:nvPr/>
              </p14:nvContentPartPr>
              <p14:xfrm>
                <a:off x="11657302" y="2421176"/>
                <a:ext cx="215280" cy="237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A8745A3-D256-7189-8B47-670FFF31A90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48302" y="2412536"/>
                  <a:ext cx="23292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2E1612B-14E6-9AA2-2263-D2985F30888E}"/>
              </a:ext>
            </a:extLst>
          </p:cNvPr>
          <p:cNvGrpSpPr/>
          <p:nvPr/>
        </p:nvGrpSpPr>
        <p:grpSpPr>
          <a:xfrm>
            <a:off x="10786462" y="2821496"/>
            <a:ext cx="549000" cy="237240"/>
            <a:chOff x="10786462" y="2821496"/>
            <a:chExt cx="549000" cy="23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CFC59A6-C559-4980-741D-EBA0E0094F6B}"/>
                    </a:ext>
                  </a:extLst>
                </p14:cNvPr>
                <p14:cNvContentPartPr/>
                <p14:nvPr/>
              </p14:nvContentPartPr>
              <p14:xfrm>
                <a:off x="10855582" y="2907896"/>
                <a:ext cx="54000" cy="1508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CFC59A6-C559-4980-741D-EBA0E0094F6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46942" y="2898896"/>
                  <a:ext cx="71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B88BCE2-90B3-4E4C-E5D1-54384B12E32F}"/>
                    </a:ext>
                  </a:extLst>
                </p14:cNvPr>
                <p14:cNvContentPartPr/>
                <p14:nvPr/>
              </p14:nvContentPartPr>
              <p14:xfrm>
                <a:off x="10786462" y="2863976"/>
                <a:ext cx="215280" cy="1886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B88BCE2-90B3-4E4C-E5D1-54384B12E32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77822" y="2855336"/>
                  <a:ext cx="2329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E2974FB-DA49-2F96-0420-19DF86121709}"/>
                    </a:ext>
                  </a:extLst>
                </p14:cNvPr>
                <p14:cNvContentPartPr/>
                <p14:nvPr/>
              </p14:nvContentPartPr>
              <p14:xfrm>
                <a:off x="11057542" y="2867576"/>
                <a:ext cx="126000" cy="179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E2974FB-DA49-2F96-0420-19DF8612170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048902" y="2858936"/>
                  <a:ext cx="143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0D7FE4C-C828-6756-4D95-1748274DAFAC}"/>
                    </a:ext>
                  </a:extLst>
                </p14:cNvPr>
                <p14:cNvContentPartPr/>
                <p14:nvPr/>
              </p14:nvContentPartPr>
              <p14:xfrm>
                <a:off x="11217742" y="2821496"/>
                <a:ext cx="117720" cy="2106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0D7FE4C-C828-6756-4D95-1748274DAFA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209102" y="2812496"/>
                  <a:ext cx="135360" cy="22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484C6BA-6F43-487B-BCAE-8A4831848A0C}"/>
              </a:ext>
            </a:extLst>
          </p:cNvPr>
          <p:cNvGrpSpPr/>
          <p:nvPr/>
        </p:nvGrpSpPr>
        <p:grpSpPr>
          <a:xfrm>
            <a:off x="7660582" y="1947416"/>
            <a:ext cx="102240" cy="310320"/>
            <a:chOff x="7660582" y="1947416"/>
            <a:chExt cx="102240" cy="31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0EEF90FC-6DA2-EC83-EA2E-A7091B31D297}"/>
                    </a:ext>
                  </a:extLst>
                </p14:cNvPr>
                <p14:cNvContentPartPr/>
                <p14:nvPr/>
              </p14:nvContentPartPr>
              <p14:xfrm>
                <a:off x="7717822" y="2009336"/>
                <a:ext cx="34560" cy="2484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0EEF90FC-6DA2-EC83-EA2E-A7091B31D29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09182" y="2000696"/>
                  <a:ext cx="52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D3A9ECE-E306-2545-6526-3FEE5D3BBD34}"/>
                    </a:ext>
                  </a:extLst>
                </p14:cNvPr>
                <p14:cNvContentPartPr/>
                <p14:nvPr/>
              </p14:nvContentPartPr>
              <p14:xfrm>
                <a:off x="7660582" y="1947416"/>
                <a:ext cx="102240" cy="83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D3A9ECE-E306-2545-6526-3FEE5D3BBD3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51942" y="1938416"/>
                  <a:ext cx="1198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814E5E1-6EA6-AAE4-7922-C2E32F854E73}"/>
              </a:ext>
            </a:extLst>
          </p:cNvPr>
          <p:cNvGrpSpPr/>
          <p:nvPr/>
        </p:nvGrpSpPr>
        <p:grpSpPr>
          <a:xfrm>
            <a:off x="7173142" y="2227496"/>
            <a:ext cx="1327680" cy="223920"/>
            <a:chOff x="7173142" y="2227496"/>
            <a:chExt cx="132768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F47E431-D891-BECC-2501-7D2D8319158A}"/>
                    </a:ext>
                  </a:extLst>
                </p14:cNvPr>
                <p14:cNvContentPartPr/>
                <p14:nvPr/>
              </p14:nvContentPartPr>
              <p14:xfrm>
                <a:off x="7173142" y="2340536"/>
                <a:ext cx="88200" cy="103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F47E431-D891-BECC-2501-7D2D8319158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64142" y="2331536"/>
                  <a:ext cx="105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52E8678-2B52-D9C2-D5D7-DD8630A97EB4}"/>
                    </a:ext>
                  </a:extLst>
                </p14:cNvPr>
                <p14:cNvContentPartPr/>
                <p14:nvPr/>
              </p14:nvContentPartPr>
              <p14:xfrm>
                <a:off x="7330462" y="2365016"/>
                <a:ext cx="85320" cy="712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52E8678-2B52-D9C2-D5D7-DD8630A97EB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21822" y="2356016"/>
                  <a:ext cx="102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CB5D5CE-0E42-EE9E-8E33-1671DC1EE7EC}"/>
                    </a:ext>
                  </a:extLst>
                </p14:cNvPr>
                <p14:cNvContentPartPr/>
                <p14:nvPr/>
              </p14:nvContentPartPr>
              <p14:xfrm>
                <a:off x="7474822" y="2357816"/>
                <a:ext cx="38160" cy="81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CB5D5CE-0E42-EE9E-8E33-1671DC1EE7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65822" y="2348816"/>
                  <a:ext cx="55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6B7E155-DCEF-566A-2478-96078E78569D}"/>
                    </a:ext>
                  </a:extLst>
                </p14:cNvPr>
                <p14:cNvContentPartPr/>
                <p14:nvPr/>
              </p14:nvContentPartPr>
              <p14:xfrm>
                <a:off x="7582822" y="2351336"/>
                <a:ext cx="28800" cy="100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6B7E155-DCEF-566A-2478-96078E78569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73822" y="2342696"/>
                  <a:ext cx="464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8DEEE36-F432-2144-9584-38E624C17785}"/>
                    </a:ext>
                  </a:extLst>
                </p14:cNvPr>
                <p14:cNvContentPartPr/>
                <p14:nvPr/>
              </p14:nvContentPartPr>
              <p14:xfrm>
                <a:off x="7681462" y="2335496"/>
                <a:ext cx="97200" cy="99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8DEEE36-F432-2144-9584-38E624C1778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72822" y="2326496"/>
                  <a:ext cx="114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42E3153-4625-8543-177F-B84569F6413A}"/>
                    </a:ext>
                  </a:extLst>
                </p14:cNvPr>
                <p14:cNvContentPartPr/>
                <p14:nvPr/>
              </p14:nvContentPartPr>
              <p14:xfrm>
                <a:off x="7793062" y="2227496"/>
                <a:ext cx="79920" cy="2127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42E3153-4625-8543-177F-B84569F6413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84062" y="2218496"/>
                  <a:ext cx="97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DC8EB3E-4C38-6E87-16B9-CEBEABBC76CC}"/>
                    </a:ext>
                  </a:extLst>
                </p14:cNvPr>
                <p14:cNvContentPartPr/>
                <p14:nvPr/>
              </p14:nvContentPartPr>
              <p14:xfrm>
                <a:off x="7942102" y="2360336"/>
                <a:ext cx="95040" cy="7956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DC8EB3E-4C38-6E87-16B9-CEBEABBC76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933462" y="2351336"/>
                  <a:ext cx="112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D1BC7C1-2914-7A42-99DC-E9E376461D77}"/>
                    </a:ext>
                  </a:extLst>
                </p14:cNvPr>
                <p14:cNvContentPartPr/>
                <p14:nvPr/>
              </p14:nvContentPartPr>
              <p14:xfrm>
                <a:off x="8032822" y="2227496"/>
                <a:ext cx="139680" cy="198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D1BC7C1-2914-7A42-99DC-E9E376461D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023822" y="2218496"/>
                  <a:ext cx="1573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2EB604F-7113-7F14-5043-1FCB0F8AB194}"/>
                    </a:ext>
                  </a:extLst>
                </p14:cNvPr>
                <p14:cNvContentPartPr/>
                <p14:nvPr/>
              </p14:nvContentPartPr>
              <p14:xfrm>
                <a:off x="8123182" y="2232536"/>
                <a:ext cx="360" cy="507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2EB604F-7113-7F14-5043-1FCB0F8AB19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114182" y="2223896"/>
                  <a:ext cx="18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399FB6-DA0D-8B9C-55FE-4C1F9D7009B7}"/>
                    </a:ext>
                  </a:extLst>
                </p14:cNvPr>
                <p14:cNvContentPartPr/>
                <p14:nvPr/>
              </p14:nvContentPartPr>
              <p14:xfrm>
                <a:off x="8212462" y="2339456"/>
                <a:ext cx="81000" cy="79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399FB6-DA0D-8B9C-55FE-4C1F9D7009B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03462" y="2330816"/>
                  <a:ext cx="98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FCD4047-8556-4BF9-7359-4EA202E04BA4}"/>
                    </a:ext>
                  </a:extLst>
                </p14:cNvPr>
                <p14:cNvContentPartPr/>
                <p14:nvPr/>
              </p14:nvContentPartPr>
              <p14:xfrm>
                <a:off x="8340982" y="2349536"/>
                <a:ext cx="159840" cy="79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FCD4047-8556-4BF9-7359-4EA202E04B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32342" y="2340536"/>
                  <a:ext cx="17748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C457BD53-2B7D-2ECA-63A4-F9B2C0BB761D}"/>
              </a:ext>
            </a:extLst>
          </p:cNvPr>
          <p:cNvGrpSpPr/>
          <p:nvPr/>
        </p:nvGrpSpPr>
        <p:grpSpPr>
          <a:xfrm>
            <a:off x="6327502" y="2318576"/>
            <a:ext cx="711360" cy="126720"/>
            <a:chOff x="6327502" y="2318576"/>
            <a:chExt cx="711360" cy="12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F1FA41C-2B04-8772-9676-DFF129C1EBAB}"/>
                    </a:ext>
                  </a:extLst>
                </p14:cNvPr>
                <p14:cNvContentPartPr/>
                <p14:nvPr/>
              </p14:nvContentPartPr>
              <p14:xfrm>
                <a:off x="6327502" y="2328656"/>
                <a:ext cx="121320" cy="89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F1FA41C-2B04-8772-9676-DFF129C1EBA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18862" y="2320016"/>
                  <a:ext cx="138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C22984C-FD84-A8F8-7DD0-DEE30453346E}"/>
                    </a:ext>
                  </a:extLst>
                </p14:cNvPr>
                <p14:cNvContentPartPr/>
                <p14:nvPr/>
              </p14:nvContentPartPr>
              <p14:xfrm>
                <a:off x="6490942" y="2323256"/>
                <a:ext cx="34560" cy="90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C22984C-FD84-A8F8-7DD0-DEE30453346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482302" y="2314256"/>
                  <a:ext cx="522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6DD4C24-7044-E9E5-FD32-EB5DBC73225F}"/>
                    </a:ext>
                  </a:extLst>
                </p14:cNvPr>
                <p14:cNvContentPartPr/>
                <p14:nvPr/>
              </p14:nvContentPartPr>
              <p14:xfrm>
                <a:off x="6606142" y="2359616"/>
                <a:ext cx="107280" cy="71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6DD4C24-7044-E9E5-FD32-EB5DBC7322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97502" y="2350616"/>
                  <a:ext cx="124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CEC7C19-DBF7-57C1-BF61-C7F4741E4C6E}"/>
                    </a:ext>
                  </a:extLst>
                </p14:cNvPr>
                <p14:cNvContentPartPr/>
                <p14:nvPr/>
              </p14:nvContentPartPr>
              <p14:xfrm>
                <a:off x="6714862" y="2367536"/>
                <a:ext cx="61920" cy="738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CEC7C19-DBF7-57C1-BF61-C7F4741E4C6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705862" y="2358896"/>
                  <a:ext cx="795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1BF0B36-7570-A204-F5B7-106885BE4E78}"/>
                    </a:ext>
                  </a:extLst>
                </p14:cNvPr>
                <p14:cNvContentPartPr/>
                <p14:nvPr/>
              </p14:nvContentPartPr>
              <p14:xfrm>
                <a:off x="6794422" y="2338736"/>
                <a:ext cx="73080" cy="10656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1BF0B36-7570-A204-F5B7-106885BE4E7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785782" y="2329736"/>
                  <a:ext cx="907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07D67F1-AF04-6CCB-446C-D322BE5522F3}"/>
                    </a:ext>
                  </a:extLst>
                </p14:cNvPr>
                <p14:cNvContentPartPr/>
                <p14:nvPr/>
              </p14:nvContentPartPr>
              <p14:xfrm>
                <a:off x="6719542" y="2318576"/>
                <a:ext cx="43560" cy="10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07D67F1-AF04-6CCB-446C-D322BE5522F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710902" y="2309936"/>
                  <a:ext cx="61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7649FF1-9DB6-9B59-3834-601420286FB8}"/>
                    </a:ext>
                  </a:extLst>
                </p14:cNvPr>
                <p14:cNvContentPartPr/>
                <p14:nvPr/>
              </p14:nvContentPartPr>
              <p14:xfrm>
                <a:off x="6941302" y="2392736"/>
                <a:ext cx="97560" cy="5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7649FF1-9DB6-9B59-3834-601420286FB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932662" y="2383736"/>
                  <a:ext cx="115200" cy="22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random Conv1d kernel does not have linear phase by default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/mnt/data/week5_lectures9_10/assets/L10_random_vs_symmetric_gd.png"/>
          <p:cNvPicPr/>
          <p:nvPr/>
        </p:nvPicPr>
        <p:blipFill>
          <a:blip r:embed="rId3"/>
          <a:stretch/>
        </p:blipFill>
        <p:spPr>
          <a:xfrm>
            <a:off x="685800" y="1280160"/>
            <a:ext cx="73148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Shape 5"/>
          <p:cNvSpPr/>
          <p:nvPr/>
        </p:nvSpPr>
        <p:spPr>
          <a:xfrm>
            <a:off x="8229600" y="1645920"/>
            <a:ext cx="2971440" cy="2742840"/>
          </a:xfrm>
          <a:prstGeom prst="roundRect">
            <a:avLst>
              <a:gd name="adj" fmla="val 2000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375760" y="175572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Read the plot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8375760" y="2084760"/>
            <a:ext cx="2678760" cy="221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generic random kernel has no symmetry constraint, so its group delay varies. Symmetrizing the coefficients forces the FIR into a linear-phase family.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9B0E69-8AFC-6AA8-4ECB-90582D3A9AAC}"/>
              </a:ext>
            </a:extLst>
          </p:cNvPr>
          <p:cNvGrpSpPr/>
          <p:nvPr/>
        </p:nvGrpSpPr>
        <p:grpSpPr>
          <a:xfrm>
            <a:off x="3946102" y="1732136"/>
            <a:ext cx="1685160" cy="618120"/>
            <a:chOff x="3946102" y="1732136"/>
            <a:chExt cx="168516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AFF5070-85EE-9B16-4D39-88C84FFF0184}"/>
                    </a:ext>
                  </a:extLst>
                </p14:cNvPr>
                <p14:cNvContentPartPr/>
                <p14:nvPr/>
              </p14:nvContentPartPr>
              <p14:xfrm>
                <a:off x="5282782" y="1951736"/>
                <a:ext cx="348480" cy="137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AFF5070-85EE-9B16-4D39-88C84FFF01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73782" y="1943096"/>
                  <a:ext cx="366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4418571-80E7-F335-58ED-C97744175EA6}"/>
                    </a:ext>
                  </a:extLst>
                </p14:cNvPr>
                <p14:cNvContentPartPr/>
                <p14:nvPr/>
              </p14:nvContentPartPr>
              <p14:xfrm>
                <a:off x="4317622" y="1742576"/>
                <a:ext cx="109080" cy="68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4418571-80E7-F335-58ED-C97744175E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08982" y="1733576"/>
                  <a:ext cx="126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8B0D74B-5564-7FDA-2E34-6DEE8CBC08DC}"/>
                    </a:ext>
                  </a:extLst>
                </p14:cNvPr>
                <p14:cNvContentPartPr/>
                <p14:nvPr/>
              </p14:nvContentPartPr>
              <p14:xfrm>
                <a:off x="4480342" y="1732136"/>
                <a:ext cx="92880" cy="69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8B0D74B-5564-7FDA-2E34-6DEE8CBC08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71702" y="1723496"/>
                  <a:ext cx="110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5DBC76-7672-7AB2-6BD6-4C62DFD9E6E2}"/>
                    </a:ext>
                  </a:extLst>
                </p14:cNvPr>
                <p14:cNvContentPartPr/>
                <p14:nvPr/>
              </p14:nvContentPartPr>
              <p14:xfrm>
                <a:off x="3946102" y="1961456"/>
                <a:ext cx="138240" cy="108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5DBC76-7672-7AB2-6BD6-4C62DFD9E6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37462" y="1952816"/>
                  <a:ext cx="1558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A5BBD1C-F45A-96EE-A414-687E616E8772}"/>
                    </a:ext>
                  </a:extLst>
                </p14:cNvPr>
                <p14:cNvContentPartPr/>
                <p14:nvPr/>
              </p14:nvContentPartPr>
              <p14:xfrm>
                <a:off x="4115662" y="1998896"/>
                <a:ext cx="122040" cy="173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A5BBD1C-F45A-96EE-A414-687E616E87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07022" y="1989896"/>
                  <a:ext cx="139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1FB48AF-B22C-1252-C28B-1B124B81176B}"/>
                    </a:ext>
                  </a:extLst>
                </p14:cNvPr>
                <p14:cNvContentPartPr/>
                <p14:nvPr/>
              </p14:nvContentPartPr>
              <p14:xfrm>
                <a:off x="4242382" y="1988096"/>
                <a:ext cx="221760" cy="48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1FB48AF-B22C-1252-C28B-1B124B811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233382" y="1979456"/>
                  <a:ext cx="239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AC37807-6BE8-8284-147F-0D84D0D05507}"/>
                    </a:ext>
                  </a:extLst>
                </p14:cNvPr>
                <p14:cNvContentPartPr/>
                <p14:nvPr/>
              </p14:nvContentPartPr>
              <p14:xfrm>
                <a:off x="4481422" y="1983776"/>
                <a:ext cx="137880" cy="40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AC37807-6BE8-8284-147F-0D84D0D055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72782" y="1975136"/>
                  <a:ext cx="1555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6FAF5CF-7253-A756-C1F6-62E4152B304C}"/>
                    </a:ext>
                  </a:extLst>
                </p14:cNvPr>
                <p14:cNvContentPartPr/>
                <p14:nvPr/>
              </p14:nvContentPartPr>
              <p14:xfrm>
                <a:off x="4698502" y="1940576"/>
                <a:ext cx="110520" cy="8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6FAF5CF-7253-A756-C1F6-62E4152B304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9862" y="1931576"/>
                  <a:ext cx="128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EE8ED6F-8E84-A7FB-C563-3CA257EF7039}"/>
                    </a:ext>
                  </a:extLst>
                </p14:cNvPr>
                <p14:cNvContentPartPr/>
                <p14:nvPr/>
              </p14:nvContentPartPr>
              <p14:xfrm>
                <a:off x="4800382" y="1849856"/>
                <a:ext cx="66960" cy="192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EE8ED6F-8E84-A7FB-C563-3CA257EF70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91742" y="1841216"/>
                  <a:ext cx="84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81935F8-1E34-C44F-8196-EB73D3E16B39}"/>
                    </a:ext>
                  </a:extLst>
                </p14:cNvPr>
                <p14:cNvContentPartPr/>
                <p14:nvPr/>
              </p14:nvContentPartPr>
              <p14:xfrm>
                <a:off x="4833862" y="1920416"/>
                <a:ext cx="149400" cy="101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81935F8-1E34-C44F-8196-EB73D3E16B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24862" y="1911776"/>
                  <a:ext cx="167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88FEF6-EBF8-2451-439B-94BD9355259B}"/>
                    </a:ext>
                  </a:extLst>
                </p14:cNvPr>
                <p14:cNvContentPartPr/>
                <p14:nvPr/>
              </p14:nvContentPartPr>
              <p14:xfrm>
                <a:off x="5040502" y="1945616"/>
                <a:ext cx="83160" cy="233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88FEF6-EBF8-2451-439B-94BD935525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31862" y="1936616"/>
                  <a:ext cx="1008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C75D7FA-F592-1C96-5BCD-58839E3D0E0B}"/>
                    </a:ext>
                  </a:extLst>
                </p14:cNvPr>
                <p14:cNvContentPartPr/>
                <p14:nvPr/>
              </p14:nvContentPartPr>
              <p14:xfrm>
                <a:off x="4007662" y="2253776"/>
                <a:ext cx="111240" cy="9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C75D7FA-F592-1C96-5BCD-58839E3D0E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98662" y="2245136"/>
                  <a:ext cx="128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474278-C214-4F4D-7AC6-5C24EE23B08F}"/>
                    </a:ext>
                  </a:extLst>
                </p14:cNvPr>
                <p14:cNvContentPartPr/>
                <p14:nvPr/>
              </p14:nvContentPartPr>
              <p14:xfrm>
                <a:off x="4157422" y="2258096"/>
                <a:ext cx="70560" cy="56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474278-C214-4F4D-7AC6-5C24EE23B0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48782" y="2249096"/>
                  <a:ext cx="88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A0B08D2-3260-47F0-A370-7CFB902B707B}"/>
                    </a:ext>
                  </a:extLst>
                </p14:cNvPr>
                <p14:cNvContentPartPr/>
                <p14:nvPr/>
              </p14:nvContentPartPr>
              <p14:xfrm>
                <a:off x="4268662" y="2276456"/>
                <a:ext cx="94320" cy="40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A0B08D2-3260-47F0-A370-7CFB902B707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60022" y="2267456"/>
                  <a:ext cx="111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C8E757-0C54-2555-4E87-0DB880E8EEE6}"/>
                    </a:ext>
                  </a:extLst>
                </p14:cNvPr>
                <p14:cNvContentPartPr/>
                <p14:nvPr/>
              </p14:nvContentPartPr>
              <p14:xfrm>
                <a:off x="4410862" y="2200856"/>
                <a:ext cx="66600" cy="9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C8E757-0C54-2555-4E87-0DB880E8EE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01862" y="2191856"/>
                  <a:ext cx="84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7ADB12-884D-4C39-B4CB-34C47EE06405}"/>
                    </a:ext>
                  </a:extLst>
                </p14:cNvPr>
                <p14:cNvContentPartPr/>
                <p14:nvPr/>
              </p14:nvContentPartPr>
              <p14:xfrm>
                <a:off x="4471342" y="2094296"/>
                <a:ext cx="118080" cy="191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7ADB12-884D-4C39-B4CB-34C47EE064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62702" y="2085656"/>
                  <a:ext cx="1357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C7C37A-B338-3C1D-C529-420EDB922D5B}"/>
                    </a:ext>
                  </a:extLst>
                </p14:cNvPr>
                <p14:cNvContentPartPr/>
                <p14:nvPr/>
              </p14:nvContentPartPr>
              <p14:xfrm>
                <a:off x="4598422" y="2174576"/>
                <a:ext cx="27720" cy="86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C7C37A-B338-3C1D-C529-420EDB922D5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589422" y="2165936"/>
                  <a:ext cx="45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2BE083-A897-4781-6220-95D561F2278B}"/>
                    </a:ext>
                  </a:extLst>
                </p14:cNvPr>
                <p14:cNvContentPartPr/>
                <p14:nvPr/>
              </p14:nvContentPartPr>
              <p14:xfrm>
                <a:off x="4701742" y="2211296"/>
                <a:ext cx="92880" cy="6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2BE083-A897-4781-6220-95D561F227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92742" y="2202296"/>
                  <a:ext cx="110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5CD44F2-C2FF-FB1A-8E6A-A29C20554D10}"/>
                    </a:ext>
                  </a:extLst>
                </p14:cNvPr>
                <p14:cNvContentPartPr/>
                <p14:nvPr/>
              </p14:nvContentPartPr>
              <p14:xfrm>
                <a:off x="4837462" y="2200856"/>
                <a:ext cx="13680" cy="57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5CD44F2-C2FF-FB1A-8E6A-A29C20554D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28822" y="2191856"/>
                  <a:ext cx="31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3D94A3-20B9-3FD6-368E-8475B8DB1F4B}"/>
                    </a:ext>
                  </a:extLst>
                </p14:cNvPr>
                <p14:cNvContentPartPr/>
                <p14:nvPr/>
              </p14:nvContentPartPr>
              <p14:xfrm>
                <a:off x="4768702" y="2073056"/>
                <a:ext cx="36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3D94A3-20B9-3FD6-368E-8475B8DB1F4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59702" y="2064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30A635-4F4B-5211-D054-15664E42C5B2}"/>
                    </a:ext>
                  </a:extLst>
                </p14:cNvPr>
                <p14:cNvContentPartPr/>
                <p14:nvPr/>
              </p14:nvContentPartPr>
              <p14:xfrm>
                <a:off x="4897942" y="2216696"/>
                <a:ext cx="145080" cy="77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30A635-4F4B-5211-D054-15664E42C5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89302" y="2208056"/>
                  <a:ext cx="162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9550D2-4E58-10B0-B9B6-C46E8D30C860}"/>
                    </a:ext>
                  </a:extLst>
                </p14:cNvPr>
                <p14:cNvContentPartPr/>
                <p14:nvPr/>
              </p14:nvContentPartPr>
              <p14:xfrm>
                <a:off x="4991902" y="2083856"/>
                <a:ext cx="90720" cy="188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9550D2-4E58-10B0-B9B6-C46E8D30C8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82902" y="2074856"/>
                  <a:ext cx="1083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B169AC-153F-A063-695C-464452123140}"/>
                    </a:ext>
                  </a:extLst>
                </p14:cNvPr>
                <p14:cNvContentPartPr/>
                <p14:nvPr/>
              </p14:nvContentPartPr>
              <p14:xfrm>
                <a:off x="4984702" y="2195456"/>
                <a:ext cx="97920" cy="8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B169AC-153F-A063-695C-46445212314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76062" y="2186456"/>
                  <a:ext cx="11556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415851-60E4-3A8A-4B9C-5DCE41A31F30}"/>
              </a:ext>
            </a:extLst>
          </p:cNvPr>
          <p:cNvGrpSpPr/>
          <p:nvPr/>
        </p:nvGrpSpPr>
        <p:grpSpPr>
          <a:xfrm>
            <a:off x="5996662" y="2960816"/>
            <a:ext cx="1690920" cy="861840"/>
            <a:chOff x="5996662" y="2960816"/>
            <a:chExt cx="1690920" cy="86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A7A031F-7327-500C-C6A9-B11E5070ECEE}"/>
                    </a:ext>
                  </a:extLst>
                </p14:cNvPr>
                <p14:cNvContentPartPr/>
                <p14:nvPr/>
              </p14:nvContentPartPr>
              <p14:xfrm>
                <a:off x="6036622" y="2960816"/>
                <a:ext cx="168480" cy="231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A7A031F-7327-500C-C6A9-B11E5070EC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7982" y="2952176"/>
                  <a:ext cx="186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E0AA9EB-19EE-028A-E8FA-C1E703A949F7}"/>
                    </a:ext>
                  </a:extLst>
                </p14:cNvPr>
                <p14:cNvContentPartPr/>
                <p14:nvPr/>
              </p14:nvContentPartPr>
              <p14:xfrm>
                <a:off x="6012502" y="3348176"/>
                <a:ext cx="55800" cy="118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E0AA9EB-19EE-028A-E8FA-C1E703A949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03862" y="3339176"/>
                  <a:ext cx="73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FC546D-87C0-5CDE-B07B-ED015C9CC3D8}"/>
                    </a:ext>
                  </a:extLst>
                </p14:cNvPr>
                <p14:cNvContentPartPr/>
                <p14:nvPr/>
              </p14:nvContentPartPr>
              <p14:xfrm>
                <a:off x="5996662" y="3309656"/>
                <a:ext cx="72360" cy="50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FC546D-87C0-5CDE-B07B-ED015C9CC3D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87662" y="3301016"/>
                  <a:ext cx="900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B959E5-7DE3-4204-4B65-A1242CE7F7EC}"/>
                    </a:ext>
                  </a:extLst>
                </p14:cNvPr>
                <p14:cNvContentPartPr/>
                <p14:nvPr/>
              </p14:nvContentPartPr>
              <p14:xfrm>
                <a:off x="6007102" y="3401456"/>
                <a:ext cx="74520" cy="1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B959E5-7DE3-4204-4B65-A1242CE7F7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998462" y="3392456"/>
                  <a:ext cx="92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1A2DFF-4801-78F4-FD5E-96BA0AB63123}"/>
                    </a:ext>
                  </a:extLst>
                </p14:cNvPr>
                <p14:cNvContentPartPr/>
                <p14:nvPr/>
              </p14:nvContentPartPr>
              <p14:xfrm>
                <a:off x="6129502" y="3370496"/>
                <a:ext cx="36720" cy="79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1A2DFF-4801-78F4-FD5E-96BA0AB6312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20502" y="3361496"/>
                  <a:ext cx="54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DBA456-E049-D3D0-2D15-8E9790737642}"/>
                    </a:ext>
                  </a:extLst>
                </p14:cNvPr>
                <p14:cNvContentPartPr/>
                <p14:nvPr/>
              </p14:nvContentPartPr>
              <p14:xfrm>
                <a:off x="6193222" y="3299576"/>
                <a:ext cx="170640" cy="166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BDBA456-E049-D3D0-2D15-8E97907376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84222" y="3290936"/>
                  <a:ext cx="188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A0D17E-1C6E-0AB1-ED7D-08EA981E3138}"/>
                    </a:ext>
                  </a:extLst>
                </p14:cNvPr>
                <p14:cNvContentPartPr/>
                <p14:nvPr/>
              </p14:nvContentPartPr>
              <p14:xfrm>
                <a:off x="6526942" y="3351776"/>
                <a:ext cx="78480" cy="10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A0D17E-1C6E-0AB1-ED7D-08EA981E31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18302" y="3343136"/>
                  <a:ext cx="96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F648B62-8251-2F30-1742-8AEC61680CA6}"/>
                    </a:ext>
                  </a:extLst>
                </p14:cNvPr>
                <p14:cNvContentPartPr/>
                <p14:nvPr/>
              </p14:nvContentPartPr>
              <p14:xfrm>
                <a:off x="6618742" y="3386336"/>
                <a:ext cx="111960" cy="161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F648B62-8251-2F30-1742-8AEC61680CA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09742" y="3377336"/>
                  <a:ext cx="129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D9A982-A318-31DE-5D33-281463202F87}"/>
                    </a:ext>
                  </a:extLst>
                </p14:cNvPr>
                <p14:cNvContentPartPr/>
                <p14:nvPr/>
              </p14:nvContentPartPr>
              <p14:xfrm>
                <a:off x="6730342" y="3359696"/>
                <a:ext cx="260640" cy="76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D9A982-A318-31DE-5D33-281463202F8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721342" y="3351056"/>
                  <a:ext cx="278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F475F84-BDDB-27C4-8BD3-B9319E60C693}"/>
                    </a:ext>
                  </a:extLst>
                </p14:cNvPr>
                <p14:cNvContentPartPr/>
                <p14:nvPr/>
              </p14:nvContentPartPr>
              <p14:xfrm>
                <a:off x="6996022" y="3333056"/>
                <a:ext cx="166680" cy="62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F475F84-BDDB-27C4-8BD3-B9319E60C69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87382" y="3324416"/>
                  <a:ext cx="184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E431E1-C1D0-FB02-B649-F0C70BBED03F}"/>
                    </a:ext>
                  </a:extLst>
                </p14:cNvPr>
                <p14:cNvContentPartPr/>
                <p14:nvPr/>
              </p14:nvContentPartPr>
              <p14:xfrm>
                <a:off x="7214182" y="3384896"/>
                <a:ext cx="9720" cy="6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E431E1-C1D0-FB02-B649-F0C70BBED0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05182" y="3376256"/>
                  <a:ext cx="27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9216BF-BCF3-8C31-30FE-7C94E47A0615}"/>
                    </a:ext>
                  </a:extLst>
                </p14:cNvPr>
                <p14:cNvContentPartPr/>
                <p14:nvPr/>
              </p14:nvContentPartPr>
              <p14:xfrm>
                <a:off x="7170622" y="3333416"/>
                <a:ext cx="75600" cy="5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9216BF-BCF3-8C31-30FE-7C94E47A06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61622" y="3324416"/>
                  <a:ext cx="93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3B2B3C-2C32-7D72-5E46-984C1E724597}"/>
                    </a:ext>
                  </a:extLst>
                </p14:cNvPr>
                <p14:cNvContentPartPr/>
                <p14:nvPr/>
              </p14:nvContentPartPr>
              <p14:xfrm>
                <a:off x="7283302" y="3271496"/>
                <a:ext cx="102600" cy="131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3B2B3C-2C32-7D72-5E46-984C1E72459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74302" y="3262496"/>
                  <a:ext cx="120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6508B16-6E7E-15AB-5FC8-EBBFD4C42A52}"/>
                    </a:ext>
                  </a:extLst>
                </p14:cNvPr>
                <p14:cNvContentPartPr/>
                <p14:nvPr/>
              </p14:nvContentPartPr>
              <p14:xfrm>
                <a:off x="7352062" y="3157736"/>
                <a:ext cx="87120" cy="224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6508B16-6E7E-15AB-5FC8-EBBFD4C42A5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43422" y="3148736"/>
                  <a:ext cx="104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91C532B-0430-ACB7-C8B0-1B4F57F6F1D7}"/>
                    </a:ext>
                  </a:extLst>
                </p14:cNvPr>
                <p14:cNvContentPartPr/>
                <p14:nvPr/>
              </p14:nvContentPartPr>
              <p14:xfrm>
                <a:off x="7367902" y="3289856"/>
                <a:ext cx="96120" cy="11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91C532B-0430-ACB7-C8B0-1B4F57F6F1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59262" y="3280856"/>
                  <a:ext cx="113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D40593-0F6E-7CC1-3431-A99991EF7D02}"/>
                    </a:ext>
                  </a:extLst>
                </p14:cNvPr>
                <p14:cNvContentPartPr/>
                <p14:nvPr/>
              </p14:nvContentPartPr>
              <p14:xfrm>
                <a:off x="7495342" y="3222536"/>
                <a:ext cx="59400" cy="146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D40593-0F6E-7CC1-3431-A99991EF7D0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86702" y="3213896"/>
                  <a:ext cx="77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E5C9DE-887C-A5C4-DD50-7BFE986F9BF5}"/>
                    </a:ext>
                  </a:extLst>
                </p14:cNvPr>
                <p14:cNvContentPartPr/>
                <p14:nvPr/>
              </p14:nvContentPartPr>
              <p14:xfrm>
                <a:off x="7616302" y="3284816"/>
                <a:ext cx="71280" cy="293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E5C9DE-887C-A5C4-DD50-7BFE986F9B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07302" y="3276176"/>
                  <a:ext cx="889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37F82E-92CD-63CE-9A51-EDC80D3551C3}"/>
                    </a:ext>
                  </a:extLst>
                </p14:cNvPr>
                <p14:cNvContentPartPr/>
                <p14:nvPr/>
              </p14:nvContentPartPr>
              <p14:xfrm>
                <a:off x="6266302" y="3709976"/>
                <a:ext cx="107280" cy="112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37F82E-92CD-63CE-9A51-EDC80D3551C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57302" y="3701336"/>
                  <a:ext cx="124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304B930-1A2C-E2AE-3BB0-28398893A3E3}"/>
                    </a:ext>
                  </a:extLst>
                </p14:cNvPr>
                <p14:cNvContentPartPr/>
                <p14:nvPr/>
              </p14:nvContentPartPr>
              <p14:xfrm>
                <a:off x="6406342" y="3730856"/>
                <a:ext cx="69480" cy="71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304B930-1A2C-E2AE-3BB0-28398893A3E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97342" y="3722216"/>
                  <a:ext cx="87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CB693C-8F19-5064-CE83-3E2151D577AC}"/>
                    </a:ext>
                  </a:extLst>
                </p14:cNvPr>
                <p14:cNvContentPartPr/>
                <p14:nvPr/>
              </p14:nvContentPartPr>
              <p14:xfrm>
                <a:off x="6490942" y="3744536"/>
                <a:ext cx="149400" cy="39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CB693C-8F19-5064-CE83-3E2151D577A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82302" y="3735536"/>
                  <a:ext cx="167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5FAA7B-905E-06A7-65E4-B92CFB9B538E}"/>
                    </a:ext>
                  </a:extLst>
                </p14:cNvPr>
                <p14:cNvContentPartPr/>
                <p14:nvPr/>
              </p14:nvContentPartPr>
              <p14:xfrm>
                <a:off x="6629542" y="3689456"/>
                <a:ext cx="124920" cy="10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5FAA7B-905E-06A7-65E4-B92CFB9B538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20542" y="3680456"/>
                  <a:ext cx="142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05A9AF-70B9-5247-8EE2-AF7D46B2B1F7}"/>
                    </a:ext>
                  </a:extLst>
                </p14:cNvPr>
                <p14:cNvContentPartPr/>
                <p14:nvPr/>
              </p14:nvContentPartPr>
              <p14:xfrm>
                <a:off x="6783262" y="3582896"/>
                <a:ext cx="79920" cy="223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05A9AF-70B9-5247-8EE2-AF7D46B2B1F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74622" y="3574256"/>
                  <a:ext cx="975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ABECB28-498D-A51D-1577-6FB1C29EC0CB}"/>
                    </a:ext>
                  </a:extLst>
                </p14:cNvPr>
                <p14:cNvContentPartPr/>
                <p14:nvPr/>
              </p14:nvContentPartPr>
              <p14:xfrm>
                <a:off x="6741142" y="3712856"/>
                <a:ext cx="132840" cy="46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ABECB28-498D-A51D-1577-6FB1C29EC0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32142" y="3703856"/>
                  <a:ext cx="150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BDB772E-294A-CCC8-C495-47FB3157CF8C}"/>
                    </a:ext>
                  </a:extLst>
                </p14:cNvPr>
                <p14:cNvContentPartPr/>
                <p14:nvPr/>
              </p14:nvContentPartPr>
              <p14:xfrm>
                <a:off x="6888742" y="3662456"/>
                <a:ext cx="33120" cy="10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BDB772E-294A-CCC8-C495-47FB3157CF8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80102" y="3653816"/>
                  <a:ext cx="507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1699FB5-EF04-1554-045E-E606BC8EAFC6}"/>
                    </a:ext>
                  </a:extLst>
                </p14:cNvPr>
                <p14:cNvContentPartPr/>
                <p14:nvPr/>
              </p14:nvContentPartPr>
              <p14:xfrm>
                <a:off x="6977302" y="3688736"/>
                <a:ext cx="119520" cy="68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1699FB5-EF04-1554-045E-E606BC8EAFC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968302" y="3679736"/>
                  <a:ext cx="1371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1EF4D6F-BC6A-A1BF-1DC0-F5CFEAAA0BA8}"/>
                    </a:ext>
                  </a:extLst>
                </p14:cNvPr>
                <p14:cNvContentPartPr/>
                <p14:nvPr/>
              </p14:nvContentPartPr>
              <p14:xfrm>
                <a:off x="7139662" y="3673256"/>
                <a:ext cx="21600" cy="691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1EF4D6F-BC6A-A1BF-1DC0-F5CFEAAA0B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30662" y="3664616"/>
                  <a:ext cx="39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6D00C40-FF8B-FC72-0AEB-2E1520989588}"/>
                    </a:ext>
                  </a:extLst>
                </p14:cNvPr>
                <p14:cNvContentPartPr/>
                <p14:nvPr/>
              </p14:nvContentPartPr>
              <p14:xfrm>
                <a:off x="7080982" y="3544376"/>
                <a:ext cx="8640" cy="7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6D00C40-FF8B-FC72-0AEB-2E152098958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72342" y="3535376"/>
                  <a:ext cx="262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ED6DDB6-A2C1-0DFB-0F09-FA11DA6C4A23}"/>
                    </a:ext>
                  </a:extLst>
                </p14:cNvPr>
                <p14:cNvContentPartPr/>
                <p14:nvPr/>
              </p14:nvContentPartPr>
              <p14:xfrm>
                <a:off x="7210222" y="3679016"/>
                <a:ext cx="85320" cy="47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ED6DDB6-A2C1-0DFB-0F09-FA11DA6C4A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01582" y="3670376"/>
                  <a:ext cx="102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A77018B-1DAD-60E2-494A-6871AF9B4D07}"/>
                    </a:ext>
                  </a:extLst>
                </p14:cNvPr>
                <p14:cNvContentPartPr/>
                <p14:nvPr/>
              </p14:nvContentPartPr>
              <p14:xfrm>
                <a:off x="7325782" y="3531416"/>
                <a:ext cx="84600" cy="200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A77018B-1DAD-60E2-494A-6871AF9B4D0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16782" y="3522776"/>
                  <a:ext cx="102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772F54-73BB-FA23-8358-EC2A7EB7CC64}"/>
                    </a:ext>
                  </a:extLst>
                </p14:cNvPr>
                <p14:cNvContentPartPr/>
                <p14:nvPr/>
              </p14:nvContentPartPr>
              <p14:xfrm>
                <a:off x="7317862" y="3625016"/>
                <a:ext cx="77400" cy="6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772F54-73BB-FA23-8358-EC2A7EB7CC6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09222" y="3616376"/>
                  <a:ext cx="95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A7A0039-E7C0-BD52-36E3-9587AA147F9B}"/>
                    </a:ext>
                  </a:extLst>
                </p14:cNvPr>
                <p14:cNvContentPartPr/>
                <p14:nvPr/>
              </p14:nvContentPartPr>
              <p14:xfrm>
                <a:off x="7277902" y="3694496"/>
                <a:ext cx="24120" cy="41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A7A0039-E7C0-BD52-36E3-9587AA147F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68902" y="3685856"/>
                  <a:ext cx="4176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3216A5A-C59B-1AF9-9A48-7E7487FAF6C2}"/>
                  </a:ext>
                </a:extLst>
              </p14:cNvPr>
              <p14:cNvContentPartPr/>
              <p14:nvPr/>
            </p14:nvContentPartPr>
            <p14:xfrm>
              <a:off x="6347302" y="4534736"/>
              <a:ext cx="1215720" cy="11988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3216A5A-C59B-1AF9-9A48-7E7487FAF6C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338662" y="4525736"/>
                <a:ext cx="1233360" cy="121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15774F3-42BF-8DEA-0488-0F8AA1BFC9DF}"/>
              </a:ext>
            </a:extLst>
          </p:cNvPr>
          <p:cNvGrpSpPr/>
          <p:nvPr/>
        </p:nvGrpSpPr>
        <p:grpSpPr>
          <a:xfrm>
            <a:off x="7872982" y="5657936"/>
            <a:ext cx="777600" cy="318240"/>
            <a:chOff x="7872982" y="5657936"/>
            <a:chExt cx="777600" cy="31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9A8AB0B-0811-B6B4-DA87-044A694E61EE}"/>
                    </a:ext>
                  </a:extLst>
                </p14:cNvPr>
                <p14:cNvContentPartPr/>
                <p14:nvPr/>
              </p14:nvContentPartPr>
              <p14:xfrm>
                <a:off x="7872982" y="5657936"/>
                <a:ext cx="192240" cy="268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9A8AB0B-0811-B6B4-DA87-044A694E61E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63982" y="5648936"/>
                  <a:ext cx="209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E58319-CA59-46A8-1A50-227C9E35DA96}"/>
                    </a:ext>
                  </a:extLst>
                </p14:cNvPr>
                <p14:cNvContentPartPr/>
                <p14:nvPr/>
              </p14:nvContentPartPr>
              <p14:xfrm>
                <a:off x="8118142" y="5783936"/>
                <a:ext cx="34560" cy="137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E58319-CA59-46A8-1A50-227C9E35DA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109142" y="5774936"/>
                  <a:ext cx="52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7D3A592-7508-32F7-93D1-B73922BC4439}"/>
                    </a:ext>
                  </a:extLst>
                </p14:cNvPr>
                <p14:cNvContentPartPr/>
                <p14:nvPr/>
              </p14:nvContentPartPr>
              <p14:xfrm>
                <a:off x="8250982" y="5811656"/>
                <a:ext cx="95040" cy="87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7D3A592-7508-32F7-93D1-B73922BC44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241982" y="5803016"/>
                  <a:ext cx="112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ADE5A65-713A-D5C9-5006-289158864F98}"/>
                    </a:ext>
                  </a:extLst>
                </p14:cNvPr>
                <p14:cNvContentPartPr/>
                <p14:nvPr/>
              </p14:nvContentPartPr>
              <p14:xfrm>
                <a:off x="8388862" y="5815976"/>
                <a:ext cx="113040" cy="64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ADE5A65-713A-D5C9-5006-289158864F9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80222" y="5806976"/>
                  <a:ext cx="130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4495B4F-A8C4-F496-F986-9804D0ED4455}"/>
                    </a:ext>
                  </a:extLst>
                </p14:cNvPr>
                <p14:cNvContentPartPr/>
                <p14:nvPr/>
              </p14:nvContentPartPr>
              <p14:xfrm>
                <a:off x="8556622" y="5778176"/>
                <a:ext cx="93960" cy="1980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4495B4F-A8C4-F496-F986-9804D0ED445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47622" y="5769176"/>
                  <a:ext cx="1116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0CCFFCB-9237-FAEC-1437-61FEB7582BB4}"/>
              </a:ext>
            </a:extLst>
          </p:cNvPr>
          <p:cNvGrpSpPr/>
          <p:nvPr/>
        </p:nvGrpSpPr>
        <p:grpSpPr>
          <a:xfrm>
            <a:off x="8865502" y="5598176"/>
            <a:ext cx="839880" cy="442440"/>
            <a:chOff x="8865502" y="5598176"/>
            <a:chExt cx="839880" cy="44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61CE904-41C6-3F63-7F9D-519571CBF917}"/>
                    </a:ext>
                  </a:extLst>
                </p14:cNvPr>
                <p14:cNvContentPartPr/>
                <p14:nvPr/>
              </p14:nvContentPartPr>
              <p14:xfrm>
                <a:off x="8865502" y="5598176"/>
                <a:ext cx="256320" cy="288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61CE904-41C6-3F63-7F9D-519571CBF9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56862" y="5589176"/>
                  <a:ext cx="2739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0ECABCF-A06B-4EE4-0C44-91723177A683}"/>
                    </a:ext>
                  </a:extLst>
                </p14:cNvPr>
                <p14:cNvContentPartPr/>
                <p14:nvPr/>
              </p14:nvContentPartPr>
              <p14:xfrm>
                <a:off x="9163942" y="5616896"/>
                <a:ext cx="91440" cy="252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0ECABCF-A06B-4EE4-0C44-91723177A68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54942" y="5607896"/>
                  <a:ext cx="109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4E5171B-63D4-C3E2-703A-2C81FA193EB9}"/>
                    </a:ext>
                  </a:extLst>
                </p14:cNvPr>
                <p14:cNvContentPartPr/>
                <p14:nvPr/>
              </p14:nvContentPartPr>
              <p14:xfrm>
                <a:off x="9291022" y="5743616"/>
                <a:ext cx="252360" cy="297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4E5171B-63D4-C3E2-703A-2C81FA193EB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82022" y="5734976"/>
                  <a:ext cx="2700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027A4B9-FD71-B058-CB4E-E16DCBC5CC7A}"/>
                    </a:ext>
                  </a:extLst>
                </p14:cNvPr>
                <p14:cNvContentPartPr/>
                <p14:nvPr/>
              </p14:nvContentPartPr>
              <p14:xfrm>
                <a:off x="9425662" y="5743976"/>
                <a:ext cx="24120" cy="30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027A4B9-FD71-B058-CB4E-E16DCBC5CC7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16662" y="5734976"/>
                  <a:ext cx="41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7E65E8E-302C-7F72-9D45-A12045B5D5B5}"/>
                    </a:ext>
                  </a:extLst>
                </p14:cNvPr>
                <p14:cNvContentPartPr/>
                <p14:nvPr/>
              </p14:nvContentPartPr>
              <p14:xfrm>
                <a:off x="9473542" y="5891216"/>
                <a:ext cx="231840" cy="421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7E65E8E-302C-7F72-9D45-A12045B5D5B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64542" y="5882216"/>
                  <a:ext cx="249480" cy="5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How to impose symmetry in a trainable kernel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914400" y="137160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777240" y="2560320"/>
            <a:ext cx="1042380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only one half of the taps (and the center tap for odd length).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Construct the other half by reversal inside the forward 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Autograd still trains the independent parameters, but every realized kernel remains symmetric.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This is an architectural inductive bias, not a post-hoc correction.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Picture 159" descr="eq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9" y="1464826"/>
            <a:ext cx="8243862" cy="59042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4B9FD0C8-2123-750C-4CC9-88430517E07F}"/>
              </a:ext>
            </a:extLst>
          </p:cNvPr>
          <p:cNvGrpSpPr/>
          <p:nvPr/>
        </p:nvGrpSpPr>
        <p:grpSpPr>
          <a:xfrm>
            <a:off x="3275422" y="2243336"/>
            <a:ext cx="6611040" cy="1879560"/>
            <a:chOff x="3275422" y="2243336"/>
            <a:chExt cx="6611040" cy="187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F6C98DE-EDC0-5200-49DE-56D8A0666FC1}"/>
                    </a:ext>
                  </a:extLst>
                </p14:cNvPr>
                <p14:cNvContentPartPr/>
                <p14:nvPr/>
              </p14:nvContentPartPr>
              <p14:xfrm>
                <a:off x="3275422" y="2243336"/>
                <a:ext cx="3581280" cy="482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F6C98DE-EDC0-5200-49DE-56D8A0666FC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66422" y="2234696"/>
                  <a:ext cx="35989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ED3A12E-3F89-2B16-EBE9-FDFAAF8E0990}"/>
                    </a:ext>
                  </a:extLst>
                </p14:cNvPr>
                <p14:cNvContentPartPr/>
                <p14:nvPr/>
              </p14:nvContentPartPr>
              <p14:xfrm>
                <a:off x="5677702" y="2368256"/>
                <a:ext cx="1128240" cy="1531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ED3A12E-3F89-2B16-EBE9-FDFAAF8E099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668702" y="2359616"/>
                  <a:ext cx="1145880" cy="15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DA68CBB-F1B4-B4FA-18E9-5072DDD2A76D}"/>
                    </a:ext>
                  </a:extLst>
                </p14:cNvPr>
                <p14:cNvContentPartPr/>
                <p14:nvPr/>
              </p14:nvContentPartPr>
              <p14:xfrm>
                <a:off x="5695702" y="2330096"/>
                <a:ext cx="109080" cy="59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DA68CBB-F1B4-B4FA-18E9-5072DDD2A7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87062" y="2321456"/>
                  <a:ext cx="126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AF87269-B7DF-6F59-E21A-11CEF30218E1}"/>
                    </a:ext>
                  </a:extLst>
                </p14:cNvPr>
                <p14:cNvContentPartPr/>
                <p14:nvPr/>
              </p14:nvContentPartPr>
              <p14:xfrm>
                <a:off x="6948142" y="3880976"/>
                <a:ext cx="238320" cy="241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AF87269-B7DF-6F59-E21A-11CEF30218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39502" y="3871976"/>
                  <a:ext cx="2559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A3251E9-7BC8-F1E5-4374-0311664B2F88}"/>
                    </a:ext>
                  </a:extLst>
                </p14:cNvPr>
                <p14:cNvContentPartPr/>
                <p14:nvPr/>
              </p14:nvContentPartPr>
              <p14:xfrm>
                <a:off x="7176742" y="3864776"/>
                <a:ext cx="122040" cy="211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A3251E9-7BC8-F1E5-4374-0311664B2F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68102" y="3855776"/>
                  <a:ext cx="1396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5BCC546-C5A1-2513-C00E-428F89D5A908}"/>
                    </a:ext>
                  </a:extLst>
                </p14:cNvPr>
                <p14:cNvContentPartPr/>
                <p14:nvPr/>
              </p14:nvContentPartPr>
              <p14:xfrm>
                <a:off x="7160902" y="3965936"/>
                <a:ext cx="138600" cy="10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5BCC546-C5A1-2513-C00E-428F89D5A90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52262" y="3956936"/>
                  <a:ext cx="156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7625A7C-2E66-9777-88F1-EC4614A63B33}"/>
                    </a:ext>
                  </a:extLst>
                </p14:cNvPr>
                <p14:cNvContentPartPr/>
                <p14:nvPr/>
              </p14:nvContentPartPr>
              <p14:xfrm>
                <a:off x="7479502" y="3887816"/>
                <a:ext cx="199080" cy="181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7625A7C-2E66-9777-88F1-EC4614A63B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70502" y="3879176"/>
                  <a:ext cx="216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31744FA-C4C0-6A1D-1DCA-B4AE984B80FC}"/>
                    </a:ext>
                  </a:extLst>
                </p14:cNvPr>
                <p14:cNvContentPartPr/>
                <p14:nvPr/>
              </p14:nvContentPartPr>
              <p14:xfrm>
                <a:off x="7708462" y="3923096"/>
                <a:ext cx="185040" cy="170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31744FA-C4C0-6A1D-1DCA-B4AE984B80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99462" y="3914456"/>
                  <a:ext cx="202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4E1B17-C9A9-CE33-CC5F-D7004EE5929D}"/>
                    </a:ext>
                  </a:extLst>
                </p14:cNvPr>
                <p14:cNvContentPartPr/>
                <p14:nvPr/>
              </p14:nvContentPartPr>
              <p14:xfrm>
                <a:off x="8080702" y="3907256"/>
                <a:ext cx="94680" cy="176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4E1B17-C9A9-CE33-CC5F-D7004EE592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1702" y="3898616"/>
                  <a:ext cx="112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D2D498D-5019-89C8-E2C4-3BE2AC1FDABE}"/>
                    </a:ext>
                  </a:extLst>
                </p14:cNvPr>
                <p14:cNvContentPartPr/>
                <p14:nvPr/>
              </p14:nvContentPartPr>
              <p14:xfrm>
                <a:off x="8047582" y="4002656"/>
                <a:ext cx="118440" cy="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D2D498D-5019-89C8-E2C4-3BE2AC1FDAB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38582" y="3994016"/>
                  <a:ext cx="136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A49A0AD-BB84-BD28-3BAD-2D8B9F7AE8CA}"/>
                    </a:ext>
                  </a:extLst>
                </p14:cNvPr>
                <p14:cNvContentPartPr/>
                <p14:nvPr/>
              </p14:nvContentPartPr>
              <p14:xfrm>
                <a:off x="8202022" y="3946136"/>
                <a:ext cx="52560" cy="125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A49A0AD-BB84-BD28-3BAD-2D8B9F7AE8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193382" y="3937136"/>
                  <a:ext cx="70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51568DA-A348-8160-F266-F936153645EF}"/>
                    </a:ext>
                  </a:extLst>
                </p14:cNvPr>
                <p14:cNvContentPartPr/>
                <p14:nvPr/>
              </p14:nvContentPartPr>
              <p14:xfrm>
                <a:off x="8306782" y="3992576"/>
                <a:ext cx="134640" cy="74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51568DA-A348-8160-F266-F936153645E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97782" y="3983936"/>
                  <a:ext cx="152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F28EA90-F659-0D78-CA94-D72D13124D5F}"/>
                    </a:ext>
                  </a:extLst>
                </p14:cNvPr>
                <p14:cNvContentPartPr/>
                <p14:nvPr/>
              </p14:nvContentPartPr>
              <p14:xfrm>
                <a:off x="8468782" y="4008416"/>
                <a:ext cx="43920" cy="58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F28EA90-F659-0D78-CA94-D72D13124D5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59782" y="3999416"/>
                  <a:ext cx="61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DBD74D-B232-E5B2-B2DB-7537D3F62D0D}"/>
                    </a:ext>
                  </a:extLst>
                </p14:cNvPr>
                <p14:cNvContentPartPr/>
                <p14:nvPr/>
              </p14:nvContentPartPr>
              <p14:xfrm>
                <a:off x="8436742" y="3907256"/>
                <a:ext cx="16920" cy="36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DBD74D-B232-E5B2-B2DB-7537D3F62D0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428102" y="3898616"/>
                  <a:ext cx="34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CF0F27-F7F4-3340-CBE6-B898632AF00A}"/>
                    </a:ext>
                  </a:extLst>
                </p14:cNvPr>
                <p14:cNvContentPartPr/>
                <p14:nvPr/>
              </p14:nvContentPartPr>
              <p14:xfrm>
                <a:off x="8516662" y="4003016"/>
                <a:ext cx="147600" cy="70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CF0F27-F7F4-3340-CBE6-B898632AF00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07662" y="3994016"/>
                  <a:ext cx="165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FFF4F5C-4A47-6636-4E75-127C6583B8EC}"/>
                    </a:ext>
                  </a:extLst>
                </p14:cNvPr>
                <p14:cNvContentPartPr/>
                <p14:nvPr/>
              </p14:nvContentPartPr>
              <p14:xfrm>
                <a:off x="8776942" y="3848936"/>
                <a:ext cx="90720" cy="198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FFF4F5C-4A47-6636-4E75-127C6583B8E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768302" y="3839936"/>
                  <a:ext cx="108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FE3192-C3BD-915F-8F27-97E321AF9552}"/>
                    </a:ext>
                  </a:extLst>
                </p14:cNvPr>
                <p14:cNvContentPartPr/>
                <p14:nvPr/>
              </p14:nvContentPartPr>
              <p14:xfrm>
                <a:off x="8782342" y="3862976"/>
                <a:ext cx="276480" cy="177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FE3192-C3BD-915F-8F27-97E321AF95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73342" y="3854336"/>
                  <a:ext cx="294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4BF5540-F702-6828-4773-C8ACB12F40CB}"/>
                    </a:ext>
                  </a:extLst>
                </p14:cNvPr>
                <p14:cNvContentPartPr/>
                <p14:nvPr/>
              </p14:nvContentPartPr>
              <p14:xfrm>
                <a:off x="9053422" y="3970976"/>
                <a:ext cx="30600" cy="53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4BF5540-F702-6828-4773-C8ACB12F40C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44782" y="3962336"/>
                  <a:ext cx="48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C7CB9B-F007-14E9-661C-76F046998004}"/>
                    </a:ext>
                  </a:extLst>
                </p14:cNvPr>
                <p14:cNvContentPartPr/>
                <p14:nvPr/>
              </p14:nvContentPartPr>
              <p14:xfrm>
                <a:off x="9021382" y="3831656"/>
                <a:ext cx="5760" cy="25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C7CB9B-F007-14E9-661C-76F0469980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12382" y="3822656"/>
                  <a:ext cx="23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06986F-5922-7BA4-7F10-0764951667B3}"/>
                    </a:ext>
                  </a:extLst>
                </p14:cNvPr>
                <p14:cNvContentPartPr/>
                <p14:nvPr/>
              </p14:nvContentPartPr>
              <p14:xfrm>
                <a:off x="9095542" y="3902936"/>
                <a:ext cx="83880" cy="1101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06986F-5922-7BA4-7F10-0764951667B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86902" y="3893936"/>
                  <a:ext cx="101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58FD43-30F9-A455-F47B-C6A0C794B1B6}"/>
                    </a:ext>
                  </a:extLst>
                </p14:cNvPr>
                <p14:cNvContentPartPr/>
                <p14:nvPr/>
              </p14:nvContentPartPr>
              <p14:xfrm>
                <a:off x="9344662" y="3927056"/>
                <a:ext cx="81000" cy="177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58FD43-30F9-A455-F47B-C6A0C794B1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36022" y="3918416"/>
                  <a:ext cx="986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EE58675-8070-C556-6038-8E9AFBB4D86B}"/>
                    </a:ext>
                  </a:extLst>
                </p14:cNvPr>
                <p14:cNvContentPartPr/>
                <p14:nvPr/>
              </p14:nvContentPartPr>
              <p14:xfrm>
                <a:off x="9471022" y="3879176"/>
                <a:ext cx="211320" cy="9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EE58675-8070-C556-6038-8E9AFBB4D86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62022" y="3870536"/>
                  <a:ext cx="228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C84A2F-EA88-167F-5344-1DB1CE342942}"/>
                    </a:ext>
                  </a:extLst>
                </p14:cNvPr>
                <p14:cNvContentPartPr/>
                <p14:nvPr/>
              </p14:nvContentPartPr>
              <p14:xfrm>
                <a:off x="9781702" y="3784856"/>
                <a:ext cx="104760" cy="209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C84A2F-EA88-167F-5344-1DB1CE34294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73062" y="3776216"/>
                  <a:ext cx="122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3AD4B0E-303B-0E8D-4FDF-A2A2BE7F0189}"/>
                    </a:ext>
                  </a:extLst>
                </p14:cNvPr>
                <p14:cNvContentPartPr/>
                <p14:nvPr/>
              </p14:nvContentPartPr>
              <p14:xfrm>
                <a:off x="9793942" y="3864776"/>
                <a:ext cx="68040" cy="25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3AD4B0E-303B-0E8D-4FDF-A2A2BE7F01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85302" y="3855776"/>
                  <a:ext cx="85680" cy="4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B40FB7F-5231-D363-4813-C0CE41933694}"/>
                  </a:ext>
                </a:extLst>
              </p14:cNvPr>
              <p14:cNvContentPartPr/>
              <p14:nvPr/>
            </p14:nvContentPartPr>
            <p14:xfrm>
              <a:off x="7157302" y="2242976"/>
              <a:ext cx="2710080" cy="59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B40FB7F-5231-D363-4813-C0CE4193369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48302" y="2233976"/>
                <a:ext cx="27277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AB1B1D4-D03A-058E-3A8A-27E5D730A022}"/>
                  </a:ext>
                </a:extLst>
              </p14:cNvPr>
              <p14:cNvContentPartPr/>
              <p14:nvPr/>
            </p14:nvContentPartPr>
            <p14:xfrm>
              <a:off x="8819422" y="2394176"/>
              <a:ext cx="149040" cy="1436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AB1B1D4-D03A-058E-3A8A-27E5D730A02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810422" y="2385176"/>
                <a:ext cx="1666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87BA669-16F5-4BB3-1E17-2B54B03DD59F}"/>
                  </a:ext>
                </a:extLst>
              </p14:cNvPr>
              <p14:cNvContentPartPr/>
              <p14:nvPr/>
            </p14:nvContentPartPr>
            <p14:xfrm>
              <a:off x="8770462" y="2330096"/>
              <a:ext cx="118080" cy="565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87BA669-16F5-4BB3-1E17-2B54B03DD59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761822" y="2321096"/>
                <a:ext cx="1357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373D2EE-B0F6-9CCA-7FCD-B4D7E4A5F446}"/>
                  </a:ext>
                </a:extLst>
              </p14:cNvPr>
              <p14:cNvContentPartPr/>
              <p14:nvPr/>
            </p14:nvContentPartPr>
            <p14:xfrm>
              <a:off x="9112822" y="2474096"/>
              <a:ext cx="119160" cy="116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373D2EE-B0F6-9CCA-7FCD-B4D7E4A5F4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104182" y="2465096"/>
                <a:ext cx="1368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907E9C2-DF0F-00F4-FA1D-EE9050E87D18}"/>
                  </a:ext>
                </a:extLst>
              </p14:cNvPr>
              <p14:cNvContentPartPr/>
              <p14:nvPr/>
            </p14:nvContentPartPr>
            <p14:xfrm>
              <a:off x="9259702" y="2531696"/>
              <a:ext cx="119520" cy="45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907E9C2-DF0F-00F4-FA1D-EE9050E87D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251062" y="2522696"/>
                <a:ext cx="1371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658E0A1-3FD2-356B-FE84-C7300D27FB59}"/>
                  </a:ext>
                </a:extLst>
              </p14:cNvPr>
              <p14:cNvContentPartPr/>
              <p14:nvPr/>
            </p14:nvContentPartPr>
            <p14:xfrm>
              <a:off x="9383182" y="2402816"/>
              <a:ext cx="138240" cy="171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658E0A1-3FD2-356B-FE84-C7300D27FB5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374182" y="2393816"/>
                <a:ext cx="1558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52559F2-3AA7-2990-D9F5-81DF790F91DC}"/>
                  </a:ext>
                </a:extLst>
              </p14:cNvPr>
              <p14:cNvContentPartPr/>
              <p14:nvPr/>
            </p14:nvContentPartPr>
            <p14:xfrm>
              <a:off x="9582262" y="2484896"/>
              <a:ext cx="106560" cy="110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52559F2-3AA7-2990-D9F5-81DF790F91D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573262" y="2476256"/>
                <a:ext cx="12420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78A6044-66FB-E0BF-D4BC-C0D8C04C4120}"/>
                  </a:ext>
                </a:extLst>
              </p14:cNvPr>
              <p14:cNvContentPartPr/>
              <p14:nvPr/>
            </p14:nvContentPartPr>
            <p14:xfrm>
              <a:off x="9685942" y="2392016"/>
              <a:ext cx="70920" cy="1548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78A6044-66FB-E0BF-D4BC-C0D8C04C412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677302" y="2383376"/>
                <a:ext cx="885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6211509-395D-698F-D0A7-4B9F53ECBAC1}"/>
                  </a:ext>
                </a:extLst>
              </p14:cNvPr>
              <p14:cNvContentPartPr/>
              <p14:nvPr/>
            </p14:nvContentPartPr>
            <p14:xfrm>
              <a:off x="9690622" y="2481296"/>
              <a:ext cx="91440" cy="19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6211509-395D-698F-D0A7-4B9F53ECBAC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681982" y="2472656"/>
                <a:ext cx="10908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6DC337B-5567-F57C-E765-F593E812762A}"/>
                  </a:ext>
                </a:extLst>
              </p14:cNvPr>
              <p14:cNvContentPartPr/>
              <p14:nvPr/>
            </p14:nvContentPartPr>
            <p14:xfrm>
              <a:off x="9850822" y="2525216"/>
              <a:ext cx="5400" cy="266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6DC337B-5567-F57C-E765-F593E812762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842182" y="2516216"/>
                <a:ext cx="2304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52B6AE8-AFE7-03F6-FBE0-2DF5E0B86D3B}"/>
                  </a:ext>
                </a:extLst>
              </p14:cNvPr>
              <p14:cNvContentPartPr/>
              <p14:nvPr/>
            </p14:nvContentPartPr>
            <p14:xfrm>
              <a:off x="9765862" y="2390936"/>
              <a:ext cx="6840" cy="14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52B6AE8-AFE7-03F6-FBE0-2DF5E0B86D3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56862" y="2382296"/>
                <a:ext cx="244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9358DA0-0992-4D28-8B46-EF9DAF2E6D4F}"/>
                  </a:ext>
                </a:extLst>
              </p14:cNvPr>
              <p14:cNvContentPartPr/>
              <p14:nvPr/>
            </p14:nvContentPartPr>
            <p14:xfrm>
              <a:off x="9893302" y="2392016"/>
              <a:ext cx="79200" cy="1706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9358DA0-0992-4D28-8B46-EF9DAF2E6D4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884662" y="2383376"/>
                <a:ext cx="9684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82C3E29-791C-4A0B-A06A-612D65D876E9}"/>
                  </a:ext>
                </a:extLst>
              </p14:cNvPr>
              <p14:cNvContentPartPr/>
              <p14:nvPr/>
            </p14:nvContentPartPr>
            <p14:xfrm>
              <a:off x="9911662" y="2493176"/>
              <a:ext cx="56520" cy="57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82C3E29-791C-4A0B-A06A-612D65D876E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03022" y="2484176"/>
                <a:ext cx="74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C83D98-ABFB-A8EA-07C0-EE1FE89DFFB1}"/>
                  </a:ext>
                </a:extLst>
              </p14:cNvPr>
              <p14:cNvContentPartPr/>
              <p14:nvPr/>
            </p14:nvContentPartPr>
            <p14:xfrm>
              <a:off x="10031542" y="2498576"/>
              <a:ext cx="87480" cy="334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C83D98-ABFB-A8EA-07C0-EE1FE89DFFB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22902" y="2489576"/>
                <a:ext cx="1051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78E0615-94D0-4846-E1DB-2F6705A8D6E9}"/>
                  </a:ext>
                </a:extLst>
              </p14:cNvPr>
              <p14:cNvContentPartPr/>
              <p14:nvPr/>
            </p14:nvContentPartPr>
            <p14:xfrm>
              <a:off x="10143142" y="2349536"/>
              <a:ext cx="62640" cy="1868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78E0615-94D0-4846-E1DB-2F6705A8D6E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34502" y="2340896"/>
                <a:ext cx="802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5257C8E-28E4-416B-DB18-D38D2E468FD8}"/>
                  </a:ext>
                </a:extLst>
              </p14:cNvPr>
              <p14:cNvContentPartPr/>
              <p14:nvPr/>
            </p14:nvContentPartPr>
            <p14:xfrm>
              <a:off x="10139542" y="2445296"/>
              <a:ext cx="46800" cy="82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5257C8E-28E4-416B-DB18-D38D2E468FD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30542" y="2436656"/>
                <a:ext cx="644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D6C3EEB-1996-4D3F-9E73-F63D20363E78}"/>
                  </a:ext>
                </a:extLst>
              </p14:cNvPr>
              <p14:cNvContentPartPr/>
              <p14:nvPr/>
            </p14:nvContentPartPr>
            <p14:xfrm>
              <a:off x="10264822" y="2434136"/>
              <a:ext cx="149760" cy="1177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D6C3EEB-1996-4D3F-9E73-F63D20363E7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56182" y="2425136"/>
                <a:ext cx="167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2DA43EC-6D57-3193-2B91-62B4418A60E4}"/>
                  </a:ext>
                </a:extLst>
              </p14:cNvPr>
              <p14:cNvContentPartPr/>
              <p14:nvPr/>
            </p14:nvContentPartPr>
            <p14:xfrm>
              <a:off x="10600342" y="2365736"/>
              <a:ext cx="96120" cy="165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2DA43EC-6D57-3193-2B91-62B4418A60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591702" y="2356736"/>
                <a:ext cx="1137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DAF0CD8-FFF5-F640-D78D-EEA00238D239}"/>
                  </a:ext>
                </a:extLst>
              </p14:cNvPr>
              <p14:cNvContentPartPr/>
              <p14:nvPr/>
            </p14:nvContentPartPr>
            <p14:xfrm>
              <a:off x="10568662" y="2331536"/>
              <a:ext cx="398880" cy="179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DAF0CD8-FFF5-F640-D78D-EEA00238D23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559662" y="2322896"/>
                <a:ext cx="41652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BF97B32-33ED-EAF7-F090-000C35E5A422}"/>
                  </a:ext>
                </a:extLst>
              </p14:cNvPr>
              <p14:cNvContentPartPr/>
              <p14:nvPr/>
            </p14:nvContentPartPr>
            <p14:xfrm>
              <a:off x="10871782" y="2344496"/>
              <a:ext cx="360" cy="169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BF97B32-33ED-EAF7-F090-000C35E5A42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862782" y="2335496"/>
                <a:ext cx="180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51C47AF-2CAB-AEBE-9412-0E4B49BDCE41}"/>
                  </a:ext>
                </a:extLst>
              </p14:cNvPr>
              <p14:cNvContentPartPr/>
              <p14:nvPr/>
            </p14:nvContentPartPr>
            <p14:xfrm>
              <a:off x="10986622" y="2408936"/>
              <a:ext cx="104040" cy="120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51C47AF-2CAB-AEBE-9412-0E4B49BDCE4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7982" y="2399936"/>
                <a:ext cx="12168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4DFA300-B5B2-DBF7-01ED-6CCD5AF97CE3}"/>
                  </a:ext>
                </a:extLst>
              </p14:cNvPr>
              <p14:cNvContentPartPr/>
              <p14:nvPr/>
            </p14:nvContentPartPr>
            <p14:xfrm>
              <a:off x="9307942" y="2785856"/>
              <a:ext cx="81360" cy="178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4DFA300-B5B2-DBF7-01ED-6CCD5AF97CE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298942" y="2776856"/>
                <a:ext cx="990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5F8B302-05F5-12CD-6ACB-2D50858328AB}"/>
                  </a:ext>
                </a:extLst>
              </p14:cNvPr>
              <p14:cNvContentPartPr/>
              <p14:nvPr/>
            </p14:nvContentPartPr>
            <p14:xfrm>
              <a:off x="9413062" y="2809256"/>
              <a:ext cx="139680" cy="61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5F8B302-05F5-12CD-6ACB-2D50858328A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404422" y="2800616"/>
                <a:ext cx="1573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CE9E192-80E4-5D9D-FF07-DDAFAC4B3D45}"/>
                  </a:ext>
                </a:extLst>
              </p14:cNvPr>
              <p14:cNvContentPartPr/>
              <p14:nvPr/>
            </p14:nvContentPartPr>
            <p14:xfrm>
              <a:off x="9600982" y="2785856"/>
              <a:ext cx="52200" cy="64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CE9E192-80E4-5D9D-FF07-DDAFAC4B3D4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592342" y="2776856"/>
                <a:ext cx="698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4F1F3DB-E3B6-C517-0817-EB7FBC2C7002}"/>
                  </a:ext>
                </a:extLst>
              </p14:cNvPr>
              <p14:cNvContentPartPr/>
              <p14:nvPr/>
            </p14:nvContentPartPr>
            <p14:xfrm>
              <a:off x="9664702" y="2689736"/>
              <a:ext cx="75240" cy="1710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4F1F3DB-E3B6-C517-0817-EB7FBC2C700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56062" y="2681096"/>
                <a:ext cx="928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0FA1833-E3CD-945B-F771-D2BA733D1E6E}"/>
                  </a:ext>
                </a:extLst>
              </p14:cNvPr>
              <p14:cNvContentPartPr/>
              <p14:nvPr/>
            </p14:nvContentPartPr>
            <p14:xfrm>
              <a:off x="9679462" y="2805656"/>
              <a:ext cx="70920" cy="43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0FA1833-E3CD-945B-F771-D2BA733D1E6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670462" y="2796656"/>
                <a:ext cx="885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F04312C-090D-C3C6-776F-49CE43200AAB}"/>
                  </a:ext>
                </a:extLst>
              </p14:cNvPr>
              <p14:cNvContentPartPr/>
              <p14:nvPr/>
            </p14:nvContentPartPr>
            <p14:xfrm>
              <a:off x="9954142" y="2790896"/>
              <a:ext cx="162360" cy="74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F04312C-090D-C3C6-776F-49CE43200AA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945142" y="2781896"/>
                <a:ext cx="1800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E4B458E1-93A5-D0D5-F246-9818D9FC081B}"/>
                  </a:ext>
                </a:extLst>
              </p14:cNvPr>
              <p14:cNvContentPartPr/>
              <p14:nvPr/>
            </p14:nvContentPartPr>
            <p14:xfrm>
              <a:off x="10131262" y="2752016"/>
              <a:ext cx="53280" cy="119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E4B458E1-93A5-D0D5-F246-9818D9FC081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22262" y="2743016"/>
                <a:ext cx="709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E92D350-828B-754C-1CB9-D5FF791AD340}"/>
                  </a:ext>
                </a:extLst>
              </p14:cNvPr>
              <p14:cNvContentPartPr/>
              <p14:nvPr/>
            </p14:nvContentPartPr>
            <p14:xfrm>
              <a:off x="10244302" y="2812136"/>
              <a:ext cx="14400" cy="44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E92D350-828B-754C-1CB9-D5FF791AD34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235302" y="2803136"/>
                <a:ext cx="320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C8AF1E6D-F711-2D0A-37B8-25CB98BE8A92}"/>
                  </a:ext>
                </a:extLst>
              </p14:cNvPr>
              <p14:cNvContentPartPr/>
              <p14:nvPr/>
            </p14:nvContentPartPr>
            <p14:xfrm>
              <a:off x="10212262" y="2710976"/>
              <a:ext cx="4680" cy="183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C8AF1E6D-F711-2D0A-37B8-25CB98BE8A9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03622" y="2702336"/>
                <a:ext cx="22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7F1D34E-3CE6-94CC-FFF5-CC41CCB2EDCF}"/>
                  </a:ext>
                </a:extLst>
              </p14:cNvPr>
              <p14:cNvContentPartPr/>
              <p14:nvPr/>
            </p14:nvContentPartPr>
            <p14:xfrm>
              <a:off x="10281382" y="2786936"/>
              <a:ext cx="121680" cy="536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7F1D34E-3CE6-94CC-FFF5-CC41CCB2EDC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72742" y="2777936"/>
                <a:ext cx="1393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33A50F3-0B97-B7D0-42EE-FB92A28C2E56}"/>
                  </a:ext>
                </a:extLst>
              </p14:cNvPr>
              <p14:cNvContentPartPr/>
              <p14:nvPr/>
            </p14:nvContentPartPr>
            <p14:xfrm>
              <a:off x="10467502" y="2787656"/>
              <a:ext cx="80280" cy="281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33A50F3-0B97-B7D0-42EE-FB92A28C2E5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0458862" y="2779016"/>
                <a:ext cx="9792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22050F8-4151-FF89-7E6C-5D411BD30CF2}"/>
              </a:ext>
            </a:extLst>
          </p:cNvPr>
          <p:cNvGrpSpPr/>
          <p:nvPr/>
        </p:nvGrpSpPr>
        <p:grpSpPr>
          <a:xfrm>
            <a:off x="10718062" y="2615576"/>
            <a:ext cx="1099440" cy="389520"/>
            <a:chOff x="10718062" y="2615576"/>
            <a:chExt cx="109944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DFE0DC-D9BB-5FED-FE92-4AA853E62B4E}"/>
                    </a:ext>
                  </a:extLst>
                </p14:cNvPr>
                <p14:cNvContentPartPr/>
                <p14:nvPr/>
              </p14:nvContentPartPr>
              <p14:xfrm>
                <a:off x="10718062" y="2778656"/>
                <a:ext cx="72000" cy="11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DFE0DC-D9BB-5FED-FE92-4AA853E62B4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09422" y="2769656"/>
                  <a:ext cx="89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BE4ACE-DF4A-F5D9-10C0-4D17D94715C1}"/>
                    </a:ext>
                  </a:extLst>
                </p14:cNvPr>
                <p14:cNvContentPartPr/>
                <p14:nvPr/>
              </p14:nvContentPartPr>
              <p14:xfrm>
                <a:off x="10802662" y="2827976"/>
                <a:ext cx="126360" cy="177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BE4ACE-DF4A-F5D9-10C0-4D17D94715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93662" y="2819336"/>
                  <a:ext cx="144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C476646-5B09-2E33-A5A7-E274F6B0D4F6}"/>
                    </a:ext>
                  </a:extLst>
                </p14:cNvPr>
                <p14:cNvContentPartPr/>
                <p14:nvPr/>
              </p14:nvContentPartPr>
              <p14:xfrm>
                <a:off x="10956742" y="2790176"/>
                <a:ext cx="216000" cy="75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C476646-5B09-2E33-A5A7-E274F6B0D4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47742" y="2781176"/>
                  <a:ext cx="233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F4817C-FEB6-ED44-3E7F-C152262F3E45}"/>
                    </a:ext>
                  </a:extLst>
                </p14:cNvPr>
                <p14:cNvContentPartPr/>
                <p14:nvPr/>
              </p14:nvContentPartPr>
              <p14:xfrm>
                <a:off x="11179942" y="2775056"/>
                <a:ext cx="180720" cy="62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F4817C-FEB6-ED44-3E7F-C152262F3E4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71302" y="2766056"/>
                  <a:ext cx="198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2FC6615-2EFF-5479-A0E8-D294029AFBDA}"/>
                    </a:ext>
                  </a:extLst>
                </p14:cNvPr>
                <p14:cNvContentPartPr/>
                <p14:nvPr/>
              </p14:nvContentPartPr>
              <p14:xfrm>
                <a:off x="11381902" y="2721056"/>
                <a:ext cx="92880" cy="1162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2FC6615-2EFF-5479-A0E8-D294029AFB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72902" y="2712416"/>
                  <a:ext cx="110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13A9C6C-2E1A-B407-D63F-5BFCFB104CF4}"/>
                    </a:ext>
                  </a:extLst>
                </p14:cNvPr>
                <p14:cNvContentPartPr/>
                <p14:nvPr/>
              </p14:nvContentPartPr>
              <p14:xfrm>
                <a:off x="11451022" y="2615576"/>
                <a:ext cx="107280" cy="229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13A9C6C-2E1A-B407-D63F-5BFCFB104CF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442382" y="2606576"/>
                  <a:ext cx="124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2B1643-221F-1E9F-1DE4-782178770E9D}"/>
                    </a:ext>
                  </a:extLst>
                </p14:cNvPr>
                <p14:cNvContentPartPr/>
                <p14:nvPr/>
              </p14:nvContentPartPr>
              <p14:xfrm>
                <a:off x="11457502" y="2723576"/>
                <a:ext cx="105840" cy="9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2B1643-221F-1E9F-1DE4-782178770E9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448502" y="2714936"/>
                  <a:ext cx="1234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B9AA242-B62C-8E91-CD7E-9B793DDA0022}"/>
                    </a:ext>
                  </a:extLst>
                </p14:cNvPr>
                <p14:cNvContentPartPr/>
                <p14:nvPr/>
              </p14:nvContentPartPr>
              <p14:xfrm>
                <a:off x="11615542" y="2706296"/>
                <a:ext cx="43200" cy="1062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B9AA242-B62C-8E91-CD7E-9B793DDA002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606542" y="2697656"/>
                  <a:ext cx="60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894047-7D55-FDF8-798A-ACA91FCE514F}"/>
                    </a:ext>
                  </a:extLst>
                </p14:cNvPr>
                <p14:cNvContentPartPr/>
                <p14:nvPr/>
              </p14:nvContentPartPr>
              <p14:xfrm>
                <a:off x="11695462" y="2728616"/>
                <a:ext cx="122040" cy="2664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894047-7D55-FDF8-798A-ACA91FCE514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686822" y="2719976"/>
                  <a:ext cx="139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97C17B-2A99-5F8C-6C08-D954888CE101}"/>
                    </a:ext>
                  </a:extLst>
                </p14:cNvPr>
                <p14:cNvContentPartPr/>
                <p14:nvPr/>
              </p14:nvContentPartPr>
              <p14:xfrm>
                <a:off x="11429782" y="2802056"/>
                <a:ext cx="79920" cy="64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97C17B-2A99-5F8C-6C08-D954888CE10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421142" y="2793056"/>
                  <a:ext cx="97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A3E2C6E-D2BB-B578-20A8-E5440806599C}"/>
                    </a:ext>
                  </a:extLst>
                </p14:cNvPr>
                <p14:cNvContentPartPr/>
                <p14:nvPr/>
              </p14:nvContentPartPr>
              <p14:xfrm>
                <a:off x="11459662" y="2806376"/>
                <a:ext cx="60480" cy="27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A3E2C6E-D2BB-B578-20A8-E5440806599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450662" y="2797736"/>
                  <a:ext cx="78120" cy="45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PyTorch symmetry parameterization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822960" y="1325880"/>
            <a:ext cx="10423800" cy="448020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half = nn.Parameter(torch.randn(R))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center = nn.Parameter(torch.randn(1))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def kernel(self):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return torch.cat([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self.half,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self.center,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    torch.flip(self.half, dims=[0])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    ])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Use the constructed kernel in conv1d.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Symmetry is exact at every optimizer step.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3C2EF2-3627-201E-1F56-16A90EBE44A1}"/>
                  </a:ext>
                </a:extLst>
              </p14:cNvPr>
              <p14:cNvContentPartPr/>
              <p14:nvPr/>
            </p14:nvContentPartPr>
            <p14:xfrm>
              <a:off x="2893102" y="2556896"/>
              <a:ext cx="291600" cy="16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3C2EF2-3627-201E-1F56-16A90EBE44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4102" y="2547896"/>
                <a:ext cx="30924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104C6E7-8C04-B545-51A1-887EE1FD2969}"/>
              </a:ext>
            </a:extLst>
          </p:cNvPr>
          <p:cNvGrpSpPr/>
          <p:nvPr/>
        </p:nvGrpSpPr>
        <p:grpSpPr>
          <a:xfrm>
            <a:off x="4496182" y="2041376"/>
            <a:ext cx="1675800" cy="236160"/>
            <a:chOff x="4496182" y="2041376"/>
            <a:chExt cx="167580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823AAB-387A-B9C9-4788-7E75AD4E77B8}"/>
                    </a:ext>
                  </a:extLst>
                </p14:cNvPr>
                <p14:cNvContentPartPr/>
                <p14:nvPr/>
              </p14:nvContentPartPr>
              <p14:xfrm>
                <a:off x="4496182" y="2179616"/>
                <a:ext cx="93600" cy="806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823AAB-387A-B9C9-4788-7E75AD4E77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87182" y="2170616"/>
                  <a:ext cx="111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ABB01F8-43A5-E76C-5F61-CBF4CB17FB1B}"/>
                    </a:ext>
                  </a:extLst>
                </p14:cNvPr>
                <p14:cNvContentPartPr/>
                <p14:nvPr/>
              </p14:nvContentPartPr>
              <p14:xfrm>
                <a:off x="4646662" y="2195456"/>
                <a:ext cx="92880" cy="65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ABB01F8-43A5-E76C-5F61-CBF4CB17FB1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37662" y="2186456"/>
                  <a:ext cx="110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BFA3A00-B842-A56D-90A8-E4B9A954EBF6}"/>
                    </a:ext>
                  </a:extLst>
                </p14:cNvPr>
                <p14:cNvContentPartPr/>
                <p14:nvPr/>
              </p14:nvContentPartPr>
              <p14:xfrm>
                <a:off x="4779142" y="2190056"/>
                <a:ext cx="150480" cy="47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BFA3A00-B842-A56D-90A8-E4B9A954EBF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70502" y="2181416"/>
                  <a:ext cx="168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0125BF4-492F-29B0-3B2A-A725A4561A0D}"/>
                    </a:ext>
                  </a:extLst>
                </p14:cNvPr>
                <p14:cNvContentPartPr/>
                <p14:nvPr/>
              </p14:nvContentPartPr>
              <p14:xfrm>
                <a:off x="4999102" y="2173136"/>
                <a:ext cx="136440" cy="76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0125BF4-492F-29B0-3B2A-A725A4561A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90462" y="2164496"/>
                  <a:ext cx="154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4A72850-33D5-ED72-7641-D72D2FB8B6F0}"/>
                    </a:ext>
                  </a:extLst>
                </p14:cNvPr>
                <p14:cNvContentPartPr/>
                <p14:nvPr/>
              </p14:nvContentPartPr>
              <p14:xfrm>
                <a:off x="5178742" y="2210216"/>
                <a:ext cx="116640" cy="56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4A72850-33D5-ED72-7641-D72D2FB8B6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70102" y="2201216"/>
                  <a:ext cx="1342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A618AE-DBBB-D183-3451-5A420834E326}"/>
                    </a:ext>
                  </a:extLst>
                </p14:cNvPr>
                <p14:cNvContentPartPr/>
                <p14:nvPr/>
              </p14:nvContentPartPr>
              <p14:xfrm>
                <a:off x="5278822" y="2041376"/>
                <a:ext cx="114480" cy="228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A618AE-DBBB-D183-3451-5A420834E32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270182" y="2032376"/>
                  <a:ext cx="1321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9DFB9C9-98A4-DA9C-3B27-520AAF9BD198}"/>
                    </a:ext>
                  </a:extLst>
                </p14:cNvPr>
                <p14:cNvContentPartPr/>
                <p14:nvPr/>
              </p14:nvContentPartPr>
              <p14:xfrm>
                <a:off x="5316262" y="2143616"/>
                <a:ext cx="241200" cy="106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9DFB9C9-98A4-DA9C-3B27-520AAF9BD19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307262" y="2134616"/>
                  <a:ext cx="258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50B050D-8FFA-C35C-AF70-DB282E8B7FDB}"/>
                    </a:ext>
                  </a:extLst>
                </p14:cNvPr>
                <p14:cNvContentPartPr/>
                <p14:nvPr/>
              </p14:nvContentPartPr>
              <p14:xfrm>
                <a:off x="5571142" y="2211296"/>
                <a:ext cx="121320" cy="49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50B050D-8FFA-C35C-AF70-DB282E8B7FD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62502" y="2202656"/>
                  <a:ext cx="138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9CCE51-A8A7-586A-5668-126588BBE341}"/>
                    </a:ext>
                  </a:extLst>
                </p14:cNvPr>
                <p14:cNvContentPartPr/>
                <p14:nvPr/>
              </p14:nvContentPartPr>
              <p14:xfrm>
                <a:off x="5742862" y="2190056"/>
                <a:ext cx="107280" cy="8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9CCE51-A8A7-586A-5668-126588BBE34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34222" y="2181416"/>
                  <a:ext cx="1249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D78942-261A-C0A9-8196-B3EA81609F33}"/>
                    </a:ext>
                  </a:extLst>
                </p14:cNvPr>
                <p14:cNvContentPartPr/>
                <p14:nvPr/>
              </p14:nvContentPartPr>
              <p14:xfrm>
                <a:off x="5879662" y="2046416"/>
                <a:ext cx="78840" cy="212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D78942-261A-C0A9-8196-B3EA81609F3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870662" y="2037776"/>
                  <a:ext cx="96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7674A3-F74A-AAEE-A50B-B848C957B2C1}"/>
                    </a:ext>
                  </a:extLst>
                </p14:cNvPr>
                <p14:cNvContentPartPr/>
                <p14:nvPr/>
              </p14:nvContentPartPr>
              <p14:xfrm>
                <a:off x="5890102" y="2146856"/>
                <a:ext cx="281880" cy="11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7674A3-F74A-AAEE-A50B-B848C957B2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81462" y="2137856"/>
                  <a:ext cx="299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977C9E7-010C-5FF3-911E-A832110B969C}"/>
                    </a:ext>
                  </a:extLst>
                </p14:cNvPr>
                <p14:cNvContentPartPr/>
                <p14:nvPr/>
              </p14:nvContentPartPr>
              <p14:xfrm>
                <a:off x="5734942" y="2191136"/>
                <a:ext cx="34560" cy="11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977C9E7-010C-5FF3-911E-A832110B96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725942" y="2182136"/>
                  <a:ext cx="52200" cy="2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BFB9CD-3FBA-5254-81FB-16B9858A1246}"/>
              </a:ext>
            </a:extLst>
          </p:cNvPr>
          <p:cNvGrpSpPr/>
          <p:nvPr/>
        </p:nvGrpSpPr>
        <p:grpSpPr>
          <a:xfrm>
            <a:off x="6881182" y="3024176"/>
            <a:ext cx="478440" cy="316440"/>
            <a:chOff x="6881182" y="3024176"/>
            <a:chExt cx="478440" cy="31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23077F-D1E5-FB70-5CFA-8A0A50C31459}"/>
                    </a:ext>
                  </a:extLst>
                </p14:cNvPr>
                <p14:cNvContentPartPr/>
                <p14:nvPr/>
              </p14:nvContentPartPr>
              <p14:xfrm>
                <a:off x="6941662" y="3024176"/>
                <a:ext cx="102600" cy="316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23077F-D1E5-FB70-5CFA-8A0A50C3145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32662" y="3015536"/>
                  <a:ext cx="1202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BBF090-86E4-3539-F821-5671979697FE}"/>
                    </a:ext>
                  </a:extLst>
                </p14:cNvPr>
                <p14:cNvContentPartPr/>
                <p14:nvPr/>
              </p14:nvContentPartPr>
              <p14:xfrm>
                <a:off x="6881182" y="3172856"/>
                <a:ext cx="163080" cy="27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BBF090-86E4-3539-F821-5671979697F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872542" y="3164216"/>
                  <a:ext cx="180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0705EA0-486F-C984-C156-84406DEADBAD}"/>
                    </a:ext>
                  </a:extLst>
                </p14:cNvPr>
                <p14:cNvContentPartPr/>
                <p14:nvPr/>
              </p14:nvContentPartPr>
              <p14:xfrm>
                <a:off x="7113382" y="3173936"/>
                <a:ext cx="111240" cy="95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0705EA0-486F-C984-C156-84406DEADBA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104382" y="3165296"/>
                  <a:ext cx="128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7D28DA-8974-FEE9-85BE-B841F949732E}"/>
                    </a:ext>
                  </a:extLst>
                </p14:cNvPr>
                <p14:cNvContentPartPr/>
                <p14:nvPr/>
              </p14:nvContentPartPr>
              <p14:xfrm>
                <a:off x="7250902" y="3094016"/>
                <a:ext cx="108720" cy="120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7D28DA-8974-FEE9-85BE-B841F94973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41902" y="3085376"/>
                  <a:ext cx="126360" cy="13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E21F270-1661-60D3-8A0E-39B9143D60AA}"/>
                  </a:ext>
                </a:extLst>
              </p14:cNvPr>
              <p14:cNvContentPartPr/>
              <p14:nvPr/>
            </p14:nvContentPartPr>
            <p14:xfrm>
              <a:off x="7548622" y="3007256"/>
              <a:ext cx="107280" cy="234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E21F270-1661-60D3-8A0E-39B9143D60A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539982" y="2998616"/>
                <a:ext cx="1249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A616753-D851-E983-4F0B-97828BEE1B3B}"/>
                  </a:ext>
                </a:extLst>
              </p14:cNvPr>
              <p14:cNvContentPartPr/>
              <p14:nvPr/>
            </p14:nvContentPartPr>
            <p14:xfrm>
              <a:off x="7506862" y="3136496"/>
              <a:ext cx="132840" cy="11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A616753-D851-E983-4F0B-97828BEE1B3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497862" y="3127496"/>
                <a:ext cx="1504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24F6292-DFA7-A50E-3224-1DDCB2FAC267}"/>
                  </a:ext>
                </a:extLst>
              </p14:cNvPr>
              <p14:cNvContentPartPr/>
              <p14:nvPr/>
            </p14:nvContentPartPr>
            <p14:xfrm>
              <a:off x="7680022" y="3162776"/>
              <a:ext cx="159480" cy="2728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24F6292-DFA7-A50E-3224-1DDCB2FAC26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671382" y="3153776"/>
                <a:ext cx="1771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2F85974-D875-0D9C-CD92-9CCFDABA61B6}"/>
                  </a:ext>
                </a:extLst>
              </p14:cNvPr>
              <p14:cNvContentPartPr/>
              <p14:nvPr/>
            </p14:nvContentPartPr>
            <p14:xfrm>
              <a:off x="7827622" y="3136856"/>
              <a:ext cx="114840" cy="226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2F85974-D875-0D9C-CD92-9CCFDABA61B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818622" y="3128216"/>
                <a:ext cx="13248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B1A55EF-057A-ECB6-CC9A-69705E3CC58C}"/>
                  </a:ext>
                </a:extLst>
              </p14:cNvPr>
              <p14:cNvContentPartPr/>
              <p14:nvPr/>
            </p14:nvContentPartPr>
            <p14:xfrm>
              <a:off x="7974862" y="3132896"/>
              <a:ext cx="132480" cy="121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B1A55EF-057A-ECB6-CC9A-69705E3CC58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965862" y="3124256"/>
                <a:ext cx="15012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033B414-B1E9-CDDD-C36B-D310E3A044C7}"/>
                  </a:ext>
                </a:extLst>
              </p14:cNvPr>
              <p14:cNvContentPartPr/>
              <p14:nvPr/>
            </p14:nvContentPartPr>
            <p14:xfrm>
              <a:off x="8303902" y="3115256"/>
              <a:ext cx="34560" cy="118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033B414-B1E9-CDDD-C36B-D310E3A044C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294902" y="3106256"/>
                <a:ext cx="522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9D4709-94C7-9E1A-BF13-016A04A1BB72}"/>
                  </a:ext>
                </a:extLst>
              </p14:cNvPr>
              <p14:cNvContentPartPr/>
              <p14:nvPr/>
            </p14:nvContentPartPr>
            <p14:xfrm>
              <a:off x="8216422" y="3015536"/>
              <a:ext cx="92880" cy="360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9D4709-94C7-9E1A-BF13-016A04A1BB7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207782" y="3006896"/>
                <a:ext cx="1105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75A7B40-0489-7B82-FA52-24BF9383A0D4}"/>
                  </a:ext>
                </a:extLst>
              </p14:cNvPr>
              <p14:cNvContentPartPr/>
              <p14:nvPr/>
            </p14:nvContentPartPr>
            <p14:xfrm>
              <a:off x="8281582" y="3253136"/>
              <a:ext cx="97200" cy="5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75A7B40-0489-7B82-FA52-24BF9383A0D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272582" y="3244496"/>
                <a:ext cx="11484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28AA07C3-49F8-FB31-2BF5-CD81F6F03AB9}"/>
              </a:ext>
            </a:extLst>
          </p:cNvPr>
          <p:cNvGrpSpPr/>
          <p:nvPr/>
        </p:nvGrpSpPr>
        <p:grpSpPr>
          <a:xfrm>
            <a:off x="8771542" y="3072776"/>
            <a:ext cx="601920" cy="208800"/>
            <a:chOff x="8771542" y="3072776"/>
            <a:chExt cx="60192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460C7F5-33E7-6126-9CD4-B4F553DA1020}"/>
                    </a:ext>
                  </a:extLst>
                </p14:cNvPr>
                <p14:cNvContentPartPr/>
                <p14:nvPr/>
              </p14:nvContentPartPr>
              <p14:xfrm>
                <a:off x="8782342" y="3115256"/>
                <a:ext cx="59760" cy="166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460C7F5-33E7-6126-9CD4-B4F553DA102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73342" y="3106256"/>
                  <a:ext cx="774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0FFBAF-F2F7-AD05-28AE-95E079BE3FBA}"/>
                    </a:ext>
                  </a:extLst>
                </p14:cNvPr>
                <p14:cNvContentPartPr/>
                <p14:nvPr/>
              </p14:nvContentPartPr>
              <p14:xfrm>
                <a:off x="8771542" y="3074576"/>
                <a:ext cx="93600" cy="4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0FFBAF-F2F7-AD05-28AE-95E079BE3FB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62902" y="3065936"/>
                  <a:ext cx="111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B5E1-8214-D681-16E1-28211F5E31FC}"/>
                    </a:ext>
                  </a:extLst>
                </p14:cNvPr>
                <p14:cNvContentPartPr/>
                <p14:nvPr/>
              </p14:nvContentPartPr>
              <p14:xfrm>
                <a:off x="8803582" y="3167456"/>
                <a:ext cx="82800" cy="16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B5E1-8214-D681-16E1-28211F5E31F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94582" y="3158816"/>
                  <a:ext cx="100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F6053FB-8C1F-9937-2F9E-F41D72460F43}"/>
                    </a:ext>
                  </a:extLst>
                </p14:cNvPr>
                <p14:cNvContentPartPr/>
                <p14:nvPr/>
              </p14:nvContentPartPr>
              <p14:xfrm>
                <a:off x="9005542" y="3146936"/>
                <a:ext cx="42480" cy="114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F6053FB-8C1F-9937-2F9E-F41D72460F4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96902" y="3138296"/>
                  <a:ext cx="601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8385866-200D-3B1B-5787-4A4BC98C8C2C}"/>
                    </a:ext>
                  </a:extLst>
                </p14:cNvPr>
                <p14:cNvContentPartPr/>
                <p14:nvPr/>
              </p14:nvContentPartPr>
              <p14:xfrm>
                <a:off x="9095902" y="3072776"/>
                <a:ext cx="277560" cy="202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8385866-200D-3B1B-5787-4A4BC98C8C2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086902" y="3064136"/>
                  <a:ext cx="295200" cy="220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inductive bias are we adding?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777240" y="1417320"/>
            <a:ext cx="1051524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exact generalized linear phase and fewer independent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Benefit: preserves relative timing when that invariance is known to matter.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Cost: the model cannot learn an arbitrary nonlinear-phase kernel even if the task would benefit from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Engineering principle: constrain only what physics or deployment requirements justify.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5528B5-F71B-7A6B-8D07-AD1403DDD109}"/>
                  </a:ext>
                </a:extLst>
              </p14:cNvPr>
              <p14:cNvContentPartPr/>
              <p14:nvPr/>
            </p14:nvContentPartPr>
            <p14:xfrm>
              <a:off x="3505102" y="1674176"/>
              <a:ext cx="1193040" cy="44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5528B5-F71B-7A6B-8D07-AD1403DDD1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6462" y="1665536"/>
                <a:ext cx="12106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50B91A-1DF4-6FA1-9C2C-7A7AD1E8953B}"/>
                  </a:ext>
                </a:extLst>
              </p14:cNvPr>
              <p14:cNvContentPartPr/>
              <p14:nvPr/>
            </p14:nvContentPartPr>
            <p14:xfrm>
              <a:off x="1041262" y="2514416"/>
              <a:ext cx="1871280" cy="8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50B91A-1DF4-6FA1-9C2C-7A7AD1E895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2622" y="2505416"/>
                <a:ext cx="18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BFEE6A-17DD-73F7-D884-26856655027A}"/>
                  </a:ext>
                </a:extLst>
              </p14:cNvPr>
              <p14:cNvContentPartPr/>
              <p14:nvPr/>
            </p14:nvContentPartPr>
            <p14:xfrm>
              <a:off x="1050262" y="2540336"/>
              <a:ext cx="1517040" cy="75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BFEE6A-17DD-73F7-D884-2685665502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1262" y="2531336"/>
                <a:ext cx="1534680" cy="9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Fixed, constrained, or fully learned front end?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64008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75B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8624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Fixed DSP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78624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Design taps from a frequency specification; no learning.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434340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448956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448956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Learn taps but enforce symmetry / band structure / sparsity.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8046720" y="1508760"/>
            <a:ext cx="34743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8192880" y="1618560"/>
            <a:ext cx="3181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Unconstrained learned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8192880" y="1947600"/>
            <a:ext cx="31816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Let the task loss select arbitrary finite kernels.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1097280" y="384048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These are not competing religions; they are different locations on the bias–flexibility spectrum.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Multirate transition: what linear phase does and does not guarantee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Anti-alias filtering requires adequate stopband attenuation before downsampling.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 phase is not mathematically required to suppress aliases.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However, linear-phase FIRs are often preferred when relative waveform timing and alignment must be preserved across sample-rate conversion.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Next week: polyphase / multirate structure makes FIR implementation especially attractive.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endParaRPr lang="en-US" sz="1900" b="0" u="none" strike="noStrike" dirty="0">
              <a:solidFill>
                <a:srgbClr val="1F2937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31621-EB6F-7A39-F1F2-EE2FBA98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>
            <a:extLst>
              <a:ext uri="{FF2B5EF4-FFF2-40B4-BE49-F238E27FC236}">
                <a16:creationId xmlns:a16="http://schemas.microsoft.com/office/drawing/2014/main" id="{1E14A47B-F3B9-E026-6757-B839D2BD8B88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>
            <a:extLst>
              <a:ext uri="{FF2B5EF4-FFF2-40B4-BE49-F238E27FC236}">
                <a16:creationId xmlns:a16="http://schemas.microsoft.com/office/drawing/2014/main" id="{BB61CCB6-BB48-2EF1-2684-702830A0E6EF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>
            <a:extLst>
              <a:ext uri="{FF2B5EF4-FFF2-40B4-BE49-F238E27FC236}">
                <a16:creationId xmlns:a16="http://schemas.microsoft.com/office/drawing/2014/main" id="{18B03134-D042-D2E1-34CD-E97FFEEC9EB3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>
            <a:extLst>
              <a:ext uri="{FF2B5EF4-FFF2-40B4-BE49-F238E27FC236}">
                <a16:creationId xmlns:a16="http://schemas.microsoft.com/office/drawing/2014/main" id="{ED449A3E-5D58-6C6D-B10D-AA80A1E9DC1F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>
            <a:extLst>
              <a:ext uri="{FF2B5EF4-FFF2-40B4-BE49-F238E27FC236}">
                <a16:creationId xmlns:a16="http://schemas.microsoft.com/office/drawing/2014/main" id="{6C9CDCF1-EAF1-9F23-7BA2-863A06FD50A0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>
            <a:extLst>
              <a:ext uri="{FF2B5EF4-FFF2-40B4-BE49-F238E27FC236}">
                <a16:creationId xmlns:a16="http://schemas.microsoft.com/office/drawing/2014/main" id="{ACDFB7EC-B0C2-4359-92E5-C97B0F479CF8}"/>
              </a:ext>
            </a:extLst>
          </p:cNvPr>
          <p:cNvSpPr/>
          <p:nvPr/>
        </p:nvSpPr>
        <p:spPr>
          <a:xfrm>
            <a:off x="822960" y="1417320"/>
            <a:ext cx="10240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16-tap symmetric FIR is which type?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Answer: Type II because N is even and the taps are symmetric.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What endpoint must be zero? H(e^(jπ))=0.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Can it be a conventional high-pass with nonzero Nyquist gain? No.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75816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random versus symmetry-constrained kernels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rng = np.random.default_rng(4)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h_rand = rng.normal(size=17)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h_sym = 0.5*(h_rand + h_rand[::-1])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gd_rand = signal.group_delay((h_rand,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_, gd_sym  = signal.group_delay((h_sym,  [1.0]),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PyTorch fixed FIR equivalence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kt = torch.tensor(h[::-1].copy()).view(1,1,-1)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yt = F.conv1d(F.pad(xt, (len(h)-1,0)), kt)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10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77240" y="1371600"/>
            <a:ext cx="1042380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Generalized linear phase means a constant delay plus a real amplitude factor.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Symmetry / antisymmetry creates exactly four real FIR types with structural endpoint constraints.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Linear-phase zero patterns appear in conjugate-reciprocal constellations.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Conv1d kernels are not linear phase unless the architecture or parameterization enforces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 • Derive the pure-delay factor from symmetric FIR taps.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 • Classify four examples as Types I–IV and state forced endpoint zeros.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7 • Complete the four-zero constellation for z₀=0.7e^(j0.6).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8 • Design a symmetry-constrained trainable Conv1d parameterization and discuss its inductive bias.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1–4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"/>
          <p:cNvSpPr/>
          <p:nvPr/>
        </p:nvSpPr>
        <p:spPr>
          <a:xfrm>
            <a:off x="685800" y="1417320"/>
            <a:ext cx="10698120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Q1 • What geometric quantities determine |H(e^(jω))| from a pole-zero plot?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Q2 • State τₚ(ω) and τg(ω).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Q3 • What property defines an all-pass system?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Q4 • Why can equal magnitude responses still produce different transient waveforms?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Weekly quiz — Questions 5–8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Q5 • A real symmetric FIR has N=21. What is its group delay?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Q6 • Which type is even-length and symmetric, and what forced zero does it have?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Q7 • If a complex zero z₀ is off the unit circle, what other three zeros accompany it in a real linear-phase FIR?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Q8 • Does a random `nn.Conv1d` kernel automatically have linear phase? Why?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quiz solutions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640080" y="1325880"/>
            <a:ext cx="10881000" cy="45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A1: zero-vector lengths in numerator divided by pole-vector lengths in denominator.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A2: τₚ=-∠ H/ω and τg=-d(∠ H)/dω.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A3: |Hₐₚ(e^(jω))|=1 for all ω.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A4: phase / group-delay differences alter relative arrival times of frequency components.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A5: 10 samples.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A6: Type II; forced zero at z=-1 or ω=π.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A7: z₀*, 1/z₀, and 1/z₀*.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A8: no; generic kernels are unconstrained, so symmetry is not guaranteed.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homework solution sketch — Lecture 10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685800" y="1417320"/>
            <a:ext cx="1069812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P5: H(e^(jω))=e^(-jω M/2)A(ω), so τg=M/2=(N-1)/2.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P6: I = odd/symmetric; II = even/symmetric with ω=π zero; III = odd/antisymmetric with 0 and π zeros; IV = even/antisymmetric with 0 zero.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P7: z₀, z₀*, 1/z₀, 1/z₀*.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P8: learn half + center, mirror the half; exact symmetry is maintained during every update.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1533</TotalTime>
  <Words>2567</Words>
  <Application>Microsoft Office PowerPoint</Application>
  <PresentationFormat>Widescreen</PresentationFormat>
  <Paragraphs>310</Paragraphs>
  <Slides>37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Mono</vt:lpstr>
      <vt:lpstr>Arial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12</cp:revision>
  <dcterms:modified xsi:type="dcterms:W3CDTF">2026-10-02T01:39:37Z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10 — Linear Phase, Generalized Phase, and ML Intersections</dc:subject>
  <dc:title>Lecture 10 — Linear Phase, Generalized Phase, and ML Intersections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31</vt:r8>
  </property>
  <property fmtid="{D5CDD505-2E9C-101B-9397-08002B2CF9AE}" pid="3" name="PresentationFormat">
    <vt:lpwstr>On-screen Show (16:9)</vt:lpwstr>
  </property>
  <property fmtid="{D5CDD505-2E9C-101B-9397-08002B2CF9AE}" pid="4" name="Slides">
    <vt:r8>31</vt:r8>
  </property>
</Properties>
</file>